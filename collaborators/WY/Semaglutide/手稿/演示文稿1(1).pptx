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887E"/>
    <a:srgbClr val="BBDC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Gemini_Generated_Image_2zlmho2zlmho2zlm"/>
          <p:cNvPicPr>
            <a:picLocks noChangeAspect="1"/>
          </p:cNvPicPr>
          <p:nvPr/>
        </p:nvPicPr>
        <p:blipFill>
          <a:blip r:embed="rId1"/>
          <a:srcRect l="20802" t="75497" r="18464" b="-95"/>
          <a:stretch>
            <a:fillRect/>
          </a:stretch>
        </p:blipFill>
        <p:spPr>
          <a:xfrm>
            <a:off x="2063750" y="4790440"/>
            <a:ext cx="8799195" cy="194373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595120" y="0"/>
            <a:ext cx="9537700" cy="4790440"/>
            <a:chOff x="2428" y="295"/>
            <a:chExt cx="15020" cy="7544"/>
          </a:xfrm>
        </p:grpSpPr>
        <p:pic>
          <p:nvPicPr>
            <p:cNvPr id="2" name="图片 1" descr="Gemini_Generated_Image_6nmn9m6nmn9m6nmn"/>
            <p:cNvPicPr>
              <a:picLocks noChangeAspect="1"/>
            </p:cNvPicPr>
            <p:nvPr/>
          </p:nvPicPr>
          <p:blipFill>
            <a:blip r:embed="rId2"/>
            <a:srcRect b="5226"/>
            <a:stretch>
              <a:fillRect/>
            </a:stretch>
          </p:blipFill>
          <p:spPr>
            <a:xfrm>
              <a:off x="2428" y="295"/>
              <a:ext cx="14595" cy="7544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4214" y="399"/>
              <a:ext cx="13234" cy="821"/>
              <a:chOff x="4214" y="399"/>
              <a:chExt cx="13234" cy="821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4214" y="432"/>
                <a:ext cx="2555" cy="7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400"/>
                  <a:t>WT</a:t>
                </a:r>
                <a:endParaRPr lang="en-US" altLang="zh-CN" sz="240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841" y="399"/>
                <a:ext cx="2555" cy="7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400"/>
                  <a:t>db/db</a:t>
                </a:r>
                <a:endParaRPr lang="en-US" altLang="zh-CN" sz="2400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1896" y="399"/>
                <a:ext cx="5552" cy="7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2400"/>
                  <a:t>Semaglutide treated</a:t>
                </a:r>
                <a:endParaRPr lang="en-US" altLang="zh-CN" sz="2400"/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54610" y="1522730"/>
            <a:ext cx="19558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/>
              <a:t>Oral </a:t>
            </a:r>
            <a:endParaRPr lang="en-US" altLang="zh-CN" sz="2000"/>
          </a:p>
          <a:p>
            <a:pPr algn="r"/>
            <a:r>
              <a:rPr lang="en-US" altLang="zh-CN" sz="2000"/>
              <a:t>Microbiota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93980" y="3655060"/>
            <a:ext cx="19558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000"/>
              <a:t>Oral </a:t>
            </a:r>
            <a:endParaRPr lang="en-US" altLang="zh-CN" sz="2000"/>
          </a:p>
          <a:p>
            <a:pPr algn="r"/>
            <a:r>
              <a:rPr lang="en-US" altLang="zh-CN" sz="2000"/>
              <a:t>Mucosa</a:t>
            </a:r>
            <a:endParaRPr lang="en-US" altLang="zh-CN" sz="2000"/>
          </a:p>
        </p:txBody>
      </p:sp>
      <p:sp>
        <p:nvSpPr>
          <p:cNvPr id="18" name="文本框 17"/>
          <p:cNvSpPr txBox="1"/>
          <p:nvPr/>
        </p:nvSpPr>
        <p:spPr>
          <a:xfrm>
            <a:off x="334010" y="5459730"/>
            <a:ext cx="17329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/>
              <a:t>Host-microbe </a:t>
            </a:r>
            <a:endParaRPr lang="en-US" altLang="zh-CN" sz="2000"/>
          </a:p>
          <a:p>
            <a:pPr algn="r"/>
            <a:r>
              <a:rPr lang="en-US" altLang="zh-CN" sz="2000"/>
              <a:t>interactions</a:t>
            </a:r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WPS 演示</Application>
  <PresentationFormat>宽屏</PresentationFormat>
  <Paragraphs>15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1＆0</cp:lastModifiedBy>
  <cp:revision>159</cp:revision>
  <dcterms:created xsi:type="dcterms:W3CDTF">2019-06-19T02:08:00Z</dcterms:created>
  <dcterms:modified xsi:type="dcterms:W3CDTF">2026-04-09T14:17:11Z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3105B047442847BE8F2C748E49939960_11</vt:lpwstr>
  </property>
</Properties>
</file>