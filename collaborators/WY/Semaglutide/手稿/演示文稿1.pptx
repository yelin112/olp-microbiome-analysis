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Gemini_Generated_Image_7582pp7582pp75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2670" y="167005"/>
            <a:ext cx="8220075" cy="4483735"/>
          </a:xfrm>
          <a:prstGeom prst="rect">
            <a:avLst/>
          </a:prstGeom>
        </p:spPr>
      </p:pic>
      <p:pic>
        <p:nvPicPr>
          <p:cNvPr id="6" name="图片 5" descr="Gemini_Generated_Image_2zlmho2zlmho2zlm"/>
          <p:cNvPicPr>
            <a:picLocks noChangeAspect="1"/>
          </p:cNvPicPr>
          <p:nvPr/>
        </p:nvPicPr>
        <p:blipFill>
          <a:blip r:embed="rId2"/>
          <a:srcRect l="20789" t="75087" r="18338"/>
          <a:stretch>
            <a:fillRect/>
          </a:stretch>
        </p:blipFill>
        <p:spPr>
          <a:xfrm>
            <a:off x="2473325" y="4397375"/>
            <a:ext cx="8111490" cy="18110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1＆0</cp:lastModifiedBy>
  <cp:revision>157</cp:revision>
  <dcterms:created xsi:type="dcterms:W3CDTF">2019-06-19T02:08:00Z</dcterms:created>
  <dcterms:modified xsi:type="dcterms:W3CDTF">2026-04-09T13:24:57Z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3105B047442847BE8F2C748E49939960_11</vt:lpwstr>
  </property>
</Properties>
</file>