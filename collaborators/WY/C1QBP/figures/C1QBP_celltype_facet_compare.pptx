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12801600" cy="9601200"/>
            <a:chOff x="457200" y="457200"/>
            <a:chExt cx="12801600" cy="96012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12801600" cy="9601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12801600" cy="9601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879089" y="931925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089" y="3177314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089" y="2405847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089" y="1634380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85499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962850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640200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317550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980696" y="2056218"/>
              <a:ext cx="609611" cy="1275969"/>
            </a:xfrm>
            <a:custGeom>
              <a:avLst/>
              <a:pathLst>
                <a:path w="609611" h="1275969">
                  <a:moveTo>
                    <a:pt x="301396" y="1275969"/>
                  </a:moveTo>
                  <a:lnTo>
                    <a:pt x="300874" y="1273472"/>
                  </a:lnTo>
                  <a:lnTo>
                    <a:pt x="300289" y="1270975"/>
                  </a:lnTo>
                  <a:lnTo>
                    <a:pt x="299602" y="1268478"/>
                  </a:lnTo>
                  <a:lnTo>
                    <a:pt x="298835" y="1265981"/>
                  </a:lnTo>
                  <a:lnTo>
                    <a:pt x="297982" y="1263484"/>
                  </a:lnTo>
                  <a:lnTo>
                    <a:pt x="297038" y="1260987"/>
                  </a:lnTo>
                  <a:lnTo>
                    <a:pt x="295944" y="1258490"/>
                  </a:lnTo>
                  <a:lnTo>
                    <a:pt x="294731" y="1255993"/>
                  </a:lnTo>
                  <a:lnTo>
                    <a:pt x="293397" y="1253496"/>
                  </a:lnTo>
                  <a:lnTo>
                    <a:pt x="291932" y="1250999"/>
                  </a:lnTo>
                  <a:lnTo>
                    <a:pt x="290265" y="1248502"/>
                  </a:lnTo>
                  <a:lnTo>
                    <a:pt x="288430" y="1246005"/>
                  </a:lnTo>
                  <a:lnTo>
                    <a:pt x="286429" y="1243508"/>
                  </a:lnTo>
                  <a:lnTo>
                    <a:pt x="284254" y="1241011"/>
                  </a:lnTo>
                  <a:lnTo>
                    <a:pt x="281820" y="1238514"/>
                  </a:lnTo>
                  <a:lnTo>
                    <a:pt x="279163" y="1236017"/>
                  </a:lnTo>
                  <a:lnTo>
                    <a:pt x="276292" y="1233520"/>
                  </a:lnTo>
                  <a:lnTo>
                    <a:pt x="273202" y="1231023"/>
                  </a:lnTo>
                  <a:lnTo>
                    <a:pt x="269803" y="1228526"/>
                  </a:lnTo>
                  <a:lnTo>
                    <a:pt x="266122" y="1226029"/>
                  </a:lnTo>
                  <a:lnTo>
                    <a:pt x="262187" y="1223532"/>
                  </a:lnTo>
                  <a:lnTo>
                    <a:pt x="257993" y="1221035"/>
                  </a:lnTo>
                  <a:lnTo>
                    <a:pt x="253454" y="1218538"/>
                  </a:lnTo>
                  <a:lnTo>
                    <a:pt x="248587" y="1216041"/>
                  </a:lnTo>
                  <a:lnTo>
                    <a:pt x="243440" y="1213544"/>
                  </a:lnTo>
                  <a:lnTo>
                    <a:pt x="238011" y="1211047"/>
                  </a:lnTo>
                  <a:lnTo>
                    <a:pt x="232229" y="1208550"/>
                  </a:lnTo>
                  <a:lnTo>
                    <a:pt x="226098" y="1206053"/>
                  </a:lnTo>
                  <a:lnTo>
                    <a:pt x="219687" y="1203556"/>
                  </a:lnTo>
                  <a:lnTo>
                    <a:pt x="213001" y="1201059"/>
                  </a:lnTo>
                  <a:lnTo>
                    <a:pt x="205990" y="1198562"/>
                  </a:lnTo>
                  <a:lnTo>
                    <a:pt x="198651" y="1196065"/>
                  </a:lnTo>
                  <a:lnTo>
                    <a:pt x="191070" y="1193568"/>
                  </a:lnTo>
                  <a:lnTo>
                    <a:pt x="183257" y="1191071"/>
                  </a:lnTo>
                  <a:lnTo>
                    <a:pt x="175193" y="1188574"/>
                  </a:lnTo>
                  <a:lnTo>
                    <a:pt x="166879" y="1186077"/>
                  </a:lnTo>
                  <a:lnTo>
                    <a:pt x="158403" y="1183580"/>
                  </a:lnTo>
                  <a:lnTo>
                    <a:pt x="149782" y="1181083"/>
                  </a:lnTo>
                  <a:lnTo>
                    <a:pt x="141027" y="1178586"/>
                  </a:lnTo>
                  <a:lnTo>
                    <a:pt x="132163" y="1176089"/>
                  </a:lnTo>
                  <a:lnTo>
                    <a:pt x="123259" y="1173592"/>
                  </a:lnTo>
                  <a:lnTo>
                    <a:pt x="114339" y="1171095"/>
                  </a:lnTo>
                  <a:lnTo>
                    <a:pt x="105435" y="1168598"/>
                  </a:lnTo>
                  <a:lnTo>
                    <a:pt x="96622" y="1166101"/>
                  </a:lnTo>
                  <a:lnTo>
                    <a:pt x="87924" y="1163604"/>
                  </a:lnTo>
                  <a:lnTo>
                    <a:pt x="79370" y="1161107"/>
                  </a:lnTo>
                  <a:lnTo>
                    <a:pt x="70996" y="1158610"/>
                  </a:lnTo>
                  <a:lnTo>
                    <a:pt x="62955" y="1156113"/>
                  </a:lnTo>
                  <a:lnTo>
                    <a:pt x="55198" y="1153616"/>
                  </a:lnTo>
                  <a:lnTo>
                    <a:pt x="47753" y="1151119"/>
                  </a:lnTo>
                  <a:lnTo>
                    <a:pt x="40649" y="1148622"/>
                  </a:lnTo>
                  <a:lnTo>
                    <a:pt x="34121" y="1146125"/>
                  </a:lnTo>
                  <a:lnTo>
                    <a:pt x="28039" y="1143628"/>
                  </a:lnTo>
                  <a:lnTo>
                    <a:pt x="22423" y="1141131"/>
                  </a:lnTo>
                  <a:lnTo>
                    <a:pt x="17296" y="1138634"/>
                  </a:lnTo>
                  <a:lnTo>
                    <a:pt x="12920" y="1136137"/>
                  </a:lnTo>
                  <a:lnTo>
                    <a:pt x="9135" y="1133640"/>
                  </a:lnTo>
                  <a:lnTo>
                    <a:pt x="5928" y="1131143"/>
                  </a:lnTo>
                  <a:lnTo>
                    <a:pt x="3312" y="1128646"/>
                  </a:lnTo>
                  <a:lnTo>
                    <a:pt x="1541" y="1126149"/>
                  </a:lnTo>
                  <a:lnTo>
                    <a:pt x="454" y="1123652"/>
                  </a:lnTo>
                  <a:lnTo>
                    <a:pt x="0" y="1121095"/>
                  </a:lnTo>
                  <a:lnTo>
                    <a:pt x="167" y="1118658"/>
                  </a:lnTo>
                  <a:lnTo>
                    <a:pt x="1182" y="1116161"/>
                  </a:lnTo>
                  <a:lnTo>
                    <a:pt x="2902" y="1113664"/>
                  </a:lnTo>
                  <a:lnTo>
                    <a:pt x="5231" y="1111167"/>
                  </a:lnTo>
                  <a:lnTo>
                    <a:pt x="8158" y="1108670"/>
                  </a:lnTo>
                  <a:lnTo>
                    <a:pt x="11835" y="1106173"/>
                  </a:lnTo>
                  <a:lnTo>
                    <a:pt x="16160" y="1103676"/>
                  </a:lnTo>
                  <a:lnTo>
                    <a:pt x="21006" y="1101179"/>
                  </a:lnTo>
                  <a:lnTo>
                    <a:pt x="26352" y="1098682"/>
                  </a:lnTo>
                  <a:lnTo>
                    <a:pt x="32286" y="1096185"/>
                  </a:lnTo>
                  <a:lnTo>
                    <a:pt x="38735" y="1093688"/>
                  </a:lnTo>
                  <a:lnTo>
                    <a:pt x="45567" y="1091191"/>
                  </a:lnTo>
                  <a:lnTo>
                    <a:pt x="52755" y="1088694"/>
                  </a:lnTo>
                  <a:lnTo>
                    <a:pt x="60326" y="1086197"/>
                  </a:lnTo>
                  <a:lnTo>
                    <a:pt x="68228" y="1083700"/>
                  </a:lnTo>
                  <a:lnTo>
                    <a:pt x="76348" y="1081203"/>
                  </a:lnTo>
                  <a:lnTo>
                    <a:pt x="84655" y="1078706"/>
                  </a:lnTo>
                  <a:lnTo>
                    <a:pt x="93136" y="1076209"/>
                  </a:lnTo>
                  <a:lnTo>
                    <a:pt x="101740" y="1073712"/>
                  </a:lnTo>
                  <a:lnTo>
                    <a:pt x="110394" y="1071215"/>
                  </a:lnTo>
                  <a:lnTo>
                    <a:pt x="119071" y="1068718"/>
                  </a:lnTo>
                  <a:lnTo>
                    <a:pt x="127737" y="1066221"/>
                  </a:lnTo>
                  <a:lnTo>
                    <a:pt x="136325" y="1063724"/>
                  </a:lnTo>
                  <a:lnTo>
                    <a:pt x="144817" y="1061227"/>
                  </a:lnTo>
                  <a:lnTo>
                    <a:pt x="153193" y="1058730"/>
                  </a:lnTo>
                  <a:lnTo>
                    <a:pt x="161416" y="1056233"/>
                  </a:lnTo>
                  <a:lnTo>
                    <a:pt x="169395" y="1053736"/>
                  </a:lnTo>
                  <a:lnTo>
                    <a:pt x="177170" y="1051239"/>
                  </a:lnTo>
                  <a:lnTo>
                    <a:pt x="184729" y="1048742"/>
                  </a:lnTo>
                  <a:lnTo>
                    <a:pt x="192048" y="1046245"/>
                  </a:lnTo>
                  <a:lnTo>
                    <a:pt x="199005" y="1043748"/>
                  </a:lnTo>
                  <a:lnTo>
                    <a:pt x="205696" y="1041251"/>
                  </a:lnTo>
                  <a:lnTo>
                    <a:pt x="212114" y="1038754"/>
                  </a:lnTo>
                  <a:lnTo>
                    <a:pt x="218255" y="1036257"/>
                  </a:lnTo>
                  <a:lnTo>
                    <a:pt x="223976" y="1033760"/>
                  </a:lnTo>
                  <a:lnTo>
                    <a:pt x="229408" y="1031263"/>
                  </a:lnTo>
                  <a:lnTo>
                    <a:pt x="234554" y="1028766"/>
                  </a:lnTo>
                  <a:lnTo>
                    <a:pt x="239413" y="1026269"/>
                  </a:lnTo>
                  <a:lnTo>
                    <a:pt x="243869" y="1023772"/>
                  </a:lnTo>
                  <a:lnTo>
                    <a:pt x="248038" y="1021275"/>
                  </a:lnTo>
                  <a:lnTo>
                    <a:pt x="251937" y="1018778"/>
                  </a:lnTo>
                  <a:lnTo>
                    <a:pt x="255573" y="1016281"/>
                  </a:lnTo>
                  <a:lnTo>
                    <a:pt x="258856" y="1013784"/>
                  </a:lnTo>
                  <a:lnTo>
                    <a:pt x="261878" y="1011287"/>
                  </a:lnTo>
                  <a:lnTo>
                    <a:pt x="264670" y="1008790"/>
                  </a:lnTo>
                  <a:lnTo>
                    <a:pt x="267237" y="1006293"/>
                  </a:lnTo>
                  <a:lnTo>
                    <a:pt x="269522" y="1003796"/>
                  </a:lnTo>
                  <a:lnTo>
                    <a:pt x="271588" y="1001298"/>
                  </a:lnTo>
                  <a:lnTo>
                    <a:pt x="273469" y="998801"/>
                  </a:lnTo>
                  <a:lnTo>
                    <a:pt x="275176" y="996304"/>
                  </a:lnTo>
                  <a:lnTo>
                    <a:pt x="276671" y="993807"/>
                  </a:lnTo>
                  <a:lnTo>
                    <a:pt x="277995" y="991310"/>
                  </a:lnTo>
                  <a:lnTo>
                    <a:pt x="279183" y="988813"/>
                  </a:lnTo>
                  <a:lnTo>
                    <a:pt x="280244" y="986316"/>
                  </a:lnTo>
                  <a:lnTo>
                    <a:pt x="281158" y="983819"/>
                  </a:lnTo>
                  <a:lnTo>
                    <a:pt x="281948" y="981322"/>
                  </a:lnTo>
                  <a:lnTo>
                    <a:pt x="282645" y="978825"/>
                  </a:lnTo>
                  <a:lnTo>
                    <a:pt x="283256" y="976328"/>
                  </a:lnTo>
                  <a:lnTo>
                    <a:pt x="283772" y="973831"/>
                  </a:lnTo>
                  <a:lnTo>
                    <a:pt x="284206" y="971334"/>
                  </a:lnTo>
                  <a:lnTo>
                    <a:pt x="284581" y="968837"/>
                  </a:lnTo>
                  <a:lnTo>
                    <a:pt x="284904" y="966340"/>
                  </a:lnTo>
                  <a:lnTo>
                    <a:pt x="285172" y="963843"/>
                  </a:lnTo>
                  <a:lnTo>
                    <a:pt x="285390" y="961346"/>
                  </a:lnTo>
                  <a:lnTo>
                    <a:pt x="285575" y="958849"/>
                  </a:lnTo>
                  <a:lnTo>
                    <a:pt x="285732" y="956352"/>
                  </a:lnTo>
                  <a:lnTo>
                    <a:pt x="285862" y="953855"/>
                  </a:lnTo>
                  <a:lnTo>
                    <a:pt x="285966" y="951358"/>
                  </a:lnTo>
                  <a:lnTo>
                    <a:pt x="286056" y="948861"/>
                  </a:lnTo>
                  <a:lnTo>
                    <a:pt x="286135" y="946364"/>
                  </a:lnTo>
                  <a:lnTo>
                    <a:pt x="286203" y="943867"/>
                  </a:lnTo>
                  <a:lnTo>
                    <a:pt x="286263" y="941370"/>
                  </a:lnTo>
                  <a:lnTo>
                    <a:pt x="286321" y="938873"/>
                  </a:lnTo>
                  <a:lnTo>
                    <a:pt x="286377" y="936376"/>
                  </a:lnTo>
                  <a:lnTo>
                    <a:pt x="286433" y="933879"/>
                  </a:lnTo>
                  <a:lnTo>
                    <a:pt x="286493" y="931382"/>
                  </a:lnTo>
                  <a:lnTo>
                    <a:pt x="286557" y="928885"/>
                  </a:lnTo>
                  <a:lnTo>
                    <a:pt x="286625" y="926388"/>
                  </a:lnTo>
                  <a:lnTo>
                    <a:pt x="286699" y="923891"/>
                  </a:lnTo>
                  <a:lnTo>
                    <a:pt x="286782" y="921394"/>
                  </a:lnTo>
                  <a:lnTo>
                    <a:pt x="286873" y="918897"/>
                  </a:lnTo>
                  <a:lnTo>
                    <a:pt x="286972" y="916400"/>
                  </a:lnTo>
                  <a:lnTo>
                    <a:pt x="287078" y="913903"/>
                  </a:lnTo>
                  <a:lnTo>
                    <a:pt x="287196" y="911406"/>
                  </a:lnTo>
                  <a:lnTo>
                    <a:pt x="287323" y="908909"/>
                  </a:lnTo>
                  <a:lnTo>
                    <a:pt x="287458" y="906412"/>
                  </a:lnTo>
                  <a:lnTo>
                    <a:pt x="287602" y="903915"/>
                  </a:lnTo>
                  <a:lnTo>
                    <a:pt x="287757" y="901418"/>
                  </a:lnTo>
                  <a:lnTo>
                    <a:pt x="287921" y="898921"/>
                  </a:lnTo>
                  <a:lnTo>
                    <a:pt x="288092" y="896424"/>
                  </a:lnTo>
                  <a:lnTo>
                    <a:pt x="288270" y="893927"/>
                  </a:lnTo>
                  <a:lnTo>
                    <a:pt x="288458" y="891430"/>
                  </a:lnTo>
                  <a:lnTo>
                    <a:pt x="288654" y="888933"/>
                  </a:lnTo>
                  <a:lnTo>
                    <a:pt x="288855" y="886436"/>
                  </a:lnTo>
                  <a:lnTo>
                    <a:pt x="289061" y="883939"/>
                  </a:lnTo>
                  <a:lnTo>
                    <a:pt x="289274" y="881442"/>
                  </a:lnTo>
                  <a:lnTo>
                    <a:pt x="289492" y="878945"/>
                  </a:lnTo>
                  <a:lnTo>
                    <a:pt x="289713" y="876448"/>
                  </a:lnTo>
                  <a:lnTo>
                    <a:pt x="289937" y="873951"/>
                  </a:lnTo>
                  <a:lnTo>
                    <a:pt x="290165" y="871454"/>
                  </a:lnTo>
                  <a:lnTo>
                    <a:pt x="290394" y="868957"/>
                  </a:lnTo>
                  <a:lnTo>
                    <a:pt x="290623" y="866460"/>
                  </a:lnTo>
                  <a:lnTo>
                    <a:pt x="290853" y="863963"/>
                  </a:lnTo>
                  <a:lnTo>
                    <a:pt x="291083" y="861466"/>
                  </a:lnTo>
                  <a:lnTo>
                    <a:pt x="291311" y="858969"/>
                  </a:lnTo>
                  <a:lnTo>
                    <a:pt x="291537" y="856472"/>
                  </a:lnTo>
                  <a:lnTo>
                    <a:pt x="291760" y="853975"/>
                  </a:lnTo>
                  <a:lnTo>
                    <a:pt x="291980" y="851478"/>
                  </a:lnTo>
                  <a:lnTo>
                    <a:pt x="292195" y="848981"/>
                  </a:lnTo>
                  <a:lnTo>
                    <a:pt x="292406" y="846484"/>
                  </a:lnTo>
                  <a:lnTo>
                    <a:pt x="292612" y="843987"/>
                  </a:lnTo>
                  <a:lnTo>
                    <a:pt x="292812" y="841490"/>
                  </a:lnTo>
                  <a:lnTo>
                    <a:pt x="293005" y="838993"/>
                  </a:lnTo>
                  <a:lnTo>
                    <a:pt x="293191" y="836496"/>
                  </a:lnTo>
                  <a:lnTo>
                    <a:pt x="293371" y="833999"/>
                  </a:lnTo>
                  <a:lnTo>
                    <a:pt x="293543" y="831502"/>
                  </a:lnTo>
                  <a:lnTo>
                    <a:pt x="293705" y="829005"/>
                  </a:lnTo>
                  <a:lnTo>
                    <a:pt x="293861" y="826508"/>
                  </a:lnTo>
                  <a:lnTo>
                    <a:pt x="294009" y="824011"/>
                  </a:lnTo>
                  <a:lnTo>
                    <a:pt x="294149" y="821514"/>
                  </a:lnTo>
                  <a:lnTo>
                    <a:pt x="294278" y="819017"/>
                  </a:lnTo>
                  <a:lnTo>
                    <a:pt x="294400" y="816520"/>
                  </a:lnTo>
                  <a:lnTo>
                    <a:pt x="294514" y="814023"/>
                  </a:lnTo>
                  <a:lnTo>
                    <a:pt x="294620" y="811526"/>
                  </a:lnTo>
                  <a:lnTo>
                    <a:pt x="294716" y="809029"/>
                  </a:lnTo>
                  <a:lnTo>
                    <a:pt x="294804" y="806532"/>
                  </a:lnTo>
                  <a:lnTo>
                    <a:pt x="294885" y="804035"/>
                  </a:lnTo>
                  <a:lnTo>
                    <a:pt x="294959" y="801538"/>
                  </a:lnTo>
                  <a:lnTo>
                    <a:pt x="295023" y="799041"/>
                  </a:lnTo>
                  <a:lnTo>
                    <a:pt x="295080" y="796544"/>
                  </a:lnTo>
                  <a:lnTo>
                    <a:pt x="295131" y="794047"/>
                  </a:lnTo>
                  <a:lnTo>
                    <a:pt x="295176" y="791550"/>
                  </a:lnTo>
                  <a:lnTo>
                    <a:pt x="295212" y="789053"/>
                  </a:lnTo>
                  <a:lnTo>
                    <a:pt x="295241" y="786556"/>
                  </a:lnTo>
                  <a:lnTo>
                    <a:pt x="295265" y="784059"/>
                  </a:lnTo>
                  <a:lnTo>
                    <a:pt x="295284" y="781562"/>
                  </a:lnTo>
                  <a:lnTo>
                    <a:pt x="295295" y="779065"/>
                  </a:lnTo>
                  <a:lnTo>
                    <a:pt x="295300" y="776568"/>
                  </a:lnTo>
                  <a:lnTo>
                    <a:pt x="295299" y="774071"/>
                  </a:lnTo>
                  <a:lnTo>
                    <a:pt x="295294" y="771574"/>
                  </a:lnTo>
                  <a:lnTo>
                    <a:pt x="295282" y="769077"/>
                  </a:lnTo>
                  <a:lnTo>
                    <a:pt x="295264" y="766580"/>
                  </a:lnTo>
                  <a:lnTo>
                    <a:pt x="295242" y="764083"/>
                  </a:lnTo>
                  <a:lnTo>
                    <a:pt x="295214" y="761586"/>
                  </a:lnTo>
                  <a:lnTo>
                    <a:pt x="295180" y="759089"/>
                  </a:lnTo>
                  <a:lnTo>
                    <a:pt x="295140" y="756592"/>
                  </a:lnTo>
                  <a:lnTo>
                    <a:pt x="295094" y="754095"/>
                  </a:lnTo>
                  <a:lnTo>
                    <a:pt x="295044" y="751598"/>
                  </a:lnTo>
                  <a:lnTo>
                    <a:pt x="294987" y="749101"/>
                  </a:lnTo>
                  <a:lnTo>
                    <a:pt x="294924" y="746604"/>
                  </a:lnTo>
                  <a:lnTo>
                    <a:pt x="294855" y="744107"/>
                  </a:lnTo>
                  <a:lnTo>
                    <a:pt x="294781" y="741610"/>
                  </a:lnTo>
                  <a:lnTo>
                    <a:pt x="294701" y="739113"/>
                  </a:lnTo>
                  <a:lnTo>
                    <a:pt x="294613" y="736616"/>
                  </a:lnTo>
                  <a:lnTo>
                    <a:pt x="294520" y="734119"/>
                  </a:lnTo>
                  <a:lnTo>
                    <a:pt x="294422" y="731622"/>
                  </a:lnTo>
                  <a:lnTo>
                    <a:pt x="294317" y="729125"/>
                  </a:lnTo>
                  <a:lnTo>
                    <a:pt x="294205" y="726628"/>
                  </a:lnTo>
                  <a:lnTo>
                    <a:pt x="294087" y="724131"/>
                  </a:lnTo>
                  <a:lnTo>
                    <a:pt x="293964" y="721634"/>
                  </a:lnTo>
                  <a:lnTo>
                    <a:pt x="293835" y="719137"/>
                  </a:lnTo>
                  <a:lnTo>
                    <a:pt x="293699" y="716640"/>
                  </a:lnTo>
                  <a:lnTo>
                    <a:pt x="293558" y="714143"/>
                  </a:lnTo>
                  <a:lnTo>
                    <a:pt x="293412" y="711646"/>
                  </a:lnTo>
                  <a:lnTo>
                    <a:pt x="293261" y="709149"/>
                  </a:lnTo>
                  <a:lnTo>
                    <a:pt x="293104" y="706652"/>
                  </a:lnTo>
                  <a:lnTo>
                    <a:pt x="292943" y="704155"/>
                  </a:lnTo>
                  <a:lnTo>
                    <a:pt x="292777" y="701658"/>
                  </a:lnTo>
                  <a:lnTo>
                    <a:pt x="292607" y="699161"/>
                  </a:lnTo>
                  <a:lnTo>
                    <a:pt x="292433" y="696664"/>
                  </a:lnTo>
                  <a:lnTo>
                    <a:pt x="292255" y="694167"/>
                  </a:lnTo>
                  <a:lnTo>
                    <a:pt x="292074" y="691670"/>
                  </a:lnTo>
                  <a:lnTo>
                    <a:pt x="291890" y="689173"/>
                  </a:lnTo>
                  <a:lnTo>
                    <a:pt x="291703" y="686676"/>
                  </a:lnTo>
                  <a:lnTo>
                    <a:pt x="291513" y="684179"/>
                  </a:lnTo>
                  <a:lnTo>
                    <a:pt x="291322" y="681682"/>
                  </a:lnTo>
                  <a:lnTo>
                    <a:pt x="291129" y="679185"/>
                  </a:lnTo>
                  <a:lnTo>
                    <a:pt x="290934" y="676688"/>
                  </a:lnTo>
                  <a:lnTo>
                    <a:pt x="290739" y="674191"/>
                  </a:lnTo>
                  <a:lnTo>
                    <a:pt x="290542" y="671694"/>
                  </a:lnTo>
                  <a:lnTo>
                    <a:pt x="290345" y="669197"/>
                  </a:lnTo>
                  <a:lnTo>
                    <a:pt x="290148" y="666700"/>
                  </a:lnTo>
                  <a:lnTo>
                    <a:pt x="289950" y="664203"/>
                  </a:lnTo>
                  <a:lnTo>
                    <a:pt x="289753" y="661706"/>
                  </a:lnTo>
                  <a:lnTo>
                    <a:pt x="289557" y="659209"/>
                  </a:lnTo>
                  <a:lnTo>
                    <a:pt x="289361" y="656712"/>
                  </a:lnTo>
                  <a:lnTo>
                    <a:pt x="289166" y="654215"/>
                  </a:lnTo>
                  <a:lnTo>
                    <a:pt x="288973" y="651718"/>
                  </a:lnTo>
                  <a:lnTo>
                    <a:pt x="288780" y="649221"/>
                  </a:lnTo>
                  <a:lnTo>
                    <a:pt x="288590" y="646724"/>
                  </a:lnTo>
                  <a:lnTo>
                    <a:pt x="288402" y="644227"/>
                  </a:lnTo>
                  <a:lnTo>
                    <a:pt x="288216" y="641730"/>
                  </a:lnTo>
                  <a:lnTo>
                    <a:pt x="288031" y="639233"/>
                  </a:lnTo>
                  <a:lnTo>
                    <a:pt x="287850" y="636736"/>
                  </a:lnTo>
                  <a:lnTo>
                    <a:pt x="287672" y="634239"/>
                  </a:lnTo>
                  <a:lnTo>
                    <a:pt x="287497" y="631742"/>
                  </a:lnTo>
                  <a:lnTo>
                    <a:pt x="287324" y="629245"/>
                  </a:lnTo>
                  <a:lnTo>
                    <a:pt x="287156" y="626748"/>
                  </a:lnTo>
                  <a:lnTo>
                    <a:pt x="286991" y="624251"/>
                  </a:lnTo>
                  <a:lnTo>
                    <a:pt x="286831" y="621754"/>
                  </a:lnTo>
                  <a:lnTo>
                    <a:pt x="286674" y="619257"/>
                  </a:lnTo>
                  <a:lnTo>
                    <a:pt x="286521" y="616760"/>
                  </a:lnTo>
                  <a:lnTo>
                    <a:pt x="286374" y="614263"/>
                  </a:lnTo>
                  <a:lnTo>
                    <a:pt x="286232" y="611766"/>
                  </a:lnTo>
                  <a:lnTo>
                    <a:pt x="286094" y="609269"/>
                  </a:lnTo>
                  <a:lnTo>
                    <a:pt x="285962" y="606772"/>
                  </a:lnTo>
                  <a:lnTo>
                    <a:pt x="285836" y="604275"/>
                  </a:lnTo>
                  <a:lnTo>
                    <a:pt x="285716" y="601778"/>
                  </a:lnTo>
                  <a:lnTo>
                    <a:pt x="285601" y="599281"/>
                  </a:lnTo>
                  <a:lnTo>
                    <a:pt x="285492" y="596784"/>
                  </a:lnTo>
                  <a:lnTo>
                    <a:pt x="285390" y="594287"/>
                  </a:lnTo>
                  <a:lnTo>
                    <a:pt x="285295" y="591790"/>
                  </a:lnTo>
                  <a:lnTo>
                    <a:pt x="285205" y="589293"/>
                  </a:lnTo>
                  <a:lnTo>
                    <a:pt x="285122" y="586796"/>
                  </a:lnTo>
                  <a:lnTo>
                    <a:pt x="285047" y="584299"/>
                  </a:lnTo>
                  <a:lnTo>
                    <a:pt x="284979" y="581802"/>
                  </a:lnTo>
                  <a:lnTo>
                    <a:pt x="284917" y="579305"/>
                  </a:lnTo>
                  <a:lnTo>
                    <a:pt x="284861" y="576808"/>
                  </a:lnTo>
                  <a:lnTo>
                    <a:pt x="284814" y="574311"/>
                  </a:lnTo>
                  <a:lnTo>
                    <a:pt x="284774" y="571814"/>
                  </a:lnTo>
                  <a:lnTo>
                    <a:pt x="284740" y="569317"/>
                  </a:lnTo>
                  <a:lnTo>
                    <a:pt x="284712" y="566820"/>
                  </a:lnTo>
                  <a:lnTo>
                    <a:pt x="284694" y="564323"/>
                  </a:lnTo>
                  <a:lnTo>
                    <a:pt x="284682" y="561826"/>
                  </a:lnTo>
                  <a:lnTo>
                    <a:pt x="284676" y="559329"/>
                  </a:lnTo>
                  <a:lnTo>
                    <a:pt x="284676" y="556832"/>
                  </a:lnTo>
                  <a:lnTo>
                    <a:pt x="284685" y="554335"/>
                  </a:lnTo>
                  <a:lnTo>
                    <a:pt x="284700" y="551838"/>
                  </a:lnTo>
                  <a:lnTo>
                    <a:pt x="284722" y="549341"/>
                  </a:lnTo>
                  <a:lnTo>
                    <a:pt x="284749" y="546844"/>
                  </a:lnTo>
                  <a:lnTo>
                    <a:pt x="284784" y="544347"/>
                  </a:lnTo>
                  <a:lnTo>
                    <a:pt x="284826" y="541850"/>
                  </a:lnTo>
                  <a:lnTo>
                    <a:pt x="284873" y="539353"/>
                  </a:lnTo>
                  <a:lnTo>
                    <a:pt x="284926" y="536856"/>
                  </a:lnTo>
                  <a:lnTo>
                    <a:pt x="284986" y="534359"/>
                  </a:lnTo>
                  <a:lnTo>
                    <a:pt x="285053" y="531862"/>
                  </a:lnTo>
                  <a:lnTo>
                    <a:pt x="285125" y="529365"/>
                  </a:lnTo>
                  <a:lnTo>
                    <a:pt x="285203" y="526868"/>
                  </a:lnTo>
                  <a:lnTo>
                    <a:pt x="285287" y="524371"/>
                  </a:lnTo>
                  <a:lnTo>
                    <a:pt x="285378" y="521874"/>
                  </a:lnTo>
                  <a:lnTo>
                    <a:pt x="285474" y="519377"/>
                  </a:lnTo>
                  <a:lnTo>
                    <a:pt x="285574" y="516880"/>
                  </a:lnTo>
                  <a:lnTo>
                    <a:pt x="285681" y="514383"/>
                  </a:lnTo>
                  <a:lnTo>
                    <a:pt x="285795" y="511886"/>
                  </a:lnTo>
                  <a:lnTo>
                    <a:pt x="285913" y="509389"/>
                  </a:lnTo>
                  <a:lnTo>
                    <a:pt x="286035" y="506892"/>
                  </a:lnTo>
                  <a:lnTo>
                    <a:pt x="286164" y="504395"/>
                  </a:lnTo>
                  <a:lnTo>
                    <a:pt x="286298" y="501898"/>
                  </a:lnTo>
                  <a:lnTo>
                    <a:pt x="286437" y="499400"/>
                  </a:lnTo>
                  <a:lnTo>
                    <a:pt x="286580" y="496903"/>
                  </a:lnTo>
                  <a:lnTo>
                    <a:pt x="286728" y="494406"/>
                  </a:lnTo>
                  <a:lnTo>
                    <a:pt x="286882" y="491909"/>
                  </a:lnTo>
                  <a:lnTo>
                    <a:pt x="287040" y="489412"/>
                  </a:lnTo>
                  <a:lnTo>
                    <a:pt x="287201" y="486915"/>
                  </a:lnTo>
                  <a:lnTo>
                    <a:pt x="287366" y="484418"/>
                  </a:lnTo>
                  <a:lnTo>
                    <a:pt x="287536" y="481921"/>
                  </a:lnTo>
                  <a:lnTo>
                    <a:pt x="287710" y="479424"/>
                  </a:lnTo>
                  <a:lnTo>
                    <a:pt x="287886" y="476927"/>
                  </a:lnTo>
                  <a:lnTo>
                    <a:pt x="288065" y="474430"/>
                  </a:lnTo>
                  <a:lnTo>
                    <a:pt x="288248" y="471933"/>
                  </a:lnTo>
                  <a:lnTo>
                    <a:pt x="288434" y="469436"/>
                  </a:lnTo>
                  <a:lnTo>
                    <a:pt x="288621" y="466939"/>
                  </a:lnTo>
                  <a:lnTo>
                    <a:pt x="288811" y="464442"/>
                  </a:lnTo>
                  <a:lnTo>
                    <a:pt x="289003" y="461945"/>
                  </a:lnTo>
                  <a:lnTo>
                    <a:pt x="289196" y="459448"/>
                  </a:lnTo>
                  <a:lnTo>
                    <a:pt x="289390" y="456951"/>
                  </a:lnTo>
                  <a:lnTo>
                    <a:pt x="289585" y="454454"/>
                  </a:lnTo>
                  <a:lnTo>
                    <a:pt x="289781" y="451957"/>
                  </a:lnTo>
                  <a:lnTo>
                    <a:pt x="289976" y="449460"/>
                  </a:lnTo>
                  <a:lnTo>
                    <a:pt x="290172" y="446963"/>
                  </a:lnTo>
                  <a:lnTo>
                    <a:pt x="290368" y="444466"/>
                  </a:lnTo>
                  <a:lnTo>
                    <a:pt x="290563" y="441969"/>
                  </a:lnTo>
                  <a:lnTo>
                    <a:pt x="290756" y="439472"/>
                  </a:lnTo>
                  <a:lnTo>
                    <a:pt x="290949" y="436975"/>
                  </a:lnTo>
                  <a:lnTo>
                    <a:pt x="291140" y="434478"/>
                  </a:lnTo>
                  <a:lnTo>
                    <a:pt x="291330" y="431981"/>
                  </a:lnTo>
                  <a:lnTo>
                    <a:pt x="291517" y="429484"/>
                  </a:lnTo>
                  <a:lnTo>
                    <a:pt x="291702" y="426987"/>
                  </a:lnTo>
                  <a:lnTo>
                    <a:pt x="291885" y="424490"/>
                  </a:lnTo>
                  <a:lnTo>
                    <a:pt x="292065" y="421993"/>
                  </a:lnTo>
                  <a:lnTo>
                    <a:pt x="292242" y="419496"/>
                  </a:lnTo>
                  <a:lnTo>
                    <a:pt x="292416" y="416999"/>
                  </a:lnTo>
                  <a:lnTo>
                    <a:pt x="292588" y="414502"/>
                  </a:lnTo>
                  <a:lnTo>
                    <a:pt x="292756" y="412005"/>
                  </a:lnTo>
                  <a:lnTo>
                    <a:pt x="292920" y="409508"/>
                  </a:lnTo>
                  <a:lnTo>
                    <a:pt x="293081" y="407011"/>
                  </a:lnTo>
                  <a:lnTo>
                    <a:pt x="293239" y="404514"/>
                  </a:lnTo>
                  <a:lnTo>
                    <a:pt x="293394" y="402017"/>
                  </a:lnTo>
                  <a:lnTo>
                    <a:pt x="293544" y="399520"/>
                  </a:lnTo>
                  <a:lnTo>
                    <a:pt x="293692" y="397023"/>
                  </a:lnTo>
                  <a:lnTo>
                    <a:pt x="293836" y="394526"/>
                  </a:lnTo>
                  <a:lnTo>
                    <a:pt x="293977" y="392029"/>
                  </a:lnTo>
                  <a:lnTo>
                    <a:pt x="294113" y="389532"/>
                  </a:lnTo>
                  <a:lnTo>
                    <a:pt x="294247" y="387035"/>
                  </a:lnTo>
                  <a:lnTo>
                    <a:pt x="294379" y="384538"/>
                  </a:lnTo>
                  <a:lnTo>
                    <a:pt x="294507" y="382041"/>
                  </a:lnTo>
                  <a:lnTo>
                    <a:pt x="294631" y="379544"/>
                  </a:lnTo>
                  <a:lnTo>
                    <a:pt x="294754" y="377047"/>
                  </a:lnTo>
                  <a:lnTo>
                    <a:pt x="294874" y="374550"/>
                  </a:lnTo>
                  <a:lnTo>
                    <a:pt x="294991" y="372053"/>
                  </a:lnTo>
                  <a:lnTo>
                    <a:pt x="295106" y="369556"/>
                  </a:lnTo>
                  <a:lnTo>
                    <a:pt x="295219" y="367059"/>
                  </a:lnTo>
                  <a:lnTo>
                    <a:pt x="295330" y="364562"/>
                  </a:lnTo>
                  <a:lnTo>
                    <a:pt x="295440" y="362065"/>
                  </a:lnTo>
                  <a:lnTo>
                    <a:pt x="295548" y="359568"/>
                  </a:lnTo>
                  <a:lnTo>
                    <a:pt x="295655" y="357071"/>
                  </a:lnTo>
                  <a:lnTo>
                    <a:pt x="295761" y="354574"/>
                  </a:lnTo>
                  <a:lnTo>
                    <a:pt x="295865" y="352077"/>
                  </a:lnTo>
                  <a:lnTo>
                    <a:pt x="295970" y="349580"/>
                  </a:lnTo>
                  <a:lnTo>
                    <a:pt x="296073" y="347083"/>
                  </a:lnTo>
                  <a:lnTo>
                    <a:pt x="296177" y="344586"/>
                  </a:lnTo>
                  <a:lnTo>
                    <a:pt x="296280" y="342089"/>
                  </a:lnTo>
                  <a:lnTo>
                    <a:pt x="296383" y="339592"/>
                  </a:lnTo>
                  <a:lnTo>
                    <a:pt x="296486" y="337095"/>
                  </a:lnTo>
                  <a:lnTo>
                    <a:pt x="296590" y="334598"/>
                  </a:lnTo>
                  <a:lnTo>
                    <a:pt x="296694" y="332101"/>
                  </a:lnTo>
                  <a:lnTo>
                    <a:pt x="296799" y="329604"/>
                  </a:lnTo>
                  <a:lnTo>
                    <a:pt x="296905" y="327107"/>
                  </a:lnTo>
                  <a:lnTo>
                    <a:pt x="297011" y="324610"/>
                  </a:lnTo>
                  <a:lnTo>
                    <a:pt x="297118" y="322113"/>
                  </a:lnTo>
                  <a:lnTo>
                    <a:pt x="297226" y="319616"/>
                  </a:lnTo>
                  <a:lnTo>
                    <a:pt x="297336" y="317119"/>
                  </a:lnTo>
                  <a:lnTo>
                    <a:pt x="297446" y="314622"/>
                  </a:lnTo>
                  <a:lnTo>
                    <a:pt x="297558" y="312125"/>
                  </a:lnTo>
                  <a:lnTo>
                    <a:pt x="297671" y="309628"/>
                  </a:lnTo>
                  <a:lnTo>
                    <a:pt x="297785" y="307131"/>
                  </a:lnTo>
                  <a:lnTo>
                    <a:pt x="297900" y="304634"/>
                  </a:lnTo>
                  <a:lnTo>
                    <a:pt x="298016" y="302137"/>
                  </a:lnTo>
                  <a:lnTo>
                    <a:pt x="298134" y="299640"/>
                  </a:lnTo>
                  <a:lnTo>
                    <a:pt x="298252" y="297143"/>
                  </a:lnTo>
                  <a:lnTo>
                    <a:pt x="298372" y="294646"/>
                  </a:lnTo>
                  <a:lnTo>
                    <a:pt x="298492" y="292149"/>
                  </a:lnTo>
                  <a:lnTo>
                    <a:pt x="298613" y="289652"/>
                  </a:lnTo>
                  <a:lnTo>
                    <a:pt x="298734" y="287155"/>
                  </a:lnTo>
                  <a:lnTo>
                    <a:pt x="298856" y="284658"/>
                  </a:lnTo>
                  <a:lnTo>
                    <a:pt x="298979" y="282161"/>
                  </a:lnTo>
                  <a:lnTo>
                    <a:pt x="299101" y="279664"/>
                  </a:lnTo>
                  <a:lnTo>
                    <a:pt x="299223" y="277167"/>
                  </a:lnTo>
                  <a:lnTo>
                    <a:pt x="299345" y="274670"/>
                  </a:lnTo>
                  <a:lnTo>
                    <a:pt x="299467" y="272173"/>
                  </a:lnTo>
                  <a:lnTo>
                    <a:pt x="299588" y="269676"/>
                  </a:lnTo>
                  <a:lnTo>
                    <a:pt x="299708" y="267179"/>
                  </a:lnTo>
                  <a:lnTo>
                    <a:pt x="299827" y="264682"/>
                  </a:lnTo>
                  <a:lnTo>
                    <a:pt x="299944" y="262185"/>
                  </a:lnTo>
                  <a:lnTo>
                    <a:pt x="300061" y="259688"/>
                  </a:lnTo>
                  <a:lnTo>
                    <a:pt x="300175" y="257191"/>
                  </a:lnTo>
                  <a:lnTo>
                    <a:pt x="300287" y="254694"/>
                  </a:lnTo>
                  <a:lnTo>
                    <a:pt x="300398" y="252197"/>
                  </a:lnTo>
                  <a:lnTo>
                    <a:pt x="300506" y="249700"/>
                  </a:lnTo>
                  <a:lnTo>
                    <a:pt x="300611" y="247203"/>
                  </a:lnTo>
                  <a:lnTo>
                    <a:pt x="300714" y="244706"/>
                  </a:lnTo>
                  <a:lnTo>
                    <a:pt x="300815" y="242209"/>
                  </a:lnTo>
                  <a:lnTo>
                    <a:pt x="300913" y="239712"/>
                  </a:lnTo>
                  <a:lnTo>
                    <a:pt x="301007" y="237215"/>
                  </a:lnTo>
                  <a:lnTo>
                    <a:pt x="301098" y="234718"/>
                  </a:lnTo>
                  <a:lnTo>
                    <a:pt x="301187" y="232221"/>
                  </a:lnTo>
                  <a:lnTo>
                    <a:pt x="301273" y="229724"/>
                  </a:lnTo>
                  <a:lnTo>
                    <a:pt x="301355" y="227227"/>
                  </a:lnTo>
                  <a:lnTo>
                    <a:pt x="301434" y="224730"/>
                  </a:lnTo>
                  <a:lnTo>
                    <a:pt x="301511" y="222233"/>
                  </a:lnTo>
                  <a:lnTo>
                    <a:pt x="301585" y="219736"/>
                  </a:lnTo>
                  <a:lnTo>
                    <a:pt x="301655" y="217239"/>
                  </a:lnTo>
                  <a:lnTo>
                    <a:pt x="301723" y="214742"/>
                  </a:lnTo>
                  <a:lnTo>
                    <a:pt x="301788" y="212245"/>
                  </a:lnTo>
                  <a:lnTo>
                    <a:pt x="301851" y="209748"/>
                  </a:lnTo>
                  <a:lnTo>
                    <a:pt x="301912" y="207251"/>
                  </a:lnTo>
                  <a:lnTo>
                    <a:pt x="301970" y="204754"/>
                  </a:lnTo>
                  <a:lnTo>
                    <a:pt x="302026" y="202257"/>
                  </a:lnTo>
                  <a:lnTo>
                    <a:pt x="302081" y="199760"/>
                  </a:lnTo>
                  <a:lnTo>
                    <a:pt x="302134" y="197263"/>
                  </a:lnTo>
                  <a:lnTo>
                    <a:pt x="302186" y="194766"/>
                  </a:lnTo>
                  <a:lnTo>
                    <a:pt x="302236" y="192269"/>
                  </a:lnTo>
                  <a:lnTo>
                    <a:pt x="302286" y="189772"/>
                  </a:lnTo>
                  <a:lnTo>
                    <a:pt x="302335" y="187275"/>
                  </a:lnTo>
                  <a:lnTo>
                    <a:pt x="302383" y="184778"/>
                  </a:lnTo>
                  <a:lnTo>
                    <a:pt x="302431" y="182281"/>
                  </a:lnTo>
                  <a:lnTo>
                    <a:pt x="302478" y="179784"/>
                  </a:lnTo>
                  <a:lnTo>
                    <a:pt x="302526" y="177287"/>
                  </a:lnTo>
                  <a:lnTo>
                    <a:pt x="302573" y="174790"/>
                  </a:lnTo>
                  <a:lnTo>
                    <a:pt x="302621" y="172293"/>
                  </a:lnTo>
                  <a:lnTo>
                    <a:pt x="302669" y="169796"/>
                  </a:lnTo>
                  <a:lnTo>
                    <a:pt x="302717" y="167299"/>
                  </a:lnTo>
                  <a:lnTo>
                    <a:pt x="302766" y="164802"/>
                  </a:lnTo>
                  <a:lnTo>
                    <a:pt x="302816" y="162305"/>
                  </a:lnTo>
                  <a:lnTo>
                    <a:pt x="302866" y="159808"/>
                  </a:lnTo>
                  <a:lnTo>
                    <a:pt x="302917" y="157311"/>
                  </a:lnTo>
                  <a:lnTo>
                    <a:pt x="302968" y="154814"/>
                  </a:lnTo>
                  <a:lnTo>
                    <a:pt x="303020" y="152317"/>
                  </a:lnTo>
                  <a:lnTo>
                    <a:pt x="303073" y="149820"/>
                  </a:lnTo>
                  <a:lnTo>
                    <a:pt x="303126" y="147323"/>
                  </a:lnTo>
                  <a:lnTo>
                    <a:pt x="303180" y="144826"/>
                  </a:lnTo>
                  <a:lnTo>
                    <a:pt x="303234" y="142329"/>
                  </a:lnTo>
                  <a:lnTo>
                    <a:pt x="303289" y="139832"/>
                  </a:lnTo>
                  <a:lnTo>
                    <a:pt x="303344" y="137335"/>
                  </a:lnTo>
                  <a:lnTo>
                    <a:pt x="303399" y="134838"/>
                  </a:lnTo>
                  <a:lnTo>
                    <a:pt x="303454" y="132341"/>
                  </a:lnTo>
                  <a:lnTo>
                    <a:pt x="303509" y="129844"/>
                  </a:lnTo>
                  <a:lnTo>
                    <a:pt x="303563" y="127347"/>
                  </a:lnTo>
                  <a:lnTo>
                    <a:pt x="303618" y="124850"/>
                  </a:lnTo>
                  <a:lnTo>
                    <a:pt x="303672" y="122353"/>
                  </a:lnTo>
                  <a:lnTo>
                    <a:pt x="303725" y="119856"/>
                  </a:lnTo>
                  <a:lnTo>
                    <a:pt x="303778" y="117359"/>
                  </a:lnTo>
                  <a:lnTo>
                    <a:pt x="303830" y="114862"/>
                  </a:lnTo>
                  <a:lnTo>
                    <a:pt x="303880" y="112365"/>
                  </a:lnTo>
                  <a:lnTo>
                    <a:pt x="303930" y="109868"/>
                  </a:lnTo>
                  <a:lnTo>
                    <a:pt x="303979" y="107371"/>
                  </a:lnTo>
                  <a:lnTo>
                    <a:pt x="304027" y="104874"/>
                  </a:lnTo>
                  <a:lnTo>
                    <a:pt x="304073" y="102377"/>
                  </a:lnTo>
                  <a:lnTo>
                    <a:pt x="304117" y="99880"/>
                  </a:lnTo>
                  <a:lnTo>
                    <a:pt x="304161" y="97383"/>
                  </a:lnTo>
                  <a:lnTo>
                    <a:pt x="304202" y="94886"/>
                  </a:lnTo>
                  <a:lnTo>
                    <a:pt x="304242" y="92389"/>
                  </a:lnTo>
                  <a:lnTo>
                    <a:pt x="304281" y="89892"/>
                  </a:lnTo>
                  <a:lnTo>
                    <a:pt x="304318" y="87395"/>
                  </a:lnTo>
                  <a:lnTo>
                    <a:pt x="304353" y="84898"/>
                  </a:lnTo>
                  <a:lnTo>
                    <a:pt x="304386" y="82401"/>
                  </a:lnTo>
                  <a:lnTo>
                    <a:pt x="304418" y="79904"/>
                  </a:lnTo>
                  <a:lnTo>
                    <a:pt x="304448" y="77407"/>
                  </a:lnTo>
                  <a:lnTo>
                    <a:pt x="304477" y="74910"/>
                  </a:lnTo>
                  <a:lnTo>
                    <a:pt x="304503" y="72413"/>
                  </a:lnTo>
                  <a:lnTo>
                    <a:pt x="304528" y="69916"/>
                  </a:lnTo>
                  <a:lnTo>
                    <a:pt x="304552" y="67419"/>
                  </a:lnTo>
                  <a:lnTo>
                    <a:pt x="304574" y="64922"/>
                  </a:lnTo>
                  <a:lnTo>
                    <a:pt x="304594" y="62425"/>
                  </a:lnTo>
                  <a:lnTo>
                    <a:pt x="304613" y="59928"/>
                  </a:lnTo>
                  <a:lnTo>
                    <a:pt x="304631" y="57431"/>
                  </a:lnTo>
                  <a:lnTo>
                    <a:pt x="304648" y="54934"/>
                  </a:lnTo>
                  <a:lnTo>
                    <a:pt x="304663" y="52437"/>
                  </a:lnTo>
                  <a:lnTo>
                    <a:pt x="304677" y="49940"/>
                  </a:lnTo>
                  <a:lnTo>
                    <a:pt x="304689" y="47443"/>
                  </a:lnTo>
                  <a:lnTo>
                    <a:pt x="304701" y="44946"/>
                  </a:lnTo>
                  <a:lnTo>
                    <a:pt x="304712" y="42449"/>
                  </a:lnTo>
                  <a:lnTo>
                    <a:pt x="304722" y="39952"/>
                  </a:lnTo>
                  <a:lnTo>
                    <a:pt x="304730" y="37455"/>
                  </a:lnTo>
                  <a:lnTo>
                    <a:pt x="304739" y="34958"/>
                  </a:lnTo>
                  <a:lnTo>
                    <a:pt x="304746" y="32461"/>
                  </a:lnTo>
                  <a:lnTo>
                    <a:pt x="304752" y="29964"/>
                  </a:lnTo>
                  <a:lnTo>
                    <a:pt x="304758" y="27467"/>
                  </a:lnTo>
                  <a:lnTo>
                    <a:pt x="304764" y="24970"/>
                  </a:lnTo>
                  <a:lnTo>
                    <a:pt x="304768" y="22473"/>
                  </a:lnTo>
                  <a:lnTo>
                    <a:pt x="304773" y="19976"/>
                  </a:lnTo>
                  <a:lnTo>
                    <a:pt x="304776" y="17479"/>
                  </a:lnTo>
                  <a:lnTo>
                    <a:pt x="304780" y="14982"/>
                  </a:lnTo>
                  <a:lnTo>
                    <a:pt x="304783" y="12485"/>
                  </a:lnTo>
                  <a:lnTo>
                    <a:pt x="304785" y="9988"/>
                  </a:lnTo>
                  <a:lnTo>
                    <a:pt x="304788" y="7491"/>
                  </a:lnTo>
                  <a:lnTo>
                    <a:pt x="304790" y="4994"/>
                  </a:lnTo>
                  <a:lnTo>
                    <a:pt x="304792" y="2497"/>
                  </a:lnTo>
                  <a:lnTo>
                    <a:pt x="304813" y="0"/>
                  </a:lnTo>
                  <a:lnTo>
                    <a:pt x="304814" y="2497"/>
                  </a:lnTo>
                  <a:lnTo>
                    <a:pt x="304816" y="4994"/>
                  </a:lnTo>
                  <a:lnTo>
                    <a:pt x="304818" y="7491"/>
                  </a:lnTo>
                  <a:lnTo>
                    <a:pt x="304821" y="9988"/>
                  </a:lnTo>
                  <a:lnTo>
                    <a:pt x="304823" y="12485"/>
                  </a:lnTo>
                  <a:lnTo>
                    <a:pt x="304826" y="14982"/>
                  </a:lnTo>
                  <a:lnTo>
                    <a:pt x="304830" y="17479"/>
                  </a:lnTo>
                  <a:lnTo>
                    <a:pt x="304833" y="19976"/>
                  </a:lnTo>
                  <a:lnTo>
                    <a:pt x="304838" y="22473"/>
                  </a:lnTo>
                  <a:lnTo>
                    <a:pt x="304842" y="24970"/>
                  </a:lnTo>
                  <a:lnTo>
                    <a:pt x="304848" y="27467"/>
                  </a:lnTo>
                  <a:lnTo>
                    <a:pt x="304854" y="29964"/>
                  </a:lnTo>
                  <a:lnTo>
                    <a:pt x="304860" y="32461"/>
                  </a:lnTo>
                  <a:lnTo>
                    <a:pt x="304867" y="34958"/>
                  </a:lnTo>
                  <a:lnTo>
                    <a:pt x="304876" y="37455"/>
                  </a:lnTo>
                  <a:lnTo>
                    <a:pt x="304884" y="39952"/>
                  </a:lnTo>
                  <a:lnTo>
                    <a:pt x="304894" y="42449"/>
                  </a:lnTo>
                  <a:lnTo>
                    <a:pt x="304905" y="44946"/>
                  </a:lnTo>
                  <a:lnTo>
                    <a:pt x="304917" y="47443"/>
                  </a:lnTo>
                  <a:lnTo>
                    <a:pt x="304929" y="49940"/>
                  </a:lnTo>
                  <a:lnTo>
                    <a:pt x="304943" y="52437"/>
                  </a:lnTo>
                  <a:lnTo>
                    <a:pt x="304958" y="54934"/>
                  </a:lnTo>
                  <a:lnTo>
                    <a:pt x="304975" y="57431"/>
                  </a:lnTo>
                  <a:lnTo>
                    <a:pt x="304993" y="59928"/>
                  </a:lnTo>
                  <a:lnTo>
                    <a:pt x="305012" y="62425"/>
                  </a:lnTo>
                  <a:lnTo>
                    <a:pt x="305032" y="64922"/>
                  </a:lnTo>
                  <a:lnTo>
                    <a:pt x="305054" y="67419"/>
                  </a:lnTo>
                  <a:lnTo>
                    <a:pt x="305078" y="69916"/>
                  </a:lnTo>
                  <a:lnTo>
                    <a:pt x="305103" y="72413"/>
                  </a:lnTo>
                  <a:lnTo>
                    <a:pt x="305129" y="74910"/>
                  </a:lnTo>
                  <a:lnTo>
                    <a:pt x="305158" y="77407"/>
                  </a:lnTo>
                  <a:lnTo>
                    <a:pt x="305188" y="79904"/>
                  </a:lnTo>
                  <a:lnTo>
                    <a:pt x="305220" y="82401"/>
                  </a:lnTo>
                  <a:lnTo>
                    <a:pt x="305253" y="84898"/>
                  </a:lnTo>
                  <a:lnTo>
                    <a:pt x="305288" y="87395"/>
                  </a:lnTo>
                  <a:lnTo>
                    <a:pt x="305325" y="89892"/>
                  </a:lnTo>
                  <a:lnTo>
                    <a:pt x="305364" y="92389"/>
                  </a:lnTo>
                  <a:lnTo>
                    <a:pt x="305404" y="94886"/>
                  </a:lnTo>
                  <a:lnTo>
                    <a:pt x="305445" y="97383"/>
                  </a:lnTo>
                  <a:lnTo>
                    <a:pt x="305489" y="99880"/>
                  </a:lnTo>
                  <a:lnTo>
                    <a:pt x="305533" y="102377"/>
                  </a:lnTo>
                  <a:lnTo>
                    <a:pt x="305579" y="104874"/>
                  </a:lnTo>
                  <a:lnTo>
                    <a:pt x="305627" y="107371"/>
                  </a:lnTo>
                  <a:lnTo>
                    <a:pt x="305676" y="109868"/>
                  </a:lnTo>
                  <a:lnTo>
                    <a:pt x="305726" y="112365"/>
                  </a:lnTo>
                  <a:lnTo>
                    <a:pt x="305776" y="114862"/>
                  </a:lnTo>
                  <a:lnTo>
                    <a:pt x="305828" y="117359"/>
                  </a:lnTo>
                  <a:lnTo>
                    <a:pt x="305881" y="119856"/>
                  </a:lnTo>
                  <a:lnTo>
                    <a:pt x="305934" y="122353"/>
                  </a:lnTo>
                  <a:lnTo>
                    <a:pt x="305988" y="124850"/>
                  </a:lnTo>
                  <a:lnTo>
                    <a:pt x="306043" y="127347"/>
                  </a:lnTo>
                  <a:lnTo>
                    <a:pt x="306097" y="129844"/>
                  </a:lnTo>
                  <a:lnTo>
                    <a:pt x="306152" y="132341"/>
                  </a:lnTo>
                  <a:lnTo>
                    <a:pt x="306207" y="134838"/>
                  </a:lnTo>
                  <a:lnTo>
                    <a:pt x="306262" y="137335"/>
                  </a:lnTo>
                  <a:lnTo>
                    <a:pt x="306317" y="139832"/>
                  </a:lnTo>
                  <a:lnTo>
                    <a:pt x="306372" y="142329"/>
                  </a:lnTo>
                  <a:lnTo>
                    <a:pt x="306426" y="144826"/>
                  </a:lnTo>
                  <a:lnTo>
                    <a:pt x="306480" y="147323"/>
                  </a:lnTo>
                  <a:lnTo>
                    <a:pt x="306533" y="149820"/>
                  </a:lnTo>
                  <a:lnTo>
                    <a:pt x="306586" y="152317"/>
                  </a:lnTo>
                  <a:lnTo>
                    <a:pt x="306638" y="154814"/>
                  </a:lnTo>
                  <a:lnTo>
                    <a:pt x="306689" y="157311"/>
                  </a:lnTo>
                  <a:lnTo>
                    <a:pt x="306740" y="159808"/>
                  </a:lnTo>
                  <a:lnTo>
                    <a:pt x="306790" y="162305"/>
                  </a:lnTo>
                  <a:lnTo>
                    <a:pt x="306840" y="164802"/>
                  </a:lnTo>
                  <a:lnTo>
                    <a:pt x="306889" y="167299"/>
                  </a:lnTo>
                  <a:lnTo>
                    <a:pt x="306937" y="169796"/>
                  </a:lnTo>
                  <a:lnTo>
                    <a:pt x="306985" y="172293"/>
                  </a:lnTo>
                  <a:lnTo>
                    <a:pt x="307033" y="174790"/>
                  </a:lnTo>
                  <a:lnTo>
                    <a:pt x="307080" y="177287"/>
                  </a:lnTo>
                  <a:lnTo>
                    <a:pt x="307128" y="179784"/>
                  </a:lnTo>
                  <a:lnTo>
                    <a:pt x="307175" y="182281"/>
                  </a:lnTo>
                  <a:lnTo>
                    <a:pt x="307223" y="184778"/>
                  </a:lnTo>
                  <a:lnTo>
                    <a:pt x="307271" y="187275"/>
                  </a:lnTo>
                  <a:lnTo>
                    <a:pt x="307320" y="189772"/>
                  </a:lnTo>
                  <a:lnTo>
                    <a:pt x="307370" y="192269"/>
                  </a:lnTo>
                  <a:lnTo>
                    <a:pt x="307420" y="194766"/>
                  </a:lnTo>
                  <a:lnTo>
                    <a:pt x="307472" y="197263"/>
                  </a:lnTo>
                  <a:lnTo>
                    <a:pt x="307525" y="199760"/>
                  </a:lnTo>
                  <a:lnTo>
                    <a:pt x="307580" y="202257"/>
                  </a:lnTo>
                  <a:lnTo>
                    <a:pt x="307636" y="204754"/>
                  </a:lnTo>
                  <a:lnTo>
                    <a:pt x="307694" y="207251"/>
                  </a:lnTo>
                  <a:lnTo>
                    <a:pt x="307755" y="209748"/>
                  </a:lnTo>
                  <a:lnTo>
                    <a:pt x="307818" y="212245"/>
                  </a:lnTo>
                  <a:lnTo>
                    <a:pt x="307883" y="214742"/>
                  </a:lnTo>
                  <a:lnTo>
                    <a:pt x="307951" y="217239"/>
                  </a:lnTo>
                  <a:lnTo>
                    <a:pt x="308021" y="219736"/>
                  </a:lnTo>
                  <a:lnTo>
                    <a:pt x="308095" y="222233"/>
                  </a:lnTo>
                  <a:lnTo>
                    <a:pt x="308172" y="224730"/>
                  </a:lnTo>
                  <a:lnTo>
                    <a:pt x="308251" y="227227"/>
                  </a:lnTo>
                  <a:lnTo>
                    <a:pt x="308333" y="229724"/>
                  </a:lnTo>
                  <a:lnTo>
                    <a:pt x="308419" y="232221"/>
                  </a:lnTo>
                  <a:lnTo>
                    <a:pt x="308508" y="234718"/>
                  </a:lnTo>
                  <a:lnTo>
                    <a:pt x="308599" y="237215"/>
                  </a:lnTo>
                  <a:lnTo>
                    <a:pt x="308693" y="239712"/>
                  </a:lnTo>
                  <a:lnTo>
                    <a:pt x="308791" y="242209"/>
                  </a:lnTo>
                  <a:lnTo>
                    <a:pt x="308892" y="244706"/>
                  </a:lnTo>
                  <a:lnTo>
                    <a:pt x="308995" y="247203"/>
                  </a:lnTo>
                  <a:lnTo>
                    <a:pt x="309100" y="249700"/>
                  </a:lnTo>
                  <a:lnTo>
                    <a:pt x="309209" y="252197"/>
                  </a:lnTo>
                  <a:lnTo>
                    <a:pt x="309319" y="254694"/>
                  </a:lnTo>
                  <a:lnTo>
                    <a:pt x="309431" y="257191"/>
                  </a:lnTo>
                  <a:lnTo>
                    <a:pt x="309546" y="259688"/>
                  </a:lnTo>
                  <a:lnTo>
                    <a:pt x="309662" y="262185"/>
                  </a:lnTo>
                  <a:lnTo>
                    <a:pt x="309779" y="264682"/>
                  </a:lnTo>
                  <a:lnTo>
                    <a:pt x="309898" y="267179"/>
                  </a:lnTo>
                  <a:lnTo>
                    <a:pt x="310018" y="269676"/>
                  </a:lnTo>
                  <a:lnTo>
                    <a:pt x="310139" y="272173"/>
                  </a:lnTo>
                  <a:lnTo>
                    <a:pt x="310261" y="274670"/>
                  </a:lnTo>
                  <a:lnTo>
                    <a:pt x="310383" y="277167"/>
                  </a:lnTo>
                  <a:lnTo>
                    <a:pt x="310505" y="279664"/>
                  </a:lnTo>
                  <a:lnTo>
                    <a:pt x="310627" y="282161"/>
                  </a:lnTo>
                  <a:lnTo>
                    <a:pt x="310750" y="284658"/>
                  </a:lnTo>
                  <a:lnTo>
                    <a:pt x="310872" y="287155"/>
                  </a:lnTo>
                  <a:lnTo>
                    <a:pt x="310993" y="289652"/>
                  </a:lnTo>
                  <a:lnTo>
                    <a:pt x="311114" y="292149"/>
                  </a:lnTo>
                  <a:lnTo>
                    <a:pt x="311234" y="294646"/>
                  </a:lnTo>
                  <a:lnTo>
                    <a:pt x="311354" y="297143"/>
                  </a:lnTo>
                  <a:lnTo>
                    <a:pt x="311472" y="299640"/>
                  </a:lnTo>
                  <a:lnTo>
                    <a:pt x="311590" y="302137"/>
                  </a:lnTo>
                  <a:lnTo>
                    <a:pt x="311706" y="304634"/>
                  </a:lnTo>
                  <a:lnTo>
                    <a:pt x="311821" y="307131"/>
                  </a:lnTo>
                  <a:lnTo>
                    <a:pt x="311935" y="309628"/>
                  </a:lnTo>
                  <a:lnTo>
                    <a:pt x="312048" y="312125"/>
                  </a:lnTo>
                  <a:lnTo>
                    <a:pt x="312160" y="314622"/>
                  </a:lnTo>
                  <a:lnTo>
                    <a:pt x="312270" y="317119"/>
                  </a:lnTo>
                  <a:lnTo>
                    <a:pt x="312380" y="319616"/>
                  </a:lnTo>
                  <a:lnTo>
                    <a:pt x="312488" y="322113"/>
                  </a:lnTo>
                  <a:lnTo>
                    <a:pt x="312595" y="324610"/>
                  </a:lnTo>
                  <a:lnTo>
                    <a:pt x="312701" y="327107"/>
                  </a:lnTo>
                  <a:lnTo>
                    <a:pt x="312807" y="329604"/>
                  </a:lnTo>
                  <a:lnTo>
                    <a:pt x="312912" y="332101"/>
                  </a:lnTo>
                  <a:lnTo>
                    <a:pt x="313016" y="334598"/>
                  </a:lnTo>
                  <a:lnTo>
                    <a:pt x="313120" y="337095"/>
                  </a:lnTo>
                  <a:lnTo>
                    <a:pt x="313223" y="339592"/>
                  </a:lnTo>
                  <a:lnTo>
                    <a:pt x="313326" y="342089"/>
                  </a:lnTo>
                  <a:lnTo>
                    <a:pt x="313429" y="344586"/>
                  </a:lnTo>
                  <a:lnTo>
                    <a:pt x="313533" y="347083"/>
                  </a:lnTo>
                  <a:lnTo>
                    <a:pt x="313636" y="349580"/>
                  </a:lnTo>
                  <a:lnTo>
                    <a:pt x="313741" y="352077"/>
                  </a:lnTo>
                  <a:lnTo>
                    <a:pt x="313845" y="354574"/>
                  </a:lnTo>
                  <a:lnTo>
                    <a:pt x="313951" y="357071"/>
                  </a:lnTo>
                  <a:lnTo>
                    <a:pt x="314058" y="359568"/>
                  </a:lnTo>
                  <a:lnTo>
                    <a:pt x="314166" y="362065"/>
                  </a:lnTo>
                  <a:lnTo>
                    <a:pt x="314276" y="364562"/>
                  </a:lnTo>
                  <a:lnTo>
                    <a:pt x="314387" y="367059"/>
                  </a:lnTo>
                  <a:lnTo>
                    <a:pt x="314500" y="369556"/>
                  </a:lnTo>
                  <a:lnTo>
                    <a:pt x="314615" y="372053"/>
                  </a:lnTo>
                  <a:lnTo>
                    <a:pt x="314732" y="374550"/>
                  </a:lnTo>
                  <a:lnTo>
                    <a:pt x="314852" y="377047"/>
                  </a:lnTo>
                  <a:lnTo>
                    <a:pt x="314975" y="379544"/>
                  </a:lnTo>
                  <a:lnTo>
                    <a:pt x="315099" y="382041"/>
                  </a:lnTo>
                  <a:lnTo>
                    <a:pt x="315227" y="384538"/>
                  </a:lnTo>
                  <a:lnTo>
                    <a:pt x="315359" y="387035"/>
                  </a:lnTo>
                  <a:lnTo>
                    <a:pt x="315493" y="389532"/>
                  </a:lnTo>
                  <a:lnTo>
                    <a:pt x="315629" y="392029"/>
                  </a:lnTo>
                  <a:lnTo>
                    <a:pt x="315770" y="394526"/>
                  </a:lnTo>
                  <a:lnTo>
                    <a:pt x="315914" y="397023"/>
                  </a:lnTo>
                  <a:lnTo>
                    <a:pt x="316062" y="399520"/>
                  </a:lnTo>
                  <a:lnTo>
                    <a:pt x="316212" y="402017"/>
                  </a:lnTo>
                  <a:lnTo>
                    <a:pt x="316367" y="404514"/>
                  </a:lnTo>
                  <a:lnTo>
                    <a:pt x="316525" y="407011"/>
                  </a:lnTo>
                  <a:lnTo>
                    <a:pt x="316686" y="409508"/>
                  </a:lnTo>
                  <a:lnTo>
                    <a:pt x="316850" y="412005"/>
                  </a:lnTo>
                  <a:lnTo>
                    <a:pt x="317018" y="414502"/>
                  </a:lnTo>
                  <a:lnTo>
                    <a:pt x="317190" y="416999"/>
                  </a:lnTo>
                  <a:lnTo>
                    <a:pt x="317364" y="419496"/>
                  </a:lnTo>
                  <a:lnTo>
                    <a:pt x="317541" y="421993"/>
                  </a:lnTo>
                  <a:lnTo>
                    <a:pt x="317721" y="424490"/>
                  </a:lnTo>
                  <a:lnTo>
                    <a:pt x="317904" y="426987"/>
                  </a:lnTo>
                  <a:lnTo>
                    <a:pt x="318089" y="429484"/>
                  </a:lnTo>
                  <a:lnTo>
                    <a:pt x="318276" y="431981"/>
                  </a:lnTo>
                  <a:lnTo>
                    <a:pt x="318466" y="434478"/>
                  </a:lnTo>
                  <a:lnTo>
                    <a:pt x="318657" y="436975"/>
                  </a:lnTo>
                  <a:lnTo>
                    <a:pt x="318850" y="439472"/>
                  </a:lnTo>
                  <a:lnTo>
                    <a:pt x="319043" y="441969"/>
                  </a:lnTo>
                  <a:lnTo>
                    <a:pt x="319238" y="444466"/>
                  </a:lnTo>
                  <a:lnTo>
                    <a:pt x="319434" y="446963"/>
                  </a:lnTo>
                  <a:lnTo>
                    <a:pt x="319630" y="449460"/>
                  </a:lnTo>
                  <a:lnTo>
                    <a:pt x="319825" y="451957"/>
                  </a:lnTo>
                  <a:lnTo>
                    <a:pt x="320021" y="454454"/>
                  </a:lnTo>
                  <a:lnTo>
                    <a:pt x="320216" y="456951"/>
                  </a:lnTo>
                  <a:lnTo>
                    <a:pt x="320410" y="459448"/>
                  </a:lnTo>
                  <a:lnTo>
                    <a:pt x="320603" y="461945"/>
                  </a:lnTo>
                  <a:lnTo>
                    <a:pt x="320795" y="464442"/>
                  </a:lnTo>
                  <a:lnTo>
                    <a:pt x="320985" y="466939"/>
                  </a:lnTo>
                  <a:lnTo>
                    <a:pt x="321172" y="469436"/>
                  </a:lnTo>
                  <a:lnTo>
                    <a:pt x="321358" y="471933"/>
                  </a:lnTo>
                  <a:lnTo>
                    <a:pt x="321541" y="474430"/>
                  </a:lnTo>
                  <a:lnTo>
                    <a:pt x="321720" y="476927"/>
                  </a:lnTo>
                  <a:lnTo>
                    <a:pt x="321896" y="479424"/>
                  </a:lnTo>
                  <a:lnTo>
                    <a:pt x="322070" y="481921"/>
                  </a:lnTo>
                  <a:lnTo>
                    <a:pt x="322240" y="484418"/>
                  </a:lnTo>
                  <a:lnTo>
                    <a:pt x="322405" y="486915"/>
                  </a:lnTo>
                  <a:lnTo>
                    <a:pt x="322567" y="489412"/>
                  </a:lnTo>
                  <a:lnTo>
                    <a:pt x="322724" y="491909"/>
                  </a:lnTo>
                  <a:lnTo>
                    <a:pt x="322878" y="494406"/>
                  </a:lnTo>
                  <a:lnTo>
                    <a:pt x="323026" y="496903"/>
                  </a:lnTo>
                  <a:lnTo>
                    <a:pt x="323169" y="499400"/>
                  </a:lnTo>
                  <a:lnTo>
                    <a:pt x="323308" y="501898"/>
                  </a:lnTo>
                  <a:lnTo>
                    <a:pt x="323442" y="504395"/>
                  </a:lnTo>
                  <a:lnTo>
                    <a:pt x="323571" y="506892"/>
                  </a:lnTo>
                  <a:lnTo>
                    <a:pt x="323693" y="509389"/>
                  </a:lnTo>
                  <a:lnTo>
                    <a:pt x="323811" y="511886"/>
                  </a:lnTo>
                  <a:lnTo>
                    <a:pt x="323925" y="514383"/>
                  </a:lnTo>
                  <a:lnTo>
                    <a:pt x="324032" y="516880"/>
                  </a:lnTo>
                  <a:lnTo>
                    <a:pt x="324133" y="519377"/>
                  </a:lnTo>
                  <a:lnTo>
                    <a:pt x="324228" y="521874"/>
                  </a:lnTo>
                  <a:lnTo>
                    <a:pt x="324319" y="524371"/>
                  </a:lnTo>
                  <a:lnTo>
                    <a:pt x="324403" y="526868"/>
                  </a:lnTo>
                  <a:lnTo>
                    <a:pt x="324481" y="529365"/>
                  </a:lnTo>
                  <a:lnTo>
                    <a:pt x="324553" y="531862"/>
                  </a:lnTo>
                  <a:lnTo>
                    <a:pt x="324620" y="534359"/>
                  </a:lnTo>
                  <a:lnTo>
                    <a:pt x="324680" y="536856"/>
                  </a:lnTo>
                  <a:lnTo>
                    <a:pt x="324733" y="539353"/>
                  </a:lnTo>
                  <a:lnTo>
                    <a:pt x="324780" y="541850"/>
                  </a:lnTo>
                  <a:lnTo>
                    <a:pt x="324822" y="544347"/>
                  </a:lnTo>
                  <a:lnTo>
                    <a:pt x="324857" y="546844"/>
                  </a:lnTo>
                  <a:lnTo>
                    <a:pt x="324884" y="549341"/>
                  </a:lnTo>
                  <a:lnTo>
                    <a:pt x="324906" y="551838"/>
                  </a:lnTo>
                  <a:lnTo>
                    <a:pt x="324921" y="554335"/>
                  </a:lnTo>
                  <a:lnTo>
                    <a:pt x="324930" y="556832"/>
                  </a:lnTo>
                  <a:lnTo>
                    <a:pt x="324930" y="559329"/>
                  </a:lnTo>
                  <a:lnTo>
                    <a:pt x="324924" y="561826"/>
                  </a:lnTo>
                  <a:lnTo>
                    <a:pt x="324912" y="564323"/>
                  </a:lnTo>
                  <a:lnTo>
                    <a:pt x="324894" y="566820"/>
                  </a:lnTo>
                  <a:lnTo>
                    <a:pt x="324866" y="569317"/>
                  </a:lnTo>
                  <a:lnTo>
                    <a:pt x="324832" y="571814"/>
                  </a:lnTo>
                  <a:lnTo>
                    <a:pt x="324792" y="574311"/>
                  </a:lnTo>
                  <a:lnTo>
                    <a:pt x="324745" y="576808"/>
                  </a:lnTo>
                  <a:lnTo>
                    <a:pt x="324689" y="579305"/>
                  </a:lnTo>
                  <a:lnTo>
                    <a:pt x="324627" y="581802"/>
                  </a:lnTo>
                  <a:lnTo>
                    <a:pt x="324559" y="584299"/>
                  </a:lnTo>
                  <a:lnTo>
                    <a:pt x="324484" y="586796"/>
                  </a:lnTo>
                  <a:lnTo>
                    <a:pt x="324401" y="589293"/>
                  </a:lnTo>
                  <a:lnTo>
                    <a:pt x="324311" y="591790"/>
                  </a:lnTo>
                  <a:lnTo>
                    <a:pt x="324216" y="594287"/>
                  </a:lnTo>
                  <a:lnTo>
                    <a:pt x="324114" y="596784"/>
                  </a:lnTo>
                  <a:lnTo>
                    <a:pt x="324005" y="599281"/>
                  </a:lnTo>
                  <a:lnTo>
                    <a:pt x="323890" y="601778"/>
                  </a:lnTo>
                  <a:lnTo>
                    <a:pt x="323770" y="604275"/>
                  </a:lnTo>
                  <a:lnTo>
                    <a:pt x="323644" y="606772"/>
                  </a:lnTo>
                  <a:lnTo>
                    <a:pt x="323512" y="609269"/>
                  </a:lnTo>
                  <a:lnTo>
                    <a:pt x="323374" y="611766"/>
                  </a:lnTo>
                  <a:lnTo>
                    <a:pt x="323232" y="614263"/>
                  </a:lnTo>
                  <a:lnTo>
                    <a:pt x="323085" y="616760"/>
                  </a:lnTo>
                  <a:lnTo>
                    <a:pt x="322932" y="619257"/>
                  </a:lnTo>
                  <a:lnTo>
                    <a:pt x="322775" y="621754"/>
                  </a:lnTo>
                  <a:lnTo>
                    <a:pt x="322615" y="624251"/>
                  </a:lnTo>
                  <a:lnTo>
                    <a:pt x="322450" y="626748"/>
                  </a:lnTo>
                  <a:lnTo>
                    <a:pt x="322282" y="629245"/>
                  </a:lnTo>
                  <a:lnTo>
                    <a:pt x="322109" y="631742"/>
                  </a:lnTo>
                  <a:lnTo>
                    <a:pt x="321934" y="634239"/>
                  </a:lnTo>
                  <a:lnTo>
                    <a:pt x="321756" y="636736"/>
                  </a:lnTo>
                  <a:lnTo>
                    <a:pt x="321575" y="639233"/>
                  </a:lnTo>
                  <a:lnTo>
                    <a:pt x="321391" y="641730"/>
                  </a:lnTo>
                  <a:lnTo>
                    <a:pt x="321204" y="644227"/>
                  </a:lnTo>
                  <a:lnTo>
                    <a:pt x="321016" y="646724"/>
                  </a:lnTo>
                  <a:lnTo>
                    <a:pt x="320826" y="649221"/>
                  </a:lnTo>
                  <a:lnTo>
                    <a:pt x="320633" y="651718"/>
                  </a:lnTo>
                  <a:lnTo>
                    <a:pt x="320440" y="654215"/>
                  </a:lnTo>
                  <a:lnTo>
                    <a:pt x="320245" y="656712"/>
                  </a:lnTo>
                  <a:lnTo>
                    <a:pt x="320049" y="659209"/>
                  </a:lnTo>
                  <a:lnTo>
                    <a:pt x="319853" y="661706"/>
                  </a:lnTo>
                  <a:lnTo>
                    <a:pt x="319656" y="664203"/>
                  </a:lnTo>
                  <a:lnTo>
                    <a:pt x="319458" y="666700"/>
                  </a:lnTo>
                  <a:lnTo>
                    <a:pt x="319261" y="669197"/>
                  </a:lnTo>
                  <a:lnTo>
                    <a:pt x="319064" y="671694"/>
                  </a:lnTo>
                  <a:lnTo>
                    <a:pt x="318867" y="674191"/>
                  </a:lnTo>
                  <a:lnTo>
                    <a:pt x="318672" y="676688"/>
                  </a:lnTo>
                  <a:lnTo>
                    <a:pt x="318477" y="679185"/>
                  </a:lnTo>
                  <a:lnTo>
                    <a:pt x="318284" y="681682"/>
                  </a:lnTo>
                  <a:lnTo>
                    <a:pt x="318093" y="684179"/>
                  </a:lnTo>
                  <a:lnTo>
                    <a:pt x="317903" y="686676"/>
                  </a:lnTo>
                  <a:lnTo>
                    <a:pt x="317716" y="689173"/>
                  </a:lnTo>
                  <a:lnTo>
                    <a:pt x="317532" y="691670"/>
                  </a:lnTo>
                  <a:lnTo>
                    <a:pt x="317351" y="694167"/>
                  </a:lnTo>
                  <a:lnTo>
                    <a:pt x="317173" y="696664"/>
                  </a:lnTo>
                  <a:lnTo>
                    <a:pt x="316999" y="699161"/>
                  </a:lnTo>
                  <a:lnTo>
                    <a:pt x="316829" y="701658"/>
                  </a:lnTo>
                  <a:lnTo>
                    <a:pt x="316664" y="704155"/>
                  </a:lnTo>
                  <a:lnTo>
                    <a:pt x="316502" y="706652"/>
                  </a:lnTo>
                  <a:lnTo>
                    <a:pt x="316345" y="709149"/>
                  </a:lnTo>
                  <a:lnTo>
                    <a:pt x="316194" y="711646"/>
                  </a:lnTo>
                  <a:lnTo>
                    <a:pt x="316048" y="714143"/>
                  </a:lnTo>
                  <a:lnTo>
                    <a:pt x="315907" y="716640"/>
                  </a:lnTo>
                  <a:lnTo>
                    <a:pt x="315771" y="719137"/>
                  </a:lnTo>
                  <a:lnTo>
                    <a:pt x="315642" y="721634"/>
                  </a:lnTo>
                  <a:lnTo>
                    <a:pt x="315519" y="724131"/>
                  </a:lnTo>
                  <a:lnTo>
                    <a:pt x="315401" y="726628"/>
                  </a:lnTo>
                  <a:lnTo>
                    <a:pt x="315289" y="729125"/>
                  </a:lnTo>
                  <a:lnTo>
                    <a:pt x="315184" y="731622"/>
                  </a:lnTo>
                  <a:lnTo>
                    <a:pt x="315086" y="734119"/>
                  </a:lnTo>
                  <a:lnTo>
                    <a:pt x="314993" y="736616"/>
                  </a:lnTo>
                  <a:lnTo>
                    <a:pt x="314905" y="739113"/>
                  </a:lnTo>
                  <a:lnTo>
                    <a:pt x="314825" y="741610"/>
                  </a:lnTo>
                  <a:lnTo>
                    <a:pt x="314751" y="744107"/>
                  </a:lnTo>
                  <a:lnTo>
                    <a:pt x="314682" y="746604"/>
                  </a:lnTo>
                  <a:lnTo>
                    <a:pt x="314619" y="749101"/>
                  </a:lnTo>
                  <a:lnTo>
                    <a:pt x="314562" y="751598"/>
                  </a:lnTo>
                  <a:lnTo>
                    <a:pt x="314512" y="754095"/>
                  </a:lnTo>
                  <a:lnTo>
                    <a:pt x="314466" y="756592"/>
                  </a:lnTo>
                  <a:lnTo>
                    <a:pt x="314426" y="759089"/>
                  </a:lnTo>
                  <a:lnTo>
                    <a:pt x="314392" y="761586"/>
                  </a:lnTo>
                  <a:lnTo>
                    <a:pt x="314364" y="764083"/>
                  </a:lnTo>
                  <a:lnTo>
                    <a:pt x="314342" y="766580"/>
                  </a:lnTo>
                  <a:lnTo>
                    <a:pt x="314324" y="769077"/>
                  </a:lnTo>
                  <a:lnTo>
                    <a:pt x="314312" y="771574"/>
                  </a:lnTo>
                  <a:lnTo>
                    <a:pt x="314307" y="774071"/>
                  </a:lnTo>
                  <a:lnTo>
                    <a:pt x="314306" y="776568"/>
                  </a:lnTo>
                  <a:lnTo>
                    <a:pt x="314312" y="779065"/>
                  </a:lnTo>
                  <a:lnTo>
                    <a:pt x="314322" y="781562"/>
                  </a:lnTo>
                  <a:lnTo>
                    <a:pt x="314341" y="784059"/>
                  </a:lnTo>
                  <a:lnTo>
                    <a:pt x="314365" y="786556"/>
                  </a:lnTo>
                  <a:lnTo>
                    <a:pt x="314394" y="789053"/>
                  </a:lnTo>
                  <a:lnTo>
                    <a:pt x="314430" y="791550"/>
                  </a:lnTo>
                  <a:lnTo>
                    <a:pt x="314475" y="794047"/>
                  </a:lnTo>
                  <a:lnTo>
                    <a:pt x="314526" y="796544"/>
                  </a:lnTo>
                  <a:lnTo>
                    <a:pt x="314583" y="799041"/>
                  </a:lnTo>
                  <a:lnTo>
                    <a:pt x="314647" y="801538"/>
                  </a:lnTo>
                  <a:lnTo>
                    <a:pt x="314721" y="804035"/>
                  </a:lnTo>
                  <a:lnTo>
                    <a:pt x="314802" y="806532"/>
                  </a:lnTo>
                  <a:lnTo>
                    <a:pt x="314890" y="809029"/>
                  </a:lnTo>
                  <a:lnTo>
                    <a:pt x="314986" y="811526"/>
                  </a:lnTo>
                  <a:lnTo>
                    <a:pt x="315092" y="814023"/>
                  </a:lnTo>
                  <a:lnTo>
                    <a:pt x="315206" y="816520"/>
                  </a:lnTo>
                  <a:lnTo>
                    <a:pt x="315328" y="819017"/>
                  </a:lnTo>
                  <a:lnTo>
                    <a:pt x="315457" y="821514"/>
                  </a:lnTo>
                  <a:lnTo>
                    <a:pt x="315597" y="824011"/>
                  </a:lnTo>
                  <a:lnTo>
                    <a:pt x="315745" y="826508"/>
                  </a:lnTo>
                  <a:lnTo>
                    <a:pt x="315901" y="829005"/>
                  </a:lnTo>
                  <a:lnTo>
                    <a:pt x="316063" y="831502"/>
                  </a:lnTo>
                  <a:lnTo>
                    <a:pt x="316236" y="833999"/>
                  </a:lnTo>
                  <a:lnTo>
                    <a:pt x="316415" y="836496"/>
                  </a:lnTo>
                  <a:lnTo>
                    <a:pt x="316601" y="838993"/>
                  </a:lnTo>
                  <a:lnTo>
                    <a:pt x="316794" y="841490"/>
                  </a:lnTo>
                  <a:lnTo>
                    <a:pt x="316994" y="843987"/>
                  </a:lnTo>
                  <a:lnTo>
                    <a:pt x="317200" y="846484"/>
                  </a:lnTo>
                  <a:lnTo>
                    <a:pt x="317411" y="848981"/>
                  </a:lnTo>
                  <a:lnTo>
                    <a:pt x="317626" y="851478"/>
                  </a:lnTo>
                  <a:lnTo>
                    <a:pt x="317846" y="853975"/>
                  </a:lnTo>
                  <a:lnTo>
                    <a:pt x="318069" y="856472"/>
                  </a:lnTo>
                  <a:lnTo>
                    <a:pt x="318295" y="858969"/>
                  </a:lnTo>
                  <a:lnTo>
                    <a:pt x="318523" y="861466"/>
                  </a:lnTo>
                  <a:lnTo>
                    <a:pt x="318753" y="863963"/>
                  </a:lnTo>
                  <a:lnTo>
                    <a:pt x="318983" y="866460"/>
                  </a:lnTo>
                  <a:lnTo>
                    <a:pt x="319213" y="868957"/>
                  </a:lnTo>
                  <a:lnTo>
                    <a:pt x="319441" y="871454"/>
                  </a:lnTo>
                  <a:lnTo>
                    <a:pt x="319669" y="873951"/>
                  </a:lnTo>
                  <a:lnTo>
                    <a:pt x="319893" y="876448"/>
                  </a:lnTo>
                  <a:lnTo>
                    <a:pt x="320114" y="878945"/>
                  </a:lnTo>
                  <a:lnTo>
                    <a:pt x="320332" y="881442"/>
                  </a:lnTo>
                  <a:lnTo>
                    <a:pt x="320545" y="883939"/>
                  </a:lnTo>
                  <a:lnTo>
                    <a:pt x="320751" y="886436"/>
                  </a:lnTo>
                  <a:lnTo>
                    <a:pt x="320952" y="888933"/>
                  </a:lnTo>
                  <a:lnTo>
                    <a:pt x="321148" y="891430"/>
                  </a:lnTo>
                  <a:lnTo>
                    <a:pt x="321336" y="893927"/>
                  </a:lnTo>
                  <a:lnTo>
                    <a:pt x="321514" y="896424"/>
                  </a:lnTo>
                  <a:lnTo>
                    <a:pt x="321685" y="898921"/>
                  </a:lnTo>
                  <a:lnTo>
                    <a:pt x="321849" y="901418"/>
                  </a:lnTo>
                  <a:lnTo>
                    <a:pt x="322004" y="903915"/>
                  </a:lnTo>
                  <a:lnTo>
                    <a:pt x="322148" y="906412"/>
                  </a:lnTo>
                  <a:lnTo>
                    <a:pt x="322283" y="908909"/>
                  </a:lnTo>
                  <a:lnTo>
                    <a:pt x="322410" y="911406"/>
                  </a:lnTo>
                  <a:lnTo>
                    <a:pt x="322528" y="913903"/>
                  </a:lnTo>
                  <a:lnTo>
                    <a:pt x="322634" y="916400"/>
                  </a:lnTo>
                  <a:lnTo>
                    <a:pt x="322733" y="918897"/>
                  </a:lnTo>
                  <a:lnTo>
                    <a:pt x="322824" y="921394"/>
                  </a:lnTo>
                  <a:lnTo>
                    <a:pt x="322907" y="923891"/>
                  </a:lnTo>
                  <a:lnTo>
                    <a:pt x="322981" y="926388"/>
                  </a:lnTo>
                  <a:lnTo>
                    <a:pt x="323049" y="928885"/>
                  </a:lnTo>
                  <a:lnTo>
                    <a:pt x="323113" y="931382"/>
                  </a:lnTo>
                  <a:lnTo>
                    <a:pt x="323173" y="933879"/>
                  </a:lnTo>
                  <a:lnTo>
                    <a:pt x="323229" y="936376"/>
                  </a:lnTo>
                  <a:lnTo>
                    <a:pt x="323285" y="938873"/>
                  </a:lnTo>
                  <a:lnTo>
                    <a:pt x="323343" y="941370"/>
                  </a:lnTo>
                  <a:lnTo>
                    <a:pt x="323403" y="943867"/>
                  </a:lnTo>
                  <a:lnTo>
                    <a:pt x="323471" y="946364"/>
                  </a:lnTo>
                  <a:lnTo>
                    <a:pt x="323550" y="948861"/>
                  </a:lnTo>
                  <a:lnTo>
                    <a:pt x="323640" y="951358"/>
                  </a:lnTo>
                  <a:lnTo>
                    <a:pt x="323744" y="953855"/>
                  </a:lnTo>
                  <a:lnTo>
                    <a:pt x="323874" y="956352"/>
                  </a:lnTo>
                  <a:lnTo>
                    <a:pt x="324031" y="958849"/>
                  </a:lnTo>
                  <a:lnTo>
                    <a:pt x="324216" y="961346"/>
                  </a:lnTo>
                  <a:lnTo>
                    <a:pt x="324434" y="963843"/>
                  </a:lnTo>
                  <a:lnTo>
                    <a:pt x="324702" y="966340"/>
                  </a:lnTo>
                  <a:lnTo>
                    <a:pt x="325025" y="968837"/>
                  </a:lnTo>
                  <a:lnTo>
                    <a:pt x="325400" y="971334"/>
                  </a:lnTo>
                  <a:lnTo>
                    <a:pt x="325834" y="973831"/>
                  </a:lnTo>
                  <a:lnTo>
                    <a:pt x="326351" y="976328"/>
                  </a:lnTo>
                  <a:lnTo>
                    <a:pt x="326961" y="978825"/>
                  </a:lnTo>
                  <a:lnTo>
                    <a:pt x="327658" y="981322"/>
                  </a:lnTo>
                  <a:lnTo>
                    <a:pt x="328448" y="983819"/>
                  </a:lnTo>
                  <a:lnTo>
                    <a:pt x="329362" y="986316"/>
                  </a:lnTo>
                  <a:lnTo>
                    <a:pt x="330423" y="988813"/>
                  </a:lnTo>
                  <a:lnTo>
                    <a:pt x="331611" y="991310"/>
                  </a:lnTo>
                  <a:lnTo>
                    <a:pt x="332935" y="993807"/>
                  </a:lnTo>
                  <a:lnTo>
                    <a:pt x="334430" y="996304"/>
                  </a:lnTo>
                  <a:lnTo>
                    <a:pt x="336137" y="998801"/>
                  </a:lnTo>
                  <a:lnTo>
                    <a:pt x="338019" y="1001298"/>
                  </a:lnTo>
                  <a:lnTo>
                    <a:pt x="340084" y="1003796"/>
                  </a:lnTo>
                  <a:lnTo>
                    <a:pt x="342369" y="1006293"/>
                  </a:lnTo>
                  <a:lnTo>
                    <a:pt x="344936" y="1008790"/>
                  </a:lnTo>
                  <a:lnTo>
                    <a:pt x="347728" y="1011287"/>
                  </a:lnTo>
                  <a:lnTo>
                    <a:pt x="350750" y="1013784"/>
                  </a:lnTo>
                  <a:lnTo>
                    <a:pt x="354033" y="1016281"/>
                  </a:lnTo>
                  <a:lnTo>
                    <a:pt x="357669" y="1018778"/>
                  </a:lnTo>
                  <a:lnTo>
                    <a:pt x="361568" y="1021275"/>
                  </a:lnTo>
                  <a:lnTo>
                    <a:pt x="365737" y="1023772"/>
                  </a:lnTo>
                  <a:lnTo>
                    <a:pt x="370193" y="1026269"/>
                  </a:lnTo>
                  <a:lnTo>
                    <a:pt x="375052" y="1028766"/>
                  </a:lnTo>
                  <a:lnTo>
                    <a:pt x="380198" y="1031263"/>
                  </a:lnTo>
                  <a:lnTo>
                    <a:pt x="385630" y="1033760"/>
                  </a:lnTo>
                  <a:lnTo>
                    <a:pt x="391351" y="1036257"/>
                  </a:lnTo>
                  <a:lnTo>
                    <a:pt x="397492" y="1038754"/>
                  </a:lnTo>
                  <a:lnTo>
                    <a:pt x="403910" y="1041251"/>
                  </a:lnTo>
                  <a:lnTo>
                    <a:pt x="410601" y="1043748"/>
                  </a:lnTo>
                  <a:lnTo>
                    <a:pt x="417558" y="1046245"/>
                  </a:lnTo>
                  <a:lnTo>
                    <a:pt x="424877" y="1048742"/>
                  </a:lnTo>
                  <a:lnTo>
                    <a:pt x="432436" y="1051239"/>
                  </a:lnTo>
                  <a:lnTo>
                    <a:pt x="440211" y="1053736"/>
                  </a:lnTo>
                  <a:lnTo>
                    <a:pt x="448190" y="1056233"/>
                  </a:lnTo>
                  <a:lnTo>
                    <a:pt x="456413" y="1058730"/>
                  </a:lnTo>
                  <a:lnTo>
                    <a:pt x="464789" y="1061227"/>
                  </a:lnTo>
                  <a:lnTo>
                    <a:pt x="473281" y="1063724"/>
                  </a:lnTo>
                  <a:lnTo>
                    <a:pt x="481869" y="1066221"/>
                  </a:lnTo>
                  <a:lnTo>
                    <a:pt x="490535" y="1068718"/>
                  </a:lnTo>
                  <a:lnTo>
                    <a:pt x="499212" y="1071215"/>
                  </a:lnTo>
                  <a:lnTo>
                    <a:pt x="507866" y="1073712"/>
                  </a:lnTo>
                  <a:lnTo>
                    <a:pt x="516470" y="1076209"/>
                  </a:lnTo>
                  <a:lnTo>
                    <a:pt x="524951" y="1078706"/>
                  </a:lnTo>
                  <a:lnTo>
                    <a:pt x="533258" y="1081203"/>
                  </a:lnTo>
                  <a:lnTo>
                    <a:pt x="541378" y="1083700"/>
                  </a:lnTo>
                  <a:lnTo>
                    <a:pt x="549280" y="1086197"/>
                  </a:lnTo>
                  <a:lnTo>
                    <a:pt x="556851" y="1088694"/>
                  </a:lnTo>
                  <a:lnTo>
                    <a:pt x="564039" y="1091191"/>
                  </a:lnTo>
                  <a:lnTo>
                    <a:pt x="570871" y="1093688"/>
                  </a:lnTo>
                  <a:lnTo>
                    <a:pt x="577320" y="1096185"/>
                  </a:lnTo>
                  <a:lnTo>
                    <a:pt x="583254" y="1098682"/>
                  </a:lnTo>
                  <a:lnTo>
                    <a:pt x="588600" y="1101179"/>
                  </a:lnTo>
                  <a:lnTo>
                    <a:pt x="593446" y="1103676"/>
                  </a:lnTo>
                  <a:lnTo>
                    <a:pt x="597771" y="1106173"/>
                  </a:lnTo>
                  <a:lnTo>
                    <a:pt x="601448" y="1108670"/>
                  </a:lnTo>
                  <a:lnTo>
                    <a:pt x="604375" y="1111167"/>
                  </a:lnTo>
                  <a:lnTo>
                    <a:pt x="606704" y="1113664"/>
                  </a:lnTo>
                  <a:lnTo>
                    <a:pt x="608424" y="1116161"/>
                  </a:lnTo>
                  <a:lnTo>
                    <a:pt x="609439" y="1118658"/>
                  </a:lnTo>
                  <a:lnTo>
                    <a:pt x="609611" y="1121155"/>
                  </a:lnTo>
                  <a:lnTo>
                    <a:pt x="609152" y="1123652"/>
                  </a:lnTo>
                  <a:lnTo>
                    <a:pt x="608065" y="1126149"/>
                  </a:lnTo>
                  <a:lnTo>
                    <a:pt x="606294" y="1128646"/>
                  </a:lnTo>
                  <a:lnTo>
                    <a:pt x="603678" y="1131143"/>
                  </a:lnTo>
                  <a:lnTo>
                    <a:pt x="600471" y="1133640"/>
                  </a:lnTo>
                  <a:lnTo>
                    <a:pt x="596686" y="1136137"/>
                  </a:lnTo>
                  <a:lnTo>
                    <a:pt x="592310" y="1138634"/>
                  </a:lnTo>
                  <a:lnTo>
                    <a:pt x="587183" y="1141131"/>
                  </a:lnTo>
                  <a:lnTo>
                    <a:pt x="581567" y="1143628"/>
                  </a:lnTo>
                  <a:lnTo>
                    <a:pt x="575485" y="1146125"/>
                  </a:lnTo>
                  <a:lnTo>
                    <a:pt x="568957" y="1148622"/>
                  </a:lnTo>
                  <a:lnTo>
                    <a:pt x="561853" y="1151119"/>
                  </a:lnTo>
                  <a:lnTo>
                    <a:pt x="554408" y="1153616"/>
                  </a:lnTo>
                  <a:lnTo>
                    <a:pt x="546651" y="1156113"/>
                  </a:lnTo>
                  <a:lnTo>
                    <a:pt x="538610" y="1158610"/>
                  </a:lnTo>
                  <a:lnTo>
                    <a:pt x="530236" y="1161107"/>
                  </a:lnTo>
                  <a:lnTo>
                    <a:pt x="521682" y="1163604"/>
                  </a:lnTo>
                  <a:lnTo>
                    <a:pt x="512984" y="1166101"/>
                  </a:lnTo>
                  <a:lnTo>
                    <a:pt x="504171" y="1168598"/>
                  </a:lnTo>
                  <a:lnTo>
                    <a:pt x="495267" y="1171095"/>
                  </a:lnTo>
                  <a:lnTo>
                    <a:pt x="486347" y="1173592"/>
                  </a:lnTo>
                  <a:lnTo>
                    <a:pt x="477443" y="1176089"/>
                  </a:lnTo>
                  <a:lnTo>
                    <a:pt x="468579" y="1178586"/>
                  </a:lnTo>
                  <a:lnTo>
                    <a:pt x="459824" y="1181083"/>
                  </a:lnTo>
                  <a:lnTo>
                    <a:pt x="451203" y="1183580"/>
                  </a:lnTo>
                  <a:lnTo>
                    <a:pt x="442727" y="1186077"/>
                  </a:lnTo>
                  <a:lnTo>
                    <a:pt x="434413" y="1188574"/>
                  </a:lnTo>
                  <a:lnTo>
                    <a:pt x="426349" y="1191071"/>
                  </a:lnTo>
                  <a:lnTo>
                    <a:pt x="418536" y="1193568"/>
                  </a:lnTo>
                  <a:lnTo>
                    <a:pt x="410955" y="1196065"/>
                  </a:lnTo>
                  <a:lnTo>
                    <a:pt x="403616" y="1198562"/>
                  </a:lnTo>
                  <a:lnTo>
                    <a:pt x="396605" y="1201059"/>
                  </a:lnTo>
                  <a:lnTo>
                    <a:pt x="389919" y="1203556"/>
                  </a:lnTo>
                  <a:lnTo>
                    <a:pt x="383508" y="1206053"/>
                  </a:lnTo>
                  <a:lnTo>
                    <a:pt x="377377" y="1208550"/>
                  </a:lnTo>
                  <a:lnTo>
                    <a:pt x="371595" y="1211047"/>
                  </a:lnTo>
                  <a:lnTo>
                    <a:pt x="366166" y="1213544"/>
                  </a:lnTo>
                  <a:lnTo>
                    <a:pt x="361019" y="1216041"/>
                  </a:lnTo>
                  <a:lnTo>
                    <a:pt x="356152" y="1218538"/>
                  </a:lnTo>
                  <a:lnTo>
                    <a:pt x="351613" y="1221035"/>
                  </a:lnTo>
                  <a:lnTo>
                    <a:pt x="347419" y="1223532"/>
                  </a:lnTo>
                  <a:lnTo>
                    <a:pt x="343484" y="1226029"/>
                  </a:lnTo>
                  <a:lnTo>
                    <a:pt x="339803" y="1228526"/>
                  </a:lnTo>
                  <a:lnTo>
                    <a:pt x="336404" y="1231023"/>
                  </a:lnTo>
                  <a:lnTo>
                    <a:pt x="333314" y="1233520"/>
                  </a:lnTo>
                  <a:lnTo>
                    <a:pt x="330443" y="1236017"/>
                  </a:lnTo>
                  <a:lnTo>
                    <a:pt x="327786" y="1238514"/>
                  </a:lnTo>
                  <a:lnTo>
                    <a:pt x="325352" y="1241011"/>
                  </a:lnTo>
                  <a:lnTo>
                    <a:pt x="323177" y="1243508"/>
                  </a:lnTo>
                  <a:lnTo>
                    <a:pt x="321176" y="1246005"/>
                  </a:lnTo>
                  <a:lnTo>
                    <a:pt x="319341" y="1248502"/>
                  </a:lnTo>
                  <a:lnTo>
                    <a:pt x="317674" y="1250999"/>
                  </a:lnTo>
                  <a:lnTo>
                    <a:pt x="316209" y="1253496"/>
                  </a:lnTo>
                  <a:lnTo>
                    <a:pt x="314875" y="1255993"/>
                  </a:lnTo>
                  <a:lnTo>
                    <a:pt x="313662" y="1258490"/>
                  </a:lnTo>
                  <a:lnTo>
                    <a:pt x="312568" y="1260987"/>
                  </a:lnTo>
                  <a:lnTo>
                    <a:pt x="311624" y="1263484"/>
                  </a:lnTo>
                  <a:lnTo>
                    <a:pt x="310771" y="1265981"/>
                  </a:lnTo>
                  <a:lnTo>
                    <a:pt x="310004" y="1268478"/>
                  </a:lnTo>
                  <a:lnTo>
                    <a:pt x="309317" y="1270975"/>
                  </a:lnTo>
                  <a:lnTo>
                    <a:pt x="308732" y="1273472"/>
                  </a:lnTo>
                  <a:lnTo>
                    <a:pt x="308210" y="1275969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1658042" y="2275647"/>
              <a:ext cx="609615" cy="980675"/>
            </a:xfrm>
            <a:custGeom>
              <a:avLst/>
              <a:pathLst>
                <a:path w="609615" h="980675">
                  <a:moveTo>
                    <a:pt x="301403" y="980675"/>
                  </a:moveTo>
                  <a:lnTo>
                    <a:pt x="300602" y="978756"/>
                  </a:lnTo>
                  <a:lnTo>
                    <a:pt x="299598" y="976836"/>
                  </a:lnTo>
                  <a:lnTo>
                    <a:pt x="298398" y="974917"/>
                  </a:lnTo>
                  <a:lnTo>
                    <a:pt x="296977" y="972998"/>
                  </a:lnTo>
                  <a:lnTo>
                    <a:pt x="295306" y="971079"/>
                  </a:lnTo>
                  <a:lnTo>
                    <a:pt x="293355" y="969160"/>
                  </a:lnTo>
                  <a:lnTo>
                    <a:pt x="291062" y="967241"/>
                  </a:lnTo>
                  <a:lnTo>
                    <a:pt x="288334" y="965322"/>
                  </a:lnTo>
                  <a:lnTo>
                    <a:pt x="285197" y="963403"/>
                  </a:lnTo>
                  <a:lnTo>
                    <a:pt x="281614" y="961483"/>
                  </a:lnTo>
                  <a:lnTo>
                    <a:pt x="277546" y="959564"/>
                  </a:lnTo>
                  <a:lnTo>
                    <a:pt x="272959" y="957645"/>
                  </a:lnTo>
                  <a:lnTo>
                    <a:pt x="267709" y="955726"/>
                  </a:lnTo>
                  <a:lnTo>
                    <a:pt x="261794" y="953807"/>
                  </a:lnTo>
                  <a:lnTo>
                    <a:pt x="255243" y="951888"/>
                  </a:lnTo>
                  <a:lnTo>
                    <a:pt x="248034" y="949969"/>
                  </a:lnTo>
                  <a:lnTo>
                    <a:pt x="240151" y="948050"/>
                  </a:lnTo>
                  <a:lnTo>
                    <a:pt x="231584" y="946130"/>
                  </a:lnTo>
                  <a:lnTo>
                    <a:pt x="222146" y="944211"/>
                  </a:lnTo>
                  <a:lnTo>
                    <a:pt x="212041" y="942292"/>
                  </a:lnTo>
                  <a:lnTo>
                    <a:pt x="201296" y="940373"/>
                  </a:lnTo>
                  <a:lnTo>
                    <a:pt x="189948" y="938454"/>
                  </a:lnTo>
                  <a:lnTo>
                    <a:pt x="178042" y="936535"/>
                  </a:lnTo>
                  <a:lnTo>
                    <a:pt x="165598" y="934616"/>
                  </a:lnTo>
                  <a:lnTo>
                    <a:pt x="152694" y="932696"/>
                  </a:lnTo>
                  <a:lnTo>
                    <a:pt x="139512" y="930777"/>
                  </a:lnTo>
                  <a:lnTo>
                    <a:pt x="126155" y="928858"/>
                  </a:lnTo>
                  <a:lnTo>
                    <a:pt x="112731" y="926939"/>
                  </a:lnTo>
                  <a:lnTo>
                    <a:pt x="99360" y="925020"/>
                  </a:lnTo>
                  <a:lnTo>
                    <a:pt x="86240" y="923101"/>
                  </a:lnTo>
                  <a:lnTo>
                    <a:pt x="73547" y="921182"/>
                  </a:lnTo>
                  <a:lnTo>
                    <a:pt x="61399" y="919263"/>
                  </a:lnTo>
                  <a:lnTo>
                    <a:pt x="49932" y="917343"/>
                  </a:lnTo>
                  <a:lnTo>
                    <a:pt x="39276" y="915424"/>
                  </a:lnTo>
                  <a:lnTo>
                    <a:pt x="29568" y="913505"/>
                  </a:lnTo>
                  <a:lnTo>
                    <a:pt x="21257" y="911586"/>
                  </a:lnTo>
                  <a:lnTo>
                    <a:pt x="14189" y="909667"/>
                  </a:lnTo>
                  <a:lnTo>
                    <a:pt x="8450" y="907748"/>
                  </a:lnTo>
                  <a:lnTo>
                    <a:pt x="4111" y="905829"/>
                  </a:lnTo>
                  <a:lnTo>
                    <a:pt x="1228" y="903910"/>
                  </a:lnTo>
                  <a:lnTo>
                    <a:pt x="0" y="901990"/>
                  </a:lnTo>
                  <a:lnTo>
                    <a:pt x="92" y="901666"/>
                  </a:lnTo>
                  <a:lnTo>
                    <a:pt x="549" y="900071"/>
                  </a:lnTo>
                  <a:lnTo>
                    <a:pt x="2600" y="898152"/>
                  </a:lnTo>
                  <a:lnTo>
                    <a:pt x="6115" y="896233"/>
                  </a:lnTo>
                  <a:lnTo>
                    <a:pt x="11042" y="894314"/>
                  </a:lnTo>
                  <a:lnTo>
                    <a:pt x="17316" y="892395"/>
                  </a:lnTo>
                  <a:lnTo>
                    <a:pt x="25068" y="890476"/>
                  </a:lnTo>
                  <a:lnTo>
                    <a:pt x="33993" y="888557"/>
                  </a:lnTo>
                  <a:lnTo>
                    <a:pt x="43872" y="886637"/>
                  </a:lnTo>
                  <a:lnTo>
                    <a:pt x="54576" y="884718"/>
                  </a:lnTo>
                  <a:lnTo>
                    <a:pt x="65968" y="882799"/>
                  </a:lnTo>
                  <a:lnTo>
                    <a:pt x="77916" y="880880"/>
                  </a:lnTo>
                  <a:lnTo>
                    <a:pt x="90303" y="878961"/>
                  </a:lnTo>
                  <a:lnTo>
                    <a:pt x="102849" y="877042"/>
                  </a:lnTo>
                  <a:lnTo>
                    <a:pt x="115420" y="875123"/>
                  </a:lnTo>
                  <a:lnTo>
                    <a:pt x="127886" y="873203"/>
                  </a:lnTo>
                  <a:lnTo>
                    <a:pt x="140124" y="871284"/>
                  </a:lnTo>
                  <a:lnTo>
                    <a:pt x="151964" y="869365"/>
                  </a:lnTo>
                  <a:lnTo>
                    <a:pt x="163229" y="867446"/>
                  </a:lnTo>
                  <a:lnTo>
                    <a:pt x="173896" y="865527"/>
                  </a:lnTo>
                  <a:lnTo>
                    <a:pt x="183896" y="863608"/>
                  </a:lnTo>
                  <a:lnTo>
                    <a:pt x="193171" y="861689"/>
                  </a:lnTo>
                  <a:lnTo>
                    <a:pt x="201670" y="859770"/>
                  </a:lnTo>
                  <a:lnTo>
                    <a:pt x="209180" y="857850"/>
                  </a:lnTo>
                  <a:lnTo>
                    <a:pt x="215790" y="855931"/>
                  </a:lnTo>
                  <a:lnTo>
                    <a:pt x="221549" y="854012"/>
                  </a:lnTo>
                  <a:lnTo>
                    <a:pt x="226462" y="852093"/>
                  </a:lnTo>
                  <a:lnTo>
                    <a:pt x="230542" y="850174"/>
                  </a:lnTo>
                  <a:lnTo>
                    <a:pt x="233783" y="848255"/>
                  </a:lnTo>
                  <a:lnTo>
                    <a:pt x="236058" y="846336"/>
                  </a:lnTo>
                  <a:lnTo>
                    <a:pt x="237604" y="844417"/>
                  </a:lnTo>
                  <a:lnTo>
                    <a:pt x="238462" y="842497"/>
                  </a:lnTo>
                  <a:lnTo>
                    <a:pt x="238676" y="840578"/>
                  </a:lnTo>
                  <a:lnTo>
                    <a:pt x="238291" y="838659"/>
                  </a:lnTo>
                  <a:lnTo>
                    <a:pt x="237300" y="836740"/>
                  </a:lnTo>
                  <a:lnTo>
                    <a:pt x="235764" y="834821"/>
                  </a:lnTo>
                  <a:lnTo>
                    <a:pt x="233818" y="832902"/>
                  </a:lnTo>
                  <a:lnTo>
                    <a:pt x="231512" y="830983"/>
                  </a:lnTo>
                  <a:lnTo>
                    <a:pt x="229594" y="829575"/>
                  </a:lnTo>
                  <a:lnTo>
                    <a:pt x="228897" y="829063"/>
                  </a:lnTo>
                  <a:lnTo>
                    <a:pt x="226022" y="827144"/>
                  </a:lnTo>
                  <a:lnTo>
                    <a:pt x="222908" y="825225"/>
                  </a:lnTo>
                  <a:lnTo>
                    <a:pt x="219654" y="823306"/>
                  </a:lnTo>
                  <a:lnTo>
                    <a:pt x="216315" y="821387"/>
                  </a:lnTo>
                  <a:lnTo>
                    <a:pt x="212933" y="819468"/>
                  </a:lnTo>
                  <a:lnTo>
                    <a:pt x="209548" y="817549"/>
                  </a:lnTo>
                  <a:lnTo>
                    <a:pt x="206203" y="815630"/>
                  </a:lnTo>
                  <a:lnTo>
                    <a:pt x="202964" y="813710"/>
                  </a:lnTo>
                  <a:lnTo>
                    <a:pt x="199853" y="811791"/>
                  </a:lnTo>
                  <a:lnTo>
                    <a:pt x="196898" y="809872"/>
                  </a:lnTo>
                  <a:lnTo>
                    <a:pt x="194122" y="807953"/>
                  </a:lnTo>
                  <a:lnTo>
                    <a:pt x="191551" y="806034"/>
                  </a:lnTo>
                  <a:lnTo>
                    <a:pt x="189235" y="804115"/>
                  </a:lnTo>
                  <a:lnTo>
                    <a:pt x="187203" y="802196"/>
                  </a:lnTo>
                  <a:lnTo>
                    <a:pt x="185431" y="800277"/>
                  </a:lnTo>
                  <a:lnTo>
                    <a:pt x="183928" y="798357"/>
                  </a:lnTo>
                  <a:lnTo>
                    <a:pt x="182698" y="796438"/>
                  </a:lnTo>
                  <a:lnTo>
                    <a:pt x="181746" y="794519"/>
                  </a:lnTo>
                  <a:lnTo>
                    <a:pt x="181132" y="792600"/>
                  </a:lnTo>
                  <a:lnTo>
                    <a:pt x="180801" y="790681"/>
                  </a:lnTo>
                  <a:lnTo>
                    <a:pt x="180733" y="788762"/>
                  </a:lnTo>
                  <a:lnTo>
                    <a:pt x="180917" y="786843"/>
                  </a:lnTo>
                  <a:lnTo>
                    <a:pt x="181344" y="784924"/>
                  </a:lnTo>
                  <a:lnTo>
                    <a:pt x="182011" y="783004"/>
                  </a:lnTo>
                  <a:lnTo>
                    <a:pt x="182934" y="781085"/>
                  </a:lnTo>
                  <a:lnTo>
                    <a:pt x="184047" y="779166"/>
                  </a:lnTo>
                  <a:lnTo>
                    <a:pt x="185332" y="777247"/>
                  </a:lnTo>
                  <a:lnTo>
                    <a:pt x="186773" y="775328"/>
                  </a:lnTo>
                  <a:lnTo>
                    <a:pt x="188352" y="773409"/>
                  </a:lnTo>
                  <a:lnTo>
                    <a:pt x="190068" y="771490"/>
                  </a:lnTo>
                  <a:lnTo>
                    <a:pt x="191892" y="769570"/>
                  </a:lnTo>
                  <a:lnTo>
                    <a:pt x="193793" y="767651"/>
                  </a:lnTo>
                  <a:lnTo>
                    <a:pt x="195757" y="765732"/>
                  </a:lnTo>
                  <a:lnTo>
                    <a:pt x="197769" y="763813"/>
                  </a:lnTo>
                  <a:lnTo>
                    <a:pt x="199817" y="761894"/>
                  </a:lnTo>
                  <a:lnTo>
                    <a:pt x="201889" y="759975"/>
                  </a:lnTo>
                  <a:lnTo>
                    <a:pt x="203965" y="758056"/>
                  </a:lnTo>
                  <a:lnTo>
                    <a:pt x="206037" y="756137"/>
                  </a:lnTo>
                  <a:lnTo>
                    <a:pt x="208097" y="754217"/>
                  </a:lnTo>
                  <a:lnTo>
                    <a:pt x="210136" y="752298"/>
                  </a:lnTo>
                  <a:lnTo>
                    <a:pt x="212148" y="750379"/>
                  </a:lnTo>
                  <a:lnTo>
                    <a:pt x="214119" y="748460"/>
                  </a:lnTo>
                  <a:lnTo>
                    <a:pt x="214807" y="747778"/>
                  </a:lnTo>
                  <a:lnTo>
                    <a:pt x="216053" y="746541"/>
                  </a:lnTo>
                  <a:lnTo>
                    <a:pt x="217945" y="744622"/>
                  </a:lnTo>
                  <a:lnTo>
                    <a:pt x="219795" y="742703"/>
                  </a:lnTo>
                  <a:lnTo>
                    <a:pt x="221599" y="740784"/>
                  </a:lnTo>
                  <a:lnTo>
                    <a:pt x="223351" y="738864"/>
                  </a:lnTo>
                  <a:lnTo>
                    <a:pt x="225049" y="736945"/>
                  </a:lnTo>
                  <a:lnTo>
                    <a:pt x="226700" y="735026"/>
                  </a:lnTo>
                  <a:lnTo>
                    <a:pt x="228303" y="733107"/>
                  </a:lnTo>
                  <a:lnTo>
                    <a:pt x="229859" y="731188"/>
                  </a:lnTo>
                  <a:lnTo>
                    <a:pt x="231367" y="729269"/>
                  </a:lnTo>
                  <a:lnTo>
                    <a:pt x="232817" y="727350"/>
                  </a:lnTo>
                  <a:lnTo>
                    <a:pt x="234220" y="725430"/>
                  </a:lnTo>
                  <a:lnTo>
                    <a:pt x="235577" y="723511"/>
                  </a:lnTo>
                  <a:lnTo>
                    <a:pt x="236890" y="721592"/>
                  </a:lnTo>
                  <a:lnTo>
                    <a:pt x="238159" y="719673"/>
                  </a:lnTo>
                  <a:lnTo>
                    <a:pt x="239382" y="717754"/>
                  </a:lnTo>
                  <a:lnTo>
                    <a:pt x="240553" y="715835"/>
                  </a:lnTo>
                  <a:lnTo>
                    <a:pt x="241684" y="713916"/>
                  </a:lnTo>
                  <a:lnTo>
                    <a:pt x="242775" y="711997"/>
                  </a:lnTo>
                  <a:lnTo>
                    <a:pt x="243827" y="710077"/>
                  </a:lnTo>
                  <a:lnTo>
                    <a:pt x="244840" y="708158"/>
                  </a:lnTo>
                  <a:lnTo>
                    <a:pt x="245811" y="706239"/>
                  </a:lnTo>
                  <a:lnTo>
                    <a:pt x="246743" y="704320"/>
                  </a:lnTo>
                  <a:lnTo>
                    <a:pt x="247642" y="702401"/>
                  </a:lnTo>
                  <a:lnTo>
                    <a:pt x="248507" y="700482"/>
                  </a:lnTo>
                  <a:lnTo>
                    <a:pt x="249342" y="698563"/>
                  </a:lnTo>
                  <a:lnTo>
                    <a:pt x="250147" y="696644"/>
                  </a:lnTo>
                  <a:lnTo>
                    <a:pt x="250917" y="694724"/>
                  </a:lnTo>
                  <a:lnTo>
                    <a:pt x="251660" y="692805"/>
                  </a:lnTo>
                  <a:lnTo>
                    <a:pt x="252379" y="690886"/>
                  </a:lnTo>
                  <a:lnTo>
                    <a:pt x="253075" y="688967"/>
                  </a:lnTo>
                  <a:lnTo>
                    <a:pt x="253749" y="687048"/>
                  </a:lnTo>
                  <a:lnTo>
                    <a:pt x="254402" y="685129"/>
                  </a:lnTo>
                  <a:lnTo>
                    <a:pt x="255034" y="683210"/>
                  </a:lnTo>
                  <a:lnTo>
                    <a:pt x="255650" y="681291"/>
                  </a:lnTo>
                  <a:lnTo>
                    <a:pt x="256251" y="679371"/>
                  </a:lnTo>
                  <a:lnTo>
                    <a:pt x="256841" y="677452"/>
                  </a:lnTo>
                  <a:lnTo>
                    <a:pt x="257419" y="675533"/>
                  </a:lnTo>
                  <a:lnTo>
                    <a:pt x="257988" y="673614"/>
                  </a:lnTo>
                  <a:lnTo>
                    <a:pt x="258549" y="671695"/>
                  </a:lnTo>
                  <a:lnTo>
                    <a:pt x="259105" y="669776"/>
                  </a:lnTo>
                  <a:lnTo>
                    <a:pt x="259659" y="667857"/>
                  </a:lnTo>
                  <a:lnTo>
                    <a:pt x="260211" y="665937"/>
                  </a:lnTo>
                  <a:lnTo>
                    <a:pt x="260764" y="664018"/>
                  </a:lnTo>
                  <a:lnTo>
                    <a:pt x="261318" y="662099"/>
                  </a:lnTo>
                  <a:lnTo>
                    <a:pt x="261876" y="660180"/>
                  </a:lnTo>
                  <a:lnTo>
                    <a:pt x="262438" y="658261"/>
                  </a:lnTo>
                  <a:lnTo>
                    <a:pt x="263005" y="656342"/>
                  </a:lnTo>
                  <a:lnTo>
                    <a:pt x="263578" y="654423"/>
                  </a:lnTo>
                  <a:lnTo>
                    <a:pt x="264156" y="652504"/>
                  </a:lnTo>
                  <a:lnTo>
                    <a:pt x="264741" y="650584"/>
                  </a:lnTo>
                  <a:lnTo>
                    <a:pt x="265331" y="648665"/>
                  </a:lnTo>
                  <a:lnTo>
                    <a:pt x="265925" y="646746"/>
                  </a:lnTo>
                  <a:lnTo>
                    <a:pt x="266523" y="644827"/>
                  </a:lnTo>
                  <a:lnTo>
                    <a:pt x="267122" y="642908"/>
                  </a:lnTo>
                  <a:lnTo>
                    <a:pt x="267722" y="640989"/>
                  </a:lnTo>
                  <a:lnTo>
                    <a:pt x="268320" y="639070"/>
                  </a:lnTo>
                  <a:lnTo>
                    <a:pt x="268915" y="637151"/>
                  </a:lnTo>
                  <a:lnTo>
                    <a:pt x="269504" y="635231"/>
                  </a:lnTo>
                  <a:lnTo>
                    <a:pt x="270086" y="633312"/>
                  </a:lnTo>
                  <a:lnTo>
                    <a:pt x="270659" y="631393"/>
                  </a:lnTo>
                  <a:lnTo>
                    <a:pt x="271219" y="629474"/>
                  </a:lnTo>
                  <a:lnTo>
                    <a:pt x="271766" y="627555"/>
                  </a:lnTo>
                  <a:lnTo>
                    <a:pt x="272299" y="625636"/>
                  </a:lnTo>
                  <a:lnTo>
                    <a:pt x="272817" y="623717"/>
                  </a:lnTo>
                  <a:lnTo>
                    <a:pt x="273320" y="621797"/>
                  </a:lnTo>
                  <a:lnTo>
                    <a:pt x="273806" y="619878"/>
                  </a:lnTo>
                  <a:lnTo>
                    <a:pt x="274274" y="617959"/>
                  </a:lnTo>
                  <a:lnTo>
                    <a:pt x="274726" y="616040"/>
                  </a:lnTo>
                  <a:lnTo>
                    <a:pt x="275165" y="614121"/>
                  </a:lnTo>
                  <a:lnTo>
                    <a:pt x="275591" y="612202"/>
                  </a:lnTo>
                  <a:lnTo>
                    <a:pt x="276005" y="610283"/>
                  </a:lnTo>
                  <a:lnTo>
                    <a:pt x="276408" y="608364"/>
                  </a:lnTo>
                  <a:lnTo>
                    <a:pt x="276804" y="606444"/>
                  </a:lnTo>
                  <a:lnTo>
                    <a:pt x="277195" y="604525"/>
                  </a:lnTo>
                  <a:lnTo>
                    <a:pt x="277584" y="602606"/>
                  </a:lnTo>
                  <a:lnTo>
                    <a:pt x="277973" y="600687"/>
                  </a:lnTo>
                  <a:lnTo>
                    <a:pt x="278364" y="598768"/>
                  </a:lnTo>
                  <a:lnTo>
                    <a:pt x="278762" y="596849"/>
                  </a:lnTo>
                  <a:lnTo>
                    <a:pt x="279167" y="594930"/>
                  </a:lnTo>
                  <a:lnTo>
                    <a:pt x="279582" y="593011"/>
                  </a:lnTo>
                  <a:lnTo>
                    <a:pt x="280009" y="591091"/>
                  </a:lnTo>
                  <a:lnTo>
                    <a:pt x="280448" y="589172"/>
                  </a:lnTo>
                  <a:lnTo>
                    <a:pt x="280904" y="587253"/>
                  </a:lnTo>
                  <a:lnTo>
                    <a:pt x="281377" y="585334"/>
                  </a:lnTo>
                  <a:lnTo>
                    <a:pt x="281866" y="583415"/>
                  </a:lnTo>
                  <a:lnTo>
                    <a:pt x="282372" y="581496"/>
                  </a:lnTo>
                  <a:lnTo>
                    <a:pt x="282894" y="579577"/>
                  </a:lnTo>
                  <a:lnTo>
                    <a:pt x="283431" y="577658"/>
                  </a:lnTo>
                  <a:lnTo>
                    <a:pt x="283987" y="575738"/>
                  </a:lnTo>
                  <a:lnTo>
                    <a:pt x="284558" y="573819"/>
                  </a:lnTo>
                  <a:lnTo>
                    <a:pt x="285141" y="571900"/>
                  </a:lnTo>
                  <a:lnTo>
                    <a:pt x="285735" y="569981"/>
                  </a:lnTo>
                  <a:lnTo>
                    <a:pt x="286338" y="568062"/>
                  </a:lnTo>
                  <a:lnTo>
                    <a:pt x="286949" y="566143"/>
                  </a:lnTo>
                  <a:lnTo>
                    <a:pt x="287567" y="564224"/>
                  </a:lnTo>
                  <a:lnTo>
                    <a:pt x="288187" y="562304"/>
                  </a:lnTo>
                  <a:lnTo>
                    <a:pt x="288809" y="560385"/>
                  </a:lnTo>
                  <a:lnTo>
                    <a:pt x="289428" y="558466"/>
                  </a:lnTo>
                  <a:lnTo>
                    <a:pt x="290045" y="556547"/>
                  </a:lnTo>
                  <a:lnTo>
                    <a:pt x="290656" y="554628"/>
                  </a:lnTo>
                  <a:lnTo>
                    <a:pt x="291257" y="552709"/>
                  </a:lnTo>
                  <a:lnTo>
                    <a:pt x="291849" y="550790"/>
                  </a:lnTo>
                  <a:lnTo>
                    <a:pt x="292429" y="548871"/>
                  </a:lnTo>
                  <a:lnTo>
                    <a:pt x="292996" y="546951"/>
                  </a:lnTo>
                  <a:lnTo>
                    <a:pt x="293549" y="545032"/>
                  </a:lnTo>
                  <a:lnTo>
                    <a:pt x="294083" y="543113"/>
                  </a:lnTo>
                  <a:lnTo>
                    <a:pt x="294599" y="541194"/>
                  </a:lnTo>
                  <a:lnTo>
                    <a:pt x="295097" y="539275"/>
                  </a:lnTo>
                  <a:lnTo>
                    <a:pt x="295576" y="537356"/>
                  </a:lnTo>
                  <a:lnTo>
                    <a:pt x="296036" y="535437"/>
                  </a:lnTo>
                  <a:lnTo>
                    <a:pt x="296475" y="533518"/>
                  </a:lnTo>
                  <a:lnTo>
                    <a:pt x="296890" y="531598"/>
                  </a:lnTo>
                  <a:lnTo>
                    <a:pt x="297286" y="529679"/>
                  </a:lnTo>
                  <a:lnTo>
                    <a:pt x="297661" y="527760"/>
                  </a:lnTo>
                  <a:lnTo>
                    <a:pt x="298016" y="525841"/>
                  </a:lnTo>
                  <a:lnTo>
                    <a:pt x="298352" y="523922"/>
                  </a:lnTo>
                  <a:lnTo>
                    <a:pt x="298666" y="522003"/>
                  </a:lnTo>
                  <a:lnTo>
                    <a:pt x="298959" y="520084"/>
                  </a:lnTo>
                  <a:lnTo>
                    <a:pt x="299233" y="518164"/>
                  </a:lnTo>
                  <a:lnTo>
                    <a:pt x="299490" y="516245"/>
                  </a:lnTo>
                  <a:lnTo>
                    <a:pt x="299729" y="514326"/>
                  </a:lnTo>
                  <a:lnTo>
                    <a:pt x="299951" y="512407"/>
                  </a:lnTo>
                  <a:lnTo>
                    <a:pt x="300152" y="510488"/>
                  </a:lnTo>
                  <a:lnTo>
                    <a:pt x="300337" y="508569"/>
                  </a:lnTo>
                  <a:lnTo>
                    <a:pt x="300505" y="506650"/>
                  </a:lnTo>
                  <a:lnTo>
                    <a:pt x="300658" y="504731"/>
                  </a:lnTo>
                  <a:lnTo>
                    <a:pt x="300796" y="502811"/>
                  </a:lnTo>
                  <a:lnTo>
                    <a:pt x="300918" y="500892"/>
                  </a:lnTo>
                  <a:lnTo>
                    <a:pt x="301021" y="498973"/>
                  </a:lnTo>
                  <a:lnTo>
                    <a:pt x="301110" y="497054"/>
                  </a:lnTo>
                  <a:lnTo>
                    <a:pt x="301183" y="495135"/>
                  </a:lnTo>
                  <a:lnTo>
                    <a:pt x="301241" y="493216"/>
                  </a:lnTo>
                  <a:lnTo>
                    <a:pt x="301284" y="491297"/>
                  </a:lnTo>
                  <a:lnTo>
                    <a:pt x="301309" y="489378"/>
                  </a:lnTo>
                  <a:lnTo>
                    <a:pt x="301317" y="487458"/>
                  </a:lnTo>
                  <a:lnTo>
                    <a:pt x="301308" y="485539"/>
                  </a:lnTo>
                  <a:lnTo>
                    <a:pt x="301283" y="483620"/>
                  </a:lnTo>
                  <a:lnTo>
                    <a:pt x="301242" y="481701"/>
                  </a:lnTo>
                  <a:lnTo>
                    <a:pt x="301185" y="479782"/>
                  </a:lnTo>
                  <a:lnTo>
                    <a:pt x="301107" y="477863"/>
                  </a:lnTo>
                  <a:lnTo>
                    <a:pt x="301011" y="475944"/>
                  </a:lnTo>
                  <a:lnTo>
                    <a:pt x="300899" y="474025"/>
                  </a:lnTo>
                  <a:lnTo>
                    <a:pt x="300770" y="472105"/>
                  </a:lnTo>
                  <a:lnTo>
                    <a:pt x="300625" y="470186"/>
                  </a:lnTo>
                  <a:lnTo>
                    <a:pt x="300463" y="468267"/>
                  </a:lnTo>
                  <a:lnTo>
                    <a:pt x="300283" y="466348"/>
                  </a:lnTo>
                  <a:lnTo>
                    <a:pt x="300089" y="464429"/>
                  </a:lnTo>
                  <a:lnTo>
                    <a:pt x="299882" y="462510"/>
                  </a:lnTo>
                  <a:lnTo>
                    <a:pt x="299662" y="460591"/>
                  </a:lnTo>
                  <a:lnTo>
                    <a:pt x="299433" y="458671"/>
                  </a:lnTo>
                  <a:lnTo>
                    <a:pt x="299192" y="456752"/>
                  </a:lnTo>
                  <a:lnTo>
                    <a:pt x="298944" y="454833"/>
                  </a:lnTo>
                  <a:lnTo>
                    <a:pt x="298691" y="452914"/>
                  </a:lnTo>
                  <a:lnTo>
                    <a:pt x="298435" y="450995"/>
                  </a:lnTo>
                  <a:lnTo>
                    <a:pt x="298178" y="449076"/>
                  </a:lnTo>
                  <a:lnTo>
                    <a:pt x="297922" y="447157"/>
                  </a:lnTo>
                  <a:lnTo>
                    <a:pt x="297670" y="445238"/>
                  </a:lnTo>
                  <a:lnTo>
                    <a:pt x="297425" y="443318"/>
                  </a:lnTo>
                  <a:lnTo>
                    <a:pt x="297188" y="441399"/>
                  </a:lnTo>
                  <a:lnTo>
                    <a:pt x="296961" y="439480"/>
                  </a:lnTo>
                  <a:lnTo>
                    <a:pt x="296746" y="437561"/>
                  </a:lnTo>
                  <a:lnTo>
                    <a:pt x="296545" y="435642"/>
                  </a:lnTo>
                  <a:lnTo>
                    <a:pt x="296362" y="433723"/>
                  </a:lnTo>
                  <a:lnTo>
                    <a:pt x="296196" y="431804"/>
                  </a:lnTo>
                  <a:lnTo>
                    <a:pt x="296048" y="429885"/>
                  </a:lnTo>
                  <a:lnTo>
                    <a:pt x="295917" y="427965"/>
                  </a:lnTo>
                  <a:lnTo>
                    <a:pt x="295805" y="426046"/>
                  </a:lnTo>
                  <a:lnTo>
                    <a:pt x="295714" y="424127"/>
                  </a:lnTo>
                  <a:lnTo>
                    <a:pt x="295643" y="422208"/>
                  </a:lnTo>
                  <a:lnTo>
                    <a:pt x="295589" y="420289"/>
                  </a:lnTo>
                  <a:lnTo>
                    <a:pt x="295552" y="418370"/>
                  </a:lnTo>
                  <a:lnTo>
                    <a:pt x="295531" y="416451"/>
                  </a:lnTo>
                  <a:lnTo>
                    <a:pt x="295524" y="414531"/>
                  </a:lnTo>
                  <a:lnTo>
                    <a:pt x="295534" y="412612"/>
                  </a:lnTo>
                  <a:lnTo>
                    <a:pt x="295556" y="410693"/>
                  </a:lnTo>
                  <a:lnTo>
                    <a:pt x="295588" y="408774"/>
                  </a:lnTo>
                  <a:lnTo>
                    <a:pt x="295629" y="406855"/>
                  </a:lnTo>
                  <a:lnTo>
                    <a:pt x="295677" y="404936"/>
                  </a:lnTo>
                  <a:lnTo>
                    <a:pt x="295731" y="403017"/>
                  </a:lnTo>
                  <a:lnTo>
                    <a:pt x="295791" y="401098"/>
                  </a:lnTo>
                  <a:lnTo>
                    <a:pt x="295854" y="399178"/>
                  </a:lnTo>
                  <a:lnTo>
                    <a:pt x="295920" y="397259"/>
                  </a:lnTo>
                  <a:lnTo>
                    <a:pt x="295987" y="395340"/>
                  </a:lnTo>
                  <a:lnTo>
                    <a:pt x="296054" y="393421"/>
                  </a:lnTo>
                  <a:lnTo>
                    <a:pt x="296122" y="391502"/>
                  </a:lnTo>
                  <a:lnTo>
                    <a:pt x="296189" y="389583"/>
                  </a:lnTo>
                  <a:lnTo>
                    <a:pt x="296255" y="387664"/>
                  </a:lnTo>
                  <a:lnTo>
                    <a:pt x="296321" y="385745"/>
                  </a:lnTo>
                  <a:lnTo>
                    <a:pt x="296385" y="383825"/>
                  </a:lnTo>
                  <a:lnTo>
                    <a:pt x="296448" y="381906"/>
                  </a:lnTo>
                  <a:lnTo>
                    <a:pt x="296509" y="379987"/>
                  </a:lnTo>
                  <a:lnTo>
                    <a:pt x="296568" y="378068"/>
                  </a:lnTo>
                  <a:lnTo>
                    <a:pt x="296626" y="376149"/>
                  </a:lnTo>
                  <a:lnTo>
                    <a:pt x="296683" y="374230"/>
                  </a:lnTo>
                  <a:lnTo>
                    <a:pt x="296738" y="372311"/>
                  </a:lnTo>
                  <a:lnTo>
                    <a:pt x="296792" y="370392"/>
                  </a:lnTo>
                  <a:lnTo>
                    <a:pt x="296844" y="368472"/>
                  </a:lnTo>
                  <a:lnTo>
                    <a:pt x="296894" y="366553"/>
                  </a:lnTo>
                  <a:lnTo>
                    <a:pt x="296943" y="364634"/>
                  </a:lnTo>
                  <a:lnTo>
                    <a:pt x="296990" y="362715"/>
                  </a:lnTo>
                  <a:lnTo>
                    <a:pt x="297035" y="360796"/>
                  </a:lnTo>
                  <a:lnTo>
                    <a:pt x="297079" y="358877"/>
                  </a:lnTo>
                  <a:lnTo>
                    <a:pt x="297120" y="356958"/>
                  </a:lnTo>
                  <a:lnTo>
                    <a:pt x="297161" y="355038"/>
                  </a:lnTo>
                  <a:lnTo>
                    <a:pt x="297200" y="353119"/>
                  </a:lnTo>
                  <a:lnTo>
                    <a:pt x="297238" y="351200"/>
                  </a:lnTo>
                  <a:lnTo>
                    <a:pt x="297276" y="349281"/>
                  </a:lnTo>
                  <a:lnTo>
                    <a:pt x="297313" y="347362"/>
                  </a:lnTo>
                  <a:lnTo>
                    <a:pt x="297351" y="345443"/>
                  </a:lnTo>
                  <a:lnTo>
                    <a:pt x="297391" y="343524"/>
                  </a:lnTo>
                  <a:lnTo>
                    <a:pt x="297432" y="341605"/>
                  </a:lnTo>
                  <a:lnTo>
                    <a:pt x="297476" y="339685"/>
                  </a:lnTo>
                  <a:lnTo>
                    <a:pt x="297523" y="337766"/>
                  </a:lnTo>
                  <a:lnTo>
                    <a:pt x="297576" y="335847"/>
                  </a:lnTo>
                  <a:lnTo>
                    <a:pt x="297633" y="333928"/>
                  </a:lnTo>
                  <a:lnTo>
                    <a:pt x="297697" y="332009"/>
                  </a:lnTo>
                  <a:lnTo>
                    <a:pt x="297767" y="330090"/>
                  </a:lnTo>
                  <a:lnTo>
                    <a:pt x="297844" y="328171"/>
                  </a:lnTo>
                  <a:lnTo>
                    <a:pt x="297930" y="326252"/>
                  </a:lnTo>
                  <a:lnTo>
                    <a:pt x="298025" y="324332"/>
                  </a:lnTo>
                  <a:lnTo>
                    <a:pt x="298128" y="322413"/>
                  </a:lnTo>
                  <a:lnTo>
                    <a:pt x="298241" y="320494"/>
                  </a:lnTo>
                  <a:lnTo>
                    <a:pt x="298362" y="318575"/>
                  </a:lnTo>
                  <a:lnTo>
                    <a:pt x="298492" y="316656"/>
                  </a:lnTo>
                  <a:lnTo>
                    <a:pt x="298632" y="314737"/>
                  </a:lnTo>
                  <a:lnTo>
                    <a:pt x="298780" y="312818"/>
                  </a:lnTo>
                  <a:lnTo>
                    <a:pt x="298936" y="310898"/>
                  </a:lnTo>
                  <a:lnTo>
                    <a:pt x="299099" y="308979"/>
                  </a:lnTo>
                  <a:lnTo>
                    <a:pt x="299268" y="307060"/>
                  </a:lnTo>
                  <a:lnTo>
                    <a:pt x="299444" y="305141"/>
                  </a:lnTo>
                  <a:lnTo>
                    <a:pt x="299624" y="303222"/>
                  </a:lnTo>
                  <a:lnTo>
                    <a:pt x="299808" y="301303"/>
                  </a:lnTo>
                  <a:lnTo>
                    <a:pt x="299995" y="299384"/>
                  </a:lnTo>
                  <a:lnTo>
                    <a:pt x="300184" y="297465"/>
                  </a:lnTo>
                  <a:lnTo>
                    <a:pt x="300374" y="295545"/>
                  </a:lnTo>
                  <a:lnTo>
                    <a:pt x="300565" y="293626"/>
                  </a:lnTo>
                  <a:lnTo>
                    <a:pt x="300754" y="291707"/>
                  </a:lnTo>
                  <a:lnTo>
                    <a:pt x="300943" y="289788"/>
                  </a:lnTo>
                  <a:lnTo>
                    <a:pt x="301129" y="287869"/>
                  </a:lnTo>
                  <a:lnTo>
                    <a:pt x="301312" y="285950"/>
                  </a:lnTo>
                  <a:lnTo>
                    <a:pt x="301492" y="284031"/>
                  </a:lnTo>
                  <a:lnTo>
                    <a:pt x="301667" y="282112"/>
                  </a:lnTo>
                  <a:lnTo>
                    <a:pt x="301837" y="280192"/>
                  </a:lnTo>
                  <a:lnTo>
                    <a:pt x="302003" y="278273"/>
                  </a:lnTo>
                  <a:lnTo>
                    <a:pt x="302164" y="276354"/>
                  </a:lnTo>
                  <a:lnTo>
                    <a:pt x="302319" y="274435"/>
                  </a:lnTo>
                  <a:lnTo>
                    <a:pt x="302467" y="272516"/>
                  </a:lnTo>
                  <a:lnTo>
                    <a:pt x="302609" y="270597"/>
                  </a:lnTo>
                  <a:lnTo>
                    <a:pt x="302744" y="268678"/>
                  </a:lnTo>
                  <a:lnTo>
                    <a:pt x="302873" y="266759"/>
                  </a:lnTo>
                  <a:lnTo>
                    <a:pt x="302995" y="264839"/>
                  </a:lnTo>
                  <a:lnTo>
                    <a:pt x="303110" y="262920"/>
                  </a:lnTo>
                  <a:lnTo>
                    <a:pt x="303216" y="261001"/>
                  </a:lnTo>
                  <a:lnTo>
                    <a:pt x="303315" y="259082"/>
                  </a:lnTo>
                  <a:lnTo>
                    <a:pt x="303406" y="257163"/>
                  </a:lnTo>
                  <a:lnTo>
                    <a:pt x="303491" y="255244"/>
                  </a:lnTo>
                  <a:lnTo>
                    <a:pt x="303567" y="253325"/>
                  </a:lnTo>
                  <a:lnTo>
                    <a:pt x="303636" y="251405"/>
                  </a:lnTo>
                  <a:lnTo>
                    <a:pt x="303696" y="249486"/>
                  </a:lnTo>
                  <a:lnTo>
                    <a:pt x="303749" y="247567"/>
                  </a:lnTo>
                  <a:lnTo>
                    <a:pt x="303794" y="245648"/>
                  </a:lnTo>
                  <a:lnTo>
                    <a:pt x="303832" y="243729"/>
                  </a:lnTo>
                  <a:lnTo>
                    <a:pt x="303863" y="241810"/>
                  </a:lnTo>
                  <a:lnTo>
                    <a:pt x="303887" y="239891"/>
                  </a:lnTo>
                  <a:lnTo>
                    <a:pt x="303904" y="237972"/>
                  </a:lnTo>
                  <a:lnTo>
                    <a:pt x="303914" y="236052"/>
                  </a:lnTo>
                  <a:lnTo>
                    <a:pt x="303919" y="234133"/>
                  </a:lnTo>
                  <a:lnTo>
                    <a:pt x="303919" y="232214"/>
                  </a:lnTo>
                  <a:lnTo>
                    <a:pt x="303914" y="230295"/>
                  </a:lnTo>
                  <a:lnTo>
                    <a:pt x="303904" y="228376"/>
                  </a:lnTo>
                  <a:lnTo>
                    <a:pt x="303890" y="226457"/>
                  </a:lnTo>
                  <a:lnTo>
                    <a:pt x="303873" y="224538"/>
                  </a:lnTo>
                  <a:lnTo>
                    <a:pt x="303852" y="222619"/>
                  </a:lnTo>
                  <a:lnTo>
                    <a:pt x="303830" y="220699"/>
                  </a:lnTo>
                  <a:lnTo>
                    <a:pt x="303805" y="218780"/>
                  </a:lnTo>
                  <a:lnTo>
                    <a:pt x="303779" y="216861"/>
                  </a:lnTo>
                  <a:lnTo>
                    <a:pt x="303752" y="214942"/>
                  </a:lnTo>
                  <a:lnTo>
                    <a:pt x="303724" y="213023"/>
                  </a:lnTo>
                  <a:lnTo>
                    <a:pt x="303696" y="211104"/>
                  </a:lnTo>
                  <a:lnTo>
                    <a:pt x="303669" y="209185"/>
                  </a:lnTo>
                  <a:lnTo>
                    <a:pt x="303641" y="207265"/>
                  </a:lnTo>
                  <a:lnTo>
                    <a:pt x="303615" y="205346"/>
                  </a:lnTo>
                  <a:lnTo>
                    <a:pt x="303589" y="203427"/>
                  </a:lnTo>
                  <a:lnTo>
                    <a:pt x="303565" y="201508"/>
                  </a:lnTo>
                  <a:lnTo>
                    <a:pt x="303542" y="199589"/>
                  </a:lnTo>
                  <a:lnTo>
                    <a:pt x="303520" y="197670"/>
                  </a:lnTo>
                  <a:lnTo>
                    <a:pt x="303500" y="195751"/>
                  </a:lnTo>
                  <a:lnTo>
                    <a:pt x="303482" y="193832"/>
                  </a:lnTo>
                  <a:lnTo>
                    <a:pt x="303466" y="191912"/>
                  </a:lnTo>
                  <a:lnTo>
                    <a:pt x="303452" y="189993"/>
                  </a:lnTo>
                  <a:lnTo>
                    <a:pt x="303440" y="188074"/>
                  </a:lnTo>
                  <a:lnTo>
                    <a:pt x="303429" y="186155"/>
                  </a:lnTo>
                  <a:lnTo>
                    <a:pt x="303421" y="184236"/>
                  </a:lnTo>
                  <a:lnTo>
                    <a:pt x="303416" y="182317"/>
                  </a:lnTo>
                  <a:lnTo>
                    <a:pt x="303412" y="180398"/>
                  </a:lnTo>
                  <a:lnTo>
                    <a:pt x="303411" y="178479"/>
                  </a:lnTo>
                  <a:lnTo>
                    <a:pt x="303411" y="176559"/>
                  </a:lnTo>
                  <a:lnTo>
                    <a:pt x="303414" y="174640"/>
                  </a:lnTo>
                  <a:lnTo>
                    <a:pt x="303420" y="172721"/>
                  </a:lnTo>
                  <a:lnTo>
                    <a:pt x="303427" y="170802"/>
                  </a:lnTo>
                  <a:lnTo>
                    <a:pt x="303436" y="168883"/>
                  </a:lnTo>
                  <a:lnTo>
                    <a:pt x="303447" y="166964"/>
                  </a:lnTo>
                  <a:lnTo>
                    <a:pt x="303460" y="165045"/>
                  </a:lnTo>
                  <a:lnTo>
                    <a:pt x="303475" y="163126"/>
                  </a:lnTo>
                  <a:lnTo>
                    <a:pt x="303491" y="161206"/>
                  </a:lnTo>
                  <a:lnTo>
                    <a:pt x="303508" y="159287"/>
                  </a:lnTo>
                  <a:lnTo>
                    <a:pt x="303526" y="157368"/>
                  </a:lnTo>
                  <a:lnTo>
                    <a:pt x="303545" y="155449"/>
                  </a:lnTo>
                  <a:lnTo>
                    <a:pt x="303563" y="153530"/>
                  </a:lnTo>
                  <a:lnTo>
                    <a:pt x="303581" y="151611"/>
                  </a:lnTo>
                  <a:lnTo>
                    <a:pt x="303599" y="149692"/>
                  </a:lnTo>
                  <a:lnTo>
                    <a:pt x="303615" y="147772"/>
                  </a:lnTo>
                  <a:lnTo>
                    <a:pt x="303629" y="145853"/>
                  </a:lnTo>
                  <a:lnTo>
                    <a:pt x="303642" y="143934"/>
                  </a:lnTo>
                  <a:lnTo>
                    <a:pt x="303651" y="142015"/>
                  </a:lnTo>
                  <a:lnTo>
                    <a:pt x="303658" y="140096"/>
                  </a:lnTo>
                  <a:lnTo>
                    <a:pt x="303661" y="138177"/>
                  </a:lnTo>
                  <a:lnTo>
                    <a:pt x="303660" y="136258"/>
                  </a:lnTo>
                  <a:lnTo>
                    <a:pt x="303655" y="134339"/>
                  </a:lnTo>
                  <a:lnTo>
                    <a:pt x="303646" y="132419"/>
                  </a:lnTo>
                  <a:lnTo>
                    <a:pt x="303632" y="130500"/>
                  </a:lnTo>
                  <a:lnTo>
                    <a:pt x="303613" y="128581"/>
                  </a:lnTo>
                  <a:lnTo>
                    <a:pt x="303590" y="126662"/>
                  </a:lnTo>
                  <a:lnTo>
                    <a:pt x="303562" y="124743"/>
                  </a:lnTo>
                  <a:lnTo>
                    <a:pt x="303530" y="122824"/>
                  </a:lnTo>
                  <a:lnTo>
                    <a:pt x="303494" y="120905"/>
                  </a:lnTo>
                  <a:lnTo>
                    <a:pt x="303453" y="118986"/>
                  </a:lnTo>
                  <a:lnTo>
                    <a:pt x="303410" y="117066"/>
                  </a:lnTo>
                  <a:lnTo>
                    <a:pt x="303364" y="115147"/>
                  </a:lnTo>
                  <a:lnTo>
                    <a:pt x="303317" y="113228"/>
                  </a:lnTo>
                  <a:lnTo>
                    <a:pt x="303268" y="111309"/>
                  </a:lnTo>
                  <a:lnTo>
                    <a:pt x="303219" y="109390"/>
                  </a:lnTo>
                  <a:lnTo>
                    <a:pt x="303170" y="107471"/>
                  </a:lnTo>
                  <a:lnTo>
                    <a:pt x="303124" y="105552"/>
                  </a:lnTo>
                  <a:lnTo>
                    <a:pt x="303079" y="103632"/>
                  </a:lnTo>
                  <a:lnTo>
                    <a:pt x="303037" y="101713"/>
                  </a:lnTo>
                  <a:lnTo>
                    <a:pt x="302999" y="99794"/>
                  </a:lnTo>
                  <a:lnTo>
                    <a:pt x="302967" y="97875"/>
                  </a:lnTo>
                  <a:lnTo>
                    <a:pt x="302940" y="95956"/>
                  </a:lnTo>
                  <a:lnTo>
                    <a:pt x="302919" y="94037"/>
                  </a:lnTo>
                  <a:lnTo>
                    <a:pt x="302905" y="92118"/>
                  </a:lnTo>
                  <a:lnTo>
                    <a:pt x="302898" y="90199"/>
                  </a:lnTo>
                  <a:lnTo>
                    <a:pt x="302898" y="88279"/>
                  </a:lnTo>
                  <a:lnTo>
                    <a:pt x="302908" y="86360"/>
                  </a:lnTo>
                  <a:lnTo>
                    <a:pt x="302924" y="84441"/>
                  </a:lnTo>
                  <a:lnTo>
                    <a:pt x="302949" y="82522"/>
                  </a:lnTo>
                  <a:lnTo>
                    <a:pt x="302980" y="80603"/>
                  </a:lnTo>
                  <a:lnTo>
                    <a:pt x="303019" y="78684"/>
                  </a:lnTo>
                  <a:lnTo>
                    <a:pt x="303066" y="76765"/>
                  </a:lnTo>
                  <a:lnTo>
                    <a:pt x="303119" y="74846"/>
                  </a:lnTo>
                  <a:lnTo>
                    <a:pt x="303178" y="72926"/>
                  </a:lnTo>
                  <a:lnTo>
                    <a:pt x="303242" y="71007"/>
                  </a:lnTo>
                  <a:lnTo>
                    <a:pt x="303310" y="69088"/>
                  </a:lnTo>
                  <a:lnTo>
                    <a:pt x="303382" y="67169"/>
                  </a:lnTo>
                  <a:lnTo>
                    <a:pt x="303457" y="65250"/>
                  </a:lnTo>
                  <a:lnTo>
                    <a:pt x="303534" y="63331"/>
                  </a:lnTo>
                  <a:lnTo>
                    <a:pt x="303613" y="61412"/>
                  </a:lnTo>
                  <a:lnTo>
                    <a:pt x="303691" y="59493"/>
                  </a:lnTo>
                  <a:lnTo>
                    <a:pt x="303770" y="57573"/>
                  </a:lnTo>
                  <a:lnTo>
                    <a:pt x="303848" y="55654"/>
                  </a:lnTo>
                  <a:lnTo>
                    <a:pt x="303924" y="53735"/>
                  </a:lnTo>
                  <a:lnTo>
                    <a:pt x="303998" y="51816"/>
                  </a:lnTo>
                  <a:lnTo>
                    <a:pt x="304070" y="49897"/>
                  </a:lnTo>
                  <a:lnTo>
                    <a:pt x="304138" y="47978"/>
                  </a:lnTo>
                  <a:lnTo>
                    <a:pt x="304204" y="46059"/>
                  </a:lnTo>
                  <a:lnTo>
                    <a:pt x="304265" y="44139"/>
                  </a:lnTo>
                  <a:lnTo>
                    <a:pt x="304322" y="42220"/>
                  </a:lnTo>
                  <a:lnTo>
                    <a:pt x="304376" y="40301"/>
                  </a:lnTo>
                  <a:lnTo>
                    <a:pt x="304425" y="38382"/>
                  </a:lnTo>
                  <a:lnTo>
                    <a:pt x="304471" y="36463"/>
                  </a:lnTo>
                  <a:lnTo>
                    <a:pt x="304513" y="34544"/>
                  </a:lnTo>
                  <a:lnTo>
                    <a:pt x="304550" y="32625"/>
                  </a:lnTo>
                  <a:lnTo>
                    <a:pt x="304584" y="30706"/>
                  </a:lnTo>
                  <a:lnTo>
                    <a:pt x="304614" y="28786"/>
                  </a:lnTo>
                  <a:lnTo>
                    <a:pt x="304642" y="26867"/>
                  </a:lnTo>
                  <a:lnTo>
                    <a:pt x="304666" y="24948"/>
                  </a:lnTo>
                  <a:lnTo>
                    <a:pt x="304687" y="23029"/>
                  </a:lnTo>
                  <a:lnTo>
                    <a:pt x="304705" y="21110"/>
                  </a:lnTo>
                  <a:lnTo>
                    <a:pt x="304721" y="19191"/>
                  </a:lnTo>
                  <a:lnTo>
                    <a:pt x="304735" y="17272"/>
                  </a:lnTo>
                  <a:lnTo>
                    <a:pt x="304747" y="15353"/>
                  </a:lnTo>
                  <a:lnTo>
                    <a:pt x="304758" y="13433"/>
                  </a:lnTo>
                  <a:lnTo>
                    <a:pt x="304766" y="11514"/>
                  </a:lnTo>
                  <a:lnTo>
                    <a:pt x="304774" y="9595"/>
                  </a:lnTo>
                  <a:lnTo>
                    <a:pt x="304780" y="7676"/>
                  </a:lnTo>
                  <a:lnTo>
                    <a:pt x="304785" y="5757"/>
                  </a:lnTo>
                  <a:lnTo>
                    <a:pt x="304789" y="3838"/>
                  </a:lnTo>
                  <a:lnTo>
                    <a:pt x="304793" y="1919"/>
                  </a:lnTo>
                  <a:lnTo>
                    <a:pt x="304819" y="0"/>
                  </a:lnTo>
                  <a:lnTo>
                    <a:pt x="304822" y="1919"/>
                  </a:lnTo>
                  <a:lnTo>
                    <a:pt x="304825" y="3838"/>
                  </a:lnTo>
                  <a:lnTo>
                    <a:pt x="304829" y="5757"/>
                  </a:lnTo>
                  <a:lnTo>
                    <a:pt x="304835" y="7676"/>
                  </a:lnTo>
                  <a:lnTo>
                    <a:pt x="304841" y="9595"/>
                  </a:lnTo>
                  <a:lnTo>
                    <a:pt x="304848" y="11514"/>
                  </a:lnTo>
                  <a:lnTo>
                    <a:pt x="304857" y="13433"/>
                  </a:lnTo>
                  <a:lnTo>
                    <a:pt x="304867" y="15353"/>
                  </a:lnTo>
                  <a:lnTo>
                    <a:pt x="304879" y="17272"/>
                  </a:lnTo>
                  <a:lnTo>
                    <a:pt x="304893" y="19191"/>
                  </a:lnTo>
                  <a:lnTo>
                    <a:pt x="304909" y="21110"/>
                  </a:lnTo>
                  <a:lnTo>
                    <a:pt x="304927" y="23029"/>
                  </a:lnTo>
                  <a:lnTo>
                    <a:pt x="304948" y="24948"/>
                  </a:lnTo>
                  <a:lnTo>
                    <a:pt x="304973" y="26867"/>
                  </a:lnTo>
                  <a:lnTo>
                    <a:pt x="305000" y="28786"/>
                  </a:lnTo>
                  <a:lnTo>
                    <a:pt x="305030" y="30706"/>
                  </a:lnTo>
                  <a:lnTo>
                    <a:pt x="305064" y="32625"/>
                  </a:lnTo>
                  <a:lnTo>
                    <a:pt x="305101" y="34544"/>
                  </a:lnTo>
                  <a:lnTo>
                    <a:pt x="305143" y="36463"/>
                  </a:lnTo>
                  <a:lnTo>
                    <a:pt x="305189" y="38382"/>
                  </a:lnTo>
                  <a:lnTo>
                    <a:pt x="305239" y="40301"/>
                  </a:lnTo>
                  <a:lnTo>
                    <a:pt x="305292" y="42220"/>
                  </a:lnTo>
                  <a:lnTo>
                    <a:pt x="305349" y="44139"/>
                  </a:lnTo>
                  <a:lnTo>
                    <a:pt x="305411" y="46059"/>
                  </a:lnTo>
                  <a:lnTo>
                    <a:pt x="305476" y="47978"/>
                  </a:lnTo>
                  <a:lnTo>
                    <a:pt x="305545" y="49897"/>
                  </a:lnTo>
                  <a:lnTo>
                    <a:pt x="305616" y="51816"/>
                  </a:lnTo>
                  <a:lnTo>
                    <a:pt x="305690" y="53735"/>
                  </a:lnTo>
                  <a:lnTo>
                    <a:pt x="305766" y="55654"/>
                  </a:lnTo>
                  <a:lnTo>
                    <a:pt x="305844" y="57573"/>
                  </a:lnTo>
                  <a:lnTo>
                    <a:pt x="305923" y="59493"/>
                  </a:lnTo>
                  <a:lnTo>
                    <a:pt x="306002" y="61412"/>
                  </a:lnTo>
                  <a:lnTo>
                    <a:pt x="306080" y="63331"/>
                  </a:lnTo>
                  <a:lnTo>
                    <a:pt x="306157" y="65250"/>
                  </a:lnTo>
                  <a:lnTo>
                    <a:pt x="306233" y="67169"/>
                  </a:lnTo>
                  <a:lnTo>
                    <a:pt x="306304" y="69088"/>
                  </a:lnTo>
                  <a:lnTo>
                    <a:pt x="306372" y="71007"/>
                  </a:lnTo>
                  <a:lnTo>
                    <a:pt x="306436" y="72926"/>
                  </a:lnTo>
                  <a:lnTo>
                    <a:pt x="306495" y="74846"/>
                  </a:lnTo>
                  <a:lnTo>
                    <a:pt x="306548" y="76765"/>
                  </a:lnTo>
                  <a:lnTo>
                    <a:pt x="306595" y="78684"/>
                  </a:lnTo>
                  <a:lnTo>
                    <a:pt x="306634" y="80603"/>
                  </a:lnTo>
                  <a:lnTo>
                    <a:pt x="306665" y="82522"/>
                  </a:lnTo>
                  <a:lnTo>
                    <a:pt x="306690" y="84441"/>
                  </a:lnTo>
                  <a:lnTo>
                    <a:pt x="306707" y="86360"/>
                  </a:lnTo>
                  <a:lnTo>
                    <a:pt x="306716" y="88279"/>
                  </a:lnTo>
                  <a:lnTo>
                    <a:pt x="306716" y="90199"/>
                  </a:lnTo>
                  <a:lnTo>
                    <a:pt x="306709" y="92118"/>
                  </a:lnTo>
                  <a:lnTo>
                    <a:pt x="306695" y="94037"/>
                  </a:lnTo>
                  <a:lnTo>
                    <a:pt x="306674" y="95956"/>
                  </a:lnTo>
                  <a:lnTo>
                    <a:pt x="306648" y="97875"/>
                  </a:lnTo>
                  <a:lnTo>
                    <a:pt x="306615" y="99794"/>
                  </a:lnTo>
                  <a:lnTo>
                    <a:pt x="306577" y="101713"/>
                  </a:lnTo>
                  <a:lnTo>
                    <a:pt x="306535" y="103632"/>
                  </a:lnTo>
                  <a:lnTo>
                    <a:pt x="306491" y="105552"/>
                  </a:lnTo>
                  <a:lnTo>
                    <a:pt x="306444" y="107471"/>
                  </a:lnTo>
                  <a:lnTo>
                    <a:pt x="306395" y="109390"/>
                  </a:lnTo>
                  <a:lnTo>
                    <a:pt x="306346" y="111309"/>
                  </a:lnTo>
                  <a:lnTo>
                    <a:pt x="306297" y="113228"/>
                  </a:lnTo>
                  <a:lnTo>
                    <a:pt x="306250" y="115147"/>
                  </a:lnTo>
                  <a:lnTo>
                    <a:pt x="306204" y="117066"/>
                  </a:lnTo>
                  <a:lnTo>
                    <a:pt x="306161" y="118986"/>
                  </a:lnTo>
                  <a:lnTo>
                    <a:pt x="306120" y="120905"/>
                  </a:lnTo>
                  <a:lnTo>
                    <a:pt x="306084" y="122824"/>
                  </a:lnTo>
                  <a:lnTo>
                    <a:pt x="306052" y="124743"/>
                  </a:lnTo>
                  <a:lnTo>
                    <a:pt x="306024" y="126662"/>
                  </a:lnTo>
                  <a:lnTo>
                    <a:pt x="306001" y="128581"/>
                  </a:lnTo>
                  <a:lnTo>
                    <a:pt x="305982" y="130500"/>
                  </a:lnTo>
                  <a:lnTo>
                    <a:pt x="305968" y="132419"/>
                  </a:lnTo>
                  <a:lnTo>
                    <a:pt x="305959" y="134339"/>
                  </a:lnTo>
                  <a:lnTo>
                    <a:pt x="305954" y="136258"/>
                  </a:lnTo>
                  <a:lnTo>
                    <a:pt x="305954" y="138177"/>
                  </a:lnTo>
                  <a:lnTo>
                    <a:pt x="305956" y="140096"/>
                  </a:lnTo>
                  <a:lnTo>
                    <a:pt x="305963" y="142015"/>
                  </a:lnTo>
                  <a:lnTo>
                    <a:pt x="305973" y="143934"/>
                  </a:lnTo>
                  <a:lnTo>
                    <a:pt x="305985" y="145853"/>
                  </a:lnTo>
                  <a:lnTo>
                    <a:pt x="306000" y="147772"/>
                  </a:lnTo>
                  <a:lnTo>
                    <a:pt x="306016" y="149692"/>
                  </a:lnTo>
                  <a:lnTo>
                    <a:pt x="306033" y="151611"/>
                  </a:lnTo>
                  <a:lnTo>
                    <a:pt x="306051" y="153530"/>
                  </a:lnTo>
                  <a:lnTo>
                    <a:pt x="306070" y="155449"/>
                  </a:lnTo>
                  <a:lnTo>
                    <a:pt x="306088" y="157368"/>
                  </a:lnTo>
                  <a:lnTo>
                    <a:pt x="306106" y="159287"/>
                  </a:lnTo>
                  <a:lnTo>
                    <a:pt x="306123" y="161206"/>
                  </a:lnTo>
                  <a:lnTo>
                    <a:pt x="306139" y="163126"/>
                  </a:lnTo>
                  <a:lnTo>
                    <a:pt x="306154" y="165045"/>
                  </a:lnTo>
                  <a:lnTo>
                    <a:pt x="306167" y="166964"/>
                  </a:lnTo>
                  <a:lnTo>
                    <a:pt x="306178" y="168883"/>
                  </a:lnTo>
                  <a:lnTo>
                    <a:pt x="306187" y="170802"/>
                  </a:lnTo>
                  <a:lnTo>
                    <a:pt x="306195" y="172721"/>
                  </a:lnTo>
                  <a:lnTo>
                    <a:pt x="306200" y="174640"/>
                  </a:lnTo>
                  <a:lnTo>
                    <a:pt x="306203" y="176559"/>
                  </a:lnTo>
                  <a:lnTo>
                    <a:pt x="306204" y="178479"/>
                  </a:lnTo>
                  <a:lnTo>
                    <a:pt x="306202" y="180398"/>
                  </a:lnTo>
                  <a:lnTo>
                    <a:pt x="306199" y="182317"/>
                  </a:lnTo>
                  <a:lnTo>
                    <a:pt x="306193" y="184236"/>
                  </a:lnTo>
                  <a:lnTo>
                    <a:pt x="306185" y="186155"/>
                  </a:lnTo>
                  <a:lnTo>
                    <a:pt x="306175" y="188074"/>
                  </a:lnTo>
                  <a:lnTo>
                    <a:pt x="306162" y="189993"/>
                  </a:lnTo>
                  <a:lnTo>
                    <a:pt x="306148" y="191912"/>
                  </a:lnTo>
                  <a:lnTo>
                    <a:pt x="306132" y="193832"/>
                  </a:lnTo>
                  <a:lnTo>
                    <a:pt x="306114" y="195751"/>
                  </a:lnTo>
                  <a:lnTo>
                    <a:pt x="306094" y="197670"/>
                  </a:lnTo>
                  <a:lnTo>
                    <a:pt x="306073" y="199589"/>
                  </a:lnTo>
                  <a:lnTo>
                    <a:pt x="306049" y="201508"/>
                  </a:lnTo>
                  <a:lnTo>
                    <a:pt x="306025" y="203427"/>
                  </a:lnTo>
                  <a:lnTo>
                    <a:pt x="305999" y="205346"/>
                  </a:lnTo>
                  <a:lnTo>
                    <a:pt x="305973" y="207265"/>
                  </a:lnTo>
                  <a:lnTo>
                    <a:pt x="305946" y="209185"/>
                  </a:lnTo>
                  <a:lnTo>
                    <a:pt x="305918" y="211104"/>
                  </a:lnTo>
                  <a:lnTo>
                    <a:pt x="305890" y="213023"/>
                  </a:lnTo>
                  <a:lnTo>
                    <a:pt x="305862" y="214942"/>
                  </a:lnTo>
                  <a:lnTo>
                    <a:pt x="305835" y="216861"/>
                  </a:lnTo>
                  <a:lnTo>
                    <a:pt x="305809" y="218780"/>
                  </a:lnTo>
                  <a:lnTo>
                    <a:pt x="305784" y="220699"/>
                  </a:lnTo>
                  <a:lnTo>
                    <a:pt x="305762" y="222619"/>
                  </a:lnTo>
                  <a:lnTo>
                    <a:pt x="305742" y="224538"/>
                  </a:lnTo>
                  <a:lnTo>
                    <a:pt x="305724" y="226457"/>
                  </a:lnTo>
                  <a:lnTo>
                    <a:pt x="305710" y="228376"/>
                  </a:lnTo>
                  <a:lnTo>
                    <a:pt x="305700" y="230295"/>
                  </a:lnTo>
                  <a:lnTo>
                    <a:pt x="305695" y="232214"/>
                  </a:lnTo>
                  <a:lnTo>
                    <a:pt x="305695" y="234133"/>
                  </a:lnTo>
                  <a:lnTo>
                    <a:pt x="305700" y="236052"/>
                  </a:lnTo>
                  <a:lnTo>
                    <a:pt x="305711" y="237972"/>
                  </a:lnTo>
                  <a:lnTo>
                    <a:pt x="305727" y="239891"/>
                  </a:lnTo>
                  <a:lnTo>
                    <a:pt x="305751" y="241810"/>
                  </a:lnTo>
                  <a:lnTo>
                    <a:pt x="305782" y="243729"/>
                  </a:lnTo>
                  <a:lnTo>
                    <a:pt x="305820" y="245648"/>
                  </a:lnTo>
                  <a:lnTo>
                    <a:pt x="305866" y="247567"/>
                  </a:lnTo>
                  <a:lnTo>
                    <a:pt x="305918" y="249486"/>
                  </a:lnTo>
                  <a:lnTo>
                    <a:pt x="305978" y="251405"/>
                  </a:lnTo>
                  <a:lnTo>
                    <a:pt x="306047" y="253325"/>
                  </a:lnTo>
                  <a:lnTo>
                    <a:pt x="306124" y="255244"/>
                  </a:lnTo>
                  <a:lnTo>
                    <a:pt x="306208" y="257163"/>
                  </a:lnTo>
                  <a:lnTo>
                    <a:pt x="306299" y="259082"/>
                  </a:lnTo>
                  <a:lnTo>
                    <a:pt x="306398" y="261001"/>
                  </a:lnTo>
                  <a:lnTo>
                    <a:pt x="306505" y="262920"/>
                  </a:lnTo>
                  <a:lnTo>
                    <a:pt x="306620" y="264839"/>
                  </a:lnTo>
                  <a:lnTo>
                    <a:pt x="306742" y="266759"/>
                  </a:lnTo>
                  <a:lnTo>
                    <a:pt x="306870" y="268678"/>
                  </a:lnTo>
                  <a:lnTo>
                    <a:pt x="307005" y="270597"/>
                  </a:lnTo>
                  <a:lnTo>
                    <a:pt x="307147" y="272516"/>
                  </a:lnTo>
                  <a:lnTo>
                    <a:pt x="307296" y="274435"/>
                  </a:lnTo>
                  <a:lnTo>
                    <a:pt x="307451" y="276354"/>
                  </a:lnTo>
                  <a:lnTo>
                    <a:pt x="307611" y="278273"/>
                  </a:lnTo>
                  <a:lnTo>
                    <a:pt x="307777" y="280192"/>
                  </a:lnTo>
                  <a:lnTo>
                    <a:pt x="307947" y="282112"/>
                  </a:lnTo>
                  <a:lnTo>
                    <a:pt x="308123" y="284031"/>
                  </a:lnTo>
                  <a:lnTo>
                    <a:pt x="308302" y="285950"/>
                  </a:lnTo>
                  <a:lnTo>
                    <a:pt x="308486" y="287869"/>
                  </a:lnTo>
                  <a:lnTo>
                    <a:pt x="308672" y="289788"/>
                  </a:lnTo>
                  <a:lnTo>
                    <a:pt x="308860" y="291707"/>
                  </a:lnTo>
                  <a:lnTo>
                    <a:pt x="309049" y="293626"/>
                  </a:lnTo>
                  <a:lnTo>
                    <a:pt x="309240" y="295545"/>
                  </a:lnTo>
                  <a:lnTo>
                    <a:pt x="309430" y="297465"/>
                  </a:lnTo>
                  <a:lnTo>
                    <a:pt x="309619" y="299384"/>
                  </a:lnTo>
                  <a:lnTo>
                    <a:pt x="309806" y="301303"/>
                  </a:lnTo>
                  <a:lnTo>
                    <a:pt x="309990" y="303222"/>
                  </a:lnTo>
                  <a:lnTo>
                    <a:pt x="310171" y="305141"/>
                  </a:lnTo>
                  <a:lnTo>
                    <a:pt x="310346" y="307060"/>
                  </a:lnTo>
                  <a:lnTo>
                    <a:pt x="310515" y="308979"/>
                  </a:lnTo>
                  <a:lnTo>
                    <a:pt x="310678" y="310898"/>
                  </a:lnTo>
                  <a:lnTo>
                    <a:pt x="310834" y="312818"/>
                  </a:lnTo>
                  <a:lnTo>
                    <a:pt x="310982" y="314737"/>
                  </a:lnTo>
                  <a:lnTo>
                    <a:pt x="311123" y="316656"/>
                  </a:lnTo>
                  <a:lnTo>
                    <a:pt x="311252" y="318575"/>
                  </a:lnTo>
                  <a:lnTo>
                    <a:pt x="311374" y="320494"/>
                  </a:lnTo>
                  <a:lnTo>
                    <a:pt x="311486" y="322413"/>
                  </a:lnTo>
                  <a:lnTo>
                    <a:pt x="311589" y="324332"/>
                  </a:lnTo>
                  <a:lnTo>
                    <a:pt x="311685" y="326252"/>
                  </a:lnTo>
                  <a:lnTo>
                    <a:pt x="311771" y="328171"/>
                  </a:lnTo>
                  <a:lnTo>
                    <a:pt x="311848" y="330090"/>
                  </a:lnTo>
                  <a:lnTo>
                    <a:pt x="311918" y="332009"/>
                  </a:lnTo>
                  <a:lnTo>
                    <a:pt x="311981" y="333928"/>
                  </a:lnTo>
                  <a:lnTo>
                    <a:pt x="312039" y="335847"/>
                  </a:lnTo>
                  <a:lnTo>
                    <a:pt x="312091" y="337766"/>
                  </a:lnTo>
                  <a:lnTo>
                    <a:pt x="312138" y="339685"/>
                  </a:lnTo>
                  <a:lnTo>
                    <a:pt x="312182" y="341605"/>
                  </a:lnTo>
                  <a:lnTo>
                    <a:pt x="312223" y="343524"/>
                  </a:lnTo>
                  <a:lnTo>
                    <a:pt x="312263" y="345443"/>
                  </a:lnTo>
                  <a:lnTo>
                    <a:pt x="312301" y="347362"/>
                  </a:lnTo>
                  <a:lnTo>
                    <a:pt x="312339" y="349281"/>
                  </a:lnTo>
                  <a:lnTo>
                    <a:pt x="312376" y="351200"/>
                  </a:lnTo>
                  <a:lnTo>
                    <a:pt x="312414" y="353119"/>
                  </a:lnTo>
                  <a:lnTo>
                    <a:pt x="312454" y="355038"/>
                  </a:lnTo>
                  <a:lnTo>
                    <a:pt x="312494" y="356958"/>
                  </a:lnTo>
                  <a:lnTo>
                    <a:pt x="312536" y="358877"/>
                  </a:lnTo>
                  <a:lnTo>
                    <a:pt x="312579" y="360796"/>
                  </a:lnTo>
                  <a:lnTo>
                    <a:pt x="312625" y="362715"/>
                  </a:lnTo>
                  <a:lnTo>
                    <a:pt x="312672" y="364634"/>
                  </a:lnTo>
                  <a:lnTo>
                    <a:pt x="312720" y="366553"/>
                  </a:lnTo>
                  <a:lnTo>
                    <a:pt x="312770" y="368472"/>
                  </a:lnTo>
                  <a:lnTo>
                    <a:pt x="312822" y="370392"/>
                  </a:lnTo>
                  <a:lnTo>
                    <a:pt x="312876" y="372311"/>
                  </a:lnTo>
                  <a:lnTo>
                    <a:pt x="312931" y="374230"/>
                  </a:lnTo>
                  <a:lnTo>
                    <a:pt x="312988" y="376149"/>
                  </a:lnTo>
                  <a:lnTo>
                    <a:pt x="313046" y="378068"/>
                  </a:lnTo>
                  <a:lnTo>
                    <a:pt x="313106" y="379987"/>
                  </a:lnTo>
                  <a:lnTo>
                    <a:pt x="313167" y="381906"/>
                  </a:lnTo>
                  <a:lnTo>
                    <a:pt x="313229" y="383825"/>
                  </a:lnTo>
                  <a:lnTo>
                    <a:pt x="313294" y="385745"/>
                  </a:lnTo>
                  <a:lnTo>
                    <a:pt x="313359" y="387664"/>
                  </a:lnTo>
                  <a:lnTo>
                    <a:pt x="313425" y="389583"/>
                  </a:lnTo>
                  <a:lnTo>
                    <a:pt x="313492" y="391502"/>
                  </a:lnTo>
                  <a:lnTo>
                    <a:pt x="313560" y="393421"/>
                  </a:lnTo>
                  <a:lnTo>
                    <a:pt x="313628" y="395340"/>
                  </a:lnTo>
                  <a:lnTo>
                    <a:pt x="313695" y="397259"/>
                  </a:lnTo>
                  <a:lnTo>
                    <a:pt x="313760" y="399178"/>
                  </a:lnTo>
                  <a:lnTo>
                    <a:pt x="313823" y="401098"/>
                  </a:lnTo>
                  <a:lnTo>
                    <a:pt x="313883" y="403017"/>
                  </a:lnTo>
                  <a:lnTo>
                    <a:pt x="313938" y="404936"/>
                  </a:lnTo>
                  <a:lnTo>
                    <a:pt x="313986" y="406855"/>
                  </a:lnTo>
                  <a:lnTo>
                    <a:pt x="314026" y="408774"/>
                  </a:lnTo>
                  <a:lnTo>
                    <a:pt x="314058" y="410693"/>
                  </a:lnTo>
                  <a:lnTo>
                    <a:pt x="314080" y="412612"/>
                  </a:lnTo>
                  <a:lnTo>
                    <a:pt x="314090" y="414531"/>
                  </a:lnTo>
                  <a:lnTo>
                    <a:pt x="314083" y="416451"/>
                  </a:lnTo>
                  <a:lnTo>
                    <a:pt x="314062" y="418370"/>
                  </a:lnTo>
                  <a:lnTo>
                    <a:pt x="314025" y="420289"/>
                  </a:lnTo>
                  <a:lnTo>
                    <a:pt x="313972" y="422208"/>
                  </a:lnTo>
                  <a:lnTo>
                    <a:pt x="313901" y="424127"/>
                  </a:lnTo>
                  <a:lnTo>
                    <a:pt x="313809" y="426046"/>
                  </a:lnTo>
                  <a:lnTo>
                    <a:pt x="313697" y="427965"/>
                  </a:lnTo>
                  <a:lnTo>
                    <a:pt x="313567" y="429885"/>
                  </a:lnTo>
                  <a:lnTo>
                    <a:pt x="313418" y="431804"/>
                  </a:lnTo>
                  <a:lnTo>
                    <a:pt x="313252" y="433723"/>
                  </a:lnTo>
                  <a:lnTo>
                    <a:pt x="313070" y="435642"/>
                  </a:lnTo>
                  <a:lnTo>
                    <a:pt x="312869" y="437561"/>
                  </a:lnTo>
                  <a:lnTo>
                    <a:pt x="312653" y="439480"/>
                  </a:lnTo>
                  <a:lnTo>
                    <a:pt x="312426" y="441399"/>
                  </a:lnTo>
                  <a:lnTo>
                    <a:pt x="312189" y="443318"/>
                  </a:lnTo>
                  <a:lnTo>
                    <a:pt x="311944" y="445238"/>
                  </a:lnTo>
                  <a:lnTo>
                    <a:pt x="311692" y="447157"/>
                  </a:lnTo>
                  <a:lnTo>
                    <a:pt x="311436" y="449076"/>
                  </a:lnTo>
                  <a:lnTo>
                    <a:pt x="311179" y="450995"/>
                  </a:lnTo>
                  <a:lnTo>
                    <a:pt x="310923" y="452914"/>
                  </a:lnTo>
                  <a:lnTo>
                    <a:pt x="310670" y="454833"/>
                  </a:lnTo>
                  <a:lnTo>
                    <a:pt x="310422" y="456752"/>
                  </a:lnTo>
                  <a:lnTo>
                    <a:pt x="310182" y="458671"/>
                  </a:lnTo>
                  <a:lnTo>
                    <a:pt x="309952" y="460591"/>
                  </a:lnTo>
                  <a:lnTo>
                    <a:pt x="309733" y="462510"/>
                  </a:lnTo>
                  <a:lnTo>
                    <a:pt x="309525" y="464429"/>
                  </a:lnTo>
                  <a:lnTo>
                    <a:pt x="309331" y="466348"/>
                  </a:lnTo>
                  <a:lnTo>
                    <a:pt x="309151" y="468267"/>
                  </a:lnTo>
                  <a:lnTo>
                    <a:pt x="308989" y="470186"/>
                  </a:lnTo>
                  <a:lnTo>
                    <a:pt x="308844" y="472105"/>
                  </a:lnTo>
                  <a:lnTo>
                    <a:pt x="308716" y="474025"/>
                  </a:lnTo>
                  <a:lnTo>
                    <a:pt x="308603" y="475944"/>
                  </a:lnTo>
                  <a:lnTo>
                    <a:pt x="308508" y="477863"/>
                  </a:lnTo>
                  <a:lnTo>
                    <a:pt x="308429" y="479782"/>
                  </a:lnTo>
                  <a:lnTo>
                    <a:pt x="308372" y="481701"/>
                  </a:lnTo>
                  <a:lnTo>
                    <a:pt x="308331" y="483620"/>
                  </a:lnTo>
                  <a:lnTo>
                    <a:pt x="308306" y="485539"/>
                  </a:lnTo>
                  <a:lnTo>
                    <a:pt x="308298" y="487458"/>
                  </a:lnTo>
                  <a:lnTo>
                    <a:pt x="308305" y="489378"/>
                  </a:lnTo>
                  <a:lnTo>
                    <a:pt x="308330" y="491297"/>
                  </a:lnTo>
                  <a:lnTo>
                    <a:pt x="308373" y="493216"/>
                  </a:lnTo>
                  <a:lnTo>
                    <a:pt x="308431" y="495135"/>
                  </a:lnTo>
                  <a:lnTo>
                    <a:pt x="308505" y="497054"/>
                  </a:lnTo>
                  <a:lnTo>
                    <a:pt x="308593" y="498973"/>
                  </a:lnTo>
                  <a:lnTo>
                    <a:pt x="308696" y="500892"/>
                  </a:lnTo>
                  <a:lnTo>
                    <a:pt x="308818" y="502811"/>
                  </a:lnTo>
                  <a:lnTo>
                    <a:pt x="308956" y="504731"/>
                  </a:lnTo>
                  <a:lnTo>
                    <a:pt x="309109" y="506650"/>
                  </a:lnTo>
                  <a:lnTo>
                    <a:pt x="309278" y="508569"/>
                  </a:lnTo>
                  <a:lnTo>
                    <a:pt x="309462" y="510488"/>
                  </a:lnTo>
                  <a:lnTo>
                    <a:pt x="309664" y="512407"/>
                  </a:lnTo>
                  <a:lnTo>
                    <a:pt x="309885" y="514326"/>
                  </a:lnTo>
                  <a:lnTo>
                    <a:pt x="310124" y="516245"/>
                  </a:lnTo>
                  <a:lnTo>
                    <a:pt x="310381" y="518164"/>
                  </a:lnTo>
                  <a:lnTo>
                    <a:pt x="310655" y="520084"/>
                  </a:lnTo>
                  <a:lnTo>
                    <a:pt x="310948" y="522003"/>
                  </a:lnTo>
                  <a:lnTo>
                    <a:pt x="311262" y="523922"/>
                  </a:lnTo>
                  <a:lnTo>
                    <a:pt x="311598" y="525841"/>
                  </a:lnTo>
                  <a:lnTo>
                    <a:pt x="311953" y="527760"/>
                  </a:lnTo>
                  <a:lnTo>
                    <a:pt x="312329" y="529679"/>
                  </a:lnTo>
                  <a:lnTo>
                    <a:pt x="312724" y="531598"/>
                  </a:lnTo>
                  <a:lnTo>
                    <a:pt x="313139" y="533518"/>
                  </a:lnTo>
                  <a:lnTo>
                    <a:pt x="313579" y="535437"/>
                  </a:lnTo>
                  <a:lnTo>
                    <a:pt x="314039" y="537356"/>
                  </a:lnTo>
                  <a:lnTo>
                    <a:pt x="314518" y="539275"/>
                  </a:lnTo>
                  <a:lnTo>
                    <a:pt x="315015" y="541194"/>
                  </a:lnTo>
                  <a:lnTo>
                    <a:pt x="315531" y="543113"/>
                  </a:lnTo>
                  <a:lnTo>
                    <a:pt x="316065" y="545032"/>
                  </a:lnTo>
                  <a:lnTo>
                    <a:pt x="316618" y="546951"/>
                  </a:lnTo>
                  <a:lnTo>
                    <a:pt x="317185" y="548871"/>
                  </a:lnTo>
                  <a:lnTo>
                    <a:pt x="317765" y="550790"/>
                  </a:lnTo>
                  <a:lnTo>
                    <a:pt x="318357" y="552709"/>
                  </a:lnTo>
                  <a:lnTo>
                    <a:pt x="318959" y="554628"/>
                  </a:lnTo>
                  <a:lnTo>
                    <a:pt x="319569" y="556547"/>
                  </a:lnTo>
                  <a:lnTo>
                    <a:pt x="320186" y="558466"/>
                  </a:lnTo>
                  <a:lnTo>
                    <a:pt x="320806" y="560385"/>
                  </a:lnTo>
                  <a:lnTo>
                    <a:pt x="321427" y="562304"/>
                  </a:lnTo>
                  <a:lnTo>
                    <a:pt x="322047" y="564224"/>
                  </a:lnTo>
                  <a:lnTo>
                    <a:pt x="322665" y="566143"/>
                  </a:lnTo>
                  <a:lnTo>
                    <a:pt x="323276" y="568062"/>
                  </a:lnTo>
                  <a:lnTo>
                    <a:pt x="323880" y="569981"/>
                  </a:lnTo>
                  <a:lnTo>
                    <a:pt x="324474" y="571900"/>
                  </a:lnTo>
                  <a:lnTo>
                    <a:pt x="325057" y="573819"/>
                  </a:lnTo>
                  <a:lnTo>
                    <a:pt x="325627" y="575738"/>
                  </a:lnTo>
                  <a:lnTo>
                    <a:pt x="326183" y="577658"/>
                  </a:lnTo>
                  <a:lnTo>
                    <a:pt x="326721" y="579577"/>
                  </a:lnTo>
                  <a:lnTo>
                    <a:pt x="327242" y="581496"/>
                  </a:lnTo>
                  <a:lnTo>
                    <a:pt x="327748" y="583415"/>
                  </a:lnTo>
                  <a:lnTo>
                    <a:pt x="328237" y="585334"/>
                  </a:lnTo>
                  <a:lnTo>
                    <a:pt x="328711" y="587253"/>
                  </a:lnTo>
                  <a:lnTo>
                    <a:pt x="329166" y="589172"/>
                  </a:lnTo>
                  <a:lnTo>
                    <a:pt x="329605" y="591091"/>
                  </a:lnTo>
                  <a:lnTo>
                    <a:pt x="330032" y="593011"/>
                  </a:lnTo>
                  <a:lnTo>
                    <a:pt x="330447" y="594930"/>
                  </a:lnTo>
                  <a:lnTo>
                    <a:pt x="330853" y="596849"/>
                  </a:lnTo>
                  <a:lnTo>
                    <a:pt x="331250" y="598768"/>
                  </a:lnTo>
                  <a:lnTo>
                    <a:pt x="331641" y="600687"/>
                  </a:lnTo>
                  <a:lnTo>
                    <a:pt x="332030" y="602606"/>
                  </a:lnTo>
                  <a:lnTo>
                    <a:pt x="332419" y="604525"/>
                  </a:lnTo>
                  <a:lnTo>
                    <a:pt x="332810" y="606444"/>
                  </a:lnTo>
                  <a:lnTo>
                    <a:pt x="333206" y="608364"/>
                  </a:lnTo>
                  <a:lnTo>
                    <a:pt x="333609" y="610283"/>
                  </a:lnTo>
                  <a:lnTo>
                    <a:pt x="334023" y="612202"/>
                  </a:lnTo>
                  <a:lnTo>
                    <a:pt x="334449" y="614121"/>
                  </a:lnTo>
                  <a:lnTo>
                    <a:pt x="334888" y="616040"/>
                  </a:lnTo>
                  <a:lnTo>
                    <a:pt x="335341" y="617959"/>
                  </a:lnTo>
                  <a:lnTo>
                    <a:pt x="335808" y="619878"/>
                  </a:lnTo>
                  <a:lnTo>
                    <a:pt x="336294" y="621797"/>
                  </a:lnTo>
                  <a:lnTo>
                    <a:pt x="336797" y="623717"/>
                  </a:lnTo>
                  <a:lnTo>
                    <a:pt x="337316" y="625636"/>
                  </a:lnTo>
                  <a:lnTo>
                    <a:pt x="337849" y="627555"/>
                  </a:lnTo>
                  <a:lnTo>
                    <a:pt x="338395" y="629474"/>
                  </a:lnTo>
                  <a:lnTo>
                    <a:pt x="338955" y="631393"/>
                  </a:lnTo>
                  <a:lnTo>
                    <a:pt x="339528" y="633312"/>
                  </a:lnTo>
                  <a:lnTo>
                    <a:pt x="340110" y="635231"/>
                  </a:lnTo>
                  <a:lnTo>
                    <a:pt x="340700" y="637151"/>
                  </a:lnTo>
                  <a:lnTo>
                    <a:pt x="341294" y="639070"/>
                  </a:lnTo>
                  <a:lnTo>
                    <a:pt x="341892" y="640989"/>
                  </a:lnTo>
                  <a:lnTo>
                    <a:pt x="342492" y="642908"/>
                  </a:lnTo>
                  <a:lnTo>
                    <a:pt x="343092" y="644827"/>
                  </a:lnTo>
                  <a:lnTo>
                    <a:pt x="343689" y="646746"/>
                  </a:lnTo>
                  <a:lnTo>
                    <a:pt x="344283" y="648665"/>
                  </a:lnTo>
                  <a:lnTo>
                    <a:pt x="344873" y="650584"/>
                  </a:lnTo>
                  <a:lnTo>
                    <a:pt x="345458" y="652504"/>
                  </a:lnTo>
                  <a:lnTo>
                    <a:pt x="346037" y="654423"/>
                  </a:lnTo>
                  <a:lnTo>
                    <a:pt x="346609" y="656342"/>
                  </a:lnTo>
                  <a:lnTo>
                    <a:pt x="347176" y="658261"/>
                  </a:lnTo>
                  <a:lnTo>
                    <a:pt x="347738" y="660180"/>
                  </a:lnTo>
                  <a:lnTo>
                    <a:pt x="348296" y="662099"/>
                  </a:lnTo>
                  <a:lnTo>
                    <a:pt x="348851" y="664018"/>
                  </a:lnTo>
                  <a:lnTo>
                    <a:pt x="349403" y="665937"/>
                  </a:lnTo>
                  <a:lnTo>
                    <a:pt x="349955" y="667857"/>
                  </a:lnTo>
                  <a:lnTo>
                    <a:pt x="350509" y="669776"/>
                  </a:lnTo>
                  <a:lnTo>
                    <a:pt x="351066" y="671695"/>
                  </a:lnTo>
                  <a:lnTo>
                    <a:pt x="351627" y="673614"/>
                  </a:lnTo>
                  <a:lnTo>
                    <a:pt x="352195" y="675533"/>
                  </a:lnTo>
                  <a:lnTo>
                    <a:pt x="352774" y="677452"/>
                  </a:lnTo>
                  <a:lnTo>
                    <a:pt x="353363" y="679371"/>
                  </a:lnTo>
                  <a:lnTo>
                    <a:pt x="353965" y="681291"/>
                  </a:lnTo>
                  <a:lnTo>
                    <a:pt x="354580" y="683210"/>
                  </a:lnTo>
                  <a:lnTo>
                    <a:pt x="355212" y="685129"/>
                  </a:lnTo>
                  <a:lnTo>
                    <a:pt x="355865" y="687048"/>
                  </a:lnTo>
                  <a:lnTo>
                    <a:pt x="356539" y="688967"/>
                  </a:lnTo>
                  <a:lnTo>
                    <a:pt x="357235" y="690886"/>
                  </a:lnTo>
                  <a:lnTo>
                    <a:pt x="357954" y="692805"/>
                  </a:lnTo>
                  <a:lnTo>
                    <a:pt x="358697" y="694724"/>
                  </a:lnTo>
                  <a:lnTo>
                    <a:pt x="359467" y="696644"/>
                  </a:lnTo>
                  <a:lnTo>
                    <a:pt x="360272" y="698563"/>
                  </a:lnTo>
                  <a:lnTo>
                    <a:pt x="361107" y="700482"/>
                  </a:lnTo>
                  <a:lnTo>
                    <a:pt x="361973" y="702401"/>
                  </a:lnTo>
                  <a:lnTo>
                    <a:pt x="362871" y="704320"/>
                  </a:lnTo>
                  <a:lnTo>
                    <a:pt x="363803" y="706239"/>
                  </a:lnTo>
                  <a:lnTo>
                    <a:pt x="364774" y="708158"/>
                  </a:lnTo>
                  <a:lnTo>
                    <a:pt x="365788" y="710077"/>
                  </a:lnTo>
                  <a:lnTo>
                    <a:pt x="366839" y="711997"/>
                  </a:lnTo>
                  <a:lnTo>
                    <a:pt x="367930" y="713916"/>
                  </a:lnTo>
                  <a:lnTo>
                    <a:pt x="369061" y="715835"/>
                  </a:lnTo>
                  <a:lnTo>
                    <a:pt x="370233" y="717754"/>
                  </a:lnTo>
                  <a:lnTo>
                    <a:pt x="371455" y="719673"/>
                  </a:lnTo>
                  <a:lnTo>
                    <a:pt x="372724" y="721592"/>
                  </a:lnTo>
                  <a:lnTo>
                    <a:pt x="374037" y="723511"/>
                  </a:lnTo>
                  <a:lnTo>
                    <a:pt x="375394" y="725430"/>
                  </a:lnTo>
                  <a:lnTo>
                    <a:pt x="376797" y="727350"/>
                  </a:lnTo>
                  <a:lnTo>
                    <a:pt x="378247" y="729269"/>
                  </a:lnTo>
                  <a:lnTo>
                    <a:pt x="379756" y="731188"/>
                  </a:lnTo>
                  <a:lnTo>
                    <a:pt x="381311" y="733107"/>
                  </a:lnTo>
                  <a:lnTo>
                    <a:pt x="382914" y="735026"/>
                  </a:lnTo>
                  <a:lnTo>
                    <a:pt x="384565" y="736945"/>
                  </a:lnTo>
                  <a:lnTo>
                    <a:pt x="386263" y="738864"/>
                  </a:lnTo>
                  <a:lnTo>
                    <a:pt x="388015" y="740784"/>
                  </a:lnTo>
                  <a:lnTo>
                    <a:pt x="389820" y="742703"/>
                  </a:lnTo>
                  <a:lnTo>
                    <a:pt x="391669" y="744622"/>
                  </a:lnTo>
                  <a:lnTo>
                    <a:pt x="393562" y="746541"/>
                  </a:lnTo>
                  <a:lnTo>
                    <a:pt x="394808" y="747778"/>
                  </a:lnTo>
                  <a:lnTo>
                    <a:pt x="395495" y="748460"/>
                  </a:lnTo>
                  <a:lnTo>
                    <a:pt x="397466" y="750379"/>
                  </a:lnTo>
                  <a:lnTo>
                    <a:pt x="399478" y="752298"/>
                  </a:lnTo>
                  <a:lnTo>
                    <a:pt x="401518" y="754217"/>
                  </a:lnTo>
                  <a:lnTo>
                    <a:pt x="403577" y="756137"/>
                  </a:lnTo>
                  <a:lnTo>
                    <a:pt x="405649" y="758056"/>
                  </a:lnTo>
                  <a:lnTo>
                    <a:pt x="407726" y="759975"/>
                  </a:lnTo>
                  <a:lnTo>
                    <a:pt x="409797" y="761894"/>
                  </a:lnTo>
                  <a:lnTo>
                    <a:pt x="411845" y="763813"/>
                  </a:lnTo>
                  <a:lnTo>
                    <a:pt x="413857" y="765732"/>
                  </a:lnTo>
                  <a:lnTo>
                    <a:pt x="415821" y="767651"/>
                  </a:lnTo>
                  <a:lnTo>
                    <a:pt x="417723" y="769570"/>
                  </a:lnTo>
                  <a:lnTo>
                    <a:pt x="419547" y="771490"/>
                  </a:lnTo>
                  <a:lnTo>
                    <a:pt x="421262" y="773409"/>
                  </a:lnTo>
                  <a:lnTo>
                    <a:pt x="422841" y="775328"/>
                  </a:lnTo>
                  <a:lnTo>
                    <a:pt x="424282" y="777247"/>
                  </a:lnTo>
                  <a:lnTo>
                    <a:pt x="425567" y="779166"/>
                  </a:lnTo>
                  <a:lnTo>
                    <a:pt x="426680" y="781085"/>
                  </a:lnTo>
                  <a:lnTo>
                    <a:pt x="427603" y="783004"/>
                  </a:lnTo>
                  <a:lnTo>
                    <a:pt x="428270" y="784924"/>
                  </a:lnTo>
                  <a:lnTo>
                    <a:pt x="428697" y="786843"/>
                  </a:lnTo>
                  <a:lnTo>
                    <a:pt x="428882" y="788762"/>
                  </a:lnTo>
                  <a:lnTo>
                    <a:pt x="428813" y="790681"/>
                  </a:lnTo>
                  <a:lnTo>
                    <a:pt x="428482" y="792600"/>
                  </a:lnTo>
                  <a:lnTo>
                    <a:pt x="427868" y="794519"/>
                  </a:lnTo>
                  <a:lnTo>
                    <a:pt x="426916" y="796438"/>
                  </a:lnTo>
                  <a:lnTo>
                    <a:pt x="425687" y="798357"/>
                  </a:lnTo>
                  <a:lnTo>
                    <a:pt x="424184" y="800277"/>
                  </a:lnTo>
                  <a:lnTo>
                    <a:pt x="422412" y="802196"/>
                  </a:lnTo>
                  <a:lnTo>
                    <a:pt x="420379" y="804115"/>
                  </a:lnTo>
                  <a:lnTo>
                    <a:pt x="418064" y="806034"/>
                  </a:lnTo>
                  <a:lnTo>
                    <a:pt x="415492" y="807953"/>
                  </a:lnTo>
                  <a:lnTo>
                    <a:pt x="412717" y="809872"/>
                  </a:lnTo>
                  <a:lnTo>
                    <a:pt x="409761" y="811791"/>
                  </a:lnTo>
                  <a:lnTo>
                    <a:pt x="406650" y="813710"/>
                  </a:lnTo>
                  <a:lnTo>
                    <a:pt x="403411" y="815630"/>
                  </a:lnTo>
                  <a:lnTo>
                    <a:pt x="400066" y="817549"/>
                  </a:lnTo>
                  <a:lnTo>
                    <a:pt x="396682" y="819468"/>
                  </a:lnTo>
                  <a:lnTo>
                    <a:pt x="393300" y="821387"/>
                  </a:lnTo>
                  <a:lnTo>
                    <a:pt x="389961" y="823306"/>
                  </a:lnTo>
                  <a:lnTo>
                    <a:pt x="386706" y="825225"/>
                  </a:lnTo>
                  <a:lnTo>
                    <a:pt x="383592" y="827144"/>
                  </a:lnTo>
                  <a:lnTo>
                    <a:pt x="380717" y="829063"/>
                  </a:lnTo>
                  <a:lnTo>
                    <a:pt x="380020" y="829575"/>
                  </a:lnTo>
                  <a:lnTo>
                    <a:pt x="378102" y="830983"/>
                  </a:lnTo>
                  <a:lnTo>
                    <a:pt x="375796" y="832902"/>
                  </a:lnTo>
                  <a:lnTo>
                    <a:pt x="373850" y="834821"/>
                  </a:lnTo>
                  <a:lnTo>
                    <a:pt x="372315" y="836740"/>
                  </a:lnTo>
                  <a:lnTo>
                    <a:pt x="371323" y="838659"/>
                  </a:lnTo>
                  <a:lnTo>
                    <a:pt x="370939" y="840578"/>
                  </a:lnTo>
                  <a:lnTo>
                    <a:pt x="371153" y="842497"/>
                  </a:lnTo>
                  <a:lnTo>
                    <a:pt x="372010" y="844417"/>
                  </a:lnTo>
                  <a:lnTo>
                    <a:pt x="373556" y="846336"/>
                  </a:lnTo>
                  <a:lnTo>
                    <a:pt x="375831" y="848255"/>
                  </a:lnTo>
                  <a:lnTo>
                    <a:pt x="379073" y="850174"/>
                  </a:lnTo>
                  <a:lnTo>
                    <a:pt x="383152" y="852093"/>
                  </a:lnTo>
                  <a:lnTo>
                    <a:pt x="388065" y="854012"/>
                  </a:lnTo>
                  <a:lnTo>
                    <a:pt x="393825" y="855931"/>
                  </a:lnTo>
                  <a:lnTo>
                    <a:pt x="400434" y="857850"/>
                  </a:lnTo>
                  <a:lnTo>
                    <a:pt x="407944" y="859770"/>
                  </a:lnTo>
                  <a:lnTo>
                    <a:pt x="416444" y="861689"/>
                  </a:lnTo>
                  <a:lnTo>
                    <a:pt x="425718" y="863608"/>
                  </a:lnTo>
                  <a:lnTo>
                    <a:pt x="435718" y="865527"/>
                  </a:lnTo>
                  <a:lnTo>
                    <a:pt x="446386" y="867446"/>
                  </a:lnTo>
                  <a:lnTo>
                    <a:pt x="457650" y="869365"/>
                  </a:lnTo>
                  <a:lnTo>
                    <a:pt x="469490" y="871284"/>
                  </a:lnTo>
                  <a:lnTo>
                    <a:pt x="481728" y="873203"/>
                  </a:lnTo>
                  <a:lnTo>
                    <a:pt x="494195" y="875123"/>
                  </a:lnTo>
                  <a:lnTo>
                    <a:pt x="506765" y="877042"/>
                  </a:lnTo>
                  <a:lnTo>
                    <a:pt x="519312" y="878961"/>
                  </a:lnTo>
                  <a:lnTo>
                    <a:pt x="531698" y="880880"/>
                  </a:lnTo>
                  <a:lnTo>
                    <a:pt x="543646" y="882799"/>
                  </a:lnTo>
                  <a:lnTo>
                    <a:pt x="555038" y="884718"/>
                  </a:lnTo>
                  <a:lnTo>
                    <a:pt x="565742" y="886637"/>
                  </a:lnTo>
                  <a:lnTo>
                    <a:pt x="575621" y="888557"/>
                  </a:lnTo>
                  <a:lnTo>
                    <a:pt x="584546" y="890476"/>
                  </a:lnTo>
                  <a:lnTo>
                    <a:pt x="592298" y="892395"/>
                  </a:lnTo>
                  <a:lnTo>
                    <a:pt x="598572" y="894314"/>
                  </a:lnTo>
                  <a:lnTo>
                    <a:pt x="603500" y="896233"/>
                  </a:lnTo>
                  <a:lnTo>
                    <a:pt x="607015" y="898152"/>
                  </a:lnTo>
                  <a:lnTo>
                    <a:pt x="609065" y="900071"/>
                  </a:lnTo>
                  <a:lnTo>
                    <a:pt x="609522" y="901666"/>
                  </a:lnTo>
                  <a:lnTo>
                    <a:pt x="609615" y="901990"/>
                  </a:lnTo>
                  <a:lnTo>
                    <a:pt x="608386" y="903910"/>
                  </a:lnTo>
                  <a:lnTo>
                    <a:pt x="605504" y="905829"/>
                  </a:lnTo>
                  <a:lnTo>
                    <a:pt x="601164" y="907748"/>
                  </a:lnTo>
                  <a:lnTo>
                    <a:pt x="595425" y="909667"/>
                  </a:lnTo>
                  <a:lnTo>
                    <a:pt x="588358" y="911586"/>
                  </a:lnTo>
                  <a:lnTo>
                    <a:pt x="580046" y="913505"/>
                  </a:lnTo>
                  <a:lnTo>
                    <a:pt x="570339" y="915424"/>
                  </a:lnTo>
                  <a:lnTo>
                    <a:pt x="559683" y="917343"/>
                  </a:lnTo>
                  <a:lnTo>
                    <a:pt x="548215" y="919263"/>
                  </a:lnTo>
                  <a:lnTo>
                    <a:pt x="536067" y="921182"/>
                  </a:lnTo>
                  <a:lnTo>
                    <a:pt x="523375" y="923101"/>
                  </a:lnTo>
                  <a:lnTo>
                    <a:pt x="510254" y="925020"/>
                  </a:lnTo>
                  <a:lnTo>
                    <a:pt x="496883" y="926939"/>
                  </a:lnTo>
                  <a:lnTo>
                    <a:pt x="483460" y="928858"/>
                  </a:lnTo>
                  <a:lnTo>
                    <a:pt x="470102" y="930777"/>
                  </a:lnTo>
                  <a:lnTo>
                    <a:pt x="456920" y="932696"/>
                  </a:lnTo>
                  <a:lnTo>
                    <a:pt x="444016" y="934616"/>
                  </a:lnTo>
                  <a:lnTo>
                    <a:pt x="431572" y="936535"/>
                  </a:lnTo>
                  <a:lnTo>
                    <a:pt x="419667" y="938454"/>
                  </a:lnTo>
                  <a:lnTo>
                    <a:pt x="408318" y="940373"/>
                  </a:lnTo>
                  <a:lnTo>
                    <a:pt x="397573" y="942292"/>
                  </a:lnTo>
                  <a:lnTo>
                    <a:pt x="387468" y="944211"/>
                  </a:lnTo>
                  <a:lnTo>
                    <a:pt x="378031" y="946130"/>
                  </a:lnTo>
                  <a:lnTo>
                    <a:pt x="369463" y="948050"/>
                  </a:lnTo>
                  <a:lnTo>
                    <a:pt x="361581" y="949969"/>
                  </a:lnTo>
                  <a:lnTo>
                    <a:pt x="354371" y="951888"/>
                  </a:lnTo>
                  <a:lnTo>
                    <a:pt x="347820" y="953807"/>
                  </a:lnTo>
                  <a:lnTo>
                    <a:pt x="341905" y="955726"/>
                  </a:lnTo>
                  <a:lnTo>
                    <a:pt x="336655" y="957645"/>
                  </a:lnTo>
                  <a:lnTo>
                    <a:pt x="332068" y="959564"/>
                  </a:lnTo>
                  <a:lnTo>
                    <a:pt x="328001" y="961483"/>
                  </a:lnTo>
                  <a:lnTo>
                    <a:pt x="324417" y="963403"/>
                  </a:lnTo>
                  <a:lnTo>
                    <a:pt x="321280" y="965322"/>
                  </a:lnTo>
                  <a:lnTo>
                    <a:pt x="318553" y="967241"/>
                  </a:lnTo>
                  <a:lnTo>
                    <a:pt x="316259" y="969160"/>
                  </a:lnTo>
                  <a:lnTo>
                    <a:pt x="314308" y="971079"/>
                  </a:lnTo>
                  <a:lnTo>
                    <a:pt x="312637" y="972998"/>
                  </a:lnTo>
                  <a:lnTo>
                    <a:pt x="311216" y="974917"/>
                  </a:lnTo>
                  <a:lnTo>
                    <a:pt x="310016" y="976836"/>
                  </a:lnTo>
                  <a:lnTo>
                    <a:pt x="309012" y="978756"/>
                  </a:lnTo>
                  <a:lnTo>
                    <a:pt x="308212" y="980675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2335392" y="2122386"/>
              <a:ext cx="609615" cy="1168895"/>
            </a:xfrm>
            <a:custGeom>
              <a:avLst/>
              <a:pathLst>
                <a:path w="609615" h="1168895">
                  <a:moveTo>
                    <a:pt x="301411" y="1168895"/>
                  </a:moveTo>
                  <a:lnTo>
                    <a:pt x="300743" y="1166607"/>
                  </a:lnTo>
                  <a:lnTo>
                    <a:pt x="299970" y="1164320"/>
                  </a:lnTo>
                  <a:lnTo>
                    <a:pt x="299081" y="1162032"/>
                  </a:lnTo>
                  <a:lnTo>
                    <a:pt x="298036" y="1159745"/>
                  </a:lnTo>
                  <a:lnTo>
                    <a:pt x="296812" y="1157458"/>
                  </a:lnTo>
                  <a:lnTo>
                    <a:pt x="295415" y="1155170"/>
                  </a:lnTo>
                  <a:lnTo>
                    <a:pt x="293830" y="1152883"/>
                  </a:lnTo>
                  <a:lnTo>
                    <a:pt x="292040" y="1150595"/>
                  </a:lnTo>
                  <a:lnTo>
                    <a:pt x="289970" y="1148308"/>
                  </a:lnTo>
                  <a:lnTo>
                    <a:pt x="287613" y="1146020"/>
                  </a:lnTo>
                  <a:lnTo>
                    <a:pt x="284978" y="1143733"/>
                  </a:lnTo>
                  <a:lnTo>
                    <a:pt x="282047" y="1141445"/>
                  </a:lnTo>
                  <a:lnTo>
                    <a:pt x="278800" y="1139158"/>
                  </a:lnTo>
                  <a:lnTo>
                    <a:pt x="275113" y="1136870"/>
                  </a:lnTo>
                  <a:lnTo>
                    <a:pt x="271032" y="1134583"/>
                  </a:lnTo>
                  <a:lnTo>
                    <a:pt x="266563" y="1132295"/>
                  </a:lnTo>
                  <a:lnTo>
                    <a:pt x="261691" y="1130008"/>
                  </a:lnTo>
                  <a:lnTo>
                    <a:pt x="256401" y="1127720"/>
                  </a:lnTo>
                  <a:lnTo>
                    <a:pt x="250529" y="1125433"/>
                  </a:lnTo>
                  <a:lnTo>
                    <a:pt x="244201" y="1123146"/>
                  </a:lnTo>
                  <a:lnTo>
                    <a:pt x="237420" y="1120858"/>
                  </a:lnTo>
                  <a:lnTo>
                    <a:pt x="230183" y="1118571"/>
                  </a:lnTo>
                  <a:lnTo>
                    <a:pt x="222473" y="1116283"/>
                  </a:lnTo>
                  <a:lnTo>
                    <a:pt x="214179" y="1113996"/>
                  </a:lnTo>
                  <a:lnTo>
                    <a:pt x="205455" y="1111708"/>
                  </a:lnTo>
                  <a:lnTo>
                    <a:pt x="196322" y="1109421"/>
                  </a:lnTo>
                  <a:lnTo>
                    <a:pt x="186798" y="1107133"/>
                  </a:lnTo>
                  <a:lnTo>
                    <a:pt x="176880" y="1104846"/>
                  </a:lnTo>
                  <a:lnTo>
                    <a:pt x="166571" y="1102558"/>
                  </a:lnTo>
                  <a:lnTo>
                    <a:pt x="156006" y="1100271"/>
                  </a:lnTo>
                  <a:lnTo>
                    <a:pt x="145229" y="1097983"/>
                  </a:lnTo>
                  <a:lnTo>
                    <a:pt x="134288" y="1095696"/>
                  </a:lnTo>
                  <a:lnTo>
                    <a:pt x="123233" y="1093408"/>
                  </a:lnTo>
                  <a:lnTo>
                    <a:pt x="112164" y="1091121"/>
                  </a:lnTo>
                  <a:lnTo>
                    <a:pt x="101166" y="1088834"/>
                  </a:lnTo>
                  <a:lnTo>
                    <a:pt x="90304" y="1086546"/>
                  </a:lnTo>
                  <a:lnTo>
                    <a:pt x="79643" y="1084259"/>
                  </a:lnTo>
                  <a:lnTo>
                    <a:pt x="69331" y="1081971"/>
                  </a:lnTo>
                  <a:lnTo>
                    <a:pt x="59475" y="1079684"/>
                  </a:lnTo>
                  <a:lnTo>
                    <a:pt x="50097" y="1077396"/>
                  </a:lnTo>
                  <a:lnTo>
                    <a:pt x="41265" y="1075109"/>
                  </a:lnTo>
                  <a:lnTo>
                    <a:pt x="33041" y="1072821"/>
                  </a:lnTo>
                  <a:lnTo>
                    <a:pt x="25689" y="1070534"/>
                  </a:lnTo>
                  <a:lnTo>
                    <a:pt x="19189" y="1068246"/>
                  </a:lnTo>
                  <a:lnTo>
                    <a:pt x="13521" y="1065959"/>
                  </a:lnTo>
                  <a:lnTo>
                    <a:pt x="8727" y="1063671"/>
                  </a:lnTo>
                  <a:lnTo>
                    <a:pt x="4847" y="1061384"/>
                  </a:lnTo>
                  <a:lnTo>
                    <a:pt x="2218" y="1059096"/>
                  </a:lnTo>
                  <a:lnTo>
                    <a:pt x="613" y="1056809"/>
                  </a:lnTo>
                  <a:lnTo>
                    <a:pt x="108" y="1054927"/>
                  </a:lnTo>
                  <a:lnTo>
                    <a:pt x="0" y="1054522"/>
                  </a:lnTo>
                  <a:lnTo>
                    <a:pt x="378" y="1052234"/>
                  </a:lnTo>
                  <a:lnTo>
                    <a:pt x="1758" y="1049947"/>
                  </a:lnTo>
                  <a:lnTo>
                    <a:pt x="4427" y="1047659"/>
                  </a:lnTo>
                  <a:lnTo>
                    <a:pt x="8019" y="1045372"/>
                  </a:lnTo>
                  <a:lnTo>
                    <a:pt x="12498" y="1043084"/>
                  </a:lnTo>
                  <a:lnTo>
                    <a:pt x="17824" y="1040797"/>
                  </a:lnTo>
                  <a:lnTo>
                    <a:pt x="23998" y="1038509"/>
                  </a:lnTo>
                  <a:lnTo>
                    <a:pt x="31087" y="1036222"/>
                  </a:lnTo>
                  <a:lnTo>
                    <a:pt x="38801" y="1033934"/>
                  </a:lnTo>
                  <a:lnTo>
                    <a:pt x="47077" y="1031647"/>
                  </a:lnTo>
                  <a:lnTo>
                    <a:pt x="55847" y="1029359"/>
                  </a:lnTo>
                  <a:lnTo>
                    <a:pt x="65080" y="1027072"/>
                  </a:lnTo>
                  <a:lnTo>
                    <a:pt x="74690" y="1024784"/>
                  </a:lnTo>
                  <a:lnTo>
                    <a:pt x="84511" y="1022497"/>
                  </a:lnTo>
                  <a:lnTo>
                    <a:pt x="94474" y="1020210"/>
                  </a:lnTo>
                  <a:lnTo>
                    <a:pt x="104513" y="1017922"/>
                  </a:lnTo>
                  <a:lnTo>
                    <a:pt x="114543" y="1015635"/>
                  </a:lnTo>
                  <a:lnTo>
                    <a:pt x="124456" y="1013347"/>
                  </a:lnTo>
                  <a:lnTo>
                    <a:pt x="134198" y="1011060"/>
                  </a:lnTo>
                  <a:lnTo>
                    <a:pt x="143720" y="1008772"/>
                  </a:lnTo>
                  <a:lnTo>
                    <a:pt x="152973" y="1006485"/>
                  </a:lnTo>
                  <a:lnTo>
                    <a:pt x="161827" y="1004197"/>
                  </a:lnTo>
                  <a:lnTo>
                    <a:pt x="170257" y="1001910"/>
                  </a:lnTo>
                  <a:lnTo>
                    <a:pt x="178277" y="999622"/>
                  </a:lnTo>
                  <a:lnTo>
                    <a:pt x="185864" y="997335"/>
                  </a:lnTo>
                  <a:lnTo>
                    <a:pt x="193000" y="995047"/>
                  </a:lnTo>
                  <a:lnTo>
                    <a:pt x="199533" y="992760"/>
                  </a:lnTo>
                  <a:lnTo>
                    <a:pt x="205554" y="990472"/>
                  </a:lnTo>
                  <a:lnTo>
                    <a:pt x="211097" y="988185"/>
                  </a:lnTo>
                  <a:lnTo>
                    <a:pt x="216163" y="985898"/>
                  </a:lnTo>
                  <a:lnTo>
                    <a:pt x="220760" y="983610"/>
                  </a:lnTo>
                  <a:lnTo>
                    <a:pt x="224749" y="981323"/>
                  </a:lnTo>
                  <a:lnTo>
                    <a:pt x="228299" y="979035"/>
                  </a:lnTo>
                  <a:lnTo>
                    <a:pt x="231436" y="976748"/>
                  </a:lnTo>
                  <a:lnTo>
                    <a:pt x="234176" y="974460"/>
                  </a:lnTo>
                  <a:lnTo>
                    <a:pt x="236527" y="972173"/>
                  </a:lnTo>
                  <a:lnTo>
                    <a:pt x="238431" y="969885"/>
                  </a:lnTo>
                  <a:lnTo>
                    <a:pt x="240027" y="967598"/>
                  </a:lnTo>
                  <a:lnTo>
                    <a:pt x="241339" y="965310"/>
                  </a:lnTo>
                  <a:lnTo>
                    <a:pt x="242390" y="963023"/>
                  </a:lnTo>
                  <a:lnTo>
                    <a:pt x="243185" y="960735"/>
                  </a:lnTo>
                  <a:lnTo>
                    <a:pt x="243728" y="958448"/>
                  </a:lnTo>
                  <a:lnTo>
                    <a:pt x="244102" y="956160"/>
                  </a:lnTo>
                  <a:lnTo>
                    <a:pt x="244326" y="953873"/>
                  </a:lnTo>
                  <a:lnTo>
                    <a:pt x="244422" y="951586"/>
                  </a:lnTo>
                  <a:lnTo>
                    <a:pt x="244397" y="949298"/>
                  </a:lnTo>
                  <a:lnTo>
                    <a:pt x="244277" y="947011"/>
                  </a:lnTo>
                  <a:lnTo>
                    <a:pt x="244098" y="944723"/>
                  </a:lnTo>
                  <a:lnTo>
                    <a:pt x="243876" y="942436"/>
                  </a:lnTo>
                  <a:lnTo>
                    <a:pt x="243623" y="940148"/>
                  </a:lnTo>
                  <a:lnTo>
                    <a:pt x="243352" y="937861"/>
                  </a:lnTo>
                  <a:lnTo>
                    <a:pt x="243083" y="935573"/>
                  </a:lnTo>
                  <a:lnTo>
                    <a:pt x="242826" y="933286"/>
                  </a:lnTo>
                  <a:lnTo>
                    <a:pt x="242589" y="930998"/>
                  </a:lnTo>
                  <a:lnTo>
                    <a:pt x="242378" y="928711"/>
                  </a:lnTo>
                  <a:lnTo>
                    <a:pt x="242210" y="926423"/>
                  </a:lnTo>
                  <a:lnTo>
                    <a:pt x="242087" y="924136"/>
                  </a:lnTo>
                  <a:lnTo>
                    <a:pt x="242009" y="921848"/>
                  </a:lnTo>
                  <a:lnTo>
                    <a:pt x="241978" y="919561"/>
                  </a:lnTo>
                  <a:lnTo>
                    <a:pt x="241995" y="917274"/>
                  </a:lnTo>
                  <a:lnTo>
                    <a:pt x="242078" y="914986"/>
                  </a:lnTo>
                  <a:lnTo>
                    <a:pt x="242214" y="912699"/>
                  </a:lnTo>
                  <a:lnTo>
                    <a:pt x="242400" y="910411"/>
                  </a:lnTo>
                  <a:lnTo>
                    <a:pt x="242635" y="908124"/>
                  </a:lnTo>
                  <a:lnTo>
                    <a:pt x="242919" y="905836"/>
                  </a:lnTo>
                  <a:lnTo>
                    <a:pt x="243263" y="903549"/>
                  </a:lnTo>
                  <a:lnTo>
                    <a:pt x="243650" y="901261"/>
                  </a:lnTo>
                  <a:lnTo>
                    <a:pt x="244077" y="898974"/>
                  </a:lnTo>
                  <a:lnTo>
                    <a:pt x="244542" y="896686"/>
                  </a:lnTo>
                  <a:lnTo>
                    <a:pt x="245045" y="894399"/>
                  </a:lnTo>
                  <a:lnTo>
                    <a:pt x="245588" y="892111"/>
                  </a:lnTo>
                  <a:lnTo>
                    <a:pt x="246159" y="889824"/>
                  </a:lnTo>
                  <a:lnTo>
                    <a:pt x="246755" y="887537"/>
                  </a:lnTo>
                  <a:lnTo>
                    <a:pt x="247373" y="885249"/>
                  </a:lnTo>
                  <a:lnTo>
                    <a:pt x="248014" y="882962"/>
                  </a:lnTo>
                  <a:lnTo>
                    <a:pt x="248674" y="880674"/>
                  </a:lnTo>
                  <a:lnTo>
                    <a:pt x="249347" y="878387"/>
                  </a:lnTo>
                  <a:lnTo>
                    <a:pt x="250030" y="876099"/>
                  </a:lnTo>
                  <a:lnTo>
                    <a:pt x="250722" y="873812"/>
                  </a:lnTo>
                  <a:lnTo>
                    <a:pt x="251421" y="871524"/>
                  </a:lnTo>
                  <a:lnTo>
                    <a:pt x="252124" y="869237"/>
                  </a:lnTo>
                  <a:lnTo>
                    <a:pt x="252828" y="866949"/>
                  </a:lnTo>
                  <a:lnTo>
                    <a:pt x="253532" y="864662"/>
                  </a:lnTo>
                  <a:lnTo>
                    <a:pt x="254233" y="862374"/>
                  </a:lnTo>
                  <a:lnTo>
                    <a:pt x="254930" y="860087"/>
                  </a:lnTo>
                  <a:lnTo>
                    <a:pt x="255622" y="857799"/>
                  </a:lnTo>
                  <a:lnTo>
                    <a:pt x="256306" y="855512"/>
                  </a:lnTo>
                  <a:lnTo>
                    <a:pt x="256983" y="853225"/>
                  </a:lnTo>
                  <a:lnTo>
                    <a:pt x="257651" y="850937"/>
                  </a:lnTo>
                  <a:lnTo>
                    <a:pt x="258307" y="848650"/>
                  </a:lnTo>
                  <a:lnTo>
                    <a:pt x="258952" y="846362"/>
                  </a:lnTo>
                  <a:lnTo>
                    <a:pt x="259585" y="844075"/>
                  </a:lnTo>
                  <a:lnTo>
                    <a:pt x="260206" y="841787"/>
                  </a:lnTo>
                  <a:lnTo>
                    <a:pt x="260815" y="839500"/>
                  </a:lnTo>
                  <a:lnTo>
                    <a:pt x="261406" y="837212"/>
                  </a:lnTo>
                  <a:lnTo>
                    <a:pt x="261983" y="834925"/>
                  </a:lnTo>
                  <a:lnTo>
                    <a:pt x="262546" y="832637"/>
                  </a:lnTo>
                  <a:lnTo>
                    <a:pt x="263094" y="830350"/>
                  </a:lnTo>
                  <a:lnTo>
                    <a:pt x="263626" y="828062"/>
                  </a:lnTo>
                  <a:lnTo>
                    <a:pt x="264139" y="825775"/>
                  </a:lnTo>
                  <a:lnTo>
                    <a:pt x="264636" y="823487"/>
                  </a:lnTo>
                  <a:lnTo>
                    <a:pt x="265117" y="821200"/>
                  </a:lnTo>
                  <a:lnTo>
                    <a:pt x="265581" y="818913"/>
                  </a:lnTo>
                  <a:lnTo>
                    <a:pt x="266028" y="816625"/>
                  </a:lnTo>
                  <a:lnTo>
                    <a:pt x="266454" y="814338"/>
                  </a:lnTo>
                  <a:lnTo>
                    <a:pt x="266863" y="812050"/>
                  </a:lnTo>
                  <a:lnTo>
                    <a:pt x="267256" y="809763"/>
                  </a:lnTo>
                  <a:lnTo>
                    <a:pt x="267631" y="807475"/>
                  </a:lnTo>
                  <a:lnTo>
                    <a:pt x="267987" y="805188"/>
                  </a:lnTo>
                  <a:lnTo>
                    <a:pt x="268322" y="802900"/>
                  </a:lnTo>
                  <a:lnTo>
                    <a:pt x="268640" y="800613"/>
                  </a:lnTo>
                  <a:lnTo>
                    <a:pt x="268940" y="798325"/>
                  </a:lnTo>
                  <a:lnTo>
                    <a:pt x="269223" y="796038"/>
                  </a:lnTo>
                  <a:lnTo>
                    <a:pt x="269486" y="793750"/>
                  </a:lnTo>
                  <a:lnTo>
                    <a:pt x="269728" y="791463"/>
                  </a:lnTo>
                  <a:lnTo>
                    <a:pt x="269953" y="789175"/>
                  </a:lnTo>
                  <a:lnTo>
                    <a:pt x="270161" y="786888"/>
                  </a:lnTo>
                  <a:lnTo>
                    <a:pt x="270351" y="784601"/>
                  </a:lnTo>
                  <a:lnTo>
                    <a:pt x="270519" y="782313"/>
                  </a:lnTo>
                  <a:lnTo>
                    <a:pt x="270668" y="780026"/>
                  </a:lnTo>
                  <a:lnTo>
                    <a:pt x="270798" y="777738"/>
                  </a:lnTo>
                  <a:lnTo>
                    <a:pt x="270910" y="775451"/>
                  </a:lnTo>
                  <a:lnTo>
                    <a:pt x="271004" y="773163"/>
                  </a:lnTo>
                  <a:lnTo>
                    <a:pt x="271074" y="770876"/>
                  </a:lnTo>
                  <a:lnTo>
                    <a:pt x="271123" y="768588"/>
                  </a:lnTo>
                  <a:lnTo>
                    <a:pt x="271153" y="766301"/>
                  </a:lnTo>
                  <a:lnTo>
                    <a:pt x="271163" y="764013"/>
                  </a:lnTo>
                  <a:lnTo>
                    <a:pt x="271153" y="761726"/>
                  </a:lnTo>
                  <a:lnTo>
                    <a:pt x="271115" y="759438"/>
                  </a:lnTo>
                  <a:lnTo>
                    <a:pt x="271055" y="757151"/>
                  </a:lnTo>
                  <a:lnTo>
                    <a:pt x="270973" y="754863"/>
                  </a:lnTo>
                  <a:lnTo>
                    <a:pt x="270868" y="752576"/>
                  </a:lnTo>
                  <a:lnTo>
                    <a:pt x="270739" y="750289"/>
                  </a:lnTo>
                  <a:lnTo>
                    <a:pt x="270579" y="748001"/>
                  </a:lnTo>
                  <a:lnTo>
                    <a:pt x="270395" y="745714"/>
                  </a:lnTo>
                  <a:lnTo>
                    <a:pt x="270186" y="743426"/>
                  </a:lnTo>
                  <a:lnTo>
                    <a:pt x="269952" y="741139"/>
                  </a:lnTo>
                  <a:lnTo>
                    <a:pt x="269689" y="738851"/>
                  </a:lnTo>
                  <a:lnTo>
                    <a:pt x="269395" y="736564"/>
                  </a:lnTo>
                  <a:lnTo>
                    <a:pt x="269074" y="734276"/>
                  </a:lnTo>
                  <a:lnTo>
                    <a:pt x="268726" y="731989"/>
                  </a:lnTo>
                  <a:lnTo>
                    <a:pt x="268353" y="729701"/>
                  </a:lnTo>
                  <a:lnTo>
                    <a:pt x="267948" y="727414"/>
                  </a:lnTo>
                  <a:lnTo>
                    <a:pt x="267513" y="725126"/>
                  </a:lnTo>
                  <a:lnTo>
                    <a:pt x="267052" y="722839"/>
                  </a:lnTo>
                  <a:lnTo>
                    <a:pt x="266566" y="720551"/>
                  </a:lnTo>
                  <a:lnTo>
                    <a:pt x="266055" y="718264"/>
                  </a:lnTo>
                  <a:lnTo>
                    <a:pt x="265515" y="715977"/>
                  </a:lnTo>
                  <a:lnTo>
                    <a:pt x="265427" y="715620"/>
                  </a:lnTo>
                  <a:lnTo>
                    <a:pt x="264950" y="713689"/>
                  </a:lnTo>
                  <a:lnTo>
                    <a:pt x="264363" y="711402"/>
                  </a:lnTo>
                  <a:lnTo>
                    <a:pt x="263756" y="709114"/>
                  </a:lnTo>
                  <a:lnTo>
                    <a:pt x="263130" y="706827"/>
                  </a:lnTo>
                  <a:lnTo>
                    <a:pt x="262482" y="704539"/>
                  </a:lnTo>
                  <a:lnTo>
                    <a:pt x="261818" y="702252"/>
                  </a:lnTo>
                  <a:lnTo>
                    <a:pt x="261141" y="699964"/>
                  </a:lnTo>
                  <a:lnTo>
                    <a:pt x="260452" y="697677"/>
                  </a:lnTo>
                  <a:lnTo>
                    <a:pt x="259754" y="695389"/>
                  </a:lnTo>
                  <a:lnTo>
                    <a:pt x="259047" y="693102"/>
                  </a:lnTo>
                  <a:lnTo>
                    <a:pt x="258337" y="690814"/>
                  </a:lnTo>
                  <a:lnTo>
                    <a:pt x="257626" y="688527"/>
                  </a:lnTo>
                  <a:lnTo>
                    <a:pt x="256916" y="686239"/>
                  </a:lnTo>
                  <a:lnTo>
                    <a:pt x="256210" y="683952"/>
                  </a:lnTo>
                  <a:lnTo>
                    <a:pt x="255513" y="681665"/>
                  </a:lnTo>
                  <a:lnTo>
                    <a:pt x="254828" y="679377"/>
                  </a:lnTo>
                  <a:lnTo>
                    <a:pt x="254155" y="677090"/>
                  </a:lnTo>
                  <a:lnTo>
                    <a:pt x="253499" y="674802"/>
                  </a:lnTo>
                  <a:lnTo>
                    <a:pt x="252864" y="672515"/>
                  </a:lnTo>
                  <a:lnTo>
                    <a:pt x="252257" y="670227"/>
                  </a:lnTo>
                  <a:lnTo>
                    <a:pt x="251676" y="667940"/>
                  </a:lnTo>
                  <a:lnTo>
                    <a:pt x="251123" y="665652"/>
                  </a:lnTo>
                  <a:lnTo>
                    <a:pt x="250602" y="663365"/>
                  </a:lnTo>
                  <a:lnTo>
                    <a:pt x="250119" y="661077"/>
                  </a:lnTo>
                  <a:lnTo>
                    <a:pt x="249680" y="658790"/>
                  </a:lnTo>
                  <a:lnTo>
                    <a:pt x="249281" y="656502"/>
                  </a:lnTo>
                  <a:lnTo>
                    <a:pt x="248923" y="654215"/>
                  </a:lnTo>
                  <a:lnTo>
                    <a:pt x="248609" y="651927"/>
                  </a:lnTo>
                  <a:lnTo>
                    <a:pt x="248349" y="649640"/>
                  </a:lnTo>
                  <a:lnTo>
                    <a:pt x="248143" y="647353"/>
                  </a:lnTo>
                  <a:lnTo>
                    <a:pt x="247985" y="645065"/>
                  </a:lnTo>
                  <a:lnTo>
                    <a:pt x="247877" y="642778"/>
                  </a:lnTo>
                  <a:lnTo>
                    <a:pt x="247819" y="640490"/>
                  </a:lnTo>
                  <a:lnTo>
                    <a:pt x="247824" y="638203"/>
                  </a:lnTo>
                  <a:lnTo>
                    <a:pt x="247885" y="635915"/>
                  </a:lnTo>
                  <a:lnTo>
                    <a:pt x="247997" y="633628"/>
                  </a:lnTo>
                  <a:lnTo>
                    <a:pt x="248160" y="631340"/>
                  </a:lnTo>
                  <a:lnTo>
                    <a:pt x="248372" y="629053"/>
                  </a:lnTo>
                  <a:lnTo>
                    <a:pt x="248649" y="626765"/>
                  </a:lnTo>
                  <a:lnTo>
                    <a:pt x="248974" y="624478"/>
                  </a:lnTo>
                  <a:lnTo>
                    <a:pt x="249345" y="622190"/>
                  </a:lnTo>
                  <a:lnTo>
                    <a:pt x="249761" y="619903"/>
                  </a:lnTo>
                  <a:lnTo>
                    <a:pt x="250220" y="617615"/>
                  </a:lnTo>
                  <a:lnTo>
                    <a:pt x="250733" y="615328"/>
                  </a:lnTo>
                  <a:lnTo>
                    <a:pt x="251282" y="613041"/>
                  </a:lnTo>
                  <a:lnTo>
                    <a:pt x="251867" y="610753"/>
                  </a:lnTo>
                  <a:lnTo>
                    <a:pt x="252484" y="608466"/>
                  </a:lnTo>
                  <a:lnTo>
                    <a:pt x="253133" y="606178"/>
                  </a:lnTo>
                  <a:lnTo>
                    <a:pt x="253816" y="603891"/>
                  </a:lnTo>
                  <a:lnTo>
                    <a:pt x="254522" y="601603"/>
                  </a:lnTo>
                  <a:lnTo>
                    <a:pt x="255248" y="599316"/>
                  </a:lnTo>
                  <a:lnTo>
                    <a:pt x="255993" y="597028"/>
                  </a:lnTo>
                  <a:lnTo>
                    <a:pt x="256754" y="594741"/>
                  </a:lnTo>
                  <a:lnTo>
                    <a:pt x="257530" y="592453"/>
                  </a:lnTo>
                  <a:lnTo>
                    <a:pt x="258313" y="590166"/>
                  </a:lnTo>
                  <a:lnTo>
                    <a:pt x="259103" y="587878"/>
                  </a:lnTo>
                  <a:lnTo>
                    <a:pt x="259896" y="585591"/>
                  </a:lnTo>
                  <a:lnTo>
                    <a:pt x="260690" y="583303"/>
                  </a:lnTo>
                  <a:lnTo>
                    <a:pt x="261482" y="581016"/>
                  </a:lnTo>
                  <a:lnTo>
                    <a:pt x="262270" y="578729"/>
                  </a:lnTo>
                  <a:lnTo>
                    <a:pt x="263051" y="576441"/>
                  </a:lnTo>
                  <a:lnTo>
                    <a:pt x="263825" y="574154"/>
                  </a:lnTo>
                  <a:lnTo>
                    <a:pt x="264587" y="571866"/>
                  </a:lnTo>
                  <a:lnTo>
                    <a:pt x="265335" y="569579"/>
                  </a:lnTo>
                  <a:lnTo>
                    <a:pt x="266070" y="567291"/>
                  </a:lnTo>
                  <a:lnTo>
                    <a:pt x="266790" y="565004"/>
                  </a:lnTo>
                  <a:lnTo>
                    <a:pt x="267495" y="562716"/>
                  </a:lnTo>
                  <a:lnTo>
                    <a:pt x="268179" y="560429"/>
                  </a:lnTo>
                  <a:lnTo>
                    <a:pt x="268844" y="558141"/>
                  </a:lnTo>
                  <a:lnTo>
                    <a:pt x="269491" y="555854"/>
                  </a:lnTo>
                  <a:lnTo>
                    <a:pt x="270118" y="553566"/>
                  </a:lnTo>
                  <a:lnTo>
                    <a:pt x="270727" y="551279"/>
                  </a:lnTo>
                  <a:lnTo>
                    <a:pt x="271308" y="548991"/>
                  </a:lnTo>
                  <a:lnTo>
                    <a:pt x="271870" y="546704"/>
                  </a:lnTo>
                  <a:lnTo>
                    <a:pt x="272411" y="544417"/>
                  </a:lnTo>
                  <a:lnTo>
                    <a:pt x="272931" y="542129"/>
                  </a:lnTo>
                  <a:lnTo>
                    <a:pt x="273430" y="539842"/>
                  </a:lnTo>
                  <a:lnTo>
                    <a:pt x="273902" y="537554"/>
                  </a:lnTo>
                  <a:lnTo>
                    <a:pt x="274353" y="535267"/>
                  </a:lnTo>
                  <a:lnTo>
                    <a:pt x="274784" y="532979"/>
                  </a:lnTo>
                  <a:lnTo>
                    <a:pt x="275195" y="530692"/>
                  </a:lnTo>
                  <a:lnTo>
                    <a:pt x="275583" y="528404"/>
                  </a:lnTo>
                  <a:lnTo>
                    <a:pt x="275946" y="526117"/>
                  </a:lnTo>
                  <a:lnTo>
                    <a:pt x="276290" y="523829"/>
                  </a:lnTo>
                  <a:lnTo>
                    <a:pt x="276615" y="521542"/>
                  </a:lnTo>
                  <a:lnTo>
                    <a:pt x="276921" y="519254"/>
                  </a:lnTo>
                  <a:lnTo>
                    <a:pt x="277205" y="516967"/>
                  </a:lnTo>
                  <a:lnTo>
                    <a:pt x="277468" y="514679"/>
                  </a:lnTo>
                  <a:lnTo>
                    <a:pt x="277714" y="512392"/>
                  </a:lnTo>
                  <a:lnTo>
                    <a:pt x="277943" y="510105"/>
                  </a:lnTo>
                  <a:lnTo>
                    <a:pt x="278155" y="507817"/>
                  </a:lnTo>
                  <a:lnTo>
                    <a:pt x="278349" y="505530"/>
                  </a:lnTo>
                  <a:lnTo>
                    <a:pt x="278526" y="503242"/>
                  </a:lnTo>
                  <a:lnTo>
                    <a:pt x="278690" y="500955"/>
                  </a:lnTo>
                  <a:lnTo>
                    <a:pt x="278841" y="498667"/>
                  </a:lnTo>
                  <a:lnTo>
                    <a:pt x="278979" y="496380"/>
                  </a:lnTo>
                  <a:lnTo>
                    <a:pt x="279104" y="494092"/>
                  </a:lnTo>
                  <a:lnTo>
                    <a:pt x="279218" y="491805"/>
                  </a:lnTo>
                  <a:lnTo>
                    <a:pt x="279323" y="489517"/>
                  </a:lnTo>
                  <a:lnTo>
                    <a:pt x="279421" y="487230"/>
                  </a:lnTo>
                  <a:lnTo>
                    <a:pt x="279511" y="484942"/>
                  </a:lnTo>
                  <a:lnTo>
                    <a:pt x="279595" y="482655"/>
                  </a:lnTo>
                  <a:lnTo>
                    <a:pt x="279675" y="480367"/>
                  </a:lnTo>
                  <a:lnTo>
                    <a:pt x="279752" y="478080"/>
                  </a:lnTo>
                  <a:lnTo>
                    <a:pt x="279827" y="475793"/>
                  </a:lnTo>
                  <a:lnTo>
                    <a:pt x="279901" y="473505"/>
                  </a:lnTo>
                  <a:lnTo>
                    <a:pt x="279976" y="471218"/>
                  </a:lnTo>
                  <a:lnTo>
                    <a:pt x="280053" y="468930"/>
                  </a:lnTo>
                  <a:lnTo>
                    <a:pt x="280133" y="466643"/>
                  </a:lnTo>
                  <a:lnTo>
                    <a:pt x="280216" y="464355"/>
                  </a:lnTo>
                  <a:lnTo>
                    <a:pt x="280304" y="462068"/>
                  </a:lnTo>
                  <a:lnTo>
                    <a:pt x="280400" y="459780"/>
                  </a:lnTo>
                  <a:lnTo>
                    <a:pt x="280501" y="457493"/>
                  </a:lnTo>
                  <a:lnTo>
                    <a:pt x="280610" y="455205"/>
                  </a:lnTo>
                  <a:lnTo>
                    <a:pt x="280726" y="452918"/>
                  </a:lnTo>
                  <a:lnTo>
                    <a:pt x="280851" y="450630"/>
                  </a:lnTo>
                  <a:lnTo>
                    <a:pt x="280987" y="448343"/>
                  </a:lnTo>
                  <a:lnTo>
                    <a:pt x="281131" y="446055"/>
                  </a:lnTo>
                  <a:lnTo>
                    <a:pt x="281285" y="443768"/>
                  </a:lnTo>
                  <a:lnTo>
                    <a:pt x="281447" y="441481"/>
                  </a:lnTo>
                  <a:lnTo>
                    <a:pt x="281620" y="439193"/>
                  </a:lnTo>
                  <a:lnTo>
                    <a:pt x="281804" y="436906"/>
                  </a:lnTo>
                  <a:lnTo>
                    <a:pt x="281997" y="434618"/>
                  </a:lnTo>
                  <a:lnTo>
                    <a:pt x="282198" y="432331"/>
                  </a:lnTo>
                  <a:lnTo>
                    <a:pt x="282408" y="430043"/>
                  </a:lnTo>
                  <a:lnTo>
                    <a:pt x="282627" y="427756"/>
                  </a:lnTo>
                  <a:lnTo>
                    <a:pt x="282855" y="425468"/>
                  </a:lnTo>
                  <a:lnTo>
                    <a:pt x="283090" y="423181"/>
                  </a:lnTo>
                  <a:lnTo>
                    <a:pt x="283332" y="420893"/>
                  </a:lnTo>
                  <a:lnTo>
                    <a:pt x="283580" y="418606"/>
                  </a:lnTo>
                  <a:lnTo>
                    <a:pt x="283835" y="416318"/>
                  </a:lnTo>
                  <a:lnTo>
                    <a:pt x="284095" y="414031"/>
                  </a:lnTo>
                  <a:lnTo>
                    <a:pt x="284360" y="411743"/>
                  </a:lnTo>
                  <a:lnTo>
                    <a:pt x="284628" y="409456"/>
                  </a:lnTo>
                  <a:lnTo>
                    <a:pt x="284900" y="407169"/>
                  </a:lnTo>
                  <a:lnTo>
                    <a:pt x="285176" y="404881"/>
                  </a:lnTo>
                  <a:lnTo>
                    <a:pt x="285454" y="402594"/>
                  </a:lnTo>
                  <a:lnTo>
                    <a:pt x="285733" y="400306"/>
                  </a:lnTo>
                  <a:lnTo>
                    <a:pt x="286014" y="398019"/>
                  </a:lnTo>
                  <a:lnTo>
                    <a:pt x="286296" y="395731"/>
                  </a:lnTo>
                  <a:lnTo>
                    <a:pt x="286579" y="393444"/>
                  </a:lnTo>
                  <a:lnTo>
                    <a:pt x="286861" y="391156"/>
                  </a:lnTo>
                  <a:lnTo>
                    <a:pt x="287144" y="388869"/>
                  </a:lnTo>
                  <a:lnTo>
                    <a:pt x="287426" y="386581"/>
                  </a:lnTo>
                  <a:lnTo>
                    <a:pt x="287708" y="384294"/>
                  </a:lnTo>
                  <a:lnTo>
                    <a:pt x="287988" y="382006"/>
                  </a:lnTo>
                  <a:lnTo>
                    <a:pt x="288268" y="379719"/>
                  </a:lnTo>
                  <a:lnTo>
                    <a:pt x="288546" y="377431"/>
                  </a:lnTo>
                  <a:lnTo>
                    <a:pt x="288823" y="375144"/>
                  </a:lnTo>
                  <a:lnTo>
                    <a:pt x="289099" y="372857"/>
                  </a:lnTo>
                  <a:lnTo>
                    <a:pt x="289374" y="370569"/>
                  </a:lnTo>
                  <a:lnTo>
                    <a:pt x="289647" y="368282"/>
                  </a:lnTo>
                  <a:lnTo>
                    <a:pt x="289919" y="365994"/>
                  </a:lnTo>
                  <a:lnTo>
                    <a:pt x="290189" y="363707"/>
                  </a:lnTo>
                  <a:lnTo>
                    <a:pt x="290459" y="361419"/>
                  </a:lnTo>
                  <a:lnTo>
                    <a:pt x="290727" y="359132"/>
                  </a:lnTo>
                  <a:lnTo>
                    <a:pt x="290994" y="356844"/>
                  </a:lnTo>
                  <a:lnTo>
                    <a:pt x="291260" y="354557"/>
                  </a:lnTo>
                  <a:lnTo>
                    <a:pt x="291525" y="352269"/>
                  </a:lnTo>
                  <a:lnTo>
                    <a:pt x="291789" y="349982"/>
                  </a:lnTo>
                  <a:lnTo>
                    <a:pt x="292051" y="347694"/>
                  </a:lnTo>
                  <a:lnTo>
                    <a:pt x="292313" y="345407"/>
                  </a:lnTo>
                  <a:lnTo>
                    <a:pt x="292574" y="343119"/>
                  </a:lnTo>
                  <a:lnTo>
                    <a:pt x="292834" y="340832"/>
                  </a:lnTo>
                  <a:lnTo>
                    <a:pt x="293093" y="338545"/>
                  </a:lnTo>
                  <a:lnTo>
                    <a:pt x="293350" y="336257"/>
                  </a:lnTo>
                  <a:lnTo>
                    <a:pt x="293607" y="333970"/>
                  </a:lnTo>
                  <a:lnTo>
                    <a:pt x="293862" y="331682"/>
                  </a:lnTo>
                  <a:lnTo>
                    <a:pt x="294115" y="329395"/>
                  </a:lnTo>
                  <a:lnTo>
                    <a:pt x="294367" y="327107"/>
                  </a:lnTo>
                  <a:lnTo>
                    <a:pt x="294616" y="324820"/>
                  </a:lnTo>
                  <a:lnTo>
                    <a:pt x="294864" y="322532"/>
                  </a:lnTo>
                  <a:lnTo>
                    <a:pt x="295110" y="320245"/>
                  </a:lnTo>
                  <a:lnTo>
                    <a:pt x="295353" y="317957"/>
                  </a:lnTo>
                  <a:lnTo>
                    <a:pt x="295592" y="315670"/>
                  </a:lnTo>
                  <a:lnTo>
                    <a:pt x="295829" y="313382"/>
                  </a:lnTo>
                  <a:lnTo>
                    <a:pt x="296063" y="311095"/>
                  </a:lnTo>
                  <a:lnTo>
                    <a:pt x="296294" y="308807"/>
                  </a:lnTo>
                  <a:lnTo>
                    <a:pt x="296520" y="306520"/>
                  </a:lnTo>
                  <a:lnTo>
                    <a:pt x="296743" y="304233"/>
                  </a:lnTo>
                  <a:lnTo>
                    <a:pt x="296961" y="301945"/>
                  </a:lnTo>
                  <a:lnTo>
                    <a:pt x="297176" y="299658"/>
                  </a:lnTo>
                  <a:lnTo>
                    <a:pt x="297386" y="297370"/>
                  </a:lnTo>
                  <a:lnTo>
                    <a:pt x="297592" y="295083"/>
                  </a:lnTo>
                  <a:lnTo>
                    <a:pt x="297793" y="292795"/>
                  </a:lnTo>
                  <a:lnTo>
                    <a:pt x="297989" y="290508"/>
                  </a:lnTo>
                  <a:lnTo>
                    <a:pt x="298181" y="288220"/>
                  </a:lnTo>
                  <a:lnTo>
                    <a:pt x="298369" y="285933"/>
                  </a:lnTo>
                  <a:lnTo>
                    <a:pt x="298552" y="283645"/>
                  </a:lnTo>
                  <a:lnTo>
                    <a:pt x="298729" y="281358"/>
                  </a:lnTo>
                  <a:lnTo>
                    <a:pt x="298903" y="279070"/>
                  </a:lnTo>
                  <a:lnTo>
                    <a:pt x="299072" y="276783"/>
                  </a:lnTo>
                  <a:lnTo>
                    <a:pt x="299237" y="274495"/>
                  </a:lnTo>
                  <a:lnTo>
                    <a:pt x="299397" y="272208"/>
                  </a:lnTo>
                  <a:lnTo>
                    <a:pt x="299552" y="269921"/>
                  </a:lnTo>
                  <a:lnTo>
                    <a:pt x="299704" y="267633"/>
                  </a:lnTo>
                  <a:lnTo>
                    <a:pt x="299852" y="265346"/>
                  </a:lnTo>
                  <a:lnTo>
                    <a:pt x="299997" y="263058"/>
                  </a:lnTo>
                  <a:lnTo>
                    <a:pt x="300136" y="260771"/>
                  </a:lnTo>
                  <a:lnTo>
                    <a:pt x="300273" y="258483"/>
                  </a:lnTo>
                  <a:lnTo>
                    <a:pt x="300405" y="256196"/>
                  </a:lnTo>
                  <a:lnTo>
                    <a:pt x="300535" y="253908"/>
                  </a:lnTo>
                  <a:lnTo>
                    <a:pt x="300661" y="251621"/>
                  </a:lnTo>
                  <a:lnTo>
                    <a:pt x="300782" y="249333"/>
                  </a:lnTo>
                  <a:lnTo>
                    <a:pt x="300901" y="247046"/>
                  </a:lnTo>
                  <a:lnTo>
                    <a:pt x="301016" y="244758"/>
                  </a:lnTo>
                  <a:lnTo>
                    <a:pt x="301128" y="242471"/>
                  </a:lnTo>
                  <a:lnTo>
                    <a:pt x="301237" y="240183"/>
                  </a:lnTo>
                  <a:lnTo>
                    <a:pt x="301341" y="237896"/>
                  </a:lnTo>
                  <a:lnTo>
                    <a:pt x="301443" y="235609"/>
                  </a:lnTo>
                  <a:lnTo>
                    <a:pt x="301541" y="233321"/>
                  </a:lnTo>
                  <a:lnTo>
                    <a:pt x="301635" y="231034"/>
                  </a:lnTo>
                  <a:lnTo>
                    <a:pt x="301726" y="228746"/>
                  </a:lnTo>
                  <a:lnTo>
                    <a:pt x="301813" y="226459"/>
                  </a:lnTo>
                  <a:lnTo>
                    <a:pt x="301897" y="224171"/>
                  </a:lnTo>
                  <a:lnTo>
                    <a:pt x="301977" y="221884"/>
                  </a:lnTo>
                  <a:lnTo>
                    <a:pt x="302054" y="219596"/>
                  </a:lnTo>
                  <a:lnTo>
                    <a:pt x="302127" y="217309"/>
                  </a:lnTo>
                  <a:lnTo>
                    <a:pt x="302197" y="215021"/>
                  </a:lnTo>
                  <a:lnTo>
                    <a:pt x="302263" y="212734"/>
                  </a:lnTo>
                  <a:lnTo>
                    <a:pt x="302326" y="210446"/>
                  </a:lnTo>
                  <a:lnTo>
                    <a:pt x="302386" y="208159"/>
                  </a:lnTo>
                  <a:lnTo>
                    <a:pt x="302442" y="205871"/>
                  </a:lnTo>
                  <a:lnTo>
                    <a:pt x="302496" y="203584"/>
                  </a:lnTo>
                  <a:lnTo>
                    <a:pt x="302546" y="201297"/>
                  </a:lnTo>
                  <a:lnTo>
                    <a:pt x="302594" y="199009"/>
                  </a:lnTo>
                  <a:lnTo>
                    <a:pt x="302639" y="196722"/>
                  </a:lnTo>
                  <a:lnTo>
                    <a:pt x="302681" y="194434"/>
                  </a:lnTo>
                  <a:lnTo>
                    <a:pt x="302721" y="192147"/>
                  </a:lnTo>
                  <a:lnTo>
                    <a:pt x="302760" y="189859"/>
                  </a:lnTo>
                  <a:lnTo>
                    <a:pt x="302796" y="187572"/>
                  </a:lnTo>
                  <a:lnTo>
                    <a:pt x="302831" y="185284"/>
                  </a:lnTo>
                  <a:lnTo>
                    <a:pt x="302863" y="182997"/>
                  </a:lnTo>
                  <a:lnTo>
                    <a:pt x="302895" y="180709"/>
                  </a:lnTo>
                  <a:lnTo>
                    <a:pt x="302926" y="178422"/>
                  </a:lnTo>
                  <a:lnTo>
                    <a:pt x="302955" y="176134"/>
                  </a:lnTo>
                  <a:lnTo>
                    <a:pt x="302984" y="173847"/>
                  </a:lnTo>
                  <a:lnTo>
                    <a:pt x="303013" y="171559"/>
                  </a:lnTo>
                  <a:lnTo>
                    <a:pt x="303041" y="169272"/>
                  </a:lnTo>
                  <a:lnTo>
                    <a:pt x="303069" y="166985"/>
                  </a:lnTo>
                  <a:lnTo>
                    <a:pt x="303097" y="164697"/>
                  </a:lnTo>
                  <a:lnTo>
                    <a:pt x="303126" y="162410"/>
                  </a:lnTo>
                  <a:lnTo>
                    <a:pt x="303154" y="160122"/>
                  </a:lnTo>
                  <a:lnTo>
                    <a:pt x="303184" y="157835"/>
                  </a:lnTo>
                  <a:lnTo>
                    <a:pt x="303214" y="155547"/>
                  </a:lnTo>
                  <a:lnTo>
                    <a:pt x="303244" y="153260"/>
                  </a:lnTo>
                  <a:lnTo>
                    <a:pt x="303276" y="150972"/>
                  </a:lnTo>
                  <a:lnTo>
                    <a:pt x="303309" y="148685"/>
                  </a:lnTo>
                  <a:lnTo>
                    <a:pt x="303342" y="146397"/>
                  </a:lnTo>
                  <a:lnTo>
                    <a:pt x="303377" y="144110"/>
                  </a:lnTo>
                  <a:lnTo>
                    <a:pt x="303412" y="141822"/>
                  </a:lnTo>
                  <a:lnTo>
                    <a:pt x="303449" y="139535"/>
                  </a:lnTo>
                  <a:lnTo>
                    <a:pt x="303486" y="137247"/>
                  </a:lnTo>
                  <a:lnTo>
                    <a:pt x="303525" y="134960"/>
                  </a:lnTo>
                  <a:lnTo>
                    <a:pt x="303564" y="132673"/>
                  </a:lnTo>
                  <a:lnTo>
                    <a:pt x="303605" y="130385"/>
                  </a:lnTo>
                  <a:lnTo>
                    <a:pt x="303646" y="128098"/>
                  </a:lnTo>
                  <a:lnTo>
                    <a:pt x="303688" y="125810"/>
                  </a:lnTo>
                  <a:lnTo>
                    <a:pt x="303730" y="123523"/>
                  </a:lnTo>
                  <a:lnTo>
                    <a:pt x="303773" y="121235"/>
                  </a:lnTo>
                  <a:lnTo>
                    <a:pt x="303816" y="118948"/>
                  </a:lnTo>
                  <a:lnTo>
                    <a:pt x="303860" y="116660"/>
                  </a:lnTo>
                  <a:lnTo>
                    <a:pt x="303903" y="114373"/>
                  </a:lnTo>
                  <a:lnTo>
                    <a:pt x="303947" y="112085"/>
                  </a:lnTo>
                  <a:lnTo>
                    <a:pt x="303990" y="109798"/>
                  </a:lnTo>
                  <a:lnTo>
                    <a:pt x="304033" y="107510"/>
                  </a:lnTo>
                  <a:lnTo>
                    <a:pt x="304075" y="105223"/>
                  </a:lnTo>
                  <a:lnTo>
                    <a:pt x="304117" y="102935"/>
                  </a:lnTo>
                  <a:lnTo>
                    <a:pt x="304158" y="100648"/>
                  </a:lnTo>
                  <a:lnTo>
                    <a:pt x="304198" y="98361"/>
                  </a:lnTo>
                  <a:lnTo>
                    <a:pt x="304237" y="96073"/>
                  </a:lnTo>
                  <a:lnTo>
                    <a:pt x="304274" y="93786"/>
                  </a:lnTo>
                  <a:lnTo>
                    <a:pt x="304311" y="91498"/>
                  </a:lnTo>
                  <a:lnTo>
                    <a:pt x="304346" y="89211"/>
                  </a:lnTo>
                  <a:lnTo>
                    <a:pt x="304380" y="86923"/>
                  </a:lnTo>
                  <a:lnTo>
                    <a:pt x="304413" y="84636"/>
                  </a:lnTo>
                  <a:lnTo>
                    <a:pt x="304444" y="82348"/>
                  </a:lnTo>
                  <a:lnTo>
                    <a:pt x="304473" y="80061"/>
                  </a:lnTo>
                  <a:lnTo>
                    <a:pt x="304501" y="77773"/>
                  </a:lnTo>
                  <a:lnTo>
                    <a:pt x="304528" y="75486"/>
                  </a:lnTo>
                  <a:lnTo>
                    <a:pt x="304552" y="73198"/>
                  </a:lnTo>
                  <a:lnTo>
                    <a:pt x="304576" y="70911"/>
                  </a:lnTo>
                  <a:lnTo>
                    <a:pt x="304597" y="68623"/>
                  </a:lnTo>
                  <a:lnTo>
                    <a:pt x="304618" y="66336"/>
                  </a:lnTo>
                  <a:lnTo>
                    <a:pt x="304636" y="64049"/>
                  </a:lnTo>
                  <a:lnTo>
                    <a:pt x="304654" y="61761"/>
                  </a:lnTo>
                  <a:lnTo>
                    <a:pt x="304670" y="59474"/>
                  </a:lnTo>
                  <a:lnTo>
                    <a:pt x="304684" y="57186"/>
                  </a:lnTo>
                  <a:lnTo>
                    <a:pt x="304698" y="54899"/>
                  </a:lnTo>
                  <a:lnTo>
                    <a:pt x="304710" y="52611"/>
                  </a:lnTo>
                  <a:lnTo>
                    <a:pt x="304721" y="50324"/>
                  </a:lnTo>
                  <a:lnTo>
                    <a:pt x="304731" y="48036"/>
                  </a:lnTo>
                  <a:lnTo>
                    <a:pt x="304740" y="45749"/>
                  </a:lnTo>
                  <a:lnTo>
                    <a:pt x="304749" y="43461"/>
                  </a:lnTo>
                  <a:lnTo>
                    <a:pt x="304756" y="41174"/>
                  </a:lnTo>
                  <a:lnTo>
                    <a:pt x="304763" y="38886"/>
                  </a:lnTo>
                  <a:lnTo>
                    <a:pt x="304768" y="36599"/>
                  </a:lnTo>
                  <a:lnTo>
                    <a:pt x="304774" y="34311"/>
                  </a:lnTo>
                  <a:lnTo>
                    <a:pt x="304778" y="32024"/>
                  </a:lnTo>
                  <a:lnTo>
                    <a:pt x="304782" y="29737"/>
                  </a:lnTo>
                  <a:lnTo>
                    <a:pt x="304786" y="27449"/>
                  </a:lnTo>
                  <a:lnTo>
                    <a:pt x="304789" y="25162"/>
                  </a:lnTo>
                  <a:lnTo>
                    <a:pt x="304791" y="22874"/>
                  </a:lnTo>
                  <a:lnTo>
                    <a:pt x="304794" y="20587"/>
                  </a:lnTo>
                  <a:lnTo>
                    <a:pt x="304796" y="18299"/>
                  </a:lnTo>
                  <a:lnTo>
                    <a:pt x="304798" y="16012"/>
                  </a:lnTo>
                  <a:lnTo>
                    <a:pt x="304799" y="13724"/>
                  </a:lnTo>
                  <a:lnTo>
                    <a:pt x="304800" y="11437"/>
                  </a:lnTo>
                  <a:lnTo>
                    <a:pt x="304801" y="9149"/>
                  </a:lnTo>
                  <a:lnTo>
                    <a:pt x="304802" y="6862"/>
                  </a:lnTo>
                  <a:lnTo>
                    <a:pt x="304803" y="4574"/>
                  </a:lnTo>
                  <a:lnTo>
                    <a:pt x="304804" y="2287"/>
                  </a:lnTo>
                  <a:lnTo>
                    <a:pt x="304810" y="0"/>
                  </a:lnTo>
                  <a:lnTo>
                    <a:pt x="304810" y="2287"/>
                  </a:lnTo>
                  <a:lnTo>
                    <a:pt x="304811" y="4574"/>
                  </a:lnTo>
                  <a:lnTo>
                    <a:pt x="304812" y="6862"/>
                  </a:lnTo>
                  <a:lnTo>
                    <a:pt x="304813" y="9149"/>
                  </a:lnTo>
                  <a:lnTo>
                    <a:pt x="304814" y="11437"/>
                  </a:lnTo>
                  <a:lnTo>
                    <a:pt x="304815" y="13724"/>
                  </a:lnTo>
                  <a:lnTo>
                    <a:pt x="304817" y="16012"/>
                  </a:lnTo>
                  <a:lnTo>
                    <a:pt x="304818" y="18299"/>
                  </a:lnTo>
                  <a:lnTo>
                    <a:pt x="304820" y="20587"/>
                  </a:lnTo>
                  <a:lnTo>
                    <a:pt x="304823" y="22874"/>
                  </a:lnTo>
                  <a:lnTo>
                    <a:pt x="304826" y="25162"/>
                  </a:lnTo>
                  <a:lnTo>
                    <a:pt x="304829" y="27449"/>
                  </a:lnTo>
                  <a:lnTo>
                    <a:pt x="304832" y="29737"/>
                  </a:lnTo>
                  <a:lnTo>
                    <a:pt x="304836" y="32024"/>
                  </a:lnTo>
                  <a:lnTo>
                    <a:pt x="304841" y="34311"/>
                  </a:lnTo>
                  <a:lnTo>
                    <a:pt x="304846" y="36599"/>
                  </a:lnTo>
                  <a:lnTo>
                    <a:pt x="304852" y="38886"/>
                  </a:lnTo>
                  <a:lnTo>
                    <a:pt x="304858" y="41174"/>
                  </a:lnTo>
                  <a:lnTo>
                    <a:pt x="304866" y="43461"/>
                  </a:lnTo>
                  <a:lnTo>
                    <a:pt x="304874" y="45749"/>
                  </a:lnTo>
                  <a:lnTo>
                    <a:pt x="304883" y="48036"/>
                  </a:lnTo>
                  <a:lnTo>
                    <a:pt x="304893" y="50324"/>
                  </a:lnTo>
                  <a:lnTo>
                    <a:pt x="304904" y="52611"/>
                  </a:lnTo>
                  <a:lnTo>
                    <a:pt x="304916" y="54899"/>
                  </a:lnTo>
                  <a:lnTo>
                    <a:pt x="304930" y="57186"/>
                  </a:lnTo>
                  <a:lnTo>
                    <a:pt x="304945" y="59474"/>
                  </a:lnTo>
                  <a:lnTo>
                    <a:pt x="304960" y="61761"/>
                  </a:lnTo>
                  <a:lnTo>
                    <a:pt x="304978" y="64049"/>
                  </a:lnTo>
                  <a:lnTo>
                    <a:pt x="304997" y="66336"/>
                  </a:lnTo>
                  <a:lnTo>
                    <a:pt x="305017" y="68623"/>
                  </a:lnTo>
                  <a:lnTo>
                    <a:pt x="305039" y="70911"/>
                  </a:lnTo>
                  <a:lnTo>
                    <a:pt x="305062" y="73198"/>
                  </a:lnTo>
                  <a:lnTo>
                    <a:pt x="305087" y="75486"/>
                  </a:lnTo>
                  <a:lnTo>
                    <a:pt x="305113" y="77773"/>
                  </a:lnTo>
                  <a:lnTo>
                    <a:pt x="305141" y="80061"/>
                  </a:lnTo>
                  <a:lnTo>
                    <a:pt x="305171" y="82348"/>
                  </a:lnTo>
                  <a:lnTo>
                    <a:pt x="305201" y="84636"/>
                  </a:lnTo>
                  <a:lnTo>
                    <a:pt x="305234" y="86923"/>
                  </a:lnTo>
                  <a:lnTo>
                    <a:pt x="305268" y="89211"/>
                  </a:lnTo>
                  <a:lnTo>
                    <a:pt x="305303" y="91498"/>
                  </a:lnTo>
                  <a:lnTo>
                    <a:pt x="305340" y="93786"/>
                  </a:lnTo>
                  <a:lnTo>
                    <a:pt x="305378" y="96073"/>
                  </a:lnTo>
                  <a:lnTo>
                    <a:pt x="305417" y="98361"/>
                  </a:lnTo>
                  <a:lnTo>
                    <a:pt x="305457" y="100648"/>
                  </a:lnTo>
                  <a:lnTo>
                    <a:pt x="305498" y="102935"/>
                  </a:lnTo>
                  <a:lnTo>
                    <a:pt x="305539" y="105223"/>
                  </a:lnTo>
                  <a:lnTo>
                    <a:pt x="305581" y="107510"/>
                  </a:lnTo>
                  <a:lnTo>
                    <a:pt x="305624" y="109798"/>
                  </a:lnTo>
                  <a:lnTo>
                    <a:pt x="305668" y="112085"/>
                  </a:lnTo>
                  <a:lnTo>
                    <a:pt x="305711" y="114373"/>
                  </a:lnTo>
                  <a:lnTo>
                    <a:pt x="305754" y="116660"/>
                  </a:lnTo>
                  <a:lnTo>
                    <a:pt x="305798" y="118948"/>
                  </a:lnTo>
                  <a:lnTo>
                    <a:pt x="305841" y="121235"/>
                  </a:lnTo>
                  <a:lnTo>
                    <a:pt x="305884" y="123523"/>
                  </a:lnTo>
                  <a:lnTo>
                    <a:pt x="305927" y="125810"/>
                  </a:lnTo>
                  <a:lnTo>
                    <a:pt x="305968" y="128098"/>
                  </a:lnTo>
                  <a:lnTo>
                    <a:pt x="306010" y="130385"/>
                  </a:lnTo>
                  <a:lnTo>
                    <a:pt x="306050" y="132673"/>
                  </a:lnTo>
                  <a:lnTo>
                    <a:pt x="306089" y="134960"/>
                  </a:lnTo>
                  <a:lnTo>
                    <a:pt x="306128" y="137247"/>
                  </a:lnTo>
                  <a:lnTo>
                    <a:pt x="306166" y="139535"/>
                  </a:lnTo>
                  <a:lnTo>
                    <a:pt x="306202" y="141822"/>
                  </a:lnTo>
                  <a:lnTo>
                    <a:pt x="306238" y="144110"/>
                  </a:lnTo>
                  <a:lnTo>
                    <a:pt x="306272" y="146397"/>
                  </a:lnTo>
                  <a:lnTo>
                    <a:pt x="306306" y="148685"/>
                  </a:lnTo>
                  <a:lnTo>
                    <a:pt x="306338" y="150972"/>
                  </a:lnTo>
                  <a:lnTo>
                    <a:pt x="306370" y="153260"/>
                  </a:lnTo>
                  <a:lnTo>
                    <a:pt x="306400" y="155547"/>
                  </a:lnTo>
                  <a:lnTo>
                    <a:pt x="306430" y="157835"/>
                  </a:lnTo>
                  <a:lnTo>
                    <a:pt x="306460" y="160122"/>
                  </a:lnTo>
                  <a:lnTo>
                    <a:pt x="306489" y="162410"/>
                  </a:lnTo>
                  <a:lnTo>
                    <a:pt x="306517" y="164697"/>
                  </a:lnTo>
                  <a:lnTo>
                    <a:pt x="306545" y="166985"/>
                  </a:lnTo>
                  <a:lnTo>
                    <a:pt x="306573" y="169272"/>
                  </a:lnTo>
                  <a:lnTo>
                    <a:pt x="306601" y="171559"/>
                  </a:lnTo>
                  <a:lnTo>
                    <a:pt x="306630" y="173847"/>
                  </a:lnTo>
                  <a:lnTo>
                    <a:pt x="306659" y="176134"/>
                  </a:lnTo>
                  <a:lnTo>
                    <a:pt x="306689" y="178422"/>
                  </a:lnTo>
                  <a:lnTo>
                    <a:pt x="306719" y="180709"/>
                  </a:lnTo>
                  <a:lnTo>
                    <a:pt x="306751" y="182997"/>
                  </a:lnTo>
                  <a:lnTo>
                    <a:pt x="306784" y="185284"/>
                  </a:lnTo>
                  <a:lnTo>
                    <a:pt x="306818" y="187572"/>
                  </a:lnTo>
                  <a:lnTo>
                    <a:pt x="306855" y="189859"/>
                  </a:lnTo>
                  <a:lnTo>
                    <a:pt x="306893" y="192147"/>
                  </a:lnTo>
                  <a:lnTo>
                    <a:pt x="306933" y="194434"/>
                  </a:lnTo>
                  <a:lnTo>
                    <a:pt x="306975" y="196722"/>
                  </a:lnTo>
                  <a:lnTo>
                    <a:pt x="307020" y="199009"/>
                  </a:lnTo>
                  <a:lnTo>
                    <a:pt x="307068" y="201297"/>
                  </a:lnTo>
                  <a:lnTo>
                    <a:pt x="307119" y="203584"/>
                  </a:lnTo>
                  <a:lnTo>
                    <a:pt x="307172" y="205871"/>
                  </a:lnTo>
                  <a:lnTo>
                    <a:pt x="307228" y="208159"/>
                  </a:lnTo>
                  <a:lnTo>
                    <a:pt x="307288" y="210446"/>
                  </a:lnTo>
                  <a:lnTo>
                    <a:pt x="307351" y="212734"/>
                  </a:lnTo>
                  <a:lnTo>
                    <a:pt x="307417" y="215021"/>
                  </a:lnTo>
                  <a:lnTo>
                    <a:pt x="307487" y="217309"/>
                  </a:lnTo>
                  <a:lnTo>
                    <a:pt x="307560" y="219596"/>
                  </a:lnTo>
                  <a:lnTo>
                    <a:pt x="307637" y="221884"/>
                  </a:lnTo>
                  <a:lnTo>
                    <a:pt x="307717" y="224171"/>
                  </a:lnTo>
                  <a:lnTo>
                    <a:pt x="307801" y="226459"/>
                  </a:lnTo>
                  <a:lnTo>
                    <a:pt x="307888" y="228746"/>
                  </a:lnTo>
                  <a:lnTo>
                    <a:pt x="307979" y="231034"/>
                  </a:lnTo>
                  <a:lnTo>
                    <a:pt x="308074" y="233321"/>
                  </a:lnTo>
                  <a:lnTo>
                    <a:pt x="308172" y="235609"/>
                  </a:lnTo>
                  <a:lnTo>
                    <a:pt x="308273" y="237896"/>
                  </a:lnTo>
                  <a:lnTo>
                    <a:pt x="308377" y="240183"/>
                  </a:lnTo>
                  <a:lnTo>
                    <a:pt x="308486" y="242471"/>
                  </a:lnTo>
                  <a:lnTo>
                    <a:pt x="308598" y="244758"/>
                  </a:lnTo>
                  <a:lnTo>
                    <a:pt x="308713" y="247046"/>
                  </a:lnTo>
                  <a:lnTo>
                    <a:pt x="308832" y="249333"/>
                  </a:lnTo>
                  <a:lnTo>
                    <a:pt x="308954" y="251621"/>
                  </a:lnTo>
                  <a:lnTo>
                    <a:pt x="309080" y="253908"/>
                  </a:lnTo>
                  <a:lnTo>
                    <a:pt x="309209" y="256196"/>
                  </a:lnTo>
                  <a:lnTo>
                    <a:pt x="309342" y="258483"/>
                  </a:lnTo>
                  <a:lnTo>
                    <a:pt x="309478" y="260771"/>
                  </a:lnTo>
                  <a:lnTo>
                    <a:pt x="309617" y="263058"/>
                  </a:lnTo>
                  <a:lnTo>
                    <a:pt x="309762" y="265346"/>
                  </a:lnTo>
                  <a:lnTo>
                    <a:pt x="309910" y="267633"/>
                  </a:lnTo>
                  <a:lnTo>
                    <a:pt x="310062" y="269921"/>
                  </a:lnTo>
                  <a:lnTo>
                    <a:pt x="310218" y="272208"/>
                  </a:lnTo>
                  <a:lnTo>
                    <a:pt x="310377" y="274495"/>
                  </a:lnTo>
                  <a:lnTo>
                    <a:pt x="310542" y="276783"/>
                  </a:lnTo>
                  <a:lnTo>
                    <a:pt x="310712" y="279070"/>
                  </a:lnTo>
                  <a:lnTo>
                    <a:pt x="310885" y="281358"/>
                  </a:lnTo>
                  <a:lnTo>
                    <a:pt x="311063" y="283645"/>
                  </a:lnTo>
                  <a:lnTo>
                    <a:pt x="311245" y="285933"/>
                  </a:lnTo>
                  <a:lnTo>
                    <a:pt x="311433" y="288220"/>
                  </a:lnTo>
                  <a:lnTo>
                    <a:pt x="311625" y="290508"/>
                  </a:lnTo>
                  <a:lnTo>
                    <a:pt x="311821" y="292795"/>
                  </a:lnTo>
                  <a:lnTo>
                    <a:pt x="312022" y="295083"/>
                  </a:lnTo>
                  <a:lnTo>
                    <a:pt x="312228" y="297370"/>
                  </a:lnTo>
                  <a:lnTo>
                    <a:pt x="312438" y="299658"/>
                  </a:lnTo>
                  <a:lnTo>
                    <a:pt x="312653" y="301945"/>
                  </a:lnTo>
                  <a:lnTo>
                    <a:pt x="312872" y="304233"/>
                  </a:lnTo>
                  <a:lnTo>
                    <a:pt x="313094" y="306520"/>
                  </a:lnTo>
                  <a:lnTo>
                    <a:pt x="313321" y="308807"/>
                  </a:lnTo>
                  <a:lnTo>
                    <a:pt x="313551" y="311095"/>
                  </a:lnTo>
                  <a:lnTo>
                    <a:pt x="313785" y="313382"/>
                  </a:lnTo>
                  <a:lnTo>
                    <a:pt x="314022" y="315670"/>
                  </a:lnTo>
                  <a:lnTo>
                    <a:pt x="314262" y="317957"/>
                  </a:lnTo>
                  <a:lnTo>
                    <a:pt x="314505" y="320245"/>
                  </a:lnTo>
                  <a:lnTo>
                    <a:pt x="314750" y="322532"/>
                  </a:lnTo>
                  <a:lnTo>
                    <a:pt x="314998" y="324820"/>
                  </a:lnTo>
                  <a:lnTo>
                    <a:pt x="315247" y="327107"/>
                  </a:lnTo>
                  <a:lnTo>
                    <a:pt x="315499" y="329395"/>
                  </a:lnTo>
                  <a:lnTo>
                    <a:pt x="315752" y="331682"/>
                  </a:lnTo>
                  <a:lnTo>
                    <a:pt x="316007" y="333970"/>
                  </a:lnTo>
                  <a:lnTo>
                    <a:pt x="316264" y="336257"/>
                  </a:lnTo>
                  <a:lnTo>
                    <a:pt x="316521" y="338545"/>
                  </a:lnTo>
                  <a:lnTo>
                    <a:pt x="316780" y="340832"/>
                  </a:lnTo>
                  <a:lnTo>
                    <a:pt x="317040" y="343119"/>
                  </a:lnTo>
                  <a:lnTo>
                    <a:pt x="317301" y="345407"/>
                  </a:lnTo>
                  <a:lnTo>
                    <a:pt x="317563" y="347694"/>
                  </a:lnTo>
                  <a:lnTo>
                    <a:pt x="317826" y="349982"/>
                  </a:lnTo>
                  <a:lnTo>
                    <a:pt x="318089" y="352269"/>
                  </a:lnTo>
                  <a:lnTo>
                    <a:pt x="318354" y="354557"/>
                  </a:lnTo>
                  <a:lnTo>
                    <a:pt x="318620" y="356844"/>
                  </a:lnTo>
                  <a:lnTo>
                    <a:pt x="318887" y="359132"/>
                  </a:lnTo>
                  <a:lnTo>
                    <a:pt x="319156" y="361419"/>
                  </a:lnTo>
                  <a:lnTo>
                    <a:pt x="319425" y="363707"/>
                  </a:lnTo>
                  <a:lnTo>
                    <a:pt x="319696" y="365994"/>
                  </a:lnTo>
                  <a:lnTo>
                    <a:pt x="319968" y="368282"/>
                  </a:lnTo>
                  <a:lnTo>
                    <a:pt x="320241" y="370569"/>
                  </a:lnTo>
                  <a:lnTo>
                    <a:pt x="320515" y="372857"/>
                  </a:lnTo>
                  <a:lnTo>
                    <a:pt x="320791" y="375144"/>
                  </a:lnTo>
                  <a:lnTo>
                    <a:pt x="321068" y="377431"/>
                  </a:lnTo>
                  <a:lnTo>
                    <a:pt x="321347" y="379719"/>
                  </a:lnTo>
                  <a:lnTo>
                    <a:pt x="321626" y="382006"/>
                  </a:lnTo>
                  <a:lnTo>
                    <a:pt x="321907" y="384294"/>
                  </a:lnTo>
                  <a:lnTo>
                    <a:pt x="322188" y="386581"/>
                  </a:lnTo>
                  <a:lnTo>
                    <a:pt x="322470" y="388869"/>
                  </a:lnTo>
                  <a:lnTo>
                    <a:pt x="322753" y="391156"/>
                  </a:lnTo>
                  <a:lnTo>
                    <a:pt x="323036" y="393444"/>
                  </a:lnTo>
                  <a:lnTo>
                    <a:pt x="323318" y="395731"/>
                  </a:lnTo>
                  <a:lnTo>
                    <a:pt x="323600" y="398019"/>
                  </a:lnTo>
                  <a:lnTo>
                    <a:pt x="323881" y="400306"/>
                  </a:lnTo>
                  <a:lnTo>
                    <a:pt x="324161" y="402594"/>
                  </a:lnTo>
                  <a:lnTo>
                    <a:pt x="324438" y="404881"/>
                  </a:lnTo>
                  <a:lnTo>
                    <a:pt x="324714" y="407169"/>
                  </a:lnTo>
                  <a:lnTo>
                    <a:pt x="324986" y="409456"/>
                  </a:lnTo>
                  <a:lnTo>
                    <a:pt x="325254" y="411743"/>
                  </a:lnTo>
                  <a:lnTo>
                    <a:pt x="325519" y="414031"/>
                  </a:lnTo>
                  <a:lnTo>
                    <a:pt x="325779" y="416318"/>
                  </a:lnTo>
                  <a:lnTo>
                    <a:pt x="326034" y="418606"/>
                  </a:lnTo>
                  <a:lnTo>
                    <a:pt x="326282" y="420893"/>
                  </a:lnTo>
                  <a:lnTo>
                    <a:pt x="326524" y="423181"/>
                  </a:lnTo>
                  <a:lnTo>
                    <a:pt x="326759" y="425468"/>
                  </a:lnTo>
                  <a:lnTo>
                    <a:pt x="326987" y="427756"/>
                  </a:lnTo>
                  <a:lnTo>
                    <a:pt x="327206" y="430043"/>
                  </a:lnTo>
                  <a:lnTo>
                    <a:pt x="327416" y="432331"/>
                  </a:lnTo>
                  <a:lnTo>
                    <a:pt x="327617" y="434618"/>
                  </a:lnTo>
                  <a:lnTo>
                    <a:pt x="327810" y="436906"/>
                  </a:lnTo>
                  <a:lnTo>
                    <a:pt x="327994" y="439193"/>
                  </a:lnTo>
                  <a:lnTo>
                    <a:pt x="328167" y="441481"/>
                  </a:lnTo>
                  <a:lnTo>
                    <a:pt x="328330" y="443768"/>
                  </a:lnTo>
                  <a:lnTo>
                    <a:pt x="328483" y="446055"/>
                  </a:lnTo>
                  <a:lnTo>
                    <a:pt x="328627" y="448343"/>
                  </a:lnTo>
                  <a:lnTo>
                    <a:pt x="328763" y="450630"/>
                  </a:lnTo>
                  <a:lnTo>
                    <a:pt x="328888" y="452918"/>
                  </a:lnTo>
                  <a:lnTo>
                    <a:pt x="329004" y="455205"/>
                  </a:lnTo>
                  <a:lnTo>
                    <a:pt x="329113" y="457493"/>
                  </a:lnTo>
                  <a:lnTo>
                    <a:pt x="329215" y="459780"/>
                  </a:lnTo>
                  <a:lnTo>
                    <a:pt x="329310" y="462068"/>
                  </a:lnTo>
                  <a:lnTo>
                    <a:pt x="329398" y="464355"/>
                  </a:lnTo>
                  <a:lnTo>
                    <a:pt x="329481" y="466643"/>
                  </a:lnTo>
                  <a:lnTo>
                    <a:pt x="329561" y="468930"/>
                  </a:lnTo>
                  <a:lnTo>
                    <a:pt x="329638" y="471218"/>
                  </a:lnTo>
                  <a:lnTo>
                    <a:pt x="329713" y="473505"/>
                  </a:lnTo>
                  <a:lnTo>
                    <a:pt x="329787" y="475793"/>
                  </a:lnTo>
                  <a:lnTo>
                    <a:pt x="329862" y="478080"/>
                  </a:lnTo>
                  <a:lnTo>
                    <a:pt x="329939" y="480367"/>
                  </a:lnTo>
                  <a:lnTo>
                    <a:pt x="330019" y="482655"/>
                  </a:lnTo>
                  <a:lnTo>
                    <a:pt x="330103" y="484942"/>
                  </a:lnTo>
                  <a:lnTo>
                    <a:pt x="330194" y="487230"/>
                  </a:lnTo>
                  <a:lnTo>
                    <a:pt x="330291" y="489517"/>
                  </a:lnTo>
                  <a:lnTo>
                    <a:pt x="330397" y="491805"/>
                  </a:lnTo>
                  <a:lnTo>
                    <a:pt x="330511" y="494092"/>
                  </a:lnTo>
                  <a:lnTo>
                    <a:pt x="330635" y="496380"/>
                  </a:lnTo>
                  <a:lnTo>
                    <a:pt x="330774" y="498667"/>
                  </a:lnTo>
                  <a:lnTo>
                    <a:pt x="330924" y="500955"/>
                  </a:lnTo>
                  <a:lnTo>
                    <a:pt x="331088" y="503242"/>
                  </a:lnTo>
                  <a:lnTo>
                    <a:pt x="331265" y="505530"/>
                  </a:lnTo>
                  <a:lnTo>
                    <a:pt x="331459" y="507817"/>
                  </a:lnTo>
                  <a:lnTo>
                    <a:pt x="331672" y="510105"/>
                  </a:lnTo>
                  <a:lnTo>
                    <a:pt x="331900" y="512392"/>
                  </a:lnTo>
                  <a:lnTo>
                    <a:pt x="332146" y="514679"/>
                  </a:lnTo>
                  <a:lnTo>
                    <a:pt x="332409" y="516967"/>
                  </a:lnTo>
                  <a:lnTo>
                    <a:pt x="332693" y="519254"/>
                  </a:lnTo>
                  <a:lnTo>
                    <a:pt x="332999" y="521542"/>
                  </a:lnTo>
                  <a:lnTo>
                    <a:pt x="333324" y="523829"/>
                  </a:lnTo>
                  <a:lnTo>
                    <a:pt x="333668" y="526117"/>
                  </a:lnTo>
                  <a:lnTo>
                    <a:pt x="334031" y="528404"/>
                  </a:lnTo>
                  <a:lnTo>
                    <a:pt x="334420" y="530692"/>
                  </a:lnTo>
                  <a:lnTo>
                    <a:pt x="334830" y="532979"/>
                  </a:lnTo>
                  <a:lnTo>
                    <a:pt x="335261" y="535267"/>
                  </a:lnTo>
                  <a:lnTo>
                    <a:pt x="335712" y="537554"/>
                  </a:lnTo>
                  <a:lnTo>
                    <a:pt x="336184" y="539842"/>
                  </a:lnTo>
                  <a:lnTo>
                    <a:pt x="336683" y="542129"/>
                  </a:lnTo>
                  <a:lnTo>
                    <a:pt x="337204" y="544417"/>
                  </a:lnTo>
                  <a:lnTo>
                    <a:pt x="337745" y="546704"/>
                  </a:lnTo>
                  <a:lnTo>
                    <a:pt x="338306" y="548991"/>
                  </a:lnTo>
                  <a:lnTo>
                    <a:pt x="338888" y="551279"/>
                  </a:lnTo>
                  <a:lnTo>
                    <a:pt x="339496" y="553566"/>
                  </a:lnTo>
                  <a:lnTo>
                    <a:pt x="340124" y="555854"/>
                  </a:lnTo>
                  <a:lnTo>
                    <a:pt x="340770" y="558141"/>
                  </a:lnTo>
                  <a:lnTo>
                    <a:pt x="341435" y="560429"/>
                  </a:lnTo>
                  <a:lnTo>
                    <a:pt x="342119" y="562716"/>
                  </a:lnTo>
                  <a:lnTo>
                    <a:pt x="342824" y="565004"/>
                  </a:lnTo>
                  <a:lnTo>
                    <a:pt x="343544" y="567291"/>
                  </a:lnTo>
                  <a:lnTo>
                    <a:pt x="344279" y="569579"/>
                  </a:lnTo>
                  <a:lnTo>
                    <a:pt x="345028" y="571866"/>
                  </a:lnTo>
                  <a:lnTo>
                    <a:pt x="345789" y="574154"/>
                  </a:lnTo>
                  <a:lnTo>
                    <a:pt x="346563" y="576441"/>
                  </a:lnTo>
                  <a:lnTo>
                    <a:pt x="347344" y="578729"/>
                  </a:lnTo>
                  <a:lnTo>
                    <a:pt x="348132" y="581016"/>
                  </a:lnTo>
                  <a:lnTo>
                    <a:pt x="348924" y="583303"/>
                  </a:lnTo>
                  <a:lnTo>
                    <a:pt x="349718" y="585591"/>
                  </a:lnTo>
                  <a:lnTo>
                    <a:pt x="350512" y="587878"/>
                  </a:lnTo>
                  <a:lnTo>
                    <a:pt x="351301" y="590166"/>
                  </a:lnTo>
                  <a:lnTo>
                    <a:pt x="352085" y="592453"/>
                  </a:lnTo>
                  <a:lnTo>
                    <a:pt x="352860" y="594741"/>
                  </a:lnTo>
                  <a:lnTo>
                    <a:pt x="353621" y="597028"/>
                  </a:lnTo>
                  <a:lnTo>
                    <a:pt x="354366" y="599316"/>
                  </a:lnTo>
                  <a:lnTo>
                    <a:pt x="355092" y="601603"/>
                  </a:lnTo>
                  <a:lnTo>
                    <a:pt x="355798" y="603891"/>
                  </a:lnTo>
                  <a:lnTo>
                    <a:pt x="356481" y="606178"/>
                  </a:lnTo>
                  <a:lnTo>
                    <a:pt x="357131" y="608466"/>
                  </a:lnTo>
                  <a:lnTo>
                    <a:pt x="357748" y="610753"/>
                  </a:lnTo>
                  <a:lnTo>
                    <a:pt x="358332" y="613041"/>
                  </a:lnTo>
                  <a:lnTo>
                    <a:pt x="358881" y="615328"/>
                  </a:lnTo>
                  <a:lnTo>
                    <a:pt x="359394" y="617615"/>
                  </a:lnTo>
                  <a:lnTo>
                    <a:pt x="359853" y="619903"/>
                  </a:lnTo>
                  <a:lnTo>
                    <a:pt x="360269" y="622190"/>
                  </a:lnTo>
                  <a:lnTo>
                    <a:pt x="360640" y="624478"/>
                  </a:lnTo>
                  <a:lnTo>
                    <a:pt x="360966" y="626765"/>
                  </a:lnTo>
                  <a:lnTo>
                    <a:pt x="361242" y="629053"/>
                  </a:lnTo>
                  <a:lnTo>
                    <a:pt x="361454" y="631340"/>
                  </a:lnTo>
                  <a:lnTo>
                    <a:pt x="361617" y="633628"/>
                  </a:lnTo>
                  <a:lnTo>
                    <a:pt x="361729" y="635915"/>
                  </a:lnTo>
                  <a:lnTo>
                    <a:pt x="361790" y="638203"/>
                  </a:lnTo>
                  <a:lnTo>
                    <a:pt x="361796" y="640490"/>
                  </a:lnTo>
                  <a:lnTo>
                    <a:pt x="361737" y="642778"/>
                  </a:lnTo>
                  <a:lnTo>
                    <a:pt x="361629" y="645065"/>
                  </a:lnTo>
                  <a:lnTo>
                    <a:pt x="361472" y="647353"/>
                  </a:lnTo>
                  <a:lnTo>
                    <a:pt x="361266" y="649640"/>
                  </a:lnTo>
                  <a:lnTo>
                    <a:pt x="361005" y="651927"/>
                  </a:lnTo>
                  <a:lnTo>
                    <a:pt x="360691" y="654215"/>
                  </a:lnTo>
                  <a:lnTo>
                    <a:pt x="360333" y="656502"/>
                  </a:lnTo>
                  <a:lnTo>
                    <a:pt x="359934" y="658790"/>
                  </a:lnTo>
                  <a:lnTo>
                    <a:pt x="359496" y="661077"/>
                  </a:lnTo>
                  <a:lnTo>
                    <a:pt x="359013" y="663365"/>
                  </a:lnTo>
                  <a:lnTo>
                    <a:pt x="358491" y="665652"/>
                  </a:lnTo>
                  <a:lnTo>
                    <a:pt x="357939" y="667940"/>
                  </a:lnTo>
                  <a:lnTo>
                    <a:pt x="357358" y="670227"/>
                  </a:lnTo>
                  <a:lnTo>
                    <a:pt x="356751" y="672515"/>
                  </a:lnTo>
                  <a:lnTo>
                    <a:pt x="356115" y="674802"/>
                  </a:lnTo>
                  <a:lnTo>
                    <a:pt x="355459" y="677090"/>
                  </a:lnTo>
                  <a:lnTo>
                    <a:pt x="354787" y="679377"/>
                  </a:lnTo>
                  <a:lnTo>
                    <a:pt x="354101" y="681665"/>
                  </a:lnTo>
                  <a:lnTo>
                    <a:pt x="353404" y="683952"/>
                  </a:lnTo>
                  <a:lnTo>
                    <a:pt x="352698" y="686239"/>
                  </a:lnTo>
                  <a:lnTo>
                    <a:pt x="351988" y="688527"/>
                  </a:lnTo>
                  <a:lnTo>
                    <a:pt x="351277" y="690814"/>
                  </a:lnTo>
                  <a:lnTo>
                    <a:pt x="350567" y="693102"/>
                  </a:lnTo>
                  <a:lnTo>
                    <a:pt x="349860" y="695389"/>
                  </a:lnTo>
                  <a:lnTo>
                    <a:pt x="349162" y="697677"/>
                  </a:lnTo>
                  <a:lnTo>
                    <a:pt x="348473" y="699964"/>
                  </a:lnTo>
                  <a:lnTo>
                    <a:pt x="347796" y="702252"/>
                  </a:lnTo>
                  <a:lnTo>
                    <a:pt x="347132" y="704539"/>
                  </a:lnTo>
                  <a:lnTo>
                    <a:pt x="346484" y="706827"/>
                  </a:lnTo>
                  <a:lnTo>
                    <a:pt x="345858" y="709114"/>
                  </a:lnTo>
                  <a:lnTo>
                    <a:pt x="345251" y="711402"/>
                  </a:lnTo>
                  <a:lnTo>
                    <a:pt x="344664" y="713689"/>
                  </a:lnTo>
                  <a:lnTo>
                    <a:pt x="344187" y="715620"/>
                  </a:lnTo>
                  <a:lnTo>
                    <a:pt x="344099" y="715977"/>
                  </a:lnTo>
                  <a:lnTo>
                    <a:pt x="343559" y="718264"/>
                  </a:lnTo>
                  <a:lnTo>
                    <a:pt x="343048" y="720551"/>
                  </a:lnTo>
                  <a:lnTo>
                    <a:pt x="342562" y="722839"/>
                  </a:lnTo>
                  <a:lnTo>
                    <a:pt x="342101" y="725126"/>
                  </a:lnTo>
                  <a:lnTo>
                    <a:pt x="341666" y="727414"/>
                  </a:lnTo>
                  <a:lnTo>
                    <a:pt x="341262" y="729701"/>
                  </a:lnTo>
                  <a:lnTo>
                    <a:pt x="340888" y="731989"/>
                  </a:lnTo>
                  <a:lnTo>
                    <a:pt x="340541" y="734276"/>
                  </a:lnTo>
                  <a:lnTo>
                    <a:pt x="340220" y="736564"/>
                  </a:lnTo>
                  <a:lnTo>
                    <a:pt x="339925" y="738851"/>
                  </a:lnTo>
                  <a:lnTo>
                    <a:pt x="339662" y="741139"/>
                  </a:lnTo>
                  <a:lnTo>
                    <a:pt x="339428" y="743426"/>
                  </a:lnTo>
                  <a:lnTo>
                    <a:pt x="339219" y="745714"/>
                  </a:lnTo>
                  <a:lnTo>
                    <a:pt x="339035" y="748001"/>
                  </a:lnTo>
                  <a:lnTo>
                    <a:pt x="338875" y="750289"/>
                  </a:lnTo>
                  <a:lnTo>
                    <a:pt x="338746" y="752576"/>
                  </a:lnTo>
                  <a:lnTo>
                    <a:pt x="338642" y="754863"/>
                  </a:lnTo>
                  <a:lnTo>
                    <a:pt x="338560" y="757151"/>
                  </a:lnTo>
                  <a:lnTo>
                    <a:pt x="338500" y="759438"/>
                  </a:lnTo>
                  <a:lnTo>
                    <a:pt x="338461" y="761726"/>
                  </a:lnTo>
                  <a:lnTo>
                    <a:pt x="338451" y="764013"/>
                  </a:lnTo>
                  <a:lnTo>
                    <a:pt x="338461" y="766301"/>
                  </a:lnTo>
                  <a:lnTo>
                    <a:pt x="338491" y="768588"/>
                  </a:lnTo>
                  <a:lnTo>
                    <a:pt x="338540" y="770876"/>
                  </a:lnTo>
                  <a:lnTo>
                    <a:pt x="338610" y="773163"/>
                  </a:lnTo>
                  <a:lnTo>
                    <a:pt x="338704" y="775451"/>
                  </a:lnTo>
                  <a:lnTo>
                    <a:pt x="338816" y="777738"/>
                  </a:lnTo>
                  <a:lnTo>
                    <a:pt x="338947" y="780026"/>
                  </a:lnTo>
                  <a:lnTo>
                    <a:pt x="339095" y="782313"/>
                  </a:lnTo>
                  <a:lnTo>
                    <a:pt x="339263" y="784601"/>
                  </a:lnTo>
                  <a:lnTo>
                    <a:pt x="339453" y="786888"/>
                  </a:lnTo>
                  <a:lnTo>
                    <a:pt x="339661" y="789175"/>
                  </a:lnTo>
                  <a:lnTo>
                    <a:pt x="339886" y="791463"/>
                  </a:lnTo>
                  <a:lnTo>
                    <a:pt x="340128" y="793750"/>
                  </a:lnTo>
                  <a:lnTo>
                    <a:pt x="340391" y="796038"/>
                  </a:lnTo>
                  <a:lnTo>
                    <a:pt x="340674" y="798325"/>
                  </a:lnTo>
                  <a:lnTo>
                    <a:pt x="340975" y="800613"/>
                  </a:lnTo>
                  <a:lnTo>
                    <a:pt x="341293" y="802900"/>
                  </a:lnTo>
                  <a:lnTo>
                    <a:pt x="341628" y="805188"/>
                  </a:lnTo>
                  <a:lnTo>
                    <a:pt x="341983" y="807475"/>
                  </a:lnTo>
                  <a:lnTo>
                    <a:pt x="342359" y="809763"/>
                  </a:lnTo>
                  <a:lnTo>
                    <a:pt x="342751" y="812050"/>
                  </a:lnTo>
                  <a:lnTo>
                    <a:pt x="343160" y="814338"/>
                  </a:lnTo>
                  <a:lnTo>
                    <a:pt x="343586" y="816625"/>
                  </a:lnTo>
                  <a:lnTo>
                    <a:pt x="344033" y="818913"/>
                  </a:lnTo>
                  <a:lnTo>
                    <a:pt x="344498" y="821200"/>
                  </a:lnTo>
                  <a:lnTo>
                    <a:pt x="344978" y="823487"/>
                  </a:lnTo>
                  <a:lnTo>
                    <a:pt x="345475" y="825775"/>
                  </a:lnTo>
                  <a:lnTo>
                    <a:pt x="345988" y="828062"/>
                  </a:lnTo>
                  <a:lnTo>
                    <a:pt x="346520" y="830350"/>
                  </a:lnTo>
                  <a:lnTo>
                    <a:pt x="347069" y="832637"/>
                  </a:lnTo>
                  <a:lnTo>
                    <a:pt x="347631" y="834925"/>
                  </a:lnTo>
                  <a:lnTo>
                    <a:pt x="348208" y="837212"/>
                  </a:lnTo>
                  <a:lnTo>
                    <a:pt x="348799" y="839500"/>
                  </a:lnTo>
                  <a:lnTo>
                    <a:pt x="349408" y="841787"/>
                  </a:lnTo>
                  <a:lnTo>
                    <a:pt x="350029" y="844075"/>
                  </a:lnTo>
                  <a:lnTo>
                    <a:pt x="350662" y="846362"/>
                  </a:lnTo>
                  <a:lnTo>
                    <a:pt x="351307" y="848650"/>
                  </a:lnTo>
                  <a:lnTo>
                    <a:pt x="351963" y="850937"/>
                  </a:lnTo>
                  <a:lnTo>
                    <a:pt x="352631" y="853225"/>
                  </a:lnTo>
                  <a:lnTo>
                    <a:pt x="353308" y="855512"/>
                  </a:lnTo>
                  <a:lnTo>
                    <a:pt x="353993" y="857799"/>
                  </a:lnTo>
                  <a:lnTo>
                    <a:pt x="354684" y="860087"/>
                  </a:lnTo>
                  <a:lnTo>
                    <a:pt x="355381" y="862374"/>
                  </a:lnTo>
                  <a:lnTo>
                    <a:pt x="356083" y="864662"/>
                  </a:lnTo>
                  <a:lnTo>
                    <a:pt x="356786" y="866949"/>
                  </a:lnTo>
                  <a:lnTo>
                    <a:pt x="357490" y="869237"/>
                  </a:lnTo>
                  <a:lnTo>
                    <a:pt x="358193" y="871524"/>
                  </a:lnTo>
                  <a:lnTo>
                    <a:pt x="358892" y="873812"/>
                  </a:lnTo>
                  <a:lnTo>
                    <a:pt x="359584" y="876099"/>
                  </a:lnTo>
                  <a:lnTo>
                    <a:pt x="360268" y="878387"/>
                  </a:lnTo>
                  <a:lnTo>
                    <a:pt x="360940" y="880674"/>
                  </a:lnTo>
                  <a:lnTo>
                    <a:pt x="361600" y="882962"/>
                  </a:lnTo>
                  <a:lnTo>
                    <a:pt x="362241" y="885249"/>
                  </a:lnTo>
                  <a:lnTo>
                    <a:pt x="362859" y="887537"/>
                  </a:lnTo>
                  <a:lnTo>
                    <a:pt x="363455" y="889824"/>
                  </a:lnTo>
                  <a:lnTo>
                    <a:pt x="364026" y="892111"/>
                  </a:lnTo>
                  <a:lnTo>
                    <a:pt x="364569" y="894399"/>
                  </a:lnTo>
                  <a:lnTo>
                    <a:pt x="365072" y="896686"/>
                  </a:lnTo>
                  <a:lnTo>
                    <a:pt x="365537" y="898974"/>
                  </a:lnTo>
                  <a:lnTo>
                    <a:pt x="365964" y="901261"/>
                  </a:lnTo>
                  <a:lnTo>
                    <a:pt x="366351" y="903549"/>
                  </a:lnTo>
                  <a:lnTo>
                    <a:pt x="366696" y="905836"/>
                  </a:lnTo>
                  <a:lnTo>
                    <a:pt x="366979" y="908124"/>
                  </a:lnTo>
                  <a:lnTo>
                    <a:pt x="367214" y="910411"/>
                  </a:lnTo>
                  <a:lnTo>
                    <a:pt x="367400" y="912699"/>
                  </a:lnTo>
                  <a:lnTo>
                    <a:pt x="367536" y="914986"/>
                  </a:lnTo>
                  <a:lnTo>
                    <a:pt x="367619" y="917274"/>
                  </a:lnTo>
                  <a:lnTo>
                    <a:pt x="367637" y="919561"/>
                  </a:lnTo>
                  <a:lnTo>
                    <a:pt x="367605" y="921848"/>
                  </a:lnTo>
                  <a:lnTo>
                    <a:pt x="367527" y="924136"/>
                  </a:lnTo>
                  <a:lnTo>
                    <a:pt x="367404" y="926423"/>
                  </a:lnTo>
                  <a:lnTo>
                    <a:pt x="367237" y="928711"/>
                  </a:lnTo>
                  <a:lnTo>
                    <a:pt x="367026" y="930998"/>
                  </a:lnTo>
                  <a:lnTo>
                    <a:pt x="366788" y="933286"/>
                  </a:lnTo>
                  <a:lnTo>
                    <a:pt x="366531" y="935573"/>
                  </a:lnTo>
                  <a:lnTo>
                    <a:pt x="366262" y="937861"/>
                  </a:lnTo>
                  <a:lnTo>
                    <a:pt x="365992" y="940148"/>
                  </a:lnTo>
                  <a:lnTo>
                    <a:pt x="365739" y="942436"/>
                  </a:lnTo>
                  <a:lnTo>
                    <a:pt x="365516" y="944723"/>
                  </a:lnTo>
                  <a:lnTo>
                    <a:pt x="365338" y="947011"/>
                  </a:lnTo>
                  <a:lnTo>
                    <a:pt x="365217" y="949298"/>
                  </a:lnTo>
                  <a:lnTo>
                    <a:pt x="365192" y="951586"/>
                  </a:lnTo>
                  <a:lnTo>
                    <a:pt x="365288" y="953873"/>
                  </a:lnTo>
                  <a:lnTo>
                    <a:pt x="365513" y="956160"/>
                  </a:lnTo>
                  <a:lnTo>
                    <a:pt x="365886" y="958448"/>
                  </a:lnTo>
                  <a:lnTo>
                    <a:pt x="366430" y="960735"/>
                  </a:lnTo>
                  <a:lnTo>
                    <a:pt x="367224" y="963023"/>
                  </a:lnTo>
                  <a:lnTo>
                    <a:pt x="368275" y="965310"/>
                  </a:lnTo>
                  <a:lnTo>
                    <a:pt x="369587" y="967598"/>
                  </a:lnTo>
                  <a:lnTo>
                    <a:pt x="371183" y="969885"/>
                  </a:lnTo>
                  <a:lnTo>
                    <a:pt x="373087" y="972173"/>
                  </a:lnTo>
                  <a:lnTo>
                    <a:pt x="375438" y="974460"/>
                  </a:lnTo>
                  <a:lnTo>
                    <a:pt x="378179" y="976748"/>
                  </a:lnTo>
                  <a:lnTo>
                    <a:pt x="381315" y="979035"/>
                  </a:lnTo>
                  <a:lnTo>
                    <a:pt x="384866" y="981323"/>
                  </a:lnTo>
                  <a:lnTo>
                    <a:pt x="388854" y="983610"/>
                  </a:lnTo>
                  <a:lnTo>
                    <a:pt x="393451" y="985898"/>
                  </a:lnTo>
                  <a:lnTo>
                    <a:pt x="398518" y="988185"/>
                  </a:lnTo>
                  <a:lnTo>
                    <a:pt x="404060" y="990472"/>
                  </a:lnTo>
                  <a:lnTo>
                    <a:pt x="410081" y="992760"/>
                  </a:lnTo>
                  <a:lnTo>
                    <a:pt x="416614" y="995047"/>
                  </a:lnTo>
                  <a:lnTo>
                    <a:pt x="423750" y="997335"/>
                  </a:lnTo>
                  <a:lnTo>
                    <a:pt x="431337" y="999622"/>
                  </a:lnTo>
                  <a:lnTo>
                    <a:pt x="439357" y="1001910"/>
                  </a:lnTo>
                  <a:lnTo>
                    <a:pt x="447787" y="1004197"/>
                  </a:lnTo>
                  <a:lnTo>
                    <a:pt x="456641" y="1006485"/>
                  </a:lnTo>
                  <a:lnTo>
                    <a:pt x="465895" y="1008772"/>
                  </a:lnTo>
                  <a:lnTo>
                    <a:pt x="475416" y="1011060"/>
                  </a:lnTo>
                  <a:lnTo>
                    <a:pt x="485158" y="1013347"/>
                  </a:lnTo>
                  <a:lnTo>
                    <a:pt x="495071" y="1015635"/>
                  </a:lnTo>
                  <a:lnTo>
                    <a:pt x="505101" y="1017922"/>
                  </a:lnTo>
                  <a:lnTo>
                    <a:pt x="515140" y="1020210"/>
                  </a:lnTo>
                  <a:lnTo>
                    <a:pt x="525104" y="1022497"/>
                  </a:lnTo>
                  <a:lnTo>
                    <a:pt x="534924" y="1024784"/>
                  </a:lnTo>
                  <a:lnTo>
                    <a:pt x="544534" y="1027072"/>
                  </a:lnTo>
                  <a:lnTo>
                    <a:pt x="553768" y="1029359"/>
                  </a:lnTo>
                  <a:lnTo>
                    <a:pt x="562538" y="1031647"/>
                  </a:lnTo>
                  <a:lnTo>
                    <a:pt x="570813" y="1033934"/>
                  </a:lnTo>
                  <a:lnTo>
                    <a:pt x="578527" y="1036222"/>
                  </a:lnTo>
                  <a:lnTo>
                    <a:pt x="585616" y="1038509"/>
                  </a:lnTo>
                  <a:lnTo>
                    <a:pt x="591791" y="1040797"/>
                  </a:lnTo>
                  <a:lnTo>
                    <a:pt x="597116" y="1043084"/>
                  </a:lnTo>
                  <a:lnTo>
                    <a:pt x="601595" y="1045372"/>
                  </a:lnTo>
                  <a:lnTo>
                    <a:pt x="605187" y="1047659"/>
                  </a:lnTo>
                  <a:lnTo>
                    <a:pt x="607857" y="1049947"/>
                  </a:lnTo>
                  <a:lnTo>
                    <a:pt x="609236" y="1052234"/>
                  </a:lnTo>
                  <a:lnTo>
                    <a:pt x="609615" y="1054522"/>
                  </a:lnTo>
                  <a:lnTo>
                    <a:pt x="609506" y="1054927"/>
                  </a:lnTo>
                  <a:lnTo>
                    <a:pt x="609001" y="1056809"/>
                  </a:lnTo>
                  <a:lnTo>
                    <a:pt x="607396" y="1059096"/>
                  </a:lnTo>
                  <a:lnTo>
                    <a:pt x="604768" y="1061384"/>
                  </a:lnTo>
                  <a:lnTo>
                    <a:pt x="600887" y="1063671"/>
                  </a:lnTo>
                  <a:lnTo>
                    <a:pt x="596093" y="1065959"/>
                  </a:lnTo>
                  <a:lnTo>
                    <a:pt x="590425" y="1068246"/>
                  </a:lnTo>
                  <a:lnTo>
                    <a:pt x="583925" y="1070534"/>
                  </a:lnTo>
                  <a:lnTo>
                    <a:pt x="576573" y="1072821"/>
                  </a:lnTo>
                  <a:lnTo>
                    <a:pt x="568349" y="1075109"/>
                  </a:lnTo>
                  <a:lnTo>
                    <a:pt x="559517" y="1077396"/>
                  </a:lnTo>
                  <a:lnTo>
                    <a:pt x="550139" y="1079684"/>
                  </a:lnTo>
                  <a:lnTo>
                    <a:pt x="540283" y="1081971"/>
                  </a:lnTo>
                  <a:lnTo>
                    <a:pt x="529972" y="1084259"/>
                  </a:lnTo>
                  <a:lnTo>
                    <a:pt x="519311" y="1086546"/>
                  </a:lnTo>
                  <a:lnTo>
                    <a:pt x="508448" y="1088834"/>
                  </a:lnTo>
                  <a:lnTo>
                    <a:pt x="497450" y="1091121"/>
                  </a:lnTo>
                  <a:lnTo>
                    <a:pt x="486382" y="1093408"/>
                  </a:lnTo>
                  <a:lnTo>
                    <a:pt x="475326" y="1095696"/>
                  </a:lnTo>
                  <a:lnTo>
                    <a:pt x="464385" y="1097983"/>
                  </a:lnTo>
                  <a:lnTo>
                    <a:pt x="453608" y="1100271"/>
                  </a:lnTo>
                  <a:lnTo>
                    <a:pt x="443043" y="1102558"/>
                  </a:lnTo>
                  <a:lnTo>
                    <a:pt x="432734" y="1104846"/>
                  </a:lnTo>
                  <a:lnTo>
                    <a:pt x="422816" y="1107133"/>
                  </a:lnTo>
                  <a:lnTo>
                    <a:pt x="413293" y="1109421"/>
                  </a:lnTo>
                  <a:lnTo>
                    <a:pt x="404159" y="1111708"/>
                  </a:lnTo>
                  <a:lnTo>
                    <a:pt x="395436" y="1113996"/>
                  </a:lnTo>
                  <a:lnTo>
                    <a:pt x="387141" y="1116283"/>
                  </a:lnTo>
                  <a:lnTo>
                    <a:pt x="379431" y="1118571"/>
                  </a:lnTo>
                  <a:lnTo>
                    <a:pt x="372194" y="1120858"/>
                  </a:lnTo>
                  <a:lnTo>
                    <a:pt x="365413" y="1123146"/>
                  </a:lnTo>
                  <a:lnTo>
                    <a:pt x="359086" y="1125433"/>
                  </a:lnTo>
                  <a:lnTo>
                    <a:pt x="353213" y="1127720"/>
                  </a:lnTo>
                  <a:lnTo>
                    <a:pt x="347923" y="1130008"/>
                  </a:lnTo>
                  <a:lnTo>
                    <a:pt x="343051" y="1132295"/>
                  </a:lnTo>
                  <a:lnTo>
                    <a:pt x="338582" y="1134583"/>
                  </a:lnTo>
                  <a:lnTo>
                    <a:pt x="334501" y="1136870"/>
                  </a:lnTo>
                  <a:lnTo>
                    <a:pt x="330815" y="1139158"/>
                  </a:lnTo>
                  <a:lnTo>
                    <a:pt x="327567" y="1141445"/>
                  </a:lnTo>
                  <a:lnTo>
                    <a:pt x="324636" y="1143733"/>
                  </a:lnTo>
                  <a:lnTo>
                    <a:pt x="322001" y="1146020"/>
                  </a:lnTo>
                  <a:lnTo>
                    <a:pt x="319644" y="1148308"/>
                  </a:lnTo>
                  <a:lnTo>
                    <a:pt x="317574" y="1150595"/>
                  </a:lnTo>
                  <a:lnTo>
                    <a:pt x="315784" y="1152883"/>
                  </a:lnTo>
                  <a:lnTo>
                    <a:pt x="314199" y="1155170"/>
                  </a:lnTo>
                  <a:lnTo>
                    <a:pt x="312802" y="1157458"/>
                  </a:lnTo>
                  <a:lnTo>
                    <a:pt x="311578" y="1159745"/>
                  </a:lnTo>
                  <a:lnTo>
                    <a:pt x="310533" y="1162032"/>
                  </a:lnTo>
                  <a:lnTo>
                    <a:pt x="309644" y="1164320"/>
                  </a:lnTo>
                  <a:lnTo>
                    <a:pt x="308871" y="1166607"/>
                  </a:lnTo>
                  <a:lnTo>
                    <a:pt x="308203" y="1168895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3012743" y="2013241"/>
              <a:ext cx="609615" cy="1303004"/>
            </a:xfrm>
            <a:custGeom>
              <a:avLst/>
              <a:pathLst>
                <a:path w="609615" h="1303004">
                  <a:moveTo>
                    <a:pt x="301441" y="1303004"/>
                  </a:moveTo>
                  <a:lnTo>
                    <a:pt x="300845" y="1300454"/>
                  </a:lnTo>
                  <a:lnTo>
                    <a:pt x="300165" y="1297904"/>
                  </a:lnTo>
                  <a:lnTo>
                    <a:pt x="299376" y="1295354"/>
                  </a:lnTo>
                  <a:lnTo>
                    <a:pt x="298454" y="1292804"/>
                  </a:lnTo>
                  <a:lnTo>
                    <a:pt x="297412" y="1290255"/>
                  </a:lnTo>
                  <a:lnTo>
                    <a:pt x="296238" y="1287705"/>
                  </a:lnTo>
                  <a:lnTo>
                    <a:pt x="294922" y="1285155"/>
                  </a:lnTo>
                  <a:lnTo>
                    <a:pt x="293386" y="1282605"/>
                  </a:lnTo>
                  <a:lnTo>
                    <a:pt x="291664" y="1280055"/>
                  </a:lnTo>
                  <a:lnTo>
                    <a:pt x="289749" y="1277505"/>
                  </a:lnTo>
                  <a:lnTo>
                    <a:pt x="287627" y="1274955"/>
                  </a:lnTo>
                  <a:lnTo>
                    <a:pt x="285244" y="1272405"/>
                  </a:lnTo>
                  <a:lnTo>
                    <a:pt x="282559" y="1269855"/>
                  </a:lnTo>
                  <a:lnTo>
                    <a:pt x="279609" y="1267305"/>
                  </a:lnTo>
                  <a:lnTo>
                    <a:pt x="276382" y="1264755"/>
                  </a:lnTo>
                  <a:lnTo>
                    <a:pt x="272865" y="1262206"/>
                  </a:lnTo>
                  <a:lnTo>
                    <a:pt x="268926" y="1259656"/>
                  </a:lnTo>
                  <a:lnTo>
                    <a:pt x="264645" y="1257106"/>
                  </a:lnTo>
                  <a:lnTo>
                    <a:pt x="260025" y="1254556"/>
                  </a:lnTo>
                  <a:lnTo>
                    <a:pt x="255055" y="1252006"/>
                  </a:lnTo>
                  <a:lnTo>
                    <a:pt x="249671" y="1249456"/>
                  </a:lnTo>
                  <a:lnTo>
                    <a:pt x="243827" y="1246906"/>
                  </a:lnTo>
                  <a:lnTo>
                    <a:pt x="237609" y="1244356"/>
                  </a:lnTo>
                  <a:lnTo>
                    <a:pt x="231017" y="1241806"/>
                  </a:lnTo>
                  <a:lnTo>
                    <a:pt x="224050" y="1239256"/>
                  </a:lnTo>
                  <a:lnTo>
                    <a:pt x="216587" y="1236706"/>
                  </a:lnTo>
                  <a:lnTo>
                    <a:pt x="208749" y="1234156"/>
                  </a:lnTo>
                  <a:lnTo>
                    <a:pt x="200567" y="1231607"/>
                  </a:lnTo>
                  <a:lnTo>
                    <a:pt x="192054" y="1229057"/>
                  </a:lnTo>
                  <a:lnTo>
                    <a:pt x="183188" y="1226507"/>
                  </a:lnTo>
                  <a:lnTo>
                    <a:pt x="173975" y="1223957"/>
                  </a:lnTo>
                  <a:lnTo>
                    <a:pt x="164521" y="1221407"/>
                  </a:lnTo>
                  <a:lnTo>
                    <a:pt x="154857" y="1218857"/>
                  </a:lnTo>
                  <a:lnTo>
                    <a:pt x="145013" y="1216307"/>
                  </a:lnTo>
                  <a:lnTo>
                    <a:pt x="134998" y="1213757"/>
                  </a:lnTo>
                  <a:lnTo>
                    <a:pt x="124915" y="1211207"/>
                  </a:lnTo>
                  <a:lnTo>
                    <a:pt x="114814" y="1208657"/>
                  </a:lnTo>
                  <a:lnTo>
                    <a:pt x="104739" y="1206107"/>
                  </a:lnTo>
                  <a:lnTo>
                    <a:pt x="94752" y="1203558"/>
                  </a:lnTo>
                  <a:lnTo>
                    <a:pt x="84965" y="1201008"/>
                  </a:lnTo>
                  <a:lnTo>
                    <a:pt x="75404" y="1198458"/>
                  </a:lnTo>
                  <a:lnTo>
                    <a:pt x="66117" y="1195908"/>
                  </a:lnTo>
                  <a:lnTo>
                    <a:pt x="57154" y="1193358"/>
                  </a:lnTo>
                  <a:lnTo>
                    <a:pt x="48713" y="1190808"/>
                  </a:lnTo>
                  <a:lnTo>
                    <a:pt x="40783" y="1188258"/>
                  </a:lnTo>
                  <a:lnTo>
                    <a:pt x="33376" y="1185708"/>
                  </a:lnTo>
                  <a:lnTo>
                    <a:pt x="26534" y="1183158"/>
                  </a:lnTo>
                  <a:lnTo>
                    <a:pt x="20372" y="1180608"/>
                  </a:lnTo>
                  <a:lnTo>
                    <a:pt x="15074" y="1178058"/>
                  </a:lnTo>
                  <a:lnTo>
                    <a:pt x="10491" y="1175509"/>
                  </a:lnTo>
                  <a:lnTo>
                    <a:pt x="6649" y="1172959"/>
                  </a:lnTo>
                  <a:lnTo>
                    <a:pt x="3570" y="1170409"/>
                  </a:lnTo>
                  <a:lnTo>
                    <a:pt x="1522" y="1167859"/>
                  </a:lnTo>
                  <a:lnTo>
                    <a:pt x="356" y="1165309"/>
                  </a:lnTo>
                  <a:lnTo>
                    <a:pt x="183" y="1164072"/>
                  </a:lnTo>
                  <a:lnTo>
                    <a:pt x="0" y="1162759"/>
                  </a:lnTo>
                  <a:lnTo>
                    <a:pt x="452" y="1160209"/>
                  </a:lnTo>
                  <a:lnTo>
                    <a:pt x="1786" y="1157659"/>
                  </a:lnTo>
                  <a:lnTo>
                    <a:pt x="4137" y="1155109"/>
                  </a:lnTo>
                  <a:lnTo>
                    <a:pt x="7243" y="1152559"/>
                  </a:lnTo>
                  <a:lnTo>
                    <a:pt x="11077" y="1150009"/>
                  </a:lnTo>
                  <a:lnTo>
                    <a:pt x="15614" y="1147460"/>
                  </a:lnTo>
                  <a:lnTo>
                    <a:pt x="20996" y="1144910"/>
                  </a:lnTo>
                  <a:lnTo>
                    <a:pt x="27036" y="1142360"/>
                  </a:lnTo>
                  <a:lnTo>
                    <a:pt x="33621" y="1139810"/>
                  </a:lnTo>
                  <a:lnTo>
                    <a:pt x="40708" y="1137260"/>
                  </a:lnTo>
                  <a:lnTo>
                    <a:pt x="48285" y="1134710"/>
                  </a:lnTo>
                  <a:lnTo>
                    <a:pt x="56352" y="1132160"/>
                  </a:lnTo>
                  <a:lnTo>
                    <a:pt x="64719" y="1129610"/>
                  </a:lnTo>
                  <a:lnTo>
                    <a:pt x="73339" y="1127060"/>
                  </a:lnTo>
                  <a:lnTo>
                    <a:pt x="82163" y="1124510"/>
                  </a:lnTo>
                  <a:lnTo>
                    <a:pt x="91159" y="1121960"/>
                  </a:lnTo>
                  <a:lnTo>
                    <a:pt x="100220" y="1119410"/>
                  </a:lnTo>
                  <a:lnTo>
                    <a:pt x="109287" y="1116861"/>
                  </a:lnTo>
                  <a:lnTo>
                    <a:pt x="118320" y="1114311"/>
                  </a:lnTo>
                  <a:lnTo>
                    <a:pt x="127267" y="1111761"/>
                  </a:lnTo>
                  <a:lnTo>
                    <a:pt x="136027" y="1109211"/>
                  </a:lnTo>
                  <a:lnTo>
                    <a:pt x="144598" y="1106661"/>
                  </a:lnTo>
                  <a:lnTo>
                    <a:pt x="152952" y="1104111"/>
                  </a:lnTo>
                  <a:lnTo>
                    <a:pt x="161061" y="1101561"/>
                  </a:lnTo>
                  <a:lnTo>
                    <a:pt x="168821" y="1099011"/>
                  </a:lnTo>
                  <a:lnTo>
                    <a:pt x="176234" y="1096461"/>
                  </a:lnTo>
                  <a:lnTo>
                    <a:pt x="183324" y="1093911"/>
                  </a:lnTo>
                  <a:lnTo>
                    <a:pt x="190081" y="1091361"/>
                  </a:lnTo>
                  <a:lnTo>
                    <a:pt x="196476" y="1088812"/>
                  </a:lnTo>
                  <a:lnTo>
                    <a:pt x="202402" y="1086262"/>
                  </a:lnTo>
                  <a:lnTo>
                    <a:pt x="207979" y="1083712"/>
                  </a:lnTo>
                  <a:lnTo>
                    <a:pt x="213207" y="1081162"/>
                  </a:lnTo>
                  <a:lnTo>
                    <a:pt x="218092" y="1078612"/>
                  </a:lnTo>
                  <a:lnTo>
                    <a:pt x="222558" y="1076062"/>
                  </a:lnTo>
                  <a:lnTo>
                    <a:pt x="226655" y="1073512"/>
                  </a:lnTo>
                  <a:lnTo>
                    <a:pt x="230444" y="1070962"/>
                  </a:lnTo>
                  <a:lnTo>
                    <a:pt x="233937" y="1068412"/>
                  </a:lnTo>
                  <a:lnTo>
                    <a:pt x="237135" y="1065862"/>
                  </a:lnTo>
                  <a:lnTo>
                    <a:pt x="239979" y="1063312"/>
                  </a:lnTo>
                  <a:lnTo>
                    <a:pt x="242584" y="1060763"/>
                  </a:lnTo>
                  <a:lnTo>
                    <a:pt x="244965" y="1058213"/>
                  </a:lnTo>
                  <a:lnTo>
                    <a:pt x="247135" y="1055663"/>
                  </a:lnTo>
                  <a:lnTo>
                    <a:pt x="249070" y="1053113"/>
                  </a:lnTo>
                  <a:lnTo>
                    <a:pt x="250810" y="1050563"/>
                  </a:lnTo>
                  <a:lnTo>
                    <a:pt x="252399" y="1048013"/>
                  </a:lnTo>
                  <a:lnTo>
                    <a:pt x="253849" y="1045463"/>
                  </a:lnTo>
                  <a:lnTo>
                    <a:pt x="255171" y="1042913"/>
                  </a:lnTo>
                  <a:lnTo>
                    <a:pt x="256347" y="1040363"/>
                  </a:lnTo>
                  <a:lnTo>
                    <a:pt x="257434" y="1037813"/>
                  </a:lnTo>
                  <a:lnTo>
                    <a:pt x="258441" y="1035263"/>
                  </a:lnTo>
                  <a:lnTo>
                    <a:pt x="259376" y="1032714"/>
                  </a:lnTo>
                  <a:lnTo>
                    <a:pt x="260238" y="1030164"/>
                  </a:lnTo>
                  <a:lnTo>
                    <a:pt x="261043" y="1027614"/>
                  </a:lnTo>
                  <a:lnTo>
                    <a:pt x="261807" y="1025064"/>
                  </a:lnTo>
                  <a:lnTo>
                    <a:pt x="262536" y="1022514"/>
                  </a:lnTo>
                  <a:lnTo>
                    <a:pt x="263234" y="1019964"/>
                  </a:lnTo>
                  <a:lnTo>
                    <a:pt x="263899" y="1017414"/>
                  </a:lnTo>
                  <a:lnTo>
                    <a:pt x="264545" y="1014864"/>
                  </a:lnTo>
                  <a:lnTo>
                    <a:pt x="265174" y="1012314"/>
                  </a:lnTo>
                  <a:lnTo>
                    <a:pt x="265789" y="1009764"/>
                  </a:lnTo>
                  <a:lnTo>
                    <a:pt x="266390" y="1007214"/>
                  </a:lnTo>
                  <a:lnTo>
                    <a:pt x="266978" y="1004664"/>
                  </a:lnTo>
                  <a:lnTo>
                    <a:pt x="267557" y="1002115"/>
                  </a:lnTo>
                  <a:lnTo>
                    <a:pt x="268126" y="999565"/>
                  </a:lnTo>
                  <a:lnTo>
                    <a:pt x="268687" y="997015"/>
                  </a:lnTo>
                  <a:lnTo>
                    <a:pt x="269235" y="994465"/>
                  </a:lnTo>
                  <a:lnTo>
                    <a:pt x="269773" y="991915"/>
                  </a:lnTo>
                  <a:lnTo>
                    <a:pt x="270301" y="989365"/>
                  </a:lnTo>
                  <a:lnTo>
                    <a:pt x="270818" y="986815"/>
                  </a:lnTo>
                  <a:lnTo>
                    <a:pt x="271321" y="984265"/>
                  </a:lnTo>
                  <a:lnTo>
                    <a:pt x="271809" y="981715"/>
                  </a:lnTo>
                  <a:lnTo>
                    <a:pt x="272282" y="979165"/>
                  </a:lnTo>
                  <a:lnTo>
                    <a:pt x="272742" y="976615"/>
                  </a:lnTo>
                  <a:lnTo>
                    <a:pt x="273185" y="974066"/>
                  </a:lnTo>
                  <a:lnTo>
                    <a:pt x="273606" y="971516"/>
                  </a:lnTo>
                  <a:lnTo>
                    <a:pt x="274008" y="968966"/>
                  </a:lnTo>
                  <a:lnTo>
                    <a:pt x="274392" y="966416"/>
                  </a:lnTo>
                  <a:lnTo>
                    <a:pt x="274756" y="963866"/>
                  </a:lnTo>
                  <a:lnTo>
                    <a:pt x="275097" y="961316"/>
                  </a:lnTo>
                  <a:lnTo>
                    <a:pt x="275411" y="958766"/>
                  </a:lnTo>
                  <a:lnTo>
                    <a:pt x="275703" y="956216"/>
                  </a:lnTo>
                  <a:lnTo>
                    <a:pt x="275973" y="953666"/>
                  </a:lnTo>
                  <a:lnTo>
                    <a:pt x="276219" y="951116"/>
                  </a:lnTo>
                  <a:lnTo>
                    <a:pt x="276433" y="948566"/>
                  </a:lnTo>
                  <a:lnTo>
                    <a:pt x="276620" y="946017"/>
                  </a:lnTo>
                  <a:lnTo>
                    <a:pt x="276782" y="943467"/>
                  </a:lnTo>
                  <a:lnTo>
                    <a:pt x="276919" y="940917"/>
                  </a:lnTo>
                  <a:lnTo>
                    <a:pt x="277024" y="938367"/>
                  </a:lnTo>
                  <a:lnTo>
                    <a:pt x="277096" y="935817"/>
                  </a:lnTo>
                  <a:lnTo>
                    <a:pt x="277139" y="933267"/>
                  </a:lnTo>
                  <a:lnTo>
                    <a:pt x="277155" y="930717"/>
                  </a:lnTo>
                  <a:lnTo>
                    <a:pt x="277141" y="928167"/>
                  </a:lnTo>
                  <a:lnTo>
                    <a:pt x="277087" y="925617"/>
                  </a:lnTo>
                  <a:lnTo>
                    <a:pt x="277002" y="923067"/>
                  </a:lnTo>
                  <a:lnTo>
                    <a:pt x="276886" y="920517"/>
                  </a:lnTo>
                  <a:lnTo>
                    <a:pt x="276739" y="917968"/>
                  </a:lnTo>
                  <a:lnTo>
                    <a:pt x="276555" y="915418"/>
                  </a:lnTo>
                  <a:lnTo>
                    <a:pt x="276331" y="912868"/>
                  </a:lnTo>
                  <a:lnTo>
                    <a:pt x="276074" y="910318"/>
                  </a:lnTo>
                  <a:lnTo>
                    <a:pt x="275784" y="907768"/>
                  </a:lnTo>
                  <a:lnTo>
                    <a:pt x="275460" y="905218"/>
                  </a:lnTo>
                  <a:lnTo>
                    <a:pt x="275089" y="902668"/>
                  </a:lnTo>
                  <a:lnTo>
                    <a:pt x="274683" y="900118"/>
                  </a:lnTo>
                  <a:lnTo>
                    <a:pt x="274241" y="897568"/>
                  </a:lnTo>
                  <a:lnTo>
                    <a:pt x="273764" y="895018"/>
                  </a:lnTo>
                  <a:lnTo>
                    <a:pt x="273246" y="892468"/>
                  </a:lnTo>
                  <a:lnTo>
                    <a:pt x="272683" y="889918"/>
                  </a:lnTo>
                  <a:lnTo>
                    <a:pt x="272084" y="887369"/>
                  </a:lnTo>
                  <a:lnTo>
                    <a:pt x="271449" y="884819"/>
                  </a:lnTo>
                  <a:lnTo>
                    <a:pt x="270778" y="882269"/>
                  </a:lnTo>
                  <a:lnTo>
                    <a:pt x="270059" y="879719"/>
                  </a:lnTo>
                  <a:lnTo>
                    <a:pt x="269302" y="877169"/>
                  </a:lnTo>
                  <a:lnTo>
                    <a:pt x="268510" y="874619"/>
                  </a:lnTo>
                  <a:lnTo>
                    <a:pt x="267683" y="872069"/>
                  </a:lnTo>
                  <a:lnTo>
                    <a:pt x="266817" y="869519"/>
                  </a:lnTo>
                  <a:lnTo>
                    <a:pt x="265908" y="866969"/>
                  </a:lnTo>
                  <a:lnTo>
                    <a:pt x="264966" y="864419"/>
                  </a:lnTo>
                  <a:lnTo>
                    <a:pt x="263992" y="861869"/>
                  </a:lnTo>
                  <a:lnTo>
                    <a:pt x="262987" y="859320"/>
                  </a:lnTo>
                  <a:lnTo>
                    <a:pt x="261942" y="856770"/>
                  </a:lnTo>
                  <a:lnTo>
                    <a:pt x="260868" y="854220"/>
                  </a:lnTo>
                  <a:lnTo>
                    <a:pt x="259767" y="851670"/>
                  </a:lnTo>
                  <a:lnTo>
                    <a:pt x="258641" y="849120"/>
                  </a:lnTo>
                  <a:lnTo>
                    <a:pt x="257488" y="846570"/>
                  </a:lnTo>
                  <a:lnTo>
                    <a:pt x="256309" y="844020"/>
                  </a:lnTo>
                  <a:lnTo>
                    <a:pt x="255112" y="841470"/>
                  </a:lnTo>
                  <a:lnTo>
                    <a:pt x="253898" y="838920"/>
                  </a:lnTo>
                  <a:lnTo>
                    <a:pt x="252670" y="836370"/>
                  </a:lnTo>
                  <a:lnTo>
                    <a:pt x="251428" y="833820"/>
                  </a:lnTo>
                  <a:lnTo>
                    <a:pt x="250178" y="831271"/>
                  </a:lnTo>
                  <a:lnTo>
                    <a:pt x="248923" y="828721"/>
                  </a:lnTo>
                  <a:lnTo>
                    <a:pt x="247666" y="826171"/>
                  </a:lnTo>
                  <a:lnTo>
                    <a:pt x="246411" y="823621"/>
                  </a:lnTo>
                  <a:lnTo>
                    <a:pt x="245163" y="821071"/>
                  </a:lnTo>
                  <a:lnTo>
                    <a:pt x="243924" y="818521"/>
                  </a:lnTo>
                  <a:lnTo>
                    <a:pt x="242698" y="815971"/>
                  </a:lnTo>
                  <a:lnTo>
                    <a:pt x="241487" y="813421"/>
                  </a:lnTo>
                  <a:lnTo>
                    <a:pt x="240302" y="810871"/>
                  </a:lnTo>
                  <a:lnTo>
                    <a:pt x="239144" y="808321"/>
                  </a:lnTo>
                  <a:lnTo>
                    <a:pt x="238014" y="805771"/>
                  </a:lnTo>
                  <a:lnTo>
                    <a:pt x="236915" y="803222"/>
                  </a:lnTo>
                  <a:lnTo>
                    <a:pt x="235854" y="800672"/>
                  </a:lnTo>
                  <a:lnTo>
                    <a:pt x="234844" y="798122"/>
                  </a:lnTo>
                  <a:lnTo>
                    <a:pt x="233877" y="795572"/>
                  </a:lnTo>
                  <a:lnTo>
                    <a:pt x="232955" y="793022"/>
                  </a:lnTo>
                  <a:lnTo>
                    <a:pt x="232082" y="790472"/>
                  </a:lnTo>
                  <a:lnTo>
                    <a:pt x="231275" y="787922"/>
                  </a:lnTo>
                  <a:lnTo>
                    <a:pt x="230530" y="785372"/>
                  </a:lnTo>
                  <a:lnTo>
                    <a:pt x="229843" y="782822"/>
                  </a:lnTo>
                  <a:lnTo>
                    <a:pt x="229216" y="780272"/>
                  </a:lnTo>
                  <a:lnTo>
                    <a:pt x="228804" y="778401"/>
                  </a:lnTo>
                  <a:lnTo>
                    <a:pt x="228654" y="777722"/>
                  </a:lnTo>
                  <a:lnTo>
                    <a:pt x="228177" y="775172"/>
                  </a:lnTo>
                  <a:lnTo>
                    <a:pt x="227766" y="772623"/>
                  </a:lnTo>
                  <a:lnTo>
                    <a:pt x="227422" y="770073"/>
                  </a:lnTo>
                  <a:lnTo>
                    <a:pt x="227144" y="767523"/>
                  </a:lnTo>
                  <a:lnTo>
                    <a:pt x="226953" y="764973"/>
                  </a:lnTo>
                  <a:lnTo>
                    <a:pt x="226839" y="762423"/>
                  </a:lnTo>
                  <a:lnTo>
                    <a:pt x="226793" y="759873"/>
                  </a:lnTo>
                  <a:lnTo>
                    <a:pt x="226815" y="757323"/>
                  </a:lnTo>
                  <a:lnTo>
                    <a:pt x="226908" y="754773"/>
                  </a:lnTo>
                  <a:lnTo>
                    <a:pt x="227090" y="752223"/>
                  </a:lnTo>
                  <a:lnTo>
                    <a:pt x="227335" y="749673"/>
                  </a:lnTo>
                  <a:lnTo>
                    <a:pt x="227644" y="747123"/>
                  </a:lnTo>
                  <a:lnTo>
                    <a:pt x="228014" y="744574"/>
                  </a:lnTo>
                  <a:lnTo>
                    <a:pt x="228459" y="742024"/>
                  </a:lnTo>
                  <a:lnTo>
                    <a:pt x="228968" y="739474"/>
                  </a:lnTo>
                  <a:lnTo>
                    <a:pt x="229530" y="736924"/>
                  </a:lnTo>
                  <a:lnTo>
                    <a:pt x="230144" y="734374"/>
                  </a:lnTo>
                  <a:lnTo>
                    <a:pt x="230809" y="731824"/>
                  </a:lnTo>
                  <a:lnTo>
                    <a:pt x="231535" y="729274"/>
                  </a:lnTo>
                  <a:lnTo>
                    <a:pt x="232302" y="726724"/>
                  </a:lnTo>
                  <a:lnTo>
                    <a:pt x="233108" y="724174"/>
                  </a:lnTo>
                  <a:lnTo>
                    <a:pt x="233949" y="721624"/>
                  </a:lnTo>
                  <a:lnTo>
                    <a:pt x="234831" y="719074"/>
                  </a:lnTo>
                  <a:lnTo>
                    <a:pt x="235744" y="716525"/>
                  </a:lnTo>
                  <a:lnTo>
                    <a:pt x="236681" y="713975"/>
                  </a:lnTo>
                  <a:lnTo>
                    <a:pt x="237640" y="711425"/>
                  </a:lnTo>
                  <a:lnTo>
                    <a:pt x="238619" y="708875"/>
                  </a:lnTo>
                  <a:lnTo>
                    <a:pt x="239617" y="706325"/>
                  </a:lnTo>
                  <a:lnTo>
                    <a:pt x="240625" y="703775"/>
                  </a:lnTo>
                  <a:lnTo>
                    <a:pt x="241642" y="701225"/>
                  </a:lnTo>
                  <a:lnTo>
                    <a:pt x="242664" y="698675"/>
                  </a:lnTo>
                  <a:lnTo>
                    <a:pt x="243689" y="696125"/>
                  </a:lnTo>
                  <a:lnTo>
                    <a:pt x="244712" y="693575"/>
                  </a:lnTo>
                  <a:lnTo>
                    <a:pt x="245733" y="691025"/>
                  </a:lnTo>
                  <a:lnTo>
                    <a:pt x="246747" y="688476"/>
                  </a:lnTo>
                  <a:lnTo>
                    <a:pt x="247754" y="685926"/>
                  </a:lnTo>
                  <a:lnTo>
                    <a:pt x="248747" y="683376"/>
                  </a:lnTo>
                  <a:lnTo>
                    <a:pt x="249727" y="680826"/>
                  </a:lnTo>
                  <a:lnTo>
                    <a:pt x="250693" y="678276"/>
                  </a:lnTo>
                  <a:lnTo>
                    <a:pt x="251644" y="675726"/>
                  </a:lnTo>
                  <a:lnTo>
                    <a:pt x="252574" y="673176"/>
                  </a:lnTo>
                  <a:lnTo>
                    <a:pt x="253483" y="670626"/>
                  </a:lnTo>
                  <a:lnTo>
                    <a:pt x="254372" y="668076"/>
                  </a:lnTo>
                  <a:lnTo>
                    <a:pt x="255241" y="665526"/>
                  </a:lnTo>
                  <a:lnTo>
                    <a:pt x="256090" y="662976"/>
                  </a:lnTo>
                  <a:lnTo>
                    <a:pt x="256908" y="660426"/>
                  </a:lnTo>
                  <a:lnTo>
                    <a:pt x="257704" y="657877"/>
                  </a:lnTo>
                  <a:lnTo>
                    <a:pt x="258477" y="655327"/>
                  </a:lnTo>
                  <a:lnTo>
                    <a:pt x="259228" y="652777"/>
                  </a:lnTo>
                  <a:lnTo>
                    <a:pt x="259951" y="650227"/>
                  </a:lnTo>
                  <a:lnTo>
                    <a:pt x="260647" y="647677"/>
                  </a:lnTo>
                  <a:lnTo>
                    <a:pt x="261320" y="645127"/>
                  </a:lnTo>
                  <a:lnTo>
                    <a:pt x="261970" y="642577"/>
                  </a:lnTo>
                  <a:lnTo>
                    <a:pt x="262598" y="640027"/>
                  </a:lnTo>
                  <a:lnTo>
                    <a:pt x="263195" y="637477"/>
                  </a:lnTo>
                  <a:lnTo>
                    <a:pt x="263769" y="634927"/>
                  </a:lnTo>
                  <a:lnTo>
                    <a:pt x="264323" y="632377"/>
                  </a:lnTo>
                  <a:lnTo>
                    <a:pt x="264855" y="629828"/>
                  </a:lnTo>
                  <a:lnTo>
                    <a:pt x="265363" y="627278"/>
                  </a:lnTo>
                  <a:lnTo>
                    <a:pt x="265846" y="624728"/>
                  </a:lnTo>
                  <a:lnTo>
                    <a:pt x="266310" y="622178"/>
                  </a:lnTo>
                  <a:lnTo>
                    <a:pt x="266755" y="619628"/>
                  </a:lnTo>
                  <a:lnTo>
                    <a:pt x="267181" y="617078"/>
                  </a:lnTo>
                  <a:lnTo>
                    <a:pt x="267583" y="614528"/>
                  </a:lnTo>
                  <a:lnTo>
                    <a:pt x="267968" y="611978"/>
                  </a:lnTo>
                  <a:lnTo>
                    <a:pt x="268337" y="609428"/>
                  </a:lnTo>
                  <a:lnTo>
                    <a:pt x="268691" y="606878"/>
                  </a:lnTo>
                  <a:lnTo>
                    <a:pt x="269026" y="604328"/>
                  </a:lnTo>
                  <a:lnTo>
                    <a:pt x="269345" y="601779"/>
                  </a:lnTo>
                  <a:lnTo>
                    <a:pt x="269652" y="599229"/>
                  </a:lnTo>
                  <a:lnTo>
                    <a:pt x="269946" y="596679"/>
                  </a:lnTo>
                  <a:lnTo>
                    <a:pt x="270228" y="594129"/>
                  </a:lnTo>
                  <a:lnTo>
                    <a:pt x="270497" y="591579"/>
                  </a:lnTo>
                  <a:lnTo>
                    <a:pt x="270756" y="589029"/>
                  </a:lnTo>
                  <a:lnTo>
                    <a:pt x="271008" y="586479"/>
                  </a:lnTo>
                  <a:lnTo>
                    <a:pt x="271252" y="583929"/>
                  </a:lnTo>
                  <a:lnTo>
                    <a:pt x="271488" y="581379"/>
                  </a:lnTo>
                  <a:lnTo>
                    <a:pt x="271719" y="578829"/>
                  </a:lnTo>
                  <a:lnTo>
                    <a:pt x="271946" y="576279"/>
                  </a:lnTo>
                  <a:lnTo>
                    <a:pt x="272170" y="573730"/>
                  </a:lnTo>
                  <a:lnTo>
                    <a:pt x="272392" y="571180"/>
                  </a:lnTo>
                  <a:lnTo>
                    <a:pt x="272614" y="568630"/>
                  </a:lnTo>
                  <a:lnTo>
                    <a:pt x="272836" y="566080"/>
                  </a:lnTo>
                  <a:lnTo>
                    <a:pt x="273060" y="563530"/>
                  </a:lnTo>
                  <a:lnTo>
                    <a:pt x="273286" y="560980"/>
                  </a:lnTo>
                  <a:lnTo>
                    <a:pt x="273516" y="558430"/>
                  </a:lnTo>
                  <a:lnTo>
                    <a:pt x="273752" y="555880"/>
                  </a:lnTo>
                  <a:lnTo>
                    <a:pt x="273994" y="553330"/>
                  </a:lnTo>
                  <a:lnTo>
                    <a:pt x="274242" y="550780"/>
                  </a:lnTo>
                  <a:lnTo>
                    <a:pt x="274498" y="548230"/>
                  </a:lnTo>
                  <a:lnTo>
                    <a:pt x="274764" y="545680"/>
                  </a:lnTo>
                  <a:lnTo>
                    <a:pt x="275039" y="543131"/>
                  </a:lnTo>
                  <a:lnTo>
                    <a:pt x="275324" y="540581"/>
                  </a:lnTo>
                  <a:lnTo>
                    <a:pt x="275618" y="538031"/>
                  </a:lnTo>
                  <a:lnTo>
                    <a:pt x="275924" y="535481"/>
                  </a:lnTo>
                  <a:lnTo>
                    <a:pt x="276243" y="532931"/>
                  </a:lnTo>
                  <a:lnTo>
                    <a:pt x="276574" y="530381"/>
                  </a:lnTo>
                  <a:lnTo>
                    <a:pt x="276915" y="527831"/>
                  </a:lnTo>
                  <a:lnTo>
                    <a:pt x="277267" y="525281"/>
                  </a:lnTo>
                  <a:lnTo>
                    <a:pt x="277634" y="522731"/>
                  </a:lnTo>
                  <a:lnTo>
                    <a:pt x="278013" y="520181"/>
                  </a:lnTo>
                  <a:lnTo>
                    <a:pt x="278402" y="517631"/>
                  </a:lnTo>
                  <a:lnTo>
                    <a:pt x="278802" y="515082"/>
                  </a:lnTo>
                  <a:lnTo>
                    <a:pt x="279214" y="512532"/>
                  </a:lnTo>
                  <a:lnTo>
                    <a:pt x="279637" y="509982"/>
                  </a:lnTo>
                  <a:lnTo>
                    <a:pt x="280070" y="507432"/>
                  </a:lnTo>
                  <a:lnTo>
                    <a:pt x="280511" y="504882"/>
                  </a:lnTo>
                  <a:lnTo>
                    <a:pt x="280960" y="502332"/>
                  </a:lnTo>
                  <a:lnTo>
                    <a:pt x="281419" y="499782"/>
                  </a:lnTo>
                  <a:lnTo>
                    <a:pt x="281885" y="497232"/>
                  </a:lnTo>
                  <a:lnTo>
                    <a:pt x="282356" y="494682"/>
                  </a:lnTo>
                  <a:lnTo>
                    <a:pt x="282831" y="492132"/>
                  </a:lnTo>
                  <a:lnTo>
                    <a:pt x="283312" y="489582"/>
                  </a:lnTo>
                  <a:lnTo>
                    <a:pt x="283796" y="487033"/>
                  </a:lnTo>
                  <a:lnTo>
                    <a:pt x="284281" y="484483"/>
                  </a:lnTo>
                  <a:lnTo>
                    <a:pt x="284768" y="481933"/>
                  </a:lnTo>
                  <a:lnTo>
                    <a:pt x="285255" y="479383"/>
                  </a:lnTo>
                  <a:lnTo>
                    <a:pt x="285741" y="476833"/>
                  </a:lnTo>
                  <a:lnTo>
                    <a:pt x="286225" y="474283"/>
                  </a:lnTo>
                  <a:lnTo>
                    <a:pt x="286705" y="471733"/>
                  </a:lnTo>
                  <a:lnTo>
                    <a:pt x="287182" y="469183"/>
                  </a:lnTo>
                  <a:lnTo>
                    <a:pt x="287655" y="466633"/>
                  </a:lnTo>
                  <a:lnTo>
                    <a:pt x="288119" y="464083"/>
                  </a:lnTo>
                  <a:lnTo>
                    <a:pt x="288578" y="461533"/>
                  </a:lnTo>
                  <a:lnTo>
                    <a:pt x="289029" y="458984"/>
                  </a:lnTo>
                  <a:lnTo>
                    <a:pt x="289472" y="456434"/>
                  </a:lnTo>
                  <a:lnTo>
                    <a:pt x="289904" y="453884"/>
                  </a:lnTo>
                  <a:lnTo>
                    <a:pt x="290326" y="451334"/>
                  </a:lnTo>
                  <a:lnTo>
                    <a:pt x="290737" y="448784"/>
                  </a:lnTo>
                  <a:lnTo>
                    <a:pt x="291138" y="446234"/>
                  </a:lnTo>
                  <a:lnTo>
                    <a:pt x="291528" y="443684"/>
                  </a:lnTo>
                  <a:lnTo>
                    <a:pt x="291902" y="441134"/>
                  </a:lnTo>
                  <a:lnTo>
                    <a:pt x="292264" y="438584"/>
                  </a:lnTo>
                  <a:lnTo>
                    <a:pt x="292614" y="436034"/>
                  </a:lnTo>
                  <a:lnTo>
                    <a:pt x="292951" y="433484"/>
                  </a:lnTo>
                  <a:lnTo>
                    <a:pt x="293273" y="430934"/>
                  </a:lnTo>
                  <a:lnTo>
                    <a:pt x="293580" y="428385"/>
                  </a:lnTo>
                  <a:lnTo>
                    <a:pt x="293875" y="425835"/>
                  </a:lnTo>
                  <a:lnTo>
                    <a:pt x="294157" y="423285"/>
                  </a:lnTo>
                  <a:lnTo>
                    <a:pt x="294426" y="420735"/>
                  </a:lnTo>
                  <a:lnTo>
                    <a:pt x="294678" y="418185"/>
                  </a:lnTo>
                  <a:lnTo>
                    <a:pt x="294918" y="415635"/>
                  </a:lnTo>
                  <a:lnTo>
                    <a:pt x="295147" y="413085"/>
                  </a:lnTo>
                  <a:lnTo>
                    <a:pt x="295364" y="410535"/>
                  </a:lnTo>
                  <a:lnTo>
                    <a:pt x="295567" y="407985"/>
                  </a:lnTo>
                  <a:lnTo>
                    <a:pt x="295758" y="405435"/>
                  </a:lnTo>
                  <a:lnTo>
                    <a:pt x="295940" y="402885"/>
                  </a:lnTo>
                  <a:lnTo>
                    <a:pt x="296112" y="400336"/>
                  </a:lnTo>
                  <a:lnTo>
                    <a:pt x="296274" y="397786"/>
                  </a:lnTo>
                  <a:lnTo>
                    <a:pt x="296426" y="395236"/>
                  </a:lnTo>
                  <a:lnTo>
                    <a:pt x="296569" y="392686"/>
                  </a:lnTo>
                  <a:lnTo>
                    <a:pt x="296707" y="390136"/>
                  </a:lnTo>
                  <a:lnTo>
                    <a:pt x="296837" y="387586"/>
                  </a:lnTo>
                  <a:lnTo>
                    <a:pt x="296961" y="385036"/>
                  </a:lnTo>
                  <a:lnTo>
                    <a:pt x="297079" y="382486"/>
                  </a:lnTo>
                  <a:lnTo>
                    <a:pt x="297192" y="379936"/>
                  </a:lnTo>
                  <a:lnTo>
                    <a:pt x="297302" y="377386"/>
                  </a:lnTo>
                  <a:lnTo>
                    <a:pt x="297409" y="374836"/>
                  </a:lnTo>
                  <a:lnTo>
                    <a:pt x="297512" y="372287"/>
                  </a:lnTo>
                  <a:lnTo>
                    <a:pt x="297613" y="369737"/>
                  </a:lnTo>
                  <a:lnTo>
                    <a:pt x="297713" y="367187"/>
                  </a:lnTo>
                  <a:lnTo>
                    <a:pt x="297811" y="364637"/>
                  </a:lnTo>
                  <a:lnTo>
                    <a:pt x="297909" y="362087"/>
                  </a:lnTo>
                  <a:lnTo>
                    <a:pt x="298006" y="359537"/>
                  </a:lnTo>
                  <a:lnTo>
                    <a:pt x="298104" y="356987"/>
                  </a:lnTo>
                  <a:lnTo>
                    <a:pt x="298202" y="354437"/>
                  </a:lnTo>
                  <a:lnTo>
                    <a:pt x="298300" y="351887"/>
                  </a:lnTo>
                  <a:lnTo>
                    <a:pt x="298400" y="349337"/>
                  </a:lnTo>
                  <a:lnTo>
                    <a:pt x="298500" y="346787"/>
                  </a:lnTo>
                  <a:lnTo>
                    <a:pt x="298602" y="344238"/>
                  </a:lnTo>
                  <a:lnTo>
                    <a:pt x="298705" y="341688"/>
                  </a:lnTo>
                  <a:lnTo>
                    <a:pt x="298809" y="339138"/>
                  </a:lnTo>
                  <a:lnTo>
                    <a:pt x="298915" y="336588"/>
                  </a:lnTo>
                  <a:lnTo>
                    <a:pt x="299021" y="334038"/>
                  </a:lnTo>
                  <a:lnTo>
                    <a:pt x="299129" y="331488"/>
                  </a:lnTo>
                  <a:lnTo>
                    <a:pt x="299238" y="328938"/>
                  </a:lnTo>
                  <a:lnTo>
                    <a:pt x="299349" y="326388"/>
                  </a:lnTo>
                  <a:lnTo>
                    <a:pt x="299460" y="323838"/>
                  </a:lnTo>
                  <a:lnTo>
                    <a:pt x="299572" y="321288"/>
                  </a:lnTo>
                  <a:lnTo>
                    <a:pt x="299684" y="318738"/>
                  </a:lnTo>
                  <a:lnTo>
                    <a:pt x="299798" y="316188"/>
                  </a:lnTo>
                  <a:lnTo>
                    <a:pt x="299911" y="313639"/>
                  </a:lnTo>
                  <a:lnTo>
                    <a:pt x="300025" y="311089"/>
                  </a:lnTo>
                  <a:lnTo>
                    <a:pt x="300138" y="308539"/>
                  </a:lnTo>
                  <a:lnTo>
                    <a:pt x="300252" y="305989"/>
                  </a:lnTo>
                  <a:lnTo>
                    <a:pt x="300364" y="303439"/>
                  </a:lnTo>
                  <a:lnTo>
                    <a:pt x="300477" y="300889"/>
                  </a:lnTo>
                  <a:lnTo>
                    <a:pt x="300589" y="298339"/>
                  </a:lnTo>
                  <a:lnTo>
                    <a:pt x="300700" y="295789"/>
                  </a:lnTo>
                  <a:lnTo>
                    <a:pt x="300809" y="293239"/>
                  </a:lnTo>
                  <a:lnTo>
                    <a:pt x="300918" y="290689"/>
                  </a:lnTo>
                  <a:lnTo>
                    <a:pt x="301025" y="288139"/>
                  </a:lnTo>
                  <a:lnTo>
                    <a:pt x="301131" y="285590"/>
                  </a:lnTo>
                  <a:lnTo>
                    <a:pt x="301235" y="283040"/>
                  </a:lnTo>
                  <a:lnTo>
                    <a:pt x="301336" y="280490"/>
                  </a:lnTo>
                  <a:lnTo>
                    <a:pt x="301436" y="277940"/>
                  </a:lnTo>
                  <a:lnTo>
                    <a:pt x="301534" y="275390"/>
                  </a:lnTo>
                  <a:lnTo>
                    <a:pt x="301630" y="272840"/>
                  </a:lnTo>
                  <a:lnTo>
                    <a:pt x="301723" y="270290"/>
                  </a:lnTo>
                  <a:lnTo>
                    <a:pt x="301813" y="267740"/>
                  </a:lnTo>
                  <a:lnTo>
                    <a:pt x="301901" y="265190"/>
                  </a:lnTo>
                  <a:lnTo>
                    <a:pt x="301986" y="262640"/>
                  </a:lnTo>
                  <a:lnTo>
                    <a:pt x="302069" y="260090"/>
                  </a:lnTo>
                  <a:lnTo>
                    <a:pt x="302147" y="257541"/>
                  </a:lnTo>
                  <a:lnTo>
                    <a:pt x="302223" y="254991"/>
                  </a:lnTo>
                  <a:lnTo>
                    <a:pt x="302296" y="252441"/>
                  </a:lnTo>
                  <a:lnTo>
                    <a:pt x="302366" y="249891"/>
                  </a:lnTo>
                  <a:lnTo>
                    <a:pt x="302433" y="247341"/>
                  </a:lnTo>
                  <a:lnTo>
                    <a:pt x="302496" y="244791"/>
                  </a:lnTo>
                  <a:lnTo>
                    <a:pt x="302556" y="242241"/>
                  </a:lnTo>
                  <a:lnTo>
                    <a:pt x="302613" y="239691"/>
                  </a:lnTo>
                  <a:lnTo>
                    <a:pt x="302667" y="237141"/>
                  </a:lnTo>
                  <a:lnTo>
                    <a:pt x="302717" y="234591"/>
                  </a:lnTo>
                  <a:lnTo>
                    <a:pt x="302764" y="232041"/>
                  </a:lnTo>
                  <a:lnTo>
                    <a:pt x="302808" y="229492"/>
                  </a:lnTo>
                  <a:lnTo>
                    <a:pt x="302850" y="226942"/>
                  </a:lnTo>
                  <a:lnTo>
                    <a:pt x="302888" y="224392"/>
                  </a:lnTo>
                  <a:lnTo>
                    <a:pt x="302923" y="221842"/>
                  </a:lnTo>
                  <a:lnTo>
                    <a:pt x="302956" y="219292"/>
                  </a:lnTo>
                  <a:lnTo>
                    <a:pt x="302987" y="216742"/>
                  </a:lnTo>
                  <a:lnTo>
                    <a:pt x="303016" y="214192"/>
                  </a:lnTo>
                  <a:lnTo>
                    <a:pt x="303042" y="211642"/>
                  </a:lnTo>
                  <a:lnTo>
                    <a:pt x="303067" y="209092"/>
                  </a:lnTo>
                  <a:lnTo>
                    <a:pt x="303090" y="206542"/>
                  </a:lnTo>
                  <a:lnTo>
                    <a:pt x="303112" y="203992"/>
                  </a:lnTo>
                  <a:lnTo>
                    <a:pt x="303132" y="201442"/>
                  </a:lnTo>
                  <a:lnTo>
                    <a:pt x="303152" y="198893"/>
                  </a:lnTo>
                  <a:lnTo>
                    <a:pt x="303170" y="196343"/>
                  </a:lnTo>
                  <a:lnTo>
                    <a:pt x="303188" y="193793"/>
                  </a:lnTo>
                  <a:lnTo>
                    <a:pt x="303206" y="191243"/>
                  </a:lnTo>
                  <a:lnTo>
                    <a:pt x="303224" y="188693"/>
                  </a:lnTo>
                  <a:lnTo>
                    <a:pt x="303242" y="186143"/>
                  </a:lnTo>
                  <a:lnTo>
                    <a:pt x="303260" y="183593"/>
                  </a:lnTo>
                  <a:lnTo>
                    <a:pt x="303278" y="181043"/>
                  </a:lnTo>
                  <a:lnTo>
                    <a:pt x="303297" y="178493"/>
                  </a:lnTo>
                  <a:lnTo>
                    <a:pt x="303317" y="175943"/>
                  </a:lnTo>
                  <a:lnTo>
                    <a:pt x="303337" y="173393"/>
                  </a:lnTo>
                  <a:lnTo>
                    <a:pt x="303359" y="170844"/>
                  </a:lnTo>
                  <a:lnTo>
                    <a:pt x="303381" y="168294"/>
                  </a:lnTo>
                  <a:lnTo>
                    <a:pt x="303405" y="165744"/>
                  </a:lnTo>
                  <a:lnTo>
                    <a:pt x="303430" y="163194"/>
                  </a:lnTo>
                  <a:lnTo>
                    <a:pt x="303456" y="160644"/>
                  </a:lnTo>
                  <a:lnTo>
                    <a:pt x="303484" y="158094"/>
                  </a:lnTo>
                  <a:lnTo>
                    <a:pt x="303513" y="155544"/>
                  </a:lnTo>
                  <a:lnTo>
                    <a:pt x="303543" y="152994"/>
                  </a:lnTo>
                  <a:lnTo>
                    <a:pt x="303574" y="150444"/>
                  </a:lnTo>
                  <a:lnTo>
                    <a:pt x="303606" y="147894"/>
                  </a:lnTo>
                  <a:lnTo>
                    <a:pt x="303640" y="145344"/>
                  </a:lnTo>
                  <a:lnTo>
                    <a:pt x="303675" y="142795"/>
                  </a:lnTo>
                  <a:lnTo>
                    <a:pt x="303710" y="140245"/>
                  </a:lnTo>
                  <a:lnTo>
                    <a:pt x="303747" y="137695"/>
                  </a:lnTo>
                  <a:lnTo>
                    <a:pt x="303784" y="135145"/>
                  </a:lnTo>
                  <a:lnTo>
                    <a:pt x="303822" y="132595"/>
                  </a:lnTo>
                  <a:lnTo>
                    <a:pt x="303860" y="130045"/>
                  </a:lnTo>
                  <a:lnTo>
                    <a:pt x="303899" y="127495"/>
                  </a:lnTo>
                  <a:lnTo>
                    <a:pt x="303938" y="124945"/>
                  </a:lnTo>
                  <a:lnTo>
                    <a:pt x="303977" y="122395"/>
                  </a:lnTo>
                  <a:lnTo>
                    <a:pt x="304016" y="119845"/>
                  </a:lnTo>
                  <a:lnTo>
                    <a:pt x="304054" y="117295"/>
                  </a:lnTo>
                  <a:lnTo>
                    <a:pt x="304093" y="114746"/>
                  </a:lnTo>
                  <a:lnTo>
                    <a:pt x="304131" y="112196"/>
                  </a:lnTo>
                  <a:lnTo>
                    <a:pt x="304168" y="109646"/>
                  </a:lnTo>
                  <a:lnTo>
                    <a:pt x="304205" y="107096"/>
                  </a:lnTo>
                  <a:lnTo>
                    <a:pt x="304241" y="104546"/>
                  </a:lnTo>
                  <a:lnTo>
                    <a:pt x="304276" y="101996"/>
                  </a:lnTo>
                  <a:lnTo>
                    <a:pt x="304310" y="99446"/>
                  </a:lnTo>
                  <a:lnTo>
                    <a:pt x="304343" y="96896"/>
                  </a:lnTo>
                  <a:lnTo>
                    <a:pt x="304375" y="94346"/>
                  </a:lnTo>
                  <a:lnTo>
                    <a:pt x="304405" y="91796"/>
                  </a:lnTo>
                  <a:lnTo>
                    <a:pt x="304435" y="89246"/>
                  </a:lnTo>
                  <a:lnTo>
                    <a:pt x="304463" y="86696"/>
                  </a:lnTo>
                  <a:lnTo>
                    <a:pt x="304490" y="84147"/>
                  </a:lnTo>
                  <a:lnTo>
                    <a:pt x="304515" y="81597"/>
                  </a:lnTo>
                  <a:lnTo>
                    <a:pt x="304539" y="79047"/>
                  </a:lnTo>
                  <a:lnTo>
                    <a:pt x="304562" y="76497"/>
                  </a:lnTo>
                  <a:lnTo>
                    <a:pt x="304583" y="73947"/>
                  </a:lnTo>
                  <a:lnTo>
                    <a:pt x="304603" y="71397"/>
                  </a:lnTo>
                  <a:lnTo>
                    <a:pt x="304622" y="68847"/>
                  </a:lnTo>
                  <a:lnTo>
                    <a:pt x="304640" y="66297"/>
                  </a:lnTo>
                  <a:lnTo>
                    <a:pt x="304656" y="63747"/>
                  </a:lnTo>
                  <a:lnTo>
                    <a:pt x="304671" y="61197"/>
                  </a:lnTo>
                  <a:lnTo>
                    <a:pt x="304684" y="58647"/>
                  </a:lnTo>
                  <a:lnTo>
                    <a:pt x="304697" y="56098"/>
                  </a:lnTo>
                  <a:lnTo>
                    <a:pt x="304709" y="53548"/>
                  </a:lnTo>
                  <a:lnTo>
                    <a:pt x="304720" y="50998"/>
                  </a:lnTo>
                  <a:lnTo>
                    <a:pt x="304729" y="48448"/>
                  </a:lnTo>
                  <a:lnTo>
                    <a:pt x="304738" y="45898"/>
                  </a:lnTo>
                  <a:lnTo>
                    <a:pt x="304746" y="43348"/>
                  </a:lnTo>
                  <a:lnTo>
                    <a:pt x="304753" y="40798"/>
                  </a:lnTo>
                  <a:lnTo>
                    <a:pt x="304760" y="38248"/>
                  </a:lnTo>
                  <a:lnTo>
                    <a:pt x="304766" y="35698"/>
                  </a:lnTo>
                  <a:lnTo>
                    <a:pt x="304771" y="33148"/>
                  </a:lnTo>
                  <a:lnTo>
                    <a:pt x="304776" y="30598"/>
                  </a:lnTo>
                  <a:lnTo>
                    <a:pt x="304780" y="28049"/>
                  </a:lnTo>
                  <a:lnTo>
                    <a:pt x="304783" y="25499"/>
                  </a:lnTo>
                  <a:lnTo>
                    <a:pt x="304786" y="22949"/>
                  </a:lnTo>
                  <a:lnTo>
                    <a:pt x="304789" y="20399"/>
                  </a:lnTo>
                  <a:lnTo>
                    <a:pt x="304792" y="17849"/>
                  </a:lnTo>
                  <a:lnTo>
                    <a:pt x="304794" y="15299"/>
                  </a:lnTo>
                  <a:lnTo>
                    <a:pt x="304796" y="12749"/>
                  </a:lnTo>
                  <a:lnTo>
                    <a:pt x="304798" y="10199"/>
                  </a:lnTo>
                  <a:lnTo>
                    <a:pt x="304799" y="7649"/>
                  </a:lnTo>
                  <a:lnTo>
                    <a:pt x="304800" y="5099"/>
                  </a:lnTo>
                  <a:lnTo>
                    <a:pt x="304801" y="2549"/>
                  </a:lnTo>
                  <a:lnTo>
                    <a:pt x="304812" y="0"/>
                  </a:lnTo>
                  <a:lnTo>
                    <a:pt x="304813" y="2549"/>
                  </a:lnTo>
                  <a:lnTo>
                    <a:pt x="304814" y="5099"/>
                  </a:lnTo>
                  <a:lnTo>
                    <a:pt x="304815" y="7649"/>
                  </a:lnTo>
                  <a:lnTo>
                    <a:pt x="304817" y="10199"/>
                  </a:lnTo>
                  <a:lnTo>
                    <a:pt x="304818" y="12749"/>
                  </a:lnTo>
                  <a:lnTo>
                    <a:pt x="304820" y="15299"/>
                  </a:lnTo>
                  <a:lnTo>
                    <a:pt x="304822" y="17849"/>
                  </a:lnTo>
                  <a:lnTo>
                    <a:pt x="304825" y="20399"/>
                  </a:lnTo>
                  <a:lnTo>
                    <a:pt x="304828" y="22949"/>
                  </a:lnTo>
                  <a:lnTo>
                    <a:pt x="304831" y="25499"/>
                  </a:lnTo>
                  <a:lnTo>
                    <a:pt x="304835" y="28049"/>
                  </a:lnTo>
                  <a:lnTo>
                    <a:pt x="304839" y="30598"/>
                  </a:lnTo>
                  <a:lnTo>
                    <a:pt x="304843" y="33148"/>
                  </a:lnTo>
                  <a:lnTo>
                    <a:pt x="304849" y="35698"/>
                  </a:lnTo>
                  <a:lnTo>
                    <a:pt x="304854" y="38248"/>
                  </a:lnTo>
                  <a:lnTo>
                    <a:pt x="304861" y="40798"/>
                  </a:lnTo>
                  <a:lnTo>
                    <a:pt x="304868" y="43348"/>
                  </a:lnTo>
                  <a:lnTo>
                    <a:pt x="304876" y="45898"/>
                  </a:lnTo>
                  <a:lnTo>
                    <a:pt x="304885" y="48448"/>
                  </a:lnTo>
                  <a:lnTo>
                    <a:pt x="304895" y="50998"/>
                  </a:lnTo>
                  <a:lnTo>
                    <a:pt x="304905" y="53548"/>
                  </a:lnTo>
                  <a:lnTo>
                    <a:pt x="304917" y="56098"/>
                  </a:lnTo>
                  <a:lnTo>
                    <a:pt x="304930" y="58647"/>
                  </a:lnTo>
                  <a:lnTo>
                    <a:pt x="304944" y="61197"/>
                  </a:lnTo>
                  <a:lnTo>
                    <a:pt x="304958" y="63747"/>
                  </a:lnTo>
                  <a:lnTo>
                    <a:pt x="304975" y="66297"/>
                  </a:lnTo>
                  <a:lnTo>
                    <a:pt x="304992" y="68847"/>
                  </a:lnTo>
                  <a:lnTo>
                    <a:pt x="305011" y="71397"/>
                  </a:lnTo>
                  <a:lnTo>
                    <a:pt x="305031" y="73947"/>
                  </a:lnTo>
                  <a:lnTo>
                    <a:pt x="305052" y="76497"/>
                  </a:lnTo>
                  <a:lnTo>
                    <a:pt x="305075" y="79047"/>
                  </a:lnTo>
                  <a:lnTo>
                    <a:pt x="305099" y="81597"/>
                  </a:lnTo>
                  <a:lnTo>
                    <a:pt x="305124" y="84147"/>
                  </a:lnTo>
                  <a:lnTo>
                    <a:pt x="305151" y="86696"/>
                  </a:lnTo>
                  <a:lnTo>
                    <a:pt x="305179" y="89246"/>
                  </a:lnTo>
                  <a:lnTo>
                    <a:pt x="305209" y="91796"/>
                  </a:lnTo>
                  <a:lnTo>
                    <a:pt x="305239" y="94346"/>
                  </a:lnTo>
                  <a:lnTo>
                    <a:pt x="305271" y="96896"/>
                  </a:lnTo>
                  <a:lnTo>
                    <a:pt x="305304" y="99446"/>
                  </a:lnTo>
                  <a:lnTo>
                    <a:pt x="305338" y="101996"/>
                  </a:lnTo>
                  <a:lnTo>
                    <a:pt x="305373" y="104546"/>
                  </a:lnTo>
                  <a:lnTo>
                    <a:pt x="305409" y="107096"/>
                  </a:lnTo>
                  <a:lnTo>
                    <a:pt x="305446" y="109646"/>
                  </a:lnTo>
                  <a:lnTo>
                    <a:pt x="305483" y="112196"/>
                  </a:lnTo>
                  <a:lnTo>
                    <a:pt x="305522" y="114746"/>
                  </a:lnTo>
                  <a:lnTo>
                    <a:pt x="305560" y="117295"/>
                  </a:lnTo>
                  <a:lnTo>
                    <a:pt x="305599" y="119845"/>
                  </a:lnTo>
                  <a:lnTo>
                    <a:pt x="305638" y="122395"/>
                  </a:lnTo>
                  <a:lnTo>
                    <a:pt x="305677" y="124945"/>
                  </a:lnTo>
                  <a:lnTo>
                    <a:pt x="305716" y="127495"/>
                  </a:lnTo>
                  <a:lnTo>
                    <a:pt x="305754" y="130045"/>
                  </a:lnTo>
                  <a:lnTo>
                    <a:pt x="305793" y="132595"/>
                  </a:lnTo>
                  <a:lnTo>
                    <a:pt x="305830" y="135145"/>
                  </a:lnTo>
                  <a:lnTo>
                    <a:pt x="305867" y="137695"/>
                  </a:lnTo>
                  <a:lnTo>
                    <a:pt x="305904" y="140245"/>
                  </a:lnTo>
                  <a:lnTo>
                    <a:pt x="305940" y="142795"/>
                  </a:lnTo>
                  <a:lnTo>
                    <a:pt x="305974" y="145344"/>
                  </a:lnTo>
                  <a:lnTo>
                    <a:pt x="306008" y="147894"/>
                  </a:lnTo>
                  <a:lnTo>
                    <a:pt x="306040" y="150444"/>
                  </a:lnTo>
                  <a:lnTo>
                    <a:pt x="306072" y="152994"/>
                  </a:lnTo>
                  <a:lnTo>
                    <a:pt x="306102" y="155544"/>
                  </a:lnTo>
                  <a:lnTo>
                    <a:pt x="306130" y="158094"/>
                  </a:lnTo>
                  <a:lnTo>
                    <a:pt x="306158" y="160644"/>
                  </a:lnTo>
                  <a:lnTo>
                    <a:pt x="306184" y="163194"/>
                  </a:lnTo>
                  <a:lnTo>
                    <a:pt x="306209" y="165744"/>
                  </a:lnTo>
                  <a:lnTo>
                    <a:pt x="306233" y="168294"/>
                  </a:lnTo>
                  <a:lnTo>
                    <a:pt x="306256" y="170844"/>
                  </a:lnTo>
                  <a:lnTo>
                    <a:pt x="306277" y="173393"/>
                  </a:lnTo>
                  <a:lnTo>
                    <a:pt x="306298" y="175943"/>
                  </a:lnTo>
                  <a:lnTo>
                    <a:pt x="306317" y="178493"/>
                  </a:lnTo>
                  <a:lnTo>
                    <a:pt x="306336" y="181043"/>
                  </a:lnTo>
                  <a:lnTo>
                    <a:pt x="306355" y="183593"/>
                  </a:lnTo>
                  <a:lnTo>
                    <a:pt x="306373" y="186143"/>
                  </a:lnTo>
                  <a:lnTo>
                    <a:pt x="306390" y="188693"/>
                  </a:lnTo>
                  <a:lnTo>
                    <a:pt x="306408" y="191243"/>
                  </a:lnTo>
                  <a:lnTo>
                    <a:pt x="306426" y="193793"/>
                  </a:lnTo>
                  <a:lnTo>
                    <a:pt x="306444" y="196343"/>
                  </a:lnTo>
                  <a:lnTo>
                    <a:pt x="306463" y="198893"/>
                  </a:lnTo>
                  <a:lnTo>
                    <a:pt x="306482" y="201442"/>
                  </a:lnTo>
                  <a:lnTo>
                    <a:pt x="306502" y="203992"/>
                  </a:lnTo>
                  <a:lnTo>
                    <a:pt x="306524" y="206542"/>
                  </a:lnTo>
                  <a:lnTo>
                    <a:pt x="306547" y="209092"/>
                  </a:lnTo>
                  <a:lnTo>
                    <a:pt x="306572" y="211642"/>
                  </a:lnTo>
                  <a:lnTo>
                    <a:pt x="306598" y="214192"/>
                  </a:lnTo>
                  <a:lnTo>
                    <a:pt x="306627" y="216742"/>
                  </a:lnTo>
                  <a:lnTo>
                    <a:pt x="306658" y="219292"/>
                  </a:lnTo>
                  <a:lnTo>
                    <a:pt x="306691" y="221842"/>
                  </a:lnTo>
                  <a:lnTo>
                    <a:pt x="306726" y="224392"/>
                  </a:lnTo>
                  <a:lnTo>
                    <a:pt x="306765" y="226942"/>
                  </a:lnTo>
                  <a:lnTo>
                    <a:pt x="306806" y="229492"/>
                  </a:lnTo>
                  <a:lnTo>
                    <a:pt x="306850" y="232041"/>
                  </a:lnTo>
                  <a:lnTo>
                    <a:pt x="306897" y="234591"/>
                  </a:lnTo>
                  <a:lnTo>
                    <a:pt x="306947" y="237141"/>
                  </a:lnTo>
                  <a:lnTo>
                    <a:pt x="307001" y="239691"/>
                  </a:lnTo>
                  <a:lnTo>
                    <a:pt x="307058" y="242241"/>
                  </a:lnTo>
                  <a:lnTo>
                    <a:pt x="307118" y="244791"/>
                  </a:lnTo>
                  <a:lnTo>
                    <a:pt x="307181" y="247341"/>
                  </a:lnTo>
                  <a:lnTo>
                    <a:pt x="307248" y="249891"/>
                  </a:lnTo>
                  <a:lnTo>
                    <a:pt x="307318" y="252441"/>
                  </a:lnTo>
                  <a:lnTo>
                    <a:pt x="307391" y="254991"/>
                  </a:lnTo>
                  <a:lnTo>
                    <a:pt x="307467" y="257541"/>
                  </a:lnTo>
                  <a:lnTo>
                    <a:pt x="307546" y="260090"/>
                  </a:lnTo>
                  <a:lnTo>
                    <a:pt x="307628" y="262640"/>
                  </a:lnTo>
                  <a:lnTo>
                    <a:pt x="307713" y="265190"/>
                  </a:lnTo>
                  <a:lnTo>
                    <a:pt x="307801" y="267740"/>
                  </a:lnTo>
                  <a:lnTo>
                    <a:pt x="307891" y="270290"/>
                  </a:lnTo>
                  <a:lnTo>
                    <a:pt x="307984" y="272840"/>
                  </a:lnTo>
                  <a:lnTo>
                    <a:pt x="308080" y="275390"/>
                  </a:lnTo>
                  <a:lnTo>
                    <a:pt x="308178" y="277940"/>
                  </a:lnTo>
                  <a:lnTo>
                    <a:pt x="308278" y="280490"/>
                  </a:lnTo>
                  <a:lnTo>
                    <a:pt x="308380" y="283040"/>
                  </a:lnTo>
                  <a:lnTo>
                    <a:pt x="308484" y="285590"/>
                  </a:lnTo>
                  <a:lnTo>
                    <a:pt x="308589" y="288139"/>
                  </a:lnTo>
                  <a:lnTo>
                    <a:pt x="308696" y="290689"/>
                  </a:lnTo>
                  <a:lnTo>
                    <a:pt x="308805" y="293239"/>
                  </a:lnTo>
                  <a:lnTo>
                    <a:pt x="308915" y="295789"/>
                  </a:lnTo>
                  <a:lnTo>
                    <a:pt x="309026" y="298339"/>
                  </a:lnTo>
                  <a:lnTo>
                    <a:pt x="309137" y="300889"/>
                  </a:lnTo>
                  <a:lnTo>
                    <a:pt x="309250" y="303439"/>
                  </a:lnTo>
                  <a:lnTo>
                    <a:pt x="309363" y="305989"/>
                  </a:lnTo>
                  <a:lnTo>
                    <a:pt x="309476" y="308539"/>
                  </a:lnTo>
                  <a:lnTo>
                    <a:pt x="309590" y="311089"/>
                  </a:lnTo>
                  <a:lnTo>
                    <a:pt x="309703" y="313639"/>
                  </a:lnTo>
                  <a:lnTo>
                    <a:pt x="309817" y="316188"/>
                  </a:lnTo>
                  <a:lnTo>
                    <a:pt x="309930" y="318738"/>
                  </a:lnTo>
                  <a:lnTo>
                    <a:pt x="310042" y="321288"/>
                  </a:lnTo>
                  <a:lnTo>
                    <a:pt x="310154" y="323838"/>
                  </a:lnTo>
                  <a:lnTo>
                    <a:pt x="310266" y="326388"/>
                  </a:lnTo>
                  <a:lnTo>
                    <a:pt x="310376" y="328938"/>
                  </a:lnTo>
                  <a:lnTo>
                    <a:pt x="310485" y="331488"/>
                  </a:lnTo>
                  <a:lnTo>
                    <a:pt x="310593" y="334038"/>
                  </a:lnTo>
                  <a:lnTo>
                    <a:pt x="310700" y="336588"/>
                  </a:lnTo>
                  <a:lnTo>
                    <a:pt x="310805" y="339138"/>
                  </a:lnTo>
                  <a:lnTo>
                    <a:pt x="310910" y="341688"/>
                  </a:lnTo>
                  <a:lnTo>
                    <a:pt x="311012" y="344238"/>
                  </a:lnTo>
                  <a:lnTo>
                    <a:pt x="311114" y="346787"/>
                  </a:lnTo>
                  <a:lnTo>
                    <a:pt x="311215" y="349337"/>
                  </a:lnTo>
                  <a:lnTo>
                    <a:pt x="311314" y="351887"/>
                  </a:lnTo>
                  <a:lnTo>
                    <a:pt x="311413" y="354437"/>
                  </a:lnTo>
                  <a:lnTo>
                    <a:pt x="311510" y="356987"/>
                  </a:lnTo>
                  <a:lnTo>
                    <a:pt x="311608" y="359537"/>
                  </a:lnTo>
                  <a:lnTo>
                    <a:pt x="311705" y="362087"/>
                  </a:lnTo>
                  <a:lnTo>
                    <a:pt x="311803" y="364637"/>
                  </a:lnTo>
                  <a:lnTo>
                    <a:pt x="311902" y="367187"/>
                  </a:lnTo>
                  <a:lnTo>
                    <a:pt x="312001" y="369737"/>
                  </a:lnTo>
                  <a:lnTo>
                    <a:pt x="312102" y="372287"/>
                  </a:lnTo>
                  <a:lnTo>
                    <a:pt x="312206" y="374836"/>
                  </a:lnTo>
                  <a:lnTo>
                    <a:pt x="312312" y="377386"/>
                  </a:lnTo>
                  <a:lnTo>
                    <a:pt x="312422" y="379936"/>
                  </a:lnTo>
                  <a:lnTo>
                    <a:pt x="312536" y="382486"/>
                  </a:lnTo>
                  <a:lnTo>
                    <a:pt x="312654" y="385036"/>
                  </a:lnTo>
                  <a:lnTo>
                    <a:pt x="312777" y="387586"/>
                  </a:lnTo>
                  <a:lnTo>
                    <a:pt x="312908" y="390136"/>
                  </a:lnTo>
                  <a:lnTo>
                    <a:pt x="313045" y="392686"/>
                  </a:lnTo>
                  <a:lnTo>
                    <a:pt x="313189" y="395236"/>
                  </a:lnTo>
                  <a:lnTo>
                    <a:pt x="313340" y="397786"/>
                  </a:lnTo>
                  <a:lnTo>
                    <a:pt x="313503" y="400336"/>
                  </a:lnTo>
                  <a:lnTo>
                    <a:pt x="313675" y="402885"/>
                  </a:lnTo>
                  <a:lnTo>
                    <a:pt x="313856" y="405435"/>
                  </a:lnTo>
                  <a:lnTo>
                    <a:pt x="314047" y="407985"/>
                  </a:lnTo>
                  <a:lnTo>
                    <a:pt x="314250" y="410535"/>
                  </a:lnTo>
                  <a:lnTo>
                    <a:pt x="314468" y="413085"/>
                  </a:lnTo>
                  <a:lnTo>
                    <a:pt x="314696" y="415635"/>
                  </a:lnTo>
                  <a:lnTo>
                    <a:pt x="314936" y="418185"/>
                  </a:lnTo>
                  <a:lnTo>
                    <a:pt x="315189" y="420735"/>
                  </a:lnTo>
                  <a:lnTo>
                    <a:pt x="315457" y="423285"/>
                  </a:lnTo>
                  <a:lnTo>
                    <a:pt x="315739" y="425835"/>
                  </a:lnTo>
                  <a:lnTo>
                    <a:pt x="316034" y="428385"/>
                  </a:lnTo>
                  <a:lnTo>
                    <a:pt x="316341" y="430934"/>
                  </a:lnTo>
                  <a:lnTo>
                    <a:pt x="316663" y="433484"/>
                  </a:lnTo>
                  <a:lnTo>
                    <a:pt x="317001" y="436034"/>
                  </a:lnTo>
                  <a:lnTo>
                    <a:pt x="317351" y="438584"/>
                  </a:lnTo>
                  <a:lnTo>
                    <a:pt x="317713" y="441134"/>
                  </a:lnTo>
                  <a:lnTo>
                    <a:pt x="318087" y="443684"/>
                  </a:lnTo>
                  <a:lnTo>
                    <a:pt x="318476" y="446234"/>
                  </a:lnTo>
                  <a:lnTo>
                    <a:pt x="318877" y="448784"/>
                  </a:lnTo>
                  <a:lnTo>
                    <a:pt x="319288" y="451334"/>
                  </a:lnTo>
                  <a:lnTo>
                    <a:pt x="319710" y="453884"/>
                  </a:lnTo>
                  <a:lnTo>
                    <a:pt x="320142" y="456434"/>
                  </a:lnTo>
                  <a:lnTo>
                    <a:pt x="320585" y="458984"/>
                  </a:lnTo>
                  <a:lnTo>
                    <a:pt x="321037" y="461533"/>
                  </a:lnTo>
                  <a:lnTo>
                    <a:pt x="321495" y="464083"/>
                  </a:lnTo>
                  <a:lnTo>
                    <a:pt x="321960" y="466633"/>
                  </a:lnTo>
                  <a:lnTo>
                    <a:pt x="322432" y="469183"/>
                  </a:lnTo>
                  <a:lnTo>
                    <a:pt x="322909" y="471733"/>
                  </a:lnTo>
                  <a:lnTo>
                    <a:pt x="323390" y="474283"/>
                  </a:lnTo>
                  <a:lnTo>
                    <a:pt x="323873" y="476833"/>
                  </a:lnTo>
                  <a:lnTo>
                    <a:pt x="324359" y="479383"/>
                  </a:lnTo>
                  <a:lnTo>
                    <a:pt x="324846" y="481933"/>
                  </a:lnTo>
                  <a:lnTo>
                    <a:pt x="325333" y="484483"/>
                  </a:lnTo>
                  <a:lnTo>
                    <a:pt x="325819" y="487033"/>
                  </a:lnTo>
                  <a:lnTo>
                    <a:pt x="326303" y="489582"/>
                  </a:lnTo>
                  <a:lnTo>
                    <a:pt x="326783" y="492132"/>
                  </a:lnTo>
                  <a:lnTo>
                    <a:pt x="327259" y="494682"/>
                  </a:lnTo>
                  <a:lnTo>
                    <a:pt x="327730" y="497232"/>
                  </a:lnTo>
                  <a:lnTo>
                    <a:pt x="328195" y="499782"/>
                  </a:lnTo>
                  <a:lnTo>
                    <a:pt x="328654" y="502332"/>
                  </a:lnTo>
                  <a:lnTo>
                    <a:pt x="329103" y="504882"/>
                  </a:lnTo>
                  <a:lnTo>
                    <a:pt x="329544" y="507432"/>
                  </a:lnTo>
                  <a:lnTo>
                    <a:pt x="329977" y="509982"/>
                  </a:lnTo>
                  <a:lnTo>
                    <a:pt x="330401" y="512532"/>
                  </a:lnTo>
                  <a:lnTo>
                    <a:pt x="330812" y="515082"/>
                  </a:lnTo>
                  <a:lnTo>
                    <a:pt x="331212" y="517631"/>
                  </a:lnTo>
                  <a:lnTo>
                    <a:pt x="331601" y="520181"/>
                  </a:lnTo>
                  <a:lnTo>
                    <a:pt x="331980" y="522731"/>
                  </a:lnTo>
                  <a:lnTo>
                    <a:pt x="332347" y="525281"/>
                  </a:lnTo>
                  <a:lnTo>
                    <a:pt x="332699" y="527831"/>
                  </a:lnTo>
                  <a:lnTo>
                    <a:pt x="333041" y="530381"/>
                  </a:lnTo>
                  <a:lnTo>
                    <a:pt x="333371" y="532931"/>
                  </a:lnTo>
                  <a:lnTo>
                    <a:pt x="333690" y="535481"/>
                  </a:lnTo>
                  <a:lnTo>
                    <a:pt x="333996" y="538031"/>
                  </a:lnTo>
                  <a:lnTo>
                    <a:pt x="334290" y="540581"/>
                  </a:lnTo>
                  <a:lnTo>
                    <a:pt x="334575" y="543131"/>
                  </a:lnTo>
                  <a:lnTo>
                    <a:pt x="334850" y="545680"/>
                  </a:lnTo>
                  <a:lnTo>
                    <a:pt x="335116" y="548230"/>
                  </a:lnTo>
                  <a:lnTo>
                    <a:pt x="335372" y="550780"/>
                  </a:lnTo>
                  <a:lnTo>
                    <a:pt x="335620" y="553330"/>
                  </a:lnTo>
                  <a:lnTo>
                    <a:pt x="335862" y="555880"/>
                  </a:lnTo>
                  <a:lnTo>
                    <a:pt x="336098" y="558430"/>
                  </a:lnTo>
                  <a:lnTo>
                    <a:pt x="336328" y="560980"/>
                  </a:lnTo>
                  <a:lnTo>
                    <a:pt x="336555" y="563530"/>
                  </a:lnTo>
                  <a:lnTo>
                    <a:pt x="336778" y="566080"/>
                  </a:lnTo>
                  <a:lnTo>
                    <a:pt x="337001" y="568630"/>
                  </a:lnTo>
                  <a:lnTo>
                    <a:pt x="337222" y="571180"/>
                  </a:lnTo>
                  <a:lnTo>
                    <a:pt x="337444" y="573730"/>
                  </a:lnTo>
                  <a:lnTo>
                    <a:pt x="337668" y="576279"/>
                  </a:lnTo>
                  <a:lnTo>
                    <a:pt x="337895" y="578829"/>
                  </a:lnTo>
                  <a:lnTo>
                    <a:pt x="338126" y="581379"/>
                  </a:lnTo>
                  <a:lnTo>
                    <a:pt x="338362" y="583929"/>
                  </a:lnTo>
                  <a:lnTo>
                    <a:pt x="338606" y="586479"/>
                  </a:lnTo>
                  <a:lnTo>
                    <a:pt x="338858" y="589029"/>
                  </a:lnTo>
                  <a:lnTo>
                    <a:pt x="339117" y="591579"/>
                  </a:lnTo>
                  <a:lnTo>
                    <a:pt x="339386" y="594129"/>
                  </a:lnTo>
                  <a:lnTo>
                    <a:pt x="339669" y="596679"/>
                  </a:lnTo>
                  <a:lnTo>
                    <a:pt x="339963" y="599229"/>
                  </a:lnTo>
                  <a:lnTo>
                    <a:pt x="340269" y="601779"/>
                  </a:lnTo>
                  <a:lnTo>
                    <a:pt x="340588" y="604328"/>
                  </a:lnTo>
                  <a:lnTo>
                    <a:pt x="340924" y="606878"/>
                  </a:lnTo>
                  <a:lnTo>
                    <a:pt x="341277" y="609428"/>
                  </a:lnTo>
                  <a:lnTo>
                    <a:pt x="341646" y="611978"/>
                  </a:lnTo>
                  <a:lnTo>
                    <a:pt x="342031" y="614528"/>
                  </a:lnTo>
                  <a:lnTo>
                    <a:pt x="342433" y="617078"/>
                  </a:lnTo>
                  <a:lnTo>
                    <a:pt x="342859" y="619628"/>
                  </a:lnTo>
                  <a:lnTo>
                    <a:pt x="343304" y="622178"/>
                  </a:lnTo>
                  <a:lnTo>
                    <a:pt x="343768" y="624728"/>
                  </a:lnTo>
                  <a:lnTo>
                    <a:pt x="344252" y="627278"/>
                  </a:lnTo>
                  <a:lnTo>
                    <a:pt x="344759" y="629828"/>
                  </a:lnTo>
                  <a:lnTo>
                    <a:pt x="345292" y="632377"/>
                  </a:lnTo>
                  <a:lnTo>
                    <a:pt x="345845" y="634927"/>
                  </a:lnTo>
                  <a:lnTo>
                    <a:pt x="346420" y="637477"/>
                  </a:lnTo>
                  <a:lnTo>
                    <a:pt x="347016" y="640027"/>
                  </a:lnTo>
                  <a:lnTo>
                    <a:pt x="347644" y="642577"/>
                  </a:lnTo>
                  <a:lnTo>
                    <a:pt x="348294" y="645127"/>
                  </a:lnTo>
                  <a:lnTo>
                    <a:pt x="348967" y="647677"/>
                  </a:lnTo>
                  <a:lnTo>
                    <a:pt x="349663" y="650227"/>
                  </a:lnTo>
                  <a:lnTo>
                    <a:pt x="350387" y="652777"/>
                  </a:lnTo>
                  <a:lnTo>
                    <a:pt x="351137" y="655327"/>
                  </a:lnTo>
                  <a:lnTo>
                    <a:pt x="351911" y="657877"/>
                  </a:lnTo>
                  <a:lnTo>
                    <a:pt x="352707" y="660426"/>
                  </a:lnTo>
                  <a:lnTo>
                    <a:pt x="353525" y="662976"/>
                  </a:lnTo>
                  <a:lnTo>
                    <a:pt x="354373" y="665526"/>
                  </a:lnTo>
                  <a:lnTo>
                    <a:pt x="355242" y="668076"/>
                  </a:lnTo>
                  <a:lnTo>
                    <a:pt x="356131" y="670626"/>
                  </a:lnTo>
                  <a:lnTo>
                    <a:pt x="357040" y="673176"/>
                  </a:lnTo>
                  <a:lnTo>
                    <a:pt x="357971" y="675726"/>
                  </a:lnTo>
                  <a:lnTo>
                    <a:pt x="358921" y="678276"/>
                  </a:lnTo>
                  <a:lnTo>
                    <a:pt x="359888" y="680826"/>
                  </a:lnTo>
                  <a:lnTo>
                    <a:pt x="360868" y="683376"/>
                  </a:lnTo>
                  <a:lnTo>
                    <a:pt x="361860" y="685926"/>
                  </a:lnTo>
                  <a:lnTo>
                    <a:pt x="362867" y="688476"/>
                  </a:lnTo>
                  <a:lnTo>
                    <a:pt x="363882" y="691025"/>
                  </a:lnTo>
                  <a:lnTo>
                    <a:pt x="364902" y="693575"/>
                  </a:lnTo>
                  <a:lnTo>
                    <a:pt x="365926" y="696125"/>
                  </a:lnTo>
                  <a:lnTo>
                    <a:pt x="366951" y="698675"/>
                  </a:lnTo>
                  <a:lnTo>
                    <a:pt x="367973" y="701225"/>
                  </a:lnTo>
                  <a:lnTo>
                    <a:pt x="368989" y="703775"/>
                  </a:lnTo>
                  <a:lnTo>
                    <a:pt x="369998" y="706325"/>
                  </a:lnTo>
                  <a:lnTo>
                    <a:pt x="370996" y="708875"/>
                  </a:lnTo>
                  <a:lnTo>
                    <a:pt x="371974" y="711425"/>
                  </a:lnTo>
                  <a:lnTo>
                    <a:pt x="372933" y="713975"/>
                  </a:lnTo>
                  <a:lnTo>
                    <a:pt x="373871" y="716525"/>
                  </a:lnTo>
                  <a:lnTo>
                    <a:pt x="374784" y="719074"/>
                  </a:lnTo>
                  <a:lnTo>
                    <a:pt x="375665" y="721624"/>
                  </a:lnTo>
                  <a:lnTo>
                    <a:pt x="376506" y="724174"/>
                  </a:lnTo>
                  <a:lnTo>
                    <a:pt x="377312" y="726724"/>
                  </a:lnTo>
                  <a:lnTo>
                    <a:pt x="378079" y="729274"/>
                  </a:lnTo>
                  <a:lnTo>
                    <a:pt x="378805" y="731824"/>
                  </a:lnTo>
                  <a:lnTo>
                    <a:pt x="379470" y="734374"/>
                  </a:lnTo>
                  <a:lnTo>
                    <a:pt x="380084" y="736924"/>
                  </a:lnTo>
                  <a:lnTo>
                    <a:pt x="380647" y="739474"/>
                  </a:lnTo>
                  <a:lnTo>
                    <a:pt x="381155" y="742024"/>
                  </a:lnTo>
                  <a:lnTo>
                    <a:pt x="381600" y="744574"/>
                  </a:lnTo>
                  <a:lnTo>
                    <a:pt x="381970" y="747123"/>
                  </a:lnTo>
                  <a:lnTo>
                    <a:pt x="382279" y="749673"/>
                  </a:lnTo>
                  <a:lnTo>
                    <a:pt x="382525" y="752223"/>
                  </a:lnTo>
                  <a:lnTo>
                    <a:pt x="382706" y="754773"/>
                  </a:lnTo>
                  <a:lnTo>
                    <a:pt x="382799" y="757323"/>
                  </a:lnTo>
                  <a:lnTo>
                    <a:pt x="382821" y="759873"/>
                  </a:lnTo>
                  <a:lnTo>
                    <a:pt x="382775" y="762423"/>
                  </a:lnTo>
                  <a:lnTo>
                    <a:pt x="382661" y="764973"/>
                  </a:lnTo>
                  <a:lnTo>
                    <a:pt x="382470" y="767523"/>
                  </a:lnTo>
                  <a:lnTo>
                    <a:pt x="382193" y="770073"/>
                  </a:lnTo>
                  <a:lnTo>
                    <a:pt x="381848" y="772623"/>
                  </a:lnTo>
                  <a:lnTo>
                    <a:pt x="381437" y="775172"/>
                  </a:lnTo>
                  <a:lnTo>
                    <a:pt x="380960" y="777722"/>
                  </a:lnTo>
                  <a:lnTo>
                    <a:pt x="380811" y="778401"/>
                  </a:lnTo>
                  <a:lnTo>
                    <a:pt x="380399" y="780272"/>
                  </a:lnTo>
                  <a:lnTo>
                    <a:pt x="379771" y="782822"/>
                  </a:lnTo>
                  <a:lnTo>
                    <a:pt x="379084" y="785372"/>
                  </a:lnTo>
                  <a:lnTo>
                    <a:pt x="378339" y="787922"/>
                  </a:lnTo>
                  <a:lnTo>
                    <a:pt x="377532" y="790472"/>
                  </a:lnTo>
                  <a:lnTo>
                    <a:pt x="376659" y="793022"/>
                  </a:lnTo>
                  <a:lnTo>
                    <a:pt x="375738" y="795572"/>
                  </a:lnTo>
                  <a:lnTo>
                    <a:pt x="374770" y="798122"/>
                  </a:lnTo>
                  <a:lnTo>
                    <a:pt x="373760" y="800672"/>
                  </a:lnTo>
                  <a:lnTo>
                    <a:pt x="372699" y="803222"/>
                  </a:lnTo>
                  <a:lnTo>
                    <a:pt x="371600" y="805771"/>
                  </a:lnTo>
                  <a:lnTo>
                    <a:pt x="370470" y="808321"/>
                  </a:lnTo>
                  <a:lnTo>
                    <a:pt x="369312" y="810871"/>
                  </a:lnTo>
                  <a:lnTo>
                    <a:pt x="368127" y="813421"/>
                  </a:lnTo>
                  <a:lnTo>
                    <a:pt x="366917" y="815971"/>
                  </a:lnTo>
                  <a:lnTo>
                    <a:pt x="365690" y="818521"/>
                  </a:lnTo>
                  <a:lnTo>
                    <a:pt x="364452" y="821071"/>
                  </a:lnTo>
                  <a:lnTo>
                    <a:pt x="363203" y="823621"/>
                  </a:lnTo>
                  <a:lnTo>
                    <a:pt x="361948" y="826171"/>
                  </a:lnTo>
                  <a:lnTo>
                    <a:pt x="360691" y="828721"/>
                  </a:lnTo>
                  <a:lnTo>
                    <a:pt x="359436" y="831271"/>
                  </a:lnTo>
                  <a:lnTo>
                    <a:pt x="358186" y="833820"/>
                  </a:lnTo>
                  <a:lnTo>
                    <a:pt x="356944" y="836370"/>
                  </a:lnTo>
                  <a:lnTo>
                    <a:pt x="355716" y="838920"/>
                  </a:lnTo>
                  <a:lnTo>
                    <a:pt x="354503" y="841470"/>
                  </a:lnTo>
                  <a:lnTo>
                    <a:pt x="353305" y="844020"/>
                  </a:lnTo>
                  <a:lnTo>
                    <a:pt x="352126" y="846570"/>
                  </a:lnTo>
                  <a:lnTo>
                    <a:pt x="350974" y="849120"/>
                  </a:lnTo>
                  <a:lnTo>
                    <a:pt x="349847" y="851670"/>
                  </a:lnTo>
                  <a:lnTo>
                    <a:pt x="348746" y="854220"/>
                  </a:lnTo>
                  <a:lnTo>
                    <a:pt x="347672" y="856770"/>
                  </a:lnTo>
                  <a:lnTo>
                    <a:pt x="346627" y="859320"/>
                  </a:lnTo>
                  <a:lnTo>
                    <a:pt x="345622" y="861869"/>
                  </a:lnTo>
                  <a:lnTo>
                    <a:pt x="344648" y="864419"/>
                  </a:lnTo>
                  <a:lnTo>
                    <a:pt x="343707" y="866969"/>
                  </a:lnTo>
                  <a:lnTo>
                    <a:pt x="342798" y="869519"/>
                  </a:lnTo>
                  <a:lnTo>
                    <a:pt x="341931" y="872069"/>
                  </a:lnTo>
                  <a:lnTo>
                    <a:pt x="341104" y="874619"/>
                  </a:lnTo>
                  <a:lnTo>
                    <a:pt x="340312" y="877169"/>
                  </a:lnTo>
                  <a:lnTo>
                    <a:pt x="339555" y="879719"/>
                  </a:lnTo>
                  <a:lnTo>
                    <a:pt x="338836" y="882269"/>
                  </a:lnTo>
                  <a:lnTo>
                    <a:pt x="338165" y="884819"/>
                  </a:lnTo>
                  <a:lnTo>
                    <a:pt x="337530" y="887369"/>
                  </a:lnTo>
                  <a:lnTo>
                    <a:pt x="336931" y="889918"/>
                  </a:lnTo>
                  <a:lnTo>
                    <a:pt x="336369" y="892468"/>
                  </a:lnTo>
                  <a:lnTo>
                    <a:pt x="335851" y="895018"/>
                  </a:lnTo>
                  <a:lnTo>
                    <a:pt x="335373" y="897568"/>
                  </a:lnTo>
                  <a:lnTo>
                    <a:pt x="334932" y="900118"/>
                  </a:lnTo>
                  <a:lnTo>
                    <a:pt x="334525" y="902668"/>
                  </a:lnTo>
                  <a:lnTo>
                    <a:pt x="334155" y="905218"/>
                  </a:lnTo>
                  <a:lnTo>
                    <a:pt x="333830" y="907768"/>
                  </a:lnTo>
                  <a:lnTo>
                    <a:pt x="333540" y="910318"/>
                  </a:lnTo>
                  <a:lnTo>
                    <a:pt x="333283" y="912868"/>
                  </a:lnTo>
                  <a:lnTo>
                    <a:pt x="333059" y="915418"/>
                  </a:lnTo>
                  <a:lnTo>
                    <a:pt x="332875" y="917968"/>
                  </a:lnTo>
                  <a:lnTo>
                    <a:pt x="332728" y="920517"/>
                  </a:lnTo>
                  <a:lnTo>
                    <a:pt x="332612" y="923067"/>
                  </a:lnTo>
                  <a:lnTo>
                    <a:pt x="332527" y="925617"/>
                  </a:lnTo>
                  <a:lnTo>
                    <a:pt x="332473" y="928167"/>
                  </a:lnTo>
                  <a:lnTo>
                    <a:pt x="332460" y="930717"/>
                  </a:lnTo>
                  <a:lnTo>
                    <a:pt x="332475" y="933267"/>
                  </a:lnTo>
                  <a:lnTo>
                    <a:pt x="332519" y="935817"/>
                  </a:lnTo>
                  <a:lnTo>
                    <a:pt x="332590" y="938367"/>
                  </a:lnTo>
                  <a:lnTo>
                    <a:pt x="332696" y="940917"/>
                  </a:lnTo>
                  <a:lnTo>
                    <a:pt x="332832" y="943467"/>
                  </a:lnTo>
                  <a:lnTo>
                    <a:pt x="332994" y="946017"/>
                  </a:lnTo>
                  <a:lnTo>
                    <a:pt x="333182" y="948566"/>
                  </a:lnTo>
                  <a:lnTo>
                    <a:pt x="333395" y="951116"/>
                  </a:lnTo>
                  <a:lnTo>
                    <a:pt x="333641" y="953666"/>
                  </a:lnTo>
                  <a:lnTo>
                    <a:pt x="333911" y="956216"/>
                  </a:lnTo>
                  <a:lnTo>
                    <a:pt x="334203" y="958766"/>
                  </a:lnTo>
                  <a:lnTo>
                    <a:pt x="334518" y="961316"/>
                  </a:lnTo>
                  <a:lnTo>
                    <a:pt x="334858" y="963866"/>
                  </a:lnTo>
                  <a:lnTo>
                    <a:pt x="335222" y="966416"/>
                  </a:lnTo>
                  <a:lnTo>
                    <a:pt x="335606" y="968966"/>
                  </a:lnTo>
                  <a:lnTo>
                    <a:pt x="336008" y="971516"/>
                  </a:lnTo>
                  <a:lnTo>
                    <a:pt x="336429" y="974066"/>
                  </a:lnTo>
                  <a:lnTo>
                    <a:pt x="336873" y="976615"/>
                  </a:lnTo>
                  <a:lnTo>
                    <a:pt x="337332" y="979165"/>
                  </a:lnTo>
                  <a:lnTo>
                    <a:pt x="337806" y="981715"/>
                  </a:lnTo>
                  <a:lnTo>
                    <a:pt x="338293" y="984265"/>
                  </a:lnTo>
                  <a:lnTo>
                    <a:pt x="338796" y="986815"/>
                  </a:lnTo>
                  <a:lnTo>
                    <a:pt x="339314" y="989365"/>
                  </a:lnTo>
                  <a:lnTo>
                    <a:pt x="339841" y="991915"/>
                  </a:lnTo>
                  <a:lnTo>
                    <a:pt x="340380" y="994465"/>
                  </a:lnTo>
                  <a:lnTo>
                    <a:pt x="340927" y="997015"/>
                  </a:lnTo>
                  <a:lnTo>
                    <a:pt x="341488" y="999565"/>
                  </a:lnTo>
                  <a:lnTo>
                    <a:pt x="342057" y="1002115"/>
                  </a:lnTo>
                  <a:lnTo>
                    <a:pt x="342636" y="1004664"/>
                  </a:lnTo>
                  <a:lnTo>
                    <a:pt x="343224" y="1007214"/>
                  </a:lnTo>
                  <a:lnTo>
                    <a:pt x="343825" y="1009764"/>
                  </a:lnTo>
                  <a:lnTo>
                    <a:pt x="344440" y="1012314"/>
                  </a:lnTo>
                  <a:lnTo>
                    <a:pt x="345070" y="1014864"/>
                  </a:lnTo>
                  <a:lnTo>
                    <a:pt x="345716" y="1017414"/>
                  </a:lnTo>
                  <a:lnTo>
                    <a:pt x="346380" y="1019964"/>
                  </a:lnTo>
                  <a:lnTo>
                    <a:pt x="347078" y="1022514"/>
                  </a:lnTo>
                  <a:lnTo>
                    <a:pt x="347807" y="1025064"/>
                  </a:lnTo>
                  <a:lnTo>
                    <a:pt x="348571" y="1027614"/>
                  </a:lnTo>
                  <a:lnTo>
                    <a:pt x="349376" y="1030164"/>
                  </a:lnTo>
                  <a:lnTo>
                    <a:pt x="350238" y="1032714"/>
                  </a:lnTo>
                  <a:lnTo>
                    <a:pt x="351174" y="1035263"/>
                  </a:lnTo>
                  <a:lnTo>
                    <a:pt x="352180" y="1037813"/>
                  </a:lnTo>
                  <a:lnTo>
                    <a:pt x="353267" y="1040363"/>
                  </a:lnTo>
                  <a:lnTo>
                    <a:pt x="354443" y="1042913"/>
                  </a:lnTo>
                  <a:lnTo>
                    <a:pt x="355765" y="1045463"/>
                  </a:lnTo>
                  <a:lnTo>
                    <a:pt x="357216" y="1048013"/>
                  </a:lnTo>
                  <a:lnTo>
                    <a:pt x="358805" y="1050563"/>
                  </a:lnTo>
                  <a:lnTo>
                    <a:pt x="360544" y="1053113"/>
                  </a:lnTo>
                  <a:lnTo>
                    <a:pt x="362479" y="1055663"/>
                  </a:lnTo>
                  <a:lnTo>
                    <a:pt x="364649" y="1058213"/>
                  </a:lnTo>
                  <a:lnTo>
                    <a:pt x="367030" y="1060763"/>
                  </a:lnTo>
                  <a:lnTo>
                    <a:pt x="369635" y="1063312"/>
                  </a:lnTo>
                  <a:lnTo>
                    <a:pt x="372480" y="1065862"/>
                  </a:lnTo>
                  <a:lnTo>
                    <a:pt x="375677" y="1068412"/>
                  </a:lnTo>
                  <a:lnTo>
                    <a:pt x="379170" y="1070962"/>
                  </a:lnTo>
                  <a:lnTo>
                    <a:pt x="382960" y="1073512"/>
                  </a:lnTo>
                  <a:lnTo>
                    <a:pt x="387057" y="1076062"/>
                  </a:lnTo>
                  <a:lnTo>
                    <a:pt x="391522" y="1078612"/>
                  </a:lnTo>
                  <a:lnTo>
                    <a:pt x="396407" y="1081162"/>
                  </a:lnTo>
                  <a:lnTo>
                    <a:pt x="401636" y="1083712"/>
                  </a:lnTo>
                  <a:lnTo>
                    <a:pt x="407212" y="1086262"/>
                  </a:lnTo>
                  <a:lnTo>
                    <a:pt x="413138" y="1088812"/>
                  </a:lnTo>
                  <a:lnTo>
                    <a:pt x="419533" y="1091361"/>
                  </a:lnTo>
                  <a:lnTo>
                    <a:pt x="426290" y="1093911"/>
                  </a:lnTo>
                  <a:lnTo>
                    <a:pt x="433381" y="1096461"/>
                  </a:lnTo>
                  <a:lnTo>
                    <a:pt x="440793" y="1099011"/>
                  </a:lnTo>
                  <a:lnTo>
                    <a:pt x="448553" y="1101561"/>
                  </a:lnTo>
                  <a:lnTo>
                    <a:pt x="456662" y="1104111"/>
                  </a:lnTo>
                  <a:lnTo>
                    <a:pt x="465016" y="1106661"/>
                  </a:lnTo>
                  <a:lnTo>
                    <a:pt x="473587" y="1109211"/>
                  </a:lnTo>
                  <a:lnTo>
                    <a:pt x="482348" y="1111761"/>
                  </a:lnTo>
                  <a:lnTo>
                    <a:pt x="491294" y="1114311"/>
                  </a:lnTo>
                  <a:lnTo>
                    <a:pt x="500327" y="1116861"/>
                  </a:lnTo>
                  <a:lnTo>
                    <a:pt x="509394" y="1119410"/>
                  </a:lnTo>
                  <a:lnTo>
                    <a:pt x="518456" y="1121960"/>
                  </a:lnTo>
                  <a:lnTo>
                    <a:pt x="527451" y="1124510"/>
                  </a:lnTo>
                  <a:lnTo>
                    <a:pt x="536275" y="1127060"/>
                  </a:lnTo>
                  <a:lnTo>
                    <a:pt x="544895" y="1129610"/>
                  </a:lnTo>
                  <a:lnTo>
                    <a:pt x="553262" y="1132160"/>
                  </a:lnTo>
                  <a:lnTo>
                    <a:pt x="561329" y="1134710"/>
                  </a:lnTo>
                  <a:lnTo>
                    <a:pt x="568906" y="1137260"/>
                  </a:lnTo>
                  <a:lnTo>
                    <a:pt x="575993" y="1139810"/>
                  </a:lnTo>
                  <a:lnTo>
                    <a:pt x="582578" y="1142360"/>
                  </a:lnTo>
                  <a:lnTo>
                    <a:pt x="588618" y="1144910"/>
                  </a:lnTo>
                  <a:lnTo>
                    <a:pt x="594000" y="1147460"/>
                  </a:lnTo>
                  <a:lnTo>
                    <a:pt x="598537" y="1150009"/>
                  </a:lnTo>
                  <a:lnTo>
                    <a:pt x="602372" y="1152559"/>
                  </a:lnTo>
                  <a:lnTo>
                    <a:pt x="605477" y="1155109"/>
                  </a:lnTo>
                  <a:lnTo>
                    <a:pt x="607828" y="1157659"/>
                  </a:lnTo>
                  <a:lnTo>
                    <a:pt x="609163" y="1160209"/>
                  </a:lnTo>
                  <a:lnTo>
                    <a:pt x="609615" y="1162759"/>
                  </a:lnTo>
                  <a:lnTo>
                    <a:pt x="609431" y="1164072"/>
                  </a:lnTo>
                  <a:lnTo>
                    <a:pt x="609258" y="1165309"/>
                  </a:lnTo>
                  <a:lnTo>
                    <a:pt x="608092" y="1167859"/>
                  </a:lnTo>
                  <a:lnTo>
                    <a:pt x="606044" y="1170409"/>
                  </a:lnTo>
                  <a:lnTo>
                    <a:pt x="602966" y="1172959"/>
                  </a:lnTo>
                  <a:lnTo>
                    <a:pt x="599124" y="1175509"/>
                  </a:lnTo>
                  <a:lnTo>
                    <a:pt x="594541" y="1178058"/>
                  </a:lnTo>
                  <a:lnTo>
                    <a:pt x="589242" y="1180608"/>
                  </a:lnTo>
                  <a:lnTo>
                    <a:pt x="583081" y="1183158"/>
                  </a:lnTo>
                  <a:lnTo>
                    <a:pt x="576238" y="1185708"/>
                  </a:lnTo>
                  <a:lnTo>
                    <a:pt x="568831" y="1188258"/>
                  </a:lnTo>
                  <a:lnTo>
                    <a:pt x="560901" y="1190808"/>
                  </a:lnTo>
                  <a:lnTo>
                    <a:pt x="552460" y="1193358"/>
                  </a:lnTo>
                  <a:lnTo>
                    <a:pt x="543497" y="1195908"/>
                  </a:lnTo>
                  <a:lnTo>
                    <a:pt x="534211" y="1198458"/>
                  </a:lnTo>
                  <a:lnTo>
                    <a:pt x="524649" y="1201008"/>
                  </a:lnTo>
                  <a:lnTo>
                    <a:pt x="514862" y="1203558"/>
                  </a:lnTo>
                  <a:lnTo>
                    <a:pt x="504875" y="1206107"/>
                  </a:lnTo>
                  <a:lnTo>
                    <a:pt x="494800" y="1208657"/>
                  </a:lnTo>
                  <a:lnTo>
                    <a:pt x="484699" y="1211207"/>
                  </a:lnTo>
                  <a:lnTo>
                    <a:pt x="474616" y="1213757"/>
                  </a:lnTo>
                  <a:lnTo>
                    <a:pt x="464602" y="1216307"/>
                  </a:lnTo>
                  <a:lnTo>
                    <a:pt x="454757" y="1218857"/>
                  </a:lnTo>
                  <a:lnTo>
                    <a:pt x="445093" y="1221407"/>
                  </a:lnTo>
                  <a:lnTo>
                    <a:pt x="435640" y="1223957"/>
                  </a:lnTo>
                  <a:lnTo>
                    <a:pt x="426426" y="1226507"/>
                  </a:lnTo>
                  <a:lnTo>
                    <a:pt x="417560" y="1229057"/>
                  </a:lnTo>
                  <a:lnTo>
                    <a:pt x="409048" y="1231607"/>
                  </a:lnTo>
                  <a:lnTo>
                    <a:pt x="400866" y="1234156"/>
                  </a:lnTo>
                  <a:lnTo>
                    <a:pt x="393027" y="1236706"/>
                  </a:lnTo>
                  <a:lnTo>
                    <a:pt x="385564" y="1239256"/>
                  </a:lnTo>
                  <a:lnTo>
                    <a:pt x="378598" y="1241806"/>
                  </a:lnTo>
                  <a:lnTo>
                    <a:pt x="372005" y="1244356"/>
                  </a:lnTo>
                  <a:lnTo>
                    <a:pt x="365788" y="1246906"/>
                  </a:lnTo>
                  <a:lnTo>
                    <a:pt x="359944" y="1249456"/>
                  </a:lnTo>
                  <a:lnTo>
                    <a:pt x="354559" y="1252006"/>
                  </a:lnTo>
                  <a:lnTo>
                    <a:pt x="349589" y="1254556"/>
                  </a:lnTo>
                  <a:lnTo>
                    <a:pt x="344969" y="1257106"/>
                  </a:lnTo>
                  <a:lnTo>
                    <a:pt x="340688" y="1259656"/>
                  </a:lnTo>
                  <a:lnTo>
                    <a:pt x="336749" y="1262206"/>
                  </a:lnTo>
                  <a:lnTo>
                    <a:pt x="333232" y="1264755"/>
                  </a:lnTo>
                  <a:lnTo>
                    <a:pt x="330005" y="1267305"/>
                  </a:lnTo>
                  <a:lnTo>
                    <a:pt x="327056" y="1269855"/>
                  </a:lnTo>
                  <a:lnTo>
                    <a:pt x="324370" y="1272405"/>
                  </a:lnTo>
                  <a:lnTo>
                    <a:pt x="321987" y="1274955"/>
                  </a:lnTo>
                  <a:lnTo>
                    <a:pt x="319865" y="1277505"/>
                  </a:lnTo>
                  <a:lnTo>
                    <a:pt x="317950" y="1280055"/>
                  </a:lnTo>
                  <a:lnTo>
                    <a:pt x="316228" y="1282605"/>
                  </a:lnTo>
                  <a:lnTo>
                    <a:pt x="314692" y="1285155"/>
                  </a:lnTo>
                  <a:lnTo>
                    <a:pt x="313376" y="1287705"/>
                  </a:lnTo>
                  <a:lnTo>
                    <a:pt x="312202" y="1290255"/>
                  </a:lnTo>
                  <a:lnTo>
                    <a:pt x="311160" y="1292804"/>
                  </a:lnTo>
                  <a:lnTo>
                    <a:pt x="310239" y="1295354"/>
                  </a:lnTo>
                  <a:lnTo>
                    <a:pt x="309449" y="1297904"/>
                  </a:lnTo>
                  <a:lnTo>
                    <a:pt x="308770" y="1300454"/>
                  </a:lnTo>
                  <a:lnTo>
                    <a:pt x="308173" y="1303004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85499" y="31773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85499" y="31773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234698" y="3177314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234698" y="3177314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962850" y="2793231"/>
              <a:ext cx="0" cy="230194"/>
            </a:xfrm>
            <a:custGeom>
              <a:avLst/>
              <a:pathLst>
                <a:path w="0" h="230194">
                  <a:moveTo>
                    <a:pt x="0" y="2301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962850" y="31773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1912048" y="3023425"/>
              <a:ext cx="101602" cy="153888"/>
            </a:xfrm>
            <a:custGeom>
              <a:avLst/>
              <a:pathLst>
                <a:path w="101602" h="153888">
                  <a:moveTo>
                    <a:pt x="0" y="0"/>
                  </a:moveTo>
                  <a:lnTo>
                    <a:pt x="0" y="153888"/>
                  </a:lnTo>
                  <a:lnTo>
                    <a:pt x="101602" y="153888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912048" y="3105223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40200" y="2330684"/>
              <a:ext cx="0" cy="507322"/>
            </a:xfrm>
            <a:custGeom>
              <a:avLst/>
              <a:pathLst>
                <a:path w="0" h="507322">
                  <a:moveTo>
                    <a:pt x="0" y="5073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40200" y="31773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589399" y="2838006"/>
              <a:ext cx="101602" cy="339307"/>
            </a:xfrm>
            <a:custGeom>
              <a:avLst/>
              <a:pathLst>
                <a:path w="101602" h="339307">
                  <a:moveTo>
                    <a:pt x="0" y="0"/>
                  </a:moveTo>
                  <a:lnTo>
                    <a:pt x="0" y="339307"/>
                  </a:lnTo>
                  <a:lnTo>
                    <a:pt x="101602" y="339307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9399" y="3177314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317550" y="2246772"/>
              <a:ext cx="0" cy="544870"/>
            </a:xfrm>
            <a:custGeom>
              <a:avLst/>
              <a:pathLst>
                <a:path w="0" h="544870">
                  <a:moveTo>
                    <a:pt x="0" y="54487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317550" y="31773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266749" y="2791643"/>
              <a:ext cx="101602" cy="385671"/>
            </a:xfrm>
            <a:custGeom>
              <a:avLst/>
              <a:pathLst>
                <a:path w="101602" h="385671">
                  <a:moveTo>
                    <a:pt x="0" y="0"/>
                  </a:moveTo>
                  <a:lnTo>
                    <a:pt x="0" y="385671"/>
                  </a:lnTo>
                  <a:lnTo>
                    <a:pt x="101602" y="385671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266749" y="3177314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252098" y="3041425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929448" y="304323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606799" y="2976071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284149" y="296173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2961319" y="1739431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38" name="pl38"/>
            <p:cNvSpPr/>
            <p:nvPr/>
          </p:nvSpPr>
          <p:spPr>
            <a:xfrm>
              <a:off x="2640200" y="1854882"/>
              <a:ext cx="0" cy="20502"/>
            </a:xfrm>
            <a:custGeom>
              <a:avLst/>
              <a:pathLst>
                <a:path w="0" h="20502">
                  <a:moveTo>
                    <a:pt x="0" y="205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40200" y="1854882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317550" y="1854882"/>
              <a:ext cx="0" cy="20502"/>
            </a:xfrm>
            <a:custGeom>
              <a:avLst/>
              <a:pathLst>
                <a:path w="0" h="20502">
                  <a:moveTo>
                    <a:pt x="0" y="0"/>
                  </a:moveTo>
                  <a:lnTo>
                    <a:pt x="0" y="205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2203135" y="1862448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2640200" y="1977899"/>
              <a:ext cx="0" cy="20502"/>
            </a:xfrm>
            <a:custGeom>
              <a:avLst/>
              <a:pathLst>
                <a:path w="0" h="20502">
                  <a:moveTo>
                    <a:pt x="0" y="205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962850" y="1977899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962850" y="1977899"/>
              <a:ext cx="0" cy="20502"/>
            </a:xfrm>
            <a:custGeom>
              <a:avLst/>
              <a:pathLst>
                <a:path w="0" h="20502">
                  <a:moveTo>
                    <a:pt x="0" y="0"/>
                  </a:moveTo>
                  <a:lnTo>
                    <a:pt x="0" y="205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2541810" y="1370380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3317550" y="1485832"/>
              <a:ext cx="0" cy="20502"/>
            </a:xfrm>
            <a:custGeom>
              <a:avLst/>
              <a:pathLst>
                <a:path w="0" h="20502">
                  <a:moveTo>
                    <a:pt x="0" y="205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62850" y="1485832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62850" y="1485832"/>
              <a:ext cx="0" cy="20502"/>
            </a:xfrm>
            <a:custGeom>
              <a:avLst/>
              <a:pathLst>
                <a:path w="0" h="20502">
                  <a:moveTo>
                    <a:pt x="0" y="0"/>
                  </a:moveTo>
                  <a:lnTo>
                    <a:pt x="0" y="205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1864460" y="1616414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0" name="pl50"/>
            <p:cNvSpPr/>
            <p:nvPr/>
          </p:nvSpPr>
          <p:spPr>
            <a:xfrm>
              <a:off x="2640200" y="1731866"/>
              <a:ext cx="0" cy="20502"/>
            </a:xfrm>
            <a:custGeom>
              <a:avLst/>
              <a:pathLst>
                <a:path w="0" h="20502">
                  <a:moveTo>
                    <a:pt x="0" y="205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85499" y="1731866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85499" y="1731866"/>
              <a:ext cx="0" cy="20502"/>
            </a:xfrm>
            <a:custGeom>
              <a:avLst/>
              <a:pathLst>
                <a:path w="0" h="20502">
                  <a:moveTo>
                    <a:pt x="0" y="0"/>
                  </a:moveTo>
                  <a:lnTo>
                    <a:pt x="0" y="205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2203135" y="1493397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4" name="pl54"/>
            <p:cNvSpPr/>
            <p:nvPr/>
          </p:nvSpPr>
          <p:spPr>
            <a:xfrm>
              <a:off x="3317550" y="1608849"/>
              <a:ext cx="0" cy="20502"/>
            </a:xfrm>
            <a:custGeom>
              <a:avLst/>
              <a:pathLst>
                <a:path w="0" h="20502">
                  <a:moveTo>
                    <a:pt x="0" y="205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285499" y="1608849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285499" y="1608849"/>
              <a:ext cx="0" cy="20502"/>
            </a:xfrm>
            <a:custGeom>
              <a:avLst/>
              <a:pathLst>
                <a:path w="0" h="20502">
                  <a:moveTo>
                    <a:pt x="0" y="0"/>
                  </a:moveTo>
                  <a:lnTo>
                    <a:pt x="0" y="205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1525785" y="198546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962850" y="2100916"/>
              <a:ext cx="0" cy="20502"/>
            </a:xfrm>
            <a:custGeom>
              <a:avLst/>
              <a:pathLst>
                <a:path w="0" h="20502">
                  <a:moveTo>
                    <a:pt x="0" y="205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85499" y="2100916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285499" y="2100916"/>
              <a:ext cx="0" cy="20502"/>
            </a:xfrm>
            <a:custGeom>
              <a:avLst/>
              <a:pathLst>
                <a:path w="0" h="20502">
                  <a:moveTo>
                    <a:pt x="0" y="0"/>
                  </a:moveTo>
                  <a:lnTo>
                    <a:pt x="0" y="205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879089" y="931925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879089" y="3990086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879089" y="6231804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79089" y="5521080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79089" y="4810357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79089" y="4099633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285499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962850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40200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317550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980692" y="5112560"/>
              <a:ext cx="609615" cy="1215572"/>
            </a:xfrm>
            <a:custGeom>
              <a:avLst/>
              <a:pathLst>
                <a:path w="609615" h="1215572">
                  <a:moveTo>
                    <a:pt x="301389" y="1215572"/>
                  </a:moveTo>
                  <a:lnTo>
                    <a:pt x="300551" y="1213193"/>
                  </a:lnTo>
                  <a:lnTo>
                    <a:pt x="299547" y="1210814"/>
                  </a:lnTo>
                  <a:lnTo>
                    <a:pt x="298352" y="1208436"/>
                  </a:lnTo>
                  <a:lnTo>
                    <a:pt x="296889" y="1206057"/>
                  </a:lnTo>
                  <a:lnTo>
                    <a:pt x="295138" y="1203678"/>
                  </a:lnTo>
                  <a:lnTo>
                    <a:pt x="293083" y="1201299"/>
                  </a:lnTo>
                  <a:lnTo>
                    <a:pt x="290689" y="1198920"/>
                  </a:lnTo>
                  <a:lnTo>
                    <a:pt x="287918" y="1196542"/>
                  </a:lnTo>
                  <a:lnTo>
                    <a:pt x="284733" y="1194163"/>
                  </a:lnTo>
                  <a:lnTo>
                    <a:pt x="280957" y="1191784"/>
                  </a:lnTo>
                  <a:lnTo>
                    <a:pt x="276658" y="1189405"/>
                  </a:lnTo>
                  <a:lnTo>
                    <a:pt x="271800" y="1187026"/>
                  </a:lnTo>
                  <a:lnTo>
                    <a:pt x="266348" y="1184648"/>
                  </a:lnTo>
                  <a:lnTo>
                    <a:pt x="260268" y="1182269"/>
                  </a:lnTo>
                  <a:lnTo>
                    <a:pt x="253485" y="1179890"/>
                  </a:lnTo>
                  <a:lnTo>
                    <a:pt x="245871" y="1177511"/>
                  </a:lnTo>
                  <a:lnTo>
                    <a:pt x="237550" y="1175132"/>
                  </a:lnTo>
                  <a:lnTo>
                    <a:pt x="228518" y="1172753"/>
                  </a:lnTo>
                  <a:lnTo>
                    <a:pt x="218780" y="1170375"/>
                  </a:lnTo>
                  <a:lnTo>
                    <a:pt x="208349" y="1167996"/>
                  </a:lnTo>
                  <a:lnTo>
                    <a:pt x="197165" y="1165617"/>
                  </a:lnTo>
                  <a:lnTo>
                    <a:pt x="185297" y="1163238"/>
                  </a:lnTo>
                  <a:lnTo>
                    <a:pt x="172895" y="1160859"/>
                  </a:lnTo>
                  <a:lnTo>
                    <a:pt x="160032" y="1158481"/>
                  </a:lnTo>
                  <a:lnTo>
                    <a:pt x="146791" y="1156102"/>
                  </a:lnTo>
                  <a:lnTo>
                    <a:pt x="133267" y="1153723"/>
                  </a:lnTo>
                  <a:lnTo>
                    <a:pt x="119571" y="1151344"/>
                  </a:lnTo>
                  <a:lnTo>
                    <a:pt x="105903" y="1148965"/>
                  </a:lnTo>
                  <a:lnTo>
                    <a:pt x="92405" y="1146587"/>
                  </a:lnTo>
                  <a:lnTo>
                    <a:pt x="79216" y="1144208"/>
                  </a:lnTo>
                  <a:lnTo>
                    <a:pt x="66479" y="1141829"/>
                  </a:lnTo>
                  <a:lnTo>
                    <a:pt x="54348" y="1139450"/>
                  </a:lnTo>
                  <a:lnTo>
                    <a:pt x="43214" y="1137071"/>
                  </a:lnTo>
                  <a:lnTo>
                    <a:pt x="33058" y="1134693"/>
                  </a:lnTo>
                  <a:lnTo>
                    <a:pt x="24008" y="1132314"/>
                  </a:lnTo>
                  <a:lnTo>
                    <a:pt x="16179" y="1129935"/>
                  </a:lnTo>
                  <a:lnTo>
                    <a:pt x="9678" y="1127556"/>
                  </a:lnTo>
                  <a:lnTo>
                    <a:pt x="4729" y="1125177"/>
                  </a:lnTo>
                  <a:lnTo>
                    <a:pt x="1578" y="1122798"/>
                  </a:lnTo>
                  <a:lnTo>
                    <a:pt x="0" y="1120420"/>
                  </a:lnTo>
                  <a:lnTo>
                    <a:pt x="6" y="1119244"/>
                  </a:lnTo>
                  <a:lnTo>
                    <a:pt x="12" y="1118041"/>
                  </a:lnTo>
                  <a:lnTo>
                    <a:pt x="1615" y="1115662"/>
                  </a:lnTo>
                  <a:lnTo>
                    <a:pt x="4791" y="1113283"/>
                  </a:lnTo>
                  <a:lnTo>
                    <a:pt x="9728" y="1110904"/>
                  </a:lnTo>
                  <a:lnTo>
                    <a:pt x="16252" y="1108526"/>
                  </a:lnTo>
                  <a:lnTo>
                    <a:pt x="24101" y="1106147"/>
                  </a:lnTo>
                  <a:lnTo>
                    <a:pt x="33170" y="1103768"/>
                  </a:lnTo>
                  <a:lnTo>
                    <a:pt x="43340" y="1101389"/>
                  </a:lnTo>
                  <a:lnTo>
                    <a:pt x="54486" y="1099010"/>
                  </a:lnTo>
                  <a:lnTo>
                    <a:pt x="66610" y="1096632"/>
                  </a:lnTo>
                  <a:lnTo>
                    <a:pt x="79357" y="1094253"/>
                  </a:lnTo>
                  <a:lnTo>
                    <a:pt x="92551" y="1091874"/>
                  </a:lnTo>
                  <a:lnTo>
                    <a:pt x="106051" y="1089495"/>
                  </a:lnTo>
                  <a:lnTo>
                    <a:pt x="119718" y="1087116"/>
                  </a:lnTo>
                  <a:lnTo>
                    <a:pt x="133412" y="1084737"/>
                  </a:lnTo>
                  <a:lnTo>
                    <a:pt x="146932" y="1082359"/>
                  </a:lnTo>
                  <a:lnTo>
                    <a:pt x="160166" y="1079980"/>
                  </a:lnTo>
                  <a:lnTo>
                    <a:pt x="173020" y="1077601"/>
                  </a:lnTo>
                  <a:lnTo>
                    <a:pt x="185410" y="1075222"/>
                  </a:lnTo>
                  <a:lnTo>
                    <a:pt x="197263" y="1072843"/>
                  </a:lnTo>
                  <a:lnTo>
                    <a:pt x="208448" y="1070465"/>
                  </a:lnTo>
                  <a:lnTo>
                    <a:pt x="218862" y="1068086"/>
                  </a:lnTo>
                  <a:lnTo>
                    <a:pt x="228582" y="1065707"/>
                  </a:lnTo>
                  <a:lnTo>
                    <a:pt x="237594" y="1063328"/>
                  </a:lnTo>
                  <a:lnTo>
                    <a:pt x="245894" y="1060949"/>
                  </a:lnTo>
                  <a:lnTo>
                    <a:pt x="253485" y="1058571"/>
                  </a:lnTo>
                  <a:lnTo>
                    <a:pt x="260262" y="1056192"/>
                  </a:lnTo>
                  <a:lnTo>
                    <a:pt x="266316" y="1053813"/>
                  </a:lnTo>
                  <a:lnTo>
                    <a:pt x="271741" y="1051434"/>
                  </a:lnTo>
                  <a:lnTo>
                    <a:pt x="276570" y="1049055"/>
                  </a:lnTo>
                  <a:lnTo>
                    <a:pt x="280839" y="1046676"/>
                  </a:lnTo>
                  <a:lnTo>
                    <a:pt x="284585" y="1044298"/>
                  </a:lnTo>
                  <a:lnTo>
                    <a:pt x="287743" y="1041919"/>
                  </a:lnTo>
                  <a:lnTo>
                    <a:pt x="290475" y="1039540"/>
                  </a:lnTo>
                  <a:lnTo>
                    <a:pt x="292828" y="1037161"/>
                  </a:lnTo>
                  <a:lnTo>
                    <a:pt x="294839" y="1034782"/>
                  </a:lnTo>
                  <a:lnTo>
                    <a:pt x="296542" y="1032404"/>
                  </a:lnTo>
                  <a:lnTo>
                    <a:pt x="297959" y="1030025"/>
                  </a:lnTo>
                  <a:lnTo>
                    <a:pt x="299096" y="1027646"/>
                  </a:lnTo>
                  <a:lnTo>
                    <a:pt x="300038" y="1025267"/>
                  </a:lnTo>
                  <a:lnTo>
                    <a:pt x="300807" y="1022888"/>
                  </a:lnTo>
                  <a:lnTo>
                    <a:pt x="301427" y="1020510"/>
                  </a:lnTo>
                  <a:lnTo>
                    <a:pt x="301917" y="1018131"/>
                  </a:lnTo>
                  <a:lnTo>
                    <a:pt x="302284" y="1015752"/>
                  </a:lnTo>
                  <a:lnTo>
                    <a:pt x="302548" y="1013373"/>
                  </a:lnTo>
                  <a:lnTo>
                    <a:pt x="302738" y="1010994"/>
                  </a:lnTo>
                  <a:lnTo>
                    <a:pt x="302863" y="1008616"/>
                  </a:lnTo>
                  <a:lnTo>
                    <a:pt x="302931" y="1006237"/>
                  </a:lnTo>
                  <a:lnTo>
                    <a:pt x="302952" y="1003858"/>
                  </a:lnTo>
                  <a:lnTo>
                    <a:pt x="302925" y="1001479"/>
                  </a:lnTo>
                  <a:lnTo>
                    <a:pt x="302862" y="999100"/>
                  </a:lnTo>
                  <a:lnTo>
                    <a:pt x="302770" y="996721"/>
                  </a:lnTo>
                  <a:lnTo>
                    <a:pt x="302651" y="994343"/>
                  </a:lnTo>
                  <a:lnTo>
                    <a:pt x="302508" y="991964"/>
                  </a:lnTo>
                  <a:lnTo>
                    <a:pt x="302343" y="989585"/>
                  </a:lnTo>
                  <a:lnTo>
                    <a:pt x="302152" y="987206"/>
                  </a:lnTo>
                  <a:lnTo>
                    <a:pt x="301942" y="984827"/>
                  </a:lnTo>
                  <a:lnTo>
                    <a:pt x="301713" y="982449"/>
                  </a:lnTo>
                  <a:lnTo>
                    <a:pt x="301466" y="980070"/>
                  </a:lnTo>
                  <a:lnTo>
                    <a:pt x="301201" y="977691"/>
                  </a:lnTo>
                  <a:lnTo>
                    <a:pt x="300915" y="975312"/>
                  </a:lnTo>
                  <a:lnTo>
                    <a:pt x="300608" y="972933"/>
                  </a:lnTo>
                  <a:lnTo>
                    <a:pt x="300281" y="970555"/>
                  </a:lnTo>
                  <a:lnTo>
                    <a:pt x="299934" y="968176"/>
                  </a:lnTo>
                  <a:lnTo>
                    <a:pt x="299567" y="965797"/>
                  </a:lnTo>
                  <a:lnTo>
                    <a:pt x="299179" y="963418"/>
                  </a:lnTo>
                  <a:lnTo>
                    <a:pt x="298766" y="961039"/>
                  </a:lnTo>
                  <a:lnTo>
                    <a:pt x="298327" y="958660"/>
                  </a:lnTo>
                  <a:lnTo>
                    <a:pt x="297865" y="956282"/>
                  </a:lnTo>
                  <a:lnTo>
                    <a:pt x="297379" y="953903"/>
                  </a:lnTo>
                  <a:lnTo>
                    <a:pt x="296868" y="951524"/>
                  </a:lnTo>
                  <a:lnTo>
                    <a:pt x="296331" y="949145"/>
                  </a:lnTo>
                  <a:lnTo>
                    <a:pt x="295761" y="946766"/>
                  </a:lnTo>
                  <a:lnTo>
                    <a:pt x="295162" y="944388"/>
                  </a:lnTo>
                  <a:lnTo>
                    <a:pt x="294534" y="942009"/>
                  </a:lnTo>
                  <a:lnTo>
                    <a:pt x="293876" y="939630"/>
                  </a:lnTo>
                  <a:lnTo>
                    <a:pt x="293188" y="937251"/>
                  </a:lnTo>
                  <a:lnTo>
                    <a:pt x="292469" y="934872"/>
                  </a:lnTo>
                  <a:lnTo>
                    <a:pt x="291710" y="932494"/>
                  </a:lnTo>
                  <a:lnTo>
                    <a:pt x="290917" y="930115"/>
                  </a:lnTo>
                  <a:lnTo>
                    <a:pt x="290092" y="927736"/>
                  </a:lnTo>
                  <a:lnTo>
                    <a:pt x="289232" y="925357"/>
                  </a:lnTo>
                  <a:lnTo>
                    <a:pt x="288338" y="922978"/>
                  </a:lnTo>
                  <a:lnTo>
                    <a:pt x="287406" y="920599"/>
                  </a:lnTo>
                  <a:lnTo>
                    <a:pt x="286432" y="918221"/>
                  </a:lnTo>
                  <a:lnTo>
                    <a:pt x="285423" y="915842"/>
                  </a:lnTo>
                  <a:lnTo>
                    <a:pt x="284378" y="913463"/>
                  </a:lnTo>
                  <a:lnTo>
                    <a:pt x="283297" y="911084"/>
                  </a:lnTo>
                  <a:lnTo>
                    <a:pt x="282181" y="908705"/>
                  </a:lnTo>
                  <a:lnTo>
                    <a:pt x="281025" y="906327"/>
                  </a:lnTo>
                  <a:lnTo>
                    <a:pt x="279830" y="903948"/>
                  </a:lnTo>
                  <a:lnTo>
                    <a:pt x="278602" y="901569"/>
                  </a:lnTo>
                  <a:lnTo>
                    <a:pt x="277342" y="899190"/>
                  </a:lnTo>
                  <a:lnTo>
                    <a:pt x="276051" y="896811"/>
                  </a:lnTo>
                  <a:lnTo>
                    <a:pt x="274729" y="894433"/>
                  </a:lnTo>
                  <a:lnTo>
                    <a:pt x="273373" y="892054"/>
                  </a:lnTo>
                  <a:lnTo>
                    <a:pt x="271991" y="889675"/>
                  </a:lnTo>
                  <a:lnTo>
                    <a:pt x="270586" y="887296"/>
                  </a:lnTo>
                  <a:lnTo>
                    <a:pt x="269159" y="884917"/>
                  </a:lnTo>
                  <a:lnTo>
                    <a:pt x="267714" y="882539"/>
                  </a:lnTo>
                  <a:lnTo>
                    <a:pt x="266253" y="880160"/>
                  </a:lnTo>
                  <a:lnTo>
                    <a:pt x="264777" y="877781"/>
                  </a:lnTo>
                  <a:lnTo>
                    <a:pt x="263294" y="875402"/>
                  </a:lnTo>
                  <a:lnTo>
                    <a:pt x="261805" y="873023"/>
                  </a:lnTo>
                  <a:lnTo>
                    <a:pt x="260316" y="870644"/>
                  </a:lnTo>
                  <a:lnTo>
                    <a:pt x="258829" y="868266"/>
                  </a:lnTo>
                  <a:lnTo>
                    <a:pt x="257350" y="865887"/>
                  </a:lnTo>
                  <a:lnTo>
                    <a:pt x="255883" y="863508"/>
                  </a:lnTo>
                  <a:lnTo>
                    <a:pt x="254432" y="861129"/>
                  </a:lnTo>
                  <a:lnTo>
                    <a:pt x="253001" y="858750"/>
                  </a:lnTo>
                  <a:lnTo>
                    <a:pt x="251592" y="856372"/>
                  </a:lnTo>
                  <a:lnTo>
                    <a:pt x="250210" y="853993"/>
                  </a:lnTo>
                  <a:lnTo>
                    <a:pt x="248865" y="851614"/>
                  </a:lnTo>
                  <a:lnTo>
                    <a:pt x="247557" y="849235"/>
                  </a:lnTo>
                  <a:lnTo>
                    <a:pt x="246288" y="846856"/>
                  </a:lnTo>
                  <a:lnTo>
                    <a:pt x="245060" y="844478"/>
                  </a:lnTo>
                  <a:lnTo>
                    <a:pt x="243876" y="842099"/>
                  </a:lnTo>
                  <a:lnTo>
                    <a:pt x="242738" y="839720"/>
                  </a:lnTo>
                  <a:lnTo>
                    <a:pt x="241663" y="837341"/>
                  </a:lnTo>
                  <a:lnTo>
                    <a:pt x="240640" y="834962"/>
                  </a:lnTo>
                  <a:lnTo>
                    <a:pt x="239670" y="832583"/>
                  </a:lnTo>
                  <a:lnTo>
                    <a:pt x="238755" y="830205"/>
                  </a:lnTo>
                  <a:lnTo>
                    <a:pt x="237897" y="827826"/>
                  </a:lnTo>
                  <a:lnTo>
                    <a:pt x="237098" y="825447"/>
                  </a:lnTo>
                  <a:lnTo>
                    <a:pt x="236369" y="823068"/>
                  </a:lnTo>
                  <a:lnTo>
                    <a:pt x="235699" y="820689"/>
                  </a:lnTo>
                  <a:lnTo>
                    <a:pt x="235085" y="818311"/>
                  </a:lnTo>
                  <a:lnTo>
                    <a:pt x="234530" y="815932"/>
                  </a:lnTo>
                  <a:lnTo>
                    <a:pt x="234032" y="813553"/>
                  </a:lnTo>
                  <a:lnTo>
                    <a:pt x="233597" y="811174"/>
                  </a:lnTo>
                  <a:lnTo>
                    <a:pt x="233226" y="808795"/>
                  </a:lnTo>
                  <a:lnTo>
                    <a:pt x="232908" y="806417"/>
                  </a:lnTo>
                  <a:lnTo>
                    <a:pt x="232643" y="804038"/>
                  </a:lnTo>
                  <a:lnTo>
                    <a:pt x="232429" y="801659"/>
                  </a:lnTo>
                  <a:lnTo>
                    <a:pt x="232265" y="799280"/>
                  </a:lnTo>
                  <a:lnTo>
                    <a:pt x="232159" y="796901"/>
                  </a:lnTo>
                  <a:lnTo>
                    <a:pt x="232100" y="794522"/>
                  </a:lnTo>
                  <a:lnTo>
                    <a:pt x="232085" y="792144"/>
                  </a:lnTo>
                  <a:lnTo>
                    <a:pt x="232111" y="789765"/>
                  </a:lnTo>
                  <a:lnTo>
                    <a:pt x="232176" y="787386"/>
                  </a:lnTo>
                  <a:lnTo>
                    <a:pt x="232278" y="785007"/>
                  </a:lnTo>
                  <a:lnTo>
                    <a:pt x="232423" y="782628"/>
                  </a:lnTo>
                  <a:lnTo>
                    <a:pt x="232599" y="780250"/>
                  </a:lnTo>
                  <a:lnTo>
                    <a:pt x="232803" y="777871"/>
                  </a:lnTo>
                  <a:lnTo>
                    <a:pt x="233034" y="775492"/>
                  </a:lnTo>
                  <a:lnTo>
                    <a:pt x="233288" y="773113"/>
                  </a:lnTo>
                  <a:lnTo>
                    <a:pt x="233566" y="770734"/>
                  </a:lnTo>
                  <a:lnTo>
                    <a:pt x="233865" y="768356"/>
                  </a:lnTo>
                  <a:lnTo>
                    <a:pt x="234180" y="765977"/>
                  </a:lnTo>
                  <a:lnTo>
                    <a:pt x="234507" y="763598"/>
                  </a:lnTo>
                  <a:lnTo>
                    <a:pt x="234846" y="761219"/>
                  </a:lnTo>
                  <a:lnTo>
                    <a:pt x="235194" y="758840"/>
                  </a:lnTo>
                  <a:lnTo>
                    <a:pt x="235549" y="756462"/>
                  </a:lnTo>
                  <a:lnTo>
                    <a:pt x="235908" y="754083"/>
                  </a:lnTo>
                  <a:lnTo>
                    <a:pt x="236270" y="751704"/>
                  </a:lnTo>
                  <a:lnTo>
                    <a:pt x="236632" y="749325"/>
                  </a:lnTo>
                  <a:lnTo>
                    <a:pt x="236993" y="746946"/>
                  </a:lnTo>
                  <a:lnTo>
                    <a:pt x="237353" y="744567"/>
                  </a:lnTo>
                  <a:lnTo>
                    <a:pt x="237708" y="742189"/>
                  </a:lnTo>
                  <a:lnTo>
                    <a:pt x="237767" y="741789"/>
                  </a:lnTo>
                  <a:lnTo>
                    <a:pt x="238059" y="739810"/>
                  </a:lnTo>
                  <a:lnTo>
                    <a:pt x="238404" y="737431"/>
                  </a:lnTo>
                  <a:lnTo>
                    <a:pt x="238745" y="735052"/>
                  </a:lnTo>
                  <a:lnTo>
                    <a:pt x="239079" y="732673"/>
                  </a:lnTo>
                  <a:lnTo>
                    <a:pt x="239408" y="730295"/>
                  </a:lnTo>
                  <a:lnTo>
                    <a:pt x="239730" y="727916"/>
                  </a:lnTo>
                  <a:lnTo>
                    <a:pt x="240046" y="725537"/>
                  </a:lnTo>
                  <a:lnTo>
                    <a:pt x="240357" y="723158"/>
                  </a:lnTo>
                  <a:lnTo>
                    <a:pt x="240665" y="720779"/>
                  </a:lnTo>
                  <a:lnTo>
                    <a:pt x="240968" y="718401"/>
                  </a:lnTo>
                  <a:lnTo>
                    <a:pt x="241268" y="716022"/>
                  </a:lnTo>
                  <a:lnTo>
                    <a:pt x="241566" y="713643"/>
                  </a:lnTo>
                  <a:lnTo>
                    <a:pt x="241863" y="711264"/>
                  </a:lnTo>
                  <a:lnTo>
                    <a:pt x="242159" y="708885"/>
                  </a:lnTo>
                  <a:lnTo>
                    <a:pt x="242457" y="706506"/>
                  </a:lnTo>
                  <a:lnTo>
                    <a:pt x="242756" y="704128"/>
                  </a:lnTo>
                  <a:lnTo>
                    <a:pt x="243058" y="701749"/>
                  </a:lnTo>
                  <a:lnTo>
                    <a:pt x="243364" y="699370"/>
                  </a:lnTo>
                  <a:lnTo>
                    <a:pt x="243676" y="696991"/>
                  </a:lnTo>
                  <a:lnTo>
                    <a:pt x="243993" y="694612"/>
                  </a:lnTo>
                  <a:lnTo>
                    <a:pt x="244317" y="692234"/>
                  </a:lnTo>
                  <a:lnTo>
                    <a:pt x="244649" y="689855"/>
                  </a:lnTo>
                  <a:lnTo>
                    <a:pt x="244992" y="687476"/>
                  </a:lnTo>
                  <a:lnTo>
                    <a:pt x="245344" y="685097"/>
                  </a:lnTo>
                  <a:lnTo>
                    <a:pt x="245707" y="682718"/>
                  </a:lnTo>
                  <a:lnTo>
                    <a:pt x="246082" y="680340"/>
                  </a:lnTo>
                  <a:lnTo>
                    <a:pt x="246468" y="677961"/>
                  </a:lnTo>
                  <a:lnTo>
                    <a:pt x="246867" y="675582"/>
                  </a:lnTo>
                  <a:lnTo>
                    <a:pt x="247283" y="673203"/>
                  </a:lnTo>
                  <a:lnTo>
                    <a:pt x="247712" y="670824"/>
                  </a:lnTo>
                  <a:lnTo>
                    <a:pt x="248155" y="668445"/>
                  </a:lnTo>
                  <a:lnTo>
                    <a:pt x="248613" y="666067"/>
                  </a:lnTo>
                  <a:lnTo>
                    <a:pt x="249084" y="663688"/>
                  </a:lnTo>
                  <a:lnTo>
                    <a:pt x="249572" y="661309"/>
                  </a:lnTo>
                  <a:lnTo>
                    <a:pt x="250075" y="658930"/>
                  </a:lnTo>
                  <a:lnTo>
                    <a:pt x="250591" y="656551"/>
                  </a:lnTo>
                  <a:lnTo>
                    <a:pt x="251121" y="654173"/>
                  </a:lnTo>
                  <a:lnTo>
                    <a:pt x="251663" y="651794"/>
                  </a:lnTo>
                  <a:lnTo>
                    <a:pt x="252216" y="649415"/>
                  </a:lnTo>
                  <a:lnTo>
                    <a:pt x="252782" y="647036"/>
                  </a:lnTo>
                  <a:lnTo>
                    <a:pt x="253357" y="644657"/>
                  </a:lnTo>
                  <a:lnTo>
                    <a:pt x="253941" y="642279"/>
                  </a:lnTo>
                  <a:lnTo>
                    <a:pt x="254532" y="639900"/>
                  </a:lnTo>
                  <a:lnTo>
                    <a:pt x="255129" y="637521"/>
                  </a:lnTo>
                  <a:lnTo>
                    <a:pt x="255731" y="635142"/>
                  </a:lnTo>
                  <a:lnTo>
                    <a:pt x="256337" y="632763"/>
                  </a:lnTo>
                  <a:lnTo>
                    <a:pt x="256945" y="630385"/>
                  </a:lnTo>
                  <a:lnTo>
                    <a:pt x="257554" y="628006"/>
                  </a:lnTo>
                  <a:lnTo>
                    <a:pt x="258164" y="625627"/>
                  </a:lnTo>
                  <a:lnTo>
                    <a:pt x="258773" y="623248"/>
                  </a:lnTo>
                  <a:lnTo>
                    <a:pt x="259381" y="620869"/>
                  </a:lnTo>
                  <a:lnTo>
                    <a:pt x="259986" y="618490"/>
                  </a:lnTo>
                  <a:lnTo>
                    <a:pt x="260588" y="616112"/>
                  </a:lnTo>
                  <a:lnTo>
                    <a:pt x="261188" y="613733"/>
                  </a:lnTo>
                  <a:lnTo>
                    <a:pt x="261784" y="611354"/>
                  </a:lnTo>
                  <a:lnTo>
                    <a:pt x="262376" y="608975"/>
                  </a:lnTo>
                  <a:lnTo>
                    <a:pt x="262965" y="606596"/>
                  </a:lnTo>
                  <a:lnTo>
                    <a:pt x="263551" y="604218"/>
                  </a:lnTo>
                  <a:lnTo>
                    <a:pt x="264133" y="601839"/>
                  </a:lnTo>
                  <a:lnTo>
                    <a:pt x="264713" y="599460"/>
                  </a:lnTo>
                  <a:lnTo>
                    <a:pt x="265291" y="597081"/>
                  </a:lnTo>
                  <a:lnTo>
                    <a:pt x="265868" y="594702"/>
                  </a:lnTo>
                  <a:lnTo>
                    <a:pt x="266443" y="592324"/>
                  </a:lnTo>
                  <a:lnTo>
                    <a:pt x="267018" y="589945"/>
                  </a:lnTo>
                  <a:lnTo>
                    <a:pt x="267593" y="587566"/>
                  </a:lnTo>
                  <a:lnTo>
                    <a:pt x="268170" y="585187"/>
                  </a:lnTo>
                  <a:lnTo>
                    <a:pt x="268748" y="582808"/>
                  </a:lnTo>
                  <a:lnTo>
                    <a:pt x="269328" y="580429"/>
                  </a:lnTo>
                  <a:lnTo>
                    <a:pt x="269912" y="578051"/>
                  </a:lnTo>
                  <a:lnTo>
                    <a:pt x="270499" y="575672"/>
                  </a:lnTo>
                  <a:lnTo>
                    <a:pt x="271090" y="573293"/>
                  </a:lnTo>
                  <a:lnTo>
                    <a:pt x="271685" y="570914"/>
                  </a:lnTo>
                  <a:lnTo>
                    <a:pt x="272284" y="568535"/>
                  </a:lnTo>
                  <a:lnTo>
                    <a:pt x="272889" y="566157"/>
                  </a:lnTo>
                  <a:lnTo>
                    <a:pt x="273499" y="563778"/>
                  </a:lnTo>
                  <a:lnTo>
                    <a:pt x="274113" y="561399"/>
                  </a:lnTo>
                  <a:lnTo>
                    <a:pt x="274731" y="559020"/>
                  </a:lnTo>
                  <a:lnTo>
                    <a:pt x="275354" y="556641"/>
                  </a:lnTo>
                  <a:lnTo>
                    <a:pt x="275980" y="554263"/>
                  </a:lnTo>
                  <a:lnTo>
                    <a:pt x="276609" y="551884"/>
                  </a:lnTo>
                  <a:lnTo>
                    <a:pt x="277241" y="549505"/>
                  </a:lnTo>
                  <a:lnTo>
                    <a:pt x="277874" y="547126"/>
                  </a:lnTo>
                  <a:lnTo>
                    <a:pt x="278507" y="544747"/>
                  </a:lnTo>
                  <a:lnTo>
                    <a:pt x="279141" y="542368"/>
                  </a:lnTo>
                  <a:lnTo>
                    <a:pt x="279772" y="539990"/>
                  </a:lnTo>
                  <a:lnTo>
                    <a:pt x="280401" y="537611"/>
                  </a:lnTo>
                  <a:lnTo>
                    <a:pt x="281026" y="535232"/>
                  </a:lnTo>
                  <a:lnTo>
                    <a:pt x="281645" y="532853"/>
                  </a:lnTo>
                  <a:lnTo>
                    <a:pt x="282259" y="530474"/>
                  </a:lnTo>
                  <a:lnTo>
                    <a:pt x="282865" y="528096"/>
                  </a:lnTo>
                  <a:lnTo>
                    <a:pt x="283464" y="525717"/>
                  </a:lnTo>
                  <a:lnTo>
                    <a:pt x="284051" y="523338"/>
                  </a:lnTo>
                  <a:lnTo>
                    <a:pt x="284628" y="520959"/>
                  </a:lnTo>
                  <a:lnTo>
                    <a:pt x="285194" y="518580"/>
                  </a:lnTo>
                  <a:lnTo>
                    <a:pt x="285749" y="516202"/>
                  </a:lnTo>
                  <a:lnTo>
                    <a:pt x="286292" y="513823"/>
                  </a:lnTo>
                  <a:lnTo>
                    <a:pt x="286822" y="511444"/>
                  </a:lnTo>
                  <a:lnTo>
                    <a:pt x="287337" y="509065"/>
                  </a:lnTo>
                  <a:lnTo>
                    <a:pt x="287839" y="506686"/>
                  </a:lnTo>
                  <a:lnTo>
                    <a:pt x="288328" y="504308"/>
                  </a:lnTo>
                  <a:lnTo>
                    <a:pt x="288804" y="501929"/>
                  </a:lnTo>
                  <a:lnTo>
                    <a:pt x="289268" y="499550"/>
                  </a:lnTo>
                  <a:lnTo>
                    <a:pt x="289718" y="497171"/>
                  </a:lnTo>
                  <a:lnTo>
                    <a:pt x="290155" y="494792"/>
                  </a:lnTo>
                  <a:lnTo>
                    <a:pt x="290580" y="492413"/>
                  </a:lnTo>
                  <a:lnTo>
                    <a:pt x="290994" y="490035"/>
                  </a:lnTo>
                  <a:lnTo>
                    <a:pt x="291398" y="487656"/>
                  </a:lnTo>
                  <a:lnTo>
                    <a:pt x="291792" y="485277"/>
                  </a:lnTo>
                  <a:lnTo>
                    <a:pt x="292174" y="482898"/>
                  </a:lnTo>
                  <a:lnTo>
                    <a:pt x="292546" y="480519"/>
                  </a:lnTo>
                  <a:lnTo>
                    <a:pt x="292910" y="478141"/>
                  </a:lnTo>
                  <a:lnTo>
                    <a:pt x="293266" y="475762"/>
                  </a:lnTo>
                  <a:lnTo>
                    <a:pt x="293613" y="473383"/>
                  </a:lnTo>
                  <a:lnTo>
                    <a:pt x="293951" y="471004"/>
                  </a:lnTo>
                  <a:lnTo>
                    <a:pt x="294280" y="468625"/>
                  </a:lnTo>
                  <a:lnTo>
                    <a:pt x="294602" y="466247"/>
                  </a:lnTo>
                  <a:lnTo>
                    <a:pt x="294915" y="463868"/>
                  </a:lnTo>
                  <a:lnTo>
                    <a:pt x="295220" y="461489"/>
                  </a:lnTo>
                  <a:lnTo>
                    <a:pt x="295516" y="459110"/>
                  </a:lnTo>
                  <a:lnTo>
                    <a:pt x="295803" y="456731"/>
                  </a:lnTo>
                  <a:lnTo>
                    <a:pt x="296080" y="454352"/>
                  </a:lnTo>
                  <a:lnTo>
                    <a:pt x="296348" y="451974"/>
                  </a:lnTo>
                  <a:lnTo>
                    <a:pt x="296607" y="449595"/>
                  </a:lnTo>
                  <a:lnTo>
                    <a:pt x="296856" y="447216"/>
                  </a:lnTo>
                  <a:lnTo>
                    <a:pt x="297096" y="444837"/>
                  </a:lnTo>
                  <a:lnTo>
                    <a:pt x="297323" y="442458"/>
                  </a:lnTo>
                  <a:lnTo>
                    <a:pt x="297539" y="440080"/>
                  </a:lnTo>
                  <a:lnTo>
                    <a:pt x="297746" y="437701"/>
                  </a:lnTo>
                  <a:lnTo>
                    <a:pt x="297941" y="435322"/>
                  </a:lnTo>
                  <a:lnTo>
                    <a:pt x="298127" y="432943"/>
                  </a:lnTo>
                  <a:lnTo>
                    <a:pt x="298302" y="430564"/>
                  </a:lnTo>
                  <a:lnTo>
                    <a:pt x="298465" y="428186"/>
                  </a:lnTo>
                  <a:lnTo>
                    <a:pt x="298618" y="425807"/>
                  </a:lnTo>
                  <a:lnTo>
                    <a:pt x="298762" y="423428"/>
                  </a:lnTo>
                  <a:lnTo>
                    <a:pt x="298897" y="421049"/>
                  </a:lnTo>
                  <a:lnTo>
                    <a:pt x="299024" y="418670"/>
                  </a:lnTo>
                  <a:lnTo>
                    <a:pt x="299142" y="416291"/>
                  </a:lnTo>
                  <a:lnTo>
                    <a:pt x="299252" y="413913"/>
                  </a:lnTo>
                  <a:lnTo>
                    <a:pt x="299355" y="411534"/>
                  </a:lnTo>
                  <a:lnTo>
                    <a:pt x="299453" y="409155"/>
                  </a:lnTo>
                  <a:lnTo>
                    <a:pt x="299546" y="406776"/>
                  </a:lnTo>
                  <a:lnTo>
                    <a:pt x="299635" y="404397"/>
                  </a:lnTo>
                  <a:lnTo>
                    <a:pt x="299719" y="402019"/>
                  </a:lnTo>
                  <a:lnTo>
                    <a:pt x="299801" y="399640"/>
                  </a:lnTo>
                  <a:lnTo>
                    <a:pt x="299881" y="397261"/>
                  </a:lnTo>
                  <a:lnTo>
                    <a:pt x="299960" y="394882"/>
                  </a:lnTo>
                  <a:lnTo>
                    <a:pt x="300038" y="392503"/>
                  </a:lnTo>
                  <a:lnTo>
                    <a:pt x="300117" y="390125"/>
                  </a:lnTo>
                  <a:lnTo>
                    <a:pt x="300196" y="387746"/>
                  </a:lnTo>
                  <a:lnTo>
                    <a:pt x="300276" y="385367"/>
                  </a:lnTo>
                  <a:lnTo>
                    <a:pt x="300359" y="382988"/>
                  </a:lnTo>
                  <a:lnTo>
                    <a:pt x="300443" y="380609"/>
                  </a:lnTo>
                  <a:lnTo>
                    <a:pt x="300529" y="378231"/>
                  </a:lnTo>
                  <a:lnTo>
                    <a:pt x="300618" y="375852"/>
                  </a:lnTo>
                  <a:lnTo>
                    <a:pt x="300710" y="373473"/>
                  </a:lnTo>
                  <a:lnTo>
                    <a:pt x="300805" y="371094"/>
                  </a:lnTo>
                  <a:lnTo>
                    <a:pt x="300903" y="368715"/>
                  </a:lnTo>
                  <a:lnTo>
                    <a:pt x="301003" y="366336"/>
                  </a:lnTo>
                  <a:lnTo>
                    <a:pt x="301106" y="363958"/>
                  </a:lnTo>
                  <a:lnTo>
                    <a:pt x="301212" y="361579"/>
                  </a:lnTo>
                  <a:lnTo>
                    <a:pt x="301320" y="359200"/>
                  </a:lnTo>
                  <a:lnTo>
                    <a:pt x="301430" y="356821"/>
                  </a:lnTo>
                  <a:lnTo>
                    <a:pt x="301542" y="354442"/>
                  </a:lnTo>
                  <a:lnTo>
                    <a:pt x="301655" y="352064"/>
                  </a:lnTo>
                  <a:lnTo>
                    <a:pt x="301769" y="349685"/>
                  </a:lnTo>
                  <a:lnTo>
                    <a:pt x="301884" y="347306"/>
                  </a:lnTo>
                  <a:lnTo>
                    <a:pt x="302000" y="344927"/>
                  </a:lnTo>
                  <a:lnTo>
                    <a:pt x="302116" y="342548"/>
                  </a:lnTo>
                  <a:lnTo>
                    <a:pt x="302231" y="340170"/>
                  </a:lnTo>
                  <a:lnTo>
                    <a:pt x="302346" y="337791"/>
                  </a:lnTo>
                  <a:lnTo>
                    <a:pt x="302459" y="335412"/>
                  </a:lnTo>
                  <a:lnTo>
                    <a:pt x="302571" y="333033"/>
                  </a:lnTo>
                  <a:lnTo>
                    <a:pt x="302681" y="330654"/>
                  </a:lnTo>
                  <a:lnTo>
                    <a:pt x="302789" y="328275"/>
                  </a:lnTo>
                  <a:lnTo>
                    <a:pt x="302895" y="325897"/>
                  </a:lnTo>
                  <a:lnTo>
                    <a:pt x="302998" y="323518"/>
                  </a:lnTo>
                  <a:lnTo>
                    <a:pt x="303098" y="321139"/>
                  </a:lnTo>
                  <a:lnTo>
                    <a:pt x="303194" y="318760"/>
                  </a:lnTo>
                  <a:lnTo>
                    <a:pt x="303286" y="316381"/>
                  </a:lnTo>
                  <a:lnTo>
                    <a:pt x="303375" y="314003"/>
                  </a:lnTo>
                  <a:lnTo>
                    <a:pt x="303461" y="311624"/>
                  </a:lnTo>
                  <a:lnTo>
                    <a:pt x="303542" y="309245"/>
                  </a:lnTo>
                  <a:lnTo>
                    <a:pt x="303620" y="306866"/>
                  </a:lnTo>
                  <a:lnTo>
                    <a:pt x="303692" y="304487"/>
                  </a:lnTo>
                  <a:lnTo>
                    <a:pt x="303761" y="302109"/>
                  </a:lnTo>
                  <a:lnTo>
                    <a:pt x="303826" y="299730"/>
                  </a:lnTo>
                  <a:lnTo>
                    <a:pt x="303886" y="297351"/>
                  </a:lnTo>
                  <a:lnTo>
                    <a:pt x="303943" y="294972"/>
                  </a:lnTo>
                  <a:lnTo>
                    <a:pt x="303996" y="292593"/>
                  </a:lnTo>
                  <a:lnTo>
                    <a:pt x="304045" y="290214"/>
                  </a:lnTo>
                  <a:lnTo>
                    <a:pt x="304090" y="287836"/>
                  </a:lnTo>
                  <a:lnTo>
                    <a:pt x="304132" y="285457"/>
                  </a:lnTo>
                  <a:lnTo>
                    <a:pt x="304171" y="283078"/>
                  </a:lnTo>
                  <a:lnTo>
                    <a:pt x="304207" y="280699"/>
                  </a:lnTo>
                  <a:lnTo>
                    <a:pt x="304239" y="278320"/>
                  </a:lnTo>
                  <a:lnTo>
                    <a:pt x="304269" y="275942"/>
                  </a:lnTo>
                  <a:lnTo>
                    <a:pt x="304297" y="273563"/>
                  </a:lnTo>
                  <a:lnTo>
                    <a:pt x="304323" y="271184"/>
                  </a:lnTo>
                  <a:lnTo>
                    <a:pt x="304346" y="268805"/>
                  </a:lnTo>
                  <a:lnTo>
                    <a:pt x="304368" y="266426"/>
                  </a:lnTo>
                  <a:lnTo>
                    <a:pt x="304388" y="264048"/>
                  </a:lnTo>
                  <a:lnTo>
                    <a:pt x="304406" y="261669"/>
                  </a:lnTo>
                  <a:lnTo>
                    <a:pt x="304424" y="259290"/>
                  </a:lnTo>
                  <a:lnTo>
                    <a:pt x="304440" y="256911"/>
                  </a:lnTo>
                  <a:lnTo>
                    <a:pt x="304455" y="254532"/>
                  </a:lnTo>
                  <a:lnTo>
                    <a:pt x="304469" y="252154"/>
                  </a:lnTo>
                  <a:lnTo>
                    <a:pt x="304482" y="249775"/>
                  </a:lnTo>
                  <a:lnTo>
                    <a:pt x="304495" y="247396"/>
                  </a:lnTo>
                  <a:lnTo>
                    <a:pt x="304507" y="245017"/>
                  </a:lnTo>
                  <a:lnTo>
                    <a:pt x="304519" y="242638"/>
                  </a:lnTo>
                  <a:lnTo>
                    <a:pt x="304530" y="240259"/>
                  </a:lnTo>
                  <a:lnTo>
                    <a:pt x="304541" y="237881"/>
                  </a:lnTo>
                  <a:lnTo>
                    <a:pt x="304552" y="235502"/>
                  </a:lnTo>
                  <a:lnTo>
                    <a:pt x="304563" y="233123"/>
                  </a:lnTo>
                  <a:lnTo>
                    <a:pt x="304573" y="230744"/>
                  </a:lnTo>
                  <a:lnTo>
                    <a:pt x="304583" y="228365"/>
                  </a:lnTo>
                  <a:lnTo>
                    <a:pt x="304593" y="225987"/>
                  </a:lnTo>
                  <a:lnTo>
                    <a:pt x="304603" y="223608"/>
                  </a:lnTo>
                  <a:lnTo>
                    <a:pt x="304613" y="221229"/>
                  </a:lnTo>
                  <a:lnTo>
                    <a:pt x="304622" y="218850"/>
                  </a:lnTo>
                  <a:lnTo>
                    <a:pt x="304632" y="216471"/>
                  </a:lnTo>
                  <a:lnTo>
                    <a:pt x="304641" y="214093"/>
                  </a:lnTo>
                  <a:lnTo>
                    <a:pt x="304650" y="211714"/>
                  </a:lnTo>
                  <a:lnTo>
                    <a:pt x="304659" y="209335"/>
                  </a:lnTo>
                  <a:lnTo>
                    <a:pt x="304668" y="206956"/>
                  </a:lnTo>
                  <a:lnTo>
                    <a:pt x="304677" y="204577"/>
                  </a:lnTo>
                  <a:lnTo>
                    <a:pt x="304686" y="202198"/>
                  </a:lnTo>
                  <a:lnTo>
                    <a:pt x="304694" y="199820"/>
                  </a:lnTo>
                  <a:lnTo>
                    <a:pt x="304702" y="197441"/>
                  </a:lnTo>
                  <a:lnTo>
                    <a:pt x="304710" y="195062"/>
                  </a:lnTo>
                  <a:lnTo>
                    <a:pt x="304718" y="192683"/>
                  </a:lnTo>
                  <a:lnTo>
                    <a:pt x="304725" y="190304"/>
                  </a:lnTo>
                  <a:lnTo>
                    <a:pt x="304732" y="187926"/>
                  </a:lnTo>
                  <a:lnTo>
                    <a:pt x="304738" y="185547"/>
                  </a:lnTo>
                  <a:lnTo>
                    <a:pt x="304744" y="183168"/>
                  </a:lnTo>
                  <a:lnTo>
                    <a:pt x="304750" y="180789"/>
                  </a:lnTo>
                  <a:lnTo>
                    <a:pt x="304755" y="178410"/>
                  </a:lnTo>
                  <a:lnTo>
                    <a:pt x="304759" y="176032"/>
                  </a:lnTo>
                  <a:lnTo>
                    <a:pt x="304764" y="173653"/>
                  </a:lnTo>
                  <a:lnTo>
                    <a:pt x="304767" y="171274"/>
                  </a:lnTo>
                  <a:lnTo>
                    <a:pt x="304771" y="168895"/>
                  </a:lnTo>
                  <a:lnTo>
                    <a:pt x="304773" y="166516"/>
                  </a:lnTo>
                  <a:lnTo>
                    <a:pt x="304776" y="164137"/>
                  </a:lnTo>
                  <a:lnTo>
                    <a:pt x="304778" y="161759"/>
                  </a:lnTo>
                  <a:lnTo>
                    <a:pt x="304779" y="159380"/>
                  </a:lnTo>
                  <a:lnTo>
                    <a:pt x="304780" y="157001"/>
                  </a:lnTo>
                  <a:lnTo>
                    <a:pt x="304780" y="154622"/>
                  </a:lnTo>
                  <a:lnTo>
                    <a:pt x="304780" y="152243"/>
                  </a:lnTo>
                  <a:lnTo>
                    <a:pt x="304780" y="149865"/>
                  </a:lnTo>
                  <a:lnTo>
                    <a:pt x="304779" y="147486"/>
                  </a:lnTo>
                  <a:lnTo>
                    <a:pt x="304778" y="145107"/>
                  </a:lnTo>
                  <a:lnTo>
                    <a:pt x="304777" y="142728"/>
                  </a:lnTo>
                  <a:lnTo>
                    <a:pt x="304775" y="140349"/>
                  </a:lnTo>
                  <a:lnTo>
                    <a:pt x="304773" y="137971"/>
                  </a:lnTo>
                  <a:lnTo>
                    <a:pt x="304771" y="135592"/>
                  </a:lnTo>
                  <a:lnTo>
                    <a:pt x="304769" y="133213"/>
                  </a:lnTo>
                  <a:lnTo>
                    <a:pt x="304766" y="130834"/>
                  </a:lnTo>
                  <a:lnTo>
                    <a:pt x="304763" y="128455"/>
                  </a:lnTo>
                  <a:lnTo>
                    <a:pt x="304761" y="126077"/>
                  </a:lnTo>
                  <a:lnTo>
                    <a:pt x="304758" y="123698"/>
                  </a:lnTo>
                  <a:lnTo>
                    <a:pt x="304755" y="121319"/>
                  </a:lnTo>
                  <a:lnTo>
                    <a:pt x="304752" y="118940"/>
                  </a:lnTo>
                  <a:lnTo>
                    <a:pt x="304750" y="116561"/>
                  </a:lnTo>
                  <a:lnTo>
                    <a:pt x="304747" y="114182"/>
                  </a:lnTo>
                  <a:lnTo>
                    <a:pt x="304745" y="111804"/>
                  </a:lnTo>
                  <a:lnTo>
                    <a:pt x="304743" y="109425"/>
                  </a:lnTo>
                  <a:lnTo>
                    <a:pt x="304742" y="107046"/>
                  </a:lnTo>
                  <a:lnTo>
                    <a:pt x="304740" y="104667"/>
                  </a:lnTo>
                  <a:lnTo>
                    <a:pt x="304739" y="102288"/>
                  </a:lnTo>
                  <a:lnTo>
                    <a:pt x="304738" y="99910"/>
                  </a:lnTo>
                  <a:lnTo>
                    <a:pt x="304738" y="97531"/>
                  </a:lnTo>
                  <a:lnTo>
                    <a:pt x="304738" y="95152"/>
                  </a:lnTo>
                  <a:lnTo>
                    <a:pt x="304738" y="92773"/>
                  </a:lnTo>
                  <a:lnTo>
                    <a:pt x="304739" y="90394"/>
                  </a:lnTo>
                  <a:lnTo>
                    <a:pt x="304740" y="88016"/>
                  </a:lnTo>
                  <a:lnTo>
                    <a:pt x="304742" y="85637"/>
                  </a:lnTo>
                  <a:lnTo>
                    <a:pt x="304744" y="83258"/>
                  </a:lnTo>
                  <a:lnTo>
                    <a:pt x="304746" y="80879"/>
                  </a:lnTo>
                  <a:lnTo>
                    <a:pt x="304748" y="78500"/>
                  </a:lnTo>
                  <a:lnTo>
                    <a:pt x="304750" y="76121"/>
                  </a:lnTo>
                  <a:lnTo>
                    <a:pt x="304753" y="73743"/>
                  </a:lnTo>
                  <a:lnTo>
                    <a:pt x="304756" y="71364"/>
                  </a:lnTo>
                  <a:lnTo>
                    <a:pt x="304759" y="68985"/>
                  </a:lnTo>
                  <a:lnTo>
                    <a:pt x="304762" y="66606"/>
                  </a:lnTo>
                  <a:lnTo>
                    <a:pt x="304765" y="64227"/>
                  </a:lnTo>
                  <a:lnTo>
                    <a:pt x="304768" y="61849"/>
                  </a:lnTo>
                  <a:lnTo>
                    <a:pt x="304771" y="59470"/>
                  </a:lnTo>
                  <a:lnTo>
                    <a:pt x="304774" y="57091"/>
                  </a:lnTo>
                  <a:lnTo>
                    <a:pt x="304777" y="54712"/>
                  </a:lnTo>
                  <a:lnTo>
                    <a:pt x="304780" y="52333"/>
                  </a:lnTo>
                  <a:lnTo>
                    <a:pt x="304783" y="49955"/>
                  </a:lnTo>
                  <a:lnTo>
                    <a:pt x="304785" y="47576"/>
                  </a:lnTo>
                  <a:lnTo>
                    <a:pt x="304788" y="45197"/>
                  </a:lnTo>
                  <a:lnTo>
                    <a:pt x="304790" y="42818"/>
                  </a:lnTo>
                  <a:lnTo>
                    <a:pt x="304792" y="40439"/>
                  </a:lnTo>
                  <a:lnTo>
                    <a:pt x="304794" y="38060"/>
                  </a:lnTo>
                  <a:lnTo>
                    <a:pt x="304796" y="35682"/>
                  </a:lnTo>
                  <a:lnTo>
                    <a:pt x="304797" y="33303"/>
                  </a:lnTo>
                  <a:lnTo>
                    <a:pt x="304798" y="30924"/>
                  </a:lnTo>
                  <a:lnTo>
                    <a:pt x="304800" y="28545"/>
                  </a:lnTo>
                  <a:lnTo>
                    <a:pt x="304801" y="26166"/>
                  </a:lnTo>
                  <a:lnTo>
                    <a:pt x="304802" y="23788"/>
                  </a:lnTo>
                  <a:lnTo>
                    <a:pt x="304803" y="21409"/>
                  </a:lnTo>
                  <a:lnTo>
                    <a:pt x="304803" y="19030"/>
                  </a:lnTo>
                  <a:lnTo>
                    <a:pt x="304804" y="16651"/>
                  </a:lnTo>
                  <a:lnTo>
                    <a:pt x="304804" y="14272"/>
                  </a:lnTo>
                  <a:lnTo>
                    <a:pt x="304805" y="11894"/>
                  </a:lnTo>
                  <a:lnTo>
                    <a:pt x="304805" y="9515"/>
                  </a:lnTo>
                  <a:lnTo>
                    <a:pt x="304806" y="7136"/>
                  </a:lnTo>
                  <a:lnTo>
                    <a:pt x="304806" y="4757"/>
                  </a:lnTo>
                  <a:lnTo>
                    <a:pt x="304806" y="2378"/>
                  </a:lnTo>
                  <a:lnTo>
                    <a:pt x="304808" y="0"/>
                  </a:lnTo>
                  <a:lnTo>
                    <a:pt x="304808" y="2378"/>
                  </a:lnTo>
                  <a:lnTo>
                    <a:pt x="304808" y="4757"/>
                  </a:lnTo>
                  <a:lnTo>
                    <a:pt x="304809" y="7136"/>
                  </a:lnTo>
                  <a:lnTo>
                    <a:pt x="304809" y="9515"/>
                  </a:lnTo>
                  <a:lnTo>
                    <a:pt x="304809" y="11894"/>
                  </a:lnTo>
                  <a:lnTo>
                    <a:pt x="304810" y="14272"/>
                  </a:lnTo>
                  <a:lnTo>
                    <a:pt x="304810" y="16651"/>
                  </a:lnTo>
                  <a:lnTo>
                    <a:pt x="304811" y="19030"/>
                  </a:lnTo>
                  <a:lnTo>
                    <a:pt x="304812" y="21409"/>
                  </a:lnTo>
                  <a:lnTo>
                    <a:pt x="304813" y="23788"/>
                  </a:lnTo>
                  <a:lnTo>
                    <a:pt x="304813" y="26166"/>
                  </a:lnTo>
                  <a:lnTo>
                    <a:pt x="304815" y="28545"/>
                  </a:lnTo>
                  <a:lnTo>
                    <a:pt x="304816" y="30924"/>
                  </a:lnTo>
                  <a:lnTo>
                    <a:pt x="304817" y="33303"/>
                  </a:lnTo>
                  <a:lnTo>
                    <a:pt x="304819" y="35682"/>
                  </a:lnTo>
                  <a:lnTo>
                    <a:pt x="304820" y="38060"/>
                  </a:lnTo>
                  <a:lnTo>
                    <a:pt x="304822" y="40439"/>
                  </a:lnTo>
                  <a:lnTo>
                    <a:pt x="304824" y="42818"/>
                  </a:lnTo>
                  <a:lnTo>
                    <a:pt x="304827" y="45197"/>
                  </a:lnTo>
                  <a:lnTo>
                    <a:pt x="304829" y="47576"/>
                  </a:lnTo>
                  <a:lnTo>
                    <a:pt x="304831" y="49955"/>
                  </a:lnTo>
                  <a:lnTo>
                    <a:pt x="304834" y="52333"/>
                  </a:lnTo>
                  <a:lnTo>
                    <a:pt x="304837" y="54712"/>
                  </a:lnTo>
                  <a:lnTo>
                    <a:pt x="304840" y="57091"/>
                  </a:lnTo>
                  <a:lnTo>
                    <a:pt x="304843" y="59470"/>
                  </a:lnTo>
                  <a:lnTo>
                    <a:pt x="304846" y="61849"/>
                  </a:lnTo>
                  <a:lnTo>
                    <a:pt x="304849" y="64227"/>
                  </a:lnTo>
                  <a:lnTo>
                    <a:pt x="304852" y="66606"/>
                  </a:lnTo>
                  <a:lnTo>
                    <a:pt x="304855" y="68985"/>
                  </a:lnTo>
                  <a:lnTo>
                    <a:pt x="304858" y="71364"/>
                  </a:lnTo>
                  <a:lnTo>
                    <a:pt x="304861" y="73743"/>
                  </a:lnTo>
                  <a:lnTo>
                    <a:pt x="304864" y="76121"/>
                  </a:lnTo>
                  <a:lnTo>
                    <a:pt x="304866" y="78500"/>
                  </a:lnTo>
                  <a:lnTo>
                    <a:pt x="304869" y="80879"/>
                  </a:lnTo>
                  <a:lnTo>
                    <a:pt x="304871" y="83258"/>
                  </a:lnTo>
                  <a:lnTo>
                    <a:pt x="304872" y="85637"/>
                  </a:lnTo>
                  <a:lnTo>
                    <a:pt x="304874" y="88016"/>
                  </a:lnTo>
                  <a:lnTo>
                    <a:pt x="304875" y="90394"/>
                  </a:lnTo>
                  <a:lnTo>
                    <a:pt x="304876" y="92773"/>
                  </a:lnTo>
                  <a:lnTo>
                    <a:pt x="304876" y="95152"/>
                  </a:lnTo>
                  <a:lnTo>
                    <a:pt x="304876" y="97531"/>
                  </a:lnTo>
                  <a:lnTo>
                    <a:pt x="304876" y="99910"/>
                  </a:lnTo>
                  <a:lnTo>
                    <a:pt x="304875" y="102288"/>
                  </a:lnTo>
                  <a:lnTo>
                    <a:pt x="304874" y="104667"/>
                  </a:lnTo>
                  <a:lnTo>
                    <a:pt x="304873" y="107046"/>
                  </a:lnTo>
                  <a:lnTo>
                    <a:pt x="304871" y="109425"/>
                  </a:lnTo>
                  <a:lnTo>
                    <a:pt x="304869" y="111804"/>
                  </a:lnTo>
                  <a:lnTo>
                    <a:pt x="304867" y="114182"/>
                  </a:lnTo>
                  <a:lnTo>
                    <a:pt x="304864" y="116561"/>
                  </a:lnTo>
                  <a:lnTo>
                    <a:pt x="304862" y="118940"/>
                  </a:lnTo>
                  <a:lnTo>
                    <a:pt x="304859" y="121319"/>
                  </a:lnTo>
                  <a:lnTo>
                    <a:pt x="304856" y="123698"/>
                  </a:lnTo>
                  <a:lnTo>
                    <a:pt x="304854" y="126077"/>
                  </a:lnTo>
                  <a:lnTo>
                    <a:pt x="304851" y="128455"/>
                  </a:lnTo>
                  <a:lnTo>
                    <a:pt x="304848" y="130834"/>
                  </a:lnTo>
                  <a:lnTo>
                    <a:pt x="304846" y="133213"/>
                  </a:lnTo>
                  <a:lnTo>
                    <a:pt x="304843" y="135592"/>
                  </a:lnTo>
                  <a:lnTo>
                    <a:pt x="304841" y="137971"/>
                  </a:lnTo>
                  <a:lnTo>
                    <a:pt x="304839" y="140349"/>
                  </a:lnTo>
                  <a:lnTo>
                    <a:pt x="304837" y="142728"/>
                  </a:lnTo>
                  <a:lnTo>
                    <a:pt x="304836" y="145107"/>
                  </a:lnTo>
                  <a:lnTo>
                    <a:pt x="304835" y="147486"/>
                  </a:lnTo>
                  <a:lnTo>
                    <a:pt x="304834" y="149865"/>
                  </a:lnTo>
                  <a:lnTo>
                    <a:pt x="304834" y="152243"/>
                  </a:lnTo>
                  <a:lnTo>
                    <a:pt x="304834" y="154622"/>
                  </a:lnTo>
                  <a:lnTo>
                    <a:pt x="304834" y="157001"/>
                  </a:lnTo>
                  <a:lnTo>
                    <a:pt x="304835" y="159380"/>
                  </a:lnTo>
                  <a:lnTo>
                    <a:pt x="304837" y="161759"/>
                  </a:lnTo>
                  <a:lnTo>
                    <a:pt x="304839" y="164137"/>
                  </a:lnTo>
                  <a:lnTo>
                    <a:pt x="304841" y="166516"/>
                  </a:lnTo>
                  <a:lnTo>
                    <a:pt x="304844" y="168895"/>
                  </a:lnTo>
                  <a:lnTo>
                    <a:pt x="304847" y="171274"/>
                  </a:lnTo>
                  <a:lnTo>
                    <a:pt x="304851" y="173653"/>
                  </a:lnTo>
                  <a:lnTo>
                    <a:pt x="304855" y="176032"/>
                  </a:lnTo>
                  <a:lnTo>
                    <a:pt x="304860" y="178410"/>
                  </a:lnTo>
                  <a:lnTo>
                    <a:pt x="304865" y="180789"/>
                  </a:lnTo>
                  <a:lnTo>
                    <a:pt x="304870" y="183168"/>
                  </a:lnTo>
                  <a:lnTo>
                    <a:pt x="304876" y="185547"/>
                  </a:lnTo>
                  <a:lnTo>
                    <a:pt x="304883" y="187926"/>
                  </a:lnTo>
                  <a:lnTo>
                    <a:pt x="304889" y="190304"/>
                  </a:lnTo>
                  <a:lnTo>
                    <a:pt x="304897" y="192683"/>
                  </a:lnTo>
                  <a:lnTo>
                    <a:pt x="304904" y="195062"/>
                  </a:lnTo>
                  <a:lnTo>
                    <a:pt x="304912" y="197441"/>
                  </a:lnTo>
                  <a:lnTo>
                    <a:pt x="304920" y="199820"/>
                  </a:lnTo>
                  <a:lnTo>
                    <a:pt x="304928" y="202198"/>
                  </a:lnTo>
                  <a:lnTo>
                    <a:pt x="304937" y="204577"/>
                  </a:lnTo>
                  <a:lnTo>
                    <a:pt x="304946" y="206956"/>
                  </a:lnTo>
                  <a:lnTo>
                    <a:pt x="304955" y="209335"/>
                  </a:lnTo>
                  <a:lnTo>
                    <a:pt x="304964" y="211714"/>
                  </a:lnTo>
                  <a:lnTo>
                    <a:pt x="304973" y="214093"/>
                  </a:lnTo>
                  <a:lnTo>
                    <a:pt x="304983" y="216471"/>
                  </a:lnTo>
                  <a:lnTo>
                    <a:pt x="304992" y="218850"/>
                  </a:lnTo>
                  <a:lnTo>
                    <a:pt x="305002" y="221229"/>
                  </a:lnTo>
                  <a:lnTo>
                    <a:pt x="305011" y="223608"/>
                  </a:lnTo>
                  <a:lnTo>
                    <a:pt x="305021" y="225987"/>
                  </a:lnTo>
                  <a:lnTo>
                    <a:pt x="305031" y="228365"/>
                  </a:lnTo>
                  <a:lnTo>
                    <a:pt x="305041" y="230744"/>
                  </a:lnTo>
                  <a:lnTo>
                    <a:pt x="305052" y="233123"/>
                  </a:lnTo>
                  <a:lnTo>
                    <a:pt x="305062" y="235502"/>
                  </a:lnTo>
                  <a:lnTo>
                    <a:pt x="305073" y="237881"/>
                  </a:lnTo>
                  <a:lnTo>
                    <a:pt x="305084" y="240259"/>
                  </a:lnTo>
                  <a:lnTo>
                    <a:pt x="305095" y="242638"/>
                  </a:lnTo>
                  <a:lnTo>
                    <a:pt x="305107" y="245017"/>
                  </a:lnTo>
                  <a:lnTo>
                    <a:pt x="305119" y="247396"/>
                  </a:lnTo>
                  <a:lnTo>
                    <a:pt x="305132" y="249775"/>
                  </a:lnTo>
                  <a:lnTo>
                    <a:pt x="305145" y="252154"/>
                  </a:lnTo>
                  <a:lnTo>
                    <a:pt x="305159" y="254532"/>
                  </a:lnTo>
                  <a:lnTo>
                    <a:pt x="305175" y="256911"/>
                  </a:lnTo>
                  <a:lnTo>
                    <a:pt x="305191" y="259290"/>
                  </a:lnTo>
                  <a:lnTo>
                    <a:pt x="305208" y="261669"/>
                  </a:lnTo>
                  <a:lnTo>
                    <a:pt x="305226" y="264048"/>
                  </a:lnTo>
                  <a:lnTo>
                    <a:pt x="305246" y="266426"/>
                  </a:lnTo>
                  <a:lnTo>
                    <a:pt x="305268" y="268805"/>
                  </a:lnTo>
                  <a:lnTo>
                    <a:pt x="305292" y="271184"/>
                  </a:lnTo>
                  <a:lnTo>
                    <a:pt x="305317" y="273563"/>
                  </a:lnTo>
                  <a:lnTo>
                    <a:pt x="305345" y="275942"/>
                  </a:lnTo>
                  <a:lnTo>
                    <a:pt x="305375" y="278320"/>
                  </a:lnTo>
                  <a:lnTo>
                    <a:pt x="305407" y="280699"/>
                  </a:lnTo>
                  <a:lnTo>
                    <a:pt x="305443" y="283078"/>
                  </a:lnTo>
                  <a:lnTo>
                    <a:pt x="305482" y="285457"/>
                  </a:lnTo>
                  <a:lnTo>
                    <a:pt x="305524" y="287836"/>
                  </a:lnTo>
                  <a:lnTo>
                    <a:pt x="305570" y="290214"/>
                  </a:lnTo>
                  <a:lnTo>
                    <a:pt x="305618" y="292593"/>
                  </a:lnTo>
                  <a:lnTo>
                    <a:pt x="305671" y="294972"/>
                  </a:lnTo>
                  <a:lnTo>
                    <a:pt x="305728" y="297351"/>
                  </a:lnTo>
                  <a:lnTo>
                    <a:pt x="305789" y="299730"/>
                  </a:lnTo>
                  <a:lnTo>
                    <a:pt x="305853" y="302109"/>
                  </a:lnTo>
                  <a:lnTo>
                    <a:pt x="305922" y="304487"/>
                  </a:lnTo>
                  <a:lnTo>
                    <a:pt x="305995" y="306866"/>
                  </a:lnTo>
                  <a:lnTo>
                    <a:pt x="306072" y="309245"/>
                  </a:lnTo>
                  <a:lnTo>
                    <a:pt x="306153" y="311624"/>
                  </a:lnTo>
                  <a:lnTo>
                    <a:pt x="306239" y="314003"/>
                  </a:lnTo>
                  <a:lnTo>
                    <a:pt x="306328" y="316381"/>
                  </a:lnTo>
                  <a:lnTo>
                    <a:pt x="306420" y="318760"/>
                  </a:lnTo>
                  <a:lnTo>
                    <a:pt x="306517" y="321139"/>
                  </a:lnTo>
                  <a:lnTo>
                    <a:pt x="306616" y="323518"/>
                  </a:lnTo>
                  <a:lnTo>
                    <a:pt x="306719" y="325897"/>
                  </a:lnTo>
                  <a:lnTo>
                    <a:pt x="306825" y="328275"/>
                  </a:lnTo>
                  <a:lnTo>
                    <a:pt x="306933" y="330654"/>
                  </a:lnTo>
                  <a:lnTo>
                    <a:pt x="307043" y="333033"/>
                  </a:lnTo>
                  <a:lnTo>
                    <a:pt x="307155" y="335412"/>
                  </a:lnTo>
                  <a:lnTo>
                    <a:pt x="307269" y="337791"/>
                  </a:lnTo>
                  <a:lnTo>
                    <a:pt x="307383" y="340170"/>
                  </a:lnTo>
                  <a:lnTo>
                    <a:pt x="307499" y="342548"/>
                  </a:lnTo>
                  <a:lnTo>
                    <a:pt x="307614" y="344927"/>
                  </a:lnTo>
                  <a:lnTo>
                    <a:pt x="307730" y="347306"/>
                  </a:lnTo>
                  <a:lnTo>
                    <a:pt x="307845" y="349685"/>
                  </a:lnTo>
                  <a:lnTo>
                    <a:pt x="307959" y="352064"/>
                  </a:lnTo>
                  <a:lnTo>
                    <a:pt x="308073" y="354442"/>
                  </a:lnTo>
                  <a:lnTo>
                    <a:pt x="308184" y="356821"/>
                  </a:lnTo>
                  <a:lnTo>
                    <a:pt x="308295" y="359200"/>
                  </a:lnTo>
                  <a:lnTo>
                    <a:pt x="308403" y="361579"/>
                  </a:lnTo>
                  <a:lnTo>
                    <a:pt x="308508" y="363958"/>
                  </a:lnTo>
                  <a:lnTo>
                    <a:pt x="308611" y="366336"/>
                  </a:lnTo>
                  <a:lnTo>
                    <a:pt x="308711" y="368715"/>
                  </a:lnTo>
                  <a:lnTo>
                    <a:pt x="308809" y="371094"/>
                  </a:lnTo>
                  <a:lnTo>
                    <a:pt x="308904" y="373473"/>
                  </a:lnTo>
                  <a:lnTo>
                    <a:pt x="308996" y="375852"/>
                  </a:lnTo>
                  <a:lnTo>
                    <a:pt x="309085" y="378231"/>
                  </a:lnTo>
                  <a:lnTo>
                    <a:pt x="309171" y="380609"/>
                  </a:lnTo>
                  <a:lnTo>
                    <a:pt x="309256" y="382988"/>
                  </a:lnTo>
                  <a:lnTo>
                    <a:pt x="309338" y="385367"/>
                  </a:lnTo>
                  <a:lnTo>
                    <a:pt x="309418" y="387746"/>
                  </a:lnTo>
                  <a:lnTo>
                    <a:pt x="309498" y="390125"/>
                  </a:lnTo>
                  <a:lnTo>
                    <a:pt x="309576" y="392503"/>
                  </a:lnTo>
                  <a:lnTo>
                    <a:pt x="309654" y="394882"/>
                  </a:lnTo>
                  <a:lnTo>
                    <a:pt x="309733" y="397261"/>
                  </a:lnTo>
                  <a:lnTo>
                    <a:pt x="309813" y="399640"/>
                  </a:lnTo>
                  <a:lnTo>
                    <a:pt x="309895" y="402019"/>
                  </a:lnTo>
                  <a:lnTo>
                    <a:pt x="309980" y="404397"/>
                  </a:lnTo>
                  <a:lnTo>
                    <a:pt x="310068" y="406776"/>
                  </a:lnTo>
                  <a:lnTo>
                    <a:pt x="310161" y="409155"/>
                  </a:lnTo>
                  <a:lnTo>
                    <a:pt x="310259" y="411534"/>
                  </a:lnTo>
                  <a:lnTo>
                    <a:pt x="310363" y="413913"/>
                  </a:lnTo>
                  <a:lnTo>
                    <a:pt x="310472" y="416291"/>
                  </a:lnTo>
                  <a:lnTo>
                    <a:pt x="310591" y="418670"/>
                  </a:lnTo>
                  <a:lnTo>
                    <a:pt x="310717" y="421049"/>
                  </a:lnTo>
                  <a:lnTo>
                    <a:pt x="310852" y="423428"/>
                  </a:lnTo>
                  <a:lnTo>
                    <a:pt x="310996" y="425807"/>
                  </a:lnTo>
                  <a:lnTo>
                    <a:pt x="311149" y="428186"/>
                  </a:lnTo>
                  <a:lnTo>
                    <a:pt x="311312" y="430564"/>
                  </a:lnTo>
                  <a:lnTo>
                    <a:pt x="311487" y="432943"/>
                  </a:lnTo>
                  <a:lnTo>
                    <a:pt x="311673" y="435322"/>
                  </a:lnTo>
                  <a:lnTo>
                    <a:pt x="311869" y="437701"/>
                  </a:lnTo>
                  <a:lnTo>
                    <a:pt x="312075" y="440080"/>
                  </a:lnTo>
                  <a:lnTo>
                    <a:pt x="312291" y="442458"/>
                  </a:lnTo>
                  <a:lnTo>
                    <a:pt x="312519" y="444837"/>
                  </a:lnTo>
                  <a:lnTo>
                    <a:pt x="312758" y="447216"/>
                  </a:lnTo>
                  <a:lnTo>
                    <a:pt x="313007" y="449595"/>
                  </a:lnTo>
                  <a:lnTo>
                    <a:pt x="313266" y="451974"/>
                  </a:lnTo>
                  <a:lnTo>
                    <a:pt x="313534" y="454352"/>
                  </a:lnTo>
                  <a:lnTo>
                    <a:pt x="313811" y="456731"/>
                  </a:lnTo>
                  <a:lnTo>
                    <a:pt x="314098" y="459110"/>
                  </a:lnTo>
                  <a:lnTo>
                    <a:pt x="314395" y="461489"/>
                  </a:lnTo>
                  <a:lnTo>
                    <a:pt x="314700" y="463868"/>
                  </a:lnTo>
                  <a:lnTo>
                    <a:pt x="315013" y="466247"/>
                  </a:lnTo>
                  <a:lnTo>
                    <a:pt x="315334" y="468625"/>
                  </a:lnTo>
                  <a:lnTo>
                    <a:pt x="315663" y="471004"/>
                  </a:lnTo>
                  <a:lnTo>
                    <a:pt x="316001" y="473383"/>
                  </a:lnTo>
                  <a:lnTo>
                    <a:pt x="316349" y="475762"/>
                  </a:lnTo>
                  <a:lnTo>
                    <a:pt x="316704" y="478141"/>
                  </a:lnTo>
                  <a:lnTo>
                    <a:pt x="317068" y="480519"/>
                  </a:lnTo>
                  <a:lnTo>
                    <a:pt x="317440" y="482898"/>
                  </a:lnTo>
                  <a:lnTo>
                    <a:pt x="317822" y="485277"/>
                  </a:lnTo>
                  <a:lnTo>
                    <a:pt x="318216" y="487656"/>
                  </a:lnTo>
                  <a:lnTo>
                    <a:pt x="318620" y="490035"/>
                  </a:lnTo>
                  <a:lnTo>
                    <a:pt x="319034" y="492413"/>
                  </a:lnTo>
                  <a:lnTo>
                    <a:pt x="319460" y="494792"/>
                  </a:lnTo>
                  <a:lnTo>
                    <a:pt x="319896" y="497171"/>
                  </a:lnTo>
                  <a:lnTo>
                    <a:pt x="320346" y="499550"/>
                  </a:lnTo>
                  <a:lnTo>
                    <a:pt x="320810" y="501929"/>
                  </a:lnTo>
                  <a:lnTo>
                    <a:pt x="321286" y="504308"/>
                  </a:lnTo>
                  <a:lnTo>
                    <a:pt x="321776" y="506686"/>
                  </a:lnTo>
                  <a:lnTo>
                    <a:pt x="322278" y="509065"/>
                  </a:lnTo>
                  <a:lnTo>
                    <a:pt x="322792" y="511444"/>
                  </a:lnTo>
                  <a:lnTo>
                    <a:pt x="323322" y="513823"/>
                  </a:lnTo>
                  <a:lnTo>
                    <a:pt x="323865" y="516202"/>
                  </a:lnTo>
                  <a:lnTo>
                    <a:pt x="324420" y="518580"/>
                  </a:lnTo>
                  <a:lnTo>
                    <a:pt x="324986" y="520959"/>
                  </a:lnTo>
                  <a:lnTo>
                    <a:pt x="325563" y="523338"/>
                  </a:lnTo>
                  <a:lnTo>
                    <a:pt x="326150" y="525717"/>
                  </a:lnTo>
                  <a:lnTo>
                    <a:pt x="326749" y="528096"/>
                  </a:lnTo>
                  <a:lnTo>
                    <a:pt x="327356" y="530474"/>
                  </a:lnTo>
                  <a:lnTo>
                    <a:pt x="327969" y="532853"/>
                  </a:lnTo>
                  <a:lnTo>
                    <a:pt x="328589" y="535232"/>
                  </a:lnTo>
                  <a:lnTo>
                    <a:pt x="329213" y="537611"/>
                  </a:lnTo>
                  <a:lnTo>
                    <a:pt x="329842" y="539990"/>
                  </a:lnTo>
                  <a:lnTo>
                    <a:pt x="330474" y="542368"/>
                  </a:lnTo>
                  <a:lnTo>
                    <a:pt x="331107" y="544747"/>
                  </a:lnTo>
                  <a:lnTo>
                    <a:pt x="331740" y="547126"/>
                  </a:lnTo>
                  <a:lnTo>
                    <a:pt x="332373" y="549505"/>
                  </a:lnTo>
                  <a:lnTo>
                    <a:pt x="333005" y="551884"/>
                  </a:lnTo>
                  <a:lnTo>
                    <a:pt x="333635" y="554263"/>
                  </a:lnTo>
                  <a:lnTo>
                    <a:pt x="334261" y="556641"/>
                  </a:lnTo>
                  <a:lnTo>
                    <a:pt x="334883" y="559020"/>
                  </a:lnTo>
                  <a:lnTo>
                    <a:pt x="335501" y="561399"/>
                  </a:lnTo>
                  <a:lnTo>
                    <a:pt x="336116" y="563778"/>
                  </a:lnTo>
                  <a:lnTo>
                    <a:pt x="336726" y="566157"/>
                  </a:lnTo>
                  <a:lnTo>
                    <a:pt x="337330" y="568535"/>
                  </a:lnTo>
                  <a:lnTo>
                    <a:pt x="337929" y="570914"/>
                  </a:lnTo>
                  <a:lnTo>
                    <a:pt x="338524" y="573293"/>
                  </a:lnTo>
                  <a:lnTo>
                    <a:pt x="339115" y="575672"/>
                  </a:lnTo>
                  <a:lnTo>
                    <a:pt x="339703" y="578051"/>
                  </a:lnTo>
                  <a:lnTo>
                    <a:pt x="340286" y="580429"/>
                  </a:lnTo>
                  <a:lnTo>
                    <a:pt x="340866" y="582808"/>
                  </a:lnTo>
                  <a:lnTo>
                    <a:pt x="341444" y="585187"/>
                  </a:lnTo>
                  <a:lnTo>
                    <a:pt x="342021" y="587566"/>
                  </a:lnTo>
                  <a:lnTo>
                    <a:pt x="342596" y="589945"/>
                  </a:lnTo>
                  <a:lnTo>
                    <a:pt x="343171" y="592324"/>
                  </a:lnTo>
                  <a:lnTo>
                    <a:pt x="343746" y="594702"/>
                  </a:lnTo>
                  <a:lnTo>
                    <a:pt x="344323" y="597081"/>
                  </a:lnTo>
                  <a:lnTo>
                    <a:pt x="344901" y="599460"/>
                  </a:lnTo>
                  <a:lnTo>
                    <a:pt x="345481" y="601839"/>
                  </a:lnTo>
                  <a:lnTo>
                    <a:pt x="346063" y="604218"/>
                  </a:lnTo>
                  <a:lnTo>
                    <a:pt x="346649" y="606596"/>
                  </a:lnTo>
                  <a:lnTo>
                    <a:pt x="347238" y="608975"/>
                  </a:lnTo>
                  <a:lnTo>
                    <a:pt x="347831" y="611354"/>
                  </a:lnTo>
                  <a:lnTo>
                    <a:pt x="348427" y="613733"/>
                  </a:lnTo>
                  <a:lnTo>
                    <a:pt x="349026" y="616112"/>
                  </a:lnTo>
                  <a:lnTo>
                    <a:pt x="349628" y="618490"/>
                  </a:lnTo>
                  <a:lnTo>
                    <a:pt x="350233" y="620869"/>
                  </a:lnTo>
                  <a:lnTo>
                    <a:pt x="350841" y="623248"/>
                  </a:lnTo>
                  <a:lnTo>
                    <a:pt x="351450" y="625627"/>
                  </a:lnTo>
                  <a:lnTo>
                    <a:pt x="352060" y="628006"/>
                  </a:lnTo>
                  <a:lnTo>
                    <a:pt x="352669" y="630385"/>
                  </a:lnTo>
                  <a:lnTo>
                    <a:pt x="353277" y="632763"/>
                  </a:lnTo>
                  <a:lnTo>
                    <a:pt x="353884" y="635142"/>
                  </a:lnTo>
                  <a:lnTo>
                    <a:pt x="354485" y="637521"/>
                  </a:lnTo>
                  <a:lnTo>
                    <a:pt x="355082" y="639900"/>
                  </a:lnTo>
                  <a:lnTo>
                    <a:pt x="355673" y="642279"/>
                  </a:lnTo>
                  <a:lnTo>
                    <a:pt x="356257" y="644657"/>
                  </a:lnTo>
                  <a:lnTo>
                    <a:pt x="356833" y="647036"/>
                  </a:lnTo>
                  <a:lnTo>
                    <a:pt x="357398" y="649415"/>
                  </a:lnTo>
                  <a:lnTo>
                    <a:pt x="357952" y="651794"/>
                  </a:lnTo>
                  <a:lnTo>
                    <a:pt x="358493" y="654173"/>
                  </a:lnTo>
                  <a:lnTo>
                    <a:pt x="359023" y="656551"/>
                  </a:lnTo>
                  <a:lnTo>
                    <a:pt x="359539" y="658930"/>
                  </a:lnTo>
                  <a:lnTo>
                    <a:pt x="360043" y="661309"/>
                  </a:lnTo>
                  <a:lnTo>
                    <a:pt x="360530" y="663688"/>
                  </a:lnTo>
                  <a:lnTo>
                    <a:pt x="361002" y="666067"/>
                  </a:lnTo>
                  <a:lnTo>
                    <a:pt x="361459" y="668445"/>
                  </a:lnTo>
                  <a:lnTo>
                    <a:pt x="361902" y="670824"/>
                  </a:lnTo>
                  <a:lnTo>
                    <a:pt x="362331" y="673203"/>
                  </a:lnTo>
                  <a:lnTo>
                    <a:pt x="362747" y="675582"/>
                  </a:lnTo>
                  <a:lnTo>
                    <a:pt x="363146" y="677961"/>
                  </a:lnTo>
                  <a:lnTo>
                    <a:pt x="363533" y="680340"/>
                  </a:lnTo>
                  <a:lnTo>
                    <a:pt x="363907" y="682718"/>
                  </a:lnTo>
                  <a:lnTo>
                    <a:pt x="364270" y="685097"/>
                  </a:lnTo>
                  <a:lnTo>
                    <a:pt x="364623" y="687476"/>
                  </a:lnTo>
                  <a:lnTo>
                    <a:pt x="364965" y="689855"/>
                  </a:lnTo>
                  <a:lnTo>
                    <a:pt x="365297" y="692234"/>
                  </a:lnTo>
                  <a:lnTo>
                    <a:pt x="365621" y="694612"/>
                  </a:lnTo>
                  <a:lnTo>
                    <a:pt x="365938" y="696991"/>
                  </a:lnTo>
                  <a:lnTo>
                    <a:pt x="366250" y="699370"/>
                  </a:lnTo>
                  <a:lnTo>
                    <a:pt x="366556" y="701749"/>
                  </a:lnTo>
                  <a:lnTo>
                    <a:pt x="366859" y="704128"/>
                  </a:lnTo>
                  <a:lnTo>
                    <a:pt x="367158" y="706506"/>
                  </a:lnTo>
                  <a:lnTo>
                    <a:pt x="367455" y="708885"/>
                  </a:lnTo>
                  <a:lnTo>
                    <a:pt x="367752" y="711264"/>
                  </a:lnTo>
                  <a:lnTo>
                    <a:pt x="368048" y="713643"/>
                  </a:lnTo>
                  <a:lnTo>
                    <a:pt x="368346" y="716022"/>
                  </a:lnTo>
                  <a:lnTo>
                    <a:pt x="368646" y="718401"/>
                  </a:lnTo>
                  <a:lnTo>
                    <a:pt x="368950" y="720779"/>
                  </a:lnTo>
                  <a:lnTo>
                    <a:pt x="369257" y="723158"/>
                  </a:lnTo>
                  <a:lnTo>
                    <a:pt x="369568" y="725537"/>
                  </a:lnTo>
                  <a:lnTo>
                    <a:pt x="369885" y="727916"/>
                  </a:lnTo>
                  <a:lnTo>
                    <a:pt x="370206" y="730295"/>
                  </a:lnTo>
                  <a:lnTo>
                    <a:pt x="370535" y="732673"/>
                  </a:lnTo>
                  <a:lnTo>
                    <a:pt x="370870" y="735052"/>
                  </a:lnTo>
                  <a:lnTo>
                    <a:pt x="371210" y="737431"/>
                  </a:lnTo>
                  <a:lnTo>
                    <a:pt x="371555" y="739810"/>
                  </a:lnTo>
                  <a:lnTo>
                    <a:pt x="371847" y="741789"/>
                  </a:lnTo>
                  <a:lnTo>
                    <a:pt x="371906" y="742189"/>
                  </a:lnTo>
                  <a:lnTo>
                    <a:pt x="372261" y="744567"/>
                  </a:lnTo>
                  <a:lnTo>
                    <a:pt x="372621" y="746946"/>
                  </a:lnTo>
                  <a:lnTo>
                    <a:pt x="372982" y="749325"/>
                  </a:lnTo>
                  <a:lnTo>
                    <a:pt x="373344" y="751704"/>
                  </a:lnTo>
                  <a:lnTo>
                    <a:pt x="373706" y="754083"/>
                  </a:lnTo>
                  <a:lnTo>
                    <a:pt x="374066" y="756462"/>
                  </a:lnTo>
                  <a:lnTo>
                    <a:pt x="374421" y="758840"/>
                  </a:lnTo>
                  <a:lnTo>
                    <a:pt x="374768" y="761219"/>
                  </a:lnTo>
                  <a:lnTo>
                    <a:pt x="375107" y="763598"/>
                  </a:lnTo>
                  <a:lnTo>
                    <a:pt x="375435" y="765977"/>
                  </a:lnTo>
                  <a:lnTo>
                    <a:pt x="375749" y="768356"/>
                  </a:lnTo>
                  <a:lnTo>
                    <a:pt x="376049" y="770734"/>
                  </a:lnTo>
                  <a:lnTo>
                    <a:pt x="376326" y="773113"/>
                  </a:lnTo>
                  <a:lnTo>
                    <a:pt x="376581" y="775492"/>
                  </a:lnTo>
                  <a:lnTo>
                    <a:pt x="376811" y="777871"/>
                  </a:lnTo>
                  <a:lnTo>
                    <a:pt x="377016" y="780250"/>
                  </a:lnTo>
                  <a:lnTo>
                    <a:pt x="377192" y="782628"/>
                  </a:lnTo>
                  <a:lnTo>
                    <a:pt x="377337" y="785007"/>
                  </a:lnTo>
                  <a:lnTo>
                    <a:pt x="377439" y="787386"/>
                  </a:lnTo>
                  <a:lnTo>
                    <a:pt x="377503" y="789765"/>
                  </a:lnTo>
                  <a:lnTo>
                    <a:pt x="377529" y="792144"/>
                  </a:lnTo>
                  <a:lnTo>
                    <a:pt x="377514" y="794522"/>
                  </a:lnTo>
                  <a:lnTo>
                    <a:pt x="377456" y="796901"/>
                  </a:lnTo>
                  <a:lnTo>
                    <a:pt x="377349" y="799280"/>
                  </a:lnTo>
                  <a:lnTo>
                    <a:pt x="377185" y="801659"/>
                  </a:lnTo>
                  <a:lnTo>
                    <a:pt x="376971" y="804038"/>
                  </a:lnTo>
                  <a:lnTo>
                    <a:pt x="376706" y="806417"/>
                  </a:lnTo>
                  <a:lnTo>
                    <a:pt x="376389" y="808795"/>
                  </a:lnTo>
                  <a:lnTo>
                    <a:pt x="376017" y="811174"/>
                  </a:lnTo>
                  <a:lnTo>
                    <a:pt x="375583" y="813553"/>
                  </a:lnTo>
                  <a:lnTo>
                    <a:pt x="375084" y="815932"/>
                  </a:lnTo>
                  <a:lnTo>
                    <a:pt x="374529" y="818311"/>
                  </a:lnTo>
                  <a:lnTo>
                    <a:pt x="373916" y="820689"/>
                  </a:lnTo>
                  <a:lnTo>
                    <a:pt x="373245" y="823068"/>
                  </a:lnTo>
                  <a:lnTo>
                    <a:pt x="372516" y="825447"/>
                  </a:lnTo>
                  <a:lnTo>
                    <a:pt x="371717" y="827826"/>
                  </a:lnTo>
                  <a:lnTo>
                    <a:pt x="370859" y="830205"/>
                  </a:lnTo>
                  <a:lnTo>
                    <a:pt x="369944" y="832583"/>
                  </a:lnTo>
                  <a:lnTo>
                    <a:pt x="368975" y="834962"/>
                  </a:lnTo>
                  <a:lnTo>
                    <a:pt x="367952" y="837341"/>
                  </a:lnTo>
                  <a:lnTo>
                    <a:pt x="366876" y="839720"/>
                  </a:lnTo>
                  <a:lnTo>
                    <a:pt x="365738" y="842099"/>
                  </a:lnTo>
                  <a:lnTo>
                    <a:pt x="364554" y="844478"/>
                  </a:lnTo>
                  <a:lnTo>
                    <a:pt x="363327" y="846856"/>
                  </a:lnTo>
                  <a:lnTo>
                    <a:pt x="362057" y="849235"/>
                  </a:lnTo>
                  <a:lnTo>
                    <a:pt x="360750" y="851614"/>
                  </a:lnTo>
                  <a:lnTo>
                    <a:pt x="359404" y="853993"/>
                  </a:lnTo>
                  <a:lnTo>
                    <a:pt x="358022" y="856372"/>
                  </a:lnTo>
                  <a:lnTo>
                    <a:pt x="356613" y="858750"/>
                  </a:lnTo>
                  <a:lnTo>
                    <a:pt x="355182" y="861129"/>
                  </a:lnTo>
                  <a:lnTo>
                    <a:pt x="353731" y="863508"/>
                  </a:lnTo>
                  <a:lnTo>
                    <a:pt x="352264" y="865887"/>
                  </a:lnTo>
                  <a:lnTo>
                    <a:pt x="350785" y="868266"/>
                  </a:lnTo>
                  <a:lnTo>
                    <a:pt x="349298" y="870644"/>
                  </a:lnTo>
                  <a:lnTo>
                    <a:pt x="347809" y="873023"/>
                  </a:lnTo>
                  <a:lnTo>
                    <a:pt x="346321" y="875402"/>
                  </a:lnTo>
                  <a:lnTo>
                    <a:pt x="344837" y="877781"/>
                  </a:lnTo>
                  <a:lnTo>
                    <a:pt x="343361" y="880160"/>
                  </a:lnTo>
                  <a:lnTo>
                    <a:pt x="341900" y="882539"/>
                  </a:lnTo>
                  <a:lnTo>
                    <a:pt x="340455" y="884917"/>
                  </a:lnTo>
                  <a:lnTo>
                    <a:pt x="339029" y="887296"/>
                  </a:lnTo>
                  <a:lnTo>
                    <a:pt x="337623" y="889675"/>
                  </a:lnTo>
                  <a:lnTo>
                    <a:pt x="336241" y="892054"/>
                  </a:lnTo>
                  <a:lnTo>
                    <a:pt x="334885" y="894433"/>
                  </a:lnTo>
                  <a:lnTo>
                    <a:pt x="333564" y="896811"/>
                  </a:lnTo>
                  <a:lnTo>
                    <a:pt x="332272" y="899190"/>
                  </a:lnTo>
                  <a:lnTo>
                    <a:pt x="331012" y="901569"/>
                  </a:lnTo>
                  <a:lnTo>
                    <a:pt x="329784" y="903948"/>
                  </a:lnTo>
                  <a:lnTo>
                    <a:pt x="328590" y="906327"/>
                  </a:lnTo>
                  <a:lnTo>
                    <a:pt x="327433" y="908705"/>
                  </a:lnTo>
                  <a:lnTo>
                    <a:pt x="326317" y="911084"/>
                  </a:lnTo>
                  <a:lnTo>
                    <a:pt x="325237" y="913463"/>
                  </a:lnTo>
                  <a:lnTo>
                    <a:pt x="324192" y="915842"/>
                  </a:lnTo>
                  <a:lnTo>
                    <a:pt x="323182" y="918221"/>
                  </a:lnTo>
                  <a:lnTo>
                    <a:pt x="322208" y="920599"/>
                  </a:lnTo>
                  <a:lnTo>
                    <a:pt x="321276" y="922978"/>
                  </a:lnTo>
                  <a:lnTo>
                    <a:pt x="320382" y="925357"/>
                  </a:lnTo>
                  <a:lnTo>
                    <a:pt x="319522" y="927736"/>
                  </a:lnTo>
                  <a:lnTo>
                    <a:pt x="318697" y="930115"/>
                  </a:lnTo>
                  <a:lnTo>
                    <a:pt x="317905" y="932494"/>
                  </a:lnTo>
                  <a:lnTo>
                    <a:pt x="317145" y="934872"/>
                  </a:lnTo>
                  <a:lnTo>
                    <a:pt x="316426" y="937251"/>
                  </a:lnTo>
                  <a:lnTo>
                    <a:pt x="315738" y="939630"/>
                  </a:lnTo>
                  <a:lnTo>
                    <a:pt x="315081" y="942009"/>
                  </a:lnTo>
                  <a:lnTo>
                    <a:pt x="314453" y="944388"/>
                  </a:lnTo>
                  <a:lnTo>
                    <a:pt x="313853" y="946766"/>
                  </a:lnTo>
                  <a:lnTo>
                    <a:pt x="313284" y="949145"/>
                  </a:lnTo>
                  <a:lnTo>
                    <a:pt x="312746" y="951524"/>
                  </a:lnTo>
                  <a:lnTo>
                    <a:pt x="312235" y="953903"/>
                  </a:lnTo>
                  <a:lnTo>
                    <a:pt x="311749" y="956282"/>
                  </a:lnTo>
                  <a:lnTo>
                    <a:pt x="311287" y="958660"/>
                  </a:lnTo>
                  <a:lnTo>
                    <a:pt x="310848" y="961039"/>
                  </a:lnTo>
                  <a:lnTo>
                    <a:pt x="310436" y="963418"/>
                  </a:lnTo>
                  <a:lnTo>
                    <a:pt x="310047" y="965797"/>
                  </a:lnTo>
                  <a:lnTo>
                    <a:pt x="309680" y="968176"/>
                  </a:lnTo>
                  <a:lnTo>
                    <a:pt x="309334" y="970555"/>
                  </a:lnTo>
                  <a:lnTo>
                    <a:pt x="309007" y="972933"/>
                  </a:lnTo>
                  <a:lnTo>
                    <a:pt x="308699" y="975312"/>
                  </a:lnTo>
                  <a:lnTo>
                    <a:pt x="308414" y="977691"/>
                  </a:lnTo>
                  <a:lnTo>
                    <a:pt x="308148" y="980070"/>
                  </a:lnTo>
                  <a:lnTo>
                    <a:pt x="307901" y="982449"/>
                  </a:lnTo>
                  <a:lnTo>
                    <a:pt x="307672" y="984827"/>
                  </a:lnTo>
                  <a:lnTo>
                    <a:pt x="307462" y="987206"/>
                  </a:lnTo>
                  <a:lnTo>
                    <a:pt x="307272" y="989585"/>
                  </a:lnTo>
                  <a:lnTo>
                    <a:pt x="307107" y="991964"/>
                  </a:lnTo>
                  <a:lnTo>
                    <a:pt x="306963" y="994343"/>
                  </a:lnTo>
                  <a:lnTo>
                    <a:pt x="306845" y="996721"/>
                  </a:lnTo>
                  <a:lnTo>
                    <a:pt x="306752" y="999100"/>
                  </a:lnTo>
                  <a:lnTo>
                    <a:pt x="306689" y="1001479"/>
                  </a:lnTo>
                  <a:lnTo>
                    <a:pt x="306662" y="1003858"/>
                  </a:lnTo>
                  <a:lnTo>
                    <a:pt x="306683" y="1006237"/>
                  </a:lnTo>
                  <a:lnTo>
                    <a:pt x="306752" y="1008616"/>
                  </a:lnTo>
                  <a:lnTo>
                    <a:pt x="306876" y="1010994"/>
                  </a:lnTo>
                  <a:lnTo>
                    <a:pt x="307066" y="1013373"/>
                  </a:lnTo>
                  <a:lnTo>
                    <a:pt x="307330" y="1015752"/>
                  </a:lnTo>
                  <a:lnTo>
                    <a:pt x="307697" y="1018131"/>
                  </a:lnTo>
                  <a:lnTo>
                    <a:pt x="308187" y="1020510"/>
                  </a:lnTo>
                  <a:lnTo>
                    <a:pt x="308807" y="1022888"/>
                  </a:lnTo>
                  <a:lnTo>
                    <a:pt x="309577" y="1025267"/>
                  </a:lnTo>
                  <a:lnTo>
                    <a:pt x="310518" y="1027646"/>
                  </a:lnTo>
                  <a:lnTo>
                    <a:pt x="311655" y="1030025"/>
                  </a:lnTo>
                  <a:lnTo>
                    <a:pt x="313072" y="1032404"/>
                  </a:lnTo>
                  <a:lnTo>
                    <a:pt x="314775" y="1034782"/>
                  </a:lnTo>
                  <a:lnTo>
                    <a:pt x="316786" y="1037161"/>
                  </a:lnTo>
                  <a:lnTo>
                    <a:pt x="319139" y="1039540"/>
                  </a:lnTo>
                  <a:lnTo>
                    <a:pt x="321871" y="1041919"/>
                  </a:lnTo>
                  <a:lnTo>
                    <a:pt x="325029" y="1044298"/>
                  </a:lnTo>
                  <a:lnTo>
                    <a:pt x="328775" y="1046676"/>
                  </a:lnTo>
                  <a:lnTo>
                    <a:pt x="333044" y="1049055"/>
                  </a:lnTo>
                  <a:lnTo>
                    <a:pt x="337873" y="1051434"/>
                  </a:lnTo>
                  <a:lnTo>
                    <a:pt x="343298" y="1053813"/>
                  </a:lnTo>
                  <a:lnTo>
                    <a:pt x="349353" y="1056192"/>
                  </a:lnTo>
                  <a:lnTo>
                    <a:pt x="356129" y="1058571"/>
                  </a:lnTo>
                  <a:lnTo>
                    <a:pt x="363720" y="1060949"/>
                  </a:lnTo>
                  <a:lnTo>
                    <a:pt x="372020" y="1063328"/>
                  </a:lnTo>
                  <a:lnTo>
                    <a:pt x="381032" y="1065707"/>
                  </a:lnTo>
                  <a:lnTo>
                    <a:pt x="390752" y="1068086"/>
                  </a:lnTo>
                  <a:lnTo>
                    <a:pt x="401167" y="1070465"/>
                  </a:lnTo>
                  <a:lnTo>
                    <a:pt x="412351" y="1072843"/>
                  </a:lnTo>
                  <a:lnTo>
                    <a:pt x="424204" y="1075222"/>
                  </a:lnTo>
                  <a:lnTo>
                    <a:pt x="436594" y="1077601"/>
                  </a:lnTo>
                  <a:lnTo>
                    <a:pt x="449448" y="1079980"/>
                  </a:lnTo>
                  <a:lnTo>
                    <a:pt x="462682" y="1082359"/>
                  </a:lnTo>
                  <a:lnTo>
                    <a:pt x="476202" y="1084737"/>
                  </a:lnTo>
                  <a:lnTo>
                    <a:pt x="489896" y="1087116"/>
                  </a:lnTo>
                  <a:lnTo>
                    <a:pt x="503563" y="1089495"/>
                  </a:lnTo>
                  <a:lnTo>
                    <a:pt x="517063" y="1091874"/>
                  </a:lnTo>
                  <a:lnTo>
                    <a:pt x="530258" y="1094253"/>
                  </a:lnTo>
                  <a:lnTo>
                    <a:pt x="543004" y="1096632"/>
                  </a:lnTo>
                  <a:lnTo>
                    <a:pt x="555128" y="1099010"/>
                  </a:lnTo>
                  <a:lnTo>
                    <a:pt x="566274" y="1101389"/>
                  </a:lnTo>
                  <a:lnTo>
                    <a:pt x="576445" y="1103768"/>
                  </a:lnTo>
                  <a:lnTo>
                    <a:pt x="585513" y="1106147"/>
                  </a:lnTo>
                  <a:lnTo>
                    <a:pt x="593362" y="1108526"/>
                  </a:lnTo>
                  <a:lnTo>
                    <a:pt x="599887" y="1110904"/>
                  </a:lnTo>
                  <a:lnTo>
                    <a:pt x="604824" y="1113283"/>
                  </a:lnTo>
                  <a:lnTo>
                    <a:pt x="607999" y="1115662"/>
                  </a:lnTo>
                  <a:lnTo>
                    <a:pt x="609602" y="1118041"/>
                  </a:lnTo>
                  <a:lnTo>
                    <a:pt x="609608" y="1119244"/>
                  </a:lnTo>
                  <a:lnTo>
                    <a:pt x="609615" y="1120420"/>
                  </a:lnTo>
                  <a:lnTo>
                    <a:pt x="608037" y="1122798"/>
                  </a:lnTo>
                  <a:lnTo>
                    <a:pt x="604885" y="1125177"/>
                  </a:lnTo>
                  <a:lnTo>
                    <a:pt x="599936" y="1127556"/>
                  </a:lnTo>
                  <a:lnTo>
                    <a:pt x="593435" y="1129935"/>
                  </a:lnTo>
                  <a:lnTo>
                    <a:pt x="585606" y="1132314"/>
                  </a:lnTo>
                  <a:lnTo>
                    <a:pt x="576556" y="1134693"/>
                  </a:lnTo>
                  <a:lnTo>
                    <a:pt x="566400" y="1137071"/>
                  </a:lnTo>
                  <a:lnTo>
                    <a:pt x="555266" y="1139450"/>
                  </a:lnTo>
                  <a:lnTo>
                    <a:pt x="543136" y="1141829"/>
                  </a:lnTo>
                  <a:lnTo>
                    <a:pt x="530398" y="1144208"/>
                  </a:lnTo>
                  <a:lnTo>
                    <a:pt x="517209" y="1146587"/>
                  </a:lnTo>
                  <a:lnTo>
                    <a:pt x="503711" y="1148965"/>
                  </a:lnTo>
                  <a:lnTo>
                    <a:pt x="490043" y="1151344"/>
                  </a:lnTo>
                  <a:lnTo>
                    <a:pt x="476347" y="1153723"/>
                  </a:lnTo>
                  <a:lnTo>
                    <a:pt x="462824" y="1156102"/>
                  </a:lnTo>
                  <a:lnTo>
                    <a:pt x="449583" y="1158481"/>
                  </a:lnTo>
                  <a:lnTo>
                    <a:pt x="436719" y="1160859"/>
                  </a:lnTo>
                  <a:lnTo>
                    <a:pt x="424317" y="1163238"/>
                  </a:lnTo>
                  <a:lnTo>
                    <a:pt x="412450" y="1165617"/>
                  </a:lnTo>
                  <a:lnTo>
                    <a:pt x="401265" y="1167996"/>
                  </a:lnTo>
                  <a:lnTo>
                    <a:pt x="390834" y="1170375"/>
                  </a:lnTo>
                  <a:lnTo>
                    <a:pt x="381096" y="1172753"/>
                  </a:lnTo>
                  <a:lnTo>
                    <a:pt x="372064" y="1175132"/>
                  </a:lnTo>
                  <a:lnTo>
                    <a:pt x="363743" y="1177511"/>
                  </a:lnTo>
                  <a:lnTo>
                    <a:pt x="356130" y="1179890"/>
                  </a:lnTo>
                  <a:lnTo>
                    <a:pt x="349346" y="1182269"/>
                  </a:lnTo>
                  <a:lnTo>
                    <a:pt x="343266" y="1184648"/>
                  </a:lnTo>
                  <a:lnTo>
                    <a:pt x="337814" y="1187026"/>
                  </a:lnTo>
                  <a:lnTo>
                    <a:pt x="332956" y="1189405"/>
                  </a:lnTo>
                  <a:lnTo>
                    <a:pt x="328657" y="1191784"/>
                  </a:lnTo>
                  <a:lnTo>
                    <a:pt x="324881" y="1194163"/>
                  </a:lnTo>
                  <a:lnTo>
                    <a:pt x="321696" y="1196542"/>
                  </a:lnTo>
                  <a:lnTo>
                    <a:pt x="318926" y="1198920"/>
                  </a:lnTo>
                  <a:lnTo>
                    <a:pt x="316531" y="1201299"/>
                  </a:lnTo>
                  <a:lnTo>
                    <a:pt x="314476" y="1203678"/>
                  </a:lnTo>
                  <a:lnTo>
                    <a:pt x="312725" y="1206057"/>
                  </a:lnTo>
                  <a:lnTo>
                    <a:pt x="311262" y="1208436"/>
                  </a:lnTo>
                  <a:lnTo>
                    <a:pt x="310067" y="1210814"/>
                  </a:lnTo>
                  <a:lnTo>
                    <a:pt x="309063" y="1213193"/>
                  </a:lnTo>
                  <a:lnTo>
                    <a:pt x="308226" y="1215572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1658042" y="5287234"/>
              <a:ext cx="609615" cy="1060404"/>
            </a:xfrm>
            <a:custGeom>
              <a:avLst/>
              <a:pathLst>
                <a:path w="609615" h="1060404">
                  <a:moveTo>
                    <a:pt x="301398" y="1060404"/>
                  </a:moveTo>
                  <a:lnTo>
                    <a:pt x="300807" y="1058328"/>
                  </a:lnTo>
                  <a:lnTo>
                    <a:pt x="300136" y="1056253"/>
                  </a:lnTo>
                  <a:lnTo>
                    <a:pt x="299370" y="1054178"/>
                  </a:lnTo>
                  <a:lnTo>
                    <a:pt x="298468" y="1052103"/>
                  </a:lnTo>
                  <a:lnTo>
                    <a:pt x="297450" y="1050028"/>
                  </a:lnTo>
                  <a:lnTo>
                    <a:pt x="296307" y="1047953"/>
                  </a:lnTo>
                  <a:lnTo>
                    <a:pt x="295029" y="1045878"/>
                  </a:lnTo>
                  <a:lnTo>
                    <a:pt x="293554" y="1043802"/>
                  </a:lnTo>
                  <a:lnTo>
                    <a:pt x="291891" y="1041727"/>
                  </a:lnTo>
                  <a:lnTo>
                    <a:pt x="290045" y="1039652"/>
                  </a:lnTo>
                  <a:lnTo>
                    <a:pt x="288004" y="1037577"/>
                  </a:lnTo>
                  <a:lnTo>
                    <a:pt x="285727" y="1035502"/>
                  </a:lnTo>
                  <a:lnTo>
                    <a:pt x="283155" y="1033427"/>
                  </a:lnTo>
                  <a:lnTo>
                    <a:pt x="280334" y="1031351"/>
                  </a:lnTo>
                  <a:lnTo>
                    <a:pt x="277252" y="1029276"/>
                  </a:lnTo>
                  <a:lnTo>
                    <a:pt x="273898" y="1027201"/>
                  </a:lnTo>
                  <a:lnTo>
                    <a:pt x="270147" y="1025126"/>
                  </a:lnTo>
                  <a:lnTo>
                    <a:pt x="266070" y="1023051"/>
                  </a:lnTo>
                  <a:lnTo>
                    <a:pt x="261674" y="1020976"/>
                  </a:lnTo>
                  <a:lnTo>
                    <a:pt x="256948" y="1018901"/>
                  </a:lnTo>
                  <a:lnTo>
                    <a:pt x="251821" y="1016825"/>
                  </a:lnTo>
                  <a:lnTo>
                    <a:pt x="246263" y="1014750"/>
                  </a:lnTo>
                  <a:lnTo>
                    <a:pt x="240349" y="1012675"/>
                  </a:lnTo>
                  <a:lnTo>
                    <a:pt x="234078" y="1010600"/>
                  </a:lnTo>
                  <a:lnTo>
                    <a:pt x="227446" y="1008525"/>
                  </a:lnTo>
                  <a:lnTo>
                    <a:pt x="220314" y="1006450"/>
                  </a:lnTo>
                  <a:lnTo>
                    <a:pt x="212836" y="1004374"/>
                  </a:lnTo>
                  <a:lnTo>
                    <a:pt x="205020" y="1002299"/>
                  </a:lnTo>
                  <a:lnTo>
                    <a:pt x="196878" y="1000224"/>
                  </a:lnTo>
                  <a:lnTo>
                    <a:pt x="188353" y="998149"/>
                  </a:lnTo>
                  <a:lnTo>
                    <a:pt x="179500" y="996074"/>
                  </a:lnTo>
                  <a:lnTo>
                    <a:pt x="170395" y="993999"/>
                  </a:lnTo>
                  <a:lnTo>
                    <a:pt x="161062" y="991924"/>
                  </a:lnTo>
                  <a:lnTo>
                    <a:pt x="151517" y="989848"/>
                  </a:lnTo>
                  <a:lnTo>
                    <a:pt x="141771" y="987773"/>
                  </a:lnTo>
                  <a:lnTo>
                    <a:pt x="131929" y="985698"/>
                  </a:lnTo>
                  <a:lnTo>
                    <a:pt x="122027" y="983623"/>
                  </a:lnTo>
                  <a:lnTo>
                    <a:pt x="112104" y="981548"/>
                  </a:lnTo>
                  <a:lnTo>
                    <a:pt x="102229" y="979473"/>
                  </a:lnTo>
                  <a:lnTo>
                    <a:pt x="92478" y="977397"/>
                  </a:lnTo>
                  <a:lnTo>
                    <a:pt x="82890" y="975322"/>
                  </a:lnTo>
                  <a:lnTo>
                    <a:pt x="73510" y="973247"/>
                  </a:lnTo>
                  <a:lnTo>
                    <a:pt x="64421" y="971172"/>
                  </a:lnTo>
                  <a:lnTo>
                    <a:pt x="55770" y="969097"/>
                  </a:lnTo>
                  <a:lnTo>
                    <a:pt x="47524" y="967022"/>
                  </a:lnTo>
                  <a:lnTo>
                    <a:pt x="39727" y="964947"/>
                  </a:lnTo>
                  <a:lnTo>
                    <a:pt x="32421" y="962871"/>
                  </a:lnTo>
                  <a:lnTo>
                    <a:pt x="25862" y="960796"/>
                  </a:lnTo>
                  <a:lnTo>
                    <a:pt x="19960" y="958721"/>
                  </a:lnTo>
                  <a:lnTo>
                    <a:pt x="14711" y="956646"/>
                  </a:lnTo>
                  <a:lnTo>
                    <a:pt x="10146" y="954571"/>
                  </a:lnTo>
                  <a:lnTo>
                    <a:pt x="6423" y="952496"/>
                  </a:lnTo>
                  <a:lnTo>
                    <a:pt x="3638" y="950420"/>
                  </a:lnTo>
                  <a:lnTo>
                    <a:pt x="1633" y="948345"/>
                  </a:lnTo>
                  <a:lnTo>
                    <a:pt x="417" y="946270"/>
                  </a:lnTo>
                  <a:lnTo>
                    <a:pt x="75" y="944569"/>
                  </a:lnTo>
                  <a:lnTo>
                    <a:pt x="0" y="944195"/>
                  </a:lnTo>
                  <a:lnTo>
                    <a:pt x="709" y="942120"/>
                  </a:lnTo>
                  <a:lnTo>
                    <a:pt x="2220" y="940045"/>
                  </a:lnTo>
                  <a:lnTo>
                    <a:pt x="4516" y="937969"/>
                  </a:lnTo>
                  <a:lnTo>
                    <a:pt x="7582" y="935894"/>
                  </a:lnTo>
                  <a:lnTo>
                    <a:pt x="11563" y="933819"/>
                  </a:lnTo>
                  <a:lnTo>
                    <a:pt x="16382" y="931744"/>
                  </a:lnTo>
                  <a:lnTo>
                    <a:pt x="21868" y="929669"/>
                  </a:lnTo>
                  <a:lnTo>
                    <a:pt x="27991" y="927594"/>
                  </a:lnTo>
                  <a:lnTo>
                    <a:pt x="34741" y="925519"/>
                  </a:lnTo>
                  <a:lnTo>
                    <a:pt x="42220" y="923443"/>
                  </a:lnTo>
                  <a:lnTo>
                    <a:pt x="50167" y="921368"/>
                  </a:lnTo>
                  <a:lnTo>
                    <a:pt x="58539" y="919293"/>
                  </a:lnTo>
                  <a:lnTo>
                    <a:pt x="67292" y="917218"/>
                  </a:lnTo>
                  <a:lnTo>
                    <a:pt x="76447" y="915143"/>
                  </a:lnTo>
                  <a:lnTo>
                    <a:pt x="85870" y="913068"/>
                  </a:lnTo>
                  <a:lnTo>
                    <a:pt x="95474" y="910992"/>
                  </a:lnTo>
                  <a:lnTo>
                    <a:pt x="105217" y="908917"/>
                  </a:lnTo>
                  <a:lnTo>
                    <a:pt x="115053" y="906842"/>
                  </a:lnTo>
                  <a:lnTo>
                    <a:pt x="124909" y="904767"/>
                  </a:lnTo>
                  <a:lnTo>
                    <a:pt x="134719" y="902692"/>
                  </a:lnTo>
                  <a:lnTo>
                    <a:pt x="144447" y="900617"/>
                  </a:lnTo>
                  <a:lnTo>
                    <a:pt x="154056" y="898542"/>
                  </a:lnTo>
                  <a:lnTo>
                    <a:pt x="163438" y="896466"/>
                  </a:lnTo>
                  <a:lnTo>
                    <a:pt x="172584" y="894391"/>
                  </a:lnTo>
                  <a:lnTo>
                    <a:pt x="181484" y="892316"/>
                  </a:lnTo>
                  <a:lnTo>
                    <a:pt x="190113" y="890241"/>
                  </a:lnTo>
                  <a:lnTo>
                    <a:pt x="198400" y="888166"/>
                  </a:lnTo>
                  <a:lnTo>
                    <a:pt x="206281" y="886091"/>
                  </a:lnTo>
                  <a:lnTo>
                    <a:pt x="213820" y="884015"/>
                  </a:lnTo>
                  <a:lnTo>
                    <a:pt x="221008" y="881940"/>
                  </a:lnTo>
                  <a:lnTo>
                    <a:pt x="227837" y="879865"/>
                  </a:lnTo>
                  <a:lnTo>
                    <a:pt x="234154" y="877790"/>
                  </a:lnTo>
                  <a:lnTo>
                    <a:pt x="240093" y="875715"/>
                  </a:lnTo>
                  <a:lnTo>
                    <a:pt x="245663" y="873640"/>
                  </a:lnTo>
                  <a:lnTo>
                    <a:pt x="250867" y="871565"/>
                  </a:lnTo>
                  <a:lnTo>
                    <a:pt x="255633" y="869489"/>
                  </a:lnTo>
                  <a:lnTo>
                    <a:pt x="259978" y="867414"/>
                  </a:lnTo>
                  <a:lnTo>
                    <a:pt x="263983" y="865339"/>
                  </a:lnTo>
                  <a:lnTo>
                    <a:pt x="267656" y="863264"/>
                  </a:lnTo>
                  <a:lnTo>
                    <a:pt x="270997" y="861189"/>
                  </a:lnTo>
                  <a:lnTo>
                    <a:pt x="273919" y="859114"/>
                  </a:lnTo>
                  <a:lnTo>
                    <a:pt x="276554" y="857038"/>
                  </a:lnTo>
                  <a:lnTo>
                    <a:pt x="278914" y="854963"/>
                  </a:lnTo>
                  <a:lnTo>
                    <a:pt x="281011" y="852888"/>
                  </a:lnTo>
                  <a:lnTo>
                    <a:pt x="282794" y="850813"/>
                  </a:lnTo>
                  <a:lnTo>
                    <a:pt x="284316" y="848738"/>
                  </a:lnTo>
                  <a:lnTo>
                    <a:pt x="285624" y="846663"/>
                  </a:lnTo>
                  <a:lnTo>
                    <a:pt x="286727" y="844588"/>
                  </a:lnTo>
                  <a:lnTo>
                    <a:pt x="287621" y="842512"/>
                  </a:lnTo>
                  <a:lnTo>
                    <a:pt x="288283" y="840437"/>
                  </a:lnTo>
                  <a:lnTo>
                    <a:pt x="288783" y="838362"/>
                  </a:lnTo>
                  <a:lnTo>
                    <a:pt x="289129" y="836287"/>
                  </a:lnTo>
                  <a:lnTo>
                    <a:pt x="289330" y="834212"/>
                  </a:lnTo>
                  <a:lnTo>
                    <a:pt x="289354" y="832137"/>
                  </a:lnTo>
                  <a:lnTo>
                    <a:pt x="289244" y="830061"/>
                  </a:lnTo>
                  <a:lnTo>
                    <a:pt x="289019" y="827986"/>
                  </a:lnTo>
                  <a:lnTo>
                    <a:pt x="288682" y="825911"/>
                  </a:lnTo>
                  <a:lnTo>
                    <a:pt x="288227" y="823836"/>
                  </a:lnTo>
                  <a:lnTo>
                    <a:pt x="287648" y="821761"/>
                  </a:lnTo>
                  <a:lnTo>
                    <a:pt x="286979" y="819686"/>
                  </a:lnTo>
                  <a:lnTo>
                    <a:pt x="286221" y="817611"/>
                  </a:lnTo>
                  <a:lnTo>
                    <a:pt x="285379" y="815535"/>
                  </a:lnTo>
                  <a:lnTo>
                    <a:pt x="284425" y="813460"/>
                  </a:lnTo>
                  <a:lnTo>
                    <a:pt x="283392" y="811385"/>
                  </a:lnTo>
                  <a:lnTo>
                    <a:pt x="282285" y="809310"/>
                  </a:lnTo>
                  <a:lnTo>
                    <a:pt x="281104" y="807235"/>
                  </a:lnTo>
                  <a:lnTo>
                    <a:pt x="279839" y="805160"/>
                  </a:lnTo>
                  <a:lnTo>
                    <a:pt x="278490" y="803084"/>
                  </a:lnTo>
                  <a:lnTo>
                    <a:pt x="277075" y="801009"/>
                  </a:lnTo>
                  <a:lnTo>
                    <a:pt x="275594" y="798934"/>
                  </a:lnTo>
                  <a:lnTo>
                    <a:pt x="274047" y="796859"/>
                  </a:lnTo>
                  <a:lnTo>
                    <a:pt x="272413" y="794784"/>
                  </a:lnTo>
                  <a:lnTo>
                    <a:pt x="270719" y="792709"/>
                  </a:lnTo>
                  <a:lnTo>
                    <a:pt x="268965" y="790634"/>
                  </a:lnTo>
                  <a:lnTo>
                    <a:pt x="267153" y="788558"/>
                  </a:lnTo>
                  <a:lnTo>
                    <a:pt x="265270" y="786483"/>
                  </a:lnTo>
                  <a:lnTo>
                    <a:pt x="263324" y="784408"/>
                  </a:lnTo>
                  <a:lnTo>
                    <a:pt x="261326" y="782333"/>
                  </a:lnTo>
                  <a:lnTo>
                    <a:pt x="259278" y="780258"/>
                  </a:lnTo>
                  <a:lnTo>
                    <a:pt x="257177" y="778183"/>
                  </a:lnTo>
                  <a:lnTo>
                    <a:pt x="255015" y="776107"/>
                  </a:lnTo>
                  <a:lnTo>
                    <a:pt x="252812" y="774032"/>
                  </a:lnTo>
                  <a:lnTo>
                    <a:pt x="250568" y="771957"/>
                  </a:lnTo>
                  <a:lnTo>
                    <a:pt x="248286" y="769882"/>
                  </a:lnTo>
                  <a:lnTo>
                    <a:pt x="245959" y="767807"/>
                  </a:lnTo>
                  <a:lnTo>
                    <a:pt x="243599" y="765732"/>
                  </a:lnTo>
                  <a:lnTo>
                    <a:pt x="241211" y="763656"/>
                  </a:lnTo>
                  <a:lnTo>
                    <a:pt x="238800" y="761581"/>
                  </a:lnTo>
                  <a:lnTo>
                    <a:pt x="236364" y="759506"/>
                  </a:lnTo>
                  <a:lnTo>
                    <a:pt x="233907" y="757431"/>
                  </a:lnTo>
                  <a:lnTo>
                    <a:pt x="231438" y="755356"/>
                  </a:lnTo>
                  <a:lnTo>
                    <a:pt x="228960" y="753281"/>
                  </a:lnTo>
                  <a:lnTo>
                    <a:pt x="226474" y="751206"/>
                  </a:lnTo>
                  <a:lnTo>
                    <a:pt x="223986" y="749130"/>
                  </a:lnTo>
                  <a:lnTo>
                    <a:pt x="221501" y="747055"/>
                  </a:lnTo>
                  <a:lnTo>
                    <a:pt x="219021" y="744980"/>
                  </a:lnTo>
                  <a:lnTo>
                    <a:pt x="216550" y="742905"/>
                  </a:lnTo>
                  <a:lnTo>
                    <a:pt x="214092" y="740830"/>
                  </a:lnTo>
                  <a:lnTo>
                    <a:pt x="211654" y="738755"/>
                  </a:lnTo>
                  <a:lnTo>
                    <a:pt x="209235" y="736679"/>
                  </a:lnTo>
                  <a:lnTo>
                    <a:pt x="206837" y="734604"/>
                  </a:lnTo>
                  <a:lnTo>
                    <a:pt x="204463" y="732529"/>
                  </a:lnTo>
                  <a:lnTo>
                    <a:pt x="202128" y="730454"/>
                  </a:lnTo>
                  <a:lnTo>
                    <a:pt x="199822" y="728379"/>
                  </a:lnTo>
                  <a:lnTo>
                    <a:pt x="197549" y="726304"/>
                  </a:lnTo>
                  <a:lnTo>
                    <a:pt x="195309" y="724229"/>
                  </a:lnTo>
                  <a:lnTo>
                    <a:pt x="193114" y="722153"/>
                  </a:lnTo>
                  <a:lnTo>
                    <a:pt x="190963" y="720078"/>
                  </a:lnTo>
                  <a:lnTo>
                    <a:pt x="188852" y="718003"/>
                  </a:lnTo>
                  <a:lnTo>
                    <a:pt x="186782" y="715928"/>
                  </a:lnTo>
                  <a:lnTo>
                    <a:pt x="184756" y="713853"/>
                  </a:lnTo>
                  <a:lnTo>
                    <a:pt x="182788" y="711778"/>
                  </a:lnTo>
                  <a:lnTo>
                    <a:pt x="180866" y="709702"/>
                  </a:lnTo>
                  <a:lnTo>
                    <a:pt x="178988" y="707627"/>
                  </a:lnTo>
                  <a:lnTo>
                    <a:pt x="177156" y="705552"/>
                  </a:lnTo>
                  <a:lnTo>
                    <a:pt x="175385" y="703477"/>
                  </a:lnTo>
                  <a:lnTo>
                    <a:pt x="173667" y="701402"/>
                  </a:lnTo>
                  <a:lnTo>
                    <a:pt x="171997" y="699327"/>
                  </a:lnTo>
                  <a:lnTo>
                    <a:pt x="170375" y="697252"/>
                  </a:lnTo>
                  <a:lnTo>
                    <a:pt x="170077" y="696857"/>
                  </a:lnTo>
                  <a:lnTo>
                    <a:pt x="168808" y="695176"/>
                  </a:lnTo>
                  <a:lnTo>
                    <a:pt x="167304" y="693101"/>
                  </a:lnTo>
                  <a:lnTo>
                    <a:pt x="165850" y="691026"/>
                  </a:lnTo>
                  <a:lnTo>
                    <a:pt x="164445" y="688951"/>
                  </a:lnTo>
                  <a:lnTo>
                    <a:pt x="163091" y="686876"/>
                  </a:lnTo>
                  <a:lnTo>
                    <a:pt x="161804" y="684801"/>
                  </a:lnTo>
                  <a:lnTo>
                    <a:pt x="160571" y="682725"/>
                  </a:lnTo>
                  <a:lnTo>
                    <a:pt x="159389" y="680650"/>
                  </a:lnTo>
                  <a:lnTo>
                    <a:pt x="158257" y="678575"/>
                  </a:lnTo>
                  <a:lnTo>
                    <a:pt x="157185" y="676500"/>
                  </a:lnTo>
                  <a:lnTo>
                    <a:pt x="156176" y="674425"/>
                  </a:lnTo>
                  <a:lnTo>
                    <a:pt x="155218" y="672350"/>
                  </a:lnTo>
                  <a:lnTo>
                    <a:pt x="154311" y="670275"/>
                  </a:lnTo>
                  <a:lnTo>
                    <a:pt x="153455" y="668199"/>
                  </a:lnTo>
                  <a:lnTo>
                    <a:pt x="152671" y="666124"/>
                  </a:lnTo>
                  <a:lnTo>
                    <a:pt x="151937" y="664049"/>
                  </a:lnTo>
                  <a:lnTo>
                    <a:pt x="151254" y="661974"/>
                  </a:lnTo>
                  <a:lnTo>
                    <a:pt x="150621" y="659899"/>
                  </a:lnTo>
                  <a:lnTo>
                    <a:pt x="150050" y="657824"/>
                  </a:lnTo>
                  <a:lnTo>
                    <a:pt x="149537" y="655748"/>
                  </a:lnTo>
                  <a:lnTo>
                    <a:pt x="149073" y="653673"/>
                  </a:lnTo>
                  <a:lnTo>
                    <a:pt x="148658" y="651598"/>
                  </a:lnTo>
                  <a:lnTo>
                    <a:pt x="148295" y="649523"/>
                  </a:lnTo>
                  <a:lnTo>
                    <a:pt x="147996" y="647448"/>
                  </a:lnTo>
                  <a:lnTo>
                    <a:pt x="147744" y="645373"/>
                  </a:lnTo>
                  <a:lnTo>
                    <a:pt x="147538" y="643298"/>
                  </a:lnTo>
                  <a:lnTo>
                    <a:pt x="147378" y="641222"/>
                  </a:lnTo>
                  <a:lnTo>
                    <a:pt x="147276" y="639147"/>
                  </a:lnTo>
                  <a:lnTo>
                    <a:pt x="147223" y="637072"/>
                  </a:lnTo>
                  <a:lnTo>
                    <a:pt x="147214" y="634997"/>
                  </a:lnTo>
                  <a:lnTo>
                    <a:pt x="147247" y="632922"/>
                  </a:lnTo>
                  <a:lnTo>
                    <a:pt x="147326" y="630847"/>
                  </a:lnTo>
                  <a:lnTo>
                    <a:pt x="147458" y="628771"/>
                  </a:lnTo>
                  <a:lnTo>
                    <a:pt x="147630" y="626696"/>
                  </a:lnTo>
                  <a:lnTo>
                    <a:pt x="147840" y="624621"/>
                  </a:lnTo>
                  <a:lnTo>
                    <a:pt x="148088" y="622546"/>
                  </a:lnTo>
                  <a:lnTo>
                    <a:pt x="148386" y="620471"/>
                  </a:lnTo>
                  <a:lnTo>
                    <a:pt x="148721" y="618396"/>
                  </a:lnTo>
                  <a:lnTo>
                    <a:pt x="149092" y="616320"/>
                  </a:lnTo>
                  <a:lnTo>
                    <a:pt x="149496" y="614245"/>
                  </a:lnTo>
                  <a:lnTo>
                    <a:pt x="149939" y="612170"/>
                  </a:lnTo>
                  <a:lnTo>
                    <a:pt x="150421" y="610095"/>
                  </a:lnTo>
                  <a:lnTo>
                    <a:pt x="150934" y="608020"/>
                  </a:lnTo>
                  <a:lnTo>
                    <a:pt x="151478" y="605945"/>
                  </a:lnTo>
                  <a:lnTo>
                    <a:pt x="152051" y="603870"/>
                  </a:lnTo>
                  <a:lnTo>
                    <a:pt x="152664" y="601794"/>
                  </a:lnTo>
                  <a:lnTo>
                    <a:pt x="153304" y="599719"/>
                  </a:lnTo>
                  <a:lnTo>
                    <a:pt x="153970" y="597644"/>
                  </a:lnTo>
                  <a:lnTo>
                    <a:pt x="154663" y="595569"/>
                  </a:lnTo>
                  <a:lnTo>
                    <a:pt x="155386" y="593494"/>
                  </a:lnTo>
                  <a:lnTo>
                    <a:pt x="156137" y="591419"/>
                  </a:lnTo>
                  <a:lnTo>
                    <a:pt x="156911" y="589343"/>
                  </a:lnTo>
                  <a:lnTo>
                    <a:pt x="157708" y="587268"/>
                  </a:lnTo>
                  <a:lnTo>
                    <a:pt x="158527" y="585193"/>
                  </a:lnTo>
                  <a:lnTo>
                    <a:pt x="159375" y="583118"/>
                  </a:lnTo>
                  <a:lnTo>
                    <a:pt x="160243" y="581043"/>
                  </a:lnTo>
                  <a:lnTo>
                    <a:pt x="161129" y="578968"/>
                  </a:lnTo>
                  <a:lnTo>
                    <a:pt x="162035" y="576893"/>
                  </a:lnTo>
                  <a:lnTo>
                    <a:pt x="162962" y="574817"/>
                  </a:lnTo>
                  <a:lnTo>
                    <a:pt x="163032" y="574664"/>
                  </a:lnTo>
                  <a:lnTo>
                    <a:pt x="163909" y="572742"/>
                  </a:lnTo>
                  <a:lnTo>
                    <a:pt x="164872" y="570667"/>
                  </a:lnTo>
                  <a:lnTo>
                    <a:pt x="165851" y="568592"/>
                  </a:lnTo>
                  <a:lnTo>
                    <a:pt x="166845" y="566517"/>
                  </a:lnTo>
                  <a:lnTo>
                    <a:pt x="167859" y="564442"/>
                  </a:lnTo>
                  <a:lnTo>
                    <a:pt x="168886" y="562366"/>
                  </a:lnTo>
                  <a:lnTo>
                    <a:pt x="169925" y="560291"/>
                  </a:lnTo>
                  <a:lnTo>
                    <a:pt x="170978" y="558216"/>
                  </a:lnTo>
                  <a:lnTo>
                    <a:pt x="172045" y="556141"/>
                  </a:lnTo>
                  <a:lnTo>
                    <a:pt x="173126" y="554066"/>
                  </a:lnTo>
                  <a:lnTo>
                    <a:pt x="174217" y="551991"/>
                  </a:lnTo>
                  <a:lnTo>
                    <a:pt x="175318" y="549916"/>
                  </a:lnTo>
                  <a:lnTo>
                    <a:pt x="176432" y="547840"/>
                  </a:lnTo>
                  <a:lnTo>
                    <a:pt x="177557" y="545765"/>
                  </a:lnTo>
                  <a:lnTo>
                    <a:pt x="178693" y="543690"/>
                  </a:lnTo>
                  <a:lnTo>
                    <a:pt x="179837" y="541615"/>
                  </a:lnTo>
                  <a:lnTo>
                    <a:pt x="180991" y="539540"/>
                  </a:lnTo>
                  <a:lnTo>
                    <a:pt x="182158" y="537465"/>
                  </a:lnTo>
                  <a:lnTo>
                    <a:pt x="183334" y="535389"/>
                  </a:lnTo>
                  <a:lnTo>
                    <a:pt x="184519" y="533314"/>
                  </a:lnTo>
                  <a:lnTo>
                    <a:pt x="185713" y="531239"/>
                  </a:lnTo>
                  <a:lnTo>
                    <a:pt x="186917" y="529164"/>
                  </a:lnTo>
                  <a:lnTo>
                    <a:pt x="188132" y="527089"/>
                  </a:lnTo>
                  <a:lnTo>
                    <a:pt x="189357" y="525014"/>
                  </a:lnTo>
                  <a:lnTo>
                    <a:pt x="190590" y="522939"/>
                  </a:lnTo>
                  <a:lnTo>
                    <a:pt x="191832" y="520863"/>
                  </a:lnTo>
                  <a:lnTo>
                    <a:pt x="193087" y="518788"/>
                  </a:lnTo>
                  <a:lnTo>
                    <a:pt x="194351" y="516713"/>
                  </a:lnTo>
                  <a:lnTo>
                    <a:pt x="195624" y="514638"/>
                  </a:lnTo>
                  <a:lnTo>
                    <a:pt x="196905" y="512563"/>
                  </a:lnTo>
                  <a:lnTo>
                    <a:pt x="198197" y="510488"/>
                  </a:lnTo>
                  <a:lnTo>
                    <a:pt x="199498" y="508412"/>
                  </a:lnTo>
                  <a:lnTo>
                    <a:pt x="200808" y="506337"/>
                  </a:lnTo>
                  <a:lnTo>
                    <a:pt x="202125" y="504262"/>
                  </a:lnTo>
                  <a:lnTo>
                    <a:pt x="203450" y="502187"/>
                  </a:lnTo>
                  <a:lnTo>
                    <a:pt x="204784" y="500112"/>
                  </a:lnTo>
                  <a:lnTo>
                    <a:pt x="206124" y="498037"/>
                  </a:lnTo>
                  <a:lnTo>
                    <a:pt x="207469" y="495962"/>
                  </a:lnTo>
                  <a:lnTo>
                    <a:pt x="208820" y="493886"/>
                  </a:lnTo>
                  <a:lnTo>
                    <a:pt x="210175" y="491811"/>
                  </a:lnTo>
                  <a:lnTo>
                    <a:pt x="211534" y="489736"/>
                  </a:lnTo>
                  <a:lnTo>
                    <a:pt x="212894" y="487661"/>
                  </a:lnTo>
                  <a:lnTo>
                    <a:pt x="214256" y="485586"/>
                  </a:lnTo>
                  <a:lnTo>
                    <a:pt x="215618" y="483511"/>
                  </a:lnTo>
                  <a:lnTo>
                    <a:pt x="216979" y="481435"/>
                  </a:lnTo>
                  <a:lnTo>
                    <a:pt x="218337" y="479360"/>
                  </a:lnTo>
                  <a:lnTo>
                    <a:pt x="219692" y="477285"/>
                  </a:lnTo>
                  <a:lnTo>
                    <a:pt x="221043" y="475210"/>
                  </a:lnTo>
                  <a:lnTo>
                    <a:pt x="222386" y="473135"/>
                  </a:lnTo>
                  <a:lnTo>
                    <a:pt x="223721" y="471060"/>
                  </a:lnTo>
                  <a:lnTo>
                    <a:pt x="225049" y="468984"/>
                  </a:lnTo>
                  <a:lnTo>
                    <a:pt x="226367" y="466909"/>
                  </a:lnTo>
                  <a:lnTo>
                    <a:pt x="227673" y="464834"/>
                  </a:lnTo>
                  <a:lnTo>
                    <a:pt x="228966" y="462759"/>
                  </a:lnTo>
                  <a:lnTo>
                    <a:pt x="230245" y="460684"/>
                  </a:lnTo>
                  <a:lnTo>
                    <a:pt x="231512" y="458609"/>
                  </a:lnTo>
                  <a:lnTo>
                    <a:pt x="232765" y="456534"/>
                  </a:lnTo>
                  <a:lnTo>
                    <a:pt x="233996" y="454458"/>
                  </a:lnTo>
                  <a:lnTo>
                    <a:pt x="235212" y="452383"/>
                  </a:lnTo>
                  <a:lnTo>
                    <a:pt x="236412" y="450308"/>
                  </a:lnTo>
                  <a:lnTo>
                    <a:pt x="237595" y="448233"/>
                  </a:lnTo>
                  <a:lnTo>
                    <a:pt x="238757" y="446158"/>
                  </a:lnTo>
                  <a:lnTo>
                    <a:pt x="239899" y="444083"/>
                  </a:lnTo>
                  <a:lnTo>
                    <a:pt x="241023" y="442007"/>
                  </a:lnTo>
                  <a:lnTo>
                    <a:pt x="242130" y="439932"/>
                  </a:lnTo>
                  <a:lnTo>
                    <a:pt x="243218" y="437857"/>
                  </a:lnTo>
                  <a:lnTo>
                    <a:pt x="244283" y="435782"/>
                  </a:lnTo>
                  <a:lnTo>
                    <a:pt x="245331" y="433707"/>
                  </a:lnTo>
                  <a:lnTo>
                    <a:pt x="246363" y="431632"/>
                  </a:lnTo>
                  <a:lnTo>
                    <a:pt x="247378" y="429557"/>
                  </a:lnTo>
                  <a:lnTo>
                    <a:pt x="248373" y="427481"/>
                  </a:lnTo>
                  <a:lnTo>
                    <a:pt x="249352" y="425406"/>
                  </a:lnTo>
                  <a:lnTo>
                    <a:pt x="250317" y="423331"/>
                  </a:lnTo>
                  <a:lnTo>
                    <a:pt x="251268" y="421256"/>
                  </a:lnTo>
                  <a:lnTo>
                    <a:pt x="252205" y="419181"/>
                  </a:lnTo>
                  <a:lnTo>
                    <a:pt x="253127" y="417106"/>
                  </a:lnTo>
                  <a:lnTo>
                    <a:pt x="254039" y="415030"/>
                  </a:lnTo>
                  <a:lnTo>
                    <a:pt x="254940" y="412955"/>
                  </a:lnTo>
                  <a:lnTo>
                    <a:pt x="255833" y="410880"/>
                  </a:lnTo>
                  <a:lnTo>
                    <a:pt x="256716" y="408805"/>
                  </a:lnTo>
                  <a:lnTo>
                    <a:pt x="257591" y="406730"/>
                  </a:lnTo>
                  <a:lnTo>
                    <a:pt x="258460" y="404655"/>
                  </a:lnTo>
                  <a:lnTo>
                    <a:pt x="259325" y="402580"/>
                  </a:lnTo>
                  <a:lnTo>
                    <a:pt x="260184" y="400504"/>
                  </a:lnTo>
                  <a:lnTo>
                    <a:pt x="261039" y="398429"/>
                  </a:lnTo>
                  <a:lnTo>
                    <a:pt x="261891" y="396354"/>
                  </a:lnTo>
                  <a:lnTo>
                    <a:pt x="262742" y="394279"/>
                  </a:lnTo>
                  <a:lnTo>
                    <a:pt x="263591" y="392204"/>
                  </a:lnTo>
                  <a:lnTo>
                    <a:pt x="264439" y="390129"/>
                  </a:lnTo>
                  <a:lnTo>
                    <a:pt x="265286" y="388053"/>
                  </a:lnTo>
                  <a:lnTo>
                    <a:pt x="266133" y="385978"/>
                  </a:lnTo>
                  <a:lnTo>
                    <a:pt x="266981" y="383903"/>
                  </a:lnTo>
                  <a:lnTo>
                    <a:pt x="267828" y="381828"/>
                  </a:lnTo>
                  <a:lnTo>
                    <a:pt x="268676" y="379753"/>
                  </a:lnTo>
                  <a:lnTo>
                    <a:pt x="269524" y="377678"/>
                  </a:lnTo>
                  <a:lnTo>
                    <a:pt x="270372" y="375603"/>
                  </a:lnTo>
                  <a:lnTo>
                    <a:pt x="271220" y="373527"/>
                  </a:lnTo>
                  <a:lnTo>
                    <a:pt x="272067" y="371452"/>
                  </a:lnTo>
                  <a:lnTo>
                    <a:pt x="272913" y="369377"/>
                  </a:lnTo>
                  <a:lnTo>
                    <a:pt x="273759" y="367302"/>
                  </a:lnTo>
                  <a:lnTo>
                    <a:pt x="274602" y="365227"/>
                  </a:lnTo>
                  <a:lnTo>
                    <a:pt x="275442" y="363152"/>
                  </a:lnTo>
                  <a:lnTo>
                    <a:pt x="276279" y="361076"/>
                  </a:lnTo>
                  <a:lnTo>
                    <a:pt x="277112" y="359001"/>
                  </a:lnTo>
                  <a:lnTo>
                    <a:pt x="277941" y="356926"/>
                  </a:lnTo>
                  <a:lnTo>
                    <a:pt x="278764" y="354851"/>
                  </a:lnTo>
                  <a:lnTo>
                    <a:pt x="279580" y="352776"/>
                  </a:lnTo>
                  <a:lnTo>
                    <a:pt x="280388" y="350701"/>
                  </a:lnTo>
                  <a:lnTo>
                    <a:pt x="281189" y="348626"/>
                  </a:lnTo>
                  <a:lnTo>
                    <a:pt x="281982" y="346550"/>
                  </a:lnTo>
                  <a:lnTo>
                    <a:pt x="282762" y="344475"/>
                  </a:lnTo>
                  <a:lnTo>
                    <a:pt x="283532" y="342400"/>
                  </a:lnTo>
                  <a:lnTo>
                    <a:pt x="284290" y="340325"/>
                  </a:lnTo>
                  <a:lnTo>
                    <a:pt x="285037" y="338250"/>
                  </a:lnTo>
                  <a:lnTo>
                    <a:pt x="285770" y="336175"/>
                  </a:lnTo>
                  <a:lnTo>
                    <a:pt x="286486" y="334099"/>
                  </a:lnTo>
                  <a:lnTo>
                    <a:pt x="287188" y="332024"/>
                  </a:lnTo>
                  <a:lnTo>
                    <a:pt x="287874" y="329949"/>
                  </a:lnTo>
                  <a:lnTo>
                    <a:pt x="288546" y="327874"/>
                  </a:lnTo>
                  <a:lnTo>
                    <a:pt x="289195" y="325799"/>
                  </a:lnTo>
                  <a:lnTo>
                    <a:pt x="289827" y="323724"/>
                  </a:lnTo>
                  <a:lnTo>
                    <a:pt x="290441" y="321649"/>
                  </a:lnTo>
                  <a:lnTo>
                    <a:pt x="291038" y="319573"/>
                  </a:lnTo>
                  <a:lnTo>
                    <a:pt x="291612" y="317498"/>
                  </a:lnTo>
                  <a:lnTo>
                    <a:pt x="292164" y="315423"/>
                  </a:lnTo>
                  <a:lnTo>
                    <a:pt x="292696" y="313348"/>
                  </a:lnTo>
                  <a:lnTo>
                    <a:pt x="293209" y="311273"/>
                  </a:lnTo>
                  <a:lnTo>
                    <a:pt x="293701" y="309198"/>
                  </a:lnTo>
                  <a:lnTo>
                    <a:pt x="294165" y="307122"/>
                  </a:lnTo>
                  <a:lnTo>
                    <a:pt x="294610" y="305047"/>
                  </a:lnTo>
                  <a:lnTo>
                    <a:pt x="295034" y="302972"/>
                  </a:lnTo>
                  <a:lnTo>
                    <a:pt x="295438" y="300897"/>
                  </a:lnTo>
                  <a:lnTo>
                    <a:pt x="295816" y="298822"/>
                  </a:lnTo>
                  <a:lnTo>
                    <a:pt x="296171" y="296747"/>
                  </a:lnTo>
                  <a:lnTo>
                    <a:pt x="296507" y="294671"/>
                  </a:lnTo>
                  <a:lnTo>
                    <a:pt x="296823" y="292596"/>
                  </a:lnTo>
                  <a:lnTo>
                    <a:pt x="297119" y="290521"/>
                  </a:lnTo>
                  <a:lnTo>
                    <a:pt x="297390" y="288446"/>
                  </a:lnTo>
                  <a:lnTo>
                    <a:pt x="297643" y="286371"/>
                  </a:lnTo>
                  <a:lnTo>
                    <a:pt x="297880" y="284296"/>
                  </a:lnTo>
                  <a:lnTo>
                    <a:pt x="298099" y="282221"/>
                  </a:lnTo>
                  <a:lnTo>
                    <a:pt x="298297" y="280145"/>
                  </a:lnTo>
                  <a:lnTo>
                    <a:pt x="298480" y="278070"/>
                  </a:lnTo>
                  <a:lnTo>
                    <a:pt x="298648" y="275995"/>
                  </a:lnTo>
                  <a:lnTo>
                    <a:pt x="298803" y="273920"/>
                  </a:lnTo>
                  <a:lnTo>
                    <a:pt x="298943" y="271845"/>
                  </a:lnTo>
                  <a:lnTo>
                    <a:pt x="299070" y="269770"/>
                  </a:lnTo>
                  <a:lnTo>
                    <a:pt x="299186" y="267694"/>
                  </a:lnTo>
                  <a:lnTo>
                    <a:pt x="299293" y="265619"/>
                  </a:lnTo>
                  <a:lnTo>
                    <a:pt x="299391" y="263544"/>
                  </a:lnTo>
                  <a:lnTo>
                    <a:pt x="299479" y="261469"/>
                  </a:lnTo>
                  <a:lnTo>
                    <a:pt x="299561" y="259394"/>
                  </a:lnTo>
                  <a:lnTo>
                    <a:pt x="299638" y="257319"/>
                  </a:lnTo>
                  <a:lnTo>
                    <a:pt x="299710" y="255244"/>
                  </a:lnTo>
                  <a:lnTo>
                    <a:pt x="299777" y="253168"/>
                  </a:lnTo>
                  <a:lnTo>
                    <a:pt x="299841" y="251093"/>
                  </a:lnTo>
                  <a:lnTo>
                    <a:pt x="299904" y="249018"/>
                  </a:lnTo>
                  <a:lnTo>
                    <a:pt x="299965" y="246943"/>
                  </a:lnTo>
                  <a:lnTo>
                    <a:pt x="300025" y="244868"/>
                  </a:lnTo>
                  <a:lnTo>
                    <a:pt x="300085" y="242793"/>
                  </a:lnTo>
                  <a:lnTo>
                    <a:pt x="300145" y="240717"/>
                  </a:lnTo>
                  <a:lnTo>
                    <a:pt x="300207" y="238642"/>
                  </a:lnTo>
                  <a:lnTo>
                    <a:pt x="300269" y="236567"/>
                  </a:lnTo>
                  <a:lnTo>
                    <a:pt x="300334" y="234492"/>
                  </a:lnTo>
                  <a:lnTo>
                    <a:pt x="300401" y="232417"/>
                  </a:lnTo>
                  <a:lnTo>
                    <a:pt x="300469" y="230342"/>
                  </a:lnTo>
                  <a:lnTo>
                    <a:pt x="300540" y="228267"/>
                  </a:lnTo>
                  <a:lnTo>
                    <a:pt x="300613" y="226191"/>
                  </a:lnTo>
                  <a:lnTo>
                    <a:pt x="300689" y="224116"/>
                  </a:lnTo>
                  <a:lnTo>
                    <a:pt x="300767" y="222041"/>
                  </a:lnTo>
                  <a:lnTo>
                    <a:pt x="300847" y="219966"/>
                  </a:lnTo>
                  <a:lnTo>
                    <a:pt x="300928" y="217891"/>
                  </a:lnTo>
                  <a:lnTo>
                    <a:pt x="301012" y="215816"/>
                  </a:lnTo>
                  <a:lnTo>
                    <a:pt x="301097" y="213740"/>
                  </a:lnTo>
                  <a:lnTo>
                    <a:pt x="301183" y="211665"/>
                  </a:lnTo>
                  <a:lnTo>
                    <a:pt x="301270" y="209590"/>
                  </a:lnTo>
                  <a:lnTo>
                    <a:pt x="301358" y="207515"/>
                  </a:lnTo>
                  <a:lnTo>
                    <a:pt x="301446" y="205440"/>
                  </a:lnTo>
                  <a:lnTo>
                    <a:pt x="301533" y="203365"/>
                  </a:lnTo>
                  <a:lnTo>
                    <a:pt x="301621" y="201290"/>
                  </a:lnTo>
                  <a:lnTo>
                    <a:pt x="301707" y="199214"/>
                  </a:lnTo>
                  <a:lnTo>
                    <a:pt x="301793" y="197139"/>
                  </a:lnTo>
                  <a:lnTo>
                    <a:pt x="301877" y="195064"/>
                  </a:lnTo>
                  <a:lnTo>
                    <a:pt x="301960" y="192989"/>
                  </a:lnTo>
                  <a:lnTo>
                    <a:pt x="302041" y="190914"/>
                  </a:lnTo>
                  <a:lnTo>
                    <a:pt x="302120" y="188839"/>
                  </a:lnTo>
                  <a:lnTo>
                    <a:pt x="302197" y="186763"/>
                  </a:lnTo>
                  <a:lnTo>
                    <a:pt x="302271" y="184688"/>
                  </a:lnTo>
                  <a:lnTo>
                    <a:pt x="302343" y="182613"/>
                  </a:lnTo>
                  <a:lnTo>
                    <a:pt x="302412" y="180538"/>
                  </a:lnTo>
                  <a:lnTo>
                    <a:pt x="302478" y="178463"/>
                  </a:lnTo>
                  <a:lnTo>
                    <a:pt x="302542" y="176388"/>
                  </a:lnTo>
                  <a:lnTo>
                    <a:pt x="302603" y="174313"/>
                  </a:lnTo>
                  <a:lnTo>
                    <a:pt x="302661" y="172237"/>
                  </a:lnTo>
                  <a:lnTo>
                    <a:pt x="302716" y="170162"/>
                  </a:lnTo>
                  <a:lnTo>
                    <a:pt x="302769" y="168087"/>
                  </a:lnTo>
                  <a:lnTo>
                    <a:pt x="302819" y="166012"/>
                  </a:lnTo>
                  <a:lnTo>
                    <a:pt x="302867" y="163937"/>
                  </a:lnTo>
                  <a:lnTo>
                    <a:pt x="302913" y="161862"/>
                  </a:lnTo>
                  <a:lnTo>
                    <a:pt x="302956" y="159786"/>
                  </a:lnTo>
                  <a:lnTo>
                    <a:pt x="302997" y="157711"/>
                  </a:lnTo>
                  <a:lnTo>
                    <a:pt x="303036" y="155636"/>
                  </a:lnTo>
                  <a:lnTo>
                    <a:pt x="303074" y="153561"/>
                  </a:lnTo>
                  <a:lnTo>
                    <a:pt x="303110" y="151486"/>
                  </a:lnTo>
                  <a:lnTo>
                    <a:pt x="303145" y="149411"/>
                  </a:lnTo>
                  <a:lnTo>
                    <a:pt x="303179" y="147335"/>
                  </a:lnTo>
                  <a:lnTo>
                    <a:pt x="303212" y="145260"/>
                  </a:lnTo>
                  <a:lnTo>
                    <a:pt x="303245" y="143185"/>
                  </a:lnTo>
                  <a:lnTo>
                    <a:pt x="303276" y="141110"/>
                  </a:lnTo>
                  <a:lnTo>
                    <a:pt x="303308" y="139035"/>
                  </a:lnTo>
                  <a:lnTo>
                    <a:pt x="303339" y="136960"/>
                  </a:lnTo>
                  <a:lnTo>
                    <a:pt x="303370" y="134885"/>
                  </a:lnTo>
                  <a:lnTo>
                    <a:pt x="303402" y="132809"/>
                  </a:lnTo>
                  <a:lnTo>
                    <a:pt x="303433" y="130734"/>
                  </a:lnTo>
                  <a:lnTo>
                    <a:pt x="303465" y="128659"/>
                  </a:lnTo>
                  <a:lnTo>
                    <a:pt x="303497" y="126584"/>
                  </a:lnTo>
                  <a:lnTo>
                    <a:pt x="303530" y="124509"/>
                  </a:lnTo>
                  <a:lnTo>
                    <a:pt x="303564" y="122434"/>
                  </a:lnTo>
                  <a:lnTo>
                    <a:pt x="303598" y="120358"/>
                  </a:lnTo>
                  <a:lnTo>
                    <a:pt x="303632" y="118283"/>
                  </a:lnTo>
                  <a:lnTo>
                    <a:pt x="303667" y="116208"/>
                  </a:lnTo>
                  <a:lnTo>
                    <a:pt x="303703" y="114133"/>
                  </a:lnTo>
                  <a:lnTo>
                    <a:pt x="303739" y="112058"/>
                  </a:lnTo>
                  <a:lnTo>
                    <a:pt x="303775" y="109983"/>
                  </a:lnTo>
                  <a:lnTo>
                    <a:pt x="303812" y="107908"/>
                  </a:lnTo>
                  <a:lnTo>
                    <a:pt x="303850" y="105832"/>
                  </a:lnTo>
                  <a:lnTo>
                    <a:pt x="303888" y="103757"/>
                  </a:lnTo>
                  <a:lnTo>
                    <a:pt x="303925" y="101682"/>
                  </a:lnTo>
                  <a:lnTo>
                    <a:pt x="303963" y="99607"/>
                  </a:lnTo>
                  <a:lnTo>
                    <a:pt x="304001" y="97532"/>
                  </a:lnTo>
                  <a:lnTo>
                    <a:pt x="304039" y="95457"/>
                  </a:lnTo>
                  <a:lnTo>
                    <a:pt x="304076" y="93381"/>
                  </a:lnTo>
                  <a:lnTo>
                    <a:pt x="304114" y="91306"/>
                  </a:lnTo>
                  <a:lnTo>
                    <a:pt x="304150" y="89231"/>
                  </a:lnTo>
                  <a:lnTo>
                    <a:pt x="304187" y="87156"/>
                  </a:lnTo>
                  <a:lnTo>
                    <a:pt x="304222" y="85081"/>
                  </a:lnTo>
                  <a:lnTo>
                    <a:pt x="304257" y="83006"/>
                  </a:lnTo>
                  <a:lnTo>
                    <a:pt x="304290" y="80931"/>
                  </a:lnTo>
                  <a:lnTo>
                    <a:pt x="304323" y="78855"/>
                  </a:lnTo>
                  <a:lnTo>
                    <a:pt x="304355" y="76780"/>
                  </a:lnTo>
                  <a:lnTo>
                    <a:pt x="304386" y="74705"/>
                  </a:lnTo>
                  <a:lnTo>
                    <a:pt x="304415" y="72630"/>
                  </a:lnTo>
                  <a:lnTo>
                    <a:pt x="304444" y="70555"/>
                  </a:lnTo>
                  <a:lnTo>
                    <a:pt x="304471" y="68480"/>
                  </a:lnTo>
                  <a:lnTo>
                    <a:pt x="304497" y="66404"/>
                  </a:lnTo>
                  <a:lnTo>
                    <a:pt x="304521" y="64329"/>
                  </a:lnTo>
                  <a:lnTo>
                    <a:pt x="304545" y="62254"/>
                  </a:lnTo>
                  <a:lnTo>
                    <a:pt x="304567" y="60179"/>
                  </a:lnTo>
                  <a:lnTo>
                    <a:pt x="304588" y="58104"/>
                  </a:lnTo>
                  <a:lnTo>
                    <a:pt x="304607" y="56029"/>
                  </a:lnTo>
                  <a:lnTo>
                    <a:pt x="304625" y="53954"/>
                  </a:lnTo>
                  <a:lnTo>
                    <a:pt x="304642" y="51878"/>
                  </a:lnTo>
                  <a:lnTo>
                    <a:pt x="304658" y="49803"/>
                  </a:lnTo>
                  <a:lnTo>
                    <a:pt x="304673" y="47728"/>
                  </a:lnTo>
                  <a:lnTo>
                    <a:pt x="304686" y="45653"/>
                  </a:lnTo>
                  <a:lnTo>
                    <a:pt x="304699" y="43578"/>
                  </a:lnTo>
                  <a:lnTo>
                    <a:pt x="304710" y="41503"/>
                  </a:lnTo>
                  <a:lnTo>
                    <a:pt x="304720" y="39427"/>
                  </a:lnTo>
                  <a:lnTo>
                    <a:pt x="304730" y="37352"/>
                  </a:lnTo>
                  <a:lnTo>
                    <a:pt x="304739" y="35277"/>
                  </a:lnTo>
                  <a:lnTo>
                    <a:pt x="304747" y="33202"/>
                  </a:lnTo>
                  <a:lnTo>
                    <a:pt x="304754" y="31127"/>
                  </a:lnTo>
                  <a:lnTo>
                    <a:pt x="304760" y="29052"/>
                  </a:lnTo>
                  <a:lnTo>
                    <a:pt x="304766" y="26977"/>
                  </a:lnTo>
                  <a:lnTo>
                    <a:pt x="304771" y="24901"/>
                  </a:lnTo>
                  <a:lnTo>
                    <a:pt x="304775" y="22826"/>
                  </a:lnTo>
                  <a:lnTo>
                    <a:pt x="304779" y="20751"/>
                  </a:lnTo>
                  <a:lnTo>
                    <a:pt x="304783" y="18676"/>
                  </a:lnTo>
                  <a:lnTo>
                    <a:pt x="304786" y="16601"/>
                  </a:lnTo>
                  <a:lnTo>
                    <a:pt x="304789" y="14526"/>
                  </a:lnTo>
                  <a:lnTo>
                    <a:pt x="304792" y="12450"/>
                  </a:lnTo>
                  <a:lnTo>
                    <a:pt x="304794" y="10375"/>
                  </a:lnTo>
                  <a:lnTo>
                    <a:pt x="304796" y="8300"/>
                  </a:lnTo>
                  <a:lnTo>
                    <a:pt x="304797" y="6225"/>
                  </a:lnTo>
                  <a:lnTo>
                    <a:pt x="304799" y="4150"/>
                  </a:lnTo>
                  <a:lnTo>
                    <a:pt x="304800" y="2075"/>
                  </a:lnTo>
                  <a:lnTo>
                    <a:pt x="304813" y="0"/>
                  </a:lnTo>
                  <a:lnTo>
                    <a:pt x="304814" y="2075"/>
                  </a:lnTo>
                  <a:lnTo>
                    <a:pt x="304815" y="4150"/>
                  </a:lnTo>
                  <a:lnTo>
                    <a:pt x="304817" y="6225"/>
                  </a:lnTo>
                  <a:lnTo>
                    <a:pt x="304819" y="8300"/>
                  </a:lnTo>
                  <a:lnTo>
                    <a:pt x="304820" y="10375"/>
                  </a:lnTo>
                  <a:lnTo>
                    <a:pt x="304823" y="12450"/>
                  </a:lnTo>
                  <a:lnTo>
                    <a:pt x="304825" y="14526"/>
                  </a:lnTo>
                  <a:lnTo>
                    <a:pt x="304828" y="16601"/>
                  </a:lnTo>
                  <a:lnTo>
                    <a:pt x="304831" y="18676"/>
                  </a:lnTo>
                  <a:lnTo>
                    <a:pt x="304835" y="20751"/>
                  </a:lnTo>
                  <a:lnTo>
                    <a:pt x="304839" y="22826"/>
                  </a:lnTo>
                  <a:lnTo>
                    <a:pt x="304843" y="24901"/>
                  </a:lnTo>
                  <a:lnTo>
                    <a:pt x="304849" y="26977"/>
                  </a:lnTo>
                  <a:lnTo>
                    <a:pt x="304854" y="29052"/>
                  </a:lnTo>
                  <a:lnTo>
                    <a:pt x="304861" y="31127"/>
                  </a:lnTo>
                  <a:lnTo>
                    <a:pt x="304868" y="33202"/>
                  </a:lnTo>
                  <a:lnTo>
                    <a:pt x="304876" y="35277"/>
                  </a:lnTo>
                  <a:lnTo>
                    <a:pt x="304884" y="37352"/>
                  </a:lnTo>
                  <a:lnTo>
                    <a:pt x="304894" y="39427"/>
                  </a:lnTo>
                  <a:lnTo>
                    <a:pt x="304904" y="41503"/>
                  </a:lnTo>
                  <a:lnTo>
                    <a:pt x="304916" y="43578"/>
                  </a:lnTo>
                  <a:lnTo>
                    <a:pt x="304928" y="45653"/>
                  </a:lnTo>
                  <a:lnTo>
                    <a:pt x="304942" y="47728"/>
                  </a:lnTo>
                  <a:lnTo>
                    <a:pt x="304956" y="49803"/>
                  </a:lnTo>
                  <a:lnTo>
                    <a:pt x="304972" y="51878"/>
                  </a:lnTo>
                  <a:lnTo>
                    <a:pt x="304989" y="53954"/>
                  </a:lnTo>
                  <a:lnTo>
                    <a:pt x="305007" y="56029"/>
                  </a:lnTo>
                  <a:lnTo>
                    <a:pt x="305027" y="58104"/>
                  </a:lnTo>
                  <a:lnTo>
                    <a:pt x="305047" y="60179"/>
                  </a:lnTo>
                  <a:lnTo>
                    <a:pt x="305069" y="62254"/>
                  </a:lnTo>
                  <a:lnTo>
                    <a:pt x="305093" y="64329"/>
                  </a:lnTo>
                  <a:lnTo>
                    <a:pt x="305117" y="66404"/>
                  </a:lnTo>
                  <a:lnTo>
                    <a:pt x="305143" y="68480"/>
                  </a:lnTo>
                  <a:lnTo>
                    <a:pt x="305170" y="70555"/>
                  </a:lnTo>
                  <a:lnTo>
                    <a:pt x="305199" y="72630"/>
                  </a:lnTo>
                  <a:lnTo>
                    <a:pt x="305228" y="74705"/>
                  </a:lnTo>
                  <a:lnTo>
                    <a:pt x="305259" y="76780"/>
                  </a:lnTo>
                  <a:lnTo>
                    <a:pt x="305291" y="78855"/>
                  </a:lnTo>
                  <a:lnTo>
                    <a:pt x="305324" y="80931"/>
                  </a:lnTo>
                  <a:lnTo>
                    <a:pt x="305358" y="83006"/>
                  </a:lnTo>
                  <a:lnTo>
                    <a:pt x="305392" y="85081"/>
                  </a:lnTo>
                  <a:lnTo>
                    <a:pt x="305428" y="87156"/>
                  </a:lnTo>
                  <a:lnTo>
                    <a:pt x="305464" y="89231"/>
                  </a:lnTo>
                  <a:lnTo>
                    <a:pt x="305501" y="91306"/>
                  </a:lnTo>
                  <a:lnTo>
                    <a:pt x="305538" y="93381"/>
                  </a:lnTo>
                  <a:lnTo>
                    <a:pt x="305575" y="95457"/>
                  </a:lnTo>
                  <a:lnTo>
                    <a:pt x="305613" y="97532"/>
                  </a:lnTo>
                  <a:lnTo>
                    <a:pt x="305651" y="99607"/>
                  </a:lnTo>
                  <a:lnTo>
                    <a:pt x="305689" y="101682"/>
                  </a:lnTo>
                  <a:lnTo>
                    <a:pt x="305727" y="103757"/>
                  </a:lnTo>
                  <a:lnTo>
                    <a:pt x="305764" y="105832"/>
                  </a:lnTo>
                  <a:lnTo>
                    <a:pt x="305802" y="107908"/>
                  </a:lnTo>
                  <a:lnTo>
                    <a:pt x="305839" y="109983"/>
                  </a:lnTo>
                  <a:lnTo>
                    <a:pt x="305875" y="112058"/>
                  </a:lnTo>
                  <a:lnTo>
                    <a:pt x="305912" y="114133"/>
                  </a:lnTo>
                  <a:lnTo>
                    <a:pt x="305947" y="116208"/>
                  </a:lnTo>
                  <a:lnTo>
                    <a:pt x="305982" y="118283"/>
                  </a:lnTo>
                  <a:lnTo>
                    <a:pt x="306017" y="120358"/>
                  </a:lnTo>
                  <a:lnTo>
                    <a:pt x="306051" y="122434"/>
                  </a:lnTo>
                  <a:lnTo>
                    <a:pt x="306084" y="124509"/>
                  </a:lnTo>
                  <a:lnTo>
                    <a:pt x="306117" y="126584"/>
                  </a:lnTo>
                  <a:lnTo>
                    <a:pt x="306149" y="128659"/>
                  </a:lnTo>
                  <a:lnTo>
                    <a:pt x="306181" y="130734"/>
                  </a:lnTo>
                  <a:lnTo>
                    <a:pt x="306213" y="132809"/>
                  </a:lnTo>
                  <a:lnTo>
                    <a:pt x="306244" y="134885"/>
                  </a:lnTo>
                  <a:lnTo>
                    <a:pt x="306275" y="136960"/>
                  </a:lnTo>
                  <a:lnTo>
                    <a:pt x="306307" y="139035"/>
                  </a:lnTo>
                  <a:lnTo>
                    <a:pt x="306338" y="141110"/>
                  </a:lnTo>
                  <a:lnTo>
                    <a:pt x="306370" y="143185"/>
                  </a:lnTo>
                  <a:lnTo>
                    <a:pt x="306402" y="145260"/>
                  </a:lnTo>
                  <a:lnTo>
                    <a:pt x="306435" y="147335"/>
                  </a:lnTo>
                  <a:lnTo>
                    <a:pt x="306469" y="149411"/>
                  </a:lnTo>
                  <a:lnTo>
                    <a:pt x="306504" y="151486"/>
                  </a:lnTo>
                  <a:lnTo>
                    <a:pt x="306540" y="153561"/>
                  </a:lnTo>
                  <a:lnTo>
                    <a:pt x="306578" y="155636"/>
                  </a:lnTo>
                  <a:lnTo>
                    <a:pt x="306618" y="157711"/>
                  </a:lnTo>
                  <a:lnTo>
                    <a:pt x="306659" y="159786"/>
                  </a:lnTo>
                  <a:lnTo>
                    <a:pt x="306702" y="161862"/>
                  </a:lnTo>
                  <a:lnTo>
                    <a:pt x="306747" y="163937"/>
                  </a:lnTo>
                  <a:lnTo>
                    <a:pt x="306795" y="166012"/>
                  </a:lnTo>
                  <a:lnTo>
                    <a:pt x="306845" y="168087"/>
                  </a:lnTo>
                  <a:lnTo>
                    <a:pt x="306898" y="170162"/>
                  </a:lnTo>
                  <a:lnTo>
                    <a:pt x="306953" y="172237"/>
                  </a:lnTo>
                  <a:lnTo>
                    <a:pt x="307012" y="174313"/>
                  </a:lnTo>
                  <a:lnTo>
                    <a:pt x="307072" y="176388"/>
                  </a:lnTo>
                  <a:lnTo>
                    <a:pt x="307136" y="178463"/>
                  </a:lnTo>
                  <a:lnTo>
                    <a:pt x="307202" y="180538"/>
                  </a:lnTo>
                  <a:lnTo>
                    <a:pt x="307271" y="182613"/>
                  </a:lnTo>
                  <a:lnTo>
                    <a:pt x="307343" y="184688"/>
                  </a:lnTo>
                  <a:lnTo>
                    <a:pt x="307418" y="186763"/>
                  </a:lnTo>
                  <a:lnTo>
                    <a:pt x="307494" y="188839"/>
                  </a:lnTo>
                  <a:lnTo>
                    <a:pt x="307573" y="190914"/>
                  </a:lnTo>
                  <a:lnTo>
                    <a:pt x="307654" y="192989"/>
                  </a:lnTo>
                  <a:lnTo>
                    <a:pt x="307737" y="195064"/>
                  </a:lnTo>
                  <a:lnTo>
                    <a:pt x="307821" y="197139"/>
                  </a:lnTo>
                  <a:lnTo>
                    <a:pt x="307907" y="199214"/>
                  </a:lnTo>
                  <a:lnTo>
                    <a:pt x="307994" y="201290"/>
                  </a:lnTo>
                  <a:lnTo>
                    <a:pt x="308081" y="203365"/>
                  </a:lnTo>
                  <a:lnTo>
                    <a:pt x="308169" y="205440"/>
                  </a:lnTo>
                  <a:lnTo>
                    <a:pt x="308257" y="207515"/>
                  </a:lnTo>
                  <a:lnTo>
                    <a:pt x="308344" y="209590"/>
                  </a:lnTo>
                  <a:lnTo>
                    <a:pt x="308431" y="211665"/>
                  </a:lnTo>
                  <a:lnTo>
                    <a:pt x="308517" y="213740"/>
                  </a:lnTo>
                  <a:lnTo>
                    <a:pt x="308602" y="215816"/>
                  </a:lnTo>
                  <a:lnTo>
                    <a:pt x="308686" y="217891"/>
                  </a:lnTo>
                  <a:lnTo>
                    <a:pt x="308767" y="219966"/>
                  </a:lnTo>
                  <a:lnTo>
                    <a:pt x="308847" y="222041"/>
                  </a:lnTo>
                  <a:lnTo>
                    <a:pt x="308925" y="224116"/>
                  </a:lnTo>
                  <a:lnTo>
                    <a:pt x="309001" y="226191"/>
                  </a:lnTo>
                  <a:lnTo>
                    <a:pt x="309074" y="228267"/>
                  </a:lnTo>
                  <a:lnTo>
                    <a:pt x="309145" y="230342"/>
                  </a:lnTo>
                  <a:lnTo>
                    <a:pt x="309214" y="232417"/>
                  </a:lnTo>
                  <a:lnTo>
                    <a:pt x="309280" y="234492"/>
                  </a:lnTo>
                  <a:lnTo>
                    <a:pt x="309345" y="236567"/>
                  </a:lnTo>
                  <a:lnTo>
                    <a:pt x="309408" y="238642"/>
                  </a:lnTo>
                  <a:lnTo>
                    <a:pt x="309469" y="240717"/>
                  </a:lnTo>
                  <a:lnTo>
                    <a:pt x="309530" y="242793"/>
                  </a:lnTo>
                  <a:lnTo>
                    <a:pt x="309590" y="244868"/>
                  </a:lnTo>
                  <a:lnTo>
                    <a:pt x="309650" y="246943"/>
                  </a:lnTo>
                  <a:lnTo>
                    <a:pt x="309710" y="249018"/>
                  </a:lnTo>
                  <a:lnTo>
                    <a:pt x="309773" y="251093"/>
                  </a:lnTo>
                  <a:lnTo>
                    <a:pt x="309837" y="253168"/>
                  </a:lnTo>
                  <a:lnTo>
                    <a:pt x="309904" y="255244"/>
                  </a:lnTo>
                  <a:lnTo>
                    <a:pt x="309976" y="257319"/>
                  </a:lnTo>
                  <a:lnTo>
                    <a:pt x="310053" y="259394"/>
                  </a:lnTo>
                  <a:lnTo>
                    <a:pt x="310135" y="261469"/>
                  </a:lnTo>
                  <a:lnTo>
                    <a:pt x="310223" y="263544"/>
                  </a:lnTo>
                  <a:lnTo>
                    <a:pt x="310321" y="265619"/>
                  </a:lnTo>
                  <a:lnTo>
                    <a:pt x="310428" y="267694"/>
                  </a:lnTo>
                  <a:lnTo>
                    <a:pt x="310545" y="269770"/>
                  </a:lnTo>
                  <a:lnTo>
                    <a:pt x="310671" y="271845"/>
                  </a:lnTo>
                  <a:lnTo>
                    <a:pt x="310812" y="273920"/>
                  </a:lnTo>
                  <a:lnTo>
                    <a:pt x="310966" y="275995"/>
                  </a:lnTo>
                  <a:lnTo>
                    <a:pt x="311135" y="278070"/>
                  </a:lnTo>
                  <a:lnTo>
                    <a:pt x="311317" y="280145"/>
                  </a:lnTo>
                  <a:lnTo>
                    <a:pt x="311515" y="282221"/>
                  </a:lnTo>
                  <a:lnTo>
                    <a:pt x="311735" y="284296"/>
                  </a:lnTo>
                  <a:lnTo>
                    <a:pt x="311971" y="286371"/>
                  </a:lnTo>
                  <a:lnTo>
                    <a:pt x="312224" y="288446"/>
                  </a:lnTo>
                  <a:lnTo>
                    <a:pt x="312496" y="290521"/>
                  </a:lnTo>
                  <a:lnTo>
                    <a:pt x="312791" y="292596"/>
                  </a:lnTo>
                  <a:lnTo>
                    <a:pt x="313107" y="294671"/>
                  </a:lnTo>
                  <a:lnTo>
                    <a:pt x="313443" y="296747"/>
                  </a:lnTo>
                  <a:lnTo>
                    <a:pt x="313799" y="298822"/>
                  </a:lnTo>
                  <a:lnTo>
                    <a:pt x="314177" y="300897"/>
                  </a:lnTo>
                  <a:lnTo>
                    <a:pt x="314581" y="302972"/>
                  </a:lnTo>
                  <a:lnTo>
                    <a:pt x="315005" y="305047"/>
                  </a:lnTo>
                  <a:lnTo>
                    <a:pt x="315449" y="307122"/>
                  </a:lnTo>
                  <a:lnTo>
                    <a:pt x="315913" y="309198"/>
                  </a:lnTo>
                  <a:lnTo>
                    <a:pt x="316405" y="311273"/>
                  </a:lnTo>
                  <a:lnTo>
                    <a:pt x="316918" y="313348"/>
                  </a:lnTo>
                  <a:lnTo>
                    <a:pt x="317450" y="315423"/>
                  </a:lnTo>
                  <a:lnTo>
                    <a:pt x="318002" y="317498"/>
                  </a:lnTo>
                  <a:lnTo>
                    <a:pt x="318576" y="319573"/>
                  </a:lnTo>
                  <a:lnTo>
                    <a:pt x="319173" y="321649"/>
                  </a:lnTo>
                  <a:lnTo>
                    <a:pt x="319787" y="323724"/>
                  </a:lnTo>
                  <a:lnTo>
                    <a:pt x="320419" y="325799"/>
                  </a:lnTo>
                  <a:lnTo>
                    <a:pt x="321068" y="327874"/>
                  </a:lnTo>
                  <a:lnTo>
                    <a:pt x="321740" y="329949"/>
                  </a:lnTo>
                  <a:lnTo>
                    <a:pt x="322427" y="332024"/>
                  </a:lnTo>
                  <a:lnTo>
                    <a:pt x="323128" y="334099"/>
                  </a:lnTo>
                  <a:lnTo>
                    <a:pt x="323844" y="336175"/>
                  </a:lnTo>
                  <a:lnTo>
                    <a:pt x="324577" y="338250"/>
                  </a:lnTo>
                  <a:lnTo>
                    <a:pt x="325324" y="340325"/>
                  </a:lnTo>
                  <a:lnTo>
                    <a:pt x="326082" y="342400"/>
                  </a:lnTo>
                  <a:lnTo>
                    <a:pt x="326852" y="344475"/>
                  </a:lnTo>
                  <a:lnTo>
                    <a:pt x="327632" y="346550"/>
                  </a:lnTo>
                  <a:lnTo>
                    <a:pt x="328425" y="348626"/>
                  </a:lnTo>
                  <a:lnTo>
                    <a:pt x="329226" y="350701"/>
                  </a:lnTo>
                  <a:lnTo>
                    <a:pt x="330035" y="352776"/>
                  </a:lnTo>
                  <a:lnTo>
                    <a:pt x="330850" y="354851"/>
                  </a:lnTo>
                  <a:lnTo>
                    <a:pt x="331673" y="356926"/>
                  </a:lnTo>
                  <a:lnTo>
                    <a:pt x="332502" y="359001"/>
                  </a:lnTo>
                  <a:lnTo>
                    <a:pt x="333335" y="361076"/>
                  </a:lnTo>
                  <a:lnTo>
                    <a:pt x="334172" y="363152"/>
                  </a:lnTo>
                  <a:lnTo>
                    <a:pt x="335012" y="365227"/>
                  </a:lnTo>
                  <a:lnTo>
                    <a:pt x="335856" y="367302"/>
                  </a:lnTo>
                  <a:lnTo>
                    <a:pt x="336701" y="369377"/>
                  </a:lnTo>
                  <a:lnTo>
                    <a:pt x="337547" y="371452"/>
                  </a:lnTo>
                  <a:lnTo>
                    <a:pt x="338395" y="373527"/>
                  </a:lnTo>
                  <a:lnTo>
                    <a:pt x="339242" y="375603"/>
                  </a:lnTo>
                  <a:lnTo>
                    <a:pt x="340090" y="377678"/>
                  </a:lnTo>
                  <a:lnTo>
                    <a:pt x="340938" y="379753"/>
                  </a:lnTo>
                  <a:lnTo>
                    <a:pt x="341786" y="381828"/>
                  </a:lnTo>
                  <a:lnTo>
                    <a:pt x="342634" y="383903"/>
                  </a:lnTo>
                  <a:lnTo>
                    <a:pt x="343481" y="385978"/>
                  </a:lnTo>
                  <a:lnTo>
                    <a:pt x="344328" y="388053"/>
                  </a:lnTo>
                  <a:lnTo>
                    <a:pt x="345175" y="390129"/>
                  </a:lnTo>
                  <a:lnTo>
                    <a:pt x="346023" y="392204"/>
                  </a:lnTo>
                  <a:lnTo>
                    <a:pt x="346872" y="394279"/>
                  </a:lnTo>
                  <a:lnTo>
                    <a:pt x="347723" y="396354"/>
                  </a:lnTo>
                  <a:lnTo>
                    <a:pt x="348575" y="398429"/>
                  </a:lnTo>
                  <a:lnTo>
                    <a:pt x="349431" y="400504"/>
                  </a:lnTo>
                  <a:lnTo>
                    <a:pt x="350290" y="402580"/>
                  </a:lnTo>
                  <a:lnTo>
                    <a:pt x="351154" y="404655"/>
                  </a:lnTo>
                  <a:lnTo>
                    <a:pt x="352023" y="406730"/>
                  </a:lnTo>
                  <a:lnTo>
                    <a:pt x="352899" y="408805"/>
                  </a:lnTo>
                  <a:lnTo>
                    <a:pt x="353781" y="410880"/>
                  </a:lnTo>
                  <a:lnTo>
                    <a:pt x="354674" y="412955"/>
                  </a:lnTo>
                  <a:lnTo>
                    <a:pt x="355576" y="415030"/>
                  </a:lnTo>
                  <a:lnTo>
                    <a:pt x="356487" y="417106"/>
                  </a:lnTo>
                  <a:lnTo>
                    <a:pt x="357409" y="419181"/>
                  </a:lnTo>
                  <a:lnTo>
                    <a:pt x="358346" y="421256"/>
                  </a:lnTo>
                  <a:lnTo>
                    <a:pt x="359298" y="423331"/>
                  </a:lnTo>
                  <a:lnTo>
                    <a:pt x="360262" y="425406"/>
                  </a:lnTo>
                  <a:lnTo>
                    <a:pt x="361241" y="427481"/>
                  </a:lnTo>
                  <a:lnTo>
                    <a:pt x="362236" y="429557"/>
                  </a:lnTo>
                  <a:lnTo>
                    <a:pt x="363251" y="431632"/>
                  </a:lnTo>
                  <a:lnTo>
                    <a:pt x="364283" y="433707"/>
                  </a:lnTo>
                  <a:lnTo>
                    <a:pt x="365331" y="435782"/>
                  </a:lnTo>
                  <a:lnTo>
                    <a:pt x="366396" y="437857"/>
                  </a:lnTo>
                  <a:lnTo>
                    <a:pt x="367484" y="439932"/>
                  </a:lnTo>
                  <a:lnTo>
                    <a:pt x="368591" y="442007"/>
                  </a:lnTo>
                  <a:lnTo>
                    <a:pt x="369715" y="444083"/>
                  </a:lnTo>
                  <a:lnTo>
                    <a:pt x="370857" y="446158"/>
                  </a:lnTo>
                  <a:lnTo>
                    <a:pt x="372019" y="448233"/>
                  </a:lnTo>
                  <a:lnTo>
                    <a:pt x="373202" y="450308"/>
                  </a:lnTo>
                  <a:lnTo>
                    <a:pt x="374402" y="452383"/>
                  </a:lnTo>
                  <a:lnTo>
                    <a:pt x="375618" y="454458"/>
                  </a:lnTo>
                  <a:lnTo>
                    <a:pt x="376850" y="456534"/>
                  </a:lnTo>
                  <a:lnTo>
                    <a:pt x="378102" y="458609"/>
                  </a:lnTo>
                  <a:lnTo>
                    <a:pt x="379369" y="460684"/>
                  </a:lnTo>
                  <a:lnTo>
                    <a:pt x="380649" y="462759"/>
                  </a:lnTo>
                  <a:lnTo>
                    <a:pt x="381941" y="464834"/>
                  </a:lnTo>
                  <a:lnTo>
                    <a:pt x="383247" y="466909"/>
                  </a:lnTo>
                  <a:lnTo>
                    <a:pt x="384566" y="468984"/>
                  </a:lnTo>
                  <a:lnTo>
                    <a:pt x="385893" y="471060"/>
                  </a:lnTo>
                  <a:lnTo>
                    <a:pt x="387228" y="473135"/>
                  </a:lnTo>
                  <a:lnTo>
                    <a:pt x="388571" y="475210"/>
                  </a:lnTo>
                  <a:lnTo>
                    <a:pt x="389922" y="477285"/>
                  </a:lnTo>
                  <a:lnTo>
                    <a:pt x="391277" y="479360"/>
                  </a:lnTo>
                  <a:lnTo>
                    <a:pt x="392635" y="481435"/>
                  </a:lnTo>
                  <a:lnTo>
                    <a:pt x="393996" y="483511"/>
                  </a:lnTo>
                  <a:lnTo>
                    <a:pt x="395358" y="485586"/>
                  </a:lnTo>
                  <a:lnTo>
                    <a:pt x="396720" y="487661"/>
                  </a:lnTo>
                  <a:lnTo>
                    <a:pt x="398081" y="489736"/>
                  </a:lnTo>
                  <a:lnTo>
                    <a:pt x="399439" y="491811"/>
                  </a:lnTo>
                  <a:lnTo>
                    <a:pt x="400795" y="493886"/>
                  </a:lnTo>
                  <a:lnTo>
                    <a:pt x="402145" y="495962"/>
                  </a:lnTo>
                  <a:lnTo>
                    <a:pt x="403490" y="498037"/>
                  </a:lnTo>
                  <a:lnTo>
                    <a:pt x="404830" y="500112"/>
                  </a:lnTo>
                  <a:lnTo>
                    <a:pt x="406164" y="502187"/>
                  </a:lnTo>
                  <a:lnTo>
                    <a:pt x="407489" y="504262"/>
                  </a:lnTo>
                  <a:lnTo>
                    <a:pt x="408806" y="506337"/>
                  </a:lnTo>
                  <a:lnTo>
                    <a:pt x="410116" y="508412"/>
                  </a:lnTo>
                  <a:lnTo>
                    <a:pt x="411417" y="510488"/>
                  </a:lnTo>
                  <a:lnTo>
                    <a:pt x="412709" y="512563"/>
                  </a:lnTo>
                  <a:lnTo>
                    <a:pt x="413991" y="514638"/>
                  </a:lnTo>
                  <a:lnTo>
                    <a:pt x="415263" y="516713"/>
                  </a:lnTo>
                  <a:lnTo>
                    <a:pt x="416527" y="518788"/>
                  </a:lnTo>
                  <a:lnTo>
                    <a:pt x="417782" y="520863"/>
                  </a:lnTo>
                  <a:lnTo>
                    <a:pt x="419024" y="522939"/>
                  </a:lnTo>
                  <a:lnTo>
                    <a:pt x="420258" y="525014"/>
                  </a:lnTo>
                  <a:lnTo>
                    <a:pt x="421482" y="527089"/>
                  </a:lnTo>
                  <a:lnTo>
                    <a:pt x="422697" y="529164"/>
                  </a:lnTo>
                  <a:lnTo>
                    <a:pt x="423902" y="531239"/>
                  </a:lnTo>
                  <a:lnTo>
                    <a:pt x="425096" y="533314"/>
                  </a:lnTo>
                  <a:lnTo>
                    <a:pt x="426280" y="535389"/>
                  </a:lnTo>
                  <a:lnTo>
                    <a:pt x="427456" y="537465"/>
                  </a:lnTo>
                  <a:lnTo>
                    <a:pt x="428623" y="539540"/>
                  </a:lnTo>
                  <a:lnTo>
                    <a:pt x="429777" y="541615"/>
                  </a:lnTo>
                  <a:lnTo>
                    <a:pt x="430922" y="543690"/>
                  </a:lnTo>
                  <a:lnTo>
                    <a:pt x="432057" y="545765"/>
                  </a:lnTo>
                  <a:lnTo>
                    <a:pt x="433183" y="547840"/>
                  </a:lnTo>
                  <a:lnTo>
                    <a:pt x="434296" y="549916"/>
                  </a:lnTo>
                  <a:lnTo>
                    <a:pt x="435398" y="551991"/>
                  </a:lnTo>
                  <a:lnTo>
                    <a:pt x="436489" y="554066"/>
                  </a:lnTo>
                  <a:lnTo>
                    <a:pt x="437569" y="556141"/>
                  </a:lnTo>
                  <a:lnTo>
                    <a:pt x="438637" y="558216"/>
                  </a:lnTo>
                  <a:lnTo>
                    <a:pt x="439689" y="560291"/>
                  </a:lnTo>
                  <a:lnTo>
                    <a:pt x="440729" y="562366"/>
                  </a:lnTo>
                  <a:lnTo>
                    <a:pt x="441755" y="564442"/>
                  </a:lnTo>
                  <a:lnTo>
                    <a:pt x="442769" y="566517"/>
                  </a:lnTo>
                  <a:lnTo>
                    <a:pt x="443764" y="568592"/>
                  </a:lnTo>
                  <a:lnTo>
                    <a:pt x="444742" y="570667"/>
                  </a:lnTo>
                  <a:lnTo>
                    <a:pt x="445705" y="572742"/>
                  </a:lnTo>
                  <a:lnTo>
                    <a:pt x="446582" y="574664"/>
                  </a:lnTo>
                  <a:lnTo>
                    <a:pt x="446652" y="574817"/>
                  </a:lnTo>
                  <a:lnTo>
                    <a:pt x="447580" y="576893"/>
                  </a:lnTo>
                  <a:lnTo>
                    <a:pt x="448485" y="578968"/>
                  </a:lnTo>
                  <a:lnTo>
                    <a:pt x="449372" y="581043"/>
                  </a:lnTo>
                  <a:lnTo>
                    <a:pt x="450239" y="583118"/>
                  </a:lnTo>
                  <a:lnTo>
                    <a:pt x="451087" y="585193"/>
                  </a:lnTo>
                  <a:lnTo>
                    <a:pt x="451906" y="587268"/>
                  </a:lnTo>
                  <a:lnTo>
                    <a:pt x="452703" y="589343"/>
                  </a:lnTo>
                  <a:lnTo>
                    <a:pt x="453477" y="591419"/>
                  </a:lnTo>
                  <a:lnTo>
                    <a:pt x="454229" y="593494"/>
                  </a:lnTo>
                  <a:lnTo>
                    <a:pt x="454952" y="595569"/>
                  </a:lnTo>
                  <a:lnTo>
                    <a:pt x="455644" y="597644"/>
                  </a:lnTo>
                  <a:lnTo>
                    <a:pt x="456311" y="599719"/>
                  </a:lnTo>
                  <a:lnTo>
                    <a:pt x="456951" y="601794"/>
                  </a:lnTo>
                  <a:lnTo>
                    <a:pt x="457563" y="603870"/>
                  </a:lnTo>
                  <a:lnTo>
                    <a:pt x="458136" y="605945"/>
                  </a:lnTo>
                  <a:lnTo>
                    <a:pt x="458680" y="608020"/>
                  </a:lnTo>
                  <a:lnTo>
                    <a:pt x="459193" y="610095"/>
                  </a:lnTo>
                  <a:lnTo>
                    <a:pt x="459676" y="612170"/>
                  </a:lnTo>
                  <a:lnTo>
                    <a:pt x="460118" y="614245"/>
                  </a:lnTo>
                  <a:lnTo>
                    <a:pt x="460523" y="616320"/>
                  </a:lnTo>
                  <a:lnTo>
                    <a:pt x="460893" y="618396"/>
                  </a:lnTo>
                  <a:lnTo>
                    <a:pt x="461229" y="620471"/>
                  </a:lnTo>
                  <a:lnTo>
                    <a:pt x="461526" y="622546"/>
                  </a:lnTo>
                  <a:lnTo>
                    <a:pt x="461774" y="624621"/>
                  </a:lnTo>
                  <a:lnTo>
                    <a:pt x="461984" y="626696"/>
                  </a:lnTo>
                  <a:lnTo>
                    <a:pt x="462156" y="628771"/>
                  </a:lnTo>
                  <a:lnTo>
                    <a:pt x="462288" y="630847"/>
                  </a:lnTo>
                  <a:lnTo>
                    <a:pt x="462367" y="632922"/>
                  </a:lnTo>
                  <a:lnTo>
                    <a:pt x="462400" y="634997"/>
                  </a:lnTo>
                  <a:lnTo>
                    <a:pt x="462391" y="637072"/>
                  </a:lnTo>
                  <a:lnTo>
                    <a:pt x="462338" y="639147"/>
                  </a:lnTo>
                  <a:lnTo>
                    <a:pt x="462236" y="641222"/>
                  </a:lnTo>
                  <a:lnTo>
                    <a:pt x="462076" y="643298"/>
                  </a:lnTo>
                  <a:lnTo>
                    <a:pt x="461871" y="645373"/>
                  </a:lnTo>
                  <a:lnTo>
                    <a:pt x="461619" y="647448"/>
                  </a:lnTo>
                  <a:lnTo>
                    <a:pt x="461320" y="649523"/>
                  </a:lnTo>
                  <a:lnTo>
                    <a:pt x="460956" y="651598"/>
                  </a:lnTo>
                  <a:lnTo>
                    <a:pt x="460541" y="653673"/>
                  </a:lnTo>
                  <a:lnTo>
                    <a:pt x="460077" y="655748"/>
                  </a:lnTo>
                  <a:lnTo>
                    <a:pt x="459565" y="657824"/>
                  </a:lnTo>
                  <a:lnTo>
                    <a:pt x="458993" y="659899"/>
                  </a:lnTo>
                  <a:lnTo>
                    <a:pt x="458361" y="661974"/>
                  </a:lnTo>
                  <a:lnTo>
                    <a:pt x="457677" y="664049"/>
                  </a:lnTo>
                  <a:lnTo>
                    <a:pt x="456944" y="666124"/>
                  </a:lnTo>
                  <a:lnTo>
                    <a:pt x="456159" y="668199"/>
                  </a:lnTo>
                  <a:lnTo>
                    <a:pt x="455303" y="670275"/>
                  </a:lnTo>
                  <a:lnTo>
                    <a:pt x="454396" y="672350"/>
                  </a:lnTo>
                  <a:lnTo>
                    <a:pt x="453438" y="674425"/>
                  </a:lnTo>
                  <a:lnTo>
                    <a:pt x="452429" y="676500"/>
                  </a:lnTo>
                  <a:lnTo>
                    <a:pt x="451357" y="678575"/>
                  </a:lnTo>
                  <a:lnTo>
                    <a:pt x="450225" y="680650"/>
                  </a:lnTo>
                  <a:lnTo>
                    <a:pt x="449043" y="682725"/>
                  </a:lnTo>
                  <a:lnTo>
                    <a:pt x="447810" y="684801"/>
                  </a:lnTo>
                  <a:lnTo>
                    <a:pt x="446523" y="686876"/>
                  </a:lnTo>
                  <a:lnTo>
                    <a:pt x="445169" y="688951"/>
                  </a:lnTo>
                  <a:lnTo>
                    <a:pt x="443764" y="691026"/>
                  </a:lnTo>
                  <a:lnTo>
                    <a:pt x="442310" y="693101"/>
                  </a:lnTo>
                  <a:lnTo>
                    <a:pt x="440806" y="695176"/>
                  </a:lnTo>
                  <a:lnTo>
                    <a:pt x="439537" y="696857"/>
                  </a:lnTo>
                  <a:lnTo>
                    <a:pt x="439239" y="697252"/>
                  </a:lnTo>
                  <a:lnTo>
                    <a:pt x="437617" y="699327"/>
                  </a:lnTo>
                  <a:lnTo>
                    <a:pt x="435947" y="701402"/>
                  </a:lnTo>
                  <a:lnTo>
                    <a:pt x="434229" y="703477"/>
                  </a:lnTo>
                  <a:lnTo>
                    <a:pt x="432458" y="705552"/>
                  </a:lnTo>
                  <a:lnTo>
                    <a:pt x="430626" y="707627"/>
                  </a:lnTo>
                  <a:lnTo>
                    <a:pt x="428749" y="709702"/>
                  </a:lnTo>
                  <a:lnTo>
                    <a:pt x="426826" y="711778"/>
                  </a:lnTo>
                  <a:lnTo>
                    <a:pt x="424858" y="713853"/>
                  </a:lnTo>
                  <a:lnTo>
                    <a:pt x="422833" y="715928"/>
                  </a:lnTo>
                  <a:lnTo>
                    <a:pt x="420762" y="718003"/>
                  </a:lnTo>
                  <a:lnTo>
                    <a:pt x="418651" y="720078"/>
                  </a:lnTo>
                  <a:lnTo>
                    <a:pt x="416500" y="722153"/>
                  </a:lnTo>
                  <a:lnTo>
                    <a:pt x="414305" y="724229"/>
                  </a:lnTo>
                  <a:lnTo>
                    <a:pt x="412065" y="726304"/>
                  </a:lnTo>
                  <a:lnTo>
                    <a:pt x="409792" y="728379"/>
                  </a:lnTo>
                  <a:lnTo>
                    <a:pt x="407487" y="730454"/>
                  </a:lnTo>
                  <a:lnTo>
                    <a:pt x="405151" y="732529"/>
                  </a:lnTo>
                  <a:lnTo>
                    <a:pt x="402777" y="734604"/>
                  </a:lnTo>
                  <a:lnTo>
                    <a:pt x="400379" y="736679"/>
                  </a:lnTo>
                  <a:lnTo>
                    <a:pt x="397960" y="738755"/>
                  </a:lnTo>
                  <a:lnTo>
                    <a:pt x="395522" y="740830"/>
                  </a:lnTo>
                  <a:lnTo>
                    <a:pt x="393064" y="742905"/>
                  </a:lnTo>
                  <a:lnTo>
                    <a:pt x="390593" y="744980"/>
                  </a:lnTo>
                  <a:lnTo>
                    <a:pt x="388113" y="747055"/>
                  </a:lnTo>
                  <a:lnTo>
                    <a:pt x="385628" y="749130"/>
                  </a:lnTo>
                  <a:lnTo>
                    <a:pt x="383140" y="751206"/>
                  </a:lnTo>
                  <a:lnTo>
                    <a:pt x="380655" y="753281"/>
                  </a:lnTo>
                  <a:lnTo>
                    <a:pt x="378176" y="755356"/>
                  </a:lnTo>
                  <a:lnTo>
                    <a:pt x="375707" y="757431"/>
                  </a:lnTo>
                  <a:lnTo>
                    <a:pt x="373250" y="759506"/>
                  </a:lnTo>
                  <a:lnTo>
                    <a:pt x="370814" y="761581"/>
                  </a:lnTo>
                  <a:lnTo>
                    <a:pt x="368403" y="763656"/>
                  </a:lnTo>
                  <a:lnTo>
                    <a:pt x="366016" y="765732"/>
                  </a:lnTo>
                  <a:lnTo>
                    <a:pt x="363655" y="767807"/>
                  </a:lnTo>
                  <a:lnTo>
                    <a:pt x="361328" y="769882"/>
                  </a:lnTo>
                  <a:lnTo>
                    <a:pt x="359047" y="771957"/>
                  </a:lnTo>
                  <a:lnTo>
                    <a:pt x="356803" y="774032"/>
                  </a:lnTo>
                  <a:lnTo>
                    <a:pt x="354599" y="776107"/>
                  </a:lnTo>
                  <a:lnTo>
                    <a:pt x="352437" y="778183"/>
                  </a:lnTo>
                  <a:lnTo>
                    <a:pt x="350337" y="780258"/>
                  </a:lnTo>
                  <a:lnTo>
                    <a:pt x="348288" y="782333"/>
                  </a:lnTo>
                  <a:lnTo>
                    <a:pt x="346290" y="784408"/>
                  </a:lnTo>
                  <a:lnTo>
                    <a:pt x="344345" y="786483"/>
                  </a:lnTo>
                  <a:lnTo>
                    <a:pt x="342461" y="788558"/>
                  </a:lnTo>
                  <a:lnTo>
                    <a:pt x="340649" y="790634"/>
                  </a:lnTo>
                  <a:lnTo>
                    <a:pt x="338895" y="792709"/>
                  </a:lnTo>
                  <a:lnTo>
                    <a:pt x="337201" y="794784"/>
                  </a:lnTo>
                  <a:lnTo>
                    <a:pt x="335567" y="796859"/>
                  </a:lnTo>
                  <a:lnTo>
                    <a:pt x="334020" y="798934"/>
                  </a:lnTo>
                  <a:lnTo>
                    <a:pt x="332539" y="801009"/>
                  </a:lnTo>
                  <a:lnTo>
                    <a:pt x="331124" y="803084"/>
                  </a:lnTo>
                  <a:lnTo>
                    <a:pt x="329776" y="805160"/>
                  </a:lnTo>
                  <a:lnTo>
                    <a:pt x="328510" y="807235"/>
                  </a:lnTo>
                  <a:lnTo>
                    <a:pt x="327329" y="809310"/>
                  </a:lnTo>
                  <a:lnTo>
                    <a:pt x="326222" y="811385"/>
                  </a:lnTo>
                  <a:lnTo>
                    <a:pt x="325189" y="813460"/>
                  </a:lnTo>
                  <a:lnTo>
                    <a:pt x="324235" y="815535"/>
                  </a:lnTo>
                  <a:lnTo>
                    <a:pt x="323393" y="817611"/>
                  </a:lnTo>
                  <a:lnTo>
                    <a:pt x="322635" y="819686"/>
                  </a:lnTo>
                  <a:lnTo>
                    <a:pt x="321966" y="821761"/>
                  </a:lnTo>
                  <a:lnTo>
                    <a:pt x="321388" y="823836"/>
                  </a:lnTo>
                  <a:lnTo>
                    <a:pt x="320932" y="825911"/>
                  </a:lnTo>
                  <a:lnTo>
                    <a:pt x="320596" y="827986"/>
                  </a:lnTo>
                  <a:lnTo>
                    <a:pt x="320370" y="830061"/>
                  </a:lnTo>
                  <a:lnTo>
                    <a:pt x="320260" y="832137"/>
                  </a:lnTo>
                  <a:lnTo>
                    <a:pt x="320284" y="834212"/>
                  </a:lnTo>
                  <a:lnTo>
                    <a:pt x="320485" y="836287"/>
                  </a:lnTo>
                  <a:lnTo>
                    <a:pt x="320831" y="838362"/>
                  </a:lnTo>
                  <a:lnTo>
                    <a:pt x="321331" y="840437"/>
                  </a:lnTo>
                  <a:lnTo>
                    <a:pt x="321993" y="842512"/>
                  </a:lnTo>
                  <a:lnTo>
                    <a:pt x="322887" y="844588"/>
                  </a:lnTo>
                  <a:lnTo>
                    <a:pt x="323990" y="846663"/>
                  </a:lnTo>
                  <a:lnTo>
                    <a:pt x="325298" y="848738"/>
                  </a:lnTo>
                  <a:lnTo>
                    <a:pt x="326820" y="850813"/>
                  </a:lnTo>
                  <a:lnTo>
                    <a:pt x="328603" y="852888"/>
                  </a:lnTo>
                  <a:lnTo>
                    <a:pt x="330700" y="854963"/>
                  </a:lnTo>
                  <a:lnTo>
                    <a:pt x="333060" y="857038"/>
                  </a:lnTo>
                  <a:lnTo>
                    <a:pt x="335696" y="859114"/>
                  </a:lnTo>
                  <a:lnTo>
                    <a:pt x="338617" y="861189"/>
                  </a:lnTo>
                  <a:lnTo>
                    <a:pt x="341958" y="863264"/>
                  </a:lnTo>
                  <a:lnTo>
                    <a:pt x="345631" y="865339"/>
                  </a:lnTo>
                  <a:lnTo>
                    <a:pt x="349636" y="867414"/>
                  </a:lnTo>
                  <a:lnTo>
                    <a:pt x="353982" y="869489"/>
                  </a:lnTo>
                  <a:lnTo>
                    <a:pt x="358747" y="871565"/>
                  </a:lnTo>
                  <a:lnTo>
                    <a:pt x="363951" y="873640"/>
                  </a:lnTo>
                  <a:lnTo>
                    <a:pt x="369521" y="875715"/>
                  </a:lnTo>
                  <a:lnTo>
                    <a:pt x="375461" y="877790"/>
                  </a:lnTo>
                  <a:lnTo>
                    <a:pt x="381778" y="879865"/>
                  </a:lnTo>
                  <a:lnTo>
                    <a:pt x="388606" y="881940"/>
                  </a:lnTo>
                  <a:lnTo>
                    <a:pt x="395794" y="884015"/>
                  </a:lnTo>
                  <a:lnTo>
                    <a:pt x="403333" y="886091"/>
                  </a:lnTo>
                  <a:lnTo>
                    <a:pt x="411214" y="888166"/>
                  </a:lnTo>
                  <a:lnTo>
                    <a:pt x="419501" y="890241"/>
                  </a:lnTo>
                  <a:lnTo>
                    <a:pt x="428131" y="892316"/>
                  </a:lnTo>
                  <a:lnTo>
                    <a:pt x="437030" y="894391"/>
                  </a:lnTo>
                  <a:lnTo>
                    <a:pt x="446177" y="896466"/>
                  </a:lnTo>
                  <a:lnTo>
                    <a:pt x="455559" y="898542"/>
                  </a:lnTo>
                  <a:lnTo>
                    <a:pt x="465168" y="900617"/>
                  </a:lnTo>
                  <a:lnTo>
                    <a:pt x="474895" y="902692"/>
                  </a:lnTo>
                  <a:lnTo>
                    <a:pt x="484705" y="904767"/>
                  </a:lnTo>
                  <a:lnTo>
                    <a:pt x="494561" y="906842"/>
                  </a:lnTo>
                  <a:lnTo>
                    <a:pt x="504398" y="908917"/>
                  </a:lnTo>
                  <a:lnTo>
                    <a:pt x="514140" y="910992"/>
                  </a:lnTo>
                  <a:lnTo>
                    <a:pt x="523745" y="913068"/>
                  </a:lnTo>
                  <a:lnTo>
                    <a:pt x="533168" y="915143"/>
                  </a:lnTo>
                  <a:lnTo>
                    <a:pt x="542323" y="917218"/>
                  </a:lnTo>
                  <a:lnTo>
                    <a:pt x="551075" y="919293"/>
                  </a:lnTo>
                  <a:lnTo>
                    <a:pt x="559447" y="921368"/>
                  </a:lnTo>
                  <a:lnTo>
                    <a:pt x="567394" y="923443"/>
                  </a:lnTo>
                  <a:lnTo>
                    <a:pt x="574873" y="925519"/>
                  </a:lnTo>
                  <a:lnTo>
                    <a:pt x="581624" y="927594"/>
                  </a:lnTo>
                  <a:lnTo>
                    <a:pt x="587746" y="929669"/>
                  </a:lnTo>
                  <a:lnTo>
                    <a:pt x="593233" y="931744"/>
                  </a:lnTo>
                  <a:lnTo>
                    <a:pt x="598051" y="933819"/>
                  </a:lnTo>
                  <a:lnTo>
                    <a:pt x="602032" y="935894"/>
                  </a:lnTo>
                  <a:lnTo>
                    <a:pt x="605099" y="937969"/>
                  </a:lnTo>
                  <a:lnTo>
                    <a:pt x="607394" y="940045"/>
                  </a:lnTo>
                  <a:lnTo>
                    <a:pt x="608905" y="942120"/>
                  </a:lnTo>
                  <a:lnTo>
                    <a:pt x="609615" y="944195"/>
                  </a:lnTo>
                  <a:lnTo>
                    <a:pt x="609540" y="944569"/>
                  </a:lnTo>
                  <a:lnTo>
                    <a:pt x="609198" y="946270"/>
                  </a:lnTo>
                  <a:lnTo>
                    <a:pt x="607982" y="948345"/>
                  </a:lnTo>
                  <a:lnTo>
                    <a:pt x="605976" y="950420"/>
                  </a:lnTo>
                  <a:lnTo>
                    <a:pt x="603191" y="952496"/>
                  </a:lnTo>
                  <a:lnTo>
                    <a:pt x="599468" y="954571"/>
                  </a:lnTo>
                  <a:lnTo>
                    <a:pt x="594903" y="956646"/>
                  </a:lnTo>
                  <a:lnTo>
                    <a:pt x="589654" y="958721"/>
                  </a:lnTo>
                  <a:lnTo>
                    <a:pt x="583752" y="960796"/>
                  </a:lnTo>
                  <a:lnTo>
                    <a:pt x="577194" y="962871"/>
                  </a:lnTo>
                  <a:lnTo>
                    <a:pt x="569887" y="964947"/>
                  </a:lnTo>
                  <a:lnTo>
                    <a:pt x="562090" y="967022"/>
                  </a:lnTo>
                  <a:lnTo>
                    <a:pt x="553844" y="969097"/>
                  </a:lnTo>
                  <a:lnTo>
                    <a:pt x="545194" y="971172"/>
                  </a:lnTo>
                  <a:lnTo>
                    <a:pt x="536105" y="973247"/>
                  </a:lnTo>
                  <a:lnTo>
                    <a:pt x="526724" y="975322"/>
                  </a:lnTo>
                  <a:lnTo>
                    <a:pt x="517136" y="977397"/>
                  </a:lnTo>
                  <a:lnTo>
                    <a:pt x="507385" y="979473"/>
                  </a:lnTo>
                  <a:lnTo>
                    <a:pt x="497511" y="981548"/>
                  </a:lnTo>
                  <a:lnTo>
                    <a:pt x="487587" y="983623"/>
                  </a:lnTo>
                  <a:lnTo>
                    <a:pt x="477686" y="985698"/>
                  </a:lnTo>
                  <a:lnTo>
                    <a:pt x="467843" y="987773"/>
                  </a:lnTo>
                  <a:lnTo>
                    <a:pt x="458097" y="989848"/>
                  </a:lnTo>
                  <a:lnTo>
                    <a:pt x="448552" y="991924"/>
                  </a:lnTo>
                  <a:lnTo>
                    <a:pt x="439220" y="993999"/>
                  </a:lnTo>
                  <a:lnTo>
                    <a:pt x="430115" y="996074"/>
                  </a:lnTo>
                  <a:lnTo>
                    <a:pt x="421262" y="998149"/>
                  </a:lnTo>
                  <a:lnTo>
                    <a:pt x="412737" y="1000224"/>
                  </a:lnTo>
                  <a:lnTo>
                    <a:pt x="404594" y="1002299"/>
                  </a:lnTo>
                  <a:lnTo>
                    <a:pt x="396778" y="1004374"/>
                  </a:lnTo>
                  <a:lnTo>
                    <a:pt x="389300" y="1006450"/>
                  </a:lnTo>
                  <a:lnTo>
                    <a:pt x="382168" y="1008525"/>
                  </a:lnTo>
                  <a:lnTo>
                    <a:pt x="375536" y="1010600"/>
                  </a:lnTo>
                  <a:lnTo>
                    <a:pt x="369265" y="1012675"/>
                  </a:lnTo>
                  <a:lnTo>
                    <a:pt x="363351" y="1014750"/>
                  </a:lnTo>
                  <a:lnTo>
                    <a:pt x="357794" y="1016825"/>
                  </a:lnTo>
                  <a:lnTo>
                    <a:pt x="352666" y="1018901"/>
                  </a:lnTo>
                  <a:lnTo>
                    <a:pt x="347940" y="1020976"/>
                  </a:lnTo>
                  <a:lnTo>
                    <a:pt x="343544" y="1023051"/>
                  </a:lnTo>
                  <a:lnTo>
                    <a:pt x="339468" y="1025126"/>
                  </a:lnTo>
                  <a:lnTo>
                    <a:pt x="335717" y="1027201"/>
                  </a:lnTo>
                  <a:lnTo>
                    <a:pt x="332362" y="1029276"/>
                  </a:lnTo>
                  <a:lnTo>
                    <a:pt x="329280" y="1031351"/>
                  </a:lnTo>
                  <a:lnTo>
                    <a:pt x="326459" y="1033427"/>
                  </a:lnTo>
                  <a:lnTo>
                    <a:pt x="323887" y="1035502"/>
                  </a:lnTo>
                  <a:lnTo>
                    <a:pt x="321610" y="1037577"/>
                  </a:lnTo>
                  <a:lnTo>
                    <a:pt x="319569" y="1039652"/>
                  </a:lnTo>
                  <a:lnTo>
                    <a:pt x="317723" y="1041727"/>
                  </a:lnTo>
                  <a:lnTo>
                    <a:pt x="316061" y="1043802"/>
                  </a:lnTo>
                  <a:lnTo>
                    <a:pt x="314585" y="1045878"/>
                  </a:lnTo>
                  <a:lnTo>
                    <a:pt x="313307" y="1047953"/>
                  </a:lnTo>
                  <a:lnTo>
                    <a:pt x="312164" y="1050028"/>
                  </a:lnTo>
                  <a:lnTo>
                    <a:pt x="311146" y="1052103"/>
                  </a:lnTo>
                  <a:lnTo>
                    <a:pt x="310244" y="1054178"/>
                  </a:lnTo>
                  <a:lnTo>
                    <a:pt x="309478" y="1056253"/>
                  </a:lnTo>
                  <a:lnTo>
                    <a:pt x="308807" y="1058328"/>
                  </a:lnTo>
                  <a:lnTo>
                    <a:pt x="308216" y="1060404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335392" y="5396445"/>
              <a:ext cx="609615" cy="945597"/>
            </a:xfrm>
            <a:custGeom>
              <a:avLst/>
              <a:pathLst>
                <a:path w="609615" h="945597">
                  <a:moveTo>
                    <a:pt x="301404" y="945597"/>
                  </a:moveTo>
                  <a:lnTo>
                    <a:pt x="300856" y="943746"/>
                  </a:lnTo>
                  <a:lnTo>
                    <a:pt x="300239" y="941896"/>
                  </a:lnTo>
                  <a:lnTo>
                    <a:pt x="299528" y="940045"/>
                  </a:lnTo>
                  <a:lnTo>
                    <a:pt x="298711" y="938195"/>
                  </a:lnTo>
                  <a:lnTo>
                    <a:pt x="297796" y="936344"/>
                  </a:lnTo>
                  <a:lnTo>
                    <a:pt x="296778" y="934494"/>
                  </a:lnTo>
                  <a:lnTo>
                    <a:pt x="295632" y="932643"/>
                  </a:lnTo>
                  <a:lnTo>
                    <a:pt x="294318" y="930793"/>
                  </a:lnTo>
                  <a:lnTo>
                    <a:pt x="292864" y="928942"/>
                  </a:lnTo>
                  <a:lnTo>
                    <a:pt x="291260" y="927092"/>
                  </a:lnTo>
                  <a:lnTo>
                    <a:pt x="289493" y="925241"/>
                  </a:lnTo>
                  <a:lnTo>
                    <a:pt x="287478" y="923391"/>
                  </a:lnTo>
                  <a:lnTo>
                    <a:pt x="285271" y="921540"/>
                  </a:lnTo>
                  <a:lnTo>
                    <a:pt x="282862" y="919690"/>
                  </a:lnTo>
                  <a:lnTo>
                    <a:pt x="280244" y="917839"/>
                  </a:lnTo>
                  <a:lnTo>
                    <a:pt x="277312" y="915989"/>
                  </a:lnTo>
                  <a:lnTo>
                    <a:pt x="274120" y="914138"/>
                  </a:lnTo>
                  <a:lnTo>
                    <a:pt x="270675" y="912288"/>
                  </a:lnTo>
                  <a:lnTo>
                    <a:pt x="266970" y="910437"/>
                  </a:lnTo>
                  <a:lnTo>
                    <a:pt x="262912" y="908587"/>
                  </a:lnTo>
                  <a:lnTo>
                    <a:pt x="258520" y="906736"/>
                  </a:lnTo>
                  <a:lnTo>
                    <a:pt x="253835" y="904886"/>
                  </a:lnTo>
                  <a:lnTo>
                    <a:pt x="248850" y="903035"/>
                  </a:lnTo>
                  <a:lnTo>
                    <a:pt x="243502" y="901185"/>
                  </a:lnTo>
                  <a:lnTo>
                    <a:pt x="237763" y="899334"/>
                  </a:lnTo>
                  <a:lnTo>
                    <a:pt x="231713" y="897484"/>
                  </a:lnTo>
                  <a:lnTo>
                    <a:pt x="225352" y="895633"/>
                  </a:lnTo>
                  <a:lnTo>
                    <a:pt x="218656" y="893783"/>
                  </a:lnTo>
                  <a:lnTo>
                    <a:pt x="211551" y="891933"/>
                  </a:lnTo>
                  <a:lnTo>
                    <a:pt x="204157" y="890082"/>
                  </a:lnTo>
                  <a:lnTo>
                    <a:pt x="196483" y="888232"/>
                  </a:lnTo>
                  <a:lnTo>
                    <a:pt x="188539" y="886381"/>
                  </a:lnTo>
                  <a:lnTo>
                    <a:pt x="180239" y="884531"/>
                  </a:lnTo>
                  <a:lnTo>
                    <a:pt x="171719" y="882680"/>
                  </a:lnTo>
                  <a:lnTo>
                    <a:pt x="163001" y="880830"/>
                  </a:lnTo>
                  <a:lnTo>
                    <a:pt x="154104" y="878979"/>
                  </a:lnTo>
                  <a:lnTo>
                    <a:pt x="145014" y="877129"/>
                  </a:lnTo>
                  <a:lnTo>
                    <a:pt x="135816" y="875278"/>
                  </a:lnTo>
                  <a:lnTo>
                    <a:pt x="126552" y="873428"/>
                  </a:lnTo>
                  <a:lnTo>
                    <a:pt x="117252" y="871577"/>
                  </a:lnTo>
                  <a:lnTo>
                    <a:pt x="107959" y="869727"/>
                  </a:lnTo>
                  <a:lnTo>
                    <a:pt x="98744" y="867876"/>
                  </a:lnTo>
                  <a:lnTo>
                    <a:pt x="89638" y="866026"/>
                  </a:lnTo>
                  <a:lnTo>
                    <a:pt x="80677" y="864175"/>
                  </a:lnTo>
                  <a:lnTo>
                    <a:pt x="71930" y="862325"/>
                  </a:lnTo>
                  <a:lnTo>
                    <a:pt x="63510" y="860474"/>
                  </a:lnTo>
                  <a:lnTo>
                    <a:pt x="55394" y="858624"/>
                  </a:lnTo>
                  <a:lnTo>
                    <a:pt x="47617" y="856773"/>
                  </a:lnTo>
                  <a:lnTo>
                    <a:pt x="40234" y="854923"/>
                  </a:lnTo>
                  <a:lnTo>
                    <a:pt x="33460" y="853072"/>
                  </a:lnTo>
                  <a:lnTo>
                    <a:pt x="27172" y="851222"/>
                  </a:lnTo>
                  <a:lnTo>
                    <a:pt x="21400" y="849371"/>
                  </a:lnTo>
                  <a:lnTo>
                    <a:pt x="16171" y="847521"/>
                  </a:lnTo>
                  <a:lnTo>
                    <a:pt x="11765" y="845670"/>
                  </a:lnTo>
                  <a:lnTo>
                    <a:pt x="8010" y="843820"/>
                  </a:lnTo>
                  <a:lnTo>
                    <a:pt x="4898" y="841969"/>
                  </a:lnTo>
                  <a:lnTo>
                    <a:pt x="2442" y="840119"/>
                  </a:lnTo>
                  <a:lnTo>
                    <a:pt x="871" y="838269"/>
                  </a:lnTo>
                  <a:lnTo>
                    <a:pt x="89" y="836418"/>
                  </a:lnTo>
                  <a:lnTo>
                    <a:pt x="38" y="835358"/>
                  </a:lnTo>
                  <a:lnTo>
                    <a:pt x="0" y="834568"/>
                  </a:lnTo>
                  <a:lnTo>
                    <a:pt x="603" y="832717"/>
                  </a:lnTo>
                  <a:lnTo>
                    <a:pt x="2041" y="830867"/>
                  </a:lnTo>
                  <a:lnTo>
                    <a:pt x="4318" y="829016"/>
                  </a:lnTo>
                  <a:lnTo>
                    <a:pt x="7252" y="827166"/>
                  </a:lnTo>
                  <a:lnTo>
                    <a:pt x="10829" y="825315"/>
                  </a:lnTo>
                  <a:lnTo>
                    <a:pt x="15099" y="823465"/>
                  </a:lnTo>
                  <a:lnTo>
                    <a:pt x="20150" y="821614"/>
                  </a:lnTo>
                  <a:lnTo>
                    <a:pt x="25745" y="819764"/>
                  </a:lnTo>
                  <a:lnTo>
                    <a:pt x="31855" y="817913"/>
                  </a:lnTo>
                  <a:lnTo>
                    <a:pt x="38460" y="816063"/>
                  </a:lnTo>
                  <a:lnTo>
                    <a:pt x="45684" y="814212"/>
                  </a:lnTo>
                  <a:lnTo>
                    <a:pt x="53279" y="812362"/>
                  </a:lnTo>
                  <a:lnTo>
                    <a:pt x="61211" y="810511"/>
                  </a:lnTo>
                  <a:lnTo>
                    <a:pt x="69446" y="808661"/>
                  </a:lnTo>
                  <a:lnTo>
                    <a:pt x="78014" y="806810"/>
                  </a:lnTo>
                  <a:lnTo>
                    <a:pt x="86775" y="804960"/>
                  </a:lnTo>
                  <a:lnTo>
                    <a:pt x="95675" y="803109"/>
                  </a:lnTo>
                  <a:lnTo>
                    <a:pt x="104677" y="801259"/>
                  </a:lnTo>
                  <a:lnTo>
                    <a:pt x="113747" y="799408"/>
                  </a:lnTo>
                  <a:lnTo>
                    <a:pt x="122807" y="797558"/>
                  </a:lnTo>
                  <a:lnTo>
                    <a:pt x="131819" y="795707"/>
                  </a:lnTo>
                  <a:lnTo>
                    <a:pt x="140752" y="793857"/>
                  </a:lnTo>
                  <a:lnTo>
                    <a:pt x="149550" y="792006"/>
                  </a:lnTo>
                  <a:lnTo>
                    <a:pt x="158139" y="790156"/>
                  </a:lnTo>
                  <a:lnTo>
                    <a:pt x="166530" y="788305"/>
                  </a:lnTo>
                  <a:lnTo>
                    <a:pt x="174701" y="786455"/>
                  </a:lnTo>
                  <a:lnTo>
                    <a:pt x="182612" y="784604"/>
                  </a:lnTo>
                  <a:lnTo>
                    <a:pt x="190147" y="782754"/>
                  </a:lnTo>
                  <a:lnTo>
                    <a:pt x="197384" y="780904"/>
                  </a:lnTo>
                  <a:lnTo>
                    <a:pt x="204312" y="779053"/>
                  </a:lnTo>
                  <a:lnTo>
                    <a:pt x="210920" y="777203"/>
                  </a:lnTo>
                  <a:lnTo>
                    <a:pt x="217050" y="775352"/>
                  </a:lnTo>
                  <a:lnTo>
                    <a:pt x="222829" y="773502"/>
                  </a:lnTo>
                  <a:lnTo>
                    <a:pt x="228260" y="771651"/>
                  </a:lnTo>
                  <a:lnTo>
                    <a:pt x="233342" y="769801"/>
                  </a:lnTo>
                  <a:lnTo>
                    <a:pt x="237957" y="767950"/>
                  </a:lnTo>
                  <a:lnTo>
                    <a:pt x="242183" y="766100"/>
                  </a:lnTo>
                  <a:lnTo>
                    <a:pt x="246065" y="764249"/>
                  </a:lnTo>
                  <a:lnTo>
                    <a:pt x="249607" y="762399"/>
                  </a:lnTo>
                  <a:lnTo>
                    <a:pt x="252740" y="760548"/>
                  </a:lnTo>
                  <a:lnTo>
                    <a:pt x="255481" y="758698"/>
                  </a:lnTo>
                  <a:lnTo>
                    <a:pt x="257911" y="756847"/>
                  </a:lnTo>
                  <a:lnTo>
                    <a:pt x="260038" y="754997"/>
                  </a:lnTo>
                  <a:lnTo>
                    <a:pt x="261831" y="753146"/>
                  </a:lnTo>
                  <a:lnTo>
                    <a:pt x="263258" y="751296"/>
                  </a:lnTo>
                  <a:lnTo>
                    <a:pt x="264421" y="749445"/>
                  </a:lnTo>
                  <a:lnTo>
                    <a:pt x="265330" y="747595"/>
                  </a:lnTo>
                  <a:lnTo>
                    <a:pt x="265983" y="745744"/>
                  </a:lnTo>
                  <a:lnTo>
                    <a:pt x="266314" y="743894"/>
                  </a:lnTo>
                  <a:lnTo>
                    <a:pt x="266431" y="742043"/>
                  </a:lnTo>
                  <a:lnTo>
                    <a:pt x="266344" y="740193"/>
                  </a:lnTo>
                  <a:lnTo>
                    <a:pt x="266061" y="738342"/>
                  </a:lnTo>
                  <a:lnTo>
                    <a:pt x="265526" y="736492"/>
                  </a:lnTo>
                  <a:lnTo>
                    <a:pt x="264815" y="734641"/>
                  </a:lnTo>
                  <a:lnTo>
                    <a:pt x="263945" y="732791"/>
                  </a:lnTo>
                  <a:lnTo>
                    <a:pt x="262924" y="730940"/>
                  </a:lnTo>
                  <a:lnTo>
                    <a:pt x="261722" y="729090"/>
                  </a:lnTo>
                  <a:lnTo>
                    <a:pt x="260373" y="727239"/>
                  </a:lnTo>
                  <a:lnTo>
                    <a:pt x="258903" y="725389"/>
                  </a:lnTo>
                  <a:lnTo>
                    <a:pt x="257320" y="723539"/>
                  </a:lnTo>
                  <a:lnTo>
                    <a:pt x="255610" y="721688"/>
                  </a:lnTo>
                  <a:lnTo>
                    <a:pt x="253780" y="719838"/>
                  </a:lnTo>
                  <a:lnTo>
                    <a:pt x="251860" y="717987"/>
                  </a:lnTo>
                  <a:lnTo>
                    <a:pt x="249855" y="716137"/>
                  </a:lnTo>
                  <a:lnTo>
                    <a:pt x="247764" y="714286"/>
                  </a:lnTo>
                  <a:lnTo>
                    <a:pt x="245575" y="712436"/>
                  </a:lnTo>
                  <a:lnTo>
                    <a:pt x="243322" y="710585"/>
                  </a:lnTo>
                  <a:lnTo>
                    <a:pt x="241007" y="708735"/>
                  </a:lnTo>
                  <a:lnTo>
                    <a:pt x="238634" y="706884"/>
                  </a:lnTo>
                  <a:lnTo>
                    <a:pt x="236186" y="705034"/>
                  </a:lnTo>
                  <a:lnTo>
                    <a:pt x="233691" y="703183"/>
                  </a:lnTo>
                  <a:lnTo>
                    <a:pt x="231153" y="701333"/>
                  </a:lnTo>
                  <a:lnTo>
                    <a:pt x="228575" y="699482"/>
                  </a:lnTo>
                  <a:lnTo>
                    <a:pt x="225949" y="697632"/>
                  </a:lnTo>
                  <a:lnTo>
                    <a:pt x="223289" y="695781"/>
                  </a:lnTo>
                  <a:lnTo>
                    <a:pt x="220601" y="693931"/>
                  </a:lnTo>
                  <a:lnTo>
                    <a:pt x="217888" y="692080"/>
                  </a:lnTo>
                  <a:lnTo>
                    <a:pt x="215147" y="690230"/>
                  </a:lnTo>
                  <a:lnTo>
                    <a:pt x="212386" y="688379"/>
                  </a:lnTo>
                  <a:lnTo>
                    <a:pt x="209610" y="686529"/>
                  </a:lnTo>
                  <a:lnTo>
                    <a:pt x="206823" y="684678"/>
                  </a:lnTo>
                  <a:lnTo>
                    <a:pt x="204025" y="682828"/>
                  </a:lnTo>
                  <a:lnTo>
                    <a:pt x="201221" y="680977"/>
                  </a:lnTo>
                  <a:lnTo>
                    <a:pt x="198415" y="679127"/>
                  </a:lnTo>
                  <a:lnTo>
                    <a:pt x="195609" y="677276"/>
                  </a:lnTo>
                  <a:lnTo>
                    <a:pt x="192807" y="675426"/>
                  </a:lnTo>
                  <a:lnTo>
                    <a:pt x="190013" y="673575"/>
                  </a:lnTo>
                  <a:lnTo>
                    <a:pt x="187228" y="671725"/>
                  </a:lnTo>
                  <a:lnTo>
                    <a:pt x="184456" y="669875"/>
                  </a:lnTo>
                  <a:lnTo>
                    <a:pt x="181697" y="668024"/>
                  </a:lnTo>
                  <a:lnTo>
                    <a:pt x="178961" y="666174"/>
                  </a:lnTo>
                  <a:lnTo>
                    <a:pt x="176246" y="664323"/>
                  </a:lnTo>
                  <a:lnTo>
                    <a:pt x="173552" y="662473"/>
                  </a:lnTo>
                  <a:lnTo>
                    <a:pt x="170881" y="660622"/>
                  </a:lnTo>
                  <a:lnTo>
                    <a:pt x="168244" y="658772"/>
                  </a:lnTo>
                  <a:lnTo>
                    <a:pt x="165639" y="656921"/>
                  </a:lnTo>
                  <a:lnTo>
                    <a:pt x="163063" y="655071"/>
                  </a:lnTo>
                  <a:lnTo>
                    <a:pt x="160518" y="653220"/>
                  </a:lnTo>
                  <a:lnTo>
                    <a:pt x="158012" y="651370"/>
                  </a:lnTo>
                  <a:lnTo>
                    <a:pt x="155549" y="649519"/>
                  </a:lnTo>
                  <a:lnTo>
                    <a:pt x="153122" y="647669"/>
                  </a:lnTo>
                  <a:lnTo>
                    <a:pt x="150730" y="645818"/>
                  </a:lnTo>
                  <a:lnTo>
                    <a:pt x="148381" y="643968"/>
                  </a:lnTo>
                  <a:lnTo>
                    <a:pt x="146082" y="642117"/>
                  </a:lnTo>
                  <a:lnTo>
                    <a:pt x="143823" y="640267"/>
                  </a:lnTo>
                  <a:lnTo>
                    <a:pt x="141604" y="638416"/>
                  </a:lnTo>
                  <a:lnTo>
                    <a:pt x="139426" y="636566"/>
                  </a:lnTo>
                  <a:lnTo>
                    <a:pt x="137305" y="634715"/>
                  </a:lnTo>
                  <a:lnTo>
                    <a:pt x="135226" y="632865"/>
                  </a:lnTo>
                  <a:lnTo>
                    <a:pt x="133187" y="631014"/>
                  </a:lnTo>
                  <a:lnTo>
                    <a:pt x="131190" y="629164"/>
                  </a:lnTo>
                  <a:lnTo>
                    <a:pt x="129249" y="627313"/>
                  </a:lnTo>
                  <a:lnTo>
                    <a:pt x="127352" y="625463"/>
                  </a:lnTo>
                  <a:lnTo>
                    <a:pt x="125496" y="623612"/>
                  </a:lnTo>
                  <a:lnTo>
                    <a:pt x="123681" y="621762"/>
                  </a:lnTo>
                  <a:lnTo>
                    <a:pt x="121917" y="619911"/>
                  </a:lnTo>
                  <a:lnTo>
                    <a:pt x="120201" y="618061"/>
                  </a:lnTo>
                  <a:lnTo>
                    <a:pt x="118525" y="616210"/>
                  </a:lnTo>
                  <a:lnTo>
                    <a:pt x="116888" y="614360"/>
                  </a:lnTo>
                  <a:lnTo>
                    <a:pt x="115298" y="612510"/>
                  </a:lnTo>
                  <a:lnTo>
                    <a:pt x="113758" y="610659"/>
                  </a:lnTo>
                  <a:lnTo>
                    <a:pt x="112256" y="608809"/>
                  </a:lnTo>
                  <a:lnTo>
                    <a:pt x="110793" y="606958"/>
                  </a:lnTo>
                  <a:lnTo>
                    <a:pt x="109372" y="605108"/>
                  </a:lnTo>
                  <a:lnTo>
                    <a:pt x="108002" y="603257"/>
                  </a:lnTo>
                  <a:lnTo>
                    <a:pt x="106670" y="601407"/>
                  </a:lnTo>
                  <a:lnTo>
                    <a:pt x="105375" y="599556"/>
                  </a:lnTo>
                  <a:lnTo>
                    <a:pt x="104117" y="597706"/>
                  </a:lnTo>
                  <a:lnTo>
                    <a:pt x="102912" y="595855"/>
                  </a:lnTo>
                  <a:lnTo>
                    <a:pt x="101745" y="594005"/>
                  </a:lnTo>
                  <a:lnTo>
                    <a:pt x="100613" y="592154"/>
                  </a:lnTo>
                  <a:lnTo>
                    <a:pt x="99517" y="590304"/>
                  </a:lnTo>
                  <a:lnTo>
                    <a:pt x="98468" y="588453"/>
                  </a:lnTo>
                  <a:lnTo>
                    <a:pt x="97459" y="586603"/>
                  </a:lnTo>
                  <a:lnTo>
                    <a:pt x="96483" y="584752"/>
                  </a:lnTo>
                  <a:lnTo>
                    <a:pt x="95542" y="582902"/>
                  </a:lnTo>
                  <a:lnTo>
                    <a:pt x="94642" y="581051"/>
                  </a:lnTo>
                  <a:lnTo>
                    <a:pt x="93781" y="579201"/>
                  </a:lnTo>
                  <a:lnTo>
                    <a:pt x="92952" y="577350"/>
                  </a:lnTo>
                  <a:lnTo>
                    <a:pt x="92155" y="575500"/>
                  </a:lnTo>
                  <a:lnTo>
                    <a:pt x="91392" y="573649"/>
                  </a:lnTo>
                  <a:lnTo>
                    <a:pt x="90668" y="571799"/>
                  </a:lnTo>
                  <a:lnTo>
                    <a:pt x="90202" y="570559"/>
                  </a:lnTo>
                  <a:lnTo>
                    <a:pt x="89973" y="569948"/>
                  </a:lnTo>
                  <a:lnTo>
                    <a:pt x="89305" y="568098"/>
                  </a:lnTo>
                  <a:lnTo>
                    <a:pt x="88665" y="566247"/>
                  </a:lnTo>
                  <a:lnTo>
                    <a:pt x="88061" y="564397"/>
                  </a:lnTo>
                  <a:lnTo>
                    <a:pt x="87482" y="562546"/>
                  </a:lnTo>
                  <a:lnTo>
                    <a:pt x="86926" y="560696"/>
                  </a:lnTo>
                  <a:lnTo>
                    <a:pt x="86393" y="558846"/>
                  </a:lnTo>
                  <a:lnTo>
                    <a:pt x="85890" y="556995"/>
                  </a:lnTo>
                  <a:lnTo>
                    <a:pt x="85409" y="555145"/>
                  </a:lnTo>
                  <a:lnTo>
                    <a:pt x="84948" y="553294"/>
                  </a:lnTo>
                  <a:lnTo>
                    <a:pt x="84506" y="551444"/>
                  </a:lnTo>
                  <a:lnTo>
                    <a:pt x="84088" y="549593"/>
                  </a:lnTo>
                  <a:lnTo>
                    <a:pt x="83690" y="547743"/>
                  </a:lnTo>
                  <a:lnTo>
                    <a:pt x="83310" y="545892"/>
                  </a:lnTo>
                  <a:lnTo>
                    <a:pt x="82946" y="544042"/>
                  </a:lnTo>
                  <a:lnTo>
                    <a:pt x="82603" y="542191"/>
                  </a:lnTo>
                  <a:lnTo>
                    <a:pt x="82280" y="540341"/>
                  </a:lnTo>
                  <a:lnTo>
                    <a:pt x="81974" y="538490"/>
                  </a:lnTo>
                  <a:lnTo>
                    <a:pt x="81684" y="536640"/>
                  </a:lnTo>
                  <a:lnTo>
                    <a:pt x="81414" y="534789"/>
                  </a:lnTo>
                  <a:lnTo>
                    <a:pt x="81167" y="532939"/>
                  </a:lnTo>
                  <a:lnTo>
                    <a:pt x="80938" y="531088"/>
                  </a:lnTo>
                  <a:lnTo>
                    <a:pt x="80729" y="529238"/>
                  </a:lnTo>
                  <a:lnTo>
                    <a:pt x="80539" y="527387"/>
                  </a:lnTo>
                  <a:lnTo>
                    <a:pt x="80379" y="525537"/>
                  </a:lnTo>
                  <a:lnTo>
                    <a:pt x="80242" y="523686"/>
                  </a:lnTo>
                  <a:lnTo>
                    <a:pt x="80128" y="521836"/>
                  </a:lnTo>
                  <a:lnTo>
                    <a:pt x="80038" y="519985"/>
                  </a:lnTo>
                  <a:lnTo>
                    <a:pt x="79983" y="518135"/>
                  </a:lnTo>
                  <a:lnTo>
                    <a:pt x="79958" y="516284"/>
                  </a:lnTo>
                  <a:lnTo>
                    <a:pt x="79962" y="514434"/>
                  </a:lnTo>
                  <a:lnTo>
                    <a:pt x="79995" y="512583"/>
                  </a:lnTo>
                  <a:lnTo>
                    <a:pt x="80069" y="510733"/>
                  </a:lnTo>
                  <a:lnTo>
                    <a:pt x="80181" y="508882"/>
                  </a:lnTo>
                  <a:lnTo>
                    <a:pt x="80329" y="507032"/>
                  </a:lnTo>
                  <a:lnTo>
                    <a:pt x="80512" y="505181"/>
                  </a:lnTo>
                  <a:lnTo>
                    <a:pt x="80738" y="503331"/>
                  </a:lnTo>
                  <a:lnTo>
                    <a:pt x="81013" y="501481"/>
                  </a:lnTo>
                  <a:lnTo>
                    <a:pt x="81328" y="499630"/>
                  </a:lnTo>
                  <a:lnTo>
                    <a:pt x="81684" y="497780"/>
                  </a:lnTo>
                  <a:lnTo>
                    <a:pt x="82083" y="495929"/>
                  </a:lnTo>
                  <a:lnTo>
                    <a:pt x="82541" y="494079"/>
                  </a:lnTo>
                  <a:lnTo>
                    <a:pt x="83042" y="492228"/>
                  </a:lnTo>
                  <a:lnTo>
                    <a:pt x="83586" y="490378"/>
                  </a:lnTo>
                  <a:lnTo>
                    <a:pt x="84175" y="488527"/>
                  </a:lnTo>
                  <a:lnTo>
                    <a:pt x="84826" y="486677"/>
                  </a:lnTo>
                  <a:lnTo>
                    <a:pt x="85523" y="484826"/>
                  </a:lnTo>
                  <a:lnTo>
                    <a:pt x="86265" y="482976"/>
                  </a:lnTo>
                  <a:lnTo>
                    <a:pt x="87052" y="481125"/>
                  </a:lnTo>
                  <a:lnTo>
                    <a:pt x="87898" y="479275"/>
                  </a:lnTo>
                  <a:lnTo>
                    <a:pt x="88793" y="477424"/>
                  </a:lnTo>
                  <a:lnTo>
                    <a:pt x="89733" y="475574"/>
                  </a:lnTo>
                  <a:lnTo>
                    <a:pt x="90717" y="473723"/>
                  </a:lnTo>
                  <a:lnTo>
                    <a:pt x="91753" y="471873"/>
                  </a:lnTo>
                  <a:lnTo>
                    <a:pt x="92842" y="470022"/>
                  </a:lnTo>
                  <a:lnTo>
                    <a:pt x="93973" y="468172"/>
                  </a:lnTo>
                  <a:lnTo>
                    <a:pt x="95145" y="466321"/>
                  </a:lnTo>
                  <a:lnTo>
                    <a:pt x="96364" y="464471"/>
                  </a:lnTo>
                  <a:lnTo>
                    <a:pt x="97635" y="462620"/>
                  </a:lnTo>
                  <a:lnTo>
                    <a:pt x="98946" y="460770"/>
                  </a:lnTo>
                  <a:lnTo>
                    <a:pt x="100295" y="458919"/>
                  </a:lnTo>
                  <a:lnTo>
                    <a:pt x="101766" y="456962"/>
                  </a:lnTo>
                  <a:lnTo>
                    <a:pt x="103124" y="455218"/>
                  </a:lnTo>
                  <a:lnTo>
                    <a:pt x="104600" y="453368"/>
                  </a:lnTo>
                  <a:lnTo>
                    <a:pt x="106112" y="451517"/>
                  </a:lnTo>
                  <a:lnTo>
                    <a:pt x="107659" y="449667"/>
                  </a:lnTo>
                  <a:lnTo>
                    <a:pt x="109252" y="447816"/>
                  </a:lnTo>
                  <a:lnTo>
                    <a:pt x="110880" y="445966"/>
                  </a:lnTo>
                  <a:lnTo>
                    <a:pt x="112540" y="444116"/>
                  </a:lnTo>
                  <a:lnTo>
                    <a:pt x="114231" y="442265"/>
                  </a:lnTo>
                  <a:lnTo>
                    <a:pt x="115961" y="440415"/>
                  </a:lnTo>
                  <a:lnTo>
                    <a:pt x="117725" y="438564"/>
                  </a:lnTo>
                  <a:lnTo>
                    <a:pt x="119517" y="436714"/>
                  </a:lnTo>
                  <a:lnTo>
                    <a:pt x="121336" y="434863"/>
                  </a:lnTo>
                  <a:lnTo>
                    <a:pt x="123187" y="433013"/>
                  </a:lnTo>
                  <a:lnTo>
                    <a:pt x="125069" y="431162"/>
                  </a:lnTo>
                  <a:lnTo>
                    <a:pt x="126975" y="429312"/>
                  </a:lnTo>
                  <a:lnTo>
                    <a:pt x="128903" y="427461"/>
                  </a:lnTo>
                  <a:lnTo>
                    <a:pt x="130854" y="425611"/>
                  </a:lnTo>
                  <a:lnTo>
                    <a:pt x="132833" y="423760"/>
                  </a:lnTo>
                  <a:lnTo>
                    <a:pt x="134829" y="421910"/>
                  </a:lnTo>
                  <a:lnTo>
                    <a:pt x="136842" y="420059"/>
                  </a:lnTo>
                  <a:lnTo>
                    <a:pt x="138869" y="418209"/>
                  </a:lnTo>
                  <a:lnTo>
                    <a:pt x="140916" y="416358"/>
                  </a:lnTo>
                  <a:lnTo>
                    <a:pt x="142973" y="414508"/>
                  </a:lnTo>
                  <a:lnTo>
                    <a:pt x="145038" y="412657"/>
                  </a:lnTo>
                  <a:lnTo>
                    <a:pt x="147111" y="410807"/>
                  </a:lnTo>
                  <a:lnTo>
                    <a:pt x="149190" y="408956"/>
                  </a:lnTo>
                  <a:lnTo>
                    <a:pt x="151271" y="407106"/>
                  </a:lnTo>
                  <a:lnTo>
                    <a:pt x="153352" y="405255"/>
                  </a:lnTo>
                  <a:lnTo>
                    <a:pt x="155430" y="403405"/>
                  </a:lnTo>
                  <a:lnTo>
                    <a:pt x="157503" y="401554"/>
                  </a:lnTo>
                  <a:lnTo>
                    <a:pt x="159566" y="399704"/>
                  </a:lnTo>
                  <a:lnTo>
                    <a:pt x="161619" y="397853"/>
                  </a:lnTo>
                  <a:lnTo>
                    <a:pt x="163660" y="396003"/>
                  </a:lnTo>
                  <a:lnTo>
                    <a:pt x="165684" y="394152"/>
                  </a:lnTo>
                  <a:lnTo>
                    <a:pt x="167686" y="392302"/>
                  </a:lnTo>
                  <a:lnTo>
                    <a:pt x="169668" y="390452"/>
                  </a:lnTo>
                  <a:lnTo>
                    <a:pt x="171629" y="388601"/>
                  </a:lnTo>
                  <a:lnTo>
                    <a:pt x="173566" y="386751"/>
                  </a:lnTo>
                  <a:lnTo>
                    <a:pt x="175468" y="384900"/>
                  </a:lnTo>
                  <a:lnTo>
                    <a:pt x="177342" y="383050"/>
                  </a:lnTo>
                  <a:lnTo>
                    <a:pt x="179187" y="381199"/>
                  </a:lnTo>
                  <a:lnTo>
                    <a:pt x="181004" y="379349"/>
                  </a:lnTo>
                  <a:lnTo>
                    <a:pt x="182776" y="377498"/>
                  </a:lnTo>
                  <a:lnTo>
                    <a:pt x="184516" y="375648"/>
                  </a:lnTo>
                  <a:lnTo>
                    <a:pt x="186222" y="373797"/>
                  </a:lnTo>
                  <a:lnTo>
                    <a:pt x="187896" y="371947"/>
                  </a:lnTo>
                  <a:lnTo>
                    <a:pt x="189527" y="370096"/>
                  </a:lnTo>
                  <a:lnTo>
                    <a:pt x="191119" y="368246"/>
                  </a:lnTo>
                  <a:lnTo>
                    <a:pt x="192679" y="366395"/>
                  </a:lnTo>
                  <a:lnTo>
                    <a:pt x="194205" y="364545"/>
                  </a:lnTo>
                  <a:lnTo>
                    <a:pt x="195694" y="362694"/>
                  </a:lnTo>
                  <a:lnTo>
                    <a:pt x="197143" y="360844"/>
                  </a:lnTo>
                  <a:lnTo>
                    <a:pt x="198563" y="358993"/>
                  </a:lnTo>
                  <a:lnTo>
                    <a:pt x="199954" y="357143"/>
                  </a:lnTo>
                  <a:lnTo>
                    <a:pt x="201314" y="355292"/>
                  </a:lnTo>
                  <a:lnTo>
                    <a:pt x="202639" y="353442"/>
                  </a:lnTo>
                  <a:lnTo>
                    <a:pt x="203939" y="351591"/>
                  </a:lnTo>
                  <a:lnTo>
                    <a:pt x="205217" y="349741"/>
                  </a:lnTo>
                  <a:lnTo>
                    <a:pt x="206473" y="347890"/>
                  </a:lnTo>
                  <a:lnTo>
                    <a:pt x="207701" y="346040"/>
                  </a:lnTo>
                  <a:lnTo>
                    <a:pt x="208911" y="344189"/>
                  </a:lnTo>
                  <a:lnTo>
                    <a:pt x="210106" y="342339"/>
                  </a:lnTo>
                  <a:lnTo>
                    <a:pt x="211286" y="340488"/>
                  </a:lnTo>
                  <a:lnTo>
                    <a:pt x="212448" y="338638"/>
                  </a:lnTo>
                  <a:lnTo>
                    <a:pt x="213599" y="336787"/>
                  </a:lnTo>
                  <a:lnTo>
                    <a:pt x="214740" y="334937"/>
                  </a:lnTo>
                  <a:lnTo>
                    <a:pt x="215872" y="333087"/>
                  </a:lnTo>
                  <a:lnTo>
                    <a:pt x="216996" y="331236"/>
                  </a:lnTo>
                  <a:lnTo>
                    <a:pt x="218113" y="329386"/>
                  </a:lnTo>
                  <a:lnTo>
                    <a:pt x="219226" y="327535"/>
                  </a:lnTo>
                  <a:lnTo>
                    <a:pt x="220334" y="325685"/>
                  </a:lnTo>
                  <a:lnTo>
                    <a:pt x="221438" y="323834"/>
                  </a:lnTo>
                  <a:lnTo>
                    <a:pt x="222539" y="321984"/>
                  </a:lnTo>
                  <a:lnTo>
                    <a:pt x="223638" y="320133"/>
                  </a:lnTo>
                  <a:lnTo>
                    <a:pt x="224735" y="318283"/>
                  </a:lnTo>
                  <a:lnTo>
                    <a:pt x="225830" y="316432"/>
                  </a:lnTo>
                  <a:lnTo>
                    <a:pt x="226922" y="314582"/>
                  </a:lnTo>
                  <a:lnTo>
                    <a:pt x="228011" y="312731"/>
                  </a:lnTo>
                  <a:lnTo>
                    <a:pt x="229099" y="310881"/>
                  </a:lnTo>
                  <a:lnTo>
                    <a:pt x="230184" y="309030"/>
                  </a:lnTo>
                  <a:lnTo>
                    <a:pt x="231264" y="307180"/>
                  </a:lnTo>
                  <a:lnTo>
                    <a:pt x="232340" y="305329"/>
                  </a:lnTo>
                  <a:lnTo>
                    <a:pt x="233412" y="303479"/>
                  </a:lnTo>
                  <a:lnTo>
                    <a:pt x="234478" y="301628"/>
                  </a:lnTo>
                  <a:lnTo>
                    <a:pt x="235537" y="299778"/>
                  </a:lnTo>
                  <a:lnTo>
                    <a:pt x="236588" y="297927"/>
                  </a:lnTo>
                  <a:lnTo>
                    <a:pt x="237632" y="296077"/>
                  </a:lnTo>
                  <a:lnTo>
                    <a:pt x="238668" y="294226"/>
                  </a:lnTo>
                  <a:lnTo>
                    <a:pt x="239693" y="292376"/>
                  </a:lnTo>
                  <a:lnTo>
                    <a:pt x="240706" y="290525"/>
                  </a:lnTo>
                  <a:lnTo>
                    <a:pt x="241708" y="288675"/>
                  </a:lnTo>
                  <a:lnTo>
                    <a:pt x="242700" y="286824"/>
                  </a:lnTo>
                  <a:lnTo>
                    <a:pt x="243679" y="284974"/>
                  </a:lnTo>
                  <a:lnTo>
                    <a:pt x="244641" y="283123"/>
                  </a:lnTo>
                  <a:lnTo>
                    <a:pt x="245592" y="281273"/>
                  </a:lnTo>
                  <a:lnTo>
                    <a:pt x="246529" y="279423"/>
                  </a:lnTo>
                  <a:lnTo>
                    <a:pt x="247453" y="277572"/>
                  </a:lnTo>
                  <a:lnTo>
                    <a:pt x="248358" y="275722"/>
                  </a:lnTo>
                  <a:lnTo>
                    <a:pt x="249250" y="273871"/>
                  </a:lnTo>
                  <a:lnTo>
                    <a:pt x="250128" y="272021"/>
                  </a:lnTo>
                  <a:lnTo>
                    <a:pt x="250993" y="270170"/>
                  </a:lnTo>
                  <a:lnTo>
                    <a:pt x="251840" y="268320"/>
                  </a:lnTo>
                  <a:lnTo>
                    <a:pt x="252673" y="266469"/>
                  </a:lnTo>
                  <a:lnTo>
                    <a:pt x="253493" y="264619"/>
                  </a:lnTo>
                  <a:lnTo>
                    <a:pt x="254301" y="262768"/>
                  </a:lnTo>
                  <a:lnTo>
                    <a:pt x="255094" y="260918"/>
                  </a:lnTo>
                  <a:lnTo>
                    <a:pt x="255873" y="259067"/>
                  </a:lnTo>
                  <a:lnTo>
                    <a:pt x="256642" y="257217"/>
                  </a:lnTo>
                  <a:lnTo>
                    <a:pt x="257400" y="255366"/>
                  </a:lnTo>
                  <a:lnTo>
                    <a:pt x="258147" y="253516"/>
                  </a:lnTo>
                  <a:lnTo>
                    <a:pt x="258882" y="251665"/>
                  </a:lnTo>
                  <a:lnTo>
                    <a:pt x="259610" y="249815"/>
                  </a:lnTo>
                  <a:lnTo>
                    <a:pt x="260329" y="247964"/>
                  </a:lnTo>
                  <a:lnTo>
                    <a:pt x="261041" y="246114"/>
                  </a:lnTo>
                  <a:lnTo>
                    <a:pt x="261744" y="244263"/>
                  </a:lnTo>
                  <a:lnTo>
                    <a:pt x="262441" y="242413"/>
                  </a:lnTo>
                  <a:lnTo>
                    <a:pt x="263133" y="240562"/>
                  </a:lnTo>
                  <a:lnTo>
                    <a:pt x="263821" y="238712"/>
                  </a:lnTo>
                  <a:lnTo>
                    <a:pt x="264503" y="236861"/>
                  </a:lnTo>
                  <a:lnTo>
                    <a:pt x="265182" y="235011"/>
                  </a:lnTo>
                  <a:lnTo>
                    <a:pt x="265858" y="233160"/>
                  </a:lnTo>
                  <a:lnTo>
                    <a:pt x="266532" y="231310"/>
                  </a:lnTo>
                  <a:lnTo>
                    <a:pt x="267203" y="229459"/>
                  </a:lnTo>
                  <a:lnTo>
                    <a:pt x="267873" y="227609"/>
                  </a:lnTo>
                  <a:lnTo>
                    <a:pt x="268541" y="225758"/>
                  </a:lnTo>
                  <a:lnTo>
                    <a:pt x="269209" y="223908"/>
                  </a:lnTo>
                  <a:lnTo>
                    <a:pt x="269876" y="222058"/>
                  </a:lnTo>
                  <a:lnTo>
                    <a:pt x="270542" y="220207"/>
                  </a:lnTo>
                  <a:lnTo>
                    <a:pt x="271209" y="218357"/>
                  </a:lnTo>
                  <a:lnTo>
                    <a:pt x="271875" y="216506"/>
                  </a:lnTo>
                  <a:lnTo>
                    <a:pt x="272542" y="214656"/>
                  </a:lnTo>
                  <a:lnTo>
                    <a:pt x="273208" y="212805"/>
                  </a:lnTo>
                  <a:lnTo>
                    <a:pt x="273874" y="210955"/>
                  </a:lnTo>
                  <a:lnTo>
                    <a:pt x="274541" y="209104"/>
                  </a:lnTo>
                  <a:lnTo>
                    <a:pt x="275207" y="207254"/>
                  </a:lnTo>
                  <a:lnTo>
                    <a:pt x="275873" y="205403"/>
                  </a:lnTo>
                  <a:lnTo>
                    <a:pt x="276538" y="203553"/>
                  </a:lnTo>
                  <a:lnTo>
                    <a:pt x="277202" y="201702"/>
                  </a:lnTo>
                  <a:lnTo>
                    <a:pt x="277866" y="199852"/>
                  </a:lnTo>
                  <a:lnTo>
                    <a:pt x="278528" y="198001"/>
                  </a:lnTo>
                  <a:lnTo>
                    <a:pt x="279189" y="196151"/>
                  </a:lnTo>
                  <a:lnTo>
                    <a:pt x="279848" y="194300"/>
                  </a:lnTo>
                  <a:lnTo>
                    <a:pt x="280505" y="192450"/>
                  </a:lnTo>
                  <a:lnTo>
                    <a:pt x="281158" y="190599"/>
                  </a:lnTo>
                  <a:lnTo>
                    <a:pt x="281808" y="188749"/>
                  </a:lnTo>
                  <a:lnTo>
                    <a:pt x="282455" y="186898"/>
                  </a:lnTo>
                  <a:lnTo>
                    <a:pt x="283099" y="185048"/>
                  </a:lnTo>
                  <a:lnTo>
                    <a:pt x="283737" y="183197"/>
                  </a:lnTo>
                  <a:lnTo>
                    <a:pt x="284370" y="181347"/>
                  </a:lnTo>
                  <a:lnTo>
                    <a:pt x="284998" y="179496"/>
                  </a:lnTo>
                  <a:lnTo>
                    <a:pt x="285621" y="177646"/>
                  </a:lnTo>
                  <a:lnTo>
                    <a:pt x="286237" y="175795"/>
                  </a:lnTo>
                  <a:lnTo>
                    <a:pt x="286845" y="173945"/>
                  </a:lnTo>
                  <a:lnTo>
                    <a:pt x="287447" y="172094"/>
                  </a:lnTo>
                  <a:lnTo>
                    <a:pt x="288041" y="170244"/>
                  </a:lnTo>
                  <a:lnTo>
                    <a:pt x="288628" y="168393"/>
                  </a:lnTo>
                  <a:lnTo>
                    <a:pt x="289204" y="166543"/>
                  </a:lnTo>
                  <a:lnTo>
                    <a:pt x="289771" y="164693"/>
                  </a:lnTo>
                  <a:lnTo>
                    <a:pt x="290330" y="162842"/>
                  </a:lnTo>
                  <a:lnTo>
                    <a:pt x="290880" y="160992"/>
                  </a:lnTo>
                  <a:lnTo>
                    <a:pt x="291417" y="159141"/>
                  </a:lnTo>
                  <a:lnTo>
                    <a:pt x="291943" y="157291"/>
                  </a:lnTo>
                  <a:lnTo>
                    <a:pt x="292459" y="155440"/>
                  </a:lnTo>
                  <a:lnTo>
                    <a:pt x="292966" y="153590"/>
                  </a:lnTo>
                  <a:lnTo>
                    <a:pt x="293459" y="151739"/>
                  </a:lnTo>
                  <a:lnTo>
                    <a:pt x="293939" y="149889"/>
                  </a:lnTo>
                  <a:lnTo>
                    <a:pt x="294408" y="148038"/>
                  </a:lnTo>
                  <a:lnTo>
                    <a:pt x="294866" y="146188"/>
                  </a:lnTo>
                  <a:lnTo>
                    <a:pt x="295311" y="144337"/>
                  </a:lnTo>
                  <a:lnTo>
                    <a:pt x="295742" y="142487"/>
                  </a:lnTo>
                  <a:lnTo>
                    <a:pt x="296160" y="140636"/>
                  </a:lnTo>
                  <a:lnTo>
                    <a:pt x="296568" y="138786"/>
                  </a:lnTo>
                  <a:lnTo>
                    <a:pt x="296963" y="136935"/>
                  </a:lnTo>
                  <a:lnTo>
                    <a:pt x="297342" y="135085"/>
                  </a:lnTo>
                  <a:lnTo>
                    <a:pt x="297709" y="133234"/>
                  </a:lnTo>
                  <a:lnTo>
                    <a:pt x="298065" y="131384"/>
                  </a:lnTo>
                  <a:lnTo>
                    <a:pt x="298409" y="129533"/>
                  </a:lnTo>
                  <a:lnTo>
                    <a:pt x="298738" y="127683"/>
                  </a:lnTo>
                  <a:lnTo>
                    <a:pt x="299054" y="125832"/>
                  </a:lnTo>
                  <a:lnTo>
                    <a:pt x="299360" y="123982"/>
                  </a:lnTo>
                  <a:lnTo>
                    <a:pt x="299655" y="122131"/>
                  </a:lnTo>
                  <a:lnTo>
                    <a:pt x="299936" y="120281"/>
                  </a:lnTo>
                  <a:lnTo>
                    <a:pt x="300204" y="118430"/>
                  </a:lnTo>
                  <a:lnTo>
                    <a:pt x="300463" y="116580"/>
                  </a:lnTo>
                  <a:lnTo>
                    <a:pt x="300712" y="114729"/>
                  </a:lnTo>
                  <a:lnTo>
                    <a:pt x="300948" y="112879"/>
                  </a:lnTo>
                  <a:lnTo>
                    <a:pt x="301173" y="111029"/>
                  </a:lnTo>
                  <a:lnTo>
                    <a:pt x="301388" y="109178"/>
                  </a:lnTo>
                  <a:lnTo>
                    <a:pt x="301595" y="107328"/>
                  </a:lnTo>
                  <a:lnTo>
                    <a:pt x="301791" y="105477"/>
                  </a:lnTo>
                  <a:lnTo>
                    <a:pt x="301976" y="103627"/>
                  </a:lnTo>
                  <a:lnTo>
                    <a:pt x="302153" y="101776"/>
                  </a:lnTo>
                  <a:lnTo>
                    <a:pt x="302322" y="99926"/>
                  </a:lnTo>
                  <a:lnTo>
                    <a:pt x="302483" y="98075"/>
                  </a:lnTo>
                  <a:lnTo>
                    <a:pt x="302634" y="96225"/>
                  </a:lnTo>
                  <a:lnTo>
                    <a:pt x="302778" y="94374"/>
                  </a:lnTo>
                  <a:lnTo>
                    <a:pt x="302914" y="92524"/>
                  </a:lnTo>
                  <a:lnTo>
                    <a:pt x="303044" y="90673"/>
                  </a:lnTo>
                  <a:lnTo>
                    <a:pt x="303165" y="88823"/>
                  </a:lnTo>
                  <a:lnTo>
                    <a:pt x="303280" y="86972"/>
                  </a:lnTo>
                  <a:lnTo>
                    <a:pt x="303389" y="85122"/>
                  </a:lnTo>
                  <a:lnTo>
                    <a:pt x="303492" y="83271"/>
                  </a:lnTo>
                  <a:lnTo>
                    <a:pt x="303588" y="81421"/>
                  </a:lnTo>
                  <a:lnTo>
                    <a:pt x="303679" y="79570"/>
                  </a:lnTo>
                  <a:lnTo>
                    <a:pt x="303764" y="77720"/>
                  </a:lnTo>
                  <a:lnTo>
                    <a:pt x="303845" y="75869"/>
                  </a:lnTo>
                  <a:lnTo>
                    <a:pt x="303920" y="74019"/>
                  </a:lnTo>
                  <a:lnTo>
                    <a:pt x="303990" y="72168"/>
                  </a:lnTo>
                  <a:lnTo>
                    <a:pt x="304056" y="70318"/>
                  </a:lnTo>
                  <a:lnTo>
                    <a:pt x="304118" y="68467"/>
                  </a:lnTo>
                  <a:lnTo>
                    <a:pt x="304175" y="66617"/>
                  </a:lnTo>
                  <a:lnTo>
                    <a:pt x="304228" y="64766"/>
                  </a:lnTo>
                  <a:lnTo>
                    <a:pt x="304278" y="62916"/>
                  </a:lnTo>
                  <a:lnTo>
                    <a:pt x="304324" y="61065"/>
                  </a:lnTo>
                  <a:lnTo>
                    <a:pt x="304368" y="59215"/>
                  </a:lnTo>
                  <a:lnTo>
                    <a:pt x="304407" y="57364"/>
                  </a:lnTo>
                  <a:lnTo>
                    <a:pt x="304443" y="55514"/>
                  </a:lnTo>
                  <a:lnTo>
                    <a:pt x="304478" y="53664"/>
                  </a:lnTo>
                  <a:lnTo>
                    <a:pt x="304509" y="51813"/>
                  </a:lnTo>
                  <a:lnTo>
                    <a:pt x="304538" y="49963"/>
                  </a:lnTo>
                  <a:lnTo>
                    <a:pt x="304564" y="48112"/>
                  </a:lnTo>
                  <a:lnTo>
                    <a:pt x="304588" y="46262"/>
                  </a:lnTo>
                  <a:lnTo>
                    <a:pt x="304611" y="44411"/>
                  </a:lnTo>
                  <a:lnTo>
                    <a:pt x="304631" y="42561"/>
                  </a:lnTo>
                  <a:lnTo>
                    <a:pt x="304649" y="40710"/>
                  </a:lnTo>
                  <a:lnTo>
                    <a:pt x="304666" y="38860"/>
                  </a:lnTo>
                  <a:lnTo>
                    <a:pt x="304681" y="37009"/>
                  </a:lnTo>
                  <a:lnTo>
                    <a:pt x="304695" y="35159"/>
                  </a:lnTo>
                  <a:lnTo>
                    <a:pt x="304707" y="33308"/>
                  </a:lnTo>
                  <a:lnTo>
                    <a:pt x="304719" y="31458"/>
                  </a:lnTo>
                  <a:lnTo>
                    <a:pt x="304729" y="29607"/>
                  </a:lnTo>
                  <a:lnTo>
                    <a:pt x="304738" y="27757"/>
                  </a:lnTo>
                  <a:lnTo>
                    <a:pt x="304746" y="25906"/>
                  </a:lnTo>
                  <a:lnTo>
                    <a:pt x="304754" y="24056"/>
                  </a:lnTo>
                  <a:lnTo>
                    <a:pt x="304760" y="22205"/>
                  </a:lnTo>
                  <a:lnTo>
                    <a:pt x="304766" y="20355"/>
                  </a:lnTo>
                  <a:lnTo>
                    <a:pt x="304771" y="18504"/>
                  </a:lnTo>
                  <a:lnTo>
                    <a:pt x="304776" y="16654"/>
                  </a:lnTo>
                  <a:lnTo>
                    <a:pt x="304780" y="14803"/>
                  </a:lnTo>
                  <a:lnTo>
                    <a:pt x="304783" y="12953"/>
                  </a:lnTo>
                  <a:lnTo>
                    <a:pt x="304787" y="11102"/>
                  </a:lnTo>
                  <a:lnTo>
                    <a:pt x="304789" y="9252"/>
                  </a:lnTo>
                  <a:lnTo>
                    <a:pt x="304792" y="7401"/>
                  </a:lnTo>
                  <a:lnTo>
                    <a:pt x="304794" y="5551"/>
                  </a:lnTo>
                  <a:lnTo>
                    <a:pt x="304796" y="3700"/>
                  </a:lnTo>
                  <a:lnTo>
                    <a:pt x="304797" y="1850"/>
                  </a:lnTo>
                  <a:lnTo>
                    <a:pt x="304815" y="0"/>
                  </a:lnTo>
                  <a:lnTo>
                    <a:pt x="304817" y="1850"/>
                  </a:lnTo>
                  <a:lnTo>
                    <a:pt x="304818" y="3700"/>
                  </a:lnTo>
                  <a:lnTo>
                    <a:pt x="304820" y="5551"/>
                  </a:lnTo>
                  <a:lnTo>
                    <a:pt x="304822" y="7401"/>
                  </a:lnTo>
                  <a:lnTo>
                    <a:pt x="304825" y="9252"/>
                  </a:lnTo>
                  <a:lnTo>
                    <a:pt x="304828" y="11102"/>
                  </a:lnTo>
                  <a:lnTo>
                    <a:pt x="304831" y="12953"/>
                  </a:lnTo>
                  <a:lnTo>
                    <a:pt x="304834" y="14803"/>
                  </a:lnTo>
                  <a:lnTo>
                    <a:pt x="304838" y="16654"/>
                  </a:lnTo>
                  <a:lnTo>
                    <a:pt x="304843" y="18504"/>
                  </a:lnTo>
                  <a:lnTo>
                    <a:pt x="304848" y="20355"/>
                  </a:lnTo>
                  <a:lnTo>
                    <a:pt x="304854" y="22205"/>
                  </a:lnTo>
                  <a:lnTo>
                    <a:pt x="304861" y="24056"/>
                  </a:lnTo>
                  <a:lnTo>
                    <a:pt x="304868" y="25906"/>
                  </a:lnTo>
                  <a:lnTo>
                    <a:pt x="304876" y="27757"/>
                  </a:lnTo>
                  <a:lnTo>
                    <a:pt x="304885" y="29607"/>
                  </a:lnTo>
                  <a:lnTo>
                    <a:pt x="304896" y="31458"/>
                  </a:lnTo>
                  <a:lnTo>
                    <a:pt x="304907" y="33308"/>
                  </a:lnTo>
                  <a:lnTo>
                    <a:pt x="304919" y="35159"/>
                  </a:lnTo>
                  <a:lnTo>
                    <a:pt x="304933" y="37009"/>
                  </a:lnTo>
                  <a:lnTo>
                    <a:pt x="304948" y="38860"/>
                  </a:lnTo>
                  <a:lnTo>
                    <a:pt x="304965" y="40710"/>
                  </a:lnTo>
                  <a:lnTo>
                    <a:pt x="304984" y="42561"/>
                  </a:lnTo>
                  <a:lnTo>
                    <a:pt x="305004" y="44411"/>
                  </a:lnTo>
                  <a:lnTo>
                    <a:pt x="305026" y="46262"/>
                  </a:lnTo>
                  <a:lnTo>
                    <a:pt x="305050" y="48112"/>
                  </a:lnTo>
                  <a:lnTo>
                    <a:pt x="305077" y="49963"/>
                  </a:lnTo>
                  <a:lnTo>
                    <a:pt x="305105" y="51813"/>
                  </a:lnTo>
                  <a:lnTo>
                    <a:pt x="305137" y="53664"/>
                  </a:lnTo>
                  <a:lnTo>
                    <a:pt x="305171" y="55514"/>
                  </a:lnTo>
                  <a:lnTo>
                    <a:pt x="305207" y="57364"/>
                  </a:lnTo>
                  <a:lnTo>
                    <a:pt x="305247" y="59215"/>
                  </a:lnTo>
                  <a:lnTo>
                    <a:pt x="305290" y="61065"/>
                  </a:lnTo>
                  <a:lnTo>
                    <a:pt x="305336" y="62916"/>
                  </a:lnTo>
                  <a:lnTo>
                    <a:pt x="305386" y="64766"/>
                  </a:lnTo>
                  <a:lnTo>
                    <a:pt x="305439" y="66617"/>
                  </a:lnTo>
                  <a:lnTo>
                    <a:pt x="305497" y="68467"/>
                  </a:lnTo>
                  <a:lnTo>
                    <a:pt x="305559" y="70318"/>
                  </a:lnTo>
                  <a:lnTo>
                    <a:pt x="305624" y="72168"/>
                  </a:lnTo>
                  <a:lnTo>
                    <a:pt x="305694" y="74019"/>
                  </a:lnTo>
                  <a:lnTo>
                    <a:pt x="305769" y="75869"/>
                  </a:lnTo>
                  <a:lnTo>
                    <a:pt x="305850" y="77720"/>
                  </a:lnTo>
                  <a:lnTo>
                    <a:pt x="305935" y="79570"/>
                  </a:lnTo>
                  <a:lnTo>
                    <a:pt x="306026" y="81421"/>
                  </a:lnTo>
                  <a:lnTo>
                    <a:pt x="306122" y="83271"/>
                  </a:lnTo>
                  <a:lnTo>
                    <a:pt x="306225" y="85122"/>
                  </a:lnTo>
                  <a:lnTo>
                    <a:pt x="306334" y="86972"/>
                  </a:lnTo>
                  <a:lnTo>
                    <a:pt x="306449" y="88823"/>
                  </a:lnTo>
                  <a:lnTo>
                    <a:pt x="306570" y="90673"/>
                  </a:lnTo>
                  <a:lnTo>
                    <a:pt x="306700" y="92524"/>
                  </a:lnTo>
                  <a:lnTo>
                    <a:pt x="306837" y="94374"/>
                  </a:lnTo>
                  <a:lnTo>
                    <a:pt x="306980" y="96225"/>
                  </a:lnTo>
                  <a:lnTo>
                    <a:pt x="307131" y="98075"/>
                  </a:lnTo>
                  <a:lnTo>
                    <a:pt x="307292" y="99926"/>
                  </a:lnTo>
                  <a:lnTo>
                    <a:pt x="307461" y="101776"/>
                  </a:lnTo>
                  <a:lnTo>
                    <a:pt x="307638" y="103627"/>
                  </a:lnTo>
                  <a:lnTo>
                    <a:pt x="307823" y="105477"/>
                  </a:lnTo>
                  <a:lnTo>
                    <a:pt x="308020" y="107328"/>
                  </a:lnTo>
                  <a:lnTo>
                    <a:pt x="308226" y="109178"/>
                  </a:lnTo>
                  <a:lnTo>
                    <a:pt x="308442" y="111029"/>
                  </a:lnTo>
                  <a:lnTo>
                    <a:pt x="308666" y="112879"/>
                  </a:lnTo>
                  <a:lnTo>
                    <a:pt x="308903" y="114729"/>
                  </a:lnTo>
                  <a:lnTo>
                    <a:pt x="309151" y="116580"/>
                  </a:lnTo>
                  <a:lnTo>
                    <a:pt x="309410" y="118430"/>
                  </a:lnTo>
                  <a:lnTo>
                    <a:pt x="309679" y="120281"/>
                  </a:lnTo>
                  <a:lnTo>
                    <a:pt x="309959" y="122131"/>
                  </a:lnTo>
                  <a:lnTo>
                    <a:pt x="310254" y="123982"/>
                  </a:lnTo>
                  <a:lnTo>
                    <a:pt x="310560" y="125832"/>
                  </a:lnTo>
                  <a:lnTo>
                    <a:pt x="310877" y="127683"/>
                  </a:lnTo>
                  <a:lnTo>
                    <a:pt x="311205" y="129533"/>
                  </a:lnTo>
                  <a:lnTo>
                    <a:pt x="311549" y="131384"/>
                  </a:lnTo>
                  <a:lnTo>
                    <a:pt x="311905" y="133234"/>
                  </a:lnTo>
                  <a:lnTo>
                    <a:pt x="312273" y="135085"/>
                  </a:lnTo>
                  <a:lnTo>
                    <a:pt x="312652" y="136935"/>
                  </a:lnTo>
                  <a:lnTo>
                    <a:pt x="313046" y="138786"/>
                  </a:lnTo>
                  <a:lnTo>
                    <a:pt x="313454" y="140636"/>
                  </a:lnTo>
                  <a:lnTo>
                    <a:pt x="313873" y="142487"/>
                  </a:lnTo>
                  <a:lnTo>
                    <a:pt x="314303" y="144337"/>
                  </a:lnTo>
                  <a:lnTo>
                    <a:pt x="314748" y="146188"/>
                  </a:lnTo>
                  <a:lnTo>
                    <a:pt x="315206" y="148038"/>
                  </a:lnTo>
                  <a:lnTo>
                    <a:pt x="315675" y="149889"/>
                  </a:lnTo>
                  <a:lnTo>
                    <a:pt x="316156" y="151739"/>
                  </a:lnTo>
                  <a:lnTo>
                    <a:pt x="316649" y="153590"/>
                  </a:lnTo>
                  <a:lnTo>
                    <a:pt x="317155" y="155440"/>
                  </a:lnTo>
                  <a:lnTo>
                    <a:pt x="317671" y="157291"/>
                  </a:lnTo>
                  <a:lnTo>
                    <a:pt x="318198" y="159141"/>
                  </a:lnTo>
                  <a:lnTo>
                    <a:pt x="318735" y="160992"/>
                  </a:lnTo>
                  <a:lnTo>
                    <a:pt x="319284" y="162842"/>
                  </a:lnTo>
                  <a:lnTo>
                    <a:pt x="319843" y="164693"/>
                  </a:lnTo>
                  <a:lnTo>
                    <a:pt x="320410" y="166543"/>
                  </a:lnTo>
                  <a:lnTo>
                    <a:pt x="320986" y="168393"/>
                  </a:lnTo>
                  <a:lnTo>
                    <a:pt x="321573" y="170244"/>
                  </a:lnTo>
                  <a:lnTo>
                    <a:pt x="322167" y="172094"/>
                  </a:lnTo>
                  <a:lnTo>
                    <a:pt x="322769" y="173945"/>
                  </a:lnTo>
                  <a:lnTo>
                    <a:pt x="323377" y="175795"/>
                  </a:lnTo>
                  <a:lnTo>
                    <a:pt x="323993" y="177646"/>
                  </a:lnTo>
                  <a:lnTo>
                    <a:pt x="324616" y="179496"/>
                  </a:lnTo>
                  <a:lnTo>
                    <a:pt x="325244" y="181347"/>
                  </a:lnTo>
                  <a:lnTo>
                    <a:pt x="325877" y="183197"/>
                  </a:lnTo>
                  <a:lnTo>
                    <a:pt x="326516" y="185048"/>
                  </a:lnTo>
                  <a:lnTo>
                    <a:pt x="327159" y="186898"/>
                  </a:lnTo>
                  <a:lnTo>
                    <a:pt x="327806" y="188749"/>
                  </a:lnTo>
                  <a:lnTo>
                    <a:pt x="328456" y="190599"/>
                  </a:lnTo>
                  <a:lnTo>
                    <a:pt x="329110" y="192450"/>
                  </a:lnTo>
                  <a:lnTo>
                    <a:pt x="329766" y="194300"/>
                  </a:lnTo>
                  <a:lnTo>
                    <a:pt x="330425" y="196151"/>
                  </a:lnTo>
                  <a:lnTo>
                    <a:pt x="331086" y="198001"/>
                  </a:lnTo>
                  <a:lnTo>
                    <a:pt x="331748" y="199852"/>
                  </a:lnTo>
                  <a:lnTo>
                    <a:pt x="332412" y="201702"/>
                  </a:lnTo>
                  <a:lnTo>
                    <a:pt x="333076" y="203553"/>
                  </a:lnTo>
                  <a:lnTo>
                    <a:pt x="333742" y="205403"/>
                  </a:lnTo>
                  <a:lnTo>
                    <a:pt x="334408" y="207254"/>
                  </a:lnTo>
                  <a:lnTo>
                    <a:pt x="335074" y="209104"/>
                  </a:lnTo>
                  <a:lnTo>
                    <a:pt x="335740" y="210955"/>
                  </a:lnTo>
                  <a:lnTo>
                    <a:pt x="336406" y="212805"/>
                  </a:lnTo>
                  <a:lnTo>
                    <a:pt x="337073" y="214656"/>
                  </a:lnTo>
                  <a:lnTo>
                    <a:pt x="337739" y="216506"/>
                  </a:lnTo>
                  <a:lnTo>
                    <a:pt x="338405" y="218357"/>
                  </a:lnTo>
                  <a:lnTo>
                    <a:pt x="339072" y="220207"/>
                  </a:lnTo>
                  <a:lnTo>
                    <a:pt x="339738" y="222058"/>
                  </a:lnTo>
                  <a:lnTo>
                    <a:pt x="340405" y="223908"/>
                  </a:lnTo>
                  <a:lnTo>
                    <a:pt x="341073" y="225758"/>
                  </a:lnTo>
                  <a:lnTo>
                    <a:pt x="341742" y="227609"/>
                  </a:lnTo>
                  <a:lnTo>
                    <a:pt x="342411" y="229459"/>
                  </a:lnTo>
                  <a:lnTo>
                    <a:pt x="343082" y="231310"/>
                  </a:lnTo>
                  <a:lnTo>
                    <a:pt x="343756" y="233160"/>
                  </a:lnTo>
                  <a:lnTo>
                    <a:pt x="344432" y="235011"/>
                  </a:lnTo>
                  <a:lnTo>
                    <a:pt x="345111" y="236861"/>
                  </a:lnTo>
                  <a:lnTo>
                    <a:pt x="345793" y="238712"/>
                  </a:lnTo>
                  <a:lnTo>
                    <a:pt x="346481" y="240562"/>
                  </a:lnTo>
                  <a:lnTo>
                    <a:pt x="347173" y="242413"/>
                  </a:lnTo>
                  <a:lnTo>
                    <a:pt x="347871" y="244263"/>
                  </a:lnTo>
                  <a:lnTo>
                    <a:pt x="348574" y="246114"/>
                  </a:lnTo>
                  <a:lnTo>
                    <a:pt x="349285" y="247964"/>
                  </a:lnTo>
                  <a:lnTo>
                    <a:pt x="350005" y="249815"/>
                  </a:lnTo>
                  <a:lnTo>
                    <a:pt x="350732" y="251665"/>
                  </a:lnTo>
                  <a:lnTo>
                    <a:pt x="351467" y="253516"/>
                  </a:lnTo>
                  <a:lnTo>
                    <a:pt x="352214" y="255366"/>
                  </a:lnTo>
                  <a:lnTo>
                    <a:pt x="352972" y="257217"/>
                  </a:lnTo>
                  <a:lnTo>
                    <a:pt x="353741" y="259067"/>
                  </a:lnTo>
                  <a:lnTo>
                    <a:pt x="354521" y="260918"/>
                  </a:lnTo>
                  <a:lnTo>
                    <a:pt x="355313" y="262768"/>
                  </a:lnTo>
                  <a:lnTo>
                    <a:pt x="356121" y="264619"/>
                  </a:lnTo>
                  <a:lnTo>
                    <a:pt x="356941" y="266469"/>
                  </a:lnTo>
                  <a:lnTo>
                    <a:pt x="357774" y="268320"/>
                  </a:lnTo>
                  <a:lnTo>
                    <a:pt x="358621" y="270170"/>
                  </a:lnTo>
                  <a:lnTo>
                    <a:pt x="359486" y="272021"/>
                  </a:lnTo>
                  <a:lnTo>
                    <a:pt x="360364" y="273871"/>
                  </a:lnTo>
                  <a:lnTo>
                    <a:pt x="361256" y="275722"/>
                  </a:lnTo>
                  <a:lnTo>
                    <a:pt x="362161" y="277572"/>
                  </a:lnTo>
                  <a:lnTo>
                    <a:pt x="363085" y="279423"/>
                  </a:lnTo>
                  <a:lnTo>
                    <a:pt x="364023" y="281273"/>
                  </a:lnTo>
                  <a:lnTo>
                    <a:pt x="364973" y="283123"/>
                  </a:lnTo>
                  <a:lnTo>
                    <a:pt x="365936" y="284974"/>
                  </a:lnTo>
                  <a:lnTo>
                    <a:pt x="366914" y="286824"/>
                  </a:lnTo>
                  <a:lnTo>
                    <a:pt x="367906" y="288675"/>
                  </a:lnTo>
                  <a:lnTo>
                    <a:pt x="368909" y="290525"/>
                  </a:lnTo>
                  <a:lnTo>
                    <a:pt x="369922" y="292376"/>
                  </a:lnTo>
                  <a:lnTo>
                    <a:pt x="370946" y="294226"/>
                  </a:lnTo>
                  <a:lnTo>
                    <a:pt x="371982" y="296077"/>
                  </a:lnTo>
                  <a:lnTo>
                    <a:pt x="373026" y="297927"/>
                  </a:lnTo>
                  <a:lnTo>
                    <a:pt x="374077" y="299778"/>
                  </a:lnTo>
                  <a:lnTo>
                    <a:pt x="375136" y="301628"/>
                  </a:lnTo>
                  <a:lnTo>
                    <a:pt x="376203" y="303479"/>
                  </a:lnTo>
                  <a:lnTo>
                    <a:pt x="377274" y="305329"/>
                  </a:lnTo>
                  <a:lnTo>
                    <a:pt x="378350" y="307180"/>
                  </a:lnTo>
                  <a:lnTo>
                    <a:pt x="379431" y="309030"/>
                  </a:lnTo>
                  <a:lnTo>
                    <a:pt x="380515" y="310881"/>
                  </a:lnTo>
                  <a:lnTo>
                    <a:pt x="381603" y="312731"/>
                  </a:lnTo>
                  <a:lnTo>
                    <a:pt x="382693" y="314582"/>
                  </a:lnTo>
                  <a:lnTo>
                    <a:pt x="383785" y="316432"/>
                  </a:lnTo>
                  <a:lnTo>
                    <a:pt x="384879" y="318283"/>
                  </a:lnTo>
                  <a:lnTo>
                    <a:pt x="385976" y="320133"/>
                  </a:lnTo>
                  <a:lnTo>
                    <a:pt x="387075" y="321984"/>
                  </a:lnTo>
                  <a:lnTo>
                    <a:pt x="388176" y="323834"/>
                  </a:lnTo>
                  <a:lnTo>
                    <a:pt x="389280" y="325685"/>
                  </a:lnTo>
                  <a:lnTo>
                    <a:pt x="390389" y="327535"/>
                  </a:lnTo>
                  <a:lnTo>
                    <a:pt x="391501" y="329386"/>
                  </a:lnTo>
                  <a:lnTo>
                    <a:pt x="392618" y="331236"/>
                  </a:lnTo>
                  <a:lnTo>
                    <a:pt x="393742" y="333087"/>
                  </a:lnTo>
                  <a:lnTo>
                    <a:pt x="394874" y="334937"/>
                  </a:lnTo>
                  <a:lnTo>
                    <a:pt x="396016" y="336787"/>
                  </a:lnTo>
                  <a:lnTo>
                    <a:pt x="397166" y="338638"/>
                  </a:lnTo>
                  <a:lnTo>
                    <a:pt x="398329" y="340488"/>
                  </a:lnTo>
                  <a:lnTo>
                    <a:pt x="399508" y="342339"/>
                  </a:lnTo>
                  <a:lnTo>
                    <a:pt x="400703" y="344189"/>
                  </a:lnTo>
                  <a:lnTo>
                    <a:pt x="401913" y="346040"/>
                  </a:lnTo>
                  <a:lnTo>
                    <a:pt x="403141" y="347890"/>
                  </a:lnTo>
                  <a:lnTo>
                    <a:pt x="404397" y="349741"/>
                  </a:lnTo>
                  <a:lnTo>
                    <a:pt x="405675" y="351591"/>
                  </a:lnTo>
                  <a:lnTo>
                    <a:pt x="406976" y="353442"/>
                  </a:lnTo>
                  <a:lnTo>
                    <a:pt x="408301" y="355292"/>
                  </a:lnTo>
                  <a:lnTo>
                    <a:pt x="409660" y="357143"/>
                  </a:lnTo>
                  <a:lnTo>
                    <a:pt x="411051" y="358993"/>
                  </a:lnTo>
                  <a:lnTo>
                    <a:pt x="412471" y="360844"/>
                  </a:lnTo>
                  <a:lnTo>
                    <a:pt x="413921" y="362694"/>
                  </a:lnTo>
                  <a:lnTo>
                    <a:pt x="415409" y="364545"/>
                  </a:lnTo>
                  <a:lnTo>
                    <a:pt x="416936" y="366395"/>
                  </a:lnTo>
                  <a:lnTo>
                    <a:pt x="418495" y="368246"/>
                  </a:lnTo>
                  <a:lnTo>
                    <a:pt x="420088" y="370096"/>
                  </a:lnTo>
                  <a:lnTo>
                    <a:pt x="421718" y="371947"/>
                  </a:lnTo>
                  <a:lnTo>
                    <a:pt x="423392" y="373797"/>
                  </a:lnTo>
                  <a:lnTo>
                    <a:pt x="425099" y="375648"/>
                  </a:lnTo>
                  <a:lnTo>
                    <a:pt x="426838" y="377498"/>
                  </a:lnTo>
                  <a:lnTo>
                    <a:pt x="428611" y="379349"/>
                  </a:lnTo>
                  <a:lnTo>
                    <a:pt x="430427" y="381199"/>
                  </a:lnTo>
                  <a:lnTo>
                    <a:pt x="432272" y="383050"/>
                  </a:lnTo>
                  <a:lnTo>
                    <a:pt x="434147" y="384900"/>
                  </a:lnTo>
                  <a:lnTo>
                    <a:pt x="436048" y="386751"/>
                  </a:lnTo>
                  <a:lnTo>
                    <a:pt x="437985" y="388601"/>
                  </a:lnTo>
                  <a:lnTo>
                    <a:pt x="439946" y="390452"/>
                  </a:lnTo>
                  <a:lnTo>
                    <a:pt x="441928" y="392302"/>
                  </a:lnTo>
                  <a:lnTo>
                    <a:pt x="443930" y="394152"/>
                  </a:lnTo>
                  <a:lnTo>
                    <a:pt x="445955" y="396003"/>
                  </a:lnTo>
                  <a:lnTo>
                    <a:pt x="447995" y="397853"/>
                  </a:lnTo>
                  <a:lnTo>
                    <a:pt x="450048" y="399704"/>
                  </a:lnTo>
                  <a:lnTo>
                    <a:pt x="452111" y="401554"/>
                  </a:lnTo>
                  <a:lnTo>
                    <a:pt x="454184" y="403405"/>
                  </a:lnTo>
                  <a:lnTo>
                    <a:pt x="456262" y="405255"/>
                  </a:lnTo>
                  <a:lnTo>
                    <a:pt x="458343" y="407106"/>
                  </a:lnTo>
                  <a:lnTo>
                    <a:pt x="460424" y="408956"/>
                  </a:lnTo>
                  <a:lnTo>
                    <a:pt x="462503" y="410807"/>
                  </a:lnTo>
                  <a:lnTo>
                    <a:pt x="464576" y="412657"/>
                  </a:lnTo>
                  <a:lnTo>
                    <a:pt x="466642" y="414508"/>
                  </a:lnTo>
                  <a:lnTo>
                    <a:pt x="468698" y="416358"/>
                  </a:lnTo>
                  <a:lnTo>
                    <a:pt x="470745" y="418209"/>
                  </a:lnTo>
                  <a:lnTo>
                    <a:pt x="472773" y="420059"/>
                  </a:lnTo>
                  <a:lnTo>
                    <a:pt x="474785" y="421910"/>
                  </a:lnTo>
                  <a:lnTo>
                    <a:pt x="476781" y="423760"/>
                  </a:lnTo>
                  <a:lnTo>
                    <a:pt x="478760" y="425611"/>
                  </a:lnTo>
                  <a:lnTo>
                    <a:pt x="480711" y="427461"/>
                  </a:lnTo>
                  <a:lnTo>
                    <a:pt x="482640" y="429312"/>
                  </a:lnTo>
                  <a:lnTo>
                    <a:pt x="484545" y="431162"/>
                  </a:lnTo>
                  <a:lnTo>
                    <a:pt x="486427" y="433013"/>
                  </a:lnTo>
                  <a:lnTo>
                    <a:pt x="488278" y="434863"/>
                  </a:lnTo>
                  <a:lnTo>
                    <a:pt x="490097" y="436714"/>
                  </a:lnTo>
                  <a:lnTo>
                    <a:pt x="491889" y="438564"/>
                  </a:lnTo>
                  <a:lnTo>
                    <a:pt x="493653" y="440415"/>
                  </a:lnTo>
                  <a:lnTo>
                    <a:pt x="495383" y="442265"/>
                  </a:lnTo>
                  <a:lnTo>
                    <a:pt x="497074" y="444116"/>
                  </a:lnTo>
                  <a:lnTo>
                    <a:pt x="498734" y="445966"/>
                  </a:lnTo>
                  <a:lnTo>
                    <a:pt x="500362" y="447816"/>
                  </a:lnTo>
                  <a:lnTo>
                    <a:pt x="501955" y="449667"/>
                  </a:lnTo>
                  <a:lnTo>
                    <a:pt x="503502" y="451517"/>
                  </a:lnTo>
                  <a:lnTo>
                    <a:pt x="505014" y="453368"/>
                  </a:lnTo>
                  <a:lnTo>
                    <a:pt x="506490" y="455218"/>
                  </a:lnTo>
                  <a:lnTo>
                    <a:pt x="507931" y="457069"/>
                  </a:lnTo>
                  <a:lnTo>
                    <a:pt x="509319" y="458919"/>
                  </a:lnTo>
                  <a:lnTo>
                    <a:pt x="510669" y="460770"/>
                  </a:lnTo>
                  <a:lnTo>
                    <a:pt x="511979" y="462620"/>
                  </a:lnTo>
                  <a:lnTo>
                    <a:pt x="513251" y="464471"/>
                  </a:lnTo>
                  <a:lnTo>
                    <a:pt x="514469" y="466321"/>
                  </a:lnTo>
                  <a:lnTo>
                    <a:pt x="515641" y="468172"/>
                  </a:lnTo>
                  <a:lnTo>
                    <a:pt x="516772" y="470022"/>
                  </a:lnTo>
                  <a:lnTo>
                    <a:pt x="517861" y="471873"/>
                  </a:lnTo>
                  <a:lnTo>
                    <a:pt x="518898" y="473723"/>
                  </a:lnTo>
                  <a:lnTo>
                    <a:pt x="519881" y="475574"/>
                  </a:lnTo>
                  <a:lnTo>
                    <a:pt x="520821" y="477424"/>
                  </a:lnTo>
                  <a:lnTo>
                    <a:pt x="521717" y="479275"/>
                  </a:lnTo>
                  <a:lnTo>
                    <a:pt x="522562" y="481125"/>
                  </a:lnTo>
                  <a:lnTo>
                    <a:pt x="523349" y="482976"/>
                  </a:lnTo>
                  <a:lnTo>
                    <a:pt x="524091" y="484826"/>
                  </a:lnTo>
                  <a:lnTo>
                    <a:pt x="524788" y="486677"/>
                  </a:lnTo>
                  <a:lnTo>
                    <a:pt x="525440" y="488527"/>
                  </a:lnTo>
                  <a:lnTo>
                    <a:pt x="526028" y="490378"/>
                  </a:lnTo>
                  <a:lnTo>
                    <a:pt x="526572" y="492228"/>
                  </a:lnTo>
                  <a:lnTo>
                    <a:pt x="527073" y="494079"/>
                  </a:lnTo>
                  <a:lnTo>
                    <a:pt x="527531" y="495929"/>
                  </a:lnTo>
                  <a:lnTo>
                    <a:pt x="527931" y="497780"/>
                  </a:lnTo>
                  <a:lnTo>
                    <a:pt x="528286" y="499630"/>
                  </a:lnTo>
                  <a:lnTo>
                    <a:pt x="528601" y="501481"/>
                  </a:lnTo>
                  <a:lnTo>
                    <a:pt x="528876" y="503331"/>
                  </a:lnTo>
                  <a:lnTo>
                    <a:pt x="529102" y="505181"/>
                  </a:lnTo>
                  <a:lnTo>
                    <a:pt x="529285" y="507032"/>
                  </a:lnTo>
                  <a:lnTo>
                    <a:pt x="529433" y="508882"/>
                  </a:lnTo>
                  <a:lnTo>
                    <a:pt x="529546" y="510733"/>
                  </a:lnTo>
                  <a:lnTo>
                    <a:pt x="529619" y="512583"/>
                  </a:lnTo>
                  <a:lnTo>
                    <a:pt x="529653" y="514434"/>
                  </a:lnTo>
                  <a:lnTo>
                    <a:pt x="529657" y="516284"/>
                  </a:lnTo>
                  <a:lnTo>
                    <a:pt x="529632" y="518135"/>
                  </a:lnTo>
                  <a:lnTo>
                    <a:pt x="529577" y="519985"/>
                  </a:lnTo>
                  <a:lnTo>
                    <a:pt x="529487" y="521836"/>
                  </a:lnTo>
                  <a:lnTo>
                    <a:pt x="529372" y="523686"/>
                  </a:lnTo>
                  <a:lnTo>
                    <a:pt x="529235" y="525537"/>
                  </a:lnTo>
                  <a:lnTo>
                    <a:pt x="529075" y="527387"/>
                  </a:lnTo>
                  <a:lnTo>
                    <a:pt x="528885" y="529238"/>
                  </a:lnTo>
                  <a:lnTo>
                    <a:pt x="528676" y="531088"/>
                  </a:lnTo>
                  <a:lnTo>
                    <a:pt x="528447" y="532939"/>
                  </a:lnTo>
                  <a:lnTo>
                    <a:pt x="528200" y="534789"/>
                  </a:lnTo>
                  <a:lnTo>
                    <a:pt x="527930" y="536640"/>
                  </a:lnTo>
                  <a:lnTo>
                    <a:pt x="527640" y="538490"/>
                  </a:lnTo>
                  <a:lnTo>
                    <a:pt x="527334" y="540341"/>
                  </a:lnTo>
                  <a:lnTo>
                    <a:pt x="527011" y="542191"/>
                  </a:lnTo>
                  <a:lnTo>
                    <a:pt x="526668" y="544042"/>
                  </a:lnTo>
                  <a:lnTo>
                    <a:pt x="526304" y="545892"/>
                  </a:lnTo>
                  <a:lnTo>
                    <a:pt x="525924" y="547743"/>
                  </a:lnTo>
                  <a:lnTo>
                    <a:pt x="525526" y="549593"/>
                  </a:lnTo>
                  <a:lnTo>
                    <a:pt x="525108" y="551444"/>
                  </a:lnTo>
                  <a:lnTo>
                    <a:pt x="524666" y="553294"/>
                  </a:lnTo>
                  <a:lnTo>
                    <a:pt x="524205" y="555145"/>
                  </a:lnTo>
                  <a:lnTo>
                    <a:pt x="523724" y="556995"/>
                  </a:lnTo>
                  <a:lnTo>
                    <a:pt x="523221" y="558846"/>
                  </a:lnTo>
                  <a:lnTo>
                    <a:pt x="522688" y="560696"/>
                  </a:lnTo>
                  <a:lnTo>
                    <a:pt x="522133" y="562546"/>
                  </a:lnTo>
                  <a:lnTo>
                    <a:pt x="521553" y="564397"/>
                  </a:lnTo>
                  <a:lnTo>
                    <a:pt x="520949" y="566247"/>
                  </a:lnTo>
                  <a:lnTo>
                    <a:pt x="520310" y="568098"/>
                  </a:lnTo>
                  <a:lnTo>
                    <a:pt x="519642" y="569948"/>
                  </a:lnTo>
                  <a:lnTo>
                    <a:pt x="519412" y="570559"/>
                  </a:lnTo>
                  <a:lnTo>
                    <a:pt x="518946" y="571799"/>
                  </a:lnTo>
                  <a:lnTo>
                    <a:pt x="518222" y="573649"/>
                  </a:lnTo>
                  <a:lnTo>
                    <a:pt x="517459" y="575500"/>
                  </a:lnTo>
                  <a:lnTo>
                    <a:pt x="516662" y="577350"/>
                  </a:lnTo>
                  <a:lnTo>
                    <a:pt x="515833" y="579201"/>
                  </a:lnTo>
                  <a:lnTo>
                    <a:pt x="514973" y="581051"/>
                  </a:lnTo>
                  <a:lnTo>
                    <a:pt x="514073" y="582902"/>
                  </a:lnTo>
                  <a:lnTo>
                    <a:pt x="513131" y="584752"/>
                  </a:lnTo>
                  <a:lnTo>
                    <a:pt x="512156" y="586603"/>
                  </a:lnTo>
                  <a:lnTo>
                    <a:pt x="511146" y="588453"/>
                  </a:lnTo>
                  <a:lnTo>
                    <a:pt x="510097" y="590304"/>
                  </a:lnTo>
                  <a:lnTo>
                    <a:pt x="509001" y="592154"/>
                  </a:lnTo>
                  <a:lnTo>
                    <a:pt x="507870" y="594005"/>
                  </a:lnTo>
                  <a:lnTo>
                    <a:pt x="506702" y="595855"/>
                  </a:lnTo>
                  <a:lnTo>
                    <a:pt x="505497" y="597706"/>
                  </a:lnTo>
                  <a:lnTo>
                    <a:pt x="504239" y="599556"/>
                  </a:lnTo>
                  <a:lnTo>
                    <a:pt x="502945" y="601407"/>
                  </a:lnTo>
                  <a:lnTo>
                    <a:pt x="501612" y="603257"/>
                  </a:lnTo>
                  <a:lnTo>
                    <a:pt x="500243" y="605108"/>
                  </a:lnTo>
                  <a:lnTo>
                    <a:pt x="498821" y="606958"/>
                  </a:lnTo>
                  <a:lnTo>
                    <a:pt x="497358" y="608809"/>
                  </a:lnTo>
                  <a:lnTo>
                    <a:pt x="495856" y="610659"/>
                  </a:lnTo>
                  <a:lnTo>
                    <a:pt x="494316" y="612510"/>
                  </a:lnTo>
                  <a:lnTo>
                    <a:pt x="492726" y="614360"/>
                  </a:lnTo>
                  <a:lnTo>
                    <a:pt x="491089" y="616210"/>
                  </a:lnTo>
                  <a:lnTo>
                    <a:pt x="489413" y="618061"/>
                  </a:lnTo>
                  <a:lnTo>
                    <a:pt x="487697" y="619911"/>
                  </a:lnTo>
                  <a:lnTo>
                    <a:pt x="485933" y="621762"/>
                  </a:lnTo>
                  <a:lnTo>
                    <a:pt x="484118" y="623612"/>
                  </a:lnTo>
                  <a:lnTo>
                    <a:pt x="482262" y="625463"/>
                  </a:lnTo>
                  <a:lnTo>
                    <a:pt x="480365" y="627313"/>
                  </a:lnTo>
                  <a:lnTo>
                    <a:pt x="478425" y="629164"/>
                  </a:lnTo>
                  <a:lnTo>
                    <a:pt x="476427" y="631014"/>
                  </a:lnTo>
                  <a:lnTo>
                    <a:pt x="474389" y="632865"/>
                  </a:lnTo>
                  <a:lnTo>
                    <a:pt x="472309" y="634715"/>
                  </a:lnTo>
                  <a:lnTo>
                    <a:pt x="470189" y="636566"/>
                  </a:lnTo>
                  <a:lnTo>
                    <a:pt x="468010" y="638416"/>
                  </a:lnTo>
                  <a:lnTo>
                    <a:pt x="465791" y="640267"/>
                  </a:lnTo>
                  <a:lnTo>
                    <a:pt x="463532" y="642117"/>
                  </a:lnTo>
                  <a:lnTo>
                    <a:pt x="461233" y="643968"/>
                  </a:lnTo>
                  <a:lnTo>
                    <a:pt x="458884" y="645818"/>
                  </a:lnTo>
                  <a:lnTo>
                    <a:pt x="456493" y="647669"/>
                  </a:lnTo>
                  <a:lnTo>
                    <a:pt x="454065" y="649519"/>
                  </a:lnTo>
                  <a:lnTo>
                    <a:pt x="451602" y="651370"/>
                  </a:lnTo>
                  <a:lnTo>
                    <a:pt x="449096" y="653220"/>
                  </a:lnTo>
                  <a:lnTo>
                    <a:pt x="446551" y="655071"/>
                  </a:lnTo>
                  <a:lnTo>
                    <a:pt x="443975" y="656921"/>
                  </a:lnTo>
                  <a:lnTo>
                    <a:pt x="441370" y="658772"/>
                  </a:lnTo>
                  <a:lnTo>
                    <a:pt x="438733" y="660622"/>
                  </a:lnTo>
                  <a:lnTo>
                    <a:pt x="436062" y="662473"/>
                  </a:lnTo>
                  <a:lnTo>
                    <a:pt x="433369" y="664323"/>
                  </a:lnTo>
                  <a:lnTo>
                    <a:pt x="430653" y="666174"/>
                  </a:lnTo>
                  <a:lnTo>
                    <a:pt x="427918" y="668024"/>
                  </a:lnTo>
                  <a:lnTo>
                    <a:pt x="425158" y="669875"/>
                  </a:lnTo>
                  <a:lnTo>
                    <a:pt x="422386" y="671725"/>
                  </a:lnTo>
                  <a:lnTo>
                    <a:pt x="419602" y="673575"/>
                  </a:lnTo>
                  <a:lnTo>
                    <a:pt x="416808" y="675426"/>
                  </a:lnTo>
                  <a:lnTo>
                    <a:pt x="414005" y="677276"/>
                  </a:lnTo>
                  <a:lnTo>
                    <a:pt x="411199" y="679127"/>
                  </a:lnTo>
                  <a:lnTo>
                    <a:pt x="408393" y="680977"/>
                  </a:lnTo>
                  <a:lnTo>
                    <a:pt x="405589" y="682828"/>
                  </a:lnTo>
                  <a:lnTo>
                    <a:pt x="402791" y="684678"/>
                  </a:lnTo>
                  <a:lnTo>
                    <a:pt x="400004" y="686529"/>
                  </a:lnTo>
                  <a:lnTo>
                    <a:pt x="397228" y="688379"/>
                  </a:lnTo>
                  <a:lnTo>
                    <a:pt x="394467" y="690230"/>
                  </a:lnTo>
                  <a:lnTo>
                    <a:pt x="391727" y="692080"/>
                  </a:lnTo>
                  <a:lnTo>
                    <a:pt x="389013" y="693931"/>
                  </a:lnTo>
                  <a:lnTo>
                    <a:pt x="386325" y="695781"/>
                  </a:lnTo>
                  <a:lnTo>
                    <a:pt x="383665" y="697632"/>
                  </a:lnTo>
                  <a:lnTo>
                    <a:pt x="381039" y="699482"/>
                  </a:lnTo>
                  <a:lnTo>
                    <a:pt x="378461" y="701333"/>
                  </a:lnTo>
                  <a:lnTo>
                    <a:pt x="375923" y="703183"/>
                  </a:lnTo>
                  <a:lnTo>
                    <a:pt x="373429" y="705034"/>
                  </a:lnTo>
                  <a:lnTo>
                    <a:pt x="370980" y="706884"/>
                  </a:lnTo>
                  <a:lnTo>
                    <a:pt x="368607" y="708735"/>
                  </a:lnTo>
                  <a:lnTo>
                    <a:pt x="366292" y="710585"/>
                  </a:lnTo>
                  <a:lnTo>
                    <a:pt x="364039" y="712436"/>
                  </a:lnTo>
                  <a:lnTo>
                    <a:pt x="361851" y="714286"/>
                  </a:lnTo>
                  <a:lnTo>
                    <a:pt x="359759" y="716137"/>
                  </a:lnTo>
                  <a:lnTo>
                    <a:pt x="357755" y="717987"/>
                  </a:lnTo>
                  <a:lnTo>
                    <a:pt x="355835" y="719838"/>
                  </a:lnTo>
                  <a:lnTo>
                    <a:pt x="354004" y="721688"/>
                  </a:lnTo>
                  <a:lnTo>
                    <a:pt x="352294" y="723539"/>
                  </a:lnTo>
                  <a:lnTo>
                    <a:pt x="350711" y="725389"/>
                  </a:lnTo>
                  <a:lnTo>
                    <a:pt x="349241" y="727239"/>
                  </a:lnTo>
                  <a:lnTo>
                    <a:pt x="347892" y="729090"/>
                  </a:lnTo>
                  <a:lnTo>
                    <a:pt x="346690" y="730940"/>
                  </a:lnTo>
                  <a:lnTo>
                    <a:pt x="345669" y="732791"/>
                  </a:lnTo>
                  <a:lnTo>
                    <a:pt x="344799" y="734641"/>
                  </a:lnTo>
                  <a:lnTo>
                    <a:pt x="344088" y="736492"/>
                  </a:lnTo>
                  <a:lnTo>
                    <a:pt x="343553" y="738342"/>
                  </a:lnTo>
                  <a:lnTo>
                    <a:pt x="343270" y="740193"/>
                  </a:lnTo>
                  <a:lnTo>
                    <a:pt x="343183" y="742043"/>
                  </a:lnTo>
                  <a:lnTo>
                    <a:pt x="343300" y="743894"/>
                  </a:lnTo>
                  <a:lnTo>
                    <a:pt x="343631" y="745744"/>
                  </a:lnTo>
                  <a:lnTo>
                    <a:pt x="344285" y="747595"/>
                  </a:lnTo>
                  <a:lnTo>
                    <a:pt x="345193" y="749445"/>
                  </a:lnTo>
                  <a:lnTo>
                    <a:pt x="346356" y="751296"/>
                  </a:lnTo>
                  <a:lnTo>
                    <a:pt x="347784" y="753146"/>
                  </a:lnTo>
                  <a:lnTo>
                    <a:pt x="349577" y="754997"/>
                  </a:lnTo>
                  <a:lnTo>
                    <a:pt x="351703" y="756847"/>
                  </a:lnTo>
                  <a:lnTo>
                    <a:pt x="354133" y="758698"/>
                  </a:lnTo>
                  <a:lnTo>
                    <a:pt x="356874" y="760548"/>
                  </a:lnTo>
                  <a:lnTo>
                    <a:pt x="360007" y="762399"/>
                  </a:lnTo>
                  <a:lnTo>
                    <a:pt x="363549" y="764249"/>
                  </a:lnTo>
                  <a:lnTo>
                    <a:pt x="367432" y="766100"/>
                  </a:lnTo>
                  <a:lnTo>
                    <a:pt x="371657" y="767950"/>
                  </a:lnTo>
                  <a:lnTo>
                    <a:pt x="376273" y="769801"/>
                  </a:lnTo>
                  <a:lnTo>
                    <a:pt x="381354" y="771651"/>
                  </a:lnTo>
                  <a:lnTo>
                    <a:pt x="386785" y="773502"/>
                  </a:lnTo>
                  <a:lnTo>
                    <a:pt x="392564" y="775352"/>
                  </a:lnTo>
                  <a:lnTo>
                    <a:pt x="398694" y="777203"/>
                  </a:lnTo>
                  <a:lnTo>
                    <a:pt x="405303" y="779053"/>
                  </a:lnTo>
                  <a:lnTo>
                    <a:pt x="412231" y="780904"/>
                  </a:lnTo>
                  <a:lnTo>
                    <a:pt x="419468" y="782754"/>
                  </a:lnTo>
                  <a:lnTo>
                    <a:pt x="427002" y="784604"/>
                  </a:lnTo>
                  <a:lnTo>
                    <a:pt x="434913" y="786455"/>
                  </a:lnTo>
                  <a:lnTo>
                    <a:pt x="443084" y="788305"/>
                  </a:lnTo>
                  <a:lnTo>
                    <a:pt x="451475" y="790156"/>
                  </a:lnTo>
                  <a:lnTo>
                    <a:pt x="460064" y="792006"/>
                  </a:lnTo>
                  <a:lnTo>
                    <a:pt x="468862" y="793857"/>
                  </a:lnTo>
                  <a:lnTo>
                    <a:pt x="477795" y="795707"/>
                  </a:lnTo>
                  <a:lnTo>
                    <a:pt x="486807" y="797558"/>
                  </a:lnTo>
                  <a:lnTo>
                    <a:pt x="495868" y="799408"/>
                  </a:lnTo>
                  <a:lnTo>
                    <a:pt x="504937" y="801259"/>
                  </a:lnTo>
                  <a:lnTo>
                    <a:pt x="513940" y="803109"/>
                  </a:lnTo>
                  <a:lnTo>
                    <a:pt x="522839" y="804960"/>
                  </a:lnTo>
                  <a:lnTo>
                    <a:pt x="531600" y="806810"/>
                  </a:lnTo>
                  <a:lnTo>
                    <a:pt x="540168" y="808661"/>
                  </a:lnTo>
                  <a:lnTo>
                    <a:pt x="548403" y="810511"/>
                  </a:lnTo>
                  <a:lnTo>
                    <a:pt x="556335" y="812362"/>
                  </a:lnTo>
                  <a:lnTo>
                    <a:pt x="563930" y="814212"/>
                  </a:lnTo>
                  <a:lnTo>
                    <a:pt x="571154" y="816063"/>
                  </a:lnTo>
                  <a:lnTo>
                    <a:pt x="577759" y="817913"/>
                  </a:lnTo>
                  <a:lnTo>
                    <a:pt x="583870" y="819764"/>
                  </a:lnTo>
                  <a:lnTo>
                    <a:pt x="589464" y="821614"/>
                  </a:lnTo>
                  <a:lnTo>
                    <a:pt x="594515" y="823465"/>
                  </a:lnTo>
                  <a:lnTo>
                    <a:pt x="598785" y="825315"/>
                  </a:lnTo>
                  <a:lnTo>
                    <a:pt x="602362" y="827166"/>
                  </a:lnTo>
                  <a:lnTo>
                    <a:pt x="605297" y="829016"/>
                  </a:lnTo>
                  <a:lnTo>
                    <a:pt x="607573" y="830867"/>
                  </a:lnTo>
                  <a:lnTo>
                    <a:pt x="609011" y="832717"/>
                  </a:lnTo>
                  <a:lnTo>
                    <a:pt x="609615" y="834568"/>
                  </a:lnTo>
                  <a:lnTo>
                    <a:pt x="609576" y="835358"/>
                  </a:lnTo>
                  <a:lnTo>
                    <a:pt x="609525" y="836418"/>
                  </a:lnTo>
                  <a:lnTo>
                    <a:pt x="608743" y="838269"/>
                  </a:lnTo>
                  <a:lnTo>
                    <a:pt x="607172" y="840119"/>
                  </a:lnTo>
                  <a:lnTo>
                    <a:pt x="604717" y="841969"/>
                  </a:lnTo>
                  <a:lnTo>
                    <a:pt x="601604" y="843820"/>
                  </a:lnTo>
                  <a:lnTo>
                    <a:pt x="597849" y="845670"/>
                  </a:lnTo>
                  <a:lnTo>
                    <a:pt x="593443" y="847521"/>
                  </a:lnTo>
                  <a:lnTo>
                    <a:pt x="588214" y="849371"/>
                  </a:lnTo>
                  <a:lnTo>
                    <a:pt x="582442" y="851222"/>
                  </a:lnTo>
                  <a:lnTo>
                    <a:pt x="576154" y="853072"/>
                  </a:lnTo>
                  <a:lnTo>
                    <a:pt x="569380" y="854923"/>
                  </a:lnTo>
                  <a:lnTo>
                    <a:pt x="561998" y="856773"/>
                  </a:lnTo>
                  <a:lnTo>
                    <a:pt x="554220" y="858624"/>
                  </a:lnTo>
                  <a:lnTo>
                    <a:pt x="546104" y="860474"/>
                  </a:lnTo>
                  <a:lnTo>
                    <a:pt x="537684" y="862325"/>
                  </a:lnTo>
                  <a:lnTo>
                    <a:pt x="528938" y="864175"/>
                  </a:lnTo>
                  <a:lnTo>
                    <a:pt x="519976" y="866026"/>
                  </a:lnTo>
                  <a:lnTo>
                    <a:pt x="510870" y="867876"/>
                  </a:lnTo>
                  <a:lnTo>
                    <a:pt x="501655" y="869727"/>
                  </a:lnTo>
                  <a:lnTo>
                    <a:pt x="492363" y="871577"/>
                  </a:lnTo>
                  <a:lnTo>
                    <a:pt x="483062" y="873428"/>
                  </a:lnTo>
                  <a:lnTo>
                    <a:pt x="473799" y="875278"/>
                  </a:lnTo>
                  <a:lnTo>
                    <a:pt x="464600" y="877129"/>
                  </a:lnTo>
                  <a:lnTo>
                    <a:pt x="455511" y="878979"/>
                  </a:lnTo>
                  <a:lnTo>
                    <a:pt x="446613" y="880830"/>
                  </a:lnTo>
                  <a:lnTo>
                    <a:pt x="437895" y="882680"/>
                  </a:lnTo>
                  <a:lnTo>
                    <a:pt x="429376" y="884531"/>
                  </a:lnTo>
                  <a:lnTo>
                    <a:pt x="421075" y="886381"/>
                  </a:lnTo>
                  <a:lnTo>
                    <a:pt x="413131" y="888232"/>
                  </a:lnTo>
                  <a:lnTo>
                    <a:pt x="405457" y="890082"/>
                  </a:lnTo>
                  <a:lnTo>
                    <a:pt x="398063" y="891933"/>
                  </a:lnTo>
                  <a:lnTo>
                    <a:pt x="390958" y="893783"/>
                  </a:lnTo>
                  <a:lnTo>
                    <a:pt x="384262" y="895633"/>
                  </a:lnTo>
                  <a:lnTo>
                    <a:pt x="377902" y="897484"/>
                  </a:lnTo>
                  <a:lnTo>
                    <a:pt x="371851" y="899334"/>
                  </a:lnTo>
                  <a:lnTo>
                    <a:pt x="366112" y="901185"/>
                  </a:lnTo>
                  <a:lnTo>
                    <a:pt x="360765" y="903035"/>
                  </a:lnTo>
                  <a:lnTo>
                    <a:pt x="355780" y="904886"/>
                  </a:lnTo>
                  <a:lnTo>
                    <a:pt x="351094" y="906736"/>
                  </a:lnTo>
                  <a:lnTo>
                    <a:pt x="346702" y="908587"/>
                  </a:lnTo>
                  <a:lnTo>
                    <a:pt x="342645" y="910437"/>
                  </a:lnTo>
                  <a:lnTo>
                    <a:pt x="338939" y="912288"/>
                  </a:lnTo>
                  <a:lnTo>
                    <a:pt x="335494" y="914138"/>
                  </a:lnTo>
                  <a:lnTo>
                    <a:pt x="332303" y="915989"/>
                  </a:lnTo>
                  <a:lnTo>
                    <a:pt x="329371" y="917839"/>
                  </a:lnTo>
                  <a:lnTo>
                    <a:pt x="326752" y="919690"/>
                  </a:lnTo>
                  <a:lnTo>
                    <a:pt x="324344" y="921540"/>
                  </a:lnTo>
                  <a:lnTo>
                    <a:pt x="322137" y="923391"/>
                  </a:lnTo>
                  <a:lnTo>
                    <a:pt x="320121" y="925241"/>
                  </a:lnTo>
                  <a:lnTo>
                    <a:pt x="318354" y="927092"/>
                  </a:lnTo>
                  <a:lnTo>
                    <a:pt x="316750" y="928942"/>
                  </a:lnTo>
                  <a:lnTo>
                    <a:pt x="315296" y="930793"/>
                  </a:lnTo>
                  <a:lnTo>
                    <a:pt x="313982" y="932643"/>
                  </a:lnTo>
                  <a:lnTo>
                    <a:pt x="312836" y="934494"/>
                  </a:lnTo>
                  <a:lnTo>
                    <a:pt x="311818" y="936344"/>
                  </a:lnTo>
                  <a:lnTo>
                    <a:pt x="310904" y="938195"/>
                  </a:lnTo>
                  <a:lnTo>
                    <a:pt x="310086" y="940045"/>
                  </a:lnTo>
                  <a:lnTo>
                    <a:pt x="309376" y="941896"/>
                  </a:lnTo>
                  <a:lnTo>
                    <a:pt x="308759" y="943746"/>
                  </a:lnTo>
                  <a:lnTo>
                    <a:pt x="308210" y="945597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3012743" y="5499212"/>
              <a:ext cx="609615" cy="891136"/>
            </a:xfrm>
            <a:custGeom>
              <a:avLst/>
              <a:pathLst>
                <a:path w="609615" h="891136">
                  <a:moveTo>
                    <a:pt x="301797" y="891136"/>
                  </a:moveTo>
                  <a:lnTo>
                    <a:pt x="301488" y="889392"/>
                  </a:lnTo>
                  <a:lnTo>
                    <a:pt x="301144" y="887649"/>
                  </a:lnTo>
                  <a:lnTo>
                    <a:pt x="300776" y="885905"/>
                  </a:lnTo>
                  <a:lnTo>
                    <a:pt x="300378" y="884161"/>
                  </a:lnTo>
                  <a:lnTo>
                    <a:pt x="299934" y="882417"/>
                  </a:lnTo>
                  <a:lnTo>
                    <a:pt x="299461" y="880673"/>
                  </a:lnTo>
                  <a:lnTo>
                    <a:pt x="298955" y="878929"/>
                  </a:lnTo>
                  <a:lnTo>
                    <a:pt x="298389" y="877185"/>
                  </a:lnTo>
                  <a:lnTo>
                    <a:pt x="297787" y="875441"/>
                  </a:lnTo>
                  <a:lnTo>
                    <a:pt x="297149" y="873697"/>
                  </a:lnTo>
                  <a:lnTo>
                    <a:pt x="296436" y="871953"/>
                  </a:lnTo>
                  <a:lnTo>
                    <a:pt x="295680" y="870209"/>
                  </a:lnTo>
                  <a:lnTo>
                    <a:pt x="294880" y="868466"/>
                  </a:lnTo>
                  <a:lnTo>
                    <a:pt x="293995" y="866722"/>
                  </a:lnTo>
                  <a:lnTo>
                    <a:pt x="293055" y="864978"/>
                  </a:lnTo>
                  <a:lnTo>
                    <a:pt x="292064" y="863234"/>
                  </a:lnTo>
                  <a:lnTo>
                    <a:pt x="290979" y="861490"/>
                  </a:lnTo>
                  <a:lnTo>
                    <a:pt x="289824" y="859746"/>
                  </a:lnTo>
                  <a:lnTo>
                    <a:pt x="288609" y="858002"/>
                  </a:lnTo>
                  <a:lnTo>
                    <a:pt x="287293" y="856258"/>
                  </a:lnTo>
                  <a:lnTo>
                    <a:pt x="285891" y="854514"/>
                  </a:lnTo>
                  <a:lnTo>
                    <a:pt x="284420" y="852770"/>
                  </a:lnTo>
                  <a:lnTo>
                    <a:pt x="282840" y="851026"/>
                  </a:lnTo>
                  <a:lnTo>
                    <a:pt x="281157" y="849283"/>
                  </a:lnTo>
                  <a:lnTo>
                    <a:pt x="279397" y="847539"/>
                  </a:lnTo>
                  <a:lnTo>
                    <a:pt x="277524" y="845795"/>
                  </a:lnTo>
                  <a:lnTo>
                    <a:pt x="275529" y="844051"/>
                  </a:lnTo>
                  <a:lnTo>
                    <a:pt x="273448" y="842307"/>
                  </a:lnTo>
                  <a:lnTo>
                    <a:pt x="271251" y="840563"/>
                  </a:lnTo>
                  <a:lnTo>
                    <a:pt x="268913" y="838819"/>
                  </a:lnTo>
                  <a:lnTo>
                    <a:pt x="266483" y="837075"/>
                  </a:lnTo>
                  <a:lnTo>
                    <a:pt x="263938" y="835331"/>
                  </a:lnTo>
                  <a:lnTo>
                    <a:pt x="261232" y="833587"/>
                  </a:lnTo>
                  <a:lnTo>
                    <a:pt x="258429" y="831843"/>
                  </a:lnTo>
                  <a:lnTo>
                    <a:pt x="255514" y="830100"/>
                  </a:lnTo>
                  <a:lnTo>
                    <a:pt x="252423" y="828356"/>
                  </a:lnTo>
                  <a:lnTo>
                    <a:pt x="249230" y="826612"/>
                  </a:lnTo>
                  <a:lnTo>
                    <a:pt x="245932" y="824868"/>
                  </a:lnTo>
                  <a:lnTo>
                    <a:pt x="242445" y="823124"/>
                  </a:lnTo>
                  <a:lnTo>
                    <a:pt x="238856" y="821380"/>
                  </a:lnTo>
                  <a:lnTo>
                    <a:pt x="235166" y="819636"/>
                  </a:lnTo>
                  <a:lnTo>
                    <a:pt x="231290" y="817892"/>
                  </a:lnTo>
                  <a:lnTo>
                    <a:pt x="227310" y="816148"/>
                  </a:lnTo>
                  <a:lnTo>
                    <a:pt x="223230" y="814404"/>
                  </a:lnTo>
                  <a:lnTo>
                    <a:pt x="218983" y="812660"/>
                  </a:lnTo>
                  <a:lnTo>
                    <a:pt x="214628" y="810917"/>
                  </a:lnTo>
                  <a:lnTo>
                    <a:pt x="210182" y="809173"/>
                  </a:lnTo>
                  <a:lnTo>
                    <a:pt x="205590" y="807429"/>
                  </a:lnTo>
                  <a:lnTo>
                    <a:pt x="200894" y="805685"/>
                  </a:lnTo>
                  <a:lnTo>
                    <a:pt x="196118" y="803941"/>
                  </a:lnTo>
                  <a:lnTo>
                    <a:pt x="191222" y="802197"/>
                  </a:lnTo>
                  <a:lnTo>
                    <a:pt x="186234" y="800453"/>
                  </a:lnTo>
                  <a:lnTo>
                    <a:pt x="181180" y="798709"/>
                  </a:lnTo>
                  <a:lnTo>
                    <a:pt x="176038" y="796965"/>
                  </a:lnTo>
                  <a:lnTo>
                    <a:pt x="170821" y="795221"/>
                  </a:lnTo>
                  <a:lnTo>
                    <a:pt x="165559" y="793478"/>
                  </a:lnTo>
                  <a:lnTo>
                    <a:pt x="160241" y="791734"/>
                  </a:lnTo>
                  <a:lnTo>
                    <a:pt x="154877" y="789990"/>
                  </a:lnTo>
                  <a:lnTo>
                    <a:pt x="149490" y="788246"/>
                  </a:lnTo>
                  <a:lnTo>
                    <a:pt x="144081" y="786502"/>
                  </a:lnTo>
                  <a:lnTo>
                    <a:pt x="138663" y="784758"/>
                  </a:lnTo>
                  <a:lnTo>
                    <a:pt x="133251" y="783014"/>
                  </a:lnTo>
                  <a:lnTo>
                    <a:pt x="127847" y="781270"/>
                  </a:lnTo>
                  <a:lnTo>
                    <a:pt x="122483" y="779526"/>
                  </a:lnTo>
                  <a:lnTo>
                    <a:pt x="117153" y="777782"/>
                  </a:lnTo>
                  <a:lnTo>
                    <a:pt x="111861" y="776038"/>
                  </a:lnTo>
                  <a:lnTo>
                    <a:pt x="106664" y="774295"/>
                  </a:lnTo>
                  <a:lnTo>
                    <a:pt x="101533" y="772551"/>
                  </a:lnTo>
                  <a:lnTo>
                    <a:pt x="96468" y="770807"/>
                  </a:lnTo>
                  <a:lnTo>
                    <a:pt x="91556" y="769063"/>
                  </a:lnTo>
                  <a:lnTo>
                    <a:pt x="86742" y="767319"/>
                  </a:lnTo>
                  <a:lnTo>
                    <a:pt x="82027" y="765575"/>
                  </a:lnTo>
                  <a:lnTo>
                    <a:pt x="77509" y="763831"/>
                  </a:lnTo>
                  <a:lnTo>
                    <a:pt x="73132" y="762087"/>
                  </a:lnTo>
                  <a:lnTo>
                    <a:pt x="68884" y="760343"/>
                  </a:lnTo>
                  <a:lnTo>
                    <a:pt x="64868" y="758599"/>
                  </a:lnTo>
                  <a:lnTo>
                    <a:pt x="61039" y="756855"/>
                  </a:lnTo>
                  <a:lnTo>
                    <a:pt x="57366" y="755112"/>
                  </a:lnTo>
                  <a:lnTo>
                    <a:pt x="53952" y="753368"/>
                  </a:lnTo>
                  <a:lnTo>
                    <a:pt x="50770" y="751624"/>
                  </a:lnTo>
                  <a:lnTo>
                    <a:pt x="47768" y="749880"/>
                  </a:lnTo>
                  <a:lnTo>
                    <a:pt x="45041" y="748136"/>
                  </a:lnTo>
                  <a:lnTo>
                    <a:pt x="42590" y="746392"/>
                  </a:lnTo>
                  <a:lnTo>
                    <a:pt x="40337" y="744648"/>
                  </a:lnTo>
                  <a:lnTo>
                    <a:pt x="38363" y="742904"/>
                  </a:lnTo>
                  <a:lnTo>
                    <a:pt x="36705" y="741160"/>
                  </a:lnTo>
                  <a:lnTo>
                    <a:pt x="35257" y="739416"/>
                  </a:lnTo>
                  <a:lnTo>
                    <a:pt x="34083" y="737672"/>
                  </a:lnTo>
                  <a:lnTo>
                    <a:pt x="33255" y="735929"/>
                  </a:lnTo>
                  <a:lnTo>
                    <a:pt x="32644" y="734185"/>
                  </a:lnTo>
                  <a:lnTo>
                    <a:pt x="32321" y="732591"/>
                  </a:lnTo>
                  <a:lnTo>
                    <a:pt x="32290" y="732441"/>
                  </a:lnTo>
                  <a:lnTo>
                    <a:pt x="32306" y="730697"/>
                  </a:lnTo>
                  <a:lnTo>
                    <a:pt x="32536" y="728953"/>
                  </a:lnTo>
                  <a:lnTo>
                    <a:pt x="32999" y="727209"/>
                  </a:lnTo>
                  <a:lnTo>
                    <a:pt x="33842" y="725465"/>
                  </a:lnTo>
                  <a:lnTo>
                    <a:pt x="34890" y="723721"/>
                  </a:lnTo>
                  <a:lnTo>
                    <a:pt x="36141" y="721977"/>
                  </a:lnTo>
                  <a:lnTo>
                    <a:pt x="37768" y="720233"/>
                  </a:lnTo>
                  <a:lnTo>
                    <a:pt x="39583" y="718489"/>
                  </a:lnTo>
                  <a:lnTo>
                    <a:pt x="41586" y="716746"/>
                  </a:lnTo>
                  <a:lnTo>
                    <a:pt x="43910" y="715002"/>
                  </a:lnTo>
                  <a:lnTo>
                    <a:pt x="46419" y="713258"/>
                  </a:lnTo>
                  <a:lnTo>
                    <a:pt x="49092" y="711514"/>
                  </a:lnTo>
                  <a:lnTo>
                    <a:pt x="52027" y="709770"/>
                  </a:lnTo>
                  <a:lnTo>
                    <a:pt x="55132" y="708026"/>
                  </a:lnTo>
                  <a:lnTo>
                    <a:pt x="58372" y="706282"/>
                  </a:lnTo>
                  <a:lnTo>
                    <a:pt x="61815" y="704538"/>
                  </a:lnTo>
                  <a:lnTo>
                    <a:pt x="65401" y="702794"/>
                  </a:lnTo>
                  <a:lnTo>
                    <a:pt x="69090" y="701050"/>
                  </a:lnTo>
                  <a:lnTo>
                    <a:pt x="72921" y="699306"/>
                  </a:lnTo>
                  <a:lnTo>
                    <a:pt x="76860" y="697563"/>
                  </a:lnTo>
                  <a:lnTo>
                    <a:pt x="80868" y="695819"/>
                  </a:lnTo>
                  <a:lnTo>
                    <a:pt x="84961" y="694075"/>
                  </a:lnTo>
                  <a:lnTo>
                    <a:pt x="89118" y="692331"/>
                  </a:lnTo>
                  <a:lnTo>
                    <a:pt x="93308" y="690587"/>
                  </a:lnTo>
                  <a:lnTo>
                    <a:pt x="97531" y="688843"/>
                  </a:lnTo>
                  <a:lnTo>
                    <a:pt x="101768" y="687099"/>
                  </a:lnTo>
                  <a:lnTo>
                    <a:pt x="106001" y="685355"/>
                  </a:lnTo>
                  <a:lnTo>
                    <a:pt x="110225" y="683611"/>
                  </a:lnTo>
                  <a:lnTo>
                    <a:pt x="114406" y="681867"/>
                  </a:lnTo>
                  <a:lnTo>
                    <a:pt x="118549" y="680124"/>
                  </a:lnTo>
                  <a:lnTo>
                    <a:pt x="122647" y="678380"/>
                  </a:lnTo>
                  <a:lnTo>
                    <a:pt x="126644" y="676636"/>
                  </a:lnTo>
                  <a:lnTo>
                    <a:pt x="130572" y="674892"/>
                  </a:lnTo>
                  <a:lnTo>
                    <a:pt x="134428" y="673148"/>
                  </a:lnTo>
                  <a:lnTo>
                    <a:pt x="138125" y="671404"/>
                  </a:lnTo>
                  <a:lnTo>
                    <a:pt x="141725" y="669660"/>
                  </a:lnTo>
                  <a:lnTo>
                    <a:pt x="145228" y="667916"/>
                  </a:lnTo>
                  <a:lnTo>
                    <a:pt x="148531" y="666172"/>
                  </a:lnTo>
                  <a:lnTo>
                    <a:pt x="151706" y="664428"/>
                  </a:lnTo>
                  <a:lnTo>
                    <a:pt x="154761" y="662684"/>
                  </a:lnTo>
                  <a:lnTo>
                    <a:pt x="157592" y="660941"/>
                  </a:lnTo>
                  <a:lnTo>
                    <a:pt x="160264" y="659197"/>
                  </a:lnTo>
                  <a:lnTo>
                    <a:pt x="162796" y="657453"/>
                  </a:lnTo>
                  <a:lnTo>
                    <a:pt x="165093" y="655709"/>
                  </a:lnTo>
                  <a:lnTo>
                    <a:pt x="167201" y="653965"/>
                  </a:lnTo>
                  <a:lnTo>
                    <a:pt x="169156" y="652221"/>
                  </a:lnTo>
                  <a:lnTo>
                    <a:pt x="170875" y="650477"/>
                  </a:lnTo>
                  <a:lnTo>
                    <a:pt x="172378" y="648733"/>
                  </a:lnTo>
                  <a:lnTo>
                    <a:pt x="173722" y="646989"/>
                  </a:lnTo>
                  <a:lnTo>
                    <a:pt x="174835" y="645245"/>
                  </a:lnTo>
                  <a:lnTo>
                    <a:pt x="175713" y="643501"/>
                  </a:lnTo>
                  <a:lnTo>
                    <a:pt x="176429" y="641758"/>
                  </a:lnTo>
                  <a:lnTo>
                    <a:pt x="176929" y="640014"/>
                  </a:lnTo>
                  <a:lnTo>
                    <a:pt x="177178" y="638270"/>
                  </a:lnTo>
                  <a:lnTo>
                    <a:pt x="177269" y="636526"/>
                  </a:lnTo>
                  <a:lnTo>
                    <a:pt x="177162" y="634782"/>
                  </a:lnTo>
                  <a:lnTo>
                    <a:pt x="176798" y="633038"/>
                  </a:lnTo>
                  <a:lnTo>
                    <a:pt x="176282" y="631294"/>
                  </a:lnTo>
                  <a:lnTo>
                    <a:pt x="175591" y="629550"/>
                  </a:lnTo>
                  <a:lnTo>
                    <a:pt x="174642" y="627806"/>
                  </a:lnTo>
                  <a:lnTo>
                    <a:pt x="173551" y="626062"/>
                  </a:lnTo>
                  <a:lnTo>
                    <a:pt x="172310" y="624318"/>
                  </a:lnTo>
                  <a:lnTo>
                    <a:pt x="170819" y="622575"/>
                  </a:lnTo>
                  <a:lnTo>
                    <a:pt x="169197" y="620831"/>
                  </a:lnTo>
                  <a:lnTo>
                    <a:pt x="167447" y="619087"/>
                  </a:lnTo>
                  <a:lnTo>
                    <a:pt x="165471" y="617343"/>
                  </a:lnTo>
                  <a:lnTo>
                    <a:pt x="163374" y="615599"/>
                  </a:lnTo>
                  <a:lnTo>
                    <a:pt x="161165" y="613855"/>
                  </a:lnTo>
                  <a:lnTo>
                    <a:pt x="158767" y="612111"/>
                  </a:lnTo>
                  <a:lnTo>
                    <a:pt x="156258" y="610367"/>
                  </a:lnTo>
                  <a:lnTo>
                    <a:pt x="153652" y="608623"/>
                  </a:lnTo>
                  <a:lnTo>
                    <a:pt x="150896" y="606879"/>
                  </a:lnTo>
                  <a:lnTo>
                    <a:pt x="148040" y="605135"/>
                  </a:lnTo>
                  <a:lnTo>
                    <a:pt x="145106" y="603392"/>
                  </a:lnTo>
                  <a:lnTo>
                    <a:pt x="142059" y="601648"/>
                  </a:lnTo>
                  <a:lnTo>
                    <a:pt x="138926" y="599904"/>
                  </a:lnTo>
                  <a:lnTo>
                    <a:pt x="135734" y="598160"/>
                  </a:lnTo>
                  <a:lnTo>
                    <a:pt x="132462" y="596416"/>
                  </a:lnTo>
                  <a:lnTo>
                    <a:pt x="129124" y="594672"/>
                  </a:lnTo>
                  <a:lnTo>
                    <a:pt x="125745" y="592928"/>
                  </a:lnTo>
                  <a:lnTo>
                    <a:pt x="122315" y="591184"/>
                  </a:lnTo>
                  <a:lnTo>
                    <a:pt x="118841" y="589440"/>
                  </a:lnTo>
                  <a:lnTo>
                    <a:pt x="115343" y="587696"/>
                  </a:lnTo>
                  <a:lnTo>
                    <a:pt x="111820" y="585952"/>
                  </a:lnTo>
                  <a:lnTo>
                    <a:pt x="108277" y="584209"/>
                  </a:lnTo>
                  <a:lnTo>
                    <a:pt x="104727" y="582465"/>
                  </a:lnTo>
                  <a:lnTo>
                    <a:pt x="101173" y="580721"/>
                  </a:lnTo>
                  <a:lnTo>
                    <a:pt x="97624" y="578977"/>
                  </a:lnTo>
                  <a:lnTo>
                    <a:pt x="94083" y="577233"/>
                  </a:lnTo>
                  <a:lnTo>
                    <a:pt x="90554" y="575489"/>
                  </a:lnTo>
                  <a:lnTo>
                    <a:pt x="87057" y="573745"/>
                  </a:lnTo>
                  <a:lnTo>
                    <a:pt x="83582" y="572001"/>
                  </a:lnTo>
                  <a:lnTo>
                    <a:pt x="80131" y="570257"/>
                  </a:lnTo>
                  <a:lnTo>
                    <a:pt x="76735" y="568513"/>
                  </a:lnTo>
                  <a:lnTo>
                    <a:pt x="73375" y="566770"/>
                  </a:lnTo>
                  <a:lnTo>
                    <a:pt x="70051" y="565026"/>
                  </a:lnTo>
                  <a:lnTo>
                    <a:pt x="66798" y="563282"/>
                  </a:lnTo>
                  <a:lnTo>
                    <a:pt x="63596" y="561538"/>
                  </a:lnTo>
                  <a:lnTo>
                    <a:pt x="60439" y="559794"/>
                  </a:lnTo>
                  <a:lnTo>
                    <a:pt x="57365" y="558050"/>
                  </a:lnTo>
                  <a:lnTo>
                    <a:pt x="54355" y="556306"/>
                  </a:lnTo>
                  <a:lnTo>
                    <a:pt x="51399" y="554562"/>
                  </a:lnTo>
                  <a:lnTo>
                    <a:pt x="48532" y="552818"/>
                  </a:lnTo>
                  <a:lnTo>
                    <a:pt x="45742" y="551074"/>
                  </a:lnTo>
                  <a:lnTo>
                    <a:pt x="43013" y="549330"/>
                  </a:lnTo>
                  <a:lnTo>
                    <a:pt x="40375" y="547587"/>
                  </a:lnTo>
                  <a:lnTo>
                    <a:pt x="37826" y="545843"/>
                  </a:lnTo>
                  <a:lnTo>
                    <a:pt x="35342" y="544099"/>
                  </a:lnTo>
                  <a:lnTo>
                    <a:pt x="32948" y="542355"/>
                  </a:lnTo>
                  <a:lnTo>
                    <a:pt x="30654" y="540611"/>
                  </a:lnTo>
                  <a:lnTo>
                    <a:pt x="28427" y="538867"/>
                  </a:lnTo>
                  <a:lnTo>
                    <a:pt x="26287" y="537123"/>
                  </a:lnTo>
                  <a:lnTo>
                    <a:pt x="24256" y="535379"/>
                  </a:lnTo>
                  <a:lnTo>
                    <a:pt x="22292" y="533635"/>
                  </a:lnTo>
                  <a:lnTo>
                    <a:pt x="20410" y="531891"/>
                  </a:lnTo>
                  <a:lnTo>
                    <a:pt x="18643" y="530147"/>
                  </a:lnTo>
                  <a:lnTo>
                    <a:pt x="16944" y="528404"/>
                  </a:lnTo>
                  <a:lnTo>
                    <a:pt x="15320" y="526660"/>
                  </a:lnTo>
                  <a:lnTo>
                    <a:pt x="13816" y="524916"/>
                  </a:lnTo>
                  <a:lnTo>
                    <a:pt x="12378" y="523172"/>
                  </a:lnTo>
                  <a:lnTo>
                    <a:pt x="11007" y="521428"/>
                  </a:lnTo>
                  <a:lnTo>
                    <a:pt x="9759" y="519684"/>
                  </a:lnTo>
                  <a:lnTo>
                    <a:pt x="8576" y="517940"/>
                  </a:lnTo>
                  <a:lnTo>
                    <a:pt x="7457" y="516196"/>
                  </a:lnTo>
                  <a:lnTo>
                    <a:pt x="6452" y="514452"/>
                  </a:lnTo>
                  <a:lnTo>
                    <a:pt x="5514" y="512708"/>
                  </a:lnTo>
                  <a:lnTo>
                    <a:pt x="4638" y="510964"/>
                  </a:lnTo>
                  <a:lnTo>
                    <a:pt x="3865" y="509221"/>
                  </a:lnTo>
                  <a:lnTo>
                    <a:pt x="3162" y="507477"/>
                  </a:lnTo>
                  <a:lnTo>
                    <a:pt x="2518" y="505733"/>
                  </a:lnTo>
                  <a:lnTo>
                    <a:pt x="2433" y="505464"/>
                  </a:lnTo>
                  <a:lnTo>
                    <a:pt x="1966" y="503989"/>
                  </a:lnTo>
                  <a:lnTo>
                    <a:pt x="1486" y="502245"/>
                  </a:lnTo>
                  <a:lnTo>
                    <a:pt x="1062" y="500501"/>
                  </a:lnTo>
                  <a:lnTo>
                    <a:pt x="720" y="498757"/>
                  </a:lnTo>
                  <a:lnTo>
                    <a:pt x="451" y="497013"/>
                  </a:lnTo>
                  <a:lnTo>
                    <a:pt x="234" y="495269"/>
                  </a:lnTo>
                  <a:lnTo>
                    <a:pt x="91" y="493525"/>
                  </a:lnTo>
                  <a:lnTo>
                    <a:pt x="21" y="491781"/>
                  </a:lnTo>
                  <a:lnTo>
                    <a:pt x="0" y="490038"/>
                  </a:lnTo>
                  <a:lnTo>
                    <a:pt x="43" y="488294"/>
                  </a:lnTo>
                  <a:lnTo>
                    <a:pt x="160" y="486550"/>
                  </a:lnTo>
                  <a:lnTo>
                    <a:pt x="323" y="484806"/>
                  </a:lnTo>
                  <a:lnTo>
                    <a:pt x="541" y="483062"/>
                  </a:lnTo>
                  <a:lnTo>
                    <a:pt x="834" y="481318"/>
                  </a:lnTo>
                  <a:lnTo>
                    <a:pt x="1170" y="479574"/>
                  </a:lnTo>
                  <a:lnTo>
                    <a:pt x="1553" y="477830"/>
                  </a:lnTo>
                  <a:lnTo>
                    <a:pt x="2010" y="476086"/>
                  </a:lnTo>
                  <a:lnTo>
                    <a:pt x="2508" y="474342"/>
                  </a:lnTo>
                  <a:lnTo>
                    <a:pt x="3046" y="472598"/>
                  </a:lnTo>
                  <a:lnTo>
                    <a:pt x="3656" y="470855"/>
                  </a:lnTo>
                  <a:lnTo>
                    <a:pt x="4304" y="469111"/>
                  </a:lnTo>
                  <a:lnTo>
                    <a:pt x="4989" y="467367"/>
                  </a:lnTo>
                  <a:lnTo>
                    <a:pt x="5740" y="465623"/>
                  </a:lnTo>
                  <a:lnTo>
                    <a:pt x="6527" y="463879"/>
                  </a:lnTo>
                  <a:lnTo>
                    <a:pt x="7349" y="462135"/>
                  </a:lnTo>
                  <a:lnTo>
                    <a:pt x="8228" y="460391"/>
                  </a:lnTo>
                  <a:lnTo>
                    <a:pt x="9144" y="458647"/>
                  </a:lnTo>
                  <a:lnTo>
                    <a:pt x="10091" y="456903"/>
                  </a:lnTo>
                  <a:lnTo>
                    <a:pt x="11088" y="455159"/>
                  </a:lnTo>
                  <a:lnTo>
                    <a:pt x="12121" y="453416"/>
                  </a:lnTo>
                  <a:lnTo>
                    <a:pt x="13182" y="451672"/>
                  </a:lnTo>
                  <a:lnTo>
                    <a:pt x="14285" y="449928"/>
                  </a:lnTo>
                  <a:lnTo>
                    <a:pt x="15423" y="448184"/>
                  </a:lnTo>
                  <a:lnTo>
                    <a:pt x="16586" y="446440"/>
                  </a:lnTo>
                  <a:lnTo>
                    <a:pt x="17785" y="444696"/>
                  </a:lnTo>
                  <a:lnTo>
                    <a:pt x="19015" y="442952"/>
                  </a:lnTo>
                  <a:lnTo>
                    <a:pt x="20268" y="441208"/>
                  </a:lnTo>
                  <a:lnTo>
                    <a:pt x="21549" y="439464"/>
                  </a:lnTo>
                  <a:lnTo>
                    <a:pt x="22860" y="437720"/>
                  </a:lnTo>
                  <a:lnTo>
                    <a:pt x="24189" y="435976"/>
                  </a:lnTo>
                  <a:lnTo>
                    <a:pt x="25540" y="434233"/>
                  </a:lnTo>
                  <a:lnTo>
                    <a:pt x="26917" y="432489"/>
                  </a:lnTo>
                  <a:lnTo>
                    <a:pt x="28310" y="430745"/>
                  </a:lnTo>
                  <a:lnTo>
                    <a:pt x="29718" y="429001"/>
                  </a:lnTo>
                  <a:lnTo>
                    <a:pt x="31150" y="427257"/>
                  </a:lnTo>
                  <a:lnTo>
                    <a:pt x="32592" y="425513"/>
                  </a:lnTo>
                  <a:lnTo>
                    <a:pt x="34046" y="423769"/>
                  </a:lnTo>
                  <a:lnTo>
                    <a:pt x="35518" y="422025"/>
                  </a:lnTo>
                  <a:lnTo>
                    <a:pt x="36998" y="420281"/>
                  </a:lnTo>
                  <a:lnTo>
                    <a:pt x="38486" y="418537"/>
                  </a:lnTo>
                  <a:lnTo>
                    <a:pt x="39985" y="416793"/>
                  </a:lnTo>
                  <a:lnTo>
                    <a:pt x="41490" y="415050"/>
                  </a:lnTo>
                  <a:lnTo>
                    <a:pt x="43000" y="413306"/>
                  </a:lnTo>
                  <a:lnTo>
                    <a:pt x="44516" y="411562"/>
                  </a:lnTo>
                  <a:lnTo>
                    <a:pt x="46035" y="409818"/>
                  </a:lnTo>
                  <a:lnTo>
                    <a:pt x="47555" y="408074"/>
                  </a:lnTo>
                  <a:lnTo>
                    <a:pt x="49078" y="406330"/>
                  </a:lnTo>
                  <a:lnTo>
                    <a:pt x="50600" y="404586"/>
                  </a:lnTo>
                  <a:lnTo>
                    <a:pt x="52122" y="402842"/>
                  </a:lnTo>
                  <a:lnTo>
                    <a:pt x="53643" y="401098"/>
                  </a:lnTo>
                  <a:lnTo>
                    <a:pt x="55160" y="399354"/>
                  </a:lnTo>
                  <a:lnTo>
                    <a:pt x="56676" y="397610"/>
                  </a:lnTo>
                  <a:lnTo>
                    <a:pt x="58187" y="395867"/>
                  </a:lnTo>
                  <a:lnTo>
                    <a:pt x="59172" y="394727"/>
                  </a:lnTo>
                  <a:lnTo>
                    <a:pt x="59694" y="394123"/>
                  </a:lnTo>
                  <a:lnTo>
                    <a:pt x="61196" y="392379"/>
                  </a:lnTo>
                  <a:lnTo>
                    <a:pt x="62694" y="390635"/>
                  </a:lnTo>
                  <a:lnTo>
                    <a:pt x="64184" y="388891"/>
                  </a:lnTo>
                  <a:lnTo>
                    <a:pt x="65670" y="387147"/>
                  </a:lnTo>
                  <a:lnTo>
                    <a:pt x="67150" y="385403"/>
                  </a:lnTo>
                  <a:lnTo>
                    <a:pt x="68621" y="383659"/>
                  </a:lnTo>
                  <a:lnTo>
                    <a:pt x="70088" y="381915"/>
                  </a:lnTo>
                  <a:lnTo>
                    <a:pt x="71549" y="380171"/>
                  </a:lnTo>
                  <a:lnTo>
                    <a:pt x="73002" y="378427"/>
                  </a:lnTo>
                  <a:lnTo>
                    <a:pt x="74450" y="376684"/>
                  </a:lnTo>
                  <a:lnTo>
                    <a:pt x="75892" y="374940"/>
                  </a:lnTo>
                  <a:lnTo>
                    <a:pt x="77327" y="373196"/>
                  </a:lnTo>
                  <a:lnTo>
                    <a:pt x="78758" y="371452"/>
                  </a:lnTo>
                  <a:lnTo>
                    <a:pt x="80184" y="369708"/>
                  </a:lnTo>
                  <a:lnTo>
                    <a:pt x="81604" y="367964"/>
                  </a:lnTo>
                  <a:lnTo>
                    <a:pt x="83021" y="366220"/>
                  </a:lnTo>
                  <a:lnTo>
                    <a:pt x="84435" y="364476"/>
                  </a:lnTo>
                  <a:lnTo>
                    <a:pt x="85845" y="362732"/>
                  </a:lnTo>
                  <a:lnTo>
                    <a:pt x="87254" y="360988"/>
                  </a:lnTo>
                  <a:lnTo>
                    <a:pt x="88660" y="359244"/>
                  </a:lnTo>
                  <a:lnTo>
                    <a:pt x="90066" y="357501"/>
                  </a:lnTo>
                  <a:lnTo>
                    <a:pt x="91472" y="355757"/>
                  </a:lnTo>
                  <a:lnTo>
                    <a:pt x="92878" y="354013"/>
                  </a:lnTo>
                  <a:lnTo>
                    <a:pt x="94286" y="352269"/>
                  </a:lnTo>
                  <a:lnTo>
                    <a:pt x="95697" y="350525"/>
                  </a:lnTo>
                  <a:lnTo>
                    <a:pt x="97109" y="348781"/>
                  </a:lnTo>
                  <a:lnTo>
                    <a:pt x="98526" y="347037"/>
                  </a:lnTo>
                  <a:lnTo>
                    <a:pt x="99948" y="345293"/>
                  </a:lnTo>
                  <a:lnTo>
                    <a:pt x="101374" y="343549"/>
                  </a:lnTo>
                  <a:lnTo>
                    <a:pt x="102807" y="341805"/>
                  </a:lnTo>
                  <a:lnTo>
                    <a:pt x="104248" y="340062"/>
                  </a:lnTo>
                  <a:lnTo>
                    <a:pt x="105696" y="338318"/>
                  </a:lnTo>
                  <a:lnTo>
                    <a:pt x="107151" y="336574"/>
                  </a:lnTo>
                  <a:lnTo>
                    <a:pt x="108619" y="334830"/>
                  </a:lnTo>
                  <a:lnTo>
                    <a:pt x="110094" y="333086"/>
                  </a:lnTo>
                  <a:lnTo>
                    <a:pt x="111578" y="331342"/>
                  </a:lnTo>
                  <a:lnTo>
                    <a:pt x="113078" y="329598"/>
                  </a:lnTo>
                  <a:lnTo>
                    <a:pt x="114587" y="327854"/>
                  </a:lnTo>
                  <a:lnTo>
                    <a:pt x="116106" y="326110"/>
                  </a:lnTo>
                  <a:lnTo>
                    <a:pt x="117643" y="324366"/>
                  </a:lnTo>
                  <a:lnTo>
                    <a:pt x="119191" y="322622"/>
                  </a:lnTo>
                  <a:lnTo>
                    <a:pt x="120749" y="320879"/>
                  </a:lnTo>
                  <a:lnTo>
                    <a:pt x="122328" y="319135"/>
                  </a:lnTo>
                  <a:lnTo>
                    <a:pt x="123918" y="317391"/>
                  </a:lnTo>
                  <a:lnTo>
                    <a:pt x="125519" y="315647"/>
                  </a:lnTo>
                  <a:lnTo>
                    <a:pt x="127142" y="313903"/>
                  </a:lnTo>
                  <a:lnTo>
                    <a:pt x="128777" y="312159"/>
                  </a:lnTo>
                  <a:lnTo>
                    <a:pt x="130424" y="310415"/>
                  </a:lnTo>
                  <a:lnTo>
                    <a:pt x="132091" y="308671"/>
                  </a:lnTo>
                  <a:lnTo>
                    <a:pt x="133772" y="306927"/>
                  </a:lnTo>
                  <a:lnTo>
                    <a:pt x="135465" y="305183"/>
                  </a:lnTo>
                  <a:lnTo>
                    <a:pt x="137177" y="303439"/>
                  </a:lnTo>
                  <a:lnTo>
                    <a:pt x="138904" y="301696"/>
                  </a:lnTo>
                  <a:lnTo>
                    <a:pt x="140642" y="299952"/>
                  </a:lnTo>
                  <a:lnTo>
                    <a:pt x="142398" y="298208"/>
                  </a:lnTo>
                  <a:lnTo>
                    <a:pt x="144169" y="296464"/>
                  </a:lnTo>
                  <a:lnTo>
                    <a:pt x="145951" y="294720"/>
                  </a:lnTo>
                  <a:lnTo>
                    <a:pt x="147748" y="292976"/>
                  </a:lnTo>
                  <a:lnTo>
                    <a:pt x="149560" y="291232"/>
                  </a:lnTo>
                  <a:lnTo>
                    <a:pt x="151383" y="289488"/>
                  </a:lnTo>
                  <a:lnTo>
                    <a:pt x="153218" y="287744"/>
                  </a:lnTo>
                  <a:lnTo>
                    <a:pt x="155068" y="286000"/>
                  </a:lnTo>
                  <a:lnTo>
                    <a:pt x="156927" y="284256"/>
                  </a:lnTo>
                  <a:lnTo>
                    <a:pt x="158797" y="282513"/>
                  </a:lnTo>
                  <a:lnTo>
                    <a:pt x="160680" y="280769"/>
                  </a:lnTo>
                  <a:lnTo>
                    <a:pt x="162570" y="279025"/>
                  </a:lnTo>
                  <a:lnTo>
                    <a:pt x="164470" y="277281"/>
                  </a:lnTo>
                  <a:lnTo>
                    <a:pt x="166381" y="275537"/>
                  </a:lnTo>
                  <a:lnTo>
                    <a:pt x="168298" y="273793"/>
                  </a:lnTo>
                  <a:lnTo>
                    <a:pt x="170221" y="272049"/>
                  </a:lnTo>
                  <a:lnTo>
                    <a:pt x="172155" y="270305"/>
                  </a:lnTo>
                  <a:lnTo>
                    <a:pt x="174093" y="268561"/>
                  </a:lnTo>
                  <a:lnTo>
                    <a:pt x="176035" y="266817"/>
                  </a:lnTo>
                  <a:lnTo>
                    <a:pt x="177985" y="265073"/>
                  </a:lnTo>
                  <a:lnTo>
                    <a:pt x="179937" y="263330"/>
                  </a:lnTo>
                  <a:lnTo>
                    <a:pt x="181893" y="261586"/>
                  </a:lnTo>
                  <a:lnTo>
                    <a:pt x="183852" y="259842"/>
                  </a:lnTo>
                  <a:lnTo>
                    <a:pt x="185813" y="258098"/>
                  </a:lnTo>
                  <a:lnTo>
                    <a:pt x="187775" y="256354"/>
                  </a:lnTo>
                  <a:lnTo>
                    <a:pt x="189738" y="254610"/>
                  </a:lnTo>
                  <a:lnTo>
                    <a:pt x="191700" y="252866"/>
                  </a:lnTo>
                  <a:lnTo>
                    <a:pt x="193662" y="251122"/>
                  </a:lnTo>
                  <a:lnTo>
                    <a:pt x="195623" y="249378"/>
                  </a:lnTo>
                  <a:lnTo>
                    <a:pt x="197581" y="247634"/>
                  </a:lnTo>
                  <a:lnTo>
                    <a:pt x="199536" y="245890"/>
                  </a:lnTo>
                  <a:lnTo>
                    <a:pt x="201488" y="244147"/>
                  </a:lnTo>
                  <a:lnTo>
                    <a:pt x="203434" y="242403"/>
                  </a:lnTo>
                  <a:lnTo>
                    <a:pt x="205376" y="240659"/>
                  </a:lnTo>
                  <a:lnTo>
                    <a:pt x="207312" y="238915"/>
                  </a:lnTo>
                  <a:lnTo>
                    <a:pt x="209240" y="237171"/>
                  </a:lnTo>
                  <a:lnTo>
                    <a:pt x="211163" y="235427"/>
                  </a:lnTo>
                  <a:lnTo>
                    <a:pt x="213077" y="233683"/>
                  </a:lnTo>
                  <a:lnTo>
                    <a:pt x="214980" y="231939"/>
                  </a:lnTo>
                  <a:lnTo>
                    <a:pt x="216875" y="230195"/>
                  </a:lnTo>
                  <a:lnTo>
                    <a:pt x="218761" y="228451"/>
                  </a:lnTo>
                  <a:lnTo>
                    <a:pt x="220632" y="226708"/>
                  </a:lnTo>
                  <a:lnTo>
                    <a:pt x="222493" y="224964"/>
                  </a:lnTo>
                  <a:lnTo>
                    <a:pt x="224344" y="223220"/>
                  </a:lnTo>
                  <a:lnTo>
                    <a:pt x="226176" y="221476"/>
                  </a:lnTo>
                  <a:lnTo>
                    <a:pt x="227997" y="219732"/>
                  </a:lnTo>
                  <a:lnTo>
                    <a:pt x="229807" y="217988"/>
                  </a:lnTo>
                  <a:lnTo>
                    <a:pt x="231594" y="216244"/>
                  </a:lnTo>
                  <a:lnTo>
                    <a:pt x="233367" y="214500"/>
                  </a:lnTo>
                  <a:lnTo>
                    <a:pt x="235128" y="212756"/>
                  </a:lnTo>
                  <a:lnTo>
                    <a:pt x="236864" y="211012"/>
                  </a:lnTo>
                  <a:lnTo>
                    <a:pt x="238584" y="209268"/>
                  </a:lnTo>
                  <a:lnTo>
                    <a:pt x="240290" y="207525"/>
                  </a:lnTo>
                  <a:lnTo>
                    <a:pt x="241970" y="205781"/>
                  </a:lnTo>
                  <a:lnTo>
                    <a:pt x="243631" y="204037"/>
                  </a:lnTo>
                  <a:lnTo>
                    <a:pt x="245275" y="202293"/>
                  </a:lnTo>
                  <a:lnTo>
                    <a:pt x="246894" y="200549"/>
                  </a:lnTo>
                  <a:lnTo>
                    <a:pt x="248489" y="198805"/>
                  </a:lnTo>
                  <a:lnTo>
                    <a:pt x="250068" y="197061"/>
                  </a:lnTo>
                  <a:lnTo>
                    <a:pt x="251619" y="195317"/>
                  </a:lnTo>
                  <a:lnTo>
                    <a:pt x="253145" y="193573"/>
                  </a:lnTo>
                  <a:lnTo>
                    <a:pt x="254653" y="191829"/>
                  </a:lnTo>
                  <a:lnTo>
                    <a:pt x="256134" y="190085"/>
                  </a:lnTo>
                  <a:lnTo>
                    <a:pt x="257586" y="188342"/>
                  </a:lnTo>
                  <a:lnTo>
                    <a:pt x="259018" y="186598"/>
                  </a:lnTo>
                  <a:lnTo>
                    <a:pt x="260425" y="184854"/>
                  </a:lnTo>
                  <a:lnTo>
                    <a:pt x="261800" y="183110"/>
                  </a:lnTo>
                  <a:lnTo>
                    <a:pt x="263154" y="181366"/>
                  </a:lnTo>
                  <a:lnTo>
                    <a:pt x="264485" y="179622"/>
                  </a:lnTo>
                  <a:lnTo>
                    <a:pt x="265780" y="177878"/>
                  </a:lnTo>
                  <a:lnTo>
                    <a:pt x="267054" y="176134"/>
                  </a:lnTo>
                  <a:lnTo>
                    <a:pt x="268306" y="174390"/>
                  </a:lnTo>
                  <a:lnTo>
                    <a:pt x="269520" y="172646"/>
                  </a:lnTo>
                  <a:lnTo>
                    <a:pt x="270714" y="170902"/>
                  </a:lnTo>
                  <a:lnTo>
                    <a:pt x="271886" y="169159"/>
                  </a:lnTo>
                  <a:lnTo>
                    <a:pt x="273019" y="167415"/>
                  </a:lnTo>
                  <a:lnTo>
                    <a:pt x="274131" y="165671"/>
                  </a:lnTo>
                  <a:lnTo>
                    <a:pt x="275222" y="163927"/>
                  </a:lnTo>
                  <a:lnTo>
                    <a:pt x="276275" y="162183"/>
                  </a:lnTo>
                  <a:lnTo>
                    <a:pt x="277307" y="160439"/>
                  </a:lnTo>
                  <a:lnTo>
                    <a:pt x="278317" y="158695"/>
                  </a:lnTo>
                  <a:lnTo>
                    <a:pt x="279293" y="156951"/>
                  </a:lnTo>
                  <a:lnTo>
                    <a:pt x="280245" y="155207"/>
                  </a:lnTo>
                  <a:lnTo>
                    <a:pt x="281176" y="153463"/>
                  </a:lnTo>
                  <a:lnTo>
                    <a:pt x="282076" y="151719"/>
                  </a:lnTo>
                  <a:lnTo>
                    <a:pt x="282951" y="149976"/>
                  </a:lnTo>
                  <a:lnTo>
                    <a:pt x="283806" y="148232"/>
                  </a:lnTo>
                  <a:lnTo>
                    <a:pt x="284632" y="146488"/>
                  </a:lnTo>
                  <a:lnTo>
                    <a:pt x="285432" y="144744"/>
                  </a:lnTo>
                  <a:lnTo>
                    <a:pt x="286213" y="143000"/>
                  </a:lnTo>
                  <a:lnTo>
                    <a:pt x="286969" y="141256"/>
                  </a:lnTo>
                  <a:lnTo>
                    <a:pt x="287697" y="139512"/>
                  </a:lnTo>
                  <a:lnTo>
                    <a:pt x="288408" y="137768"/>
                  </a:lnTo>
                  <a:lnTo>
                    <a:pt x="289096" y="136024"/>
                  </a:lnTo>
                  <a:lnTo>
                    <a:pt x="289758" y="134280"/>
                  </a:lnTo>
                  <a:lnTo>
                    <a:pt x="290402" y="132536"/>
                  </a:lnTo>
                  <a:lnTo>
                    <a:pt x="291026" y="130793"/>
                  </a:lnTo>
                  <a:lnTo>
                    <a:pt x="291623" y="129049"/>
                  </a:lnTo>
                  <a:lnTo>
                    <a:pt x="292205" y="127305"/>
                  </a:lnTo>
                  <a:lnTo>
                    <a:pt x="292769" y="125561"/>
                  </a:lnTo>
                  <a:lnTo>
                    <a:pt x="293306" y="123817"/>
                  </a:lnTo>
                  <a:lnTo>
                    <a:pt x="293829" y="122073"/>
                  </a:lnTo>
                  <a:lnTo>
                    <a:pt x="294336" y="120329"/>
                  </a:lnTo>
                  <a:lnTo>
                    <a:pt x="294818" y="118585"/>
                  </a:lnTo>
                  <a:lnTo>
                    <a:pt x="295286" y="116841"/>
                  </a:lnTo>
                  <a:lnTo>
                    <a:pt x="295740" y="115097"/>
                  </a:lnTo>
                  <a:lnTo>
                    <a:pt x="296170" y="113354"/>
                  </a:lnTo>
                  <a:lnTo>
                    <a:pt x="296587" y="111610"/>
                  </a:lnTo>
                  <a:lnTo>
                    <a:pt x="296991" y="109866"/>
                  </a:lnTo>
                  <a:lnTo>
                    <a:pt x="297375" y="108122"/>
                  </a:lnTo>
                  <a:lnTo>
                    <a:pt x="297745" y="106378"/>
                  </a:lnTo>
                  <a:lnTo>
                    <a:pt x="298103" y="104634"/>
                  </a:lnTo>
                  <a:lnTo>
                    <a:pt x="298443" y="102890"/>
                  </a:lnTo>
                  <a:lnTo>
                    <a:pt x="298770" y="101146"/>
                  </a:lnTo>
                  <a:lnTo>
                    <a:pt x="299086" y="99402"/>
                  </a:lnTo>
                  <a:lnTo>
                    <a:pt x="299387" y="97658"/>
                  </a:lnTo>
                  <a:lnTo>
                    <a:pt x="299674" y="95914"/>
                  </a:lnTo>
                  <a:lnTo>
                    <a:pt x="299951" y="94171"/>
                  </a:lnTo>
                  <a:lnTo>
                    <a:pt x="300216" y="92427"/>
                  </a:lnTo>
                  <a:lnTo>
                    <a:pt x="300467" y="90683"/>
                  </a:lnTo>
                  <a:lnTo>
                    <a:pt x="300709" y="88939"/>
                  </a:lnTo>
                  <a:lnTo>
                    <a:pt x="300940" y="87195"/>
                  </a:lnTo>
                  <a:lnTo>
                    <a:pt x="301158" y="85451"/>
                  </a:lnTo>
                  <a:lnTo>
                    <a:pt x="301369" y="83707"/>
                  </a:lnTo>
                  <a:lnTo>
                    <a:pt x="301569" y="81963"/>
                  </a:lnTo>
                  <a:lnTo>
                    <a:pt x="301758" y="80219"/>
                  </a:lnTo>
                  <a:lnTo>
                    <a:pt x="301940" y="78475"/>
                  </a:lnTo>
                  <a:lnTo>
                    <a:pt x="302114" y="76731"/>
                  </a:lnTo>
                  <a:lnTo>
                    <a:pt x="302276" y="74988"/>
                  </a:lnTo>
                  <a:lnTo>
                    <a:pt x="302432" y="73244"/>
                  </a:lnTo>
                  <a:lnTo>
                    <a:pt x="302581" y="71500"/>
                  </a:lnTo>
                  <a:lnTo>
                    <a:pt x="302719" y="69756"/>
                  </a:lnTo>
                  <a:lnTo>
                    <a:pt x="302852" y="68012"/>
                  </a:lnTo>
                  <a:lnTo>
                    <a:pt x="302979" y="66268"/>
                  </a:lnTo>
                  <a:lnTo>
                    <a:pt x="303097" y="64524"/>
                  </a:lnTo>
                  <a:lnTo>
                    <a:pt x="303209" y="62780"/>
                  </a:lnTo>
                  <a:lnTo>
                    <a:pt x="303317" y="61036"/>
                  </a:lnTo>
                  <a:lnTo>
                    <a:pt x="303416" y="59292"/>
                  </a:lnTo>
                  <a:lnTo>
                    <a:pt x="303510" y="57548"/>
                  </a:lnTo>
                  <a:lnTo>
                    <a:pt x="303601" y="55805"/>
                  </a:lnTo>
                  <a:lnTo>
                    <a:pt x="303684" y="54061"/>
                  </a:lnTo>
                  <a:lnTo>
                    <a:pt x="303763" y="52317"/>
                  </a:lnTo>
                  <a:lnTo>
                    <a:pt x="303838" y="50573"/>
                  </a:lnTo>
                  <a:lnTo>
                    <a:pt x="303907" y="48829"/>
                  </a:lnTo>
                  <a:lnTo>
                    <a:pt x="303972" y="47085"/>
                  </a:lnTo>
                  <a:lnTo>
                    <a:pt x="304034" y="45341"/>
                  </a:lnTo>
                  <a:lnTo>
                    <a:pt x="304091" y="43597"/>
                  </a:lnTo>
                  <a:lnTo>
                    <a:pt x="304145" y="41853"/>
                  </a:lnTo>
                  <a:lnTo>
                    <a:pt x="304195" y="40109"/>
                  </a:lnTo>
                  <a:lnTo>
                    <a:pt x="304243" y="38365"/>
                  </a:lnTo>
                  <a:lnTo>
                    <a:pt x="304286" y="36622"/>
                  </a:lnTo>
                  <a:lnTo>
                    <a:pt x="304327" y="34878"/>
                  </a:lnTo>
                  <a:lnTo>
                    <a:pt x="304365" y="33134"/>
                  </a:lnTo>
                  <a:lnTo>
                    <a:pt x="304400" y="31390"/>
                  </a:lnTo>
                  <a:lnTo>
                    <a:pt x="304433" y="29646"/>
                  </a:lnTo>
                  <a:lnTo>
                    <a:pt x="304464" y="27902"/>
                  </a:lnTo>
                  <a:lnTo>
                    <a:pt x="304492" y="26158"/>
                  </a:lnTo>
                  <a:lnTo>
                    <a:pt x="304519" y="24414"/>
                  </a:lnTo>
                  <a:lnTo>
                    <a:pt x="304543" y="22670"/>
                  </a:lnTo>
                  <a:lnTo>
                    <a:pt x="304566" y="20926"/>
                  </a:lnTo>
                  <a:lnTo>
                    <a:pt x="304586" y="19182"/>
                  </a:lnTo>
                  <a:lnTo>
                    <a:pt x="304606" y="17439"/>
                  </a:lnTo>
                  <a:lnTo>
                    <a:pt x="304623" y="15695"/>
                  </a:lnTo>
                  <a:lnTo>
                    <a:pt x="304640" y="13951"/>
                  </a:lnTo>
                  <a:lnTo>
                    <a:pt x="304655" y="12207"/>
                  </a:lnTo>
                  <a:lnTo>
                    <a:pt x="304668" y="10463"/>
                  </a:lnTo>
                  <a:lnTo>
                    <a:pt x="304681" y="8719"/>
                  </a:lnTo>
                  <a:lnTo>
                    <a:pt x="304693" y="6975"/>
                  </a:lnTo>
                  <a:lnTo>
                    <a:pt x="304703" y="5231"/>
                  </a:lnTo>
                  <a:lnTo>
                    <a:pt x="304713" y="3487"/>
                  </a:lnTo>
                  <a:lnTo>
                    <a:pt x="304722" y="1743"/>
                  </a:lnTo>
                  <a:lnTo>
                    <a:pt x="304730" y="0"/>
                  </a:lnTo>
                  <a:lnTo>
                    <a:pt x="304884" y="0"/>
                  </a:lnTo>
                  <a:lnTo>
                    <a:pt x="304892" y="1743"/>
                  </a:lnTo>
                  <a:lnTo>
                    <a:pt x="304901" y="3487"/>
                  </a:lnTo>
                  <a:lnTo>
                    <a:pt x="304911" y="5231"/>
                  </a:lnTo>
                  <a:lnTo>
                    <a:pt x="304921" y="6975"/>
                  </a:lnTo>
                  <a:lnTo>
                    <a:pt x="304933" y="8719"/>
                  </a:lnTo>
                  <a:lnTo>
                    <a:pt x="304946" y="10463"/>
                  </a:lnTo>
                  <a:lnTo>
                    <a:pt x="304959" y="12207"/>
                  </a:lnTo>
                  <a:lnTo>
                    <a:pt x="304975" y="13951"/>
                  </a:lnTo>
                  <a:lnTo>
                    <a:pt x="304991" y="15695"/>
                  </a:lnTo>
                  <a:lnTo>
                    <a:pt x="305008" y="17439"/>
                  </a:lnTo>
                  <a:lnTo>
                    <a:pt x="305028" y="19182"/>
                  </a:lnTo>
                  <a:lnTo>
                    <a:pt x="305049" y="20926"/>
                  </a:lnTo>
                  <a:lnTo>
                    <a:pt x="305071" y="22670"/>
                  </a:lnTo>
                  <a:lnTo>
                    <a:pt x="305096" y="24414"/>
                  </a:lnTo>
                  <a:lnTo>
                    <a:pt x="305122" y="26158"/>
                  </a:lnTo>
                  <a:lnTo>
                    <a:pt x="305150" y="27902"/>
                  </a:lnTo>
                  <a:lnTo>
                    <a:pt x="305181" y="29646"/>
                  </a:lnTo>
                  <a:lnTo>
                    <a:pt x="305214" y="31390"/>
                  </a:lnTo>
                  <a:lnTo>
                    <a:pt x="305249" y="33134"/>
                  </a:lnTo>
                  <a:lnTo>
                    <a:pt x="305287" y="34878"/>
                  </a:lnTo>
                  <a:lnTo>
                    <a:pt x="305328" y="36622"/>
                  </a:lnTo>
                  <a:lnTo>
                    <a:pt x="305372" y="38365"/>
                  </a:lnTo>
                  <a:lnTo>
                    <a:pt x="305419" y="40109"/>
                  </a:lnTo>
                  <a:lnTo>
                    <a:pt x="305469" y="41853"/>
                  </a:lnTo>
                  <a:lnTo>
                    <a:pt x="305523" y="43597"/>
                  </a:lnTo>
                  <a:lnTo>
                    <a:pt x="305580" y="45341"/>
                  </a:lnTo>
                  <a:lnTo>
                    <a:pt x="305642" y="47085"/>
                  </a:lnTo>
                  <a:lnTo>
                    <a:pt x="305707" y="48829"/>
                  </a:lnTo>
                  <a:lnTo>
                    <a:pt x="305777" y="50573"/>
                  </a:lnTo>
                  <a:lnTo>
                    <a:pt x="305852" y="52317"/>
                  </a:lnTo>
                  <a:lnTo>
                    <a:pt x="305930" y="54061"/>
                  </a:lnTo>
                  <a:lnTo>
                    <a:pt x="306014" y="55805"/>
                  </a:lnTo>
                  <a:lnTo>
                    <a:pt x="306104" y="57548"/>
                  </a:lnTo>
                  <a:lnTo>
                    <a:pt x="306198" y="59292"/>
                  </a:lnTo>
                  <a:lnTo>
                    <a:pt x="306298" y="61036"/>
                  </a:lnTo>
                  <a:lnTo>
                    <a:pt x="306405" y="62780"/>
                  </a:lnTo>
                  <a:lnTo>
                    <a:pt x="306517" y="64524"/>
                  </a:lnTo>
                  <a:lnTo>
                    <a:pt x="306635" y="66268"/>
                  </a:lnTo>
                  <a:lnTo>
                    <a:pt x="306762" y="68012"/>
                  </a:lnTo>
                  <a:lnTo>
                    <a:pt x="306895" y="69756"/>
                  </a:lnTo>
                  <a:lnTo>
                    <a:pt x="307033" y="71500"/>
                  </a:lnTo>
                  <a:lnTo>
                    <a:pt x="307183" y="73244"/>
                  </a:lnTo>
                  <a:lnTo>
                    <a:pt x="307339" y="74988"/>
                  </a:lnTo>
                  <a:lnTo>
                    <a:pt x="307501" y="76731"/>
                  </a:lnTo>
                  <a:lnTo>
                    <a:pt x="307674" y="78475"/>
                  </a:lnTo>
                  <a:lnTo>
                    <a:pt x="307856" y="80219"/>
                  </a:lnTo>
                  <a:lnTo>
                    <a:pt x="308045" y="81963"/>
                  </a:lnTo>
                  <a:lnTo>
                    <a:pt x="308246" y="83707"/>
                  </a:lnTo>
                  <a:lnTo>
                    <a:pt x="308456" y="85451"/>
                  </a:lnTo>
                  <a:lnTo>
                    <a:pt x="308674" y="87195"/>
                  </a:lnTo>
                  <a:lnTo>
                    <a:pt x="308905" y="88939"/>
                  </a:lnTo>
                  <a:lnTo>
                    <a:pt x="309148" y="90683"/>
                  </a:lnTo>
                  <a:lnTo>
                    <a:pt x="309399" y="92427"/>
                  </a:lnTo>
                  <a:lnTo>
                    <a:pt x="309663" y="94171"/>
                  </a:lnTo>
                  <a:lnTo>
                    <a:pt x="309940" y="95914"/>
                  </a:lnTo>
                  <a:lnTo>
                    <a:pt x="310227" y="97658"/>
                  </a:lnTo>
                  <a:lnTo>
                    <a:pt x="310528" y="99402"/>
                  </a:lnTo>
                  <a:lnTo>
                    <a:pt x="310844" y="101146"/>
                  </a:lnTo>
                  <a:lnTo>
                    <a:pt x="311171" y="102890"/>
                  </a:lnTo>
                  <a:lnTo>
                    <a:pt x="311511" y="104634"/>
                  </a:lnTo>
                  <a:lnTo>
                    <a:pt x="311869" y="106378"/>
                  </a:lnTo>
                  <a:lnTo>
                    <a:pt x="312239" y="108122"/>
                  </a:lnTo>
                  <a:lnTo>
                    <a:pt x="312623" y="109866"/>
                  </a:lnTo>
                  <a:lnTo>
                    <a:pt x="313027" y="111610"/>
                  </a:lnTo>
                  <a:lnTo>
                    <a:pt x="313444" y="113354"/>
                  </a:lnTo>
                  <a:lnTo>
                    <a:pt x="313874" y="115097"/>
                  </a:lnTo>
                  <a:lnTo>
                    <a:pt x="314329" y="116841"/>
                  </a:lnTo>
                  <a:lnTo>
                    <a:pt x="314797" y="118585"/>
                  </a:lnTo>
                  <a:lnTo>
                    <a:pt x="315278" y="120329"/>
                  </a:lnTo>
                  <a:lnTo>
                    <a:pt x="315786" y="122073"/>
                  </a:lnTo>
                  <a:lnTo>
                    <a:pt x="316308" y="123817"/>
                  </a:lnTo>
                  <a:lnTo>
                    <a:pt x="316845" y="125561"/>
                  </a:lnTo>
                  <a:lnTo>
                    <a:pt x="317409" y="127305"/>
                  </a:lnTo>
                  <a:lnTo>
                    <a:pt x="317991" y="129049"/>
                  </a:lnTo>
                  <a:lnTo>
                    <a:pt x="318588" y="130793"/>
                  </a:lnTo>
                  <a:lnTo>
                    <a:pt x="319212" y="132536"/>
                  </a:lnTo>
                  <a:lnTo>
                    <a:pt x="319857" y="134280"/>
                  </a:lnTo>
                  <a:lnTo>
                    <a:pt x="320518" y="136024"/>
                  </a:lnTo>
                  <a:lnTo>
                    <a:pt x="321206" y="137768"/>
                  </a:lnTo>
                  <a:lnTo>
                    <a:pt x="321917" y="139512"/>
                  </a:lnTo>
                  <a:lnTo>
                    <a:pt x="322646" y="141256"/>
                  </a:lnTo>
                  <a:lnTo>
                    <a:pt x="323401" y="143000"/>
                  </a:lnTo>
                  <a:lnTo>
                    <a:pt x="324182" y="144744"/>
                  </a:lnTo>
                  <a:lnTo>
                    <a:pt x="324983" y="146488"/>
                  </a:lnTo>
                  <a:lnTo>
                    <a:pt x="325809" y="148232"/>
                  </a:lnTo>
                  <a:lnTo>
                    <a:pt x="326664" y="149976"/>
                  </a:lnTo>
                  <a:lnTo>
                    <a:pt x="327538" y="151719"/>
                  </a:lnTo>
                  <a:lnTo>
                    <a:pt x="328438" y="153463"/>
                  </a:lnTo>
                  <a:lnTo>
                    <a:pt x="329370" y="155207"/>
                  </a:lnTo>
                  <a:lnTo>
                    <a:pt x="330321" y="156951"/>
                  </a:lnTo>
                  <a:lnTo>
                    <a:pt x="331297" y="158695"/>
                  </a:lnTo>
                  <a:lnTo>
                    <a:pt x="332308" y="160439"/>
                  </a:lnTo>
                  <a:lnTo>
                    <a:pt x="333339" y="162183"/>
                  </a:lnTo>
                  <a:lnTo>
                    <a:pt x="334392" y="163927"/>
                  </a:lnTo>
                  <a:lnTo>
                    <a:pt x="335484" y="165671"/>
                  </a:lnTo>
                  <a:lnTo>
                    <a:pt x="336595" y="167415"/>
                  </a:lnTo>
                  <a:lnTo>
                    <a:pt x="337728" y="169159"/>
                  </a:lnTo>
                  <a:lnTo>
                    <a:pt x="338901" y="170902"/>
                  </a:lnTo>
                  <a:lnTo>
                    <a:pt x="340094" y="172646"/>
                  </a:lnTo>
                  <a:lnTo>
                    <a:pt x="341308" y="174390"/>
                  </a:lnTo>
                  <a:lnTo>
                    <a:pt x="342560" y="176134"/>
                  </a:lnTo>
                  <a:lnTo>
                    <a:pt x="343834" y="177878"/>
                  </a:lnTo>
                  <a:lnTo>
                    <a:pt x="345130" y="179622"/>
                  </a:lnTo>
                  <a:lnTo>
                    <a:pt x="346460" y="181366"/>
                  </a:lnTo>
                  <a:lnTo>
                    <a:pt x="347814" y="183110"/>
                  </a:lnTo>
                  <a:lnTo>
                    <a:pt x="349189" y="184854"/>
                  </a:lnTo>
                  <a:lnTo>
                    <a:pt x="350596" y="186598"/>
                  </a:lnTo>
                  <a:lnTo>
                    <a:pt x="352029" y="188342"/>
                  </a:lnTo>
                  <a:lnTo>
                    <a:pt x="353481" y="190085"/>
                  </a:lnTo>
                  <a:lnTo>
                    <a:pt x="354962" y="191829"/>
                  </a:lnTo>
                  <a:lnTo>
                    <a:pt x="356469" y="193573"/>
                  </a:lnTo>
                  <a:lnTo>
                    <a:pt x="357995" y="195317"/>
                  </a:lnTo>
                  <a:lnTo>
                    <a:pt x="359547" y="197061"/>
                  </a:lnTo>
                  <a:lnTo>
                    <a:pt x="361125" y="198805"/>
                  </a:lnTo>
                  <a:lnTo>
                    <a:pt x="362721" y="200549"/>
                  </a:lnTo>
                  <a:lnTo>
                    <a:pt x="364339" y="202293"/>
                  </a:lnTo>
                  <a:lnTo>
                    <a:pt x="365983" y="204037"/>
                  </a:lnTo>
                  <a:lnTo>
                    <a:pt x="367644" y="205781"/>
                  </a:lnTo>
                  <a:lnTo>
                    <a:pt x="369324" y="207525"/>
                  </a:lnTo>
                  <a:lnTo>
                    <a:pt x="371030" y="209268"/>
                  </a:lnTo>
                  <a:lnTo>
                    <a:pt x="372750" y="211012"/>
                  </a:lnTo>
                  <a:lnTo>
                    <a:pt x="374486" y="212756"/>
                  </a:lnTo>
                  <a:lnTo>
                    <a:pt x="376247" y="214500"/>
                  </a:lnTo>
                  <a:lnTo>
                    <a:pt x="378021" y="216244"/>
                  </a:lnTo>
                  <a:lnTo>
                    <a:pt x="379808" y="217988"/>
                  </a:lnTo>
                  <a:lnTo>
                    <a:pt x="381617" y="219732"/>
                  </a:lnTo>
                  <a:lnTo>
                    <a:pt x="383438" y="221476"/>
                  </a:lnTo>
                  <a:lnTo>
                    <a:pt x="385270" y="223220"/>
                  </a:lnTo>
                  <a:lnTo>
                    <a:pt x="387121" y="224964"/>
                  </a:lnTo>
                  <a:lnTo>
                    <a:pt x="388983" y="226708"/>
                  </a:lnTo>
                  <a:lnTo>
                    <a:pt x="390853" y="228451"/>
                  </a:lnTo>
                  <a:lnTo>
                    <a:pt x="392739" y="230195"/>
                  </a:lnTo>
                  <a:lnTo>
                    <a:pt x="394635" y="231939"/>
                  </a:lnTo>
                  <a:lnTo>
                    <a:pt x="396537" y="233683"/>
                  </a:lnTo>
                  <a:lnTo>
                    <a:pt x="398452" y="235427"/>
                  </a:lnTo>
                  <a:lnTo>
                    <a:pt x="400374" y="237171"/>
                  </a:lnTo>
                  <a:lnTo>
                    <a:pt x="402302" y="238915"/>
                  </a:lnTo>
                  <a:lnTo>
                    <a:pt x="404238" y="240659"/>
                  </a:lnTo>
                  <a:lnTo>
                    <a:pt x="406180" y="242403"/>
                  </a:lnTo>
                  <a:lnTo>
                    <a:pt x="408127" y="244147"/>
                  </a:lnTo>
                  <a:lnTo>
                    <a:pt x="410078" y="245890"/>
                  </a:lnTo>
                  <a:lnTo>
                    <a:pt x="412034" y="247634"/>
                  </a:lnTo>
                  <a:lnTo>
                    <a:pt x="413991" y="249378"/>
                  </a:lnTo>
                  <a:lnTo>
                    <a:pt x="415952" y="251122"/>
                  </a:lnTo>
                  <a:lnTo>
                    <a:pt x="417914" y="252866"/>
                  </a:lnTo>
                  <a:lnTo>
                    <a:pt x="419877" y="254610"/>
                  </a:lnTo>
                  <a:lnTo>
                    <a:pt x="421840" y="256354"/>
                  </a:lnTo>
                  <a:lnTo>
                    <a:pt x="423802" y="258098"/>
                  </a:lnTo>
                  <a:lnTo>
                    <a:pt x="425762" y="259842"/>
                  </a:lnTo>
                  <a:lnTo>
                    <a:pt x="427722" y="261586"/>
                  </a:lnTo>
                  <a:lnTo>
                    <a:pt x="429677" y="263330"/>
                  </a:lnTo>
                  <a:lnTo>
                    <a:pt x="431630" y="265073"/>
                  </a:lnTo>
                  <a:lnTo>
                    <a:pt x="433579" y="266817"/>
                  </a:lnTo>
                  <a:lnTo>
                    <a:pt x="435522" y="268561"/>
                  </a:lnTo>
                  <a:lnTo>
                    <a:pt x="437459" y="270305"/>
                  </a:lnTo>
                  <a:lnTo>
                    <a:pt x="439393" y="272049"/>
                  </a:lnTo>
                  <a:lnTo>
                    <a:pt x="441316" y="273793"/>
                  </a:lnTo>
                  <a:lnTo>
                    <a:pt x="443233" y="275537"/>
                  </a:lnTo>
                  <a:lnTo>
                    <a:pt x="445145" y="277281"/>
                  </a:lnTo>
                  <a:lnTo>
                    <a:pt x="447044" y="279025"/>
                  </a:lnTo>
                  <a:lnTo>
                    <a:pt x="448934" y="280769"/>
                  </a:lnTo>
                  <a:lnTo>
                    <a:pt x="450818" y="282513"/>
                  </a:lnTo>
                  <a:lnTo>
                    <a:pt x="452687" y="284256"/>
                  </a:lnTo>
                  <a:lnTo>
                    <a:pt x="454546" y="286000"/>
                  </a:lnTo>
                  <a:lnTo>
                    <a:pt x="456396" y="287744"/>
                  </a:lnTo>
                  <a:lnTo>
                    <a:pt x="458232" y="289488"/>
                  </a:lnTo>
                  <a:lnTo>
                    <a:pt x="460054" y="291232"/>
                  </a:lnTo>
                  <a:lnTo>
                    <a:pt x="461866" y="292976"/>
                  </a:lnTo>
                  <a:lnTo>
                    <a:pt x="463664" y="294720"/>
                  </a:lnTo>
                  <a:lnTo>
                    <a:pt x="465445" y="296464"/>
                  </a:lnTo>
                  <a:lnTo>
                    <a:pt x="467216" y="298208"/>
                  </a:lnTo>
                  <a:lnTo>
                    <a:pt x="468972" y="299952"/>
                  </a:lnTo>
                  <a:lnTo>
                    <a:pt x="470710" y="301696"/>
                  </a:lnTo>
                  <a:lnTo>
                    <a:pt x="472437" y="303439"/>
                  </a:lnTo>
                  <a:lnTo>
                    <a:pt x="474149" y="305183"/>
                  </a:lnTo>
                  <a:lnTo>
                    <a:pt x="475842" y="306927"/>
                  </a:lnTo>
                  <a:lnTo>
                    <a:pt x="477523" y="308671"/>
                  </a:lnTo>
                  <a:lnTo>
                    <a:pt x="479191" y="310415"/>
                  </a:lnTo>
                  <a:lnTo>
                    <a:pt x="480837" y="312159"/>
                  </a:lnTo>
                  <a:lnTo>
                    <a:pt x="482472" y="313903"/>
                  </a:lnTo>
                  <a:lnTo>
                    <a:pt x="484095" y="315647"/>
                  </a:lnTo>
                  <a:lnTo>
                    <a:pt x="485696" y="317391"/>
                  </a:lnTo>
                  <a:lnTo>
                    <a:pt x="487286" y="319135"/>
                  </a:lnTo>
                  <a:lnTo>
                    <a:pt x="488865" y="320879"/>
                  </a:lnTo>
                  <a:lnTo>
                    <a:pt x="490424" y="322622"/>
                  </a:lnTo>
                  <a:lnTo>
                    <a:pt x="491971" y="324366"/>
                  </a:lnTo>
                  <a:lnTo>
                    <a:pt x="493508" y="326110"/>
                  </a:lnTo>
                  <a:lnTo>
                    <a:pt x="495028" y="327854"/>
                  </a:lnTo>
                  <a:lnTo>
                    <a:pt x="496536" y="329598"/>
                  </a:lnTo>
                  <a:lnTo>
                    <a:pt x="498036" y="331342"/>
                  </a:lnTo>
                  <a:lnTo>
                    <a:pt x="499521" y="333086"/>
                  </a:lnTo>
                  <a:lnTo>
                    <a:pt x="500996" y="334830"/>
                  </a:lnTo>
                  <a:lnTo>
                    <a:pt x="502463" y="336574"/>
                  </a:lnTo>
                  <a:lnTo>
                    <a:pt x="503919" y="338318"/>
                  </a:lnTo>
                  <a:lnTo>
                    <a:pt x="505366" y="340062"/>
                  </a:lnTo>
                  <a:lnTo>
                    <a:pt x="506807" y="341805"/>
                  </a:lnTo>
                  <a:lnTo>
                    <a:pt x="508240" y="343549"/>
                  </a:lnTo>
                  <a:lnTo>
                    <a:pt x="509666" y="345293"/>
                  </a:lnTo>
                  <a:lnTo>
                    <a:pt x="511088" y="347037"/>
                  </a:lnTo>
                  <a:lnTo>
                    <a:pt x="512505" y="348781"/>
                  </a:lnTo>
                  <a:lnTo>
                    <a:pt x="513918" y="350525"/>
                  </a:lnTo>
                  <a:lnTo>
                    <a:pt x="515328" y="352269"/>
                  </a:lnTo>
                  <a:lnTo>
                    <a:pt x="516736" y="354013"/>
                  </a:lnTo>
                  <a:lnTo>
                    <a:pt x="518142" y="355757"/>
                  </a:lnTo>
                  <a:lnTo>
                    <a:pt x="519548" y="357501"/>
                  </a:lnTo>
                  <a:lnTo>
                    <a:pt x="520954" y="359244"/>
                  </a:lnTo>
                  <a:lnTo>
                    <a:pt x="522361" y="360988"/>
                  </a:lnTo>
                  <a:lnTo>
                    <a:pt x="523769" y="362732"/>
                  </a:lnTo>
                  <a:lnTo>
                    <a:pt x="525179" y="364476"/>
                  </a:lnTo>
                  <a:lnTo>
                    <a:pt x="526593" y="366220"/>
                  </a:lnTo>
                  <a:lnTo>
                    <a:pt x="528010" y="367964"/>
                  </a:lnTo>
                  <a:lnTo>
                    <a:pt x="529430" y="369708"/>
                  </a:lnTo>
                  <a:lnTo>
                    <a:pt x="530857" y="371452"/>
                  </a:lnTo>
                  <a:lnTo>
                    <a:pt x="532287" y="373196"/>
                  </a:lnTo>
                  <a:lnTo>
                    <a:pt x="533722" y="374940"/>
                  </a:lnTo>
                  <a:lnTo>
                    <a:pt x="535165" y="376684"/>
                  </a:lnTo>
                  <a:lnTo>
                    <a:pt x="536612" y="378427"/>
                  </a:lnTo>
                  <a:lnTo>
                    <a:pt x="538065" y="380171"/>
                  </a:lnTo>
                  <a:lnTo>
                    <a:pt x="539526" y="381915"/>
                  </a:lnTo>
                  <a:lnTo>
                    <a:pt x="540993" y="383659"/>
                  </a:lnTo>
                  <a:lnTo>
                    <a:pt x="542465" y="385403"/>
                  </a:lnTo>
                  <a:lnTo>
                    <a:pt x="543944" y="387147"/>
                  </a:lnTo>
                  <a:lnTo>
                    <a:pt x="545430" y="388891"/>
                  </a:lnTo>
                  <a:lnTo>
                    <a:pt x="546921" y="390635"/>
                  </a:lnTo>
                  <a:lnTo>
                    <a:pt x="548418" y="392379"/>
                  </a:lnTo>
                  <a:lnTo>
                    <a:pt x="549921" y="394123"/>
                  </a:lnTo>
                  <a:lnTo>
                    <a:pt x="550442" y="394727"/>
                  </a:lnTo>
                  <a:lnTo>
                    <a:pt x="551427" y="395867"/>
                  </a:lnTo>
                  <a:lnTo>
                    <a:pt x="552938" y="397610"/>
                  </a:lnTo>
                  <a:lnTo>
                    <a:pt x="554454" y="399354"/>
                  </a:lnTo>
                  <a:lnTo>
                    <a:pt x="555972" y="401098"/>
                  </a:lnTo>
                  <a:lnTo>
                    <a:pt x="557492" y="402842"/>
                  </a:lnTo>
                  <a:lnTo>
                    <a:pt x="559014" y="404586"/>
                  </a:lnTo>
                  <a:lnTo>
                    <a:pt x="560537" y="406330"/>
                  </a:lnTo>
                  <a:lnTo>
                    <a:pt x="562059" y="408074"/>
                  </a:lnTo>
                  <a:lnTo>
                    <a:pt x="563580" y="409818"/>
                  </a:lnTo>
                  <a:lnTo>
                    <a:pt x="565098" y="411562"/>
                  </a:lnTo>
                  <a:lnTo>
                    <a:pt x="566614" y="413306"/>
                  </a:lnTo>
                  <a:lnTo>
                    <a:pt x="568124" y="415050"/>
                  </a:lnTo>
                  <a:lnTo>
                    <a:pt x="569629" y="416793"/>
                  </a:lnTo>
                  <a:lnTo>
                    <a:pt x="571129" y="418537"/>
                  </a:lnTo>
                  <a:lnTo>
                    <a:pt x="572616" y="420281"/>
                  </a:lnTo>
                  <a:lnTo>
                    <a:pt x="574096" y="422025"/>
                  </a:lnTo>
                  <a:lnTo>
                    <a:pt x="575568" y="423769"/>
                  </a:lnTo>
                  <a:lnTo>
                    <a:pt x="577022" y="425513"/>
                  </a:lnTo>
                  <a:lnTo>
                    <a:pt x="578465" y="427257"/>
                  </a:lnTo>
                  <a:lnTo>
                    <a:pt x="579896" y="429001"/>
                  </a:lnTo>
                  <a:lnTo>
                    <a:pt x="581305" y="430745"/>
                  </a:lnTo>
                  <a:lnTo>
                    <a:pt x="582697" y="432489"/>
                  </a:lnTo>
                  <a:lnTo>
                    <a:pt x="584075" y="434233"/>
                  </a:lnTo>
                  <a:lnTo>
                    <a:pt x="585426" y="435976"/>
                  </a:lnTo>
                  <a:lnTo>
                    <a:pt x="586755" y="437720"/>
                  </a:lnTo>
                  <a:lnTo>
                    <a:pt x="588065" y="439464"/>
                  </a:lnTo>
                  <a:lnTo>
                    <a:pt x="589346" y="441208"/>
                  </a:lnTo>
                  <a:lnTo>
                    <a:pt x="590599" y="442952"/>
                  </a:lnTo>
                  <a:lnTo>
                    <a:pt x="591830" y="444696"/>
                  </a:lnTo>
                  <a:lnTo>
                    <a:pt x="593028" y="446440"/>
                  </a:lnTo>
                  <a:lnTo>
                    <a:pt x="594191" y="448184"/>
                  </a:lnTo>
                  <a:lnTo>
                    <a:pt x="595329" y="449928"/>
                  </a:lnTo>
                  <a:lnTo>
                    <a:pt x="596432" y="451672"/>
                  </a:lnTo>
                  <a:lnTo>
                    <a:pt x="597494" y="453416"/>
                  </a:lnTo>
                  <a:lnTo>
                    <a:pt x="598526" y="455159"/>
                  </a:lnTo>
                  <a:lnTo>
                    <a:pt x="599523" y="456903"/>
                  </a:lnTo>
                  <a:lnTo>
                    <a:pt x="600471" y="458647"/>
                  </a:lnTo>
                  <a:lnTo>
                    <a:pt x="601386" y="460391"/>
                  </a:lnTo>
                  <a:lnTo>
                    <a:pt x="602266" y="462135"/>
                  </a:lnTo>
                  <a:lnTo>
                    <a:pt x="603087" y="463879"/>
                  </a:lnTo>
                  <a:lnTo>
                    <a:pt x="603875" y="465623"/>
                  </a:lnTo>
                  <a:lnTo>
                    <a:pt x="604625" y="467367"/>
                  </a:lnTo>
                  <a:lnTo>
                    <a:pt x="605310" y="469111"/>
                  </a:lnTo>
                  <a:lnTo>
                    <a:pt x="605958" y="470855"/>
                  </a:lnTo>
                  <a:lnTo>
                    <a:pt x="606568" y="472598"/>
                  </a:lnTo>
                  <a:lnTo>
                    <a:pt x="607107" y="474342"/>
                  </a:lnTo>
                  <a:lnTo>
                    <a:pt x="607604" y="476086"/>
                  </a:lnTo>
                  <a:lnTo>
                    <a:pt x="608061" y="477830"/>
                  </a:lnTo>
                  <a:lnTo>
                    <a:pt x="608445" y="479574"/>
                  </a:lnTo>
                  <a:lnTo>
                    <a:pt x="608780" y="481318"/>
                  </a:lnTo>
                  <a:lnTo>
                    <a:pt x="609073" y="483062"/>
                  </a:lnTo>
                  <a:lnTo>
                    <a:pt x="609292" y="484806"/>
                  </a:lnTo>
                  <a:lnTo>
                    <a:pt x="609455" y="486550"/>
                  </a:lnTo>
                  <a:lnTo>
                    <a:pt x="609572" y="488294"/>
                  </a:lnTo>
                  <a:lnTo>
                    <a:pt x="609615" y="490038"/>
                  </a:lnTo>
                  <a:lnTo>
                    <a:pt x="609594" y="491781"/>
                  </a:lnTo>
                  <a:lnTo>
                    <a:pt x="609524" y="493525"/>
                  </a:lnTo>
                  <a:lnTo>
                    <a:pt x="609380" y="495269"/>
                  </a:lnTo>
                  <a:lnTo>
                    <a:pt x="609163" y="497013"/>
                  </a:lnTo>
                  <a:lnTo>
                    <a:pt x="608894" y="498757"/>
                  </a:lnTo>
                  <a:lnTo>
                    <a:pt x="608552" y="500501"/>
                  </a:lnTo>
                  <a:lnTo>
                    <a:pt x="608128" y="502245"/>
                  </a:lnTo>
                  <a:lnTo>
                    <a:pt x="607648" y="503989"/>
                  </a:lnTo>
                  <a:lnTo>
                    <a:pt x="607181" y="505464"/>
                  </a:lnTo>
                  <a:lnTo>
                    <a:pt x="607096" y="505733"/>
                  </a:lnTo>
                  <a:lnTo>
                    <a:pt x="606452" y="507477"/>
                  </a:lnTo>
                  <a:lnTo>
                    <a:pt x="605749" y="509221"/>
                  </a:lnTo>
                  <a:lnTo>
                    <a:pt x="604976" y="510964"/>
                  </a:lnTo>
                  <a:lnTo>
                    <a:pt x="604100" y="512708"/>
                  </a:lnTo>
                  <a:lnTo>
                    <a:pt x="603162" y="514452"/>
                  </a:lnTo>
                  <a:lnTo>
                    <a:pt x="602157" y="516196"/>
                  </a:lnTo>
                  <a:lnTo>
                    <a:pt x="601038" y="517940"/>
                  </a:lnTo>
                  <a:lnTo>
                    <a:pt x="599855" y="519684"/>
                  </a:lnTo>
                  <a:lnTo>
                    <a:pt x="598608" y="521428"/>
                  </a:lnTo>
                  <a:lnTo>
                    <a:pt x="597237" y="523172"/>
                  </a:lnTo>
                  <a:lnTo>
                    <a:pt x="595799" y="524916"/>
                  </a:lnTo>
                  <a:lnTo>
                    <a:pt x="594295" y="526660"/>
                  </a:lnTo>
                  <a:lnTo>
                    <a:pt x="592670" y="528404"/>
                  </a:lnTo>
                  <a:lnTo>
                    <a:pt x="590971" y="530147"/>
                  </a:lnTo>
                  <a:lnTo>
                    <a:pt x="589204" y="531891"/>
                  </a:lnTo>
                  <a:lnTo>
                    <a:pt x="587322" y="533635"/>
                  </a:lnTo>
                  <a:lnTo>
                    <a:pt x="585359" y="535379"/>
                  </a:lnTo>
                  <a:lnTo>
                    <a:pt x="583327" y="537123"/>
                  </a:lnTo>
                  <a:lnTo>
                    <a:pt x="581187" y="538867"/>
                  </a:lnTo>
                  <a:lnTo>
                    <a:pt x="578960" y="540611"/>
                  </a:lnTo>
                  <a:lnTo>
                    <a:pt x="576666" y="542355"/>
                  </a:lnTo>
                  <a:lnTo>
                    <a:pt x="574273" y="544099"/>
                  </a:lnTo>
                  <a:lnTo>
                    <a:pt x="571788" y="545843"/>
                  </a:lnTo>
                  <a:lnTo>
                    <a:pt x="569240" y="547587"/>
                  </a:lnTo>
                  <a:lnTo>
                    <a:pt x="566602" y="549330"/>
                  </a:lnTo>
                  <a:lnTo>
                    <a:pt x="563872" y="551074"/>
                  </a:lnTo>
                  <a:lnTo>
                    <a:pt x="561082" y="552818"/>
                  </a:lnTo>
                  <a:lnTo>
                    <a:pt x="558215" y="554562"/>
                  </a:lnTo>
                  <a:lnTo>
                    <a:pt x="555259" y="556306"/>
                  </a:lnTo>
                  <a:lnTo>
                    <a:pt x="552249" y="558050"/>
                  </a:lnTo>
                  <a:lnTo>
                    <a:pt x="549175" y="559794"/>
                  </a:lnTo>
                  <a:lnTo>
                    <a:pt x="546018" y="561538"/>
                  </a:lnTo>
                  <a:lnTo>
                    <a:pt x="542816" y="563282"/>
                  </a:lnTo>
                  <a:lnTo>
                    <a:pt x="539563" y="565026"/>
                  </a:lnTo>
                  <a:lnTo>
                    <a:pt x="536239" y="566770"/>
                  </a:lnTo>
                  <a:lnTo>
                    <a:pt x="532879" y="568513"/>
                  </a:lnTo>
                  <a:lnTo>
                    <a:pt x="529484" y="570257"/>
                  </a:lnTo>
                  <a:lnTo>
                    <a:pt x="526032" y="572001"/>
                  </a:lnTo>
                  <a:lnTo>
                    <a:pt x="522558" y="573745"/>
                  </a:lnTo>
                  <a:lnTo>
                    <a:pt x="519060" y="575489"/>
                  </a:lnTo>
                  <a:lnTo>
                    <a:pt x="515531" y="577233"/>
                  </a:lnTo>
                  <a:lnTo>
                    <a:pt x="511991" y="578977"/>
                  </a:lnTo>
                  <a:lnTo>
                    <a:pt x="508441" y="580721"/>
                  </a:lnTo>
                  <a:lnTo>
                    <a:pt x="504887" y="582465"/>
                  </a:lnTo>
                  <a:lnTo>
                    <a:pt x="501337" y="584209"/>
                  </a:lnTo>
                  <a:lnTo>
                    <a:pt x="497794" y="585952"/>
                  </a:lnTo>
                  <a:lnTo>
                    <a:pt x="494271" y="587696"/>
                  </a:lnTo>
                  <a:lnTo>
                    <a:pt x="490774" y="589440"/>
                  </a:lnTo>
                  <a:lnTo>
                    <a:pt x="487300" y="591184"/>
                  </a:lnTo>
                  <a:lnTo>
                    <a:pt x="483870" y="592928"/>
                  </a:lnTo>
                  <a:lnTo>
                    <a:pt x="480490" y="594672"/>
                  </a:lnTo>
                  <a:lnTo>
                    <a:pt x="477152" y="596416"/>
                  </a:lnTo>
                  <a:lnTo>
                    <a:pt x="473880" y="598160"/>
                  </a:lnTo>
                  <a:lnTo>
                    <a:pt x="470688" y="599904"/>
                  </a:lnTo>
                  <a:lnTo>
                    <a:pt x="467556" y="601648"/>
                  </a:lnTo>
                  <a:lnTo>
                    <a:pt x="464508" y="603392"/>
                  </a:lnTo>
                  <a:lnTo>
                    <a:pt x="461574" y="605135"/>
                  </a:lnTo>
                  <a:lnTo>
                    <a:pt x="458718" y="606879"/>
                  </a:lnTo>
                  <a:lnTo>
                    <a:pt x="455963" y="608623"/>
                  </a:lnTo>
                  <a:lnTo>
                    <a:pt x="453357" y="610367"/>
                  </a:lnTo>
                  <a:lnTo>
                    <a:pt x="450847" y="612111"/>
                  </a:lnTo>
                  <a:lnTo>
                    <a:pt x="448450" y="613855"/>
                  </a:lnTo>
                  <a:lnTo>
                    <a:pt x="446240" y="615599"/>
                  </a:lnTo>
                  <a:lnTo>
                    <a:pt x="444143" y="617343"/>
                  </a:lnTo>
                  <a:lnTo>
                    <a:pt x="442167" y="619087"/>
                  </a:lnTo>
                  <a:lnTo>
                    <a:pt x="440417" y="620831"/>
                  </a:lnTo>
                  <a:lnTo>
                    <a:pt x="438796" y="622575"/>
                  </a:lnTo>
                  <a:lnTo>
                    <a:pt x="437304" y="624318"/>
                  </a:lnTo>
                  <a:lnTo>
                    <a:pt x="436064" y="626062"/>
                  </a:lnTo>
                  <a:lnTo>
                    <a:pt x="434972" y="627806"/>
                  </a:lnTo>
                  <a:lnTo>
                    <a:pt x="434023" y="629550"/>
                  </a:lnTo>
                  <a:lnTo>
                    <a:pt x="433333" y="631294"/>
                  </a:lnTo>
                  <a:lnTo>
                    <a:pt x="432816" y="633038"/>
                  </a:lnTo>
                  <a:lnTo>
                    <a:pt x="432452" y="634782"/>
                  </a:lnTo>
                  <a:lnTo>
                    <a:pt x="432345" y="636526"/>
                  </a:lnTo>
                  <a:lnTo>
                    <a:pt x="432436" y="638270"/>
                  </a:lnTo>
                  <a:lnTo>
                    <a:pt x="432685" y="640014"/>
                  </a:lnTo>
                  <a:lnTo>
                    <a:pt x="433185" y="641758"/>
                  </a:lnTo>
                  <a:lnTo>
                    <a:pt x="433902" y="643501"/>
                  </a:lnTo>
                  <a:lnTo>
                    <a:pt x="434779" y="645245"/>
                  </a:lnTo>
                  <a:lnTo>
                    <a:pt x="435893" y="646989"/>
                  </a:lnTo>
                  <a:lnTo>
                    <a:pt x="437237" y="648733"/>
                  </a:lnTo>
                  <a:lnTo>
                    <a:pt x="438739" y="650477"/>
                  </a:lnTo>
                  <a:lnTo>
                    <a:pt x="440458" y="652221"/>
                  </a:lnTo>
                  <a:lnTo>
                    <a:pt x="442414" y="653965"/>
                  </a:lnTo>
                  <a:lnTo>
                    <a:pt x="444521" y="655709"/>
                  </a:lnTo>
                  <a:lnTo>
                    <a:pt x="446818" y="657453"/>
                  </a:lnTo>
                  <a:lnTo>
                    <a:pt x="449351" y="659197"/>
                  </a:lnTo>
                  <a:lnTo>
                    <a:pt x="452022" y="660941"/>
                  </a:lnTo>
                  <a:lnTo>
                    <a:pt x="454853" y="662684"/>
                  </a:lnTo>
                  <a:lnTo>
                    <a:pt x="457908" y="664428"/>
                  </a:lnTo>
                  <a:lnTo>
                    <a:pt x="461083" y="666172"/>
                  </a:lnTo>
                  <a:lnTo>
                    <a:pt x="464387" y="667916"/>
                  </a:lnTo>
                  <a:lnTo>
                    <a:pt x="467889" y="669660"/>
                  </a:lnTo>
                  <a:lnTo>
                    <a:pt x="471489" y="671404"/>
                  </a:lnTo>
                  <a:lnTo>
                    <a:pt x="475186" y="673148"/>
                  </a:lnTo>
                  <a:lnTo>
                    <a:pt x="479042" y="674892"/>
                  </a:lnTo>
                  <a:lnTo>
                    <a:pt x="482970" y="676636"/>
                  </a:lnTo>
                  <a:lnTo>
                    <a:pt x="486968" y="678380"/>
                  </a:lnTo>
                  <a:lnTo>
                    <a:pt x="491065" y="680124"/>
                  </a:lnTo>
                  <a:lnTo>
                    <a:pt x="495209" y="681867"/>
                  </a:lnTo>
                  <a:lnTo>
                    <a:pt x="499390" y="683611"/>
                  </a:lnTo>
                  <a:lnTo>
                    <a:pt x="503613" y="685355"/>
                  </a:lnTo>
                  <a:lnTo>
                    <a:pt x="507846" y="687099"/>
                  </a:lnTo>
                  <a:lnTo>
                    <a:pt x="512083" y="688843"/>
                  </a:lnTo>
                  <a:lnTo>
                    <a:pt x="516306" y="690587"/>
                  </a:lnTo>
                  <a:lnTo>
                    <a:pt x="520496" y="692331"/>
                  </a:lnTo>
                  <a:lnTo>
                    <a:pt x="524653" y="694075"/>
                  </a:lnTo>
                  <a:lnTo>
                    <a:pt x="528746" y="695819"/>
                  </a:lnTo>
                  <a:lnTo>
                    <a:pt x="532754" y="697563"/>
                  </a:lnTo>
                  <a:lnTo>
                    <a:pt x="536693" y="699306"/>
                  </a:lnTo>
                  <a:lnTo>
                    <a:pt x="540524" y="701050"/>
                  </a:lnTo>
                  <a:lnTo>
                    <a:pt x="544214" y="702794"/>
                  </a:lnTo>
                  <a:lnTo>
                    <a:pt x="547799" y="704538"/>
                  </a:lnTo>
                  <a:lnTo>
                    <a:pt x="551242" y="706282"/>
                  </a:lnTo>
                  <a:lnTo>
                    <a:pt x="554482" y="708026"/>
                  </a:lnTo>
                  <a:lnTo>
                    <a:pt x="557587" y="709770"/>
                  </a:lnTo>
                  <a:lnTo>
                    <a:pt x="560523" y="711514"/>
                  </a:lnTo>
                  <a:lnTo>
                    <a:pt x="563195" y="713258"/>
                  </a:lnTo>
                  <a:lnTo>
                    <a:pt x="565704" y="715002"/>
                  </a:lnTo>
                  <a:lnTo>
                    <a:pt x="568028" y="716746"/>
                  </a:lnTo>
                  <a:lnTo>
                    <a:pt x="570031" y="718489"/>
                  </a:lnTo>
                  <a:lnTo>
                    <a:pt x="571847" y="720233"/>
                  </a:lnTo>
                  <a:lnTo>
                    <a:pt x="573473" y="721977"/>
                  </a:lnTo>
                  <a:lnTo>
                    <a:pt x="574725" y="723721"/>
                  </a:lnTo>
                  <a:lnTo>
                    <a:pt x="575772" y="725465"/>
                  </a:lnTo>
                  <a:lnTo>
                    <a:pt x="576615" y="727209"/>
                  </a:lnTo>
                  <a:lnTo>
                    <a:pt x="577078" y="728953"/>
                  </a:lnTo>
                  <a:lnTo>
                    <a:pt x="577308" y="730697"/>
                  </a:lnTo>
                  <a:lnTo>
                    <a:pt x="577324" y="732441"/>
                  </a:lnTo>
                  <a:lnTo>
                    <a:pt x="577293" y="732591"/>
                  </a:lnTo>
                  <a:lnTo>
                    <a:pt x="576970" y="734185"/>
                  </a:lnTo>
                  <a:lnTo>
                    <a:pt x="576359" y="735929"/>
                  </a:lnTo>
                  <a:lnTo>
                    <a:pt x="575532" y="737672"/>
                  </a:lnTo>
                  <a:lnTo>
                    <a:pt x="574357" y="739416"/>
                  </a:lnTo>
                  <a:lnTo>
                    <a:pt x="572909" y="741160"/>
                  </a:lnTo>
                  <a:lnTo>
                    <a:pt x="571251" y="742904"/>
                  </a:lnTo>
                  <a:lnTo>
                    <a:pt x="569278" y="744648"/>
                  </a:lnTo>
                  <a:lnTo>
                    <a:pt x="567025" y="746392"/>
                  </a:lnTo>
                  <a:lnTo>
                    <a:pt x="564573" y="748136"/>
                  </a:lnTo>
                  <a:lnTo>
                    <a:pt x="561846" y="749880"/>
                  </a:lnTo>
                  <a:lnTo>
                    <a:pt x="558844" y="751624"/>
                  </a:lnTo>
                  <a:lnTo>
                    <a:pt x="555662" y="753368"/>
                  </a:lnTo>
                  <a:lnTo>
                    <a:pt x="552248" y="755112"/>
                  </a:lnTo>
                  <a:lnTo>
                    <a:pt x="548575" y="756855"/>
                  </a:lnTo>
                  <a:lnTo>
                    <a:pt x="544746" y="758599"/>
                  </a:lnTo>
                  <a:lnTo>
                    <a:pt x="540731" y="760343"/>
                  </a:lnTo>
                  <a:lnTo>
                    <a:pt x="536482" y="762087"/>
                  </a:lnTo>
                  <a:lnTo>
                    <a:pt x="532105" y="763831"/>
                  </a:lnTo>
                  <a:lnTo>
                    <a:pt x="527587" y="765575"/>
                  </a:lnTo>
                  <a:lnTo>
                    <a:pt x="522872" y="767319"/>
                  </a:lnTo>
                  <a:lnTo>
                    <a:pt x="518059" y="769063"/>
                  </a:lnTo>
                  <a:lnTo>
                    <a:pt x="513146" y="770807"/>
                  </a:lnTo>
                  <a:lnTo>
                    <a:pt x="508081" y="772551"/>
                  </a:lnTo>
                  <a:lnTo>
                    <a:pt x="502950" y="774295"/>
                  </a:lnTo>
                  <a:lnTo>
                    <a:pt x="497753" y="776038"/>
                  </a:lnTo>
                  <a:lnTo>
                    <a:pt x="492462" y="777782"/>
                  </a:lnTo>
                  <a:lnTo>
                    <a:pt x="487131" y="779526"/>
                  </a:lnTo>
                  <a:lnTo>
                    <a:pt x="481767" y="781270"/>
                  </a:lnTo>
                  <a:lnTo>
                    <a:pt x="476364" y="783014"/>
                  </a:lnTo>
                  <a:lnTo>
                    <a:pt x="470951" y="784758"/>
                  </a:lnTo>
                  <a:lnTo>
                    <a:pt x="465533" y="786502"/>
                  </a:lnTo>
                  <a:lnTo>
                    <a:pt x="460124" y="788246"/>
                  </a:lnTo>
                  <a:lnTo>
                    <a:pt x="454738" y="789990"/>
                  </a:lnTo>
                  <a:lnTo>
                    <a:pt x="449373" y="791734"/>
                  </a:lnTo>
                  <a:lnTo>
                    <a:pt x="444055" y="793478"/>
                  </a:lnTo>
                  <a:lnTo>
                    <a:pt x="438793" y="795221"/>
                  </a:lnTo>
                  <a:lnTo>
                    <a:pt x="433577" y="796965"/>
                  </a:lnTo>
                  <a:lnTo>
                    <a:pt x="428434" y="798709"/>
                  </a:lnTo>
                  <a:lnTo>
                    <a:pt x="423380" y="800453"/>
                  </a:lnTo>
                  <a:lnTo>
                    <a:pt x="418392" y="802197"/>
                  </a:lnTo>
                  <a:lnTo>
                    <a:pt x="413496" y="803941"/>
                  </a:lnTo>
                  <a:lnTo>
                    <a:pt x="408720" y="805685"/>
                  </a:lnTo>
                  <a:lnTo>
                    <a:pt x="404024" y="807429"/>
                  </a:lnTo>
                  <a:lnTo>
                    <a:pt x="399432" y="809173"/>
                  </a:lnTo>
                  <a:lnTo>
                    <a:pt x="394986" y="810917"/>
                  </a:lnTo>
                  <a:lnTo>
                    <a:pt x="390631" y="812660"/>
                  </a:lnTo>
                  <a:lnTo>
                    <a:pt x="386384" y="814404"/>
                  </a:lnTo>
                  <a:lnTo>
                    <a:pt x="382305" y="816148"/>
                  </a:lnTo>
                  <a:lnTo>
                    <a:pt x="378324" y="817892"/>
                  </a:lnTo>
                  <a:lnTo>
                    <a:pt x="374448" y="819636"/>
                  </a:lnTo>
                  <a:lnTo>
                    <a:pt x="370758" y="821380"/>
                  </a:lnTo>
                  <a:lnTo>
                    <a:pt x="367169" y="823124"/>
                  </a:lnTo>
                  <a:lnTo>
                    <a:pt x="363682" y="824868"/>
                  </a:lnTo>
                  <a:lnTo>
                    <a:pt x="360384" y="826612"/>
                  </a:lnTo>
                  <a:lnTo>
                    <a:pt x="357192" y="828356"/>
                  </a:lnTo>
                  <a:lnTo>
                    <a:pt x="354100" y="830100"/>
                  </a:lnTo>
                  <a:lnTo>
                    <a:pt x="351185" y="831843"/>
                  </a:lnTo>
                  <a:lnTo>
                    <a:pt x="348382" y="833587"/>
                  </a:lnTo>
                  <a:lnTo>
                    <a:pt x="345677" y="835331"/>
                  </a:lnTo>
                  <a:lnTo>
                    <a:pt x="343131" y="837075"/>
                  </a:lnTo>
                  <a:lnTo>
                    <a:pt x="340701" y="838819"/>
                  </a:lnTo>
                  <a:lnTo>
                    <a:pt x="338363" y="840563"/>
                  </a:lnTo>
                  <a:lnTo>
                    <a:pt x="336167" y="842307"/>
                  </a:lnTo>
                  <a:lnTo>
                    <a:pt x="334086" y="844051"/>
                  </a:lnTo>
                  <a:lnTo>
                    <a:pt x="332090" y="845795"/>
                  </a:lnTo>
                  <a:lnTo>
                    <a:pt x="330217" y="847539"/>
                  </a:lnTo>
                  <a:lnTo>
                    <a:pt x="328457" y="849283"/>
                  </a:lnTo>
                  <a:lnTo>
                    <a:pt x="326774" y="851026"/>
                  </a:lnTo>
                  <a:lnTo>
                    <a:pt x="325195" y="852770"/>
                  </a:lnTo>
                  <a:lnTo>
                    <a:pt x="323724" y="854514"/>
                  </a:lnTo>
                  <a:lnTo>
                    <a:pt x="322321" y="856258"/>
                  </a:lnTo>
                  <a:lnTo>
                    <a:pt x="321005" y="858002"/>
                  </a:lnTo>
                  <a:lnTo>
                    <a:pt x="319790" y="859746"/>
                  </a:lnTo>
                  <a:lnTo>
                    <a:pt x="318636" y="861490"/>
                  </a:lnTo>
                  <a:lnTo>
                    <a:pt x="317550" y="863234"/>
                  </a:lnTo>
                  <a:lnTo>
                    <a:pt x="316559" y="864978"/>
                  </a:lnTo>
                  <a:lnTo>
                    <a:pt x="315619" y="866722"/>
                  </a:lnTo>
                  <a:lnTo>
                    <a:pt x="314734" y="868466"/>
                  </a:lnTo>
                  <a:lnTo>
                    <a:pt x="313934" y="870209"/>
                  </a:lnTo>
                  <a:lnTo>
                    <a:pt x="313178" y="871953"/>
                  </a:lnTo>
                  <a:lnTo>
                    <a:pt x="312465" y="873697"/>
                  </a:lnTo>
                  <a:lnTo>
                    <a:pt x="311827" y="875441"/>
                  </a:lnTo>
                  <a:lnTo>
                    <a:pt x="311225" y="877185"/>
                  </a:lnTo>
                  <a:lnTo>
                    <a:pt x="310660" y="878929"/>
                  </a:lnTo>
                  <a:lnTo>
                    <a:pt x="310153" y="880673"/>
                  </a:lnTo>
                  <a:lnTo>
                    <a:pt x="309680" y="882417"/>
                  </a:lnTo>
                  <a:lnTo>
                    <a:pt x="309236" y="884161"/>
                  </a:lnTo>
                  <a:lnTo>
                    <a:pt x="308839" y="885905"/>
                  </a:lnTo>
                  <a:lnTo>
                    <a:pt x="308471" y="887649"/>
                  </a:lnTo>
                  <a:lnTo>
                    <a:pt x="308126" y="889392"/>
                  </a:lnTo>
                  <a:lnTo>
                    <a:pt x="307818" y="891136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1285499" y="5329304"/>
              <a:ext cx="0" cy="525045"/>
            </a:xfrm>
            <a:custGeom>
              <a:avLst/>
              <a:pathLst>
                <a:path w="0" h="525045">
                  <a:moveTo>
                    <a:pt x="0" y="52504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1285499" y="62318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1234698" y="5854349"/>
              <a:ext cx="101602" cy="377454"/>
            </a:xfrm>
            <a:custGeom>
              <a:avLst/>
              <a:pathLst>
                <a:path w="101602" h="377454">
                  <a:moveTo>
                    <a:pt x="0" y="0"/>
                  </a:moveTo>
                  <a:lnTo>
                    <a:pt x="0" y="377454"/>
                  </a:lnTo>
                  <a:lnTo>
                    <a:pt x="101602" y="377454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234698" y="6231804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962850" y="5403068"/>
              <a:ext cx="0" cy="458830"/>
            </a:xfrm>
            <a:custGeom>
              <a:avLst/>
              <a:pathLst>
                <a:path w="0" h="458830">
                  <a:moveTo>
                    <a:pt x="0" y="45883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1962850" y="62318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1912048" y="5861899"/>
              <a:ext cx="101602" cy="369905"/>
            </a:xfrm>
            <a:custGeom>
              <a:avLst/>
              <a:pathLst>
                <a:path w="101602" h="369905">
                  <a:moveTo>
                    <a:pt x="0" y="0"/>
                  </a:moveTo>
                  <a:lnTo>
                    <a:pt x="0" y="369905"/>
                  </a:lnTo>
                  <a:lnTo>
                    <a:pt x="101602" y="369905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1912048" y="5984092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640200" y="5506683"/>
              <a:ext cx="0" cy="346723"/>
            </a:xfrm>
            <a:custGeom>
              <a:avLst/>
              <a:pathLst>
                <a:path w="0" h="346723">
                  <a:moveTo>
                    <a:pt x="0" y="34672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640200" y="62318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2589399" y="5853407"/>
              <a:ext cx="101602" cy="378396"/>
            </a:xfrm>
            <a:custGeom>
              <a:avLst/>
              <a:pathLst>
                <a:path w="101602" h="378396">
                  <a:moveTo>
                    <a:pt x="0" y="0"/>
                  </a:moveTo>
                  <a:lnTo>
                    <a:pt x="0" y="378396"/>
                  </a:lnTo>
                  <a:lnTo>
                    <a:pt x="101602" y="378396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589399" y="5967004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17550" y="5657758"/>
              <a:ext cx="0" cy="236181"/>
            </a:xfrm>
            <a:custGeom>
              <a:avLst/>
              <a:pathLst>
                <a:path w="0" h="236181">
                  <a:moveTo>
                    <a:pt x="0" y="23618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17550" y="62318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3266749" y="5893939"/>
              <a:ext cx="101602" cy="337864"/>
            </a:xfrm>
            <a:custGeom>
              <a:avLst/>
              <a:pathLst>
                <a:path w="101602" h="337864">
                  <a:moveTo>
                    <a:pt x="0" y="0"/>
                  </a:moveTo>
                  <a:lnTo>
                    <a:pt x="0" y="337864"/>
                  </a:lnTo>
                  <a:lnTo>
                    <a:pt x="101602" y="337864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66749" y="6004677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252098" y="6006379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1929448" y="5981253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606799" y="5953162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284149" y="5983609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tx95"/>
            <p:cNvSpPr/>
            <p:nvPr/>
          </p:nvSpPr>
          <p:spPr>
            <a:xfrm>
              <a:off x="2954278" y="4796791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96" name="pl96"/>
            <p:cNvSpPr/>
            <p:nvPr/>
          </p:nvSpPr>
          <p:spPr>
            <a:xfrm>
              <a:off x="2640200" y="4912243"/>
              <a:ext cx="0" cy="20458"/>
            </a:xfrm>
            <a:custGeom>
              <a:avLst/>
              <a:pathLst>
                <a:path w="0" h="20458">
                  <a:moveTo>
                    <a:pt x="0" y="2045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640200" y="4912243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317550" y="4912243"/>
              <a:ext cx="0" cy="20458"/>
            </a:xfrm>
            <a:custGeom>
              <a:avLst/>
              <a:pathLst>
                <a:path w="0" h="20458">
                  <a:moveTo>
                    <a:pt x="0" y="0"/>
                  </a:moveTo>
                  <a:lnTo>
                    <a:pt x="0" y="204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tx99"/>
            <p:cNvSpPr/>
            <p:nvPr/>
          </p:nvSpPr>
          <p:spPr>
            <a:xfrm>
              <a:off x="2203135" y="4919541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2640200" y="5034992"/>
              <a:ext cx="0" cy="20458"/>
            </a:xfrm>
            <a:custGeom>
              <a:avLst/>
              <a:pathLst>
                <a:path w="0" h="20458">
                  <a:moveTo>
                    <a:pt x="0" y="2045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1962850" y="5034992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1962850" y="5034992"/>
              <a:ext cx="0" cy="20458"/>
            </a:xfrm>
            <a:custGeom>
              <a:avLst/>
              <a:pathLst>
                <a:path w="0" h="20458">
                  <a:moveTo>
                    <a:pt x="0" y="0"/>
                  </a:moveTo>
                  <a:lnTo>
                    <a:pt x="0" y="204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tx103"/>
            <p:cNvSpPr/>
            <p:nvPr/>
          </p:nvSpPr>
          <p:spPr>
            <a:xfrm>
              <a:off x="2622643" y="4428542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104" name="pl104"/>
            <p:cNvSpPr/>
            <p:nvPr/>
          </p:nvSpPr>
          <p:spPr>
            <a:xfrm>
              <a:off x="3317550" y="4543993"/>
              <a:ext cx="0" cy="20458"/>
            </a:xfrm>
            <a:custGeom>
              <a:avLst/>
              <a:pathLst>
                <a:path w="0" h="20458">
                  <a:moveTo>
                    <a:pt x="0" y="2045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1962850" y="4543993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1962850" y="4543993"/>
              <a:ext cx="0" cy="20458"/>
            </a:xfrm>
            <a:custGeom>
              <a:avLst/>
              <a:pathLst>
                <a:path w="0" h="20458">
                  <a:moveTo>
                    <a:pt x="0" y="0"/>
                  </a:moveTo>
                  <a:lnTo>
                    <a:pt x="0" y="204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tx107"/>
            <p:cNvSpPr/>
            <p:nvPr/>
          </p:nvSpPr>
          <p:spPr>
            <a:xfrm>
              <a:off x="1864460" y="4674041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108" name="pl108"/>
            <p:cNvSpPr/>
            <p:nvPr/>
          </p:nvSpPr>
          <p:spPr>
            <a:xfrm>
              <a:off x="2640200" y="4789493"/>
              <a:ext cx="0" cy="20458"/>
            </a:xfrm>
            <a:custGeom>
              <a:avLst/>
              <a:pathLst>
                <a:path w="0" h="20458">
                  <a:moveTo>
                    <a:pt x="0" y="2045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285499" y="4789493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285499" y="4789493"/>
              <a:ext cx="0" cy="20458"/>
            </a:xfrm>
            <a:custGeom>
              <a:avLst/>
              <a:pathLst>
                <a:path w="0" h="20458">
                  <a:moveTo>
                    <a:pt x="0" y="0"/>
                  </a:moveTo>
                  <a:lnTo>
                    <a:pt x="0" y="204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tx111"/>
            <p:cNvSpPr/>
            <p:nvPr/>
          </p:nvSpPr>
          <p:spPr>
            <a:xfrm>
              <a:off x="2283968" y="4551291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112" name="pl112"/>
            <p:cNvSpPr/>
            <p:nvPr/>
          </p:nvSpPr>
          <p:spPr>
            <a:xfrm>
              <a:off x="3317550" y="4666743"/>
              <a:ext cx="0" cy="20458"/>
            </a:xfrm>
            <a:custGeom>
              <a:avLst/>
              <a:pathLst>
                <a:path w="0" h="20458">
                  <a:moveTo>
                    <a:pt x="0" y="2045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1285499" y="4666743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1285499" y="4666743"/>
              <a:ext cx="0" cy="20458"/>
            </a:xfrm>
            <a:custGeom>
              <a:avLst/>
              <a:pathLst>
                <a:path w="0" h="20458">
                  <a:moveTo>
                    <a:pt x="0" y="0"/>
                  </a:moveTo>
                  <a:lnTo>
                    <a:pt x="0" y="204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>
              <a:off x="1525785" y="5042291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116" name="pl116"/>
            <p:cNvSpPr/>
            <p:nvPr/>
          </p:nvSpPr>
          <p:spPr>
            <a:xfrm>
              <a:off x="1962850" y="5157742"/>
              <a:ext cx="0" cy="20458"/>
            </a:xfrm>
            <a:custGeom>
              <a:avLst/>
              <a:pathLst>
                <a:path w="0" h="20458">
                  <a:moveTo>
                    <a:pt x="0" y="2045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1285499" y="5157742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1285499" y="5157742"/>
              <a:ext cx="0" cy="20458"/>
            </a:xfrm>
            <a:custGeom>
              <a:avLst/>
              <a:pathLst>
                <a:path w="0" h="20458">
                  <a:moveTo>
                    <a:pt x="0" y="0"/>
                  </a:moveTo>
                  <a:lnTo>
                    <a:pt x="0" y="204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879089" y="3990086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879089" y="7048247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79089" y="8916812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79089" y="827633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79089" y="7635859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1285499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1962850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640200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317550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980692" y="7943780"/>
              <a:ext cx="609615" cy="1149303"/>
            </a:xfrm>
            <a:custGeom>
              <a:avLst/>
              <a:pathLst>
                <a:path w="609615" h="1149303">
                  <a:moveTo>
                    <a:pt x="301408" y="1149303"/>
                  </a:moveTo>
                  <a:lnTo>
                    <a:pt x="300999" y="1147053"/>
                  </a:lnTo>
                  <a:lnTo>
                    <a:pt x="300539" y="1144804"/>
                  </a:lnTo>
                  <a:lnTo>
                    <a:pt x="300040" y="1142555"/>
                  </a:lnTo>
                  <a:lnTo>
                    <a:pt x="299499" y="1140306"/>
                  </a:lnTo>
                  <a:lnTo>
                    <a:pt x="298881" y="1138057"/>
                  </a:lnTo>
                  <a:lnTo>
                    <a:pt x="298211" y="1135808"/>
                  </a:lnTo>
                  <a:lnTo>
                    <a:pt x="297488" y="1133559"/>
                  </a:lnTo>
                  <a:lnTo>
                    <a:pt x="296687" y="1131310"/>
                  </a:lnTo>
                  <a:lnTo>
                    <a:pt x="295803" y="1129060"/>
                  </a:lnTo>
                  <a:lnTo>
                    <a:pt x="294852" y="1126811"/>
                  </a:lnTo>
                  <a:lnTo>
                    <a:pt x="293828" y="1124562"/>
                  </a:lnTo>
                  <a:lnTo>
                    <a:pt x="292680" y="1122313"/>
                  </a:lnTo>
                  <a:lnTo>
                    <a:pt x="291451" y="1120064"/>
                  </a:lnTo>
                  <a:lnTo>
                    <a:pt x="290136" y="1117815"/>
                  </a:lnTo>
                  <a:lnTo>
                    <a:pt x="288691" y="1115566"/>
                  </a:lnTo>
                  <a:lnTo>
                    <a:pt x="287126" y="1113317"/>
                  </a:lnTo>
                  <a:lnTo>
                    <a:pt x="285459" y="1111067"/>
                  </a:lnTo>
                  <a:lnTo>
                    <a:pt x="283672" y="1108818"/>
                  </a:lnTo>
                  <a:lnTo>
                    <a:pt x="281712" y="1106569"/>
                  </a:lnTo>
                  <a:lnTo>
                    <a:pt x="279633" y="1104320"/>
                  </a:lnTo>
                  <a:lnTo>
                    <a:pt x="277433" y="1102071"/>
                  </a:lnTo>
                  <a:lnTo>
                    <a:pt x="275039" y="1099822"/>
                  </a:lnTo>
                  <a:lnTo>
                    <a:pt x="272489" y="1097573"/>
                  </a:lnTo>
                  <a:lnTo>
                    <a:pt x="269802" y="1095324"/>
                  </a:lnTo>
                  <a:lnTo>
                    <a:pt x="266943" y="1093074"/>
                  </a:lnTo>
                  <a:lnTo>
                    <a:pt x="263868" y="1090825"/>
                  </a:lnTo>
                  <a:lnTo>
                    <a:pt x="260642" y="1088576"/>
                  </a:lnTo>
                  <a:lnTo>
                    <a:pt x="257263" y="1086327"/>
                  </a:lnTo>
                  <a:lnTo>
                    <a:pt x="253631" y="1084078"/>
                  </a:lnTo>
                  <a:lnTo>
                    <a:pt x="249825" y="1081829"/>
                  </a:lnTo>
                  <a:lnTo>
                    <a:pt x="245856" y="1079580"/>
                  </a:lnTo>
                  <a:lnTo>
                    <a:pt x="241675" y="1077331"/>
                  </a:lnTo>
                  <a:lnTo>
                    <a:pt x="237262" y="1075081"/>
                  </a:lnTo>
                  <a:lnTo>
                    <a:pt x="232685" y="1072832"/>
                  </a:lnTo>
                  <a:lnTo>
                    <a:pt x="227941" y="1070583"/>
                  </a:lnTo>
                  <a:lnTo>
                    <a:pt x="222921" y="1068334"/>
                  </a:lnTo>
                  <a:lnTo>
                    <a:pt x="217738" y="1066085"/>
                  </a:lnTo>
                  <a:lnTo>
                    <a:pt x="212395" y="1063836"/>
                  </a:lnTo>
                  <a:lnTo>
                    <a:pt x="206837" y="1061587"/>
                  </a:lnTo>
                  <a:lnTo>
                    <a:pt x="201079" y="1059338"/>
                  </a:lnTo>
                  <a:lnTo>
                    <a:pt x="195177" y="1057088"/>
                  </a:lnTo>
                  <a:lnTo>
                    <a:pt x="189123" y="1054839"/>
                  </a:lnTo>
                  <a:lnTo>
                    <a:pt x="182855" y="1052590"/>
                  </a:lnTo>
                  <a:lnTo>
                    <a:pt x="176467" y="1050341"/>
                  </a:lnTo>
                  <a:lnTo>
                    <a:pt x="169962" y="1048092"/>
                  </a:lnTo>
                  <a:lnTo>
                    <a:pt x="163305" y="1045843"/>
                  </a:lnTo>
                  <a:lnTo>
                    <a:pt x="156537" y="1043594"/>
                  </a:lnTo>
                  <a:lnTo>
                    <a:pt x="149691" y="1041345"/>
                  </a:lnTo>
                  <a:lnTo>
                    <a:pt x="142764" y="1039095"/>
                  </a:lnTo>
                  <a:lnTo>
                    <a:pt x="135757" y="1036846"/>
                  </a:lnTo>
                  <a:lnTo>
                    <a:pt x="128719" y="1034597"/>
                  </a:lnTo>
                  <a:lnTo>
                    <a:pt x="121656" y="1032348"/>
                  </a:lnTo>
                  <a:lnTo>
                    <a:pt x="114583" y="1030099"/>
                  </a:lnTo>
                  <a:lnTo>
                    <a:pt x="107533" y="1027850"/>
                  </a:lnTo>
                  <a:lnTo>
                    <a:pt x="100513" y="1025601"/>
                  </a:lnTo>
                  <a:lnTo>
                    <a:pt x="93548" y="1023352"/>
                  </a:lnTo>
                  <a:lnTo>
                    <a:pt x="86687" y="1021102"/>
                  </a:lnTo>
                  <a:lnTo>
                    <a:pt x="79919" y="1018853"/>
                  </a:lnTo>
                  <a:lnTo>
                    <a:pt x="73252" y="1016604"/>
                  </a:lnTo>
                  <a:lnTo>
                    <a:pt x="66786" y="1014355"/>
                  </a:lnTo>
                  <a:lnTo>
                    <a:pt x="60488" y="1012106"/>
                  </a:lnTo>
                  <a:lnTo>
                    <a:pt x="54354" y="1009857"/>
                  </a:lnTo>
                  <a:lnTo>
                    <a:pt x="48453" y="1007608"/>
                  </a:lnTo>
                  <a:lnTo>
                    <a:pt x="42843" y="1005359"/>
                  </a:lnTo>
                  <a:lnTo>
                    <a:pt x="37457" y="1003109"/>
                  </a:lnTo>
                  <a:lnTo>
                    <a:pt x="32305" y="1000860"/>
                  </a:lnTo>
                  <a:lnTo>
                    <a:pt x="27584" y="998611"/>
                  </a:lnTo>
                  <a:lnTo>
                    <a:pt x="23147" y="996362"/>
                  </a:lnTo>
                  <a:lnTo>
                    <a:pt x="18996" y="994113"/>
                  </a:lnTo>
                  <a:lnTo>
                    <a:pt x="15256" y="991864"/>
                  </a:lnTo>
                  <a:lnTo>
                    <a:pt x="11937" y="989615"/>
                  </a:lnTo>
                  <a:lnTo>
                    <a:pt x="8948" y="987366"/>
                  </a:lnTo>
                  <a:lnTo>
                    <a:pt x="6313" y="985116"/>
                  </a:lnTo>
                  <a:lnTo>
                    <a:pt x="4245" y="982867"/>
                  </a:lnTo>
                  <a:lnTo>
                    <a:pt x="2535" y="980618"/>
                  </a:lnTo>
                  <a:lnTo>
                    <a:pt x="1185" y="978369"/>
                  </a:lnTo>
                  <a:lnTo>
                    <a:pt x="362" y="976120"/>
                  </a:lnTo>
                  <a:lnTo>
                    <a:pt x="0" y="973871"/>
                  </a:lnTo>
                  <a:lnTo>
                    <a:pt x="2" y="973032"/>
                  </a:lnTo>
                  <a:lnTo>
                    <a:pt x="7" y="971622"/>
                  </a:lnTo>
                  <a:lnTo>
                    <a:pt x="435" y="969373"/>
                  </a:lnTo>
                  <a:lnTo>
                    <a:pt x="1435" y="967123"/>
                  </a:lnTo>
                  <a:lnTo>
                    <a:pt x="2797" y="964874"/>
                  </a:lnTo>
                  <a:lnTo>
                    <a:pt x="4520" y="962625"/>
                  </a:lnTo>
                  <a:lnTo>
                    <a:pt x="6780" y="960376"/>
                  </a:lnTo>
                  <a:lnTo>
                    <a:pt x="9440" y="958127"/>
                  </a:lnTo>
                  <a:lnTo>
                    <a:pt x="12434" y="955878"/>
                  </a:lnTo>
                  <a:lnTo>
                    <a:pt x="15824" y="953629"/>
                  </a:lnTo>
                  <a:lnTo>
                    <a:pt x="19673" y="951380"/>
                  </a:lnTo>
                  <a:lnTo>
                    <a:pt x="23815" y="949130"/>
                  </a:lnTo>
                  <a:lnTo>
                    <a:pt x="28245" y="946881"/>
                  </a:lnTo>
                  <a:lnTo>
                    <a:pt x="33103" y="944632"/>
                  </a:lnTo>
                  <a:lnTo>
                    <a:pt x="38229" y="942383"/>
                  </a:lnTo>
                  <a:lnTo>
                    <a:pt x="43589" y="940134"/>
                  </a:lnTo>
                  <a:lnTo>
                    <a:pt x="49232" y="937885"/>
                  </a:lnTo>
                  <a:lnTo>
                    <a:pt x="55145" y="935636"/>
                  </a:lnTo>
                  <a:lnTo>
                    <a:pt x="61233" y="933387"/>
                  </a:lnTo>
                  <a:lnTo>
                    <a:pt x="67485" y="931137"/>
                  </a:lnTo>
                  <a:lnTo>
                    <a:pt x="73969" y="928888"/>
                  </a:lnTo>
                  <a:lnTo>
                    <a:pt x="80566" y="926639"/>
                  </a:lnTo>
                  <a:lnTo>
                    <a:pt x="87263" y="924390"/>
                  </a:lnTo>
                  <a:lnTo>
                    <a:pt x="94073" y="922141"/>
                  </a:lnTo>
                  <a:lnTo>
                    <a:pt x="100957" y="919892"/>
                  </a:lnTo>
                  <a:lnTo>
                    <a:pt x="107879" y="917643"/>
                  </a:lnTo>
                  <a:lnTo>
                    <a:pt x="114831" y="915394"/>
                  </a:lnTo>
                  <a:lnTo>
                    <a:pt x="121789" y="913144"/>
                  </a:lnTo>
                  <a:lnTo>
                    <a:pt x="128727" y="910895"/>
                  </a:lnTo>
                  <a:lnTo>
                    <a:pt x="135638" y="908646"/>
                  </a:lnTo>
                  <a:lnTo>
                    <a:pt x="142486" y="906397"/>
                  </a:lnTo>
                  <a:lnTo>
                    <a:pt x="149252" y="904148"/>
                  </a:lnTo>
                  <a:lnTo>
                    <a:pt x="155941" y="901899"/>
                  </a:lnTo>
                  <a:lnTo>
                    <a:pt x="162535" y="899650"/>
                  </a:lnTo>
                  <a:lnTo>
                    <a:pt x="168969" y="897401"/>
                  </a:lnTo>
                  <a:lnTo>
                    <a:pt x="175287" y="895151"/>
                  </a:lnTo>
                  <a:lnTo>
                    <a:pt x="181485" y="892902"/>
                  </a:lnTo>
                  <a:lnTo>
                    <a:pt x="187482" y="890653"/>
                  </a:lnTo>
                  <a:lnTo>
                    <a:pt x="193311" y="888404"/>
                  </a:lnTo>
                  <a:lnTo>
                    <a:pt x="198992" y="886155"/>
                  </a:lnTo>
                  <a:lnTo>
                    <a:pt x="204488" y="883906"/>
                  </a:lnTo>
                  <a:lnTo>
                    <a:pt x="209745" y="881657"/>
                  </a:lnTo>
                  <a:lnTo>
                    <a:pt x="214836" y="879408"/>
                  </a:lnTo>
                  <a:lnTo>
                    <a:pt x="219760" y="877158"/>
                  </a:lnTo>
                  <a:lnTo>
                    <a:pt x="224412" y="874909"/>
                  </a:lnTo>
                  <a:lnTo>
                    <a:pt x="228873" y="872660"/>
                  </a:lnTo>
                  <a:lnTo>
                    <a:pt x="233161" y="870411"/>
                  </a:lnTo>
                  <a:lnTo>
                    <a:pt x="237225" y="868162"/>
                  </a:lnTo>
                  <a:lnTo>
                    <a:pt x="241045" y="865913"/>
                  </a:lnTo>
                  <a:lnTo>
                    <a:pt x="244693" y="863664"/>
                  </a:lnTo>
                  <a:lnTo>
                    <a:pt x="248170" y="861415"/>
                  </a:lnTo>
                  <a:lnTo>
                    <a:pt x="251365" y="859165"/>
                  </a:lnTo>
                  <a:lnTo>
                    <a:pt x="254393" y="856916"/>
                  </a:lnTo>
                  <a:lnTo>
                    <a:pt x="257258" y="854667"/>
                  </a:lnTo>
                  <a:lnTo>
                    <a:pt x="259906" y="852418"/>
                  </a:lnTo>
                  <a:lnTo>
                    <a:pt x="262350" y="850169"/>
                  </a:lnTo>
                  <a:lnTo>
                    <a:pt x="264645" y="847920"/>
                  </a:lnTo>
                  <a:lnTo>
                    <a:pt x="266785" y="845671"/>
                  </a:lnTo>
                  <a:lnTo>
                    <a:pt x="268695" y="843422"/>
                  </a:lnTo>
                  <a:lnTo>
                    <a:pt x="270471" y="841172"/>
                  </a:lnTo>
                  <a:lnTo>
                    <a:pt x="272116" y="838923"/>
                  </a:lnTo>
                  <a:lnTo>
                    <a:pt x="273581" y="836674"/>
                  </a:lnTo>
                  <a:lnTo>
                    <a:pt x="274898" y="834425"/>
                  </a:lnTo>
                  <a:lnTo>
                    <a:pt x="276100" y="832176"/>
                  </a:lnTo>
                  <a:lnTo>
                    <a:pt x="277178" y="829927"/>
                  </a:lnTo>
                  <a:lnTo>
                    <a:pt x="278096" y="827678"/>
                  </a:lnTo>
                  <a:lnTo>
                    <a:pt x="278917" y="825429"/>
                  </a:lnTo>
                  <a:lnTo>
                    <a:pt x="279643" y="823179"/>
                  </a:lnTo>
                  <a:lnTo>
                    <a:pt x="280237" y="820930"/>
                  </a:lnTo>
                  <a:lnTo>
                    <a:pt x="280735" y="818681"/>
                  </a:lnTo>
                  <a:lnTo>
                    <a:pt x="281156" y="816432"/>
                  </a:lnTo>
                  <a:lnTo>
                    <a:pt x="281487" y="814183"/>
                  </a:lnTo>
                  <a:lnTo>
                    <a:pt x="281719" y="811934"/>
                  </a:lnTo>
                  <a:lnTo>
                    <a:pt x="281888" y="809685"/>
                  </a:lnTo>
                  <a:lnTo>
                    <a:pt x="281997" y="807436"/>
                  </a:lnTo>
                  <a:lnTo>
                    <a:pt x="282018" y="805186"/>
                  </a:lnTo>
                  <a:lnTo>
                    <a:pt x="281985" y="802937"/>
                  </a:lnTo>
                  <a:lnTo>
                    <a:pt x="281905" y="800688"/>
                  </a:lnTo>
                  <a:lnTo>
                    <a:pt x="281770" y="798439"/>
                  </a:lnTo>
                  <a:lnTo>
                    <a:pt x="281579" y="796190"/>
                  </a:lnTo>
                  <a:lnTo>
                    <a:pt x="281354" y="793941"/>
                  </a:lnTo>
                  <a:lnTo>
                    <a:pt x="281095" y="791692"/>
                  </a:lnTo>
                  <a:lnTo>
                    <a:pt x="280787" y="789443"/>
                  </a:lnTo>
                  <a:lnTo>
                    <a:pt x="280453" y="787193"/>
                  </a:lnTo>
                  <a:lnTo>
                    <a:pt x="280096" y="784944"/>
                  </a:lnTo>
                  <a:lnTo>
                    <a:pt x="279711" y="782695"/>
                  </a:lnTo>
                  <a:lnTo>
                    <a:pt x="279303" y="780446"/>
                  </a:lnTo>
                  <a:lnTo>
                    <a:pt x="278880" y="778197"/>
                  </a:lnTo>
                  <a:lnTo>
                    <a:pt x="278442" y="775948"/>
                  </a:lnTo>
                  <a:lnTo>
                    <a:pt x="277988" y="773699"/>
                  </a:lnTo>
                  <a:lnTo>
                    <a:pt x="277526" y="771450"/>
                  </a:lnTo>
                  <a:lnTo>
                    <a:pt x="277058" y="769200"/>
                  </a:lnTo>
                  <a:lnTo>
                    <a:pt x="276583" y="766951"/>
                  </a:lnTo>
                  <a:lnTo>
                    <a:pt x="276107" y="764702"/>
                  </a:lnTo>
                  <a:lnTo>
                    <a:pt x="275630" y="762453"/>
                  </a:lnTo>
                  <a:lnTo>
                    <a:pt x="275154" y="760204"/>
                  </a:lnTo>
                  <a:lnTo>
                    <a:pt x="274683" y="757955"/>
                  </a:lnTo>
                  <a:lnTo>
                    <a:pt x="274217" y="755706"/>
                  </a:lnTo>
                  <a:lnTo>
                    <a:pt x="273757" y="753457"/>
                  </a:lnTo>
                  <a:lnTo>
                    <a:pt x="273307" y="751207"/>
                  </a:lnTo>
                  <a:lnTo>
                    <a:pt x="272869" y="748958"/>
                  </a:lnTo>
                  <a:lnTo>
                    <a:pt x="272440" y="746709"/>
                  </a:lnTo>
                  <a:lnTo>
                    <a:pt x="272024" y="744460"/>
                  </a:lnTo>
                  <a:lnTo>
                    <a:pt x="271626" y="742211"/>
                  </a:lnTo>
                  <a:lnTo>
                    <a:pt x="271242" y="739962"/>
                  </a:lnTo>
                  <a:lnTo>
                    <a:pt x="270871" y="737713"/>
                  </a:lnTo>
                  <a:lnTo>
                    <a:pt x="270523" y="735464"/>
                  </a:lnTo>
                  <a:lnTo>
                    <a:pt x="270192" y="733214"/>
                  </a:lnTo>
                  <a:lnTo>
                    <a:pt x="269877" y="730965"/>
                  </a:lnTo>
                  <a:lnTo>
                    <a:pt x="269583" y="728716"/>
                  </a:lnTo>
                  <a:lnTo>
                    <a:pt x="269312" y="726467"/>
                  </a:lnTo>
                  <a:lnTo>
                    <a:pt x="269059" y="724218"/>
                  </a:lnTo>
                  <a:lnTo>
                    <a:pt x="268823" y="721969"/>
                  </a:lnTo>
                  <a:lnTo>
                    <a:pt x="268617" y="719720"/>
                  </a:lnTo>
                  <a:lnTo>
                    <a:pt x="268428" y="717471"/>
                  </a:lnTo>
                  <a:lnTo>
                    <a:pt x="268257" y="715221"/>
                  </a:lnTo>
                  <a:lnTo>
                    <a:pt x="268110" y="712972"/>
                  </a:lnTo>
                  <a:lnTo>
                    <a:pt x="267986" y="710723"/>
                  </a:lnTo>
                  <a:lnTo>
                    <a:pt x="267879" y="708474"/>
                  </a:lnTo>
                  <a:lnTo>
                    <a:pt x="267789" y="706225"/>
                  </a:lnTo>
                  <a:lnTo>
                    <a:pt x="267733" y="704207"/>
                  </a:lnTo>
                  <a:lnTo>
                    <a:pt x="267726" y="703976"/>
                  </a:lnTo>
                  <a:lnTo>
                    <a:pt x="267679" y="701727"/>
                  </a:lnTo>
                  <a:lnTo>
                    <a:pt x="267648" y="699478"/>
                  </a:lnTo>
                  <a:lnTo>
                    <a:pt x="267637" y="697228"/>
                  </a:lnTo>
                  <a:lnTo>
                    <a:pt x="267644" y="694979"/>
                  </a:lnTo>
                  <a:lnTo>
                    <a:pt x="267664" y="692730"/>
                  </a:lnTo>
                  <a:lnTo>
                    <a:pt x="267698" y="690481"/>
                  </a:lnTo>
                  <a:lnTo>
                    <a:pt x="267750" y="688232"/>
                  </a:lnTo>
                  <a:lnTo>
                    <a:pt x="267813" y="685983"/>
                  </a:lnTo>
                  <a:lnTo>
                    <a:pt x="267886" y="683734"/>
                  </a:lnTo>
                  <a:lnTo>
                    <a:pt x="267972" y="681485"/>
                  </a:lnTo>
                  <a:lnTo>
                    <a:pt x="268067" y="679235"/>
                  </a:lnTo>
                  <a:lnTo>
                    <a:pt x="268170" y="676986"/>
                  </a:lnTo>
                  <a:lnTo>
                    <a:pt x="268279" y="674737"/>
                  </a:lnTo>
                  <a:lnTo>
                    <a:pt x="268396" y="672488"/>
                  </a:lnTo>
                  <a:lnTo>
                    <a:pt x="268517" y="670239"/>
                  </a:lnTo>
                  <a:lnTo>
                    <a:pt x="268641" y="667990"/>
                  </a:lnTo>
                  <a:lnTo>
                    <a:pt x="268768" y="665741"/>
                  </a:lnTo>
                  <a:lnTo>
                    <a:pt x="268895" y="663492"/>
                  </a:lnTo>
                  <a:lnTo>
                    <a:pt x="269023" y="661242"/>
                  </a:lnTo>
                  <a:lnTo>
                    <a:pt x="269149" y="658993"/>
                  </a:lnTo>
                  <a:lnTo>
                    <a:pt x="269273" y="656744"/>
                  </a:lnTo>
                  <a:lnTo>
                    <a:pt x="269394" y="654495"/>
                  </a:lnTo>
                  <a:lnTo>
                    <a:pt x="269511" y="652246"/>
                  </a:lnTo>
                  <a:lnTo>
                    <a:pt x="269621" y="649997"/>
                  </a:lnTo>
                  <a:lnTo>
                    <a:pt x="269726" y="647748"/>
                  </a:lnTo>
                  <a:lnTo>
                    <a:pt x="269824" y="645499"/>
                  </a:lnTo>
                  <a:lnTo>
                    <a:pt x="269914" y="643249"/>
                  </a:lnTo>
                  <a:lnTo>
                    <a:pt x="269995" y="641000"/>
                  </a:lnTo>
                  <a:lnTo>
                    <a:pt x="270068" y="638751"/>
                  </a:lnTo>
                  <a:lnTo>
                    <a:pt x="270132" y="636502"/>
                  </a:lnTo>
                  <a:lnTo>
                    <a:pt x="270183" y="634253"/>
                  </a:lnTo>
                  <a:lnTo>
                    <a:pt x="270224" y="632004"/>
                  </a:lnTo>
                  <a:lnTo>
                    <a:pt x="270257" y="629755"/>
                  </a:lnTo>
                  <a:lnTo>
                    <a:pt x="270276" y="627505"/>
                  </a:lnTo>
                  <a:lnTo>
                    <a:pt x="270283" y="625256"/>
                  </a:lnTo>
                  <a:lnTo>
                    <a:pt x="270280" y="623007"/>
                  </a:lnTo>
                  <a:lnTo>
                    <a:pt x="270266" y="620758"/>
                  </a:lnTo>
                  <a:lnTo>
                    <a:pt x="270238" y="618509"/>
                  </a:lnTo>
                  <a:lnTo>
                    <a:pt x="270199" y="616260"/>
                  </a:lnTo>
                  <a:lnTo>
                    <a:pt x="270151" y="614011"/>
                  </a:lnTo>
                  <a:lnTo>
                    <a:pt x="270090" y="611762"/>
                  </a:lnTo>
                  <a:lnTo>
                    <a:pt x="270017" y="609512"/>
                  </a:lnTo>
                  <a:lnTo>
                    <a:pt x="269936" y="607263"/>
                  </a:lnTo>
                  <a:lnTo>
                    <a:pt x="269844" y="605014"/>
                  </a:lnTo>
                  <a:lnTo>
                    <a:pt x="269741" y="602765"/>
                  </a:lnTo>
                  <a:lnTo>
                    <a:pt x="269630" y="600516"/>
                  </a:lnTo>
                  <a:lnTo>
                    <a:pt x="269511" y="598267"/>
                  </a:lnTo>
                  <a:lnTo>
                    <a:pt x="269382" y="596018"/>
                  </a:lnTo>
                  <a:lnTo>
                    <a:pt x="269246" y="593769"/>
                  </a:lnTo>
                  <a:lnTo>
                    <a:pt x="269103" y="591519"/>
                  </a:lnTo>
                  <a:lnTo>
                    <a:pt x="268954" y="589270"/>
                  </a:lnTo>
                  <a:lnTo>
                    <a:pt x="268799" y="587021"/>
                  </a:lnTo>
                  <a:lnTo>
                    <a:pt x="268639" y="584772"/>
                  </a:lnTo>
                  <a:lnTo>
                    <a:pt x="268476" y="582523"/>
                  </a:lnTo>
                  <a:lnTo>
                    <a:pt x="268307" y="580274"/>
                  </a:lnTo>
                  <a:lnTo>
                    <a:pt x="268136" y="578025"/>
                  </a:lnTo>
                  <a:lnTo>
                    <a:pt x="267962" y="575776"/>
                  </a:lnTo>
                  <a:lnTo>
                    <a:pt x="267787" y="573526"/>
                  </a:lnTo>
                  <a:lnTo>
                    <a:pt x="267611" y="571277"/>
                  </a:lnTo>
                  <a:lnTo>
                    <a:pt x="267434" y="569028"/>
                  </a:lnTo>
                  <a:lnTo>
                    <a:pt x="267257" y="566779"/>
                  </a:lnTo>
                  <a:lnTo>
                    <a:pt x="267081" y="564530"/>
                  </a:lnTo>
                  <a:lnTo>
                    <a:pt x="266906" y="562281"/>
                  </a:lnTo>
                  <a:lnTo>
                    <a:pt x="266733" y="560032"/>
                  </a:lnTo>
                  <a:lnTo>
                    <a:pt x="266562" y="557783"/>
                  </a:lnTo>
                  <a:lnTo>
                    <a:pt x="266394" y="555533"/>
                  </a:lnTo>
                  <a:lnTo>
                    <a:pt x="266229" y="553284"/>
                  </a:lnTo>
                  <a:lnTo>
                    <a:pt x="266067" y="551035"/>
                  </a:lnTo>
                  <a:lnTo>
                    <a:pt x="265910" y="548786"/>
                  </a:lnTo>
                  <a:lnTo>
                    <a:pt x="265756" y="546537"/>
                  </a:lnTo>
                  <a:lnTo>
                    <a:pt x="265606" y="544288"/>
                  </a:lnTo>
                  <a:lnTo>
                    <a:pt x="265462" y="542039"/>
                  </a:lnTo>
                  <a:lnTo>
                    <a:pt x="265322" y="539790"/>
                  </a:lnTo>
                  <a:lnTo>
                    <a:pt x="265187" y="537540"/>
                  </a:lnTo>
                  <a:lnTo>
                    <a:pt x="265057" y="535291"/>
                  </a:lnTo>
                  <a:lnTo>
                    <a:pt x="264934" y="533042"/>
                  </a:lnTo>
                  <a:lnTo>
                    <a:pt x="264815" y="530793"/>
                  </a:lnTo>
                  <a:lnTo>
                    <a:pt x="264700" y="528544"/>
                  </a:lnTo>
                  <a:lnTo>
                    <a:pt x="264593" y="526295"/>
                  </a:lnTo>
                  <a:lnTo>
                    <a:pt x="264491" y="524046"/>
                  </a:lnTo>
                  <a:lnTo>
                    <a:pt x="264393" y="521797"/>
                  </a:lnTo>
                  <a:lnTo>
                    <a:pt x="264301" y="519547"/>
                  </a:lnTo>
                  <a:lnTo>
                    <a:pt x="264215" y="517298"/>
                  </a:lnTo>
                  <a:lnTo>
                    <a:pt x="264133" y="515049"/>
                  </a:lnTo>
                  <a:lnTo>
                    <a:pt x="264056" y="512800"/>
                  </a:lnTo>
                  <a:lnTo>
                    <a:pt x="263985" y="510551"/>
                  </a:lnTo>
                  <a:lnTo>
                    <a:pt x="263919" y="508302"/>
                  </a:lnTo>
                  <a:lnTo>
                    <a:pt x="263857" y="506053"/>
                  </a:lnTo>
                  <a:lnTo>
                    <a:pt x="263799" y="503804"/>
                  </a:lnTo>
                  <a:lnTo>
                    <a:pt x="263747" y="501554"/>
                  </a:lnTo>
                  <a:lnTo>
                    <a:pt x="263698" y="499305"/>
                  </a:lnTo>
                  <a:lnTo>
                    <a:pt x="263653" y="497056"/>
                  </a:lnTo>
                  <a:lnTo>
                    <a:pt x="263614" y="494807"/>
                  </a:lnTo>
                  <a:lnTo>
                    <a:pt x="263578" y="492558"/>
                  </a:lnTo>
                  <a:lnTo>
                    <a:pt x="263544" y="490309"/>
                  </a:lnTo>
                  <a:lnTo>
                    <a:pt x="263515" y="488060"/>
                  </a:lnTo>
                  <a:lnTo>
                    <a:pt x="263490" y="485811"/>
                  </a:lnTo>
                  <a:lnTo>
                    <a:pt x="263467" y="483561"/>
                  </a:lnTo>
                  <a:lnTo>
                    <a:pt x="263448" y="481312"/>
                  </a:lnTo>
                  <a:lnTo>
                    <a:pt x="263432" y="479063"/>
                  </a:lnTo>
                  <a:lnTo>
                    <a:pt x="263419" y="476814"/>
                  </a:lnTo>
                  <a:lnTo>
                    <a:pt x="263409" y="474565"/>
                  </a:lnTo>
                  <a:lnTo>
                    <a:pt x="263402" y="472316"/>
                  </a:lnTo>
                  <a:lnTo>
                    <a:pt x="263397" y="470067"/>
                  </a:lnTo>
                  <a:lnTo>
                    <a:pt x="263395" y="467818"/>
                  </a:lnTo>
                  <a:lnTo>
                    <a:pt x="263395" y="465568"/>
                  </a:lnTo>
                  <a:lnTo>
                    <a:pt x="263399" y="463319"/>
                  </a:lnTo>
                  <a:lnTo>
                    <a:pt x="263405" y="461070"/>
                  </a:lnTo>
                  <a:lnTo>
                    <a:pt x="263413" y="458821"/>
                  </a:lnTo>
                  <a:lnTo>
                    <a:pt x="263424" y="456572"/>
                  </a:lnTo>
                  <a:lnTo>
                    <a:pt x="263438" y="454323"/>
                  </a:lnTo>
                  <a:lnTo>
                    <a:pt x="263454" y="452074"/>
                  </a:lnTo>
                  <a:lnTo>
                    <a:pt x="263473" y="449825"/>
                  </a:lnTo>
                  <a:lnTo>
                    <a:pt x="263495" y="447575"/>
                  </a:lnTo>
                  <a:lnTo>
                    <a:pt x="263519" y="445326"/>
                  </a:lnTo>
                  <a:lnTo>
                    <a:pt x="263546" y="443077"/>
                  </a:lnTo>
                  <a:lnTo>
                    <a:pt x="263577" y="440828"/>
                  </a:lnTo>
                  <a:lnTo>
                    <a:pt x="263612" y="438579"/>
                  </a:lnTo>
                  <a:lnTo>
                    <a:pt x="263649" y="436330"/>
                  </a:lnTo>
                  <a:lnTo>
                    <a:pt x="263690" y="434081"/>
                  </a:lnTo>
                  <a:lnTo>
                    <a:pt x="263735" y="431832"/>
                  </a:lnTo>
                  <a:lnTo>
                    <a:pt x="263784" y="429582"/>
                  </a:lnTo>
                  <a:lnTo>
                    <a:pt x="263837" y="427333"/>
                  </a:lnTo>
                  <a:lnTo>
                    <a:pt x="263896" y="425084"/>
                  </a:lnTo>
                  <a:lnTo>
                    <a:pt x="263959" y="422835"/>
                  </a:lnTo>
                  <a:lnTo>
                    <a:pt x="264027" y="420586"/>
                  </a:lnTo>
                  <a:lnTo>
                    <a:pt x="264101" y="418337"/>
                  </a:lnTo>
                  <a:lnTo>
                    <a:pt x="264182" y="416088"/>
                  </a:lnTo>
                  <a:lnTo>
                    <a:pt x="264269" y="413839"/>
                  </a:lnTo>
                  <a:lnTo>
                    <a:pt x="264361" y="411589"/>
                  </a:lnTo>
                  <a:lnTo>
                    <a:pt x="264463" y="409340"/>
                  </a:lnTo>
                  <a:lnTo>
                    <a:pt x="264572" y="407091"/>
                  </a:lnTo>
                  <a:lnTo>
                    <a:pt x="264688" y="404842"/>
                  </a:lnTo>
                  <a:lnTo>
                    <a:pt x="264814" y="402593"/>
                  </a:lnTo>
                  <a:lnTo>
                    <a:pt x="264949" y="400344"/>
                  </a:lnTo>
                  <a:lnTo>
                    <a:pt x="265093" y="398095"/>
                  </a:lnTo>
                  <a:lnTo>
                    <a:pt x="265246" y="395846"/>
                  </a:lnTo>
                  <a:lnTo>
                    <a:pt x="265412" y="393596"/>
                  </a:lnTo>
                  <a:lnTo>
                    <a:pt x="265588" y="391347"/>
                  </a:lnTo>
                  <a:lnTo>
                    <a:pt x="265774" y="389098"/>
                  </a:lnTo>
                  <a:lnTo>
                    <a:pt x="265975" y="386849"/>
                  </a:lnTo>
                  <a:lnTo>
                    <a:pt x="266187" y="384600"/>
                  </a:lnTo>
                  <a:lnTo>
                    <a:pt x="266411" y="382351"/>
                  </a:lnTo>
                  <a:lnTo>
                    <a:pt x="266648" y="380102"/>
                  </a:lnTo>
                  <a:lnTo>
                    <a:pt x="266901" y="377853"/>
                  </a:lnTo>
                  <a:lnTo>
                    <a:pt x="267166" y="375603"/>
                  </a:lnTo>
                  <a:lnTo>
                    <a:pt x="267443" y="373354"/>
                  </a:lnTo>
                  <a:lnTo>
                    <a:pt x="267739" y="371105"/>
                  </a:lnTo>
                  <a:lnTo>
                    <a:pt x="268049" y="368856"/>
                  </a:lnTo>
                  <a:lnTo>
                    <a:pt x="268371" y="366607"/>
                  </a:lnTo>
                  <a:lnTo>
                    <a:pt x="268710" y="364358"/>
                  </a:lnTo>
                  <a:lnTo>
                    <a:pt x="269066" y="362109"/>
                  </a:lnTo>
                  <a:lnTo>
                    <a:pt x="269434" y="359860"/>
                  </a:lnTo>
                  <a:lnTo>
                    <a:pt x="269816" y="357610"/>
                  </a:lnTo>
                  <a:lnTo>
                    <a:pt x="270218" y="355361"/>
                  </a:lnTo>
                  <a:lnTo>
                    <a:pt x="270633" y="353112"/>
                  </a:lnTo>
                  <a:lnTo>
                    <a:pt x="271060" y="350863"/>
                  </a:lnTo>
                  <a:lnTo>
                    <a:pt x="271505" y="348614"/>
                  </a:lnTo>
                  <a:lnTo>
                    <a:pt x="271964" y="346365"/>
                  </a:lnTo>
                  <a:lnTo>
                    <a:pt x="272435" y="344116"/>
                  </a:lnTo>
                  <a:lnTo>
                    <a:pt x="272918" y="341867"/>
                  </a:lnTo>
                  <a:lnTo>
                    <a:pt x="273419" y="339617"/>
                  </a:lnTo>
                  <a:lnTo>
                    <a:pt x="273929" y="337368"/>
                  </a:lnTo>
                  <a:lnTo>
                    <a:pt x="274450" y="335119"/>
                  </a:lnTo>
                  <a:lnTo>
                    <a:pt x="274984" y="332870"/>
                  </a:lnTo>
                  <a:lnTo>
                    <a:pt x="275529" y="330621"/>
                  </a:lnTo>
                  <a:lnTo>
                    <a:pt x="276082" y="328372"/>
                  </a:lnTo>
                  <a:lnTo>
                    <a:pt x="276643" y="326123"/>
                  </a:lnTo>
                  <a:lnTo>
                    <a:pt x="277215" y="323874"/>
                  </a:lnTo>
                  <a:lnTo>
                    <a:pt x="277792" y="321624"/>
                  </a:lnTo>
                  <a:lnTo>
                    <a:pt x="278375" y="319375"/>
                  </a:lnTo>
                  <a:lnTo>
                    <a:pt x="278965" y="317126"/>
                  </a:lnTo>
                  <a:lnTo>
                    <a:pt x="279558" y="314877"/>
                  </a:lnTo>
                  <a:lnTo>
                    <a:pt x="280155" y="312628"/>
                  </a:lnTo>
                  <a:lnTo>
                    <a:pt x="280754" y="310379"/>
                  </a:lnTo>
                  <a:lnTo>
                    <a:pt x="281354" y="308130"/>
                  </a:lnTo>
                  <a:lnTo>
                    <a:pt x="281955" y="305881"/>
                  </a:lnTo>
                  <a:lnTo>
                    <a:pt x="282556" y="303631"/>
                  </a:lnTo>
                  <a:lnTo>
                    <a:pt x="283155" y="301382"/>
                  </a:lnTo>
                  <a:lnTo>
                    <a:pt x="283751" y="299133"/>
                  </a:lnTo>
                  <a:lnTo>
                    <a:pt x="284344" y="296884"/>
                  </a:lnTo>
                  <a:lnTo>
                    <a:pt x="284933" y="294635"/>
                  </a:lnTo>
                  <a:lnTo>
                    <a:pt x="285515" y="292386"/>
                  </a:lnTo>
                  <a:lnTo>
                    <a:pt x="286092" y="290137"/>
                  </a:lnTo>
                  <a:lnTo>
                    <a:pt x="286663" y="287888"/>
                  </a:lnTo>
                  <a:lnTo>
                    <a:pt x="287224" y="285638"/>
                  </a:lnTo>
                  <a:lnTo>
                    <a:pt x="287777" y="283389"/>
                  </a:lnTo>
                  <a:lnTo>
                    <a:pt x="288322" y="281140"/>
                  </a:lnTo>
                  <a:lnTo>
                    <a:pt x="288856" y="278891"/>
                  </a:lnTo>
                  <a:lnTo>
                    <a:pt x="289378" y="276642"/>
                  </a:lnTo>
                  <a:lnTo>
                    <a:pt x="289891" y="274393"/>
                  </a:lnTo>
                  <a:lnTo>
                    <a:pt x="290394" y="272144"/>
                  </a:lnTo>
                  <a:lnTo>
                    <a:pt x="290880" y="269895"/>
                  </a:lnTo>
                  <a:lnTo>
                    <a:pt x="291356" y="267645"/>
                  </a:lnTo>
                  <a:lnTo>
                    <a:pt x="291821" y="265396"/>
                  </a:lnTo>
                  <a:lnTo>
                    <a:pt x="292270" y="263147"/>
                  </a:lnTo>
                  <a:lnTo>
                    <a:pt x="292705" y="260898"/>
                  </a:lnTo>
                  <a:lnTo>
                    <a:pt x="293129" y="258649"/>
                  </a:lnTo>
                  <a:lnTo>
                    <a:pt x="293540" y="256400"/>
                  </a:lnTo>
                  <a:lnTo>
                    <a:pt x="293934" y="254151"/>
                  </a:lnTo>
                  <a:lnTo>
                    <a:pt x="294316" y="251902"/>
                  </a:lnTo>
                  <a:lnTo>
                    <a:pt x="294686" y="249652"/>
                  </a:lnTo>
                  <a:lnTo>
                    <a:pt x="295039" y="247403"/>
                  </a:lnTo>
                  <a:lnTo>
                    <a:pt x="295379" y="245154"/>
                  </a:lnTo>
                  <a:lnTo>
                    <a:pt x="295708" y="242905"/>
                  </a:lnTo>
                  <a:lnTo>
                    <a:pt x="296024" y="240656"/>
                  </a:lnTo>
                  <a:lnTo>
                    <a:pt x="296324" y="238407"/>
                  </a:lnTo>
                  <a:lnTo>
                    <a:pt x="296614" y="236158"/>
                  </a:lnTo>
                  <a:lnTo>
                    <a:pt x="296893" y="233909"/>
                  </a:lnTo>
                  <a:lnTo>
                    <a:pt x="297156" y="231659"/>
                  </a:lnTo>
                  <a:lnTo>
                    <a:pt x="297410" y="229410"/>
                  </a:lnTo>
                  <a:lnTo>
                    <a:pt x="297654" y="227161"/>
                  </a:lnTo>
                  <a:lnTo>
                    <a:pt x="297886" y="224912"/>
                  </a:lnTo>
                  <a:lnTo>
                    <a:pt x="298106" y="222663"/>
                  </a:lnTo>
                  <a:lnTo>
                    <a:pt x="298319" y="220414"/>
                  </a:lnTo>
                  <a:lnTo>
                    <a:pt x="298524" y="218165"/>
                  </a:lnTo>
                  <a:lnTo>
                    <a:pt x="298716" y="215916"/>
                  </a:lnTo>
                  <a:lnTo>
                    <a:pt x="298901" y="213666"/>
                  </a:lnTo>
                  <a:lnTo>
                    <a:pt x="299080" y="211417"/>
                  </a:lnTo>
                  <a:lnTo>
                    <a:pt x="299250" y="209168"/>
                  </a:lnTo>
                  <a:lnTo>
                    <a:pt x="299412" y="206919"/>
                  </a:lnTo>
                  <a:lnTo>
                    <a:pt x="299569" y="204670"/>
                  </a:lnTo>
                  <a:lnTo>
                    <a:pt x="299720" y="202421"/>
                  </a:lnTo>
                  <a:lnTo>
                    <a:pt x="299864" y="200172"/>
                  </a:lnTo>
                  <a:lnTo>
                    <a:pt x="300003" y="197923"/>
                  </a:lnTo>
                  <a:lnTo>
                    <a:pt x="300139" y="195673"/>
                  </a:lnTo>
                  <a:lnTo>
                    <a:pt x="300268" y="193424"/>
                  </a:lnTo>
                  <a:lnTo>
                    <a:pt x="300394" y="191175"/>
                  </a:lnTo>
                  <a:lnTo>
                    <a:pt x="300516" y="188926"/>
                  </a:lnTo>
                  <a:lnTo>
                    <a:pt x="300635" y="186677"/>
                  </a:lnTo>
                  <a:lnTo>
                    <a:pt x="300750" y="184428"/>
                  </a:lnTo>
                  <a:lnTo>
                    <a:pt x="300862" y="182179"/>
                  </a:lnTo>
                  <a:lnTo>
                    <a:pt x="300973" y="179930"/>
                  </a:lnTo>
                  <a:lnTo>
                    <a:pt x="301080" y="177680"/>
                  </a:lnTo>
                  <a:lnTo>
                    <a:pt x="301185" y="175431"/>
                  </a:lnTo>
                  <a:lnTo>
                    <a:pt x="301288" y="173182"/>
                  </a:lnTo>
                  <a:lnTo>
                    <a:pt x="301390" y="170933"/>
                  </a:lnTo>
                  <a:lnTo>
                    <a:pt x="301489" y="168684"/>
                  </a:lnTo>
                  <a:lnTo>
                    <a:pt x="301587" y="166435"/>
                  </a:lnTo>
                  <a:lnTo>
                    <a:pt x="301684" y="164186"/>
                  </a:lnTo>
                  <a:lnTo>
                    <a:pt x="301779" y="161937"/>
                  </a:lnTo>
                  <a:lnTo>
                    <a:pt x="301873" y="159687"/>
                  </a:lnTo>
                  <a:lnTo>
                    <a:pt x="301966" y="157438"/>
                  </a:lnTo>
                  <a:lnTo>
                    <a:pt x="302057" y="155189"/>
                  </a:lnTo>
                  <a:lnTo>
                    <a:pt x="302148" y="152940"/>
                  </a:lnTo>
                  <a:lnTo>
                    <a:pt x="302237" y="150691"/>
                  </a:lnTo>
                  <a:lnTo>
                    <a:pt x="302325" y="148442"/>
                  </a:lnTo>
                  <a:lnTo>
                    <a:pt x="302412" y="146193"/>
                  </a:lnTo>
                  <a:lnTo>
                    <a:pt x="302498" y="143944"/>
                  </a:lnTo>
                  <a:lnTo>
                    <a:pt x="302583" y="141694"/>
                  </a:lnTo>
                  <a:lnTo>
                    <a:pt x="302666" y="139445"/>
                  </a:lnTo>
                  <a:lnTo>
                    <a:pt x="302748" y="137196"/>
                  </a:lnTo>
                  <a:lnTo>
                    <a:pt x="302829" y="134947"/>
                  </a:lnTo>
                  <a:lnTo>
                    <a:pt x="302909" y="132698"/>
                  </a:lnTo>
                  <a:lnTo>
                    <a:pt x="302987" y="130449"/>
                  </a:lnTo>
                  <a:lnTo>
                    <a:pt x="303063" y="128200"/>
                  </a:lnTo>
                  <a:lnTo>
                    <a:pt x="303139" y="125951"/>
                  </a:lnTo>
                  <a:lnTo>
                    <a:pt x="303212" y="123701"/>
                  </a:lnTo>
                  <a:lnTo>
                    <a:pt x="303284" y="121452"/>
                  </a:lnTo>
                  <a:lnTo>
                    <a:pt x="303354" y="119203"/>
                  </a:lnTo>
                  <a:lnTo>
                    <a:pt x="303423" y="116954"/>
                  </a:lnTo>
                  <a:lnTo>
                    <a:pt x="303489" y="114705"/>
                  </a:lnTo>
                  <a:lnTo>
                    <a:pt x="303554" y="112456"/>
                  </a:lnTo>
                  <a:lnTo>
                    <a:pt x="303618" y="110207"/>
                  </a:lnTo>
                  <a:lnTo>
                    <a:pt x="303679" y="107958"/>
                  </a:lnTo>
                  <a:lnTo>
                    <a:pt x="303738" y="105708"/>
                  </a:lnTo>
                  <a:lnTo>
                    <a:pt x="303796" y="103459"/>
                  </a:lnTo>
                  <a:lnTo>
                    <a:pt x="303851" y="101210"/>
                  </a:lnTo>
                  <a:lnTo>
                    <a:pt x="303905" y="98961"/>
                  </a:lnTo>
                  <a:lnTo>
                    <a:pt x="303956" y="96712"/>
                  </a:lnTo>
                  <a:lnTo>
                    <a:pt x="304006" y="94463"/>
                  </a:lnTo>
                  <a:lnTo>
                    <a:pt x="304054" y="92214"/>
                  </a:lnTo>
                  <a:lnTo>
                    <a:pt x="304099" y="89965"/>
                  </a:lnTo>
                  <a:lnTo>
                    <a:pt x="304143" y="87715"/>
                  </a:lnTo>
                  <a:lnTo>
                    <a:pt x="304185" y="85466"/>
                  </a:lnTo>
                  <a:lnTo>
                    <a:pt x="304225" y="83217"/>
                  </a:lnTo>
                  <a:lnTo>
                    <a:pt x="304263" y="80968"/>
                  </a:lnTo>
                  <a:lnTo>
                    <a:pt x="304299" y="78719"/>
                  </a:lnTo>
                  <a:lnTo>
                    <a:pt x="304333" y="76470"/>
                  </a:lnTo>
                  <a:lnTo>
                    <a:pt x="304366" y="74221"/>
                  </a:lnTo>
                  <a:lnTo>
                    <a:pt x="304397" y="71972"/>
                  </a:lnTo>
                  <a:lnTo>
                    <a:pt x="304427" y="69722"/>
                  </a:lnTo>
                  <a:lnTo>
                    <a:pt x="304454" y="67473"/>
                  </a:lnTo>
                  <a:lnTo>
                    <a:pt x="304480" y="65224"/>
                  </a:lnTo>
                  <a:lnTo>
                    <a:pt x="304505" y="62975"/>
                  </a:lnTo>
                  <a:lnTo>
                    <a:pt x="304528" y="60726"/>
                  </a:lnTo>
                  <a:lnTo>
                    <a:pt x="304549" y="58477"/>
                  </a:lnTo>
                  <a:lnTo>
                    <a:pt x="304570" y="56228"/>
                  </a:lnTo>
                  <a:lnTo>
                    <a:pt x="304589" y="53979"/>
                  </a:lnTo>
                  <a:lnTo>
                    <a:pt x="304606" y="51729"/>
                  </a:lnTo>
                  <a:lnTo>
                    <a:pt x="304623" y="49480"/>
                  </a:lnTo>
                  <a:lnTo>
                    <a:pt x="304639" y="47231"/>
                  </a:lnTo>
                  <a:lnTo>
                    <a:pt x="304653" y="44982"/>
                  </a:lnTo>
                  <a:lnTo>
                    <a:pt x="304666" y="42733"/>
                  </a:lnTo>
                  <a:lnTo>
                    <a:pt x="304678" y="40484"/>
                  </a:lnTo>
                  <a:lnTo>
                    <a:pt x="304690" y="38235"/>
                  </a:lnTo>
                  <a:lnTo>
                    <a:pt x="304700" y="35986"/>
                  </a:lnTo>
                  <a:lnTo>
                    <a:pt x="304710" y="33736"/>
                  </a:lnTo>
                  <a:lnTo>
                    <a:pt x="304719" y="31487"/>
                  </a:lnTo>
                  <a:lnTo>
                    <a:pt x="304727" y="29238"/>
                  </a:lnTo>
                  <a:lnTo>
                    <a:pt x="304735" y="26989"/>
                  </a:lnTo>
                  <a:lnTo>
                    <a:pt x="304742" y="24740"/>
                  </a:lnTo>
                  <a:lnTo>
                    <a:pt x="304748" y="22491"/>
                  </a:lnTo>
                  <a:lnTo>
                    <a:pt x="304754" y="20242"/>
                  </a:lnTo>
                  <a:lnTo>
                    <a:pt x="304759" y="17993"/>
                  </a:lnTo>
                  <a:lnTo>
                    <a:pt x="304764" y="15743"/>
                  </a:lnTo>
                  <a:lnTo>
                    <a:pt x="304768" y="13494"/>
                  </a:lnTo>
                  <a:lnTo>
                    <a:pt x="304773" y="11245"/>
                  </a:lnTo>
                  <a:lnTo>
                    <a:pt x="304776" y="8996"/>
                  </a:lnTo>
                  <a:lnTo>
                    <a:pt x="304779" y="6747"/>
                  </a:lnTo>
                  <a:lnTo>
                    <a:pt x="304782" y="4498"/>
                  </a:lnTo>
                  <a:lnTo>
                    <a:pt x="304785" y="2249"/>
                  </a:lnTo>
                  <a:lnTo>
                    <a:pt x="304827" y="0"/>
                  </a:lnTo>
                  <a:lnTo>
                    <a:pt x="304829" y="2249"/>
                  </a:lnTo>
                  <a:lnTo>
                    <a:pt x="304832" y="4498"/>
                  </a:lnTo>
                  <a:lnTo>
                    <a:pt x="304835" y="6747"/>
                  </a:lnTo>
                  <a:lnTo>
                    <a:pt x="304838" y="8996"/>
                  </a:lnTo>
                  <a:lnTo>
                    <a:pt x="304842" y="11245"/>
                  </a:lnTo>
                  <a:lnTo>
                    <a:pt x="304846" y="13494"/>
                  </a:lnTo>
                  <a:lnTo>
                    <a:pt x="304850" y="15743"/>
                  </a:lnTo>
                  <a:lnTo>
                    <a:pt x="304855" y="17993"/>
                  </a:lnTo>
                  <a:lnTo>
                    <a:pt x="304860" y="20242"/>
                  </a:lnTo>
                  <a:lnTo>
                    <a:pt x="304866" y="22491"/>
                  </a:lnTo>
                  <a:lnTo>
                    <a:pt x="304872" y="24740"/>
                  </a:lnTo>
                  <a:lnTo>
                    <a:pt x="304879" y="26989"/>
                  </a:lnTo>
                  <a:lnTo>
                    <a:pt x="304887" y="29238"/>
                  </a:lnTo>
                  <a:lnTo>
                    <a:pt x="304895" y="31487"/>
                  </a:lnTo>
                  <a:lnTo>
                    <a:pt x="304904" y="33736"/>
                  </a:lnTo>
                  <a:lnTo>
                    <a:pt x="304914" y="35986"/>
                  </a:lnTo>
                  <a:lnTo>
                    <a:pt x="304924" y="38235"/>
                  </a:lnTo>
                  <a:lnTo>
                    <a:pt x="304936" y="40484"/>
                  </a:lnTo>
                  <a:lnTo>
                    <a:pt x="304948" y="42733"/>
                  </a:lnTo>
                  <a:lnTo>
                    <a:pt x="304962" y="44982"/>
                  </a:lnTo>
                  <a:lnTo>
                    <a:pt x="304976" y="47231"/>
                  </a:lnTo>
                  <a:lnTo>
                    <a:pt x="304991" y="49480"/>
                  </a:lnTo>
                  <a:lnTo>
                    <a:pt x="305008" y="51729"/>
                  </a:lnTo>
                  <a:lnTo>
                    <a:pt x="305026" y="53979"/>
                  </a:lnTo>
                  <a:lnTo>
                    <a:pt x="305044" y="56228"/>
                  </a:lnTo>
                  <a:lnTo>
                    <a:pt x="305065" y="58477"/>
                  </a:lnTo>
                  <a:lnTo>
                    <a:pt x="305087" y="60726"/>
                  </a:lnTo>
                  <a:lnTo>
                    <a:pt x="305109" y="62975"/>
                  </a:lnTo>
                  <a:lnTo>
                    <a:pt x="305134" y="65224"/>
                  </a:lnTo>
                  <a:lnTo>
                    <a:pt x="305160" y="67473"/>
                  </a:lnTo>
                  <a:lnTo>
                    <a:pt x="305188" y="69722"/>
                  </a:lnTo>
                  <a:lnTo>
                    <a:pt x="305217" y="71972"/>
                  </a:lnTo>
                  <a:lnTo>
                    <a:pt x="305248" y="74221"/>
                  </a:lnTo>
                  <a:lnTo>
                    <a:pt x="305281" y="76470"/>
                  </a:lnTo>
                  <a:lnTo>
                    <a:pt x="305315" y="78719"/>
                  </a:lnTo>
                  <a:lnTo>
                    <a:pt x="305351" y="80968"/>
                  </a:lnTo>
                  <a:lnTo>
                    <a:pt x="305390" y="83217"/>
                  </a:lnTo>
                  <a:lnTo>
                    <a:pt x="305429" y="85466"/>
                  </a:lnTo>
                  <a:lnTo>
                    <a:pt x="305471" y="87715"/>
                  </a:lnTo>
                  <a:lnTo>
                    <a:pt x="305515" y="89965"/>
                  </a:lnTo>
                  <a:lnTo>
                    <a:pt x="305561" y="92214"/>
                  </a:lnTo>
                  <a:lnTo>
                    <a:pt x="305608" y="94463"/>
                  </a:lnTo>
                  <a:lnTo>
                    <a:pt x="305658" y="96712"/>
                  </a:lnTo>
                  <a:lnTo>
                    <a:pt x="305710" y="98961"/>
                  </a:lnTo>
                  <a:lnTo>
                    <a:pt x="305763" y="101210"/>
                  </a:lnTo>
                  <a:lnTo>
                    <a:pt x="305819" y="103459"/>
                  </a:lnTo>
                  <a:lnTo>
                    <a:pt x="305876" y="105708"/>
                  </a:lnTo>
                  <a:lnTo>
                    <a:pt x="305935" y="107958"/>
                  </a:lnTo>
                  <a:lnTo>
                    <a:pt x="305996" y="110207"/>
                  </a:lnTo>
                  <a:lnTo>
                    <a:pt x="306060" y="112456"/>
                  </a:lnTo>
                  <a:lnTo>
                    <a:pt x="306125" y="114705"/>
                  </a:lnTo>
                  <a:lnTo>
                    <a:pt x="306191" y="116954"/>
                  </a:lnTo>
                  <a:lnTo>
                    <a:pt x="306260" y="119203"/>
                  </a:lnTo>
                  <a:lnTo>
                    <a:pt x="306330" y="121452"/>
                  </a:lnTo>
                  <a:lnTo>
                    <a:pt x="306402" y="123701"/>
                  </a:lnTo>
                  <a:lnTo>
                    <a:pt x="306476" y="125951"/>
                  </a:lnTo>
                  <a:lnTo>
                    <a:pt x="306551" y="128200"/>
                  </a:lnTo>
                  <a:lnTo>
                    <a:pt x="306628" y="130449"/>
                  </a:lnTo>
                  <a:lnTo>
                    <a:pt x="306705" y="132698"/>
                  </a:lnTo>
                  <a:lnTo>
                    <a:pt x="306785" y="134947"/>
                  </a:lnTo>
                  <a:lnTo>
                    <a:pt x="306866" y="137196"/>
                  </a:lnTo>
                  <a:lnTo>
                    <a:pt x="306948" y="139445"/>
                  </a:lnTo>
                  <a:lnTo>
                    <a:pt x="307031" y="141694"/>
                  </a:lnTo>
                  <a:lnTo>
                    <a:pt x="307116" y="143944"/>
                  </a:lnTo>
                  <a:lnTo>
                    <a:pt x="307202" y="146193"/>
                  </a:lnTo>
                  <a:lnTo>
                    <a:pt x="307289" y="148442"/>
                  </a:lnTo>
                  <a:lnTo>
                    <a:pt x="307377" y="150691"/>
                  </a:lnTo>
                  <a:lnTo>
                    <a:pt x="307467" y="152940"/>
                  </a:lnTo>
                  <a:lnTo>
                    <a:pt x="307557" y="155189"/>
                  </a:lnTo>
                  <a:lnTo>
                    <a:pt x="307648" y="157438"/>
                  </a:lnTo>
                  <a:lnTo>
                    <a:pt x="307741" y="159687"/>
                  </a:lnTo>
                  <a:lnTo>
                    <a:pt x="307835" y="161937"/>
                  </a:lnTo>
                  <a:lnTo>
                    <a:pt x="307930" y="164186"/>
                  </a:lnTo>
                  <a:lnTo>
                    <a:pt x="308027" y="166435"/>
                  </a:lnTo>
                  <a:lnTo>
                    <a:pt x="308125" y="168684"/>
                  </a:lnTo>
                  <a:lnTo>
                    <a:pt x="308225" y="170933"/>
                  </a:lnTo>
                  <a:lnTo>
                    <a:pt x="308326" y="173182"/>
                  </a:lnTo>
                  <a:lnTo>
                    <a:pt x="308430" y="175431"/>
                  </a:lnTo>
                  <a:lnTo>
                    <a:pt x="308535" y="177680"/>
                  </a:lnTo>
                  <a:lnTo>
                    <a:pt x="308642" y="179930"/>
                  </a:lnTo>
                  <a:lnTo>
                    <a:pt x="308752" y="182179"/>
                  </a:lnTo>
                  <a:lnTo>
                    <a:pt x="308864" y="184428"/>
                  </a:lnTo>
                  <a:lnTo>
                    <a:pt x="308979" y="186677"/>
                  </a:lnTo>
                  <a:lnTo>
                    <a:pt x="309098" y="188926"/>
                  </a:lnTo>
                  <a:lnTo>
                    <a:pt x="309221" y="191175"/>
                  </a:lnTo>
                  <a:lnTo>
                    <a:pt x="309346" y="193424"/>
                  </a:lnTo>
                  <a:lnTo>
                    <a:pt x="309476" y="195673"/>
                  </a:lnTo>
                  <a:lnTo>
                    <a:pt x="309611" y="197923"/>
                  </a:lnTo>
                  <a:lnTo>
                    <a:pt x="309750" y="200172"/>
                  </a:lnTo>
                  <a:lnTo>
                    <a:pt x="309894" y="202421"/>
                  </a:lnTo>
                  <a:lnTo>
                    <a:pt x="310045" y="204670"/>
                  </a:lnTo>
                  <a:lnTo>
                    <a:pt x="310202" y="206919"/>
                  </a:lnTo>
                  <a:lnTo>
                    <a:pt x="310365" y="209168"/>
                  </a:lnTo>
                  <a:lnTo>
                    <a:pt x="310535" y="211417"/>
                  </a:lnTo>
                  <a:lnTo>
                    <a:pt x="310713" y="213666"/>
                  </a:lnTo>
                  <a:lnTo>
                    <a:pt x="310899" y="215916"/>
                  </a:lnTo>
                  <a:lnTo>
                    <a:pt x="311091" y="218165"/>
                  </a:lnTo>
                  <a:lnTo>
                    <a:pt x="311295" y="220414"/>
                  </a:lnTo>
                  <a:lnTo>
                    <a:pt x="311508" y="222663"/>
                  </a:lnTo>
                  <a:lnTo>
                    <a:pt x="311728" y="224912"/>
                  </a:lnTo>
                  <a:lnTo>
                    <a:pt x="311961" y="227161"/>
                  </a:lnTo>
                  <a:lnTo>
                    <a:pt x="312205" y="229410"/>
                  </a:lnTo>
                  <a:lnTo>
                    <a:pt x="312458" y="231659"/>
                  </a:lnTo>
                  <a:lnTo>
                    <a:pt x="312721" y="233909"/>
                  </a:lnTo>
                  <a:lnTo>
                    <a:pt x="313001" y="236158"/>
                  </a:lnTo>
                  <a:lnTo>
                    <a:pt x="313290" y="238407"/>
                  </a:lnTo>
                  <a:lnTo>
                    <a:pt x="313591" y="240656"/>
                  </a:lnTo>
                  <a:lnTo>
                    <a:pt x="313906" y="242905"/>
                  </a:lnTo>
                  <a:lnTo>
                    <a:pt x="314235" y="245154"/>
                  </a:lnTo>
                  <a:lnTo>
                    <a:pt x="314575" y="247403"/>
                  </a:lnTo>
                  <a:lnTo>
                    <a:pt x="314928" y="249652"/>
                  </a:lnTo>
                  <a:lnTo>
                    <a:pt x="315299" y="251902"/>
                  </a:lnTo>
                  <a:lnTo>
                    <a:pt x="315681" y="254151"/>
                  </a:lnTo>
                  <a:lnTo>
                    <a:pt x="316074" y="256400"/>
                  </a:lnTo>
                  <a:lnTo>
                    <a:pt x="316485" y="258649"/>
                  </a:lnTo>
                  <a:lnTo>
                    <a:pt x="316909" y="260898"/>
                  </a:lnTo>
                  <a:lnTo>
                    <a:pt x="317344" y="263147"/>
                  </a:lnTo>
                  <a:lnTo>
                    <a:pt x="317793" y="265396"/>
                  </a:lnTo>
                  <a:lnTo>
                    <a:pt x="318258" y="267645"/>
                  </a:lnTo>
                  <a:lnTo>
                    <a:pt x="318734" y="269895"/>
                  </a:lnTo>
                  <a:lnTo>
                    <a:pt x="319220" y="272144"/>
                  </a:lnTo>
                  <a:lnTo>
                    <a:pt x="319723" y="274393"/>
                  </a:lnTo>
                  <a:lnTo>
                    <a:pt x="320236" y="276642"/>
                  </a:lnTo>
                  <a:lnTo>
                    <a:pt x="320758" y="278891"/>
                  </a:lnTo>
                  <a:lnTo>
                    <a:pt x="321292" y="281140"/>
                  </a:lnTo>
                  <a:lnTo>
                    <a:pt x="321837" y="283389"/>
                  </a:lnTo>
                  <a:lnTo>
                    <a:pt x="322390" y="285638"/>
                  </a:lnTo>
                  <a:lnTo>
                    <a:pt x="322951" y="287888"/>
                  </a:lnTo>
                  <a:lnTo>
                    <a:pt x="323522" y="290137"/>
                  </a:lnTo>
                  <a:lnTo>
                    <a:pt x="324099" y="292386"/>
                  </a:lnTo>
                  <a:lnTo>
                    <a:pt x="324682" y="294635"/>
                  </a:lnTo>
                  <a:lnTo>
                    <a:pt x="325270" y="296884"/>
                  </a:lnTo>
                  <a:lnTo>
                    <a:pt x="325863" y="299133"/>
                  </a:lnTo>
                  <a:lnTo>
                    <a:pt x="326460" y="301382"/>
                  </a:lnTo>
                  <a:lnTo>
                    <a:pt x="327058" y="303631"/>
                  </a:lnTo>
                  <a:lnTo>
                    <a:pt x="327659" y="305881"/>
                  </a:lnTo>
                  <a:lnTo>
                    <a:pt x="328260" y="308130"/>
                  </a:lnTo>
                  <a:lnTo>
                    <a:pt x="328860" y="310379"/>
                  </a:lnTo>
                  <a:lnTo>
                    <a:pt x="329460" y="312628"/>
                  </a:lnTo>
                  <a:lnTo>
                    <a:pt x="330056" y="314877"/>
                  </a:lnTo>
                  <a:lnTo>
                    <a:pt x="330650" y="317126"/>
                  </a:lnTo>
                  <a:lnTo>
                    <a:pt x="331239" y="319375"/>
                  </a:lnTo>
                  <a:lnTo>
                    <a:pt x="331822" y="321624"/>
                  </a:lnTo>
                  <a:lnTo>
                    <a:pt x="332400" y="323874"/>
                  </a:lnTo>
                  <a:lnTo>
                    <a:pt x="332971" y="326123"/>
                  </a:lnTo>
                  <a:lnTo>
                    <a:pt x="333533" y="328372"/>
                  </a:lnTo>
                  <a:lnTo>
                    <a:pt x="334085" y="330621"/>
                  </a:lnTo>
                  <a:lnTo>
                    <a:pt x="334630" y="332870"/>
                  </a:lnTo>
                  <a:lnTo>
                    <a:pt x="335164" y="335119"/>
                  </a:lnTo>
                  <a:lnTo>
                    <a:pt x="335685" y="337368"/>
                  </a:lnTo>
                  <a:lnTo>
                    <a:pt x="336195" y="339617"/>
                  </a:lnTo>
                  <a:lnTo>
                    <a:pt x="336696" y="341867"/>
                  </a:lnTo>
                  <a:lnTo>
                    <a:pt x="337179" y="344116"/>
                  </a:lnTo>
                  <a:lnTo>
                    <a:pt x="337650" y="346365"/>
                  </a:lnTo>
                  <a:lnTo>
                    <a:pt x="338110" y="348614"/>
                  </a:lnTo>
                  <a:lnTo>
                    <a:pt x="338554" y="350863"/>
                  </a:lnTo>
                  <a:lnTo>
                    <a:pt x="338981" y="353112"/>
                  </a:lnTo>
                  <a:lnTo>
                    <a:pt x="339396" y="355361"/>
                  </a:lnTo>
                  <a:lnTo>
                    <a:pt x="339799" y="357610"/>
                  </a:lnTo>
                  <a:lnTo>
                    <a:pt x="340180" y="359860"/>
                  </a:lnTo>
                  <a:lnTo>
                    <a:pt x="340549" y="362109"/>
                  </a:lnTo>
                  <a:lnTo>
                    <a:pt x="340905" y="364358"/>
                  </a:lnTo>
                  <a:lnTo>
                    <a:pt x="341243" y="366607"/>
                  </a:lnTo>
                  <a:lnTo>
                    <a:pt x="341565" y="368856"/>
                  </a:lnTo>
                  <a:lnTo>
                    <a:pt x="341875" y="371105"/>
                  </a:lnTo>
                  <a:lnTo>
                    <a:pt x="342172" y="373354"/>
                  </a:lnTo>
                  <a:lnTo>
                    <a:pt x="342448" y="375603"/>
                  </a:lnTo>
                  <a:lnTo>
                    <a:pt x="342713" y="377853"/>
                  </a:lnTo>
                  <a:lnTo>
                    <a:pt x="342967" y="380102"/>
                  </a:lnTo>
                  <a:lnTo>
                    <a:pt x="343204" y="382351"/>
                  </a:lnTo>
                  <a:lnTo>
                    <a:pt x="343427" y="384600"/>
                  </a:lnTo>
                  <a:lnTo>
                    <a:pt x="343640" y="386849"/>
                  </a:lnTo>
                  <a:lnTo>
                    <a:pt x="343841" y="389098"/>
                  </a:lnTo>
                  <a:lnTo>
                    <a:pt x="344026" y="391347"/>
                  </a:lnTo>
                  <a:lnTo>
                    <a:pt x="344202" y="393596"/>
                  </a:lnTo>
                  <a:lnTo>
                    <a:pt x="344368" y="395846"/>
                  </a:lnTo>
                  <a:lnTo>
                    <a:pt x="344522" y="398095"/>
                  </a:lnTo>
                  <a:lnTo>
                    <a:pt x="344665" y="400344"/>
                  </a:lnTo>
                  <a:lnTo>
                    <a:pt x="344800" y="402593"/>
                  </a:lnTo>
                  <a:lnTo>
                    <a:pt x="344927" y="404842"/>
                  </a:lnTo>
                  <a:lnTo>
                    <a:pt x="345042" y="407091"/>
                  </a:lnTo>
                  <a:lnTo>
                    <a:pt x="345151" y="409340"/>
                  </a:lnTo>
                  <a:lnTo>
                    <a:pt x="345253" y="411589"/>
                  </a:lnTo>
                  <a:lnTo>
                    <a:pt x="345346" y="413839"/>
                  </a:lnTo>
                  <a:lnTo>
                    <a:pt x="345432" y="416088"/>
                  </a:lnTo>
                  <a:lnTo>
                    <a:pt x="345513" y="418337"/>
                  </a:lnTo>
                  <a:lnTo>
                    <a:pt x="345587" y="420586"/>
                  </a:lnTo>
                  <a:lnTo>
                    <a:pt x="345655" y="422835"/>
                  </a:lnTo>
                  <a:lnTo>
                    <a:pt x="345718" y="425084"/>
                  </a:lnTo>
                  <a:lnTo>
                    <a:pt x="345778" y="427333"/>
                  </a:lnTo>
                  <a:lnTo>
                    <a:pt x="345830" y="429582"/>
                  </a:lnTo>
                  <a:lnTo>
                    <a:pt x="345879" y="431832"/>
                  </a:lnTo>
                  <a:lnTo>
                    <a:pt x="345925" y="434081"/>
                  </a:lnTo>
                  <a:lnTo>
                    <a:pt x="345966" y="436330"/>
                  </a:lnTo>
                  <a:lnTo>
                    <a:pt x="346003" y="438579"/>
                  </a:lnTo>
                  <a:lnTo>
                    <a:pt x="346037" y="440828"/>
                  </a:lnTo>
                  <a:lnTo>
                    <a:pt x="346068" y="443077"/>
                  </a:lnTo>
                  <a:lnTo>
                    <a:pt x="346095" y="445326"/>
                  </a:lnTo>
                  <a:lnTo>
                    <a:pt x="346120" y="447575"/>
                  </a:lnTo>
                  <a:lnTo>
                    <a:pt x="346142" y="449825"/>
                  </a:lnTo>
                  <a:lnTo>
                    <a:pt x="346161" y="452074"/>
                  </a:lnTo>
                  <a:lnTo>
                    <a:pt x="346176" y="454323"/>
                  </a:lnTo>
                  <a:lnTo>
                    <a:pt x="346190" y="456572"/>
                  </a:lnTo>
                  <a:lnTo>
                    <a:pt x="346202" y="458821"/>
                  </a:lnTo>
                  <a:lnTo>
                    <a:pt x="346209" y="461070"/>
                  </a:lnTo>
                  <a:lnTo>
                    <a:pt x="346215" y="463319"/>
                  </a:lnTo>
                  <a:lnTo>
                    <a:pt x="346219" y="465568"/>
                  </a:lnTo>
                  <a:lnTo>
                    <a:pt x="346219" y="467818"/>
                  </a:lnTo>
                  <a:lnTo>
                    <a:pt x="346217" y="470067"/>
                  </a:lnTo>
                  <a:lnTo>
                    <a:pt x="346213" y="472316"/>
                  </a:lnTo>
                  <a:lnTo>
                    <a:pt x="346206" y="474565"/>
                  </a:lnTo>
                  <a:lnTo>
                    <a:pt x="346195" y="476814"/>
                  </a:lnTo>
                  <a:lnTo>
                    <a:pt x="346182" y="479063"/>
                  </a:lnTo>
                  <a:lnTo>
                    <a:pt x="346166" y="481312"/>
                  </a:lnTo>
                  <a:lnTo>
                    <a:pt x="346147" y="483561"/>
                  </a:lnTo>
                  <a:lnTo>
                    <a:pt x="346124" y="485811"/>
                  </a:lnTo>
                  <a:lnTo>
                    <a:pt x="346099" y="488060"/>
                  </a:lnTo>
                  <a:lnTo>
                    <a:pt x="346070" y="490309"/>
                  </a:lnTo>
                  <a:lnTo>
                    <a:pt x="346037" y="492558"/>
                  </a:lnTo>
                  <a:lnTo>
                    <a:pt x="346000" y="494807"/>
                  </a:lnTo>
                  <a:lnTo>
                    <a:pt x="345961" y="497056"/>
                  </a:lnTo>
                  <a:lnTo>
                    <a:pt x="345916" y="499305"/>
                  </a:lnTo>
                  <a:lnTo>
                    <a:pt x="345867" y="501554"/>
                  </a:lnTo>
                  <a:lnTo>
                    <a:pt x="345815" y="503804"/>
                  </a:lnTo>
                  <a:lnTo>
                    <a:pt x="345758" y="506053"/>
                  </a:lnTo>
                  <a:lnTo>
                    <a:pt x="345695" y="508302"/>
                  </a:lnTo>
                  <a:lnTo>
                    <a:pt x="345629" y="510551"/>
                  </a:lnTo>
                  <a:lnTo>
                    <a:pt x="345558" y="512800"/>
                  </a:lnTo>
                  <a:lnTo>
                    <a:pt x="345481" y="515049"/>
                  </a:lnTo>
                  <a:lnTo>
                    <a:pt x="345399" y="517298"/>
                  </a:lnTo>
                  <a:lnTo>
                    <a:pt x="345314" y="519547"/>
                  </a:lnTo>
                  <a:lnTo>
                    <a:pt x="345221" y="521797"/>
                  </a:lnTo>
                  <a:lnTo>
                    <a:pt x="345124" y="524046"/>
                  </a:lnTo>
                  <a:lnTo>
                    <a:pt x="345021" y="526295"/>
                  </a:lnTo>
                  <a:lnTo>
                    <a:pt x="344914" y="528544"/>
                  </a:lnTo>
                  <a:lnTo>
                    <a:pt x="344799" y="530793"/>
                  </a:lnTo>
                  <a:lnTo>
                    <a:pt x="344680" y="533042"/>
                  </a:lnTo>
                  <a:lnTo>
                    <a:pt x="344557" y="535291"/>
                  </a:lnTo>
                  <a:lnTo>
                    <a:pt x="344427" y="537540"/>
                  </a:lnTo>
                  <a:lnTo>
                    <a:pt x="344292" y="539790"/>
                  </a:lnTo>
                  <a:lnTo>
                    <a:pt x="344152" y="542039"/>
                  </a:lnTo>
                  <a:lnTo>
                    <a:pt x="344008" y="544288"/>
                  </a:lnTo>
                  <a:lnTo>
                    <a:pt x="343858" y="546537"/>
                  </a:lnTo>
                  <a:lnTo>
                    <a:pt x="343705" y="548786"/>
                  </a:lnTo>
                  <a:lnTo>
                    <a:pt x="343547" y="551035"/>
                  </a:lnTo>
                  <a:lnTo>
                    <a:pt x="343385" y="553284"/>
                  </a:lnTo>
                  <a:lnTo>
                    <a:pt x="343220" y="555533"/>
                  </a:lnTo>
                  <a:lnTo>
                    <a:pt x="343052" y="557783"/>
                  </a:lnTo>
                  <a:lnTo>
                    <a:pt x="342881" y="560032"/>
                  </a:lnTo>
                  <a:lnTo>
                    <a:pt x="342708" y="562281"/>
                  </a:lnTo>
                  <a:lnTo>
                    <a:pt x="342533" y="564530"/>
                  </a:lnTo>
                  <a:lnTo>
                    <a:pt x="342357" y="566779"/>
                  </a:lnTo>
                  <a:lnTo>
                    <a:pt x="342180" y="569028"/>
                  </a:lnTo>
                  <a:lnTo>
                    <a:pt x="342004" y="571277"/>
                  </a:lnTo>
                  <a:lnTo>
                    <a:pt x="341827" y="573526"/>
                  </a:lnTo>
                  <a:lnTo>
                    <a:pt x="341652" y="575776"/>
                  </a:lnTo>
                  <a:lnTo>
                    <a:pt x="341479" y="578025"/>
                  </a:lnTo>
                  <a:lnTo>
                    <a:pt x="341307" y="580274"/>
                  </a:lnTo>
                  <a:lnTo>
                    <a:pt x="341139" y="582523"/>
                  </a:lnTo>
                  <a:lnTo>
                    <a:pt x="340975" y="584772"/>
                  </a:lnTo>
                  <a:lnTo>
                    <a:pt x="340815" y="587021"/>
                  </a:lnTo>
                  <a:lnTo>
                    <a:pt x="340660" y="589270"/>
                  </a:lnTo>
                  <a:lnTo>
                    <a:pt x="340511" y="591519"/>
                  </a:lnTo>
                  <a:lnTo>
                    <a:pt x="340369" y="593769"/>
                  </a:lnTo>
                  <a:lnTo>
                    <a:pt x="340233" y="596018"/>
                  </a:lnTo>
                  <a:lnTo>
                    <a:pt x="340103" y="598267"/>
                  </a:lnTo>
                  <a:lnTo>
                    <a:pt x="339985" y="600516"/>
                  </a:lnTo>
                  <a:lnTo>
                    <a:pt x="339873" y="602765"/>
                  </a:lnTo>
                  <a:lnTo>
                    <a:pt x="339770" y="605014"/>
                  </a:lnTo>
                  <a:lnTo>
                    <a:pt x="339678" y="607263"/>
                  </a:lnTo>
                  <a:lnTo>
                    <a:pt x="339597" y="609512"/>
                  </a:lnTo>
                  <a:lnTo>
                    <a:pt x="339525" y="611762"/>
                  </a:lnTo>
                  <a:lnTo>
                    <a:pt x="339463" y="614011"/>
                  </a:lnTo>
                  <a:lnTo>
                    <a:pt x="339415" y="616260"/>
                  </a:lnTo>
                  <a:lnTo>
                    <a:pt x="339377" y="618509"/>
                  </a:lnTo>
                  <a:lnTo>
                    <a:pt x="339348" y="620758"/>
                  </a:lnTo>
                  <a:lnTo>
                    <a:pt x="339334" y="623007"/>
                  </a:lnTo>
                  <a:lnTo>
                    <a:pt x="339332" y="625256"/>
                  </a:lnTo>
                  <a:lnTo>
                    <a:pt x="339339" y="627505"/>
                  </a:lnTo>
                  <a:lnTo>
                    <a:pt x="339358" y="629755"/>
                  </a:lnTo>
                  <a:lnTo>
                    <a:pt x="339390" y="632004"/>
                  </a:lnTo>
                  <a:lnTo>
                    <a:pt x="339432" y="634253"/>
                  </a:lnTo>
                  <a:lnTo>
                    <a:pt x="339482" y="636502"/>
                  </a:lnTo>
                  <a:lnTo>
                    <a:pt x="339547" y="638751"/>
                  </a:lnTo>
                  <a:lnTo>
                    <a:pt x="339619" y="641000"/>
                  </a:lnTo>
                  <a:lnTo>
                    <a:pt x="339700" y="643249"/>
                  </a:lnTo>
                  <a:lnTo>
                    <a:pt x="339790" y="645499"/>
                  </a:lnTo>
                  <a:lnTo>
                    <a:pt x="339889" y="647748"/>
                  </a:lnTo>
                  <a:lnTo>
                    <a:pt x="339993" y="649997"/>
                  </a:lnTo>
                  <a:lnTo>
                    <a:pt x="340103" y="652246"/>
                  </a:lnTo>
                  <a:lnTo>
                    <a:pt x="340221" y="654495"/>
                  </a:lnTo>
                  <a:lnTo>
                    <a:pt x="340341" y="656744"/>
                  </a:lnTo>
                  <a:lnTo>
                    <a:pt x="340465" y="658993"/>
                  </a:lnTo>
                  <a:lnTo>
                    <a:pt x="340592" y="661242"/>
                  </a:lnTo>
                  <a:lnTo>
                    <a:pt x="340719" y="663492"/>
                  </a:lnTo>
                  <a:lnTo>
                    <a:pt x="340847" y="665741"/>
                  </a:lnTo>
                  <a:lnTo>
                    <a:pt x="340974" y="667990"/>
                  </a:lnTo>
                  <a:lnTo>
                    <a:pt x="341097" y="670239"/>
                  </a:lnTo>
                  <a:lnTo>
                    <a:pt x="341218" y="672488"/>
                  </a:lnTo>
                  <a:lnTo>
                    <a:pt x="341335" y="674737"/>
                  </a:lnTo>
                  <a:lnTo>
                    <a:pt x="341445" y="676986"/>
                  </a:lnTo>
                  <a:lnTo>
                    <a:pt x="341547" y="679235"/>
                  </a:lnTo>
                  <a:lnTo>
                    <a:pt x="341642" y="681485"/>
                  </a:lnTo>
                  <a:lnTo>
                    <a:pt x="341729" y="683734"/>
                  </a:lnTo>
                  <a:lnTo>
                    <a:pt x="341801" y="685983"/>
                  </a:lnTo>
                  <a:lnTo>
                    <a:pt x="341864" y="688232"/>
                  </a:lnTo>
                  <a:lnTo>
                    <a:pt x="341916" y="690481"/>
                  </a:lnTo>
                  <a:lnTo>
                    <a:pt x="341951" y="692730"/>
                  </a:lnTo>
                  <a:lnTo>
                    <a:pt x="341971" y="694979"/>
                  </a:lnTo>
                  <a:lnTo>
                    <a:pt x="341977" y="697228"/>
                  </a:lnTo>
                  <a:lnTo>
                    <a:pt x="341967" y="699478"/>
                  </a:lnTo>
                  <a:lnTo>
                    <a:pt x="341935" y="701727"/>
                  </a:lnTo>
                  <a:lnTo>
                    <a:pt x="341888" y="703976"/>
                  </a:lnTo>
                  <a:lnTo>
                    <a:pt x="341881" y="704207"/>
                  </a:lnTo>
                  <a:lnTo>
                    <a:pt x="341825" y="706225"/>
                  </a:lnTo>
                  <a:lnTo>
                    <a:pt x="341736" y="708474"/>
                  </a:lnTo>
                  <a:lnTo>
                    <a:pt x="341628" y="710723"/>
                  </a:lnTo>
                  <a:lnTo>
                    <a:pt x="341504" y="712972"/>
                  </a:lnTo>
                  <a:lnTo>
                    <a:pt x="341357" y="715221"/>
                  </a:lnTo>
                  <a:lnTo>
                    <a:pt x="341186" y="717471"/>
                  </a:lnTo>
                  <a:lnTo>
                    <a:pt x="340998" y="719720"/>
                  </a:lnTo>
                  <a:lnTo>
                    <a:pt x="340791" y="721969"/>
                  </a:lnTo>
                  <a:lnTo>
                    <a:pt x="340555" y="724218"/>
                  </a:lnTo>
                  <a:lnTo>
                    <a:pt x="340302" y="726467"/>
                  </a:lnTo>
                  <a:lnTo>
                    <a:pt x="340032" y="728716"/>
                  </a:lnTo>
                  <a:lnTo>
                    <a:pt x="339737" y="730965"/>
                  </a:lnTo>
                  <a:lnTo>
                    <a:pt x="339422" y="733214"/>
                  </a:lnTo>
                  <a:lnTo>
                    <a:pt x="339092" y="735464"/>
                  </a:lnTo>
                  <a:lnTo>
                    <a:pt x="338744" y="737713"/>
                  </a:lnTo>
                  <a:lnTo>
                    <a:pt x="338373" y="739962"/>
                  </a:lnTo>
                  <a:lnTo>
                    <a:pt x="337988" y="742211"/>
                  </a:lnTo>
                  <a:lnTo>
                    <a:pt x="337590" y="744460"/>
                  </a:lnTo>
                  <a:lnTo>
                    <a:pt x="337174" y="746709"/>
                  </a:lnTo>
                  <a:lnTo>
                    <a:pt x="336746" y="748958"/>
                  </a:lnTo>
                  <a:lnTo>
                    <a:pt x="336307" y="751207"/>
                  </a:lnTo>
                  <a:lnTo>
                    <a:pt x="335858" y="753457"/>
                  </a:lnTo>
                  <a:lnTo>
                    <a:pt x="335397" y="755706"/>
                  </a:lnTo>
                  <a:lnTo>
                    <a:pt x="334931" y="757955"/>
                  </a:lnTo>
                  <a:lnTo>
                    <a:pt x="334460" y="760204"/>
                  </a:lnTo>
                  <a:lnTo>
                    <a:pt x="333985" y="762453"/>
                  </a:lnTo>
                  <a:lnTo>
                    <a:pt x="333508" y="764702"/>
                  </a:lnTo>
                  <a:lnTo>
                    <a:pt x="333031" y="766951"/>
                  </a:lnTo>
                  <a:lnTo>
                    <a:pt x="332556" y="769200"/>
                  </a:lnTo>
                  <a:lnTo>
                    <a:pt x="332088" y="771450"/>
                  </a:lnTo>
                  <a:lnTo>
                    <a:pt x="331626" y="773699"/>
                  </a:lnTo>
                  <a:lnTo>
                    <a:pt x="331172" y="775948"/>
                  </a:lnTo>
                  <a:lnTo>
                    <a:pt x="330735" y="778197"/>
                  </a:lnTo>
                  <a:lnTo>
                    <a:pt x="330311" y="780446"/>
                  </a:lnTo>
                  <a:lnTo>
                    <a:pt x="329903" y="782695"/>
                  </a:lnTo>
                  <a:lnTo>
                    <a:pt x="329518" y="784944"/>
                  </a:lnTo>
                  <a:lnTo>
                    <a:pt x="329161" y="787193"/>
                  </a:lnTo>
                  <a:lnTo>
                    <a:pt x="328827" y="789443"/>
                  </a:lnTo>
                  <a:lnTo>
                    <a:pt x="328520" y="791692"/>
                  </a:lnTo>
                  <a:lnTo>
                    <a:pt x="328261" y="793941"/>
                  </a:lnTo>
                  <a:lnTo>
                    <a:pt x="328035" y="796190"/>
                  </a:lnTo>
                  <a:lnTo>
                    <a:pt x="327845" y="798439"/>
                  </a:lnTo>
                  <a:lnTo>
                    <a:pt x="327709" y="800688"/>
                  </a:lnTo>
                  <a:lnTo>
                    <a:pt x="327629" y="802937"/>
                  </a:lnTo>
                  <a:lnTo>
                    <a:pt x="327596" y="805186"/>
                  </a:lnTo>
                  <a:lnTo>
                    <a:pt x="327618" y="807436"/>
                  </a:lnTo>
                  <a:lnTo>
                    <a:pt x="327726" y="809685"/>
                  </a:lnTo>
                  <a:lnTo>
                    <a:pt x="327895" y="811934"/>
                  </a:lnTo>
                  <a:lnTo>
                    <a:pt x="328127" y="814183"/>
                  </a:lnTo>
                  <a:lnTo>
                    <a:pt x="328458" y="816432"/>
                  </a:lnTo>
                  <a:lnTo>
                    <a:pt x="328879" y="818681"/>
                  </a:lnTo>
                  <a:lnTo>
                    <a:pt x="329377" y="820930"/>
                  </a:lnTo>
                  <a:lnTo>
                    <a:pt x="329971" y="823179"/>
                  </a:lnTo>
                  <a:lnTo>
                    <a:pt x="330698" y="825429"/>
                  </a:lnTo>
                  <a:lnTo>
                    <a:pt x="331519" y="827678"/>
                  </a:lnTo>
                  <a:lnTo>
                    <a:pt x="332436" y="829927"/>
                  </a:lnTo>
                  <a:lnTo>
                    <a:pt x="333514" y="832176"/>
                  </a:lnTo>
                  <a:lnTo>
                    <a:pt x="334717" y="834425"/>
                  </a:lnTo>
                  <a:lnTo>
                    <a:pt x="336033" y="836674"/>
                  </a:lnTo>
                  <a:lnTo>
                    <a:pt x="337498" y="838923"/>
                  </a:lnTo>
                  <a:lnTo>
                    <a:pt x="339143" y="841172"/>
                  </a:lnTo>
                  <a:lnTo>
                    <a:pt x="340919" y="843422"/>
                  </a:lnTo>
                  <a:lnTo>
                    <a:pt x="342829" y="845671"/>
                  </a:lnTo>
                  <a:lnTo>
                    <a:pt x="344969" y="847920"/>
                  </a:lnTo>
                  <a:lnTo>
                    <a:pt x="347264" y="850169"/>
                  </a:lnTo>
                  <a:lnTo>
                    <a:pt x="349708" y="852418"/>
                  </a:lnTo>
                  <a:lnTo>
                    <a:pt x="352356" y="854667"/>
                  </a:lnTo>
                  <a:lnTo>
                    <a:pt x="355221" y="856916"/>
                  </a:lnTo>
                  <a:lnTo>
                    <a:pt x="358249" y="859165"/>
                  </a:lnTo>
                  <a:lnTo>
                    <a:pt x="361445" y="861415"/>
                  </a:lnTo>
                  <a:lnTo>
                    <a:pt x="364921" y="863664"/>
                  </a:lnTo>
                  <a:lnTo>
                    <a:pt x="368569" y="865913"/>
                  </a:lnTo>
                  <a:lnTo>
                    <a:pt x="372389" y="868162"/>
                  </a:lnTo>
                  <a:lnTo>
                    <a:pt x="376453" y="870411"/>
                  </a:lnTo>
                  <a:lnTo>
                    <a:pt x="380741" y="872660"/>
                  </a:lnTo>
                  <a:lnTo>
                    <a:pt x="385202" y="874909"/>
                  </a:lnTo>
                  <a:lnTo>
                    <a:pt x="389854" y="877158"/>
                  </a:lnTo>
                  <a:lnTo>
                    <a:pt x="394778" y="879408"/>
                  </a:lnTo>
                  <a:lnTo>
                    <a:pt x="399870" y="881657"/>
                  </a:lnTo>
                  <a:lnTo>
                    <a:pt x="405127" y="883906"/>
                  </a:lnTo>
                  <a:lnTo>
                    <a:pt x="410622" y="886155"/>
                  </a:lnTo>
                  <a:lnTo>
                    <a:pt x="416303" y="888404"/>
                  </a:lnTo>
                  <a:lnTo>
                    <a:pt x="422132" y="890653"/>
                  </a:lnTo>
                  <a:lnTo>
                    <a:pt x="428130" y="892902"/>
                  </a:lnTo>
                  <a:lnTo>
                    <a:pt x="434327" y="895151"/>
                  </a:lnTo>
                  <a:lnTo>
                    <a:pt x="440645" y="897401"/>
                  </a:lnTo>
                  <a:lnTo>
                    <a:pt x="447079" y="899650"/>
                  </a:lnTo>
                  <a:lnTo>
                    <a:pt x="453673" y="901899"/>
                  </a:lnTo>
                  <a:lnTo>
                    <a:pt x="460363" y="904148"/>
                  </a:lnTo>
                  <a:lnTo>
                    <a:pt x="467129" y="906397"/>
                  </a:lnTo>
                  <a:lnTo>
                    <a:pt x="473976" y="908646"/>
                  </a:lnTo>
                  <a:lnTo>
                    <a:pt x="480887" y="910895"/>
                  </a:lnTo>
                  <a:lnTo>
                    <a:pt x="487825" y="913144"/>
                  </a:lnTo>
                  <a:lnTo>
                    <a:pt x="494783" y="915394"/>
                  </a:lnTo>
                  <a:lnTo>
                    <a:pt x="501735" y="917643"/>
                  </a:lnTo>
                  <a:lnTo>
                    <a:pt x="508657" y="919892"/>
                  </a:lnTo>
                  <a:lnTo>
                    <a:pt x="515541" y="922141"/>
                  </a:lnTo>
                  <a:lnTo>
                    <a:pt x="522351" y="924390"/>
                  </a:lnTo>
                  <a:lnTo>
                    <a:pt x="529049" y="926639"/>
                  </a:lnTo>
                  <a:lnTo>
                    <a:pt x="535645" y="928888"/>
                  </a:lnTo>
                  <a:lnTo>
                    <a:pt x="542129" y="931137"/>
                  </a:lnTo>
                  <a:lnTo>
                    <a:pt x="548381" y="933387"/>
                  </a:lnTo>
                  <a:lnTo>
                    <a:pt x="554469" y="935636"/>
                  </a:lnTo>
                  <a:lnTo>
                    <a:pt x="560383" y="937885"/>
                  </a:lnTo>
                  <a:lnTo>
                    <a:pt x="566025" y="940134"/>
                  </a:lnTo>
                  <a:lnTo>
                    <a:pt x="571385" y="942383"/>
                  </a:lnTo>
                  <a:lnTo>
                    <a:pt x="576511" y="944632"/>
                  </a:lnTo>
                  <a:lnTo>
                    <a:pt x="581369" y="946881"/>
                  </a:lnTo>
                  <a:lnTo>
                    <a:pt x="585799" y="949130"/>
                  </a:lnTo>
                  <a:lnTo>
                    <a:pt x="589942" y="951380"/>
                  </a:lnTo>
                  <a:lnTo>
                    <a:pt x="593790" y="953629"/>
                  </a:lnTo>
                  <a:lnTo>
                    <a:pt x="597180" y="955878"/>
                  </a:lnTo>
                  <a:lnTo>
                    <a:pt x="600174" y="958127"/>
                  </a:lnTo>
                  <a:lnTo>
                    <a:pt x="602834" y="960376"/>
                  </a:lnTo>
                  <a:lnTo>
                    <a:pt x="605094" y="962625"/>
                  </a:lnTo>
                  <a:lnTo>
                    <a:pt x="606817" y="964874"/>
                  </a:lnTo>
                  <a:lnTo>
                    <a:pt x="608180" y="967123"/>
                  </a:lnTo>
                  <a:lnTo>
                    <a:pt x="609179" y="969373"/>
                  </a:lnTo>
                  <a:lnTo>
                    <a:pt x="609607" y="971622"/>
                  </a:lnTo>
                  <a:lnTo>
                    <a:pt x="609612" y="973032"/>
                  </a:lnTo>
                  <a:lnTo>
                    <a:pt x="609615" y="973871"/>
                  </a:lnTo>
                  <a:lnTo>
                    <a:pt x="609253" y="976120"/>
                  </a:lnTo>
                  <a:lnTo>
                    <a:pt x="608430" y="978369"/>
                  </a:lnTo>
                  <a:lnTo>
                    <a:pt x="607079" y="980618"/>
                  </a:lnTo>
                  <a:lnTo>
                    <a:pt x="605369" y="982867"/>
                  </a:lnTo>
                  <a:lnTo>
                    <a:pt x="603302" y="985116"/>
                  </a:lnTo>
                  <a:lnTo>
                    <a:pt x="600667" y="987366"/>
                  </a:lnTo>
                  <a:lnTo>
                    <a:pt x="597677" y="989615"/>
                  </a:lnTo>
                  <a:lnTo>
                    <a:pt x="594359" y="991864"/>
                  </a:lnTo>
                  <a:lnTo>
                    <a:pt x="590619" y="994113"/>
                  </a:lnTo>
                  <a:lnTo>
                    <a:pt x="586468" y="996362"/>
                  </a:lnTo>
                  <a:lnTo>
                    <a:pt x="582030" y="998611"/>
                  </a:lnTo>
                  <a:lnTo>
                    <a:pt x="577309" y="1000860"/>
                  </a:lnTo>
                  <a:lnTo>
                    <a:pt x="572157" y="1003109"/>
                  </a:lnTo>
                  <a:lnTo>
                    <a:pt x="566772" y="1005359"/>
                  </a:lnTo>
                  <a:lnTo>
                    <a:pt x="561161" y="1007608"/>
                  </a:lnTo>
                  <a:lnTo>
                    <a:pt x="555260" y="1009857"/>
                  </a:lnTo>
                  <a:lnTo>
                    <a:pt x="549126" y="1012106"/>
                  </a:lnTo>
                  <a:lnTo>
                    <a:pt x="542828" y="1014355"/>
                  </a:lnTo>
                  <a:lnTo>
                    <a:pt x="536362" y="1016604"/>
                  </a:lnTo>
                  <a:lnTo>
                    <a:pt x="529695" y="1018853"/>
                  </a:lnTo>
                  <a:lnTo>
                    <a:pt x="522927" y="1021102"/>
                  </a:lnTo>
                  <a:lnTo>
                    <a:pt x="516066" y="1023352"/>
                  </a:lnTo>
                  <a:lnTo>
                    <a:pt x="509101" y="1025601"/>
                  </a:lnTo>
                  <a:lnTo>
                    <a:pt x="502081" y="1027850"/>
                  </a:lnTo>
                  <a:lnTo>
                    <a:pt x="495031" y="1030099"/>
                  </a:lnTo>
                  <a:lnTo>
                    <a:pt x="487959" y="1032348"/>
                  </a:lnTo>
                  <a:lnTo>
                    <a:pt x="480895" y="1034597"/>
                  </a:lnTo>
                  <a:lnTo>
                    <a:pt x="473857" y="1036846"/>
                  </a:lnTo>
                  <a:lnTo>
                    <a:pt x="466851" y="1039095"/>
                  </a:lnTo>
                  <a:lnTo>
                    <a:pt x="459923" y="1041345"/>
                  </a:lnTo>
                  <a:lnTo>
                    <a:pt x="453077" y="1043594"/>
                  </a:lnTo>
                  <a:lnTo>
                    <a:pt x="446309" y="1045843"/>
                  </a:lnTo>
                  <a:lnTo>
                    <a:pt x="439652" y="1048092"/>
                  </a:lnTo>
                  <a:lnTo>
                    <a:pt x="433148" y="1050341"/>
                  </a:lnTo>
                  <a:lnTo>
                    <a:pt x="426759" y="1052590"/>
                  </a:lnTo>
                  <a:lnTo>
                    <a:pt x="420491" y="1054839"/>
                  </a:lnTo>
                  <a:lnTo>
                    <a:pt x="414437" y="1057088"/>
                  </a:lnTo>
                  <a:lnTo>
                    <a:pt x="408535" y="1059338"/>
                  </a:lnTo>
                  <a:lnTo>
                    <a:pt x="402778" y="1061587"/>
                  </a:lnTo>
                  <a:lnTo>
                    <a:pt x="397219" y="1063836"/>
                  </a:lnTo>
                  <a:lnTo>
                    <a:pt x="391876" y="1066085"/>
                  </a:lnTo>
                  <a:lnTo>
                    <a:pt x="386693" y="1068334"/>
                  </a:lnTo>
                  <a:lnTo>
                    <a:pt x="381673" y="1070583"/>
                  </a:lnTo>
                  <a:lnTo>
                    <a:pt x="376930" y="1072832"/>
                  </a:lnTo>
                  <a:lnTo>
                    <a:pt x="372352" y="1075081"/>
                  </a:lnTo>
                  <a:lnTo>
                    <a:pt x="367940" y="1077331"/>
                  </a:lnTo>
                  <a:lnTo>
                    <a:pt x="363758" y="1079580"/>
                  </a:lnTo>
                  <a:lnTo>
                    <a:pt x="359790" y="1081829"/>
                  </a:lnTo>
                  <a:lnTo>
                    <a:pt x="355983" y="1084078"/>
                  </a:lnTo>
                  <a:lnTo>
                    <a:pt x="352352" y="1086327"/>
                  </a:lnTo>
                  <a:lnTo>
                    <a:pt x="348972" y="1088576"/>
                  </a:lnTo>
                  <a:lnTo>
                    <a:pt x="345746" y="1090825"/>
                  </a:lnTo>
                  <a:lnTo>
                    <a:pt x="342671" y="1093074"/>
                  </a:lnTo>
                  <a:lnTo>
                    <a:pt x="339812" y="1095324"/>
                  </a:lnTo>
                  <a:lnTo>
                    <a:pt x="337125" y="1097573"/>
                  </a:lnTo>
                  <a:lnTo>
                    <a:pt x="334575" y="1099822"/>
                  </a:lnTo>
                  <a:lnTo>
                    <a:pt x="332181" y="1102071"/>
                  </a:lnTo>
                  <a:lnTo>
                    <a:pt x="329981" y="1104320"/>
                  </a:lnTo>
                  <a:lnTo>
                    <a:pt x="327902" y="1106569"/>
                  </a:lnTo>
                  <a:lnTo>
                    <a:pt x="325942" y="1108818"/>
                  </a:lnTo>
                  <a:lnTo>
                    <a:pt x="324155" y="1111067"/>
                  </a:lnTo>
                  <a:lnTo>
                    <a:pt x="322489" y="1113317"/>
                  </a:lnTo>
                  <a:lnTo>
                    <a:pt x="320923" y="1115566"/>
                  </a:lnTo>
                  <a:lnTo>
                    <a:pt x="319478" y="1117815"/>
                  </a:lnTo>
                  <a:lnTo>
                    <a:pt x="318164" y="1120064"/>
                  </a:lnTo>
                  <a:lnTo>
                    <a:pt x="316934" y="1122313"/>
                  </a:lnTo>
                  <a:lnTo>
                    <a:pt x="315786" y="1124562"/>
                  </a:lnTo>
                  <a:lnTo>
                    <a:pt x="314762" y="1126811"/>
                  </a:lnTo>
                  <a:lnTo>
                    <a:pt x="313811" y="1129060"/>
                  </a:lnTo>
                  <a:lnTo>
                    <a:pt x="312927" y="1131310"/>
                  </a:lnTo>
                  <a:lnTo>
                    <a:pt x="312126" y="1133559"/>
                  </a:lnTo>
                  <a:lnTo>
                    <a:pt x="311403" y="1135808"/>
                  </a:lnTo>
                  <a:lnTo>
                    <a:pt x="310734" y="1138057"/>
                  </a:lnTo>
                  <a:lnTo>
                    <a:pt x="310115" y="1140306"/>
                  </a:lnTo>
                  <a:lnTo>
                    <a:pt x="309575" y="1142555"/>
                  </a:lnTo>
                  <a:lnTo>
                    <a:pt x="309075" y="1144804"/>
                  </a:lnTo>
                  <a:lnTo>
                    <a:pt x="308615" y="1147053"/>
                  </a:lnTo>
                  <a:lnTo>
                    <a:pt x="308206" y="1149303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1658042" y="7727667"/>
              <a:ext cx="609615" cy="1720843"/>
            </a:xfrm>
            <a:custGeom>
              <a:avLst/>
              <a:pathLst>
                <a:path w="609615" h="1720843">
                  <a:moveTo>
                    <a:pt x="302572" y="1720843"/>
                  </a:moveTo>
                  <a:lnTo>
                    <a:pt x="302443" y="1717475"/>
                  </a:lnTo>
                  <a:lnTo>
                    <a:pt x="302303" y="1714107"/>
                  </a:lnTo>
                  <a:lnTo>
                    <a:pt x="302161" y="1710740"/>
                  </a:lnTo>
                  <a:lnTo>
                    <a:pt x="302007" y="1707372"/>
                  </a:lnTo>
                  <a:lnTo>
                    <a:pt x="301849" y="1704005"/>
                  </a:lnTo>
                  <a:lnTo>
                    <a:pt x="301681" y="1700637"/>
                  </a:lnTo>
                  <a:lnTo>
                    <a:pt x="301506" y="1697269"/>
                  </a:lnTo>
                  <a:lnTo>
                    <a:pt x="301322" y="1693902"/>
                  </a:lnTo>
                  <a:lnTo>
                    <a:pt x="301128" y="1690534"/>
                  </a:lnTo>
                  <a:lnTo>
                    <a:pt x="300928" y="1687167"/>
                  </a:lnTo>
                  <a:lnTo>
                    <a:pt x="300713" y="1683799"/>
                  </a:lnTo>
                  <a:lnTo>
                    <a:pt x="300495" y="1680431"/>
                  </a:lnTo>
                  <a:lnTo>
                    <a:pt x="300258" y="1677064"/>
                  </a:lnTo>
                  <a:lnTo>
                    <a:pt x="300018" y="1673696"/>
                  </a:lnTo>
                  <a:lnTo>
                    <a:pt x="299761" y="1670329"/>
                  </a:lnTo>
                  <a:lnTo>
                    <a:pt x="299496" y="1666961"/>
                  </a:lnTo>
                  <a:lnTo>
                    <a:pt x="299217" y="1663593"/>
                  </a:lnTo>
                  <a:lnTo>
                    <a:pt x="298926" y="1660226"/>
                  </a:lnTo>
                  <a:lnTo>
                    <a:pt x="298624" y="1656858"/>
                  </a:lnTo>
                  <a:lnTo>
                    <a:pt x="298305" y="1653491"/>
                  </a:lnTo>
                  <a:lnTo>
                    <a:pt x="297978" y="1650123"/>
                  </a:lnTo>
                  <a:lnTo>
                    <a:pt x="297629" y="1646755"/>
                  </a:lnTo>
                  <a:lnTo>
                    <a:pt x="297275" y="1643388"/>
                  </a:lnTo>
                  <a:lnTo>
                    <a:pt x="296895" y="1640020"/>
                  </a:lnTo>
                  <a:lnTo>
                    <a:pt x="296508" y="1636653"/>
                  </a:lnTo>
                  <a:lnTo>
                    <a:pt x="296099" y="1633285"/>
                  </a:lnTo>
                  <a:lnTo>
                    <a:pt x="295677" y="1629917"/>
                  </a:lnTo>
                  <a:lnTo>
                    <a:pt x="295237" y="1626550"/>
                  </a:lnTo>
                  <a:lnTo>
                    <a:pt x="294778" y="1623182"/>
                  </a:lnTo>
                  <a:lnTo>
                    <a:pt x="294305" y="1619815"/>
                  </a:lnTo>
                  <a:lnTo>
                    <a:pt x="293807" y="1616447"/>
                  </a:lnTo>
                  <a:lnTo>
                    <a:pt x="293300" y="1613079"/>
                  </a:lnTo>
                  <a:lnTo>
                    <a:pt x="292760" y="1609712"/>
                  </a:lnTo>
                  <a:lnTo>
                    <a:pt x="292213" y="1606344"/>
                  </a:lnTo>
                  <a:lnTo>
                    <a:pt x="291633" y="1602977"/>
                  </a:lnTo>
                  <a:lnTo>
                    <a:pt x="291041" y="1599609"/>
                  </a:lnTo>
                  <a:lnTo>
                    <a:pt x="290421" y="1596241"/>
                  </a:lnTo>
                  <a:lnTo>
                    <a:pt x="289783" y="1592874"/>
                  </a:lnTo>
                  <a:lnTo>
                    <a:pt x="289122" y="1589506"/>
                  </a:lnTo>
                  <a:lnTo>
                    <a:pt x="288434" y="1586139"/>
                  </a:lnTo>
                  <a:lnTo>
                    <a:pt x="287730" y="1582771"/>
                  </a:lnTo>
                  <a:lnTo>
                    <a:pt x="286991" y="1579403"/>
                  </a:lnTo>
                  <a:lnTo>
                    <a:pt x="286243" y="1576036"/>
                  </a:lnTo>
                  <a:lnTo>
                    <a:pt x="285449" y="1572668"/>
                  </a:lnTo>
                  <a:lnTo>
                    <a:pt x="284647" y="1569301"/>
                  </a:lnTo>
                  <a:lnTo>
                    <a:pt x="283805" y="1565933"/>
                  </a:lnTo>
                  <a:lnTo>
                    <a:pt x="282946" y="1562565"/>
                  </a:lnTo>
                  <a:lnTo>
                    <a:pt x="282055" y="1559198"/>
                  </a:lnTo>
                  <a:lnTo>
                    <a:pt x="281137" y="1555830"/>
                  </a:lnTo>
                  <a:lnTo>
                    <a:pt x="280195" y="1552463"/>
                  </a:lnTo>
                  <a:lnTo>
                    <a:pt x="279216" y="1549095"/>
                  </a:lnTo>
                  <a:lnTo>
                    <a:pt x="278222" y="1545727"/>
                  </a:lnTo>
                  <a:lnTo>
                    <a:pt x="277180" y="1542360"/>
                  </a:lnTo>
                  <a:lnTo>
                    <a:pt x="276129" y="1538992"/>
                  </a:lnTo>
                  <a:lnTo>
                    <a:pt x="275026" y="1535625"/>
                  </a:lnTo>
                  <a:lnTo>
                    <a:pt x="273911" y="1532257"/>
                  </a:lnTo>
                  <a:lnTo>
                    <a:pt x="272751" y="1528889"/>
                  </a:lnTo>
                  <a:lnTo>
                    <a:pt x="271569" y="1525522"/>
                  </a:lnTo>
                  <a:lnTo>
                    <a:pt x="270353" y="1522154"/>
                  </a:lnTo>
                  <a:lnTo>
                    <a:pt x="269103" y="1518787"/>
                  </a:lnTo>
                  <a:lnTo>
                    <a:pt x="267828" y="1515419"/>
                  </a:lnTo>
                  <a:lnTo>
                    <a:pt x="266510" y="1512051"/>
                  </a:lnTo>
                  <a:lnTo>
                    <a:pt x="265177" y="1508684"/>
                  </a:lnTo>
                  <a:lnTo>
                    <a:pt x="263789" y="1505316"/>
                  </a:lnTo>
                  <a:lnTo>
                    <a:pt x="262390" y="1501949"/>
                  </a:lnTo>
                  <a:lnTo>
                    <a:pt x="260938" y="1498581"/>
                  </a:lnTo>
                  <a:lnTo>
                    <a:pt x="259469" y="1495213"/>
                  </a:lnTo>
                  <a:lnTo>
                    <a:pt x="257957" y="1491846"/>
                  </a:lnTo>
                  <a:lnTo>
                    <a:pt x="256418" y="1488478"/>
                  </a:lnTo>
                  <a:lnTo>
                    <a:pt x="254846" y="1485111"/>
                  </a:lnTo>
                  <a:lnTo>
                    <a:pt x="253236" y="1481743"/>
                  </a:lnTo>
                  <a:lnTo>
                    <a:pt x="251605" y="1478375"/>
                  </a:lnTo>
                  <a:lnTo>
                    <a:pt x="249925" y="1475008"/>
                  </a:lnTo>
                  <a:lnTo>
                    <a:pt x="248234" y="1471640"/>
                  </a:lnTo>
                  <a:lnTo>
                    <a:pt x="246486" y="1468273"/>
                  </a:lnTo>
                  <a:lnTo>
                    <a:pt x="244728" y="1464905"/>
                  </a:lnTo>
                  <a:lnTo>
                    <a:pt x="242920" y="1461537"/>
                  </a:lnTo>
                  <a:lnTo>
                    <a:pt x="241095" y="1458170"/>
                  </a:lnTo>
                  <a:lnTo>
                    <a:pt x="239231" y="1454802"/>
                  </a:lnTo>
                  <a:lnTo>
                    <a:pt x="237340" y="1451435"/>
                  </a:lnTo>
                  <a:lnTo>
                    <a:pt x="235421" y="1448067"/>
                  </a:lnTo>
                  <a:lnTo>
                    <a:pt x="233466" y="1444699"/>
                  </a:lnTo>
                  <a:lnTo>
                    <a:pt x="231494" y="1441332"/>
                  </a:lnTo>
                  <a:lnTo>
                    <a:pt x="229478" y="1437964"/>
                  </a:lnTo>
                  <a:lnTo>
                    <a:pt x="227453" y="1434597"/>
                  </a:lnTo>
                  <a:lnTo>
                    <a:pt x="225380" y="1431229"/>
                  </a:lnTo>
                  <a:lnTo>
                    <a:pt x="223298" y="1427861"/>
                  </a:lnTo>
                  <a:lnTo>
                    <a:pt x="221179" y="1424494"/>
                  </a:lnTo>
                  <a:lnTo>
                    <a:pt x="219043" y="1421126"/>
                  </a:lnTo>
                  <a:lnTo>
                    <a:pt x="216880" y="1417759"/>
                  </a:lnTo>
                  <a:lnTo>
                    <a:pt x="214693" y="1414391"/>
                  </a:lnTo>
                  <a:lnTo>
                    <a:pt x="212490" y="1411023"/>
                  </a:lnTo>
                  <a:lnTo>
                    <a:pt x="210258" y="1407656"/>
                  </a:lnTo>
                  <a:lnTo>
                    <a:pt x="208017" y="1404288"/>
                  </a:lnTo>
                  <a:lnTo>
                    <a:pt x="205744" y="1400921"/>
                  </a:lnTo>
                  <a:lnTo>
                    <a:pt x="203466" y="1397553"/>
                  </a:lnTo>
                  <a:lnTo>
                    <a:pt x="201160" y="1394185"/>
                  </a:lnTo>
                  <a:lnTo>
                    <a:pt x="198847" y="1390818"/>
                  </a:lnTo>
                  <a:lnTo>
                    <a:pt x="196516" y="1387450"/>
                  </a:lnTo>
                  <a:lnTo>
                    <a:pt x="194174" y="1384083"/>
                  </a:lnTo>
                  <a:lnTo>
                    <a:pt x="191820" y="1380715"/>
                  </a:lnTo>
                  <a:lnTo>
                    <a:pt x="189456" y="1377347"/>
                  </a:lnTo>
                  <a:lnTo>
                    <a:pt x="187084" y="1373980"/>
                  </a:lnTo>
                  <a:lnTo>
                    <a:pt x="184703" y="1370612"/>
                  </a:lnTo>
                  <a:lnTo>
                    <a:pt x="182319" y="1367245"/>
                  </a:lnTo>
                  <a:lnTo>
                    <a:pt x="179927" y="1363877"/>
                  </a:lnTo>
                  <a:lnTo>
                    <a:pt x="177534" y="1360509"/>
                  </a:lnTo>
                  <a:lnTo>
                    <a:pt x="175139" y="1357142"/>
                  </a:lnTo>
                  <a:lnTo>
                    <a:pt x="172745" y="1353774"/>
                  </a:lnTo>
                  <a:lnTo>
                    <a:pt x="170352" y="1350407"/>
                  </a:lnTo>
                  <a:lnTo>
                    <a:pt x="167962" y="1347039"/>
                  </a:lnTo>
                  <a:lnTo>
                    <a:pt x="165577" y="1343671"/>
                  </a:lnTo>
                  <a:lnTo>
                    <a:pt x="163199" y="1340304"/>
                  </a:lnTo>
                  <a:lnTo>
                    <a:pt x="160826" y="1336936"/>
                  </a:lnTo>
                  <a:lnTo>
                    <a:pt x="158468" y="1333569"/>
                  </a:lnTo>
                  <a:lnTo>
                    <a:pt x="156113" y="1330201"/>
                  </a:lnTo>
                  <a:lnTo>
                    <a:pt x="153781" y="1326833"/>
                  </a:lnTo>
                  <a:lnTo>
                    <a:pt x="151455" y="1323466"/>
                  </a:lnTo>
                  <a:lnTo>
                    <a:pt x="149151" y="1320098"/>
                  </a:lnTo>
                  <a:lnTo>
                    <a:pt x="146860" y="1316731"/>
                  </a:lnTo>
                  <a:lnTo>
                    <a:pt x="144591" y="1313363"/>
                  </a:lnTo>
                  <a:lnTo>
                    <a:pt x="142343" y="1309995"/>
                  </a:lnTo>
                  <a:lnTo>
                    <a:pt x="140112" y="1306628"/>
                  </a:lnTo>
                  <a:lnTo>
                    <a:pt x="137914" y="1303260"/>
                  </a:lnTo>
                  <a:lnTo>
                    <a:pt x="135727" y="1299893"/>
                  </a:lnTo>
                  <a:lnTo>
                    <a:pt x="133585" y="1296525"/>
                  </a:lnTo>
                  <a:lnTo>
                    <a:pt x="131453" y="1293157"/>
                  </a:lnTo>
                  <a:lnTo>
                    <a:pt x="129369" y="1289790"/>
                  </a:lnTo>
                  <a:lnTo>
                    <a:pt x="127302" y="1286422"/>
                  </a:lnTo>
                  <a:lnTo>
                    <a:pt x="125277" y="1283055"/>
                  </a:lnTo>
                  <a:lnTo>
                    <a:pt x="123280" y="1279687"/>
                  </a:lnTo>
                  <a:lnTo>
                    <a:pt x="121318" y="1276319"/>
                  </a:lnTo>
                  <a:lnTo>
                    <a:pt x="119398" y="1272952"/>
                  </a:lnTo>
                  <a:lnTo>
                    <a:pt x="117504" y="1269584"/>
                  </a:lnTo>
                  <a:lnTo>
                    <a:pt x="115666" y="1266217"/>
                  </a:lnTo>
                  <a:lnTo>
                    <a:pt x="113842" y="1262849"/>
                  </a:lnTo>
                  <a:lnTo>
                    <a:pt x="112091" y="1259481"/>
                  </a:lnTo>
                  <a:lnTo>
                    <a:pt x="110354" y="1256114"/>
                  </a:lnTo>
                  <a:lnTo>
                    <a:pt x="108683" y="1252746"/>
                  </a:lnTo>
                  <a:lnTo>
                    <a:pt x="107038" y="1249379"/>
                  </a:lnTo>
                  <a:lnTo>
                    <a:pt x="105447" y="1246011"/>
                  </a:lnTo>
                  <a:lnTo>
                    <a:pt x="103898" y="1242643"/>
                  </a:lnTo>
                  <a:lnTo>
                    <a:pt x="102391" y="1239276"/>
                  </a:lnTo>
                  <a:lnTo>
                    <a:pt x="100941" y="1235908"/>
                  </a:lnTo>
                  <a:lnTo>
                    <a:pt x="99519" y="1232541"/>
                  </a:lnTo>
                  <a:lnTo>
                    <a:pt x="98171" y="1229173"/>
                  </a:lnTo>
                  <a:lnTo>
                    <a:pt x="96838" y="1225805"/>
                  </a:lnTo>
                  <a:lnTo>
                    <a:pt x="95590" y="1222438"/>
                  </a:lnTo>
                  <a:lnTo>
                    <a:pt x="94360" y="1219070"/>
                  </a:lnTo>
                  <a:lnTo>
                    <a:pt x="93202" y="1215703"/>
                  </a:lnTo>
                  <a:lnTo>
                    <a:pt x="92076" y="1212335"/>
                  </a:lnTo>
                  <a:lnTo>
                    <a:pt x="91006" y="1208968"/>
                  </a:lnTo>
                  <a:lnTo>
                    <a:pt x="89985" y="1205600"/>
                  </a:lnTo>
                  <a:lnTo>
                    <a:pt x="89004" y="1202232"/>
                  </a:lnTo>
                  <a:lnTo>
                    <a:pt x="88087" y="1198865"/>
                  </a:lnTo>
                  <a:lnTo>
                    <a:pt x="87194" y="1195497"/>
                  </a:lnTo>
                  <a:lnTo>
                    <a:pt x="86379" y="1192130"/>
                  </a:lnTo>
                  <a:lnTo>
                    <a:pt x="85579" y="1188762"/>
                  </a:lnTo>
                  <a:lnTo>
                    <a:pt x="84858" y="1185394"/>
                  </a:lnTo>
                  <a:lnTo>
                    <a:pt x="84158" y="1182027"/>
                  </a:lnTo>
                  <a:lnTo>
                    <a:pt x="83520" y="1178659"/>
                  </a:lnTo>
                  <a:lnTo>
                    <a:pt x="82917" y="1175292"/>
                  </a:lnTo>
                  <a:lnTo>
                    <a:pt x="82359" y="1171924"/>
                  </a:lnTo>
                  <a:lnTo>
                    <a:pt x="81849" y="1168556"/>
                  </a:lnTo>
                  <a:lnTo>
                    <a:pt x="81369" y="1165189"/>
                  </a:lnTo>
                  <a:lnTo>
                    <a:pt x="80948" y="1161821"/>
                  </a:lnTo>
                  <a:lnTo>
                    <a:pt x="80542" y="1158454"/>
                  </a:lnTo>
                  <a:lnTo>
                    <a:pt x="80205" y="1155086"/>
                  </a:lnTo>
                  <a:lnTo>
                    <a:pt x="79879" y="1151718"/>
                  </a:lnTo>
                  <a:lnTo>
                    <a:pt x="79611" y="1148351"/>
                  </a:lnTo>
                  <a:lnTo>
                    <a:pt x="79362" y="1144983"/>
                  </a:lnTo>
                  <a:lnTo>
                    <a:pt x="79155" y="1141616"/>
                  </a:lnTo>
                  <a:lnTo>
                    <a:pt x="78977" y="1138248"/>
                  </a:lnTo>
                  <a:lnTo>
                    <a:pt x="78828" y="1134880"/>
                  </a:lnTo>
                  <a:lnTo>
                    <a:pt x="78713" y="1131513"/>
                  </a:lnTo>
                  <a:lnTo>
                    <a:pt x="78616" y="1128145"/>
                  </a:lnTo>
                  <a:lnTo>
                    <a:pt x="78559" y="1124778"/>
                  </a:lnTo>
                  <a:lnTo>
                    <a:pt x="78509" y="1121410"/>
                  </a:lnTo>
                  <a:lnTo>
                    <a:pt x="78501" y="1118042"/>
                  </a:lnTo>
                  <a:lnTo>
                    <a:pt x="78499" y="1114675"/>
                  </a:lnTo>
                  <a:lnTo>
                    <a:pt x="78526" y="1111307"/>
                  </a:lnTo>
                  <a:lnTo>
                    <a:pt x="78564" y="1107940"/>
                  </a:lnTo>
                  <a:lnTo>
                    <a:pt x="78621" y="1104572"/>
                  </a:lnTo>
                  <a:lnTo>
                    <a:pt x="78691" y="1101204"/>
                  </a:lnTo>
                  <a:lnTo>
                    <a:pt x="78771" y="1097837"/>
                  </a:lnTo>
                  <a:lnTo>
                    <a:pt x="78865" y="1094469"/>
                  </a:lnTo>
                  <a:lnTo>
                    <a:pt x="78964" y="1091102"/>
                  </a:lnTo>
                  <a:lnTo>
                    <a:pt x="79074" y="1087734"/>
                  </a:lnTo>
                  <a:lnTo>
                    <a:pt x="79185" y="1084366"/>
                  </a:lnTo>
                  <a:lnTo>
                    <a:pt x="79302" y="1080999"/>
                  </a:lnTo>
                  <a:lnTo>
                    <a:pt x="79419" y="1077631"/>
                  </a:lnTo>
                  <a:lnTo>
                    <a:pt x="79536" y="1074264"/>
                  </a:lnTo>
                  <a:lnTo>
                    <a:pt x="79651" y="1070896"/>
                  </a:lnTo>
                  <a:lnTo>
                    <a:pt x="79762" y="1067528"/>
                  </a:lnTo>
                  <a:lnTo>
                    <a:pt x="79867" y="1064161"/>
                  </a:lnTo>
                  <a:lnTo>
                    <a:pt x="79967" y="1060793"/>
                  </a:lnTo>
                  <a:lnTo>
                    <a:pt x="80054" y="1057426"/>
                  </a:lnTo>
                  <a:lnTo>
                    <a:pt x="80138" y="1054058"/>
                  </a:lnTo>
                  <a:lnTo>
                    <a:pt x="80201" y="1050690"/>
                  </a:lnTo>
                  <a:lnTo>
                    <a:pt x="80259" y="1047323"/>
                  </a:lnTo>
                  <a:lnTo>
                    <a:pt x="80294" y="1043955"/>
                  </a:lnTo>
                  <a:lnTo>
                    <a:pt x="80319" y="1040588"/>
                  </a:lnTo>
                  <a:lnTo>
                    <a:pt x="80322" y="1037220"/>
                  </a:lnTo>
                  <a:lnTo>
                    <a:pt x="80308" y="1033852"/>
                  </a:lnTo>
                  <a:lnTo>
                    <a:pt x="80276" y="1030485"/>
                  </a:lnTo>
                  <a:lnTo>
                    <a:pt x="80217" y="1027117"/>
                  </a:lnTo>
                  <a:lnTo>
                    <a:pt x="80144" y="1023750"/>
                  </a:lnTo>
                  <a:lnTo>
                    <a:pt x="80035" y="1020382"/>
                  </a:lnTo>
                  <a:lnTo>
                    <a:pt x="79919" y="1017014"/>
                  </a:lnTo>
                  <a:lnTo>
                    <a:pt x="79756" y="1013647"/>
                  </a:lnTo>
                  <a:lnTo>
                    <a:pt x="79583" y="1010279"/>
                  </a:lnTo>
                  <a:lnTo>
                    <a:pt x="79370" y="1006912"/>
                  </a:lnTo>
                  <a:lnTo>
                    <a:pt x="79139" y="1003544"/>
                  </a:lnTo>
                  <a:lnTo>
                    <a:pt x="78874" y="1000176"/>
                  </a:lnTo>
                  <a:lnTo>
                    <a:pt x="78579" y="996809"/>
                  </a:lnTo>
                  <a:lnTo>
                    <a:pt x="78352" y="994416"/>
                  </a:lnTo>
                  <a:lnTo>
                    <a:pt x="78260" y="993441"/>
                  </a:lnTo>
                  <a:lnTo>
                    <a:pt x="77901" y="990074"/>
                  </a:lnTo>
                  <a:lnTo>
                    <a:pt x="77526" y="986706"/>
                  </a:lnTo>
                  <a:lnTo>
                    <a:pt x="77100" y="983338"/>
                  </a:lnTo>
                  <a:lnTo>
                    <a:pt x="76664" y="979971"/>
                  </a:lnTo>
                  <a:lnTo>
                    <a:pt x="76174" y="976603"/>
                  </a:lnTo>
                  <a:lnTo>
                    <a:pt x="75670" y="973236"/>
                  </a:lnTo>
                  <a:lnTo>
                    <a:pt x="75122" y="969868"/>
                  </a:lnTo>
                  <a:lnTo>
                    <a:pt x="74550" y="966500"/>
                  </a:lnTo>
                  <a:lnTo>
                    <a:pt x="73944" y="963133"/>
                  </a:lnTo>
                  <a:lnTo>
                    <a:pt x="73304" y="959765"/>
                  </a:lnTo>
                  <a:lnTo>
                    <a:pt x="72641" y="956398"/>
                  </a:lnTo>
                  <a:lnTo>
                    <a:pt x="71934" y="953030"/>
                  </a:lnTo>
                  <a:lnTo>
                    <a:pt x="71215" y="949662"/>
                  </a:lnTo>
                  <a:lnTo>
                    <a:pt x="70444" y="946295"/>
                  </a:lnTo>
                  <a:lnTo>
                    <a:pt x="69663" y="942927"/>
                  </a:lnTo>
                  <a:lnTo>
                    <a:pt x="68835" y="939560"/>
                  </a:lnTo>
                  <a:lnTo>
                    <a:pt x="67993" y="936192"/>
                  </a:lnTo>
                  <a:lnTo>
                    <a:pt x="67114" y="932824"/>
                  </a:lnTo>
                  <a:lnTo>
                    <a:pt x="66212" y="929457"/>
                  </a:lnTo>
                  <a:lnTo>
                    <a:pt x="65285" y="926089"/>
                  </a:lnTo>
                  <a:lnTo>
                    <a:pt x="64328" y="922722"/>
                  </a:lnTo>
                  <a:lnTo>
                    <a:pt x="63355" y="919354"/>
                  </a:lnTo>
                  <a:lnTo>
                    <a:pt x="62347" y="915986"/>
                  </a:lnTo>
                  <a:lnTo>
                    <a:pt x="61331" y="912619"/>
                  </a:lnTo>
                  <a:lnTo>
                    <a:pt x="60275" y="909251"/>
                  </a:lnTo>
                  <a:lnTo>
                    <a:pt x="59213" y="905884"/>
                  </a:lnTo>
                  <a:lnTo>
                    <a:pt x="58121" y="902516"/>
                  </a:lnTo>
                  <a:lnTo>
                    <a:pt x="57018" y="899148"/>
                  </a:lnTo>
                  <a:lnTo>
                    <a:pt x="55894" y="895781"/>
                  </a:lnTo>
                  <a:lnTo>
                    <a:pt x="54755" y="892413"/>
                  </a:lnTo>
                  <a:lnTo>
                    <a:pt x="53603" y="889046"/>
                  </a:lnTo>
                  <a:lnTo>
                    <a:pt x="52433" y="885678"/>
                  </a:lnTo>
                  <a:lnTo>
                    <a:pt x="51256" y="882310"/>
                  </a:lnTo>
                  <a:lnTo>
                    <a:pt x="50061" y="878943"/>
                  </a:lnTo>
                  <a:lnTo>
                    <a:pt x="48862" y="875575"/>
                  </a:lnTo>
                  <a:lnTo>
                    <a:pt x="47649" y="872208"/>
                  </a:lnTo>
                  <a:lnTo>
                    <a:pt x="46433" y="868840"/>
                  </a:lnTo>
                  <a:lnTo>
                    <a:pt x="45207" y="865472"/>
                  </a:lnTo>
                  <a:lnTo>
                    <a:pt x="43978" y="862105"/>
                  </a:lnTo>
                  <a:lnTo>
                    <a:pt x="42745" y="858737"/>
                  </a:lnTo>
                  <a:lnTo>
                    <a:pt x="41510" y="855370"/>
                  </a:lnTo>
                  <a:lnTo>
                    <a:pt x="40273" y="852002"/>
                  </a:lnTo>
                  <a:lnTo>
                    <a:pt x="39037" y="848634"/>
                  </a:lnTo>
                  <a:lnTo>
                    <a:pt x="37802" y="845267"/>
                  </a:lnTo>
                  <a:lnTo>
                    <a:pt x="36570" y="841899"/>
                  </a:lnTo>
                  <a:lnTo>
                    <a:pt x="35341" y="838532"/>
                  </a:lnTo>
                  <a:lnTo>
                    <a:pt x="34119" y="835164"/>
                  </a:lnTo>
                  <a:lnTo>
                    <a:pt x="32901" y="831796"/>
                  </a:lnTo>
                  <a:lnTo>
                    <a:pt x="31693" y="828429"/>
                  </a:lnTo>
                  <a:lnTo>
                    <a:pt x="30492" y="825061"/>
                  </a:lnTo>
                  <a:lnTo>
                    <a:pt x="29301" y="821694"/>
                  </a:lnTo>
                  <a:lnTo>
                    <a:pt x="28123" y="818326"/>
                  </a:lnTo>
                  <a:lnTo>
                    <a:pt x="26952" y="814958"/>
                  </a:lnTo>
                  <a:lnTo>
                    <a:pt x="25802" y="811591"/>
                  </a:lnTo>
                  <a:lnTo>
                    <a:pt x="24656" y="808223"/>
                  </a:lnTo>
                  <a:lnTo>
                    <a:pt x="23538" y="804856"/>
                  </a:lnTo>
                  <a:lnTo>
                    <a:pt x="22426" y="801488"/>
                  </a:lnTo>
                  <a:lnTo>
                    <a:pt x="21844" y="799687"/>
                  </a:lnTo>
                  <a:lnTo>
                    <a:pt x="21339" y="798120"/>
                  </a:lnTo>
                  <a:lnTo>
                    <a:pt x="20265" y="794753"/>
                  </a:lnTo>
                  <a:lnTo>
                    <a:pt x="19213" y="791385"/>
                  </a:lnTo>
                  <a:lnTo>
                    <a:pt x="18181" y="788018"/>
                  </a:lnTo>
                  <a:lnTo>
                    <a:pt x="17167" y="784650"/>
                  </a:lnTo>
                  <a:lnTo>
                    <a:pt x="16181" y="781282"/>
                  </a:lnTo>
                  <a:lnTo>
                    <a:pt x="15207" y="777915"/>
                  </a:lnTo>
                  <a:lnTo>
                    <a:pt x="14271" y="774547"/>
                  </a:lnTo>
                  <a:lnTo>
                    <a:pt x="13344" y="771180"/>
                  </a:lnTo>
                  <a:lnTo>
                    <a:pt x="12459" y="767812"/>
                  </a:lnTo>
                  <a:lnTo>
                    <a:pt x="11586" y="764444"/>
                  </a:lnTo>
                  <a:lnTo>
                    <a:pt x="10749" y="761077"/>
                  </a:lnTo>
                  <a:lnTo>
                    <a:pt x="9933" y="757709"/>
                  </a:lnTo>
                  <a:lnTo>
                    <a:pt x="9148" y="754342"/>
                  </a:lnTo>
                  <a:lnTo>
                    <a:pt x="8392" y="750974"/>
                  </a:lnTo>
                  <a:lnTo>
                    <a:pt x="7659" y="747606"/>
                  </a:lnTo>
                  <a:lnTo>
                    <a:pt x="6967" y="744239"/>
                  </a:lnTo>
                  <a:lnTo>
                    <a:pt x="6289" y="740871"/>
                  </a:lnTo>
                  <a:lnTo>
                    <a:pt x="5663" y="737504"/>
                  </a:lnTo>
                  <a:lnTo>
                    <a:pt x="5047" y="734136"/>
                  </a:lnTo>
                  <a:lnTo>
                    <a:pt x="4483" y="730768"/>
                  </a:lnTo>
                  <a:lnTo>
                    <a:pt x="3936" y="727401"/>
                  </a:lnTo>
                  <a:lnTo>
                    <a:pt x="3431" y="724033"/>
                  </a:lnTo>
                  <a:lnTo>
                    <a:pt x="2955" y="720666"/>
                  </a:lnTo>
                  <a:lnTo>
                    <a:pt x="2512" y="717298"/>
                  </a:lnTo>
                  <a:lnTo>
                    <a:pt x="2109" y="713930"/>
                  </a:lnTo>
                  <a:lnTo>
                    <a:pt x="1728" y="710563"/>
                  </a:lnTo>
                  <a:lnTo>
                    <a:pt x="1400" y="707195"/>
                  </a:lnTo>
                  <a:lnTo>
                    <a:pt x="1084" y="703828"/>
                  </a:lnTo>
                  <a:lnTo>
                    <a:pt x="832" y="700460"/>
                  </a:lnTo>
                  <a:lnTo>
                    <a:pt x="592" y="697092"/>
                  </a:lnTo>
                  <a:lnTo>
                    <a:pt x="407" y="693725"/>
                  </a:lnTo>
                  <a:lnTo>
                    <a:pt x="246" y="690357"/>
                  </a:lnTo>
                  <a:lnTo>
                    <a:pt x="129" y="686990"/>
                  </a:lnTo>
                  <a:lnTo>
                    <a:pt x="48" y="683622"/>
                  </a:lnTo>
                  <a:lnTo>
                    <a:pt x="0" y="680254"/>
                  </a:lnTo>
                  <a:lnTo>
                    <a:pt x="0" y="676887"/>
                  </a:lnTo>
                  <a:lnTo>
                    <a:pt x="22" y="673519"/>
                  </a:lnTo>
                  <a:lnTo>
                    <a:pt x="105" y="670152"/>
                  </a:lnTo>
                  <a:lnTo>
                    <a:pt x="201" y="666784"/>
                  </a:lnTo>
                  <a:lnTo>
                    <a:pt x="255" y="665692"/>
                  </a:lnTo>
                  <a:lnTo>
                    <a:pt x="366" y="663416"/>
                  </a:lnTo>
                  <a:lnTo>
                    <a:pt x="547" y="660049"/>
                  </a:lnTo>
                  <a:lnTo>
                    <a:pt x="785" y="656681"/>
                  </a:lnTo>
                  <a:lnTo>
                    <a:pt x="1052" y="653314"/>
                  </a:lnTo>
                  <a:lnTo>
                    <a:pt x="1363" y="649946"/>
                  </a:lnTo>
                  <a:lnTo>
                    <a:pt x="1718" y="646578"/>
                  </a:lnTo>
                  <a:lnTo>
                    <a:pt x="2104" y="643211"/>
                  </a:lnTo>
                  <a:lnTo>
                    <a:pt x="2547" y="639843"/>
                  </a:lnTo>
                  <a:lnTo>
                    <a:pt x="3009" y="636476"/>
                  </a:lnTo>
                  <a:lnTo>
                    <a:pt x="3542" y="633108"/>
                  </a:lnTo>
                  <a:lnTo>
                    <a:pt x="4089" y="629740"/>
                  </a:lnTo>
                  <a:lnTo>
                    <a:pt x="4705" y="626373"/>
                  </a:lnTo>
                  <a:lnTo>
                    <a:pt x="5343" y="623005"/>
                  </a:lnTo>
                  <a:lnTo>
                    <a:pt x="6037" y="619638"/>
                  </a:lnTo>
                  <a:lnTo>
                    <a:pt x="6767" y="616270"/>
                  </a:lnTo>
                  <a:lnTo>
                    <a:pt x="7540" y="612902"/>
                  </a:lnTo>
                  <a:lnTo>
                    <a:pt x="8363" y="609535"/>
                  </a:lnTo>
                  <a:lnTo>
                    <a:pt x="9215" y="606167"/>
                  </a:lnTo>
                  <a:lnTo>
                    <a:pt x="10132" y="602800"/>
                  </a:lnTo>
                  <a:lnTo>
                    <a:pt x="11065" y="599432"/>
                  </a:lnTo>
                  <a:lnTo>
                    <a:pt x="12076" y="596065"/>
                  </a:lnTo>
                  <a:lnTo>
                    <a:pt x="13102" y="592697"/>
                  </a:lnTo>
                  <a:lnTo>
                    <a:pt x="14196" y="589329"/>
                  </a:lnTo>
                  <a:lnTo>
                    <a:pt x="15316" y="585962"/>
                  </a:lnTo>
                  <a:lnTo>
                    <a:pt x="16491" y="582594"/>
                  </a:lnTo>
                  <a:lnTo>
                    <a:pt x="17708" y="579227"/>
                  </a:lnTo>
                  <a:lnTo>
                    <a:pt x="18964" y="575859"/>
                  </a:lnTo>
                  <a:lnTo>
                    <a:pt x="20275" y="572491"/>
                  </a:lnTo>
                  <a:lnTo>
                    <a:pt x="21613" y="569124"/>
                  </a:lnTo>
                  <a:lnTo>
                    <a:pt x="23020" y="565756"/>
                  </a:lnTo>
                  <a:lnTo>
                    <a:pt x="24441" y="562389"/>
                  </a:lnTo>
                  <a:lnTo>
                    <a:pt x="25941" y="559021"/>
                  </a:lnTo>
                  <a:lnTo>
                    <a:pt x="27457" y="555653"/>
                  </a:lnTo>
                  <a:lnTo>
                    <a:pt x="29036" y="552286"/>
                  </a:lnTo>
                  <a:lnTo>
                    <a:pt x="30647" y="548918"/>
                  </a:lnTo>
                  <a:lnTo>
                    <a:pt x="32306" y="545551"/>
                  </a:lnTo>
                  <a:lnTo>
                    <a:pt x="34009" y="542183"/>
                  </a:lnTo>
                  <a:lnTo>
                    <a:pt x="35747" y="538815"/>
                  </a:lnTo>
                  <a:lnTo>
                    <a:pt x="37542" y="535448"/>
                  </a:lnTo>
                  <a:lnTo>
                    <a:pt x="39357" y="532080"/>
                  </a:lnTo>
                  <a:lnTo>
                    <a:pt x="41243" y="528713"/>
                  </a:lnTo>
                  <a:lnTo>
                    <a:pt x="43142" y="525345"/>
                  </a:lnTo>
                  <a:lnTo>
                    <a:pt x="45108" y="521977"/>
                  </a:lnTo>
                  <a:lnTo>
                    <a:pt x="47094" y="518610"/>
                  </a:lnTo>
                  <a:lnTo>
                    <a:pt x="49134" y="515242"/>
                  </a:lnTo>
                  <a:lnTo>
                    <a:pt x="51206" y="511875"/>
                  </a:lnTo>
                  <a:lnTo>
                    <a:pt x="53316" y="508507"/>
                  </a:lnTo>
                  <a:lnTo>
                    <a:pt x="55470" y="505139"/>
                  </a:lnTo>
                  <a:lnTo>
                    <a:pt x="57650" y="501772"/>
                  </a:lnTo>
                  <a:lnTo>
                    <a:pt x="59884" y="498404"/>
                  </a:lnTo>
                  <a:lnTo>
                    <a:pt x="62130" y="495037"/>
                  </a:lnTo>
                  <a:lnTo>
                    <a:pt x="64439" y="491669"/>
                  </a:lnTo>
                  <a:lnTo>
                    <a:pt x="66759" y="488301"/>
                  </a:lnTo>
                  <a:lnTo>
                    <a:pt x="69131" y="484934"/>
                  </a:lnTo>
                  <a:lnTo>
                    <a:pt x="71522" y="481566"/>
                  </a:lnTo>
                  <a:lnTo>
                    <a:pt x="73952" y="478199"/>
                  </a:lnTo>
                  <a:lnTo>
                    <a:pt x="76409" y="474831"/>
                  </a:lnTo>
                  <a:lnTo>
                    <a:pt x="78894" y="471463"/>
                  </a:lnTo>
                  <a:lnTo>
                    <a:pt x="81414" y="468096"/>
                  </a:lnTo>
                  <a:lnTo>
                    <a:pt x="83950" y="464728"/>
                  </a:lnTo>
                  <a:lnTo>
                    <a:pt x="86527" y="461361"/>
                  </a:lnTo>
                  <a:lnTo>
                    <a:pt x="89112" y="457993"/>
                  </a:lnTo>
                  <a:lnTo>
                    <a:pt x="91740" y="454625"/>
                  </a:lnTo>
                  <a:lnTo>
                    <a:pt x="94377" y="451258"/>
                  </a:lnTo>
                  <a:lnTo>
                    <a:pt x="97045" y="447890"/>
                  </a:lnTo>
                  <a:lnTo>
                    <a:pt x="99726" y="444523"/>
                  </a:lnTo>
                  <a:lnTo>
                    <a:pt x="102430" y="441155"/>
                  </a:lnTo>
                  <a:lnTo>
                    <a:pt x="105152" y="437787"/>
                  </a:lnTo>
                  <a:lnTo>
                    <a:pt x="107887" y="434420"/>
                  </a:lnTo>
                  <a:lnTo>
                    <a:pt x="110643" y="431052"/>
                  </a:lnTo>
                  <a:lnTo>
                    <a:pt x="113406" y="427685"/>
                  </a:lnTo>
                  <a:lnTo>
                    <a:pt x="116189" y="424317"/>
                  </a:lnTo>
                  <a:lnTo>
                    <a:pt x="118976" y="420949"/>
                  </a:lnTo>
                  <a:lnTo>
                    <a:pt x="121780" y="417582"/>
                  </a:lnTo>
                  <a:lnTo>
                    <a:pt x="124587" y="414214"/>
                  </a:lnTo>
                  <a:lnTo>
                    <a:pt x="127405" y="410847"/>
                  </a:lnTo>
                  <a:lnTo>
                    <a:pt x="130226" y="407479"/>
                  </a:lnTo>
                  <a:lnTo>
                    <a:pt x="133053" y="404111"/>
                  </a:lnTo>
                  <a:lnTo>
                    <a:pt x="135882" y="400744"/>
                  </a:lnTo>
                  <a:lnTo>
                    <a:pt x="138713" y="397376"/>
                  </a:lnTo>
                  <a:lnTo>
                    <a:pt x="141544" y="394009"/>
                  </a:lnTo>
                  <a:lnTo>
                    <a:pt x="144374" y="390641"/>
                  </a:lnTo>
                  <a:lnTo>
                    <a:pt x="147201" y="387273"/>
                  </a:lnTo>
                  <a:lnTo>
                    <a:pt x="150025" y="383906"/>
                  </a:lnTo>
                  <a:lnTo>
                    <a:pt x="152842" y="380538"/>
                  </a:lnTo>
                  <a:lnTo>
                    <a:pt x="155654" y="377171"/>
                  </a:lnTo>
                  <a:lnTo>
                    <a:pt x="158457" y="373803"/>
                  </a:lnTo>
                  <a:lnTo>
                    <a:pt x="161251" y="370435"/>
                  </a:lnTo>
                  <a:lnTo>
                    <a:pt x="164036" y="367068"/>
                  </a:lnTo>
                  <a:lnTo>
                    <a:pt x="166806" y="363700"/>
                  </a:lnTo>
                  <a:lnTo>
                    <a:pt x="169569" y="360333"/>
                  </a:lnTo>
                  <a:lnTo>
                    <a:pt x="172309" y="356965"/>
                  </a:lnTo>
                  <a:lnTo>
                    <a:pt x="175044" y="353597"/>
                  </a:lnTo>
                  <a:lnTo>
                    <a:pt x="177750" y="350230"/>
                  </a:lnTo>
                  <a:lnTo>
                    <a:pt x="180448" y="346862"/>
                  </a:lnTo>
                  <a:lnTo>
                    <a:pt x="183120" y="343495"/>
                  </a:lnTo>
                  <a:lnTo>
                    <a:pt x="185776" y="340127"/>
                  </a:lnTo>
                  <a:lnTo>
                    <a:pt x="188410" y="336759"/>
                  </a:lnTo>
                  <a:lnTo>
                    <a:pt x="191020" y="333392"/>
                  </a:lnTo>
                  <a:lnTo>
                    <a:pt x="193612" y="330024"/>
                  </a:lnTo>
                  <a:lnTo>
                    <a:pt x="196171" y="326657"/>
                  </a:lnTo>
                  <a:lnTo>
                    <a:pt x="198718" y="323289"/>
                  </a:lnTo>
                  <a:lnTo>
                    <a:pt x="201222" y="319921"/>
                  </a:lnTo>
                  <a:lnTo>
                    <a:pt x="203717" y="316554"/>
                  </a:lnTo>
                  <a:lnTo>
                    <a:pt x="206166" y="313186"/>
                  </a:lnTo>
                  <a:lnTo>
                    <a:pt x="208601" y="309819"/>
                  </a:lnTo>
                  <a:lnTo>
                    <a:pt x="210997" y="306451"/>
                  </a:lnTo>
                  <a:lnTo>
                    <a:pt x="213368" y="303083"/>
                  </a:lnTo>
                  <a:lnTo>
                    <a:pt x="215708" y="299716"/>
                  </a:lnTo>
                  <a:lnTo>
                    <a:pt x="218013" y="296348"/>
                  </a:lnTo>
                  <a:lnTo>
                    <a:pt x="220295" y="292981"/>
                  </a:lnTo>
                  <a:lnTo>
                    <a:pt x="222531" y="289613"/>
                  </a:lnTo>
                  <a:lnTo>
                    <a:pt x="224753" y="286245"/>
                  </a:lnTo>
                  <a:lnTo>
                    <a:pt x="226917" y="282878"/>
                  </a:lnTo>
                  <a:lnTo>
                    <a:pt x="229070" y="279510"/>
                  </a:lnTo>
                  <a:lnTo>
                    <a:pt x="231168" y="276143"/>
                  </a:lnTo>
                  <a:lnTo>
                    <a:pt x="233247" y="272775"/>
                  </a:lnTo>
                  <a:lnTo>
                    <a:pt x="235281" y="269407"/>
                  </a:lnTo>
                  <a:lnTo>
                    <a:pt x="237284" y="266040"/>
                  </a:lnTo>
                  <a:lnTo>
                    <a:pt x="239254" y="262672"/>
                  </a:lnTo>
                  <a:lnTo>
                    <a:pt x="241180" y="259305"/>
                  </a:lnTo>
                  <a:lnTo>
                    <a:pt x="243084" y="255937"/>
                  </a:lnTo>
                  <a:lnTo>
                    <a:pt x="244933" y="252569"/>
                  </a:lnTo>
                  <a:lnTo>
                    <a:pt x="246769" y="249202"/>
                  </a:lnTo>
                  <a:lnTo>
                    <a:pt x="248541" y="245834"/>
                  </a:lnTo>
                  <a:lnTo>
                    <a:pt x="250299" y="242467"/>
                  </a:lnTo>
                  <a:lnTo>
                    <a:pt x="252005" y="239099"/>
                  </a:lnTo>
                  <a:lnTo>
                    <a:pt x="253685" y="235731"/>
                  </a:lnTo>
                  <a:lnTo>
                    <a:pt x="255324" y="232364"/>
                  </a:lnTo>
                  <a:lnTo>
                    <a:pt x="256926" y="228996"/>
                  </a:lnTo>
                  <a:lnTo>
                    <a:pt x="258499" y="225629"/>
                  </a:lnTo>
                  <a:lnTo>
                    <a:pt x="260024" y="222261"/>
                  </a:lnTo>
                  <a:lnTo>
                    <a:pt x="261531" y="218893"/>
                  </a:lnTo>
                  <a:lnTo>
                    <a:pt x="262980" y="215526"/>
                  </a:lnTo>
                  <a:lnTo>
                    <a:pt x="264417" y="212158"/>
                  </a:lnTo>
                  <a:lnTo>
                    <a:pt x="265795" y="208791"/>
                  </a:lnTo>
                  <a:lnTo>
                    <a:pt x="267157" y="205423"/>
                  </a:lnTo>
                  <a:lnTo>
                    <a:pt x="268472" y="202055"/>
                  </a:lnTo>
                  <a:lnTo>
                    <a:pt x="269761" y="198688"/>
                  </a:lnTo>
                  <a:lnTo>
                    <a:pt x="271014" y="195320"/>
                  </a:lnTo>
                  <a:lnTo>
                    <a:pt x="272230" y="191953"/>
                  </a:lnTo>
                  <a:lnTo>
                    <a:pt x="273422" y="188585"/>
                  </a:lnTo>
                  <a:lnTo>
                    <a:pt x="274568" y="185217"/>
                  </a:lnTo>
                  <a:lnTo>
                    <a:pt x="275701" y="181850"/>
                  </a:lnTo>
                  <a:lnTo>
                    <a:pt x="276778" y="178482"/>
                  </a:lnTo>
                  <a:lnTo>
                    <a:pt x="277845" y="175115"/>
                  </a:lnTo>
                  <a:lnTo>
                    <a:pt x="278864" y="171747"/>
                  </a:lnTo>
                  <a:lnTo>
                    <a:pt x="279865" y="168379"/>
                  </a:lnTo>
                  <a:lnTo>
                    <a:pt x="280828" y="165012"/>
                  </a:lnTo>
                  <a:lnTo>
                    <a:pt x="281766" y="161644"/>
                  </a:lnTo>
                  <a:lnTo>
                    <a:pt x="282677" y="158277"/>
                  </a:lnTo>
                  <a:lnTo>
                    <a:pt x="283553" y="154909"/>
                  </a:lnTo>
                  <a:lnTo>
                    <a:pt x="284412" y="151541"/>
                  </a:lnTo>
                  <a:lnTo>
                    <a:pt x="285229" y="148174"/>
                  </a:lnTo>
                  <a:lnTo>
                    <a:pt x="286038" y="144806"/>
                  </a:lnTo>
                  <a:lnTo>
                    <a:pt x="286800" y="141439"/>
                  </a:lnTo>
                  <a:lnTo>
                    <a:pt x="287552" y="138071"/>
                  </a:lnTo>
                  <a:lnTo>
                    <a:pt x="288268" y="134703"/>
                  </a:lnTo>
                  <a:lnTo>
                    <a:pt x="288967" y="131336"/>
                  </a:lnTo>
                  <a:lnTo>
                    <a:pt x="289639" y="127968"/>
                  </a:lnTo>
                  <a:lnTo>
                    <a:pt x="290287" y="124601"/>
                  </a:lnTo>
                  <a:lnTo>
                    <a:pt x="290916" y="121233"/>
                  </a:lnTo>
                  <a:lnTo>
                    <a:pt x="291516" y="117865"/>
                  </a:lnTo>
                  <a:lnTo>
                    <a:pt x="292105" y="114498"/>
                  </a:lnTo>
                  <a:lnTo>
                    <a:pt x="292659" y="111130"/>
                  </a:lnTo>
                  <a:lnTo>
                    <a:pt x="293207" y="107763"/>
                  </a:lnTo>
                  <a:lnTo>
                    <a:pt x="293720" y="104395"/>
                  </a:lnTo>
                  <a:lnTo>
                    <a:pt x="294225" y="101027"/>
                  </a:lnTo>
                  <a:lnTo>
                    <a:pt x="294703" y="97660"/>
                  </a:lnTo>
                  <a:lnTo>
                    <a:pt x="295167" y="94292"/>
                  </a:lnTo>
                  <a:lnTo>
                    <a:pt x="295613" y="90925"/>
                  </a:lnTo>
                  <a:lnTo>
                    <a:pt x="296039" y="87557"/>
                  </a:lnTo>
                  <a:lnTo>
                    <a:pt x="296453" y="84189"/>
                  </a:lnTo>
                  <a:lnTo>
                    <a:pt x="296844" y="80822"/>
                  </a:lnTo>
                  <a:lnTo>
                    <a:pt x="297228" y="77454"/>
                  </a:lnTo>
                  <a:lnTo>
                    <a:pt x="297585" y="74087"/>
                  </a:lnTo>
                  <a:lnTo>
                    <a:pt x="297938" y="70719"/>
                  </a:lnTo>
                  <a:lnTo>
                    <a:pt x="298267" y="67351"/>
                  </a:lnTo>
                  <a:lnTo>
                    <a:pt x="298589" y="63984"/>
                  </a:lnTo>
                  <a:lnTo>
                    <a:pt x="298894" y="60616"/>
                  </a:lnTo>
                  <a:lnTo>
                    <a:pt x="299187" y="57249"/>
                  </a:lnTo>
                  <a:lnTo>
                    <a:pt x="299468" y="53881"/>
                  </a:lnTo>
                  <a:lnTo>
                    <a:pt x="299735" y="50513"/>
                  </a:lnTo>
                  <a:lnTo>
                    <a:pt x="299994" y="47146"/>
                  </a:lnTo>
                  <a:lnTo>
                    <a:pt x="300236" y="43778"/>
                  </a:lnTo>
                  <a:lnTo>
                    <a:pt x="300475" y="40411"/>
                  </a:lnTo>
                  <a:lnTo>
                    <a:pt x="300694" y="37043"/>
                  </a:lnTo>
                  <a:lnTo>
                    <a:pt x="300911" y="33675"/>
                  </a:lnTo>
                  <a:lnTo>
                    <a:pt x="301112" y="30308"/>
                  </a:lnTo>
                  <a:lnTo>
                    <a:pt x="301308" y="26940"/>
                  </a:lnTo>
                  <a:lnTo>
                    <a:pt x="301492" y="23573"/>
                  </a:lnTo>
                  <a:lnTo>
                    <a:pt x="301669" y="20205"/>
                  </a:lnTo>
                  <a:lnTo>
                    <a:pt x="301838" y="16837"/>
                  </a:lnTo>
                  <a:lnTo>
                    <a:pt x="301997" y="13470"/>
                  </a:lnTo>
                  <a:lnTo>
                    <a:pt x="302152" y="10102"/>
                  </a:lnTo>
                  <a:lnTo>
                    <a:pt x="302295" y="6735"/>
                  </a:lnTo>
                  <a:lnTo>
                    <a:pt x="302435" y="3367"/>
                  </a:lnTo>
                  <a:lnTo>
                    <a:pt x="302564" y="0"/>
                  </a:lnTo>
                  <a:lnTo>
                    <a:pt x="307050" y="0"/>
                  </a:lnTo>
                  <a:lnTo>
                    <a:pt x="307179" y="3367"/>
                  </a:lnTo>
                  <a:lnTo>
                    <a:pt x="307320" y="6735"/>
                  </a:lnTo>
                  <a:lnTo>
                    <a:pt x="307462" y="10102"/>
                  </a:lnTo>
                  <a:lnTo>
                    <a:pt x="307617" y="13470"/>
                  </a:lnTo>
                  <a:lnTo>
                    <a:pt x="307776" y="16837"/>
                  </a:lnTo>
                  <a:lnTo>
                    <a:pt x="307945" y="20205"/>
                  </a:lnTo>
                  <a:lnTo>
                    <a:pt x="308122" y="23573"/>
                  </a:lnTo>
                  <a:lnTo>
                    <a:pt x="308307" y="26940"/>
                  </a:lnTo>
                  <a:lnTo>
                    <a:pt x="308502" y="30308"/>
                  </a:lnTo>
                  <a:lnTo>
                    <a:pt x="308704" y="33675"/>
                  </a:lnTo>
                  <a:lnTo>
                    <a:pt x="308920" y="37043"/>
                  </a:lnTo>
                  <a:lnTo>
                    <a:pt x="309139" y="40411"/>
                  </a:lnTo>
                  <a:lnTo>
                    <a:pt x="309378" y="43778"/>
                  </a:lnTo>
                  <a:lnTo>
                    <a:pt x="309620" y="47146"/>
                  </a:lnTo>
                  <a:lnTo>
                    <a:pt x="309879" y="50513"/>
                  </a:lnTo>
                  <a:lnTo>
                    <a:pt x="310146" y="53881"/>
                  </a:lnTo>
                  <a:lnTo>
                    <a:pt x="310427" y="57249"/>
                  </a:lnTo>
                  <a:lnTo>
                    <a:pt x="310721" y="60616"/>
                  </a:lnTo>
                  <a:lnTo>
                    <a:pt x="311025" y="63984"/>
                  </a:lnTo>
                  <a:lnTo>
                    <a:pt x="311347" y="67351"/>
                  </a:lnTo>
                  <a:lnTo>
                    <a:pt x="311677" y="70719"/>
                  </a:lnTo>
                  <a:lnTo>
                    <a:pt x="312029" y="74087"/>
                  </a:lnTo>
                  <a:lnTo>
                    <a:pt x="312387" y="77454"/>
                  </a:lnTo>
                  <a:lnTo>
                    <a:pt x="312771" y="80822"/>
                  </a:lnTo>
                  <a:lnTo>
                    <a:pt x="313161" y="84189"/>
                  </a:lnTo>
                  <a:lnTo>
                    <a:pt x="313575" y="87557"/>
                  </a:lnTo>
                  <a:lnTo>
                    <a:pt x="314002" y="90925"/>
                  </a:lnTo>
                  <a:lnTo>
                    <a:pt x="314447" y="94292"/>
                  </a:lnTo>
                  <a:lnTo>
                    <a:pt x="314911" y="97660"/>
                  </a:lnTo>
                  <a:lnTo>
                    <a:pt x="315390" y="101027"/>
                  </a:lnTo>
                  <a:lnTo>
                    <a:pt x="315894" y="104395"/>
                  </a:lnTo>
                  <a:lnTo>
                    <a:pt x="316408" y="107763"/>
                  </a:lnTo>
                  <a:lnTo>
                    <a:pt x="316955" y="111130"/>
                  </a:lnTo>
                  <a:lnTo>
                    <a:pt x="317509" y="114498"/>
                  </a:lnTo>
                  <a:lnTo>
                    <a:pt x="318098" y="117865"/>
                  </a:lnTo>
                  <a:lnTo>
                    <a:pt x="318698" y="121233"/>
                  </a:lnTo>
                  <a:lnTo>
                    <a:pt x="319327" y="124601"/>
                  </a:lnTo>
                  <a:lnTo>
                    <a:pt x="319976" y="127968"/>
                  </a:lnTo>
                  <a:lnTo>
                    <a:pt x="320647" y="131336"/>
                  </a:lnTo>
                  <a:lnTo>
                    <a:pt x="321346" y="134703"/>
                  </a:lnTo>
                  <a:lnTo>
                    <a:pt x="322062" y="138071"/>
                  </a:lnTo>
                  <a:lnTo>
                    <a:pt x="322815" y="141439"/>
                  </a:lnTo>
                  <a:lnTo>
                    <a:pt x="323576" y="144806"/>
                  </a:lnTo>
                  <a:lnTo>
                    <a:pt x="324385" y="148174"/>
                  </a:lnTo>
                  <a:lnTo>
                    <a:pt x="325202" y="151541"/>
                  </a:lnTo>
                  <a:lnTo>
                    <a:pt x="326061" y="154909"/>
                  </a:lnTo>
                  <a:lnTo>
                    <a:pt x="326938" y="158277"/>
                  </a:lnTo>
                  <a:lnTo>
                    <a:pt x="327848" y="161644"/>
                  </a:lnTo>
                  <a:lnTo>
                    <a:pt x="328786" y="165012"/>
                  </a:lnTo>
                  <a:lnTo>
                    <a:pt x="329749" y="168379"/>
                  </a:lnTo>
                  <a:lnTo>
                    <a:pt x="330751" y="171747"/>
                  </a:lnTo>
                  <a:lnTo>
                    <a:pt x="331769" y="175115"/>
                  </a:lnTo>
                  <a:lnTo>
                    <a:pt x="332836" y="178482"/>
                  </a:lnTo>
                  <a:lnTo>
                    <a:pt x="333914" y="181850"/>
                  </a:lnTo>
                  <a:lnTo>
                    <a:pt x="335046" y="185217"/>
                  </a:lnTo>
                  <a:lnTo>
                    <a:pt x="336192" y="188585"/>
                  </a:lnTo>
                  <a:lnTo>
                    <a:pt x="337384" y="191953"/>
                  </a:lnTo>
                  <a:lnTo>
                    <a:pt x="338601" y="195320"/>
                  </a:lnTo>
                  <a:lnTo>
                    <a:pt x="339853" y="198688"/>
                  </a:lnTo>
                  <a:lnTo>
                    <a:pt x="341142" y="202055"/>
                  </a:lnTo>
                  <a:lnTo>
                    <a:pt x="342457" y="205423"/>
                  </a:lnTo>
                  <a:lnTo>
                    <a:pt x="343819" y="208791"/>
                  </a:lnTo>
                  <a:lnTo>
                    <a:pt x="345197" y="212158"/>
                  </a:lnTo>
                  <a:lnTo>
                    <a:pt x="346634" y="215526"/>
                  </a:lnTo>
                  <a:lnTo>
                    <a:pt x="348083" y="218893"/>
                  </a:lnTo>
                  <a:lnTo>
                    <a:pt x="349590" y="222261"/>
                  </a:lnTo>
                  <a:lnTo>
                    <a:pt x="351115" y="225629"/>
                  </a:lnTo>
                  <a:lnTo>
                    <a:pt x="352688" y="228996"/>
                  </a:lnTo>
                  <a:lnTo>
                    <a:pt x="354291" y="232364"/>
                  </a:lnTo>
                  <a:lnTo>
                    <a:pt x="355929" y="235731"/>
                  </a:lnTo>
                  <a:lnTo>
                    <a:pt x="357610" y="239099"/>
                  </a:lnTo>
                  <a:lnTo>
                    <a:pt x="359315" y="242467"/>
                  </a:lnTo>
                  <a:lnTo>
                    <a:pt x="361073" y="245834"/>
                  </a:lnTo>
                  <a:lnTo>
                    <a:pt x="362845" y="249202"/>
                  </a:lnTo>
                  <a:lnTo>
                    <a:pt x="364682" y="252569"/>
                  </a:lnTo>
                  <a:lnTo>
                    <a:pt x="366530" y="255937"/>
                  </a:lnTo>
                  <a:lnTo>
                    <a:pt x="368434" y="259305"/>
                  </a:lnTo>
                  <a:lnTo>
                    <a:pt x="370360" y="262672"/>
                  </a:lnTo>
                  <a:lnTo>
                    <a:pt x="372330" y="266040"/>
                  </a:lnTo>
                  <a:lnTo>
                    <a:pt x="374333" y="269407"/>
                  </a:lnTo>
                  <a:lnTo>
                    <a:pt x="376368" y="272775"/>
                  </a:lnTo>
                  <a:lnTo>
                    <a:pt x="378446" y="276143"/>
                  </a:lnTo>
                  <a:lnTo>
                    <a:pt x="380545" y="279510"/>
                  </a:lnTo>
                  <a:lnTo>
                    <a:pt x="382697" y="282878"/>
                  </a:lnTo>
                  <a:lnTo>
                    <a:pt x="384861" y="286245"/>
                  </a:lnTo>
                  <a:lnTo>
                    <a:pt x="387083" y="289613"/>
                  </a:lnTo>
                  <a:lnTo>
                    <a:pt x="389319" y="292981"/>
                  </a:lnTo>
                  <a:lnTo>
                    <a:pt x="391601" y="296348"/>
                  </a:lnTo>
                  <a:lnTo>
                    <a:pt x="393906" y="299716"/>
                  </a:lnTo>
                  <a:lnTo>
                    <a:pt x="396246" y="303083"/>
                  </a:lnTo>
                  <a:lnTo>
                    <a:pt x="398617" y="306451"/>
                  </a:lnTo>
                  <a:lnTo>
                    <a:pt x="401013" y="309819"/>
                  </a:lnTo>
                  <a:lnTo>
                    <a:pt x="403448" y="313186"/>
                  </a:lnTo>
                  <a:lnTo>
                    <a:pt x="405897" y="316554"/>
                  </a:lnTo>
                  <a:lnTo>
                    <a:pt x="408392" y="319921"/>
                  </a:lnTo>
                  <a:lnTo>
                    <a:pt x="410896" y="323289"/>
                  </a:lnTo>
                  <a:lnTo>
                    <a:pt x="413443" y="326657"/>
                  </a:lnTo>
                  <a:lnTo>
                    <a:pt x="416002" y="330024"/>
                  </a:lnTo>
                  <a:lnTo>
                    <a:pt x="418594" y="333392"/>
                  </a:lnTo>
                  <a:lnTo>
                    <a:pt x="421205" y="336759"/>
                  </a:lnTo>
                  <a:lnTo>
                    <a:pt x="423838" y="340127"/>
                  </a:lnTo>
                  <a:lnTo>
                    <a:pt x="426495" y="343495"/>
                  </a:lnTo>
                  <a:lnTo>
                    <a:pt x="429166" y="346862"/>
                  </a:lnTo>
                  <a:lnTo>
                    <a:pt x="431865" y="350230"/>
                  </a:lnTo>
                  <a:lnTo>
                    <a:pt x="434570" y="353597"/>
                  </a:lnTo>
                  <a:lnTo>
                    <a:pt x="437305" y="356965"/>
                  </a:lnTo>
                  <a:lnTo>
                    <a:pt x="440045" y="360333"/>
                  </a:lnTo>
                  <a:lnTo>
                    <a:pt x="442808" y="363700"/>
                  </a:lnTo>
                  <a:lnTo>
                    <a:pt x="445578" y="367068"/>
                  </a:lnTo>
                  <a:lnTo>
                    <a:pt x="448363" y="370435"/>
                  </a:lnTo>
                  <a:lnTo>
                    <a:pt x="451157" y="373803"/>
                  </a:lnTo>
                  <a:lnTo>
                    <a:pt x="453960" y="377171"/>
                  </a:lnTo>
                  <a:lnTo>
                    <a:pt x="456772" y="380538"/>
                  </a:lnTo>
                  <a:lnTo>
                    <a:pt x="459589" y="383906"/>
                  </a:lnTo>
                  <a:lnTo>
                    <a:pt x="462414" y="387273"/>
                  </a:lnTo>
                  <a:lnTo>
                    <a:pt x="465240" y="390641"/>
                  </a:lnTo>
                  <a:lnTo>
                    <a:pt x="468071" y="394009"/>
                  </a:lnTo>
                  <a:lnTo>
                    <a:pt x="470901" y="397376"/>
                  </a:lnTo>
                  <a:lnTo>
                    <a:pt x="473732" y="400744"/>
                  </a:lnTo>
                  <a:lnTo>
                    <a:pt x="476562" y="404111"/>
                  </a:lnTo>
                  <a:lnTo>
                    <a:pt x="479388" y="407479"/>
                  </a:lnTo>
                  <a:lnTo>
                    <a:pt x="482210" y="410847"/>
                  </a:lnTo>
                  <a:lnTo>
                    <a:pt x="485027" y="414214"/>
                  </a:lnTo>
                  <a:lnTo>
                    <a:pt x="487834" y="417582"/>
                  </a:lnTo>
                  <a:lnTo>
                    <a:pt x="490638" y="420949"/>
                  </a:lnTo>
                  <a:lnTo>
                    <a:pt x="493425" y="424317"/>
                  </a:lnTo>
                  <a:lnTo>
                    <a:pt x="496209" y="427685"/>
                  </a:lnTo>
                  <a:lnTo>
                    <a:pt x="498971" y="431052"/>
                  </a:lnTo>
                  <a:lnTo>
                    <a:pt x="501727" y="434420"/>
                  </a:lnTo>
                  <a:lnTo>
                    <a:pt x="504462" y="437787"/>
                  </a:lnTo>
                  <a:lnTo>
                    <a:pt x="507184" y="441155"/>
                  </a:lnTo>
                  <a:lnTo>
                    <a:pt x="509888" y="444523"/>
                  </a:lnTo>
                  <a:lnTo>
                    <a:pt x="512570" y="447890"/>
                  </a:lnTo>
                  <a:lnTo>
                    <a:pt x="515237" y="451258"/>
                  </a:lnTo>
                  <a:lnTo>
                    <a:pt x="517874" y="454625"/>
                  </a:lnTo>
                  <a:lnTo>
                    <a:pt x="520502" y="457993"/>
                  </a:lnTo>
                  <a:lnTo>
                    <a:pt x="523087" y="461361"/>
                  </a:lnTo>
                  <a:lnTo>
                    <a:pt x="525664" y="464728"/>
                  </a:lnTo>
                  <a:lnTo>
                    <a:pt x="528201" y="468096"/>
                  </a:lnTo>
                  <a:lnTo>
                    <a:pt x="530720" y="471463"/>
                  </a:lnTo>
                  <a:lnTo>
                    <a:pt x="533205" y="474831"/>
                  </a:lnTo>
                  <a:lnTo>
                    <a:pt x="535663" y="478199"/>
                  </a:lnTo>
                  <a:lnTo>
                    <a:pt x="538093" y="481566"/>
                  </a:lnTo>
                  <a:lnTo>
                    <a:pt x="540484" y="484934"/>
                  </a:lnTo>
                  <a:lnTo>
                    <a:pt x="542855" y="488301"/>
                  </a:lnTo>
                  <a:lnTo>
                    <a:pt x="545175" y="491669"/>
                  </a:lnTo>
                  <a:lnTo>
                    <a:pt x="547484" y="495037"/>
                  </a:lnTo>
                  <a:lnTo>
                    <a:pt x="549731" y="498404"/>
                  </a:lnTo>
                  <a:lnTo>
                    <a:pt x="551964" y="501772"/>
                  </a:lnTo>
                  <a:lnTo>
                    <a:pt x="554144" y="505139"/>
                  </a:lnTo>
                  <a:lnTo>
                    <a:pt x="556298" y="508507"/>
                  </a:lnTo>
                  <a:lnTo>
                    <a:pt x="558409" y="511875"/>
                  </a:lnTo>
                  <a:lnTo>
                    <a:pt x="560480" y="515242"/>
                  </a:lnTo>
                  <a:lnTo>
                    <a:pt x="562520" y="518610"/>
                  </a:lnTo>
                  <a:lnTo>
                    <a:pt x="564506" y="521977"/>
                  </a:lnTo>
                  <a:lnTo>
                    <a:pt x="566473" y="525345"/>
                  </a:lnTo>
                  <a:lnTo>
                    <a:pt x="568371" y="528713"/>
                  </a:lnTo>
                  <a:lnTo>
                    <a:pt x="570257" y="532080"/>
                  </a:lnTo>
                  <a:lnTo>
                    <a:pt x="572072" y="535448"/>
                  </a:lnTo>
                  <a:lnTo>
                    <a:pt x="573868" y="538815"/>
                  </a:lnTo>
                  <a:lnTo>
                    <a:pt x="575605" y="542183"/>
                  </a:lnTo>
                  <a:lnTo>
                    <a:pt x="577309" y="545551"/>
                  </a:lnTo>
                  <a:lnTo>
                    <a:pt x="578968" y="548918"/>
                  </a:lnTo>
                  <a:lnTo>
                    <a:pt x="580578" y="552286"/>
                  </a:lnTo>
                  <a:lnTo>
                    <a:pt x="582157" y="555653"/>
                  </a:lnTo>
                  <a:lnTo>
                    <a:pt x="583674" y="559021"/>
                  </a:lnTo>
                  <a:lnTo>
                    <a:pt x="585173" y="562389"/>
                  </a:lnTo>
                  <a:lnTo>
                    <a:pt x="586594" y="565756"/>
                  </a:lnTo>
                  <a:lnTo>
                    <a:pt x="588002" y="569124"/>
                  </a:lnTo>
                  <a:lnTo>
                    <a:pt x="589339" y="572491"/>
                  </a:lnTo>
                  <a:lnTo>
                    <a:pt x="590651" y="575859"/>
                  </a:lnTo>
                  <a:lnTo>
                    <a:pt x="591907" y="579227"/>
                  </a:lnTo>
                  <a:lnTo>
                    <a:pt x="593123" y="582594"/>
                  </a:lnTo>
                  <a:lnTo>
                    <a:pt x="594298" y="585962"/>
                  </a:lnTo>
                  <a:lnTo>
                    <a:pt x="595419" y="589329"/>
                  </a:lnTo>
                  <a:lnTo>
                    <a:pt x="596512" y="592697"/>
                  </a:lnTo>
                  <a:lnTo>
                    <a:pt x="597538" y="596065"/>
                  </a:lnTo>
                  <a:lnTo>
                    <a:pt x="598550" y="599432"/>
                  </a:lnTo>
                  <a:lnTo>
                    <a:pt x="599482" y="602800"/>
                  </a:lnTo>
                  <a:lnTo>
                    <a:pt x="600399" y="606167"/>
                  </a:lnTo>
                  <a:lnTo>
                    <a:pt x="601251" y="609535"/>
                  </a:lnTo>
                  <a:lnTo>
                    <a:pt x="602074" y="612902"/>
                  </a:lnTo>
                  <a:lnTo>
                    <a:pt x="602847" y="616270"/>
                  </a:lnTo>
                  <a:lnTo>
                    <a:pt x="603577" y="619638"/>
                  </a:lnTo>
                  <a:lnTo>
                    <a:pt x="604271" y="623005"/>
                  </a:lnTo>
                  <a:lnTo>
                    <a:pt x="604909" y="626373"/>
                  </a:lnTo>
                  <a:lnTo>
                    <a:pt x="605525" y="629740"/>
                  </a:lnTo>
                  <a:lnTo>
                    <a:pt x="606072" y="633108"/>
                  </a:lnTo>
                  <a:lnTo>
                    <a:pt x="606605" y="636476"/>
                  </a:lnTo>
                  <a:lnTo>
                    <a:pt x="607067" y="639843"/>
                  </a:lnTo>
                  <a:lnTo>
                    <a:pt x="607510" y="643211"/>
                  </a:lnTo>
                  <a:lnTo>
                    <a:pt x="607896" y="646578"/>
                  </a:lnTo>
                  <a:lnTo>
                    <a:pt x="608251" y="649946"/>
                  </a:lnTo>
                  <a:lnTo>
                    <a:pt x="608562" y="653314"/>
                  </a:lnTo>
                  <a:lnTo>
                    <a:pt x="608830" y="656681"/>
                  </a:lnTo>
                  <a:lnTo>
                    <a:pt x="609067" y="660049"/>
                  </a:lnTo>
                  <a:lnTo>
                    <a:pt x="609248" y="663416"/>
                  </a:lnTo>
                  <a:lnTo>
                    <a:pt x="609359" y="665692"/>
                  </a:lnTo>
                  <a:lnTo>
                    <a:pt x="609413" y="666784"/>
                  </a:lnTo>
                  <a:lnTo>
                    <a:pt x="609509" y="670152"/>
                  </a:lnTo>
                  <a:lnTo>
                    <a:pt x="609592" y="673519"/>
                  </a:lnTo>
                  <a:lnTo>
                    <a:pt x="609614" y="676887"/>
                  </a:lnTo>
                  <a:lnTo>
                    <a:pt x="609615" y="680254"/>
                  </a:lnTo>
                  <a:lnTo>
                    <a:pt x="609567" y="683622"/>
                  </a:lnTo>
                  <a:lnTo>
                    <a:pt x="609485" y="686990"/>
                  </a:lnTo>
                  <a:lnTo>
                    <a:pt x="609369" y="690357"/>
                  </a:lnTo>
                  <a:lnTo>
                    <a:pt x="609207" y="693725"/>
                  </a:lnTo>
                  <a:lnTo>
                    <a:pt x="609023" y="697092"/>
                  </a:lnTo>
                  <a:lnTo>
                    <a:pt x="608782" y="700460"/>
                  </a:lnTo>
                  <a:lnTo>
                    <a:pt x="608531" y="703828"/>
                  </a:lnTo>
                  <a:lnTo>
                    <a:pt x="608214" y="707195"/>
                  </a:lnTo>
                  <a:lnTo>
                    <a:pt x="607886" y="710563"/>
                  </a:lnTo>
                  <a:lnTo>
                    <a:pt x="607505" y="713930"/>
                  </a:lnTo>
                  <a:lnTo>
                    <a:pt x="607102" y="717298"/>
                  </a:lnTo>
                  <a:lnTo>
                    <a:pt x="606659" y="720666"/>
                  </a:lnTo>
                  <a:lnTo>
                    <a:pt x="606183" y="724033"/>
                  </a:lnTo>
                  <a:lnTo>
                    <a:pt x="605679" y="727401"/>
                  </a:lnTo>
                  <a:lnTo>
                    <a:pt x="605132" y="730768"/>
                  </a:lnTo>
                  <a:lnTo>
                    <a:pt x="604567" y="734136"/>
                  </a:lnTo>
                  <a:lnTo>
                    <a:pt x="603952" y="737504"/>
                  </a:lnTo>
                  <a:lnTo>
                    <a:pt x="603326" y="740871"/>
                  </a:lnTo>
                  <a:lnTo>
                    <a:pt x="602647" y="744239"/>
                  </a:lnTo>
                  <a:lnTo>
                    <a:pt x="601955" y="747606"/>
                  </a:lnTo>
                  <a:lnTo>
                    <a:pt x="601222" y="750974"/>
                  </a:lnTo>
                  <a:lnTo>
                    <a:pt x="600467" y="754342"/>
                  </a:lnTo>
                  <a:lnTo>
                    <a:pt x="599681" y="757709"/>
                  </a:lnTo>
                  <a:lnTo>
                    <a:pt x="598865" y="761077"/>
                  </a:lnTo>
                  <a:lnTo>
                    <a:pt x="598029" y="764444"/>
                  </a:lnTo>
                  <a:lnTo>
                    <a:pt x="597155" y="767812"/>
                  </a:lnTo>
                  <a:lnTo>
                    <a:pt x="596271" y="771180"/>
                  </a:lnTo>
                  <a:lnTo>
                    <a:pt x="595343" y="774547"/>
                  </a:lnTo>
                  <a:lnTo>
                    <a:pt x="594407" y="777915"/>
                  </a:lnTo>
                  <a:lnTo>
                    <a:pt x="593433" y="781282"/>
                  </a:lnTo>
                  <a:lnTo>
                    <a:pt x="592448" y="784650"/>
                  </a:lnTo>
                  <a:lnTo>
                    <a:pt x="591434" y="788018"/>
                  </a:lnTo>
                  <a:lnTo>
                    <a:pt x="590401" y="791385"/>
                  </a:lnTo>
                  <a:lnTo>
                    <a:pt x="589350" y="794753"/>
                  </a:lnTo>
                  <a:lnTo>
                    <a:pt x="588275" y="798120"/>
                  </a:lnTo>
                  <a:lnTo>
                    <a:pt x="587770" y="799687"/>
                  </a:lnTo>
                  <a:lnTo>
                    <a:pt x="587189" y="801488"/>
                  </a:lnTo>
                  <a:lnTo>
                    <a:pt x="586076" y="804856"/>
                  </a:lnTo>
                  <a:lnTo>
                    <a:pt x="584958" y="808223"/>
                  </a:lnTo>
                  <a:lnTo>
                    <a:pt x="583812" y="811591"/>
                  </a:lnTo>
                  <a:lnTo>
                    <a:pt x="582662" y="814958"/>
                  </a:lnTo>
                  <a:lnTo>
                    <a:pt x="581491" y="818326"/>
                  </a:lnTo>
                  <a:lnTo>
                    <a:pt x="580313" y="821694"/>
                  </a:lnTo>
                  <a:lnTo>
                    <a:pt x="579122" y="825061"/>
                  </a:lnTo>
                  <a:lnTo>
                    <a:pt x="577921" y="828429"/>
                  </a:lnTo>
                  <a:lnTo>
                    <a:pt x="576713" y="831796"/>
                  </a:lnTo>
                  <a:lnTo>
                    <a:pt x="575495" y="835164"/>
                  </a:lnTo>
                  <a:lnTo>
                    <a:pt x="574274" y="838532"/>
                  </a:lnTo>
                  <a:lnTo>
                    <a:pt x="573044" y="841899"/>
                  </a:lnTo>
                  <a:lnTo>
                    <a:pt x="571813" y="845267"/>
                  </a:lnTo>
                  <a:lnTo>
                    <a:pt x="570577" y="848634"/>
                  </a:lnTo>
                  <a:lnTo>
                    <a:pt x="569341" y="852002"/>
                  </a:lnTo>
                  <a:lnTo>
                    <a:pt x="568104" y="855370"/>
                  </a:lnTo>
                  <a:lnTo>
                    <a:pt x="566869" y="858737"/>
                  </a:lnTo>
                  <a:lnTo>
                    <a:pt x="565636" y="862105"/>
                  </a:lnTo>
                  <a:lnTo>
                    <a:pt x="564407" y="865472"/>
                  </a:lnTo>
                  <a:lnTo>
                    <a:pt x="563182" y="868840"/>
                  </a:lnTo>
                  <a:lnTo>
                    <a:pt x="561965" y="872208"/>
                  </a:lnTo>
                  <a:lnTo>
                    <a:pt x="560752" y="875575"/>
                  </a:lnTo>
                  <a:lnTo>
                    <a:pt x="559553" y="878943"/>
                  </a:lnTo>
                  <a:lnTo>
                    <a:pt x="558358" y="882310"/>
                  </a:lnTo>
                  <a:lnTo>
                    <a:pt x="557181" y="885678"/>
                  </a:lnTo>
                  <a:lnTo>
                    <a:pt x="556012" y="889046"/>
                  </a:lnTo>
                  <a:lnTo>
                    <a:pt x="554859" y="892413"/>
                  </a:lnTo>
                  <a:lnTo>
                    <a:pt x="553720" y="895781"/>
                  </a:lnTo>
                  <a:lnTo>
                    <a:pt x="552596" y="899148"/>
                  </a:lnTo>
                  <a:lnTo>
                    <a:pt x="551493" y="902516"/>
                  </a:lnTo>
                  <a:lnTo>
                    <a:pt x="550401" y="905884"/>
                  </a:lnTo>
                  <a:lnTo>
                    <a:pt x="549339" y="909251"/>
                  </a:lnTo>
                  <a:lnTo>
                    <a:pt x="548284" y="912619"/>
                  </a:lnTo>
                  <a:lnTo>
                    <a:pt x="547268" y="915986"/>
                  </a:lnTo>
                  <a:lnTo>
                    <a:pt x="546259" y="919354"/>
                  </a:lnTo>
                  <a:lnTo>
                    <a:pt x="545286" y="922722"/>
                  </a:lnTo>
                  <a:lnTo>
                    <a:pt x="544329" y="926089"/>
                  </a:lnTo>
                  <a:lnTo>
                    <a:pt x="543402" y="929457"/>
                  </a:lnTo>
                  <a:lnTo>
                    <a:pt x="542500" y="932824"/>
                  </a:lnTo>
                  <a:lnTo>
                    <a:pt x="541622" y="936192"/>
                  </a:lnTo>
                  <a:lnTo>
                    <a:pt x="540779" y="939560"/>
                  </a:lnTo>
                  <a:lnTo>
                    <a:pt x="539951" y="942927"/>
                  </a:lnTo>
                  <a:lnTo>
                    <a:pt x="539171" y="946295"/>
                  </a:lnTo>
                  <a:lnTo>
                    <a:pt x="538399" y="949662"/>
                  </a:lnTo>
                  <a:lnTo>
                    <a:pt x="537680" y="953030"/>
                  </a:lnTo>
                  <a:lnTo>
                    <a:pt x="536973" y="956398"/>
                  </a:lnTo>
                  <a:lnTo>
                    <a:pt x="536310" y="959765"/>
                  </a:lnTo>
                  <a:lnTo>
                    <a:pt x="535671" y="963133"/>
                  </a:lnTo>
                  <a:lnTo>
                    <a:pt x="535065" y="966500"/>
                  </a:lnTo>
                  <a:lnTo>
                    <a:pt x="534493" y="969868"/>
                  </a:lnTo>
                  <a:lnTo>
                    <a:pt x="533945" y="973236"/>
                  </a:lnTo>
                  <a:lnTo>
                    <a:pt x="533441" y="976603"/>
                  </a:lnTo>
                  <a:lnTo>
                    <a:pt x="532951" y="979971"/>
                  </a:lnTo>
                  <a:lnTo>
                    <a:pt x="532515" y="983338"/>
                  </a:lnTo>
                  <a:lnTo>
                    <a:pt x="532089" y="986706"/>
                  </a:lnTo>
                  <a:lnTo>
                    <a:pt x="531714" y="990074"/>
                  </a:lnTo>
                  <a:lnTo>
                    <a:pt x="531354" y="993441"/>
                  </a:lnTo>
                  <a:lnTo>
                    <a:pt x="531262" y="994416"/>
                  </a:lnTo>
                  <a:lnTo>
                    <a:pt x="531035" y="996809"/>
                  </a:lnTo>
                  <a:lnTo>
                    <a:pt x="530741" y="1000176"/>
                  </a:lnTo>
                  <a:lnTo>
                    <a:pt x="530476" y="1003544"/>
                  </a:lnTo>
                  <a:lnTo>
                    <a:pt x="530244" y="1006912"/>
                  </a:lnTo>
                  <a:lnTo>
                    <a:pt x="530031" y="1010279"/>
                  </a:lnTo>
                  <a:lnTo>
                    <a:pt x="529859" y="1013647"/>
                  </a:lnTo>
                  <a:lnTo>
                    <a:pt x="529696" y="1017014"/>
                  </a:lnTo>
                  <a:lnTo>
                    <a:pt x="529579" y="1020382"/>
                  </a:lnTo>
                  <a:lnTo>
                    <a:pt x="529470" y="1023750"/>
                  </a:lnTo>
                  <a:lnTo>
                    <a:pt x="529397" y="1027117"/>
                  </a:lnTo>
                  <a:lnTo>
                    <a:pt x="529339" y="1030485"/>
                  </a:lnTo>
                  <a:lnTo>
                    <a:pt x="529306" y="1033852"/>
                  </a:lnTo>
                  <a:lnTo>
                    <a:pt x="529292" y="1037220"/>
                  </a:lnTo>
                  <a:lnTo>
                    <a:pt x="529295" y="1040588"/>
                  </a:lnTo>
                  <a:lnTo>
                    <a:pt x="529320" y="1043955"/>
                  </a:lnTo>
                  <a:lnTo>
                    <a:pt x="529355" y="1047323"/>
                  </a:lnTo>
                  <a:lnTo>
                    <a:pt x="529413" y="1050690"/>
                  </a:lnTo>
                  <a:lnTo>
                    <a:pt x="529476" y="1054058"/>
                  </a:lnTo>
                  <a:lnTo>
                    <a:pt x="529560" y="1057426"/>
                  </a:lnTo>
                  <a:lnTo>
                    <a:pt x="529647" y="1060793"/>
                  </a:lnTo>
                  <a:lnTo>
                    <a:pt x="529747" y="1064161"/>
                  </a:lnTo>
                  <a:lnTo>
                    <a:pt x="529852" y="1067528"/>
                  </a:lnTo>
                  <a:lnTo>
                    <a:pt x="529964" y="1070896"/>
                  </a:lnTo>
                  <a:lnTo>
                    <a:pt x="530078" y="1074264"/>
                  </a:lnTo>
                  <a:lnTo>
                    <a:pt x="530195" y="1077631"/>
                  </a:lnTo>
                  <a:lnTo>
                    <a:pt x="530312" y="1080999"/>
                  </a:lnTo>
                  <a:lnTo>
                    <a:pt x="530429" y="1084366"/>
                  </a:lnTo>
                  <a:lnTo>
                    <a:pt x="530541" y="1087734"/>
                  </a:lnTo>
                  <a:lnTo>
                    <a:pt x="530650" y="1091102"/>
                  </a:lnTo>
                  <a:lnTo>
                    <a:pt x="530749" y="1094469"/>
                  </a:lnTo>
                  <a:lnTo>
                    <a:pt x="530843" y="1097837"/>
                  </a:lnTo>
                  <a:lnTo>
                    <a:pt x="530924" y="1101204"/>
                  </a:lnTo>
                  <a:lnTo>
                    <a:pt x="530994" y="1104572"/>
                  </a:lnTo>
                  <a:lnTo>
                    <a:pt x="531050" y="1107940"/>
                  </a:lnTo>
                  <a:lnTo>
                    <a:pt x="531088" y="1111307"/>
                  </a:lnTo>
                  <a:lnTo>
                    <a:pt x="531115" y="1114675"/>
                  </a:lnTo>
                  <a:lnTo>
                    <a:pt x="531114" y="1118042"/>
                  </a:lnTo>
                  <a:lnTo>
                    <a:pt x="531105" y="1121410"/>
                  </a:lnTo>
                  <a:lnTo>
                    <a:pt x="531056" y="1124778"/>
                  </a:lnTo>
                  <a:lnTo>
                    <a:pt x="530998" y="1128145"/>
                  </a:lnTo>
                  <a:lnTo>
                    <a:pt x="530901" y="1131513"/>
                  </a:lnTo>
                  <a:lnTo>
                    <a:pt x="530787" y="1134880"/>
                  </a:lnTo>
                  <a:lnTo>
                    <a:pt x="530637" y="1138248"/>
                  </a:lnTo>
                  <a:lnTo>
                    <a:pt x="530459" y="1141616"/>
                  </a:lnTo>
                  <a:lnTo>
                    <a:pt x="530253" y="1144983"/>
                  </a:lnTo>
                  <a:lnTo>
                    <a:pt x="530004" y="1148351"/>
                  </a:lnTo>
                  <a:lnTo>
                    <a:pt x="529735" y="1151718"/>
                  </a:lnTo>
                  <a:lnTo>
                    <a:pt x="529410" y="1155086"/>
                  </a:lnTo>
                  <a:lnTo>
                    <a:pt x="529072" y="1158454"/>
                  </a:lnTo>
                  <a:lnTo>
                    <a:pt x="528666" y="1161821"/>
                  </a:lnTo>
                  <a:lnTo>
                    <a:pt x="528245" y="1165189"/>
                  </a:lnTo>
                  <a:lnTo>
                    <a:pt x="527765" y="1168556"/>
                  </a:lnTo>
                  <a:lnTo>
                    <a:pt x="527255" y="1171924"/>
                  </a:lnTo>
                  <a:lnTo>
                    <a:pt x="526698" y="1175292"/>
                  </a:lnTo>
                  <a:lnTo>
                    <a:pt x="526094" y="1178659"/>
                  </a:lnTo>
                  <a:lnTo>
                    <a:pt x="525456" y="1182027"/>
                  </a:lnTo>
                  <a:lnTo>
                    <a:pt x="524756" y="1185394"/>
                  </a:lnTo>
                  <a:lnTo>
                    <a:pt x="524035" y="1188762"/>
                  </a:lnTo>
                  <a:lnTo>
                    <a:pt x="523235" y="1192130"/>
                  </a:lnTo>
                  <a:lnTo>
                    <a:pt x="522421" y="1195497"/>
                  </a:lnTo>
                  <a:lnTo>
                    <a:pt x="521527" y="1198865"/>
                  </a:lnTo>
                  <a:lnTo>
                    <a:pt x="520610" y="1202232"/>
                  </a:lnTo>
                  <a:lnTo>
                    <a:pt x="519629" y="1205600"/>
                  </a:lnTo>
                  <a:lnTo>
                    <a:pt x="518608" y="1208968"/>
                  </a:lnTo>
                  <a:lnTo>
                    <a:pt x="517538" y="1212335"/>
                  </a:lnTo>
                  <a:lnTo>
                    <a:pt x="516413" y="1215703"/>
                  </a:lnTo>
                  <a:lnTo>
                    <a:pt x="515254" y="1219070"/>
                  </a:lnTo>
                  <a:lnTo>
                    <a:pt x="514024" y="1222438"/>
                  </a:lnTo>
                  <a:lnTo>
                    <a:pt x="512777" y="1225805"/>
                  </a:lnTo>
                  <a:lnTo>
                    <a:pt x="511444" y="1229173"/>
                  </a:lnTo>
                  <a:lnTo>
                    <a:pt x="510095" y="1232541"/>
                  </a:lnTo>
                  <a:lnTo>
                    <a:pt x="508673" y="1235908"/>
                  </a:lnTo>
                  <a:lnTo>
                    <a:pt x="507223" y="1239276"/>
                  </a:lnTo>
                  <a:lnTo>
                    <a:pt x="505716" y="1242643"/>
                  </a:lnTo>
                  <a:lnTo>
                    <a:pt x="504167" y="1246011"/>
                  </a:lnTo>
                  <a:lnTo>
                    <a:pt x="502577" y="1249379"/>
                  </a:lnTo>
                  <a:lnTo>
                    <a:pt x="500931" y="1252746"/>
                  </a:lnTo>
                  <a:lnTo>
                    <a:pt x="499261" y="1256114"/>
                  </a:lnTo>
                  <a:lnTo>
                    <a:pt x="497523" y="1259481"/>
                  </a:lnTo>
                  <a:lnTo>
                    <a:pt x="495772" y="1262849"/>
                  </a:lnTo>
                  <a:lnTo>
                    <a:pt x="493949" y="1266217"/>
                  </a:lnTo>
                  <a:lnTo>
                    <a:pt x="492110" y="1269584"/>
                  </a:lnTo>
                  <a:lnTo>
                    <a:pt x="490216" y="1272952"/>
                  </a:lnTo>
                  <a:lnTo>
                    <a:pt x="488296" y="1276319"/>
                  </a:lnTo>
                  <a:lnTo>
                    <a:pt x="486334" y="1279687"/>
                  </a:lnTo>
                  <a:lnTo>
                    <a:pt x="484337" y="1283055"/>
                  </a:lnTo>
                  <a:lnTo>
                    <a:pt x="482313" y="1286422"/>
                  </a:lnTo>
                  <a:lnTo>
                    <a:pt x="480245" y="1289790"/>
                  </a:lnTo>
                  <a:lnTo>
                    <a:pt x="478161" y="1293157"/>
                  </a:lnTo>
                  <a:lnTo>
                    <a:pt x="476029" y="1296525"/>
                  </a:lnTo>
                  <a:lnTo>
                    <a:pt x="473887" y="1299893"/>
                  </a:lnTo>
                  <a:lnTo>
                    <a:pt x="471701" y="1303260"/>
                  </a:lnTo>
                  <a:lnTo>
                    <a:pt x="469502" y="1306628"/>
                  </a:lnTo>
                  <a:lnTo>
                    <a:pt x="467272" y="1309995"/>
                  </a:lnTo>
                  <a:lnTo>
                    <a:pt x="465024" y="1313363"/>
                  </a:lnTo>
                  <a:lnTo>
                    <a:pt x="462754" y="1316731"/>
                  </a:lnTo>
                  <a:lnTo>
                    <a:pt x="460463" y="1320098"/>
                  </a:lnTo>
                  <a:lnTo>
                    <a:pt x="458159" y="1323466"/>
                  </a:lnTo>
                  <a:lnTo>
                    <a:pt x="455833" y="1326833"/>
                  </a:lnTo>
                  <a:lnTo>
                    <a:pt x="453501" y="1330201"/>
                  </a:lnTo>
                  <a:lnTo>
                    <a:pt x="451146" y="1333569"/>
                  </a:lnTo>
                  <a:lnTo>
                    <a:pt x="448788" y="1336936"/>
                  </a:lnTo>
                  <a:lnTo>
                    <a:pt x="446415" y="1340304"/>
                  </a:lnTo>
                  <a:lnTo>
                    <a:pt x="444038" y="1343671"/>
                  </a:lnTo>
                  <a:lnTo>
                    <a:pt x="441652" y="1347039"/>
                  </a:lnTo>
                  <a:lnTo>
                    <a:pt x="439262" y="1350407"/>
                  </a:lnTo>
                  <a:lnTo>
                    <a:pt x="436869" y="1353774"/>
                  </a:lnTo>
                  <a:lnTo>
                    <a:pt x="434475" y="1357142"/>
                  </a:lnTo>
                  <a:lnTo>
                    <a:pt x="432080" y="1360509"/>
                  </a:lnTo>
                  <a:lnTo>
                    <a:pt x="429687" y="1363877"/>
                  </a:lnTo>
                  <a:lnTo>
                    <a:pt x="427295" y="1367245"/>
                  </a:lnTo>
                  <a:lnTo>
                    <a:pt x="424911" y="1370612"/>
                  </a:lnTo>
                  <a:lnTo>
                    <a:pt x="422530" y="1373980"/>
                  </a:lnTo>
                  <a:lnTo>
                    <a:pt x="420159" y="1377347"/>
                  </a:lnTo>
                  <a:lnTo>
                    <a:pt x="417794" y="1380715"/>
                  </a:lnTo>
                  <a:lnTo>
                    <a:pt x="415440" y="1384083"/>
                  </a:lnTo>
                  <a:lnTo>
                    <a:pt x="413099" y="1387450"/>
                  </a:lnTo>
                  <a:lnTo>
                    <a:pt x="410767" y="1390818"/>
                  </a:lnTo>
                  <a:lnTo>
                    <a:pt x="408454" y="1394185"/>
                  </a:lnTo>
                  <a:lnTo>
                    <a:pt x="406149" y="1397553"/>
                  </a:lnTo>
                  <a:lnTo>
                    <a:pt x="403870" y="1400921"/>
                  </a:lnTo>
                  <a:lnTo>
                    <a:pt x="401598" y="1404288"/>
                  </a:lnTo>
                  <a:lnTo>
                    <a:pt x="399356" y="1407656"/>
                  </a:lnTo>
                  <a:lnTo>
                    <a:pt x="397125" y="1411023"/>
                  </a:lnTo>
                  <a:lnTo>
                    <a:pt x="394921" y="1414391"/>
                  </a:lnTo>
                  <a:lnTo>
                    <a:pt x="392735" y="1417759"/>
                  </a:lnTo>
                  <a:lnTo>
                    <a:pt x="390572" y="1421126"/>
                  </a:lnTo>
                  <a:lnTo>
                    <a:pt x="388436" y="1424494"/>
                  </a:lnTo>
                  <a:lnTo>
                    <a:pt x="386316" y="1427861"/>
                  </a:lnTo>
                  <a:lnTo>
                    <a:pt x="384234" y="1431229"/>
                  </a:lnTo>
                  <a:lnTo>
                    <a:pt x="382162" y="1434597"/>
                  </a:lnTo>
                  <a:lnTo>
                    <a:pt x="380136" y="1437964"/>
                  </a:lnTo>
                  <a:lnTo>
                    <a:pt x="378120" y="1441332"/>
                  </a:lnTo>
                  <a:lnTo>
                    <a:pt x="376148" y="1444699"/>
                  </a:lnTo>
                  <a:lnTo>
                    <a:pt x="374193" y="1448067"/>
                  </a:lnTo>
                  <a:lnTo>
                    <a:pt x="372275" y="1451435"/>
                  </a:lnTo>
                  <a:lnTo>
                    <a:pt x="370383" y="1454802"/>
                  </a:lnTo>
                  <a:lnTo>
                    <a:pt x="368520" y="1458170"/>
                  </a:lnTo>
                  <a:lnTo>
                    <a:pt x="366694" y="1461537"/>
                  </a:lnTo>
                  <a:lnTo>
                    <a:pt x="364887" y="1464905"/>
                  </a:lnTo>
                  <a:lnTo>
                    <a:pt x="363128" y="1468273"/>
                  </a:lnTo>
                  <a:lnTo>
                    <a:pt x="361380" y="1471640"/>
                  </a:lnTo>
                  <a:lnTo>
                    <a:pt x="359689" y="1475008"/>
                  </a:lnTo>
                  <a:lnTo>
                    <a:pt x="358010" y="1478375"/>
                  </a:lnTo>
                  <a:lnTo>
                    <a:pt x="356378" y="1481743"/>
                  </a:lnTo>
                  <a:lnTo>
                    <a:pt x="354769" y="1485111"/>
                  </a:lnTo>
                  <a:lnTo>
                    <a:pt x="353197" y="1488478"/>
                  </a:lnTo>
                  <a:lnTo>
                    <a:pt x="351657" y="1491846"/>
                  </a:lnTo>
                  <a:lnTo>
                    <a:pt x="350145" y="1495213"/>
                  </a:lnTo>
                  <a:lnTo>
                    <a:pt x="348676" y="1498581"/>
                  </a:lnTo>
                  <a:lnTo>
                    <a:pt x="347224" y="1501949"/>
                  </a:lnTo>
                  <a:lnTo>
                    <a:pt x="345826" y="1505316"/>
                  </a:lnTo>
                  <a:lnTo>
                    <a:pt x="344438" y="1508684"/>
                  </a:lnTo>
                  <a:lnTo>
                    <a:pt x="343104" y="1512051"/>
                  </a:lnTo>
                  <a:lnTo>
                    <a:pt x="341786" y="1515419"/>
                  </a:lnTo>
                  <a:lnTo>
                    <a:pt x="340511" y="1518787"/>
                  </a:lnTo>
                  <a:lnTo>
                    <a:pt x="339262" y="1522154"/>
                  </a:lnTo>
                  <a:lnTo>
                    <a:pt x="338045" y="1525522"/>
                  </a:lnTo>
                  <a:lnTo>
                    <a:pt x="336863" y="1528889"/>
                  </a:lnTo>
                  <a:lnTo>
                    <a:pt x="335704" y="1532257"/>
                  </a:lnTo>
                  <a:lnTo>
                    <a:pt x="334588" y="1535625"/>
                  </a:lnTo>
                  <a:lnTo>
                    <a:pt x="333485" y="1538992"/>
                  </a:lnTo>
                  <a:lnTo>
                    <a:pt x="332434" y="1542360"/>
                  </a:lnTo>
                  <a:lnTo>
                    <a:pt x="331393" y="1545727"/>
                  </a:lnTo>
                  <a:lnTo>
                    <a:pt x="330398" y="1549095"/>
                  </a:lnTo>
                  <a:lnTo>
                    <a:pt x="329420" y="1552463"/>
                  </a:lnTo>
                  <a:lnTo>
                    <a:pt x="328477" y="1555830"/>
                  </a:lnTo>
                  <a:lnTo>
                    <a:pt x="327560" y="1559198"/>
                  </a:lnTo>
                  <a:lnTo>
                    <a:pt x="326668" y="1562565"/>
                  </a:lnTo>
                  <a:lnTo>
                    <a:pt x="325809" y="1565933"/>
                  </a:lnTo>
                  <a:lnTo>
                    <a:pt x="324967" y="1569301"/>
                  </a:lnTo>
                  <a:lnTo>
                    <a:pt x="324165" y="1572668"/>
                  </a:lnTo>
                  <a:lnTo>
                    <a:pt x="323372" y="1576036"/>
                  </a:lnTo>
                  <a:lnTo>
                    <a:pt x="322624" y="1579403"/>
                  </a:lnTo>
                  <a:lnTo>
                    <a:pt x="321884" y="1582771"/>
                  </a:lnTo>
                  <a:lnTo>
                    <a:pt x="321180" y="1586139"/>
                  </a:lnTo>
                  <a:lnTo>
                    <a:pt x="320492" y="1589506"/>
                  </a:lnTo>
                  <a:lnTo>
                    <a:pt x="319832" y="1592874"/>
                  </a:lnTo>
                  <a:lnTo>
                    <a:pt x="319193" y="1596241"/>
                  </a:lnTo>
                  <a:lnTo>
                    <a:pt x="318573" y="1599609"/>
                  </a:lnTo>
                  <a:lnTo>
                    <a:pt x="317982" y="1602977"/>
                  </a:lnTo>
                  <a:lnTo>
                    <a:pt x="317401" y="1606344"/>
                  </a:lnTo>
                  <a:lnTo>
                    <a:pt x="316855" y="1609712"/>
                  </a:lnTo>
                  <a:lnTo>
                    <a:pt x="316314" y="1613079"/>
                  </a:lnTo>
                  <a:lnTo>
                    <a:pt x="315807" y="1616447"/>
                  </a:lnTo>
                  <a:lnTo>
                    <a:pt x="315309" y="1619815"/>
                  </a:lnTo>
                  <a:lnTo>
                    <a:pt x="314836" y="1623182"/>
                  </a:lnTo>
                  <a:lnTo>
                    <a:pt x="314377" y="1626550"/>
                  </a:lnTo>
                  <a:lnTo>
                    <a:pt x="313937" y="1629917"/>
                  </a:lnTo>
                  <a:lnTo>
                    <a:pt x="313515" y="1633285"/>
                  </a:lnTo>
                  <a:lnTo>
                    <a:pt x="313106" y="1636653"/>
                  </a:lnTo>
                  <a:lnTo>
                    <a:pt x="312719" y="1640020"/>
                  </a:lnTo>
                  <a:lnTo>
                    <a:pt x="312339" y="1643388"/>
                  </a:lnTo>
                  <a:lnTo>
                    <a:pt x="311985" y="1646755"/>
                  </a:lnTo>
                  <a:lnTo>
                    <a:pt x="311636" y="1650123"/>
                  </a:lnTo>
                  <a:lnTo>
                    <a:pt x="311309" y="1653491"/>
                  </a:lnTo>
                  <a:lnTo>
                    <a:pt x="310990" y="1656858"/>
                  </a:lnTo>
                  <a:lnTo>
                    <a:pt x="310688" y="1660226"/>
                  </a:lnTo>
                  <a:lnTo>
                    <a:pt x="310397" y="1663593"/>
                  </a:lnTo>
                  <a:lnTo>
                    <a:pt x="310118" y="1666961"/>
                  </a:lnTo>
                  <a:lnTo>
                    <a:pt x="309854" y="1670329"/>
                  </a:lnTo>
                  <a:lnTo>
                    <a:pt x="309596" y="1673696"/>
                  </a:lnTo>
                  <a:lnTo>
                    <a:pt x="309356" y="1677064"/>
                  </a:lnTo>
                  <a:lnTo>
                    <a:pt x="309119" y="1680431"/>
                  </a:lnTo>
                  <a:lnTo>
                    <a:pt x="308901" y="1683799"/>
                  </a:lnTo>
                  <a:lnTo>
                    <a:pt x="308687" y="1687167"/>
                  </a:lnTo>
                  <a:lnTo>
                    <a:pt x="308486" y="1690534"/>
                  </a:lnTo>
                  <a:lnTo>
                    <a:pt x="308292" y="1693902"/>
                  </a:lnTo>
                  <a:lnTo>
                    <a:pt x="308109" y="1697269"/>
                  </a:lnTo>
                  <a:lnTo>
                    <a:pt x="307933" y="1700637"/>
                  </a:lnTo>
                  <a:lnTo>
                    <a:pt x="307765" y="1704005"/>
                  </a:lnTo>
                  <a:lnTo>
                    <a:pt x="307607" y="1707372"/>
                  </a:lnTo>
                  <a:lnTo>
                    <a:pt x="307453" y="1710740"/>
                  </a:lnTo>
                  <a:lnTo>
                    <a:pt x="307311" y="1714107"/>
                  </a:lnTo>
                  <a:lnTo>
                    <a:pt x="307171" y="1717475"/>
                  </a:lnTo>
                  <a:lnTo>
                    <a:pt x="307043" y="1720843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2335392" y="8114287"/>
              <a:ext cx="609615" cy="1046512"/>
            </a:xfrm>
            <a:custGeom>
              <a:avLst/>
              <a:pathLst>
                <a:path w="609615" h="1046512">
                  <a:moveTo>
                    <a:pt x="304355" y="1046512"/>
                  </a:moveTo>
                  <a:lnTo>
                    <a:pt x="304319" y="1044464"/>
                  </a:lnTo>
                  <a:lnTo>
                    <a:pt x="304281" y="1042416"/>
                  </a:lnTo>
                  <a:lnTo>
                    <a:pt x="304240" y="1040368"/>
                  </a:lnTo>
                  <a:lnTo>
                    <a:pt x="304197" y="1038320"/>
                  </a:lnTo>
                  <a:lnTo>
                    <a:pt x="304151" y="1036272"/>
                  </a:lnTo>
                  <a:lnTo>
                    <a:pt x="304101" y="1034224"/>
                  </a:lnTo>
                  <a:lnTo>
                    <a:pt x="304048" y="1032176"/>
                  </a:lnTo>
                  <a:lnTo>
                    <a:pt x="303992" y="1030128"/>
                  </a:lnTo>
                  <a:lnTo>
                    <a:pt x="303931" y="1028080"/>
                  </a:lnTo>
                  <a:lnTo>
                    <a:pt x="303868" y="1026032"/>
                  </a:lnTo>
                  <a:lnTo>
                    <a:pt x="303800" y="1023984"/>
                  </a:lnTo>
                  <a:lnTo>
                    <a:pt x="303727" y="1021936"/>
                  </a:lnTo>
                  <a:lnTo>
                    <a:pt x="303652" y="1019888"/>
                  </a:lnTo>
                  <a:lnTo>
                    <a:pt x="303569" y="1017840"/>
                  </a:lnTo>
                  <a:lnTo>
                    <a:pt x="303484" y="1015792"/>
                  </a:lnTo>
                  <a:lnTo>
                    <a:pt x="303393" y="1013744"/>
                  </a:lnTo>
                  <a:lnTo>
                    <a:pt x="303295" y="1011696"/>
                  </a:lnTo>
                  <a:lnTo>
                    <a:pt x="303194" y="1009648"/>
                  </a:lnTo>
                  <a:lnTo>
                    <a:pt x="303085" y="1007600"/>
                  </a:lnTo>
                  <a:lnTo>
                    <a:pt x="302970" y="1005553"/>
                  </a:lnTo>
                  <a:lnTo>
                    <a:pt x="302851" y="1003505"/>
                  </a:lnTo>
                  <a:lnTo>
                    <a:pt x="302722" y="1001457"/>
                  </a:lnTo>
                  <a:lnTo>
                    <a:pt x="302588" y="999409"/>
                  </a:lnTo>
                  <a:lnTo>
                    <a:pt x="302446" y="997361"/>
                  </a:lnTo>
                  <a:lnTo>
                    <a:pt x="302296" y="995313"/>
                  </a:lnTo>
                  <a:lnTo>
                    <a:pt x="302141" y="993265"/>
                  </a:lnTo>
                  <a:lnTo>
                    <a:pt x="301974" y="991217"/>
                  </a:lnTo>
                  <a:lnTo>
                    <a:pt x="301801" y="989169"/>
                  </a:lnTo>
                  <a:lnTo>
                    <a:pt x="301619" y="987121"/>
                  </a:lnTo>
                  <a:lnTo>
                    <a:pt x="301426" y="985073"/>
                  </a:lnTo>
                  <a:lnTo>
                    <a:pt x="301227" y="983025"/>
                  </a:lnTo>
                  <a:lnTo>
                    <a:pt x="301014" y="980977"/>
                  </a:lnTo>
                  <a:lnTo>
                    <a:pt x="300793" y="978929"/>
                  </a:lnTo>
                  <a:lnTo>
                    <a:pt x="300564" y="976881"/>
                  </a:lnTo>
                  <a:lnTo>
                    <a:pt x="300320" y="974833"/>
                  </a:lnTo>
                  <a:lnTo>
                    <a:pt x="300069" y="972785"/>
                  </a:lnTo>
                  <a:lnTo>
                    <a:pt x="299804" y="970737"/>
                  </a:lnTo>
                  <a:lnTo>
                    <a:pt x="299527" y="968689"/>
                  </a:lnTo>
                  <a:lnTo>
                    <a:pt x="299243" y="966641"/>
                  </a:lnTo>
                  <a:lnTo>
                    <a:pt x="298938" y="964593"/>
                  </a:lnTo>
                  <a:lnTo>
                    <a:pt x="298627" y="962545"/>
                  </a:lnTo>
                  <a:lnTo>
                    <a:pt x="298302" y="960497"/>
                  </a:lnTo>
                  <a:lnTo>
                    <a:pt x="297960" y="958449"/>
                  </a:lnTo>
                  <a:lnTo>
                    <a:pt x="297611" y="956401"/>
                  </a:lnTo>
                  <a:lnTo>
                    <a:pt x="297242" y="954353"/>
                  </a:lnTo>
                  <a:lnTo>
                    <a:pt x="296861" y="952305"/>
                  </a:lnTo>
                  <a:lnTo>
                    <a:pt x="296468" y="950257"/>
                  </a:lnTo>
                  <a:lnTo>
                    <a:pt x="296055" y="948209"/>
                  </a:lnTo>
                  <a:lnTo>
                    <a:pt x="295632" y="946161"/>
                  </a:lnTo>
                  <a:lnTo>
                    <a:pt x="295191" y="944113"/>
                  </a:lnTo>
                  <a:lnTo>
                    <a:pt x="294733" y="942065"/>
                  </a:lnTo>
                  <a:lnTo>
                    <a:pt x="294266" y="940017"/>
                  </a:lnTo>
                  <a:lnTo>
                    <a:pt x="293773" y="937970"/>
                  </a:lnTo>
                  <a:lnTo>
                    <a:pt x="293270" y="935922"/>
                  </a:lnTo>
                  <a:lnTo>
                    <a:pt x="292751" y="933874"/>
                  </a:lnTo>
                  <a:lnTo>
                    <a:pt x="292211" y="931826"/>
                  </a:lnTo>
                  <a:lnTo>
                    <a:pt x="291660" y="929778"/>
                  </a:lnTo>
                  <a:lnTo>
                    <a:pt x="291086" y="927730"/>
                  </a:lnTo>
                  <a:lnTo>
                    <a:pt x="290497" y="925682"/>
                  </a:lnTo>
                  <a:lnTo>
                    <a:pt x="289895" y="923634"/>
                  </a:lnTo>
                  <a:lnTo>
                    <a:pt x="289267" y="921586"/>
                  </a:lnTo>
                  <a:lnTo>
                    <a:pt x="288628" y="919538"/>
                  </a:lnTo>
                  <a:lnTo>
                    <a:pt x="287968" y="917490"/>
                  </a:lnTo>
                  <a:lnTo>
                    <a:pt x="287290" y="915442"/>
                  </a:lnTo>
                  <a:lnTo>
                    <a:pt x="286600" y="913394"/>
                  </a:lnTo>
                  <a:lnTo>
                    <a:pt x="285882" y="911346"/>
                  </a:lnTo>
                  <a:lnTo>
                    <a:pt x="285152" y="909298"/>
                  </a:lnTo>
                  <a:lnTo>
                    <a:pt x="284405" y="907250"/>
                  </a:lnTo>
                  <a:lnTo>
                    <a:pt x="283635" y="905202"/>
                  </a:lnTo>
                  <a:lnTo>
                    <a:pt x="282853" y="903154"/>
                  </a:lnTo>
                  <a:lnTo>
                    <a:pt x="282048" y="901106"/>
                  </a:lnTo>
                  <a:lnTo>
                    <a:pt x="281225" y="899058"/>
                  </a:lnTo>
                  <a:lnTo>
                    <a:pt x="280390" y="897010"/>
                  </a:lnTo>
                  <a:lnTo>
                    <a:pt x="279528" y="894962"/>
                  </a:lnTo>
                  <a:lnTo>
                    <a:pt x="278654" y="892914"/>
                  </a:lnTo>
                  <a:lnTo>
                    <a:pt x="277761" y="890866"/>
                  </a:lnTo>
                  <a:lnTo>
                    <a:pt x="276848" y="888818"/>
                  </a:lnTo>
                  <a:lnTo>
                    <a:pt x="275923" y="886770"/>
                  </a:lnTo>
                  <a:lnTo>
                    <a:pt x="274972" y="884722"/>
                  </a:lnTo>
                  <a:lnTo>
                    <a:pt x="274009" y="882674"/>
                  </a:lnTo>
                  <a:lnTo>
                    <a:pt x="273029" y="880626"/>
                  </a:lnTo>
                  <a:lnTo>
                    <a:pt x="272026" y="878578"/>
                  </a:lnTo>
                  <a:lnTo>
                    <a:pt x="271013" y="876530"/>
                  </a:lnTo>
                  <a:lnTo>
                    <a:pt x="269978" y="874482"/>
                  </a:lnTo>
                  <a:lnTo>
                    <a:pt x="268926" y="872435"/>
                  </a:lnTo>
                  <a:lnTo>
                    <a:pt x="267863" y="870387"/>
                  </a:lnTo>
                  <a:lnTo>
                    <a:pt x="266774" y="868339"/>
                  </a:lnTo>
                  <a:lnTo>
                    <a:pt x="265674" y="866291"/>
                  </a:lnTo>
                  <a:lnTo>
                    <a:pt x="264557" y="864243"/>
                  </a:lnTo>
                  <a:lnTo>
                    <a:pt x="263420" y="862195"/>
                  </a:lnTo>
                  <a:lnTo>
                    <a:pt x="262273" y="860147"/>
                  </a:lnTo>
                  <a:lnTo>
                    <a:pt x="261101" y="858099"/>
                  </a:lnTo>
                  <a:lnTo>
                    <a:pt x="259918" y="856051"/>
                  </a:lnTo>
                  <a:lnTo>
                    <a:pt x="258720" y="854003"/>
                  </a:lnTo>
                  <a:lnTo>
                    <a:pt x="257499" y="851955"/>
                  </a:lnTo>
                  <a:lnTo>
                    <a:pt x="256269" y="849907"/>
                  </a:lnTo>
                  <a:lnTo>
                    <a:pt x="255018" y="847859"/>
                  </a:lnTo>
                  <a:lnTo>
                    <a:pt x="253751" y="845811"/>
                  </a:lnTo>
                  <a:lnTo>
                    <a:pt x="252473" y="843763"/>
                  </a:lnTo>
                  <a:lnTo>
                    <a:pt x="251169" y="841715"/>
                  </a:lnTo>
                  <a:lnTo>
                    <a:pt x="249854" y="839667"/>
                  </a:lnTo>
                  <a:lnTo>
                    <a:pt x="248522" y="837619"/>
                  </a:lnTo>
                  <a:lnTo>
                    <a:pt x="247170" y="835571"/>
                  </a:lnTo>
                  <a:lnTo>
                    <a:pt x="245807" y="833523"/>
                  </a:lnTo>
                  <a:lnTo>
                    <a:pt x="244419" y="831475"/>
                  </a:lnTo>
                  <a:lnTo>
                    <a:pt x="243017" y="829427"/>
                  </a:lnTo>
                  <a:lnTo>
                    <a:pt x="241600" y="827379"/>
                  </a:lnTo>
                  <a:lnTo>
                    <a:pt x="240158" y="825331"/>
                  </a:lnTo>
                  <a:lnTo>
                    <a:pt x="238703" y="823283"/>
                  </a:lnTo>
                  <a:lnTo>
                    <a:pt x="237227" y="821235"/>
                  </a:lnTo>
                  <a:lnTo>
                    <a:pt x="235730" y="819187"/>
                  </a:lnTo>
                  <a:lnTo>
                    <a:pt x="234220" y="817139"/>
                  </a:lnTo>
                  <a:lnTo>
                    <a:pt x="232679" y="815091"/>
                  </a:lnTo>
                  <a:lnTo>
                    <a:pt x="231125" y="813043"/>
                  </a:lnTo>
                  <a:lnTo>
                    <a:pt x="229549" y="810995"/>
                  </a:lnTo>
                  <a:lnTo>
                    <a:pt x="227947" y="808947"/>
                  </a:lnTo>
                  <a:lnTo>
                    <a:pt x="226330" y="806899"/>
                  </a:lnTo>
                  <a:lnTo>
                    <a:pt x="224683" y="804852"/>
                  </a:lnTo>
                  <a:lnTo>
                    <a:pt x="223015" y="802804"/>
                  </a:lnTo>
                  <a:lnTo>
                    <a:pt x="221328" y="800756"/>
                  </a:lnTo>
                  <a:lnTo>
                    <a:pt x="219606" y="798708"/>
                  </a:lnTo>
                  <a:lnTo>
                    <a:pt x="217867" y="796660"/>
                  </a:lnTo>
                  <a:lnTo>
                    <a:pt x="216099" y="794612"/>
                  </a:lnTo>
                  <a:lnTo>
                    <a:pt x="214301" y="792564"/>
                  </a:lnTo>
                  <a:lnTo>
                    <a:pt x="212487" y="790516"/>
                  </a:lnTo>
                  <a:lnTo>
                    <a:pt x="210630" y="788468"/>
                  </a:lnTo>
                  <a:lnTo>
                    <a:pt x="208752" y="786420"/>
                  </a:lnTo>
                  <a:lnTo>
                    <a:pt x="206847" y="784372"/>
                  </a:lnTo>
                  <a:lnTo>
                    <a:pt x="204903" y="782324"/>
                  </a:lnTo>
                  <a:lnTo>
                    <a:pt x="202940" y="780276"/>
                  </a:lnTo>
                  <a:lnTo>
                    <a:pt x="200935" y="778228"/>
                  </a:lnTo>
                  <a:lnTo>
                    <a:pt x="198901" y="776180"/>
                  </a:lnTo>
                  <a:lnTo>
                    <a:pt x="196844" y="774132"/>
                  </a:lnTo>
                  <a:lnTo>
                    <a:pt x="194736" y="772084"/>
                  </a:lnTo>
                  <a:lnTo>
                    <a:pt x="192607" y="770036"/>
                  </a:lnTo>
                  <a:lnTo>
                    <a:pt x="190441" y="767988"/>
                  </a:lnTo>
                  <a:lnTo>
                    <a:pt x="188235" y="765940"/>
                  </a:lnTo>
                  <a:lnTo>
                    <a:pt x="186007" y="763892"/>
                  </a:lnTo>
                  <a:lnTo>
                    <a:pt x="183727" y="761844"/>
                  </a:lnTo>
                  <a:lnTo>
                    <a:pt x="181419" y="759796"/>
                  </a:lnTo>
                  <a:lnTo>
                    <a:pt x="179080" y="757748"/>
                  </a:lnTo>
                  <a:lnTo>
                    <a:pt x="176691" y="755700"/>
                  </a:lnTo>
                  <a:lnTo>
                    <a:pt x="174281" y="753652"/>
                  </a:lnTo>
                  <a:lnTo>
                    <a:pt x="171823" y="751604"/>
                  </a:lnTo>
                  <a:lnTo>
                    <a:pt x="169330" y="749556"/>
                  </a:lnTo>
                  <a:lnTo>
                    <a:pt x="166813" y="747508"/>
                  </a:lnTo>
                  <a:lnTo>
                    <a:pt x="164239" y="745460"/>
                  </a:lnTo>
                  <a:lnTo>
                    <a:pt x="161644" y="743412"/>
                  </a:lnTo>
                  <a:lnTo>
                    <a:pt x="159009" y="741364"/>
                  </a:lnTo>
                  <a:lnTo>
                    <a:pt x="156334" y="739316"/>
                  </a:lnTo>
                  <a:lnTo>
                    <a:pt x="153638" y="737269"/>
                  </a:lnTo>
                  <a:lnTo>
                    <a:pt x="150891" y="735221"/>
                  </a:lnTo>
                  <a:lnTo>
                    <a:pt x="148119" y="733173"/>
                  </a:lnTo>
                  <a:lnTo>
                    <a:pt x="145320" y="731125"/>
                  </a:lnTo>
                  <a:lnTo>
                    <a:pt x="142476" y="729077"/>
                  </a:lnTo>
                  <a:lnTo>
                    <a:pt x="139614" y="727029"/>
                  </a:lnTo>
                  <a:lnTo>
                    <a:pt x="136716" y="724981"/>
                  </a:lnTo>
                  <a:lnTo>
                    <a:pt x="133790" y="722933"/>
                  </a:lnTo>
                  <a:lnTo>
                    <a:pt x="130846" y="720885"/>
                  </a:lnTo>
                  <a:lnTo>
                    <a:pt x="127863" y="718837"/>
                  </a:lnTo>
                  <a:lnTo>
                    <a:pt x="124865" y="716789"/>
                  </a:lnTo>
                  <a:lnTo>
                    <a:pt x="121845" y="714741"/>
                  </a:lnTo>
                  <a:lnTo>
                    <a:pt x="118801" y="712693"/>
                  </a:lnTo>
                  <a:lnTo>
                    <a:pt x="115746" y="710645"/>
                  </a:lnTo>
                  <a:lnTo>
                    <a:pt x="112668" y="708597"/>
                  </a:lnTo>
                  <a:lnTo>
                    <a:pt x="109580" y="706549"/>
                  </a:lnTo>
                  <a:lnTo>
                    <a:pt x="106481" y="704501"/>
                  </a:lnTo>
                  <a:lnTo>
                    <a:pt x="103370" y="702453"/>
                  </a:lnTo>
                  <a:lnTo>
                    <a:pt x="100255" y="700405"/>
                  </a:lnTo>
                  <a:lnTo>
                    <a:pt x="97135" y="698357"/>
                  </a:lnTo>
                  <a:lnTo>
                    <a:pt x="94014" y="696309"/>
                  </a:lnTo>
                  <a:lnTo>
                    <a:pt x="90893" y="694261"/>
                  </a:lnTo>
                  <a:lnTo>
                    <a:pt x="87778" y="692213"/>
                  </a:lnTo>
                  <a:lnTo>
                    <a:pt x="84668" y="690165"/>
                  </a:lnTo>
                  <a:lnTo>
                    <a:pt x="81568" y="688117"/>
                  </a:lnTo>
                  <a:lnTo>
                    <a:pt x="78484" y="686069"/>
                  </a:lnTo>
                  <a:lnTo>
                    <a:pt x="75410" y="684021"/>
                  </a:lnTo>
                  <a:lnTo>
                    <a:pt x="72362" y="681973"/>
                  </a:lnTo>
                  <a:lnTo>
                    <a:pt x="69334" y="679925"/>
                  </a:lnTo>
                  <a:lnTo>
                    <a:pt x="66324" y="677877"/>
                  </a:lnTo>
                  <a:lnTo>
                    <a:pt x="63358" y="675829"/>
                  </a:lnTo>
                  <a:lnTo>
                    <a:pt x="60411" y="673781"/>
                  </a:lnTo>
                  <a:lnTo>
                    <a:pt x="57504" y="671733"/>
                  </a:lnTo>
                  <a:lnTo>
                    <a:pt x="54640" y="669686"/>
                  </a:lnTo>
                  <a:lnTo>
                    <a:pt x="51800" y="667638"/>
                  </a:lnTo>
                  <a:lnTo>
                    <a:pt x="49030" y="665590"/>
                  </a:lnTo>
                  <a:lnTo>
                    <a:pt x="46295" y="663542"/>
                  </a:lnTo>
                  <a:lnTo>
                    <a:pt x="43606" y="661494"/>
                  </a:lnTo>
                  <a:lnTo>
                    <a:pt x="40990" y="659446"/>
                  </a:lnTo>
                  <a:lnTo>
                    <a:pt x="38408" y="657398"/>
                  </a:lnTo>
                  <a:lnTo>
                    <a:pt x="35908" y="655350"/>
                  </a:lnTo>
                  <a:lnTo>
                    <a:pt x="33466" y="653302"/>
                  </a:lnTo>
                  <a:lnTo>
                    <a:pt x="31072" y="651254"/>
                  </a:lnTo>
                  <a:lnTo>
                    <a:pt x="28783" y="649206"/>
                  </a:lnTo>
                  <a:lnTo>
                    <a:pt x="26540" y="647158"/>
                  </a:lnTo>
                  <a:lnTo>
                    <a:pt x="24380" y="645110"/>
                  </a:lnTo>
                  <a:lnTo>
                    <a:pt x="22309" y="643062"/>
                  </a:lnTo>
                  <a:lnTo>
                    <a:pt x="20287" y="641014"/>
                  </a:lnTo>
                  <a:lnTo>
                    <a:pt x="18389" y="638966"/>
                  </a:lnTo>
                  <a:lnTo>
                    <a:pt x="16555" y="636918"/>
                  </a:lnTo>
                  <a:lnTo>
                    <a:pt x="14798" y="634870"/>
                  </a:lnTo>
                  <a:lnTo>
                    <a:pt x="13162" y="632822"/>
                  </a:lnTo>
                  <a:lnTo>
                    <a:pt x="11582" y="630774"/>
                  </a:lnTo>
                  <a:lnTo>
                    <a:pt x="10959" y="629901"/>
                  </a:lnTo>
                  <a:lnTo>
                    <a:pt x="10122" y="628726"/>
                  </a:lnTo>
                  <a:lnTo>
                    <a:pt x="8752" y="626678"/>
                  </a:lnTo>
                  <a:lnTo>
                    <a:pt x="7447" y="624630"/>
                  </a:lnTo>
                  <a:lnTo>
                    <a:pt x="6295" y="622582"/>
                  </a:lnTo>
                  <a:lnTo>
                    <a:pt x="5204" y="620534"/>
                  </a:lnTo>
                  <a:lnTo>
                    <a:pt x="4220" y="618486"/>
                  </a:lnTo>
                  <a:lnTo>
                    <a:pt x="3354" y="616438"/>
                  </a:lnTo>
                  <a:lnTo>
                    <a:pt x="2550" y="614390"/>
                  </a:lnTo>
                  <a:lnTo>
                    <a:pt x="1896" y="612342"/>
                  </a:lnTo>
                  <a:lnTo>
                    <a:pt x="1321" y="610294"/>
                  </a:lnTo>
                  <a:lnTo>
                    <a:pt x="833" y="608246"/>
                  </a:lnTo>
                  <a:lnTo>
                    <a:pt x="489" y="606198"/>
                  </a:lnTo>
                  <a:lnTo>
                    <a:pt x="207" y="604151"/>
                  </a:lnTo>
                  <a:lnTo>
                    <a:pt x="53" y="602103"/>
                  </a:lnTo>
                  <a:lnTo>
                    <a:pt x="0" y="600055"/>
                  </a:lnTo>
                  <a:lnTo>
                    <a:pt x="11" y="598007"/>
                  </a:lnTo>
                  <a:lnTo>
                    <a:pt x="183" y="595959"/>
                  </a:lnTo>
                  <a:lnTo>
                    <a:pt x="417" y="593911"/>
                  </a:lnTo>
                  <a:lnTo>
                    <a:pt x="752" y="591863"/>
                  </a:lnTo>
                  <a:lnTo>
                    <a:pt x="1205" y="589815"/>
                  </a:lnTo>
                  <a:lnTo>
                    <a:pt x="1717" y="587767"/>
                  </a:lnTo>
                  <a:lnTo>
                    <a:pt x="2363" y="585719"/>
                  </a:lnTo>
                  <a:lnTo>
                    <a:pt x="3085" y="583671"/>
                  </a:lnTo>
                  <a:lnTo>
                    <a:pt x="3880" y="581623"/>
                  </a:lnTo>
                  <a:lnTo>
                    <a:pt x="4802" y="579575"/>
                  </a:lnTo>
                  <a:lnTo>
                    <a:pt x="5778" y="577527"/>
                  </a:lnTo>
                  <a:lnTo>
                    <a:pt x="6856" y="575479"/>
                  </a:lnTo>
                  <a:lnTo>
                    <a:pt x="8018" y="573431"/>
                  </a:lnTo>
                  <a:lnTo>
                    <a:pt x="9230" y="571383"/>
                  </a:lnTo>
                  <a:lnTo>
                    <a:pt x="10566" y="569335"/>
                  </a:lnTo>
                  <a:lnTo>
                    <a:pt x="10752" y="569060"/>
                  </a:lnTo>
                  <a:lnTo>
                    <a:pt x="11949" y="567287"/>
                  </a:lnTo>
                  <a:lnTo>
                    <a:pt x="13404" y="565239"/>
                  </a:lnTo>
                  <a:lnTo>
                    <a:pt x="14944" y="563191"/>
                  </a:lnTo>
                  <a:lnTo>
                    <a:pt x="16525" y="561143"/>
                  </a:lnTo>
                  <a:lnTo>
                    <a:pt x="18195" y="559095"/>
                  </a:lnTo>
                  <a:lnTo>
                    <a:pt x="19915" y="557047"/>
                  </a:lnTo>
                  <a:lnTo>
                    <a:pt x="21680" y="554999"/>
                  </a:lnTo>
                  <a:lnTo>
                    <a:pt x="23524" y="552951"/>
                  </a:lnTo>
                  <a:lnTo>
                    <a:pt x="25398" y="550903"/>
                  </a:lnTo>
                  <a:lnTo>
                    <a:pt x="27329" y="548855"/>
                  </a:lnTo>
                  <a:lnTo>
                    <a:pt x="29307" y="546807"/>
                  </a:lnTo>
                  <a:lnTo>
                    <a:pt x="31310" y="544759"/>
                  </a:lnTo>
                  <a:lnTo>
                    <a:pt x="33373" y="542711"/>
                  </a:lnTo>
                  <a:lnTo>
                    <a:pt x="35458" y="540663"/>
                  </a:lnTo>
                  <a:lnTo>
                    <a:pt x="37573" y="538615"/>
                  </a:lnTo>
                  <a:lnTo>
                    <a:pt x="39724" y="536568"/>
                  </a:lnTo>
                  <a:lnTo>
                    <a:pt x="41890" y="534520"/>
                  </a:lnTo>
                  <a:lnTo>
                    <a:pt x="44085" y="532472"/>
                  </a:lnTo>
                  <a:lnTo>
                    <a:pt x="46295" y="530424"/>
                  </a:lnTo>
                  <a:lnTo>
                    <a:pt x="48518" y="528376"/>
                  </a:lnTo>
                  <a:lnTo>
                    <a:pt x="50757" y="526328"/>
                  </a:lnTo>
                  <a:lnTo>
                    <a:pt x="53001" y="524280"/>
                  </a:lnTo>
                  <a:lnTo>
                    <a:pt x="55252" y="522232"/>
                  </a:lnTo>
                  <a:lnTo>
                    <a:pt x="57505" y="520184"/>
                  </a:lnTo>
                  <a:lnTo>
                    <a:pt x="59758" y="518136"/>
                  </a:lnTo>
                  <a:lnTo>
                    <a:pt x="62006" y="516088"/>
                  </a:lnTo>
                  <a:lnTo>
                    <a:pt x="64249" y="514040"/>
                  </a:lnTo>
                  <a:lnTo>
                    <a:pt x="66485" y="511992"/>
                  </a:lnTo>
                  <a:lnTo>
                    <a:pt x="68704" y="509944"/>
                  </a:lnTo>
                  <a:lnTo>
                    <a:pt x="70914" y="507896"/>
                  </a:lnTo>
                  <a:lnTo>
                    <a:pt x="73103" y="505848"/>
                  </a:lnTo>
                  <a:lnTo>
                    <a:pt x="75273" y="503800"/>
                  </a:lnTo>
                  <a:lnTo>
                    <a:pt x="77429" y="501752"/>
                  </a:lnTo>
                  <a:lnTo>
                    <a:pt x="79548" y="499704"/>
                  </a:lnTo>
                  <a:lnTo>
                    <a:pt x="81651" y="497656"/>
                  </a:lnTo>
                  <a:lnTo>
                    <a:pt x="83724" y="495608"/>
                  </a:lnTo>
                  <a:lnTo>
                    <a:pt x="85762" y="493560"/>
                  </a:lnTo>
                  <a:lnTo>
                    <a:pt x="87781" y="491512"/>
                  </a:lnTo>
                  <a:lnTo>
                    <a:pt x="89751" y="489464"/>
                  </a:lnTo>
                  <a:lnTo>
                    <a:pt x="91694" y="487416"/>
                  </a:lnTo>
                  <a:lnTo>
                    <a:pt x="93606" y="485368"/>
                  </a:lnTo>
                  <a:lnTo>
                    <a:pt x="95465" y="483320"/>
                  </a:lnTo>
                  <a:lnTo>
                    <a:pt x="97301" y="481272"/>
                  </a:lnTo>
                  <a:lnTo>
                    <a:pt x="99087" y="479224"/>
                  </a:lnTo>
                  <a:lnTo>
                    <a:pt x="100832" y="477176"/>
                  </a:lnTo>
                  <a:lnTo>
                    <a:pt x="102551" y="475128"/>
                  </a:lnTo>
                  <a:lnTo>
                    <a:pt x="104202" y="473080"/>
                  </a:lnTo>
                  <a:lnTo>
                    <a:pt x="105825" y="471032"/>
                  </a:lnTo>
                  <a:lnTo>
                    <a:pt x="107404" y="468985"/>
                  </a:lnTo>
                  <a:lnTo>
                    <a:pt x="108929" y="466937"/>
                  </a:lnTo>
                  <a:lnTo>
                    <a:pt x="110427" y="464889"/>
                  </a:lnTo>
                  <a:lnTo>
                    <a:pt x="111861" y="462841"/>
                  </a:lnTo>
                  <a:lnTo>
                    <a:pt x="113259" y="460793"/>
                  </a:lnTo>
                  <a:lnTo>
                    <a:pt x="114621" y="458745"/>
                  </a:lnTo>
                  <a:lnTo>
                    <a:pt x="115919" y="456697"/>
                  </a:lnTo>
                  <a:lnTo>
                    <a:pt x="117190" y="454649"/>
                  </a:lnTo>
                  <a:lnTo>
                    <a:pt x="118408" y="452601"/>
                  </a:lnTo>
                  <a:lnTo>
                    <a:pt x="119581" y="450553"/>
                  </a:lnTo>
                  <a:lnTo>
                    <a:pt x="120728" y="448505"/>
                  </a:lnTo>
                  <a:lnTo>
                    <a:pt x="121806" y="446457"/>
                  </a:lnTo>
                  <a:lnTo>
                    <a:pt x="122859" y="444409"/>
                  </a:lnTo>
                  <a:lnTo>
                    <a:pt x="123872" y="442361"/>
                  </a:lnTo>
                  <a:lnTo>
                    <a:pt x="124835" y="440313"/>
                  </a:lnTo>
                  <a:lnTo>
                    <a:pt x="125774" y="438265"/>
                  </a:lnTo>
                  <a:lnTo>
                    <a:pt x="126660" y="436217"/>
                  </a:lnTo>
                  <a:lnTo>
                    <a:pt x="127516" y="434169"/>
                  </a:lnTo>
                  <a:lnTo>
                    <a:pt x="128345" y="432121"/>
                  </a:lnTo>
                  <a:lnTo>
                    <a:pt x="129123" y="430073"/>
                  </a:lnTo>
                  <a:lnTo>
                    <a:pt x="129882" y="428025"/>
                  </a:lnTo>
                  <a:lnTo>
                    <a:pt x="130604" y="425977"/>
                  </a:lnTo>
                  <a:lnTo>
                    <a:pt x="131295" y="423929"/>
                  </a:lnTo>
                  <a:lnTo>
                    <a:pt x="131967" y="421881"/>
                  </a:lnTo>
                  <a:lnTo>
                    <a:pt x="132598" y="419833"/>
                  </a:lnTo>
                  <a:lnTo>
                    <a:pt x="132790" y="419192"/>
                  </a:lnTo>
                  <a:lnTo>
                    <a:pt x="133212" y="417785"/>
                  </a:lnTo>
                  <a:lnTo>
                    <a:pt x="133804" y="415737"/>
                  </a:lnTo>
                  <a:lnTo>
                    <a:pt x="134367" y="413689"/>
                  </a:lnTo>
                  <a:lnTo>
                    <a:pt x="134918" y="411641"/>
                  </a:lnTo>
                  <a:lnTo>
                    <a:pt x="135444" y="409593"/>
                  </a:lnTo>
                  <a:lnTo>
                    <a:pt x="135955" y="407545"/>
                  </a:lnTo>
                  <a:lnTo>
                    <a:pt x="136455" y="405497"/>
                  </a:lnTo>
                  <a:lnTo>
                    <a:pt x="136934" y="403449"/>
                  </a:lnTo>
                  <a:lnTo>
                    <a:pt x="137407" y="401402"/>
                  </a:lnTo>
                  <a:lnTo>
                    <a:pt x="137868" y="399354"/>
                  </a:lnTo>
                  <a:lnTo>
                    <a:pt x="138320" y="397306"/>
                  </a:lnTo>
                  <a:lnTo>
                    <a:pt x="138768" y="395258"/>
                  </a:lnTo>
                  <a:lnTo>
                    <a:pt x="139208" y="393210"/>
                  </a:lnTo>
                  <a:lnTo>
                    <a:pt x="139647" y="391162"/>
                  </a:lnTo>
                  <a:lnTo>
                    <a:pt x="140083" y="389114"/>
                  </a:lnTo>
                  <a:lnTo>
                    <a:pt x="140521" y="387066"/>
                  </a:lnTo>
                  <a:lnTo>
                    <a:pt x="140959" y="385018"/>
                  </a:lnTo>
                  <a:lnTo>
                    <a:pt x="141401" y="382970"/>
                  </a:lnTo>
                  <a:lnTo>
                    <a:pt x="141848" y="380922"/>
                  </a:lnTo>
                  <a:lnTo>
                    <a:pt x="142298" y="378874"/>
                  </a:lnTo>
                  <a:lnTo>
                    <a:pt x="142761" y="376826"/>
                  </a:lnTo>
                  <a:lnTo>
                    <a:pt x="143230" y="374778"/>
                  </a:lnTo>
                  <a:lnTo>
                    <a:pt x="143709" y="372730"/>
                  </a:lnTo>
                  <a:lnTo>
                    <a:pt x="144203" y="370682"/>
                  </a:lnTo>
                  <a:lnTo>
                    <a:pt x="144704" y="368634"/>
                  </a:lnTo>
                  <a:lnTo>
                    <a:pt x="145226" y="366586"/>
                  </a:lnTo>
                  <a:lnTo>
                    <a:pt x="145760" y="364538"/>
                  </a:lnTo>
                  <a:lnTo>
                    <a:pt x="146308" y="362490"/>
                  </a:lnTo>
                  <a:lnTo>
                    <a:pt x="146880" y="360442"/>
                  </a:lnTo>
                  <a:lnTo>
                    <a:pt x="147463" y="358394"/>
                  </a:lnTo>
                  <a:lnTo>
                    <a:pt x="148071" y="356346"/>
                  </a:lnTo>
                  <a:lnTo>
                    <a:pt x="148699" y="354298"/>
                  </a:lnTo>
                  <a:lnTo>
                    <a:pt x="149339" y="352250"/>
                  </a:lnTo>
                  <a:lnTo>
                    <a:pt x="150015" y="350202"/>
                  </a:lnTo>
                  <a:lnTo>
                    <a:pt x="150704" y="348154"/>
                  </a:lnTo>
                  <a:lnTo>
                    <a:pt x="151417" y="346106"/>
                  </a:lnTo>
                  <a:lnTo>
                    <a:pt x="152158" y="344058"/>
                  </a:lnTo>
                  <a:lnTo>
                    <a:pt x="152914" y="342010"/>
                  </a:lnTo>
                  <a:lnTo>
                    <a:pt x="153705" y="339962"/>
                  </a:lnTo>
                  <a:lnTo>
                    <a:pt x="154515" y="337914"/>
                  </a:lnTo>
                  <a:lnTo>
                    <a:pt x="155347" y="335866"/>
                  </a:lnTo>
                  <a:lnTo>
                    <a:pt x="156214" y="333819"/>
                  </a:lnTo>
                  <a:lnTo>
                    <a:pt x="157096" y="331771"/>
                  </a:lnTo>
                  <a:lnTo>
                    <a:pt x="158010" y="329723"/>
                  </a:lnTo>
                  <a:lnTo>
                    <a:pt x="158950" y="327675"/>
                  </a:lnTo>
                  <a:lnTo>
                    <a:pt x="159906" y="325627"/>
                  </a:lnTo>
                  <a:lnTo>
                    <a:pt x="160903" y="323579"/>
                  </a:lnTo>
                  <a:lnTo>
                    <a:pt x="161916" y="321531"/>
                  </a:lnTo>
                  <a:lnTo>
                    <a:pt x="162954" y="319483"/>
                  </a:lnTo>
                  <a:lnTo>
                    <a:pt x="164024" y="317435"/>
                  </a:lnTo>
                  <a:lnTo>
                    <a:pt x="165109" y="315387"/>
                  </a:lnTo>
                  <a:lnTo>
                    <a:pt x="166229" y="313339"/>
                  </a:lnTo>
                  <a:lnTo>
                    <a:pt x="167369" y="311291"/>
                  </a:lnTo>
                  <a:lnTo>
                    <a:pt x="168527" y="309243"/>
                  </a:lnTo>
                  <a:lnTo>
                    <a:pt x="169721" y="307195"/>
                  </a:lnTo>
                  <a:lnTo>
                    <a:pt x="170928" y="305147"/>
                  </a:lnTo>
                  <a:lnTo>
                    <a:pt x="172163" y="303099"/>
                  </a:lnTo>
                  <a:lnTo>
                    <a:pt x="173420" y="301051"/>
                  </a:lnTo>
                  <a:lnTo>
                    <a:pt x="174692" y="299003"/>
                  </a:lnTo>
                  <a:lnTo>
                    <a:pt x="175996" y="296955"/>
                  </a:lnTo>
                  <a:lnTo>
                    <a:pt x="177315" y="294907"/>
                  </a:lnTo>
                  <a:lnTo>
                    <a:pt x="178652" y="292859"/>
                  </a:lnTo>
                  <a:lnTo>
                    <a:pt x="180014" y="290811"/>
                  </a:lnTo>
                  <a:lnTo>
                    <a:pt x="181388" y="288763"/>
                  </a:lnTo>
                  <a:lnTo>
                    <a:pt x="182786" y="286715"/>
                  </a:lnTo>
                  <a:lnTo>
                    <a:pt x="184199" y="284667"/>
                  </a:lnTo>
                  <a:lnTo>
                    <a:pt x="185625" y="282619"/>
                  </a:lnTo>
                  <a:lnTo>
                    <a:pt x="187074" y="280571"/>
                  </a:lnTo>
                  <a:lnTo>
                    <a:pt x="188533" y="278523"/>
                  </a:lnTo>
                  <a:lnTo>
                    <a:pt x="190007" y="276475"/>
                  </a:lnTo>
                  <a:lnTo>
                    <a:pt x="191497" y="274427"/>
                  </a:lnTo>
                  <a:lnTo>
                    <a:pt x="192995" y="272379"/>
                  </a:lnTo>
                  <a:lnTo>
                    <a:pt x="194511" y="270331"/>
                  </a:lnTo>
                  <a:lnTo>
                    <a:pt x="196035" y="268284"/>
                  </a:lnTo>
                  <a:lnTo>
                    <a:pt x="197569" y="266236"/>
                  </a:lnTo>
                  <a:lnTo>
                    <a:pt x="199116" y="264188"/>
                  </a:lnTo>
                  <a:lnTo>
                    <a:pt x="200667" y="262140"/>
                  </a:lnTo>
                  <a:lnTo>
                    <a:pt x="202230" y="260092"/>
                  </a:lnTo>
                  <a:lnTo>
                    <a:pt x="203799" y="258044"/>
                  </a:lnTo>
                  <a:lnTo>
                    <a:pt x="205372" y="255996"/>
                  </a:lnTo>
                  <a:lnTo>
                    <a:pt x="206954" y="253948"/>
                  </a:lnTo>
                  <a:lnTo>
                    <a:pt x="208539" y="251900"/>
                  </a:lnTo>
                  <a:lnTo>
                    <a:pt x="210129" y="249852"/>
                  </a:lnTo>
                  <a:lnTo>
                    <a:pt x="211721" y="247804"/>
                  </a:lnTo>
                  <a:lnTo>
                    <a:pt x="213316" y="245756"/>
                  </a:lnTo>
                  <a:lnTo>
                    <a:pt x="214912" y="243708"/>
                  </a:lnTo>
                  <a:lnTo>
                    <a:pt x="216509" y="241660"/>
                  </a:lnTo>
                  <a:lnTo>
                    <a:pt x="218106" y="239612"/>
                  </a:lnTo>
                  <a:lnTo>
                    <a:pt x="219702" y="237564"/>
                  </a:lnTo>
                  <a:lnTo>
                    <a:pt x="221297" y="235516"/>
                  </a:lnTo>
                  <a:lnTo>
                    <a:pt x="222889" y="233468"/>
                  </a:lnTo>
                  <a:lnTo>
                    <a:pt x="224477" y="231420"/>
                  </a:lnTo>
                  <a:lnTo>
                    <a:pt x="226063" y="229372"/>
                  </a:lnTo>
                  <a:lnTo>
                    <a:pt x="227642" y="227324"/>
                  </a:lnTo>
                  <a:lnTo>
                    <a:pt x="229217" y="225276"/>
                  </a:lnTo>
                  <a:lnTo>
                    <a:pt x="230786" y="223228"/>
                  </a:lnTo>
                  <a:lnTo>
                    <a:pt x="232346" y="221180"/>
                  </a:lnTo>
                  <a:lnTo>
                    <a:pt x="233902" y="219132"/>
                  </a:lnTo>
                  <a:lnTo>
                    <a:pt x="235445" y="217084"/>
                  </a:lnTo>
                  <a:lnTo>
                    <a:pt x="236982" y="215036"/>
                  </a:lnTo>
                  <a:lnTo>
                    <a:pt x="238510" y="212988"/>
                  </a:lnTo>
                  <a:lnTo>
                    <a:pt x="240024" y="210940"/>
                  </a:lnTo>
                  <a:lnTo>
                    <a:pt x="241531" y="208892"/>
                  </a:lnTo>
                  <a:lnTo>
                    <a:pt x="243023" y="206844"/>
                  </a:lnTo>
                  <a:lnTo>
                    <a:pt x="244503" y="204796"/>
                  </a:lnTo>
                  <a:lnTo>
                    <a:pt x="245976" y="202748"/>
                  </a:lnTo>
                  <a:lnTo>
                    <a:pt x="247426" y="200701"/>
                  </a:lnTo>
                  <a:lnTo>
                    <a:pt x="248867" y="198653"/>
                  </a:lnTo>
                  <a:lnTo>
                    <a:pt x="250294" y="196605"/>
                  </a:lnTo>
                  <a:lnTo>
                    <a:pt x="251702" y="194557"/>
                  </a:lnTo>
                  <a:lnTo>
                    <a:pt x="253100" y="192509"/>
                  </a:lnTo>
                  <a:lnTo>
                    <a:pt x="254476" y="190461"/>
                  </a:lnTo>
                  <a:lnTo>
                    <a:pt x="255837" y="188413"/>
                  </a:lnTo>
                  <a:lnTo>
                    <a:pt x="257185" y="186365"/>
                  </a:lnTo>
                  <a:lnTo>
                    <a:pt x="258508" y="184317"/>
                  </a:lnTo>
                  <a:lnTo>
                    <a:pt x="259819" y="182269"/>
                  </a:lnTo>
                  <a:lnTo>
                    <a:pt x="261108" y="180221"/>
                  </a:lnTo>
                  <a:lnTo>
                    <a:pt x="262377" y="178173"/>
                  </a:lnTo>
                  <a:lnTo>
                    <a:pt x="263635" y="176125"/>
                  </a:lnTo>
                  <a:lnTo>
                    <a:pt x="264862" y="174077"/>
                  </a:lnTo>
                  <a:lnTo>
                    <a:pt x="266075" y="172029"/>
                  </a:lnTo>
                  <a:lnTo>
                    <a:pt x="267269" y="169981"/>
                  </a:lnTo>
                  <a:lnTo>
                    <a:pt x="268436" y="167933"/>
                  </a:lnTo>
                  <a:lnTo>
                    <a:pt x="269591" y="165885"/>
                  </a:lnTo>
                  <a:lnTo>
                    <a:pt x="270717" y="163837"/>
                  </a:lnTo>
                  <a:lnTo>
                    <a:pt x="271825" y="161789"/>
                  </a:lnTo>
                  <a:lnTo>
                    <a:pt x="272917" y="159741"/>
                  </a:lnTo>
                  <a:lnTo>
                    <a:pt x="273976" y="157693"/>
                  </a:lnTo>
                  <a:lnTo>
                    <a:pt x="275022" y="155645"/>
                  </a:lnTo>
                  <a:lnTo>
                    <a:pt x="276043" y="153597"/>
                  </a:lnTo>
                  <a:lnTo>
                    <a:pt x="277040" y="151549"/>
                  </a:lnTo>
                  <a:lnTo>
                    <a:pt x="278023" y="149501"/>
                  </a:lnTo>
                  <a:lnTo>
                    <a:pt x="278973" y="147453"/>
                  </a:lnTo>
                  <a:lnTo>
                    <a:pt x="279907" y="145405"/>
                  </a:lnTo>
                  <a:lnTo>
                    <a:pt x="280821" y="143357"/>
                  </a:lnTo>
                  <a:lnTo>
                    <a:pt x="281705" y="141309"/>
                  </a:lnTo>
                  <a:lnTo>
                    <a:pt x="282576" y="139261"/>
                  </a:lnTo>
                  <a:lnTo>
                    <a:pt x="283418" y="137213"/>
                  </a:lnTo>
                  <a:lnTo>
                    <a:pt x="284240" y="135165"/>
                  </a:lnTo>
                  <a:lnTo>
                    <a:pt x="285047" y="133118"/>
                  </a:lnTo>
                  <a:lnTo>
                    <a:pt x="285820" y="131070"/>
                  </a:lnTo>
                  <a:lnTo>
                    <a:pt x="286580" y="129022"/>
                  </a:lnTo>
                  <a:lnTo>
                    <a:pt x="287317" y="126974"/>
                  </a:lnTo>
                  <a:lnTo>
                    <a:pt x="288029" y="124926"/>
                  </a:lnTo>
                  <a:lnTo>
                    <a:pt x="288729" y="122878"/>
                  </a:lnTo>
                  <a:lnTo>
                    <a:pt x="289397" y="120830"/>
                  </a:lnTo>
                  <a:lnTo>
                    <a:pt x="290050" y="118782"/>
                  </a:lnTo>
                  <a:lnTo>
                    <a:pt x="290686" y="116734"/>
                  </a:lnTo>
                  <a:lnTo>
                    <a:pt x="291294" y="114686"/>
                  </a:lnTo>
                  <a:lnTo>
                    <a:pt x="291890" y="112638"/>
                  </a:lnTo>
                  <a:lnTo>
                    <a:pt x="292461" y="110590"/>
                  </a:lnTo>
                  <a:lnTo>
                    <a:pt x="293014" y="108542"/>
                  </a:lnTo>
                  <a:lnTo>
                    <a:pt x="293554" y="106494"/>
                  </a:lnTo>
                  <a:lnTo>
                    <a:pt x="294065" y="104446"/>
                  </a:lnTo>
                  <a:lnTo>
                    <a:pt x="294565" y="102398"/>
                  </a:lnTo>
                  <a:lnTo>
                    <a:pt x="295046" y="100350"/>
                  </a:lnTo>
                  <a:lnTo>
                    <a:pt x="295507" y="98302"/>
                  </a:lnTo>
                  <a:lnTo>
                    <a:pt x="295957" y="96254"/>
                  </a:lnTo>
                  <a:lnTo>
                    <a:pt x="296382" y="94206"/>
                  </a:lnTo>
                  <a:lnTo>
                    <a:pt x="296795" y="92158"/>
                  </a:lnTo>
                  <a:lnTo>
                    <a:pt x="297194" y="90110"/>
                  </a:lnTo>
                  <a:lnTo>
                    <a:pt x="297572" y="88062"/>
                  </a:lnTo>
                  <a:lnTo>
                    <a:pt x="297940" y="86014"/>
                  </a:lnTo>
                  <a:lnTo>
                    <a:pt x="298289" y="83966"/>
                  </a:lnTo>
                  <a:lnTo>
                    <a:pt x="298625" y="81918"/>
                  </a:lnTo>
                  <a:lnTo>
                    <a:pt x="298951" y="79870"/>
                  </a:lnTo>
                  <a:lnTo>
                    <a:pt x="299255" y="77822"/>
                  </a:lnTo>
                  <a:lnTo>
                    <a:pt x="299552" y="75774"/>
                  </a:lnTo>
                  <a:lnTo>
                    <a:pt x="299835" y="73726"/>
                  </a:lnTo>
                  <a:lnTo>
                    <a:pt x="300103" y="71678"/>
                  </a:lnTo>
                  <a:lnTo>
                    <a:pt x="300363" y="69630"/>
                  </a:lnTo>
                  <a:lnTo>
                    <a:pt x="300607" y="67582"/>
                  </a:lnTo>
                  <a:lnTo>
                    <a:pt x="300841" y="65535"/>
                  </a:lnTo>
                  <a:lnTo>
                    <a:pt x="301067" y="63487"/>
                  </a:lnTo>
                  <a:lnTo>
                    <a:pt x="301278" y="61439"/>
                  </a:lnTo>
                  <a:lnTo>
                    <a:pt x="301482" y="59391"/>
                  </a:lnTo>
                  <a:lnTo>
                    <a:pt x="301675" y="57343"/>
                  </a:lnTo>
                  <a:lnTo>
                    <a:pt x="301857" y="55295"/>
                  </a:lnTo>
                  <a:lnTo>
                    <a:pt x="302034" y="53247"/>
                  </a:lnTo>
                  <a:lnTo>
                    <a:pt x="302197" y="51199"/>
                  </a:lnTo>
                  <a:lnTo>
                    <a:pt x="302355" y="49151"/>
                  </a:lnTo>
                  <a:lnTo>
                    <a:pt x="302504" y="47103"/>
                  </a:lnTo>
                  <a:lnTo>
                    <a:pt x="302644" y="45055"/>
                  </a:lnTo>
                  <a:lnTo>
                    <a:pt x="302780" y="43007"/>
                  </a:lnTo>
                  <a:lnTo>
                    <a:pt x="302905" y="40959"/>
                  </a:lnTo>
                  <a:lnTo>
                    <a:pt x="303025" y="38911"/>
                  </a:lnTo>
                  <a:lnTo>
                    <a:pt x="303139" y="36863"/>
                  </a:lnTo>
                  <a:lnTo>
                    <a:pt x="303245" y="34815"/>
                  </a:lnTo>
                  <a:lnTo>
                    <a:pt x="303346" y="32767"/>
                  </a:lnTo>
                  <a:lnTo>
                    <a:pt x="303441" y="30719"/>
                  </a:lnTo>
                  <a:lnTo>
                    <a:pt x="303531" y="28671"/>
                  </a:lnTo>
                  <a:lnTo>
                    <a:pt x="303616" y="26623"/>
                  </a:lnTo>
                  <a:lnTo>
                    <a:pt x="303695" y="24575"/>
                  </a:lnTo>
                  <a:lnTo>
                    <a:pt x="303770" y="22527"/>
                  </a:lnTo>
                  <a:lnTo>
                    <a:pt x="303841" y="20479"/>
                  </a:lnTo>
                  <a:lnTo>
                    <a:pt x="303906" y="18431"/>
                  </a:lnTo>
                  <a:lnTo>
                    <a:pt x="303969" y="16383"/>
                  </a:lnTo>
                  <a:lnTo>
                    <a:pt x="304027" y="14335"/>
                  </a:lnTo>
                  <a:lnTo>
                    <a:pt x="304082" y="12287"/>
                  </a:lnTo>
                  <a:lnTo>
                    <a:pt x="304134" y="10239"/>
                  </a:lnTo>
                  <a:lnTo>
                    <a:pt x="304181" y="8191"/>
                  </a:lnTo>
                  <a:lnTo>
                    <a:pt x="304226" y="6143"/>
                  </a:lnTo>
                  <a:lnTo>
                    <a:pt x="304268" y="4095"/>
                  </a:lnTo>
                  <a:lnTo>
                    <a:pt x="304307" y="2047"/>
                  </a:lnTo>
                  <a:lnTo>
                    <a:pt x="304345" y="0"/>
                  </a:lnTo>
                  <a:lnTo>
                    <a:pt x="305270" y="0"/>
                  </a:lnTo>
                  <a:lnTo>
                    <a:pt x="305307" y="2047"/>
                  </a:lnTo>
                  <a:lnTo>
                    <a:pt x="305346" y="4095"/>
                  </a:lnTo>
                  <a:lnTo>
                    <a:pt x="305388" y="6143"/>
                  </a:lnTo>
                  <a:lnTo>
                    <a:pt x="305433" y="8191"/>
                  </a:lnTo>
                  <a:lnTo>
                    <a:pt x="305480" y="10239"/>
                  </a:lnTo>
                  <a:lnTo>
                    <a:pt x="305533" y="12287"/>
                  </a:lnTo>
                  <a:lnTo>
                    <a:pt x="305587" y="14335"/>
                  </a:lnTo>
                  <a:lnTo>
                    <a:pt x="305645" y="16383"/>
                  </a:lnTo>
                  <a:lnTo>
                    <a:pt x="305708" y="18431"/>
                  </a:lnTo>
                  <a:lnTo>
                    <a:pt x="305773" y="20479"/>
                  </a:lnTo>
                  <a:lnTo>
                    <a:pt x="305844" y="22527"/>
                  </a:lnTo>
                  <a:lnTo>
                    <a:pt x="305919" y="24575"/>
                  </a:lnTo>
                  <a:lnTo>
                    <a:pt x="305998" y="26623"/>
                  </a:lnTo>
                  <a:lnTo>
                    <a:pt x="306084" y="28671"/>
                  </a:lnTo>
                  <a:lnTo>
                    <a:pt x="306173" y="30719"/>
                  </a:lnTo>
                  <a:lnTo>
                    <a:pt x="306268" y="32767"/>
                  </a:lnTo>
                  <a:lnTo>
                    <a:pt x="306370" y="34815"/>
                  </a:lnTo>
                  <a:lnTo>
                    <a:pt x="306475" y="36863"/>
                  </a:lnTo>
                  <a:lnTo>
                    <a:pt x="306590" y="38911"/>
                  </a:lnTo>
                  <a:lnTo>
                    <a:pt x="306709" y="40959"/>
                  </a:lnTo>
                  <a:lnTo>
                    <a:pt x="306835" y="43007"/>
                  </a:lnTo>
                  <a:lnTo>
                    <a:pt x="306970" y="45055"/>
                  </a:lnTo>
                  <a:lnTo>
                    <a:pt x="307110" y="47103"/>
                  </a:lnTo>
                  <a:lnTo>
                    <a:pt x="307259" y="49151"/>
                  </a:lnTo>
                  <a:lnTo>
                    <a:pt x="307417" y="51199"/>
                  </a:lnTo>
                  <a:lnTo>
                    <a:pt x="307580" y="53247"/>
                  </a:lnTo>
                  <a:lnTo>
                    <a:pt x="307757" y="55295"/>
                  </a:lnTo>
                  <a:lnTo>
                    <a:pt x="307940" y="57343"/>
                  </a:lnTo>
                  <a:lnTo>
                    <a:pt x="308132" y="59391"/>
                  </a:lnTo>
                  <a:lnTo>
                    <a:pt x="308337" y="61439"/>
                  </a:lnTo>
                  <a:lnTo>
                    <a:pt x="308547" y="63487"/>
                  </a:lnTo>
                  <a:lnTo>
                    <a:pt x="308773" y="65535"/>
                  </a:lnTo>
                  <a:lnTo>
                    <a:pt x="309007" y="67582"/>
                  </a:lnTo>
                  <a:lnTo>
                    <a:pt x="309251" y="69630"/>
                  </a:lnTo>
                  <a:lnTo>
                    <a:pt x="309512" y="71678"/>
                  </a:lnTo>
                  <a:lnTo>
                    <a:pt x="309780" y="73726"/>
                  </a:lnTo>
                  <a:lnTo>
                    <a:pt x="310063" y="75774"/>
                  </a:lnTo>
                  <a:lnTo>
                    <a:pt x="310359" y="77822"/>
                  </a:lnTo>
                  <a:lnTo>
                    <a:pt x="310663" y="79870"/>
                  </a:lnTo>
                  <a:lnTo>
                    <a:pt x="310990" y="81918"/>
                  </a:lnTo>
                  <a:lnTo>
                    <a:pt x="311325" y="83966"/>
                  </a:lnTo>
                  <a:lnTo>
                    <a:pt x="311675" y="86014"/>
                  </a:lnTo>
                  <a:lnTo>
                    <a:pt x="312043" y="88062"/>
                  </a:lnTo>
                  <a:lnTo>
                    <a:pt x="312420" y="90110"/>
                  </a:lnTo>
                  <a:lnTo>
                    <a:pt x="312819" y="92158"/>
                  </a:lnTo>
                  <a:lnTo>
                    <a:pt x="313232" y="94206"/>
                  </a:lnTo>
                  <a:lnTo>
                    <a:pt x="313658" y="96254"/>
                  </a:lnTo>
                  <a:lnTo>
                    <a:pt x="314108" y="98302"/>
                  </a:lnTo>
                  <a:lnTo>
                    <a:pt x="314568" y="100350"/>
                  </a:lnTo>
                  <a:lnTo>
                    <a:pt x="315049" y="102398"/>
                  </a:lnTo>
                  <a:lnTo>
                    <a:pt x="315549" y="104446"/>
                  </a:lnTo>
                  <a:lnTo>
                    <a:pt x="316060" y="106494"/>
                  </a:lnTo>
                  <a:lnTo>
                    <a:pt x="316600" y="108542"/>
                  </a:lnTo>
                  <a:lnTo>
                    <a:pt x="317153" y="110590"/>
                  </a:lnTo>
                  <a:lnTo>
                    <a:pt x="317724" y="112638"/>
                  </a:lnTo>
                  <a:lnTo>
                    <a:pt x="318320" y="114686"/>
                  </a:lnTo>
                  <a:lnTo>
                    <a:pt x="318929" y="116734"/>
                  </a:lnTo>
                  <a:lnTo>
                    <a:pt x="319564" y="118782"/>
                  </a:lnTo>
                  <a:lnTo>
                    <a:pt x="320217" y="120830"/>
                  </a:lnTo>
                  <a:lnTo>
                    <a:pt x="320886" y="122878"/>
                  </a:lnTo>
                  <a:lnTo>
                    <a:pt x="321585" y="124926"/>
                  </a:lnTo>
                  <a:lnTo>
                    <a:pt x="322298" y="126974"/>
                  </a:lnTo>
                  <a:lnTo>
                    <a:pt x="323034" y="129022"/>
                  </a:lnTo>
                  <a:lnTo>
                    <a:pt x="323794" y="131070"/>
                  </a:lnTo>
                  <a:lnTo>
                    <a:pt x="324568" y="133118"/>
                  </a:lnTo>
                  <a:lnTo>
                    <a:pt x="325374" y="135165"/>
                  </a:lnTo>
                  <a:lnTo>
                    <a:pt x="326196" y="137213"/>
                  </a:lnTo>
                  <a:lnTo>
                    <a:pt x="327038" y="139261"/>
                  </a:lnTo>
                  <a:lnTo>
                    <a:pt x="327909" y="141309"/>
                  </a:lnTo>
                  <a:lnTo>
                    <a:pt x="328794" y="143357"/>
                  </a:lnTo>
                  <a:lnTo>
                    <a:pt x="329707" y="145405"/>
                  </a:lnTo>
                  <a:lnTo>
                    <a:pt x="330641" y="147453"/>
                  </a:lnTo>
                  <a:lnTo>
                    <a:pt x="331591" y="149501"/>
                  </a:lnTo>
                  <a:lnTo>
                    <a:pt x="332574" y="151549"/>
                  </a:lnTo>
                  <a:lnTo>
                    <a:pt x="333571" y="153597"/>
                  </a:lnTo>
                  <a:lnTo>
                    <a:pt x="334592" y="155645"/>
                  </a:lnTo>
                  <a:lnTo>
                    <a:pt x="335638" y="157693"/>
                  </a:lnTo>
                  <a:lnTo>
                    <a:pt x="336698" y="159741"/>
                  </a:lnTo>
                  <a:lnTo>
                    <a:pt x="337789" y="161789"/>
                  </a:lnTo>
                  <a:lnTo>
                    <a:pt x="338897" y="163837"/>
                  </a:lnTo>
                  <a:lnTo>
                    <a:pt x="340023" y="165885"/>
                  </a:lnTo>
                  <a:lnTo>
                    <a:pt x="341178" y="167933"/>
                  </a:lnTo>
                  <a:lnTo>
                    <a:pt x="342346" y="169981"/>
                  </a:lnTo>
                  <a:lnTo>
                    <a:pt x="343539" y="172029"/>
                  </a:lnTo>
                  <a:lnTo>
                    <a:pt x="344753" y="174077"/>
                  </a:lnTo>
                  <a:lnTo>
                    <a:pt x="345979" y="176125"/>
                  </a:lnTo>
                  <a:lnTo>
                    <a:pt x="347237" y="178173"/>
                  </a:lnTo>
                  <a:lnTo>
                    <a:pt x="348506" y="180221"/>
                  </a:lnTo>
                  <a:lnTo>
                    <a:pt x="349795" y="182269"/>
                  </a:lnTo>
                  <a:lnTo>
                    <a:pt x="351106" y="184317"/>
                  </a:lnTo>
                  <a:lnTo>
                    <a:pt x="352429" y="186365"/>
                  </a:lnTo>
                  <a:lnTo>
                    <a:pt x="353777" y="188413"/>
                  </a:lnTo>
                  <a:lnTo>
                    <a:pt x="355138" y="190461"/>
                  </a:lnTo>
                  <a:lnTo>
                    <a:pt x="356514" y="192509"/>
                  </a:lnTo>
                  <a:lnTo>
                    <a:pt x="357912" y="194557"/>
                  </a:lnTo>
                  <a:lnTo>
                    <a:pt x="359320" y="196605"/>
                  </a:lnTo>
                  <a:lnTo>
                    <a:pt x="360747" y="198653"/>
                  </a:lnTo>
                  <a:lnTo>
                    <a:pt x="362188" y="200701"/>
                  </a:lnTo>
                  <a:lnTo>
                    <a:pt x="363639" y="202748"/>
                  </a:lnTo>
                  <a:lnTo>
                    <a:pt x="365111" y="204796"/>
                  </a:lnTo>
                  <a:lnTo>
                    <a:pt x="366591" y="206844"/>
                  </a:lnTo>
                  <a:lnTo>
                    <a:pt x="368084" y="208892"/>
                  </a:lnTo>
                  <a:lnTo>
                    <a:pt x="369590" y="210940"/>
                  </a:lnTo>
                  <a:lnTo>
                    <a:pt x="371104" y="212988"/>
                  </a:lnTo>
                  <a:lnTo>
                    <a:pt x="372633" y="215036"/>
                  </a:lnTo>
                  <a:lnTo>
                    <a:pt x="374169" y="217084"/>
                  </a:lnTo>
                  <a:lnTo>
                    <a:pt x="375713" y="219132"/>
                  </a:lnTo>
                  <a:lnTo>
                    <a:pt x="377268" y="221180"/>
                  </a:lnTo>
                  <a:lnTo>
                    <a:pt x="378829" y="223228"/>
                  </a:lnTo>
                  <a:lnTo>
                    <a:pt x="380397" y="225276"/>
                  </a:lnTo>
                  <a:lnTo>
                    <a:pt x="381972" y="227324"/>
                  </a:lnTo>
                  <a:lnTo>
                    <a:pt x="383551" y="229372"/>
                  </a:lnTo>
                  <a:lnTo>
                    <a:pt x="385137" y="231420"/>
                  </a:lnTo>
                  <a:lnTo>
                    <a:pt x="386725" y="233468"/>
                  </a:lnTo>
                  <a:lnTo>
                    <a:pt x="388317" y="235516"/>
                  </a:lnTo>
                  <a:lnTo>
                    <a:pt x="389912" y="237564"/>
                  </a:lnTo>
                  <a:lnTo>
                    <a:pt x="391508" y="239612"/>
                  </a:lnTo>
                  <a:lnTo>
                    <a:pt x="393105" y="241660"/>
                  </a:lnTo>
                  <a:lnTo>
                    <a:pt x="394702" y="243708"/>
                  </a:lnTo>
                  <a:lnTo>
                    <a:pt x="396299" y="245756"/>
                  </a:lnTo>
                  <a:lnTo>
                    <a:pt x="397893" y="247804"/>
                  </a:lnTo>
                  <a:lnTo>
                    <a:pt x="399486" y="249852"/>
                  </a:lnTo>
                  <a:lnTo>
                    <a:pt x="401075" y="251900"/>
                  </a:lnTo>
                  <a:lnTo>
                    <a:pt x="402660" y="253948"/>
                  </a:lnTo>
                  <a:lnTo>
                    <a:pt x="404242" y="255996"/>
                  </a:lnTo>
                  <a:lnTo>
                    <a:pt x="405816" y="258044"/>
                  </a:lnTo>
                  <a:lnTo>
                    <a:pt x="407384" y="260092"/>
                  </a:lnTo>
                  <a:lnTo>
                    <a:pt x="408947" y="262140"/>
                  </a:lnTo>
                  <a:lnTo>
                    <a:pt x="410499" y="264188"/>
                  </a:lnTo>
                  <a:lnTo>
                    <a:pt x="412045" y="266236"/>
                  </a:lnTo>
                  <a:lnTo>
                    <a:pt x="413579" y="268284"/>
                  </a:lnTo>
                  <a:lnTo>
                    <a:pt x="415103" y="270331"/>
                  </a:lnTo>
                  <a:lnTo>
                    <a:pt x="416619" y="272379"/>
                  </a:lnTo>
                  <a:lnTo>
                    <a:pt x="418117" y="274427"/>
                  </a:lnTo>
                  <a:lnTo>
                    <a:pt x="419607" y="276475"/>
                  </a:lnTo>
                  <a:lnTo>
                    <a:pt x="421082" y="278523"/>
                  </a:lnTo>
                  <a:lnTo>
                    <a:pt x="422540" y="280571"/>
                  </a:lnTo>
                  <a:lnTo>
                    <a:pt x="423990" y="282619"/>
                  </a:lnTo>
                  <a:lnTo>
                    <a:pt x="425415" y="284667"/>
                  </a:lnTo>
                  <a:lnTo>
                    <a:pt x="426828" y="286715"/>
                  </a:lnTo>
                  <a:lnTo>
                    <a:pt x="428226" y="288763"/>
                  </a:lnTo>
                  <a:lnTo>
                    <a:pt x="429600" y="290811"/>
                  </a:lnTo>
                  <a:lnTo>
                    <a:pt x="430962" y="292859"/>
                  </a:lnTo>
                  <a:lnTo>
                    <a:pt x="432300" y="294907"/>
                  </a:lnTo>
                  <a:lnTo>
                    <a:pt x="433618" y="296955"/>
                  </a:lnTo>
                  <a:lnTo>
                    <a:pt x="434922" y="299003"/>
                  </a:lnTo>
                  <a:lnTo>
                    <a:pt x="436194" y="301051"/>
                  </a:lnTo>
                  <a:lnTo>
                    <a:pt x="437452" y="303099"/>
                  </a:lnTo>
                  <a:lnTo>
                    <a:pt x="438686" y="305147"/>
                  </a:lnTo>
                  <a:lnTo>
                    <a:pt x="439894" y="307195"/>
                  </a:lnTo>
                  <a:lnTo>
                    <a:pt x="441087" y="309243"/>
                  </a:lnTo>
                  <a:lnTo>
                    <a:pt x="442246" y="311291"/>
                  </a:lnTo>
                  <a:lnTo>
                    <a:pt x="443386" y="313339"/>
                  </a:lnTo>
                  <a:lnTo>
                    <a:pt x="444505" y="315387"/>
                  </a:lnTo>
                  <a:lnTo>
                    <a:pt x="445590" y="317435"/>
                  </a:lnTo>
                  <a:lnTo>
                    <a:pt x="446660" y="319483"/>
                  </a:lnTo>
                  <a:lnTo>
                    <a:pt x="447698" y="321531"/>
                  </a:lnTo>
                  <a:lnTo>
                    <a:pt x="448711" y="323579"/>
                  </a:lnTo>
                  <a:lnTo>
                    <a:pt x="449708" y="325627"/>
                  </a:lnTo>
                  <a:lnTo>
                    <a:pt x="450664" y="327675"/>
                  </a:lnTo>
                  <a:lnTo>
                    <a:pt x="451604" y="329723"/>
                  </a:lnTo>
                  <a:lnTo>
                    <a:pt x="452518" y="331771"/>
                  </a:lnTo>
                  <a:lnTo>
                    <a:pt x="453401" y="333819"/>
                  </a:lnTo>
                  <a:lnTo>
                    <a:pt x="454268" y="335866"/>
                  </a:lnTo>
                  <a:lnTo>
                    <a:pt x="455099" y="337914"/>
                  </a:lnTo>
                  <a:lnTo>
                    <a:pt x="455910" y="339962"/>
                  </a:lnTo>
                  <a:lnTo>
                    <a:pt x="456700" y="342010"/>
                  </a:lnTo>
                  <a:lnTo>
                    <a:pt x="457456" y="344058"/>
                  </a:lnTo>
                  <a:lnTo>
                    <a:pt x="458197" y="346106"/>
                  </a:lnTo>
                  <a:lnTo>
                    <a:pt x="458910" y="348154"/>
                  </a:lnTo>
                  <a:lnTo>
                    <a:pt x="459600" y="350202"/>
                  </a:lnTo>
                  <a:lnTo>
                    <a:pt x="460275" y="352250"/>
                  </a:lnTo>
                  <a:lnTo>
                    <a:pt x="460916" y="354298"/>
                  </a:lnTo>
                  <a:lnTo>
                    <a:pt x="461543" y="356346"/>
                  </a:lnTo>
                  <a:lnTo>
                    <a:pt x="462151" y="358394"/>
                  </a:lnTo>
                  <a:lnTo>
                    <a:pt x="462734" y="360442"/>
                  </a:lnTo>
                  <a:lnTo>
                    <a:pt x="463306" y="362490"/>
                  </a:lnTo>
                  <a:lnTo>
                    <a:pt x="463854" y="364538"/>
                  </a:lnTo>
                  <a:lnTo>
                    <a:pt x="464388" y="366586"/>
                  </a:lnTo>
                  <a:lnTo>
                    <a:pt x="464910" y="368634"/>
                  </a:lnTo>
                  <a:lnTo>
                    <a:pt x="465412" y="370682"/>
                  </a:lnTo>
                  <a:lnTo>
                    <a:pt x="465905" y="372730"/>
                  </a:lnTo>
                  <a:lnTo>
                    <a:pt x="466385" y="374778"/>
                  </a:lnTo>
                  <a:lnTo>
                    <a:pt x="466853" y="376826"/>
                  </a:lnTo>
                  <a:lnTo>
                    <a:pt x="467316" y="378874"/>
                  </a:lnTo>
                  <a:lnTo>
                    <a:pt x="467767" y="380922"/>
                  </a:lnTo>
                  <a:lnTo>
                    <a:pt x="468214" y="382970"/>
                  </a:lnTo>
                  <a:lnTo>
                    <a:pt x="468656" y="385018"/>
                  </a:lnTo>
                  <a:lnTo>
                    <a:pt x="469094" y="387066"/>
                  </a:lnTo>
                  <a:lnTo>
                    <a:pt x="469531" y="389114"/>
                  </a:lnTo>
                  <a:lnTo>
                    <a:pt x="469967" y="391162"/>
                  </a:lnTo>
                  <a:lnTo>
                    <a:pt x="470406" y="393210"/>
                  </a:lnTo>
                  <a:lnTo>
                    <a:pt x="470846" y="395258"/>
                  </a:lnTo>
                  <a:lnTo>
                    <a:pt x="471294" y="397306"/>
                  </a:lnTo>
                  <a:lnTo>
                    <a:pt x="471746" y="399354"/>
                  </a:lnTo>
                  <a:lnTo>
                    <a:pt x="472207" y="401402"/>
                  </a:lnTo>
                  <a:lnTo>
                    <a:pt x="472680" y="403449"/>
                  </a:lnTo>
                  <a:lnTo>
                    <a:pt x="473160" y="405497"/>
                  </a:lnTo>
                  <a:lnTo>
                    <a:pt x="473659" y="407545"/>
                  </a:lnTo>
                  <a:lnTo>
                    <a:pt x="474170" y="409593"/>
                  </a:lnTo>
                  <a:lnTo>
                    <a:pt x="474696" y="411641"/>
                  </a:lnTo>
                  <a:lnTo>
                    <a:pt x="475247" y="413689"/>
                  </a:lnTo>
                  <a:lnTo>
                    <a:pt x="475811" y="415737"/>
                  </a:lnTo>
                  <a:lnTo>
                    <a:pt x="476402" y="417785"/>
                  </a:lnTo>
                  <a:lnTo>
                    <a:pt x="476824" y="419192"/>
                  </a:lnTo>
                  <a:lnTo>
                    <a:pt x="477016" y="419833"/>
                  </a:lnTo>
                  <a:lnTo>
                    <a:pt x="477647" y="421881"/>
                  </a:lnTo>
                  <a:lnTo>
                    <a:pt x="478320" y="423929"/>
                  </a:lnTo>
                  <a:lnTo>
                    <a:pt x="479010" y="425977"/>
                  </a:lnTo>
                  <a:lnTo>
                    <a:pt x="479732" y="428025"/>
                  </a:lnTo>
                  <a:lnTo>
                    <a:pt x="480491" y="430073"/>
                  </a:lnTo>
                  <a:lnTo>
                    <a:pt x="481269" y="432121"/>
                  </a:lnTo>
                  <a:lnTo>
                    <a:pt x="482098" y="434169"/>
                  </a:lnTo>
                  <a:lnTo>
                    <a:pt x="482954" y="436217"/>
                  </a:lnTo>
                  <a:lnTo>
                    <a:pt x="483840" y="438265"/>
                  </a:lnTo>
                  <a:lnTo>
                    <a:pt x="484780" y="440313"/>
                  </a:lnTo>
                  <a:lnTo>
                    <a:pt x="485743" y="442361"/>
                  </a:lnTo>
                  <a:lnTo>
                    <a:pt x="486755" y="444409"/>
                  </a:lnTo>
                  <a:lnTo>
                    <a:pt x="487808" y="446457"/>
                  </a:lnTo>
                  <a:lnTo>
                    <a:pt x="488887" y="448505"/>
                  </a:lnTo>
                  <a:lnTo>
                    <a:pt x="490033" y="450553"/>
                  </a:lnTo>
                  <a:lnTo>
                    <a:pt x="491207" y="452601"/>
                  </a:lnTo>
                  <a:lnTo>
                    <a:pt x="492424" y="454649"/>
                  </a:lnTo>
                  <a:lnTo>
                    <a:pt x="493695" y="456697"/>
                  </a:lnTo>
                  <a:lnTo>
                    <a:pt x="494993" y="458745"/>
                  </a:lnTo>
                  <a:lnTo>
                    <a:pt x="496355" y="460793"/>
                  </a:lnTo>
                  <a:lnTo>
                    <a:pt x="497753" y="462841"/>
                  </a:lnTo>
                  <a:lnTo>
                    <a:pt x="499187" y="464889"/>
                  </a:lnTo>
                  <a:lnTo>
                    <a:pt x="500685" y="466937"/>
                  </a:lnTo>
                  <a:lnTo>
                    <a:pt x="502210" y="468985"/>
                  </a:lnTo>
                  <a:lnTo>
                    <a:pt x="503789" y="471032"/>
                  </a:lnTo>
                  <a:lnTo>
                    <a:pt x="505413" y="473080"/>
                  </a:lnTo>
                  <a:lnTo>
                    <a:pt x="507063" y="475128"/>
                  </a:lnTo>
                  <a:lnTo>
                    <a:pt x="508782" y="477176"/>
                  </a:lnTo>
                  <a:lnTo>
                    <a:pt x="510527" y="479224"/>
                  </a:lnTo>
                  <a:lnTo>
                    <a:pt x="512313" y="481272"/>
                  </a:lnTo>
                  <a:lnTo>
                    <a:pt x="514149" y="483320"/>
                  </a:lnTo>
                  <a:lnTo>
                    <a:pt x="516009" y="485368"/>
                  </a:lnTo>
                  <a:lnTo>
                    <a:pt x="517921" y="487416"/>
                  </a:lnTo>
                  <a:lnTo>
                    <a:pt x="519863" y="489464"/>
                  </a:lnTo>
                  <a:lnTo>
                    <a:pt x="521833" y="491512"/>
                  </a:lnTo>
                  <a:lnTo>
                    <a:pt x="523852" y="493560"/>
                  </a:lnTo>
                  <a:lnTo>
                    <a:pt x="525890" y="495608"/>
                  </a:lnTo>
                  <a:lnTo>
                    <a:pt x="527963" y="497656"/>
                  </a:lnTo>
                  <a:lnTo>
                    <a:pt x="530066" y="499704"/>
                  </a:lnTo>
                  <a:lnTo>
                    <a:pt x="532185" y="501752"/>
                  </a:lnTo>
                  <a:lnTo>
                    <a:pt x="534341" y="503800"/>
                  </a:lnTo>
                  <a:lnTo>
                    <a:pt x="536511" y="505848"/>
                  </a:lnTo>
                  <a:lnTo>
                    <a:pt x="538700" y="507896"/>
                  </a:lnTo>
                  <a:lnTo>
                    <a:pt x="540911" y="509944"/>
                  </a:lnTo>
                  <a:lnTo>
                    <a:pt x="543130" y="511992"/>
                  </a:lnTo>
                  <a:lnTo>
                    <a:pt x="545365" y="514040"/>
                  </a:lnTo>
                  <a:lnTo>
                    <a:pt x="547608" y="516088"/>
                  </a:lnTo>
                  <a:lnTo>
                    <a:pt x="549856" y="518136"/>
                  </a:lnTo>
                  <a:lnTo>
                    <a:pt x="552109" y="520184"/>
                  </a:lnTo>
                  <a:lnTo>
                    <a:pt x="554362" y="522232"/>
                  </a:lnTo>
                  <a:lnTo>
                    <a:pt x="556613" y="524280"/>
                  </a:lnTo>
                  <a:lnTo>
                    <a:pt x="558857" y="526328"/>
                  </a:lnTo>
                  <a:lnTo>
                    <a:pt x="561097" y="528376"/>
                  </a:lnTo>
                  <a:lnTo>
                    <a:pt x="563319" y="530424"/>
                  </a:lnTo>
                  <a:lnTo>
                    <a:pt x="565529" y="532472"/>
                  </a:lnTo>
                  <a:lnTo>
                    <a:pt x="567724" y="534520"/>
                  </a:lnTo>
                  <a:lnTo>
                    <a:pt x="569890" y="536568"/>
                  </a:lnTo>
                  <a:lnTo>
                    <a:pt x="572041" y="538615"/>
                  </a:lnTo>
                  <a:lnTo>
                    <a:pt x="574156" y="540663"/>
                  </a:lnTo>
                  <a:lnTo>
                    <a:pt x="576241" y="542711"/>
                  </a:lnTo>
                  <a:lnTo>
                    <a:pt x="578304" y="544759"/>
                  </a:lnTo>
                  <a:lnTo>
                    <a:pt x="580308" y="546807"/>
                  </a:lnTo>
                  <a:lnTo>
                    <a:pt x="582285" y="548855"/>
                  </a:lnTo>
                  <a:lnTo>
                    <a:pt x="584216" y="550903"/>
                  </a:lnTo>
                  <a:lnTo>
                    <a:pt x="586091" y="552951"/>
                  </a:lnTo>
                  <a:lnTo>
                    <a:pt x="587935" y="554999"/>
                  </a:lnTo>
                  <a:lnTo>
                    <a:pt x="589700" y="557047"/>
                  </a:lnTo>
                  <a:lnTo>
                    <a:pt x="591419" y="559095"/>
                  </a:lnTo>
                  <a:lnTo>
                    <a:pt x="593089" y="561143"/>
                  </a:lnTo>
                  <a:lnTo>
                    <a:pt x="594670" y="563191"/>
                  </a:lnTo>
                  <a:lnTo>
                    <a:pt x="596211" y="565239"/>
                  </a:lnTo>
                  <a:lnTo>
                    <a:pt x="597665" y="567287"/>
                  </a:lnTo>
                  <a:lnTo>
                    <a:pt x="598862" y="569060"/>
                  </a:lnTo>
                  <a:lnTo>
                    <a:pt x="599048" y="569335"/>
                  </a:lnTo>
                  <a:lnTo>
                    <a:pt x="600384" y="571383"/>
                  </a:lnTo>
                  <a:lnTo>
                    <a:pt x="601596" y="573431"/>
                  </a:lnTo>
                  <a:lnTo>
                    <a:pt x="602758" y="575479"/>
                  </a:lnTo>
                  <a:lnTo>
                    <a:pt x="603836" y="577527"/>
                  </a:lnTo>
                  <a:lnTo>
                    <a:pt x="604812" y="579575"/>
                  </a:lnTo>
                  <a:lnTo>
                    <a:pt x="605734" y="581623"/>
                  </a:lnTo>
                  <a:lnTo>
                    <a:pt x="606530" y="583671"/>
                  </a:lnTo>
                  <a:lnTo>
                    <a:pt x="607251" y="585719"/>
                  </a:lnTo>
                  <a:lnTo>
                    <a:pt x="607897" y="587767"/>
                  </a:lnTo>
                  <a:lnTo>
                    <a:pt x="608409" y="589815"/>
                  </a:lnTo>
                  <a:lnTo>
                    <a:pt x="608862" y="591863"/>
                  </a:lnTo>
                  <a:lnTo>
                    <a:pt x="609197" y="593911"/>
                  </a:lnTo>
                  <a:lnTo>
                    <a:pt x="609431" y="595959"/>
                  </a:lnTo>
                  <a:lnTo>
                    <a:pt x="609604" y="598007"/>
                  </a:lnTo>
                  <a:lnTo>
                    <a:pt x="609615" y="600055"/>
                  </a:lnTo>
                  <a:lnTo>
                    <a:pt x="609562" y="602103"/>
                  </a:lnTo>
                  <a:lnTo>
                    <a:pt x="609408" y="604151"/>
                  </a:lnTo>
                  <a:lnTo>
                    <a:pt x="609126" y="606198"/>
                  </a:lnTo>
                  <a:lnTo>
                    <a:pt x="608781" y="608246"/>
                  </a:lnTo>
                  <a:lnTo>
                    <a:pt x="608293" y="610294"/>
                  </a:lnTo>
                  <a:lnTo>
                    <a:pt x="607718" y="612342"/>
                  </a:lnTo>
                  <a:lnTo>
                    <a:pt x="607064" y="614390"/>
                  </a:lnTo>
                  <a:lnTo>
                    <a:pt x="606260" y="616438"/>
                  </a:lnTo>
                  <a:lnTo>
                    <a:pt x="605394" y="618486"/>
                  </a:lnTo>
                  <a:lnTo>
                    <a:pt x="604410" y="620534"/>
                  </a:lnTo>
                  <a:lnTo>
                    <a:pt x="603319" y="622582"/>
                  </a:lnTo>
                  <a:lnTo>
                    <a:pt x="602167" y="624630"/>
                  </a:lnTo>
                  <a:lnTo>
                    <a:pt x="600862" y="626678"/>
                  </a:lnTo>
                  <a:lnTo>
                    <a:pt x="599493" y="628726"/>
                  </a:lnTo>
                  <a:lnTo>
                    <a:pt x="598655" y="629901"/>
                  </a:lnTo>
                  <a:lnTo>
                    <a:pt x="598033" y="630774"/>
                  </a:lnTo>
                  <a:lnTo>
                    <a:pt x="596453" y="632822"/>
                  </a:lnTo>
                  <a:lnTo>
                    <a:pt x="594816" y="634870"/>
                  </a:lnTo>
                  <a:lnTo>
                    <a:pt x="593059" y="636918"/>
                  </a:lnTo>
                  <a:lnTo>
                    <a:pt x="591225" y="638966"/>
                  </a:lnTo>
                  <a:lnTo>
                    <a:pt x="589328" y="641014"/>
                  </a:lnTo>
                  <a:lnTo>
                    <a:pt x="587305" y="643062"/>
                  </a:lnTo>
                  <a:lnTo>
                    <a:pt x="585234" y="645110"/>
                  </a:lnTo>
                  <a:lnTo>
                    <a:pt x="583074" y="647158"/>
                  </a:lnTo>
                  <a:lnTo>
                    <a:pt x="580831" y="649206"/>
                  </a:lnTo>
                  <a:lnTo>
                    <a:pt x="578543" y="651254"/>
                  </a:lnTo>
                  <a:lnTo>
                    <a:pt x="576148" y="653302"/>
                  </a:lnTo>
                  <a:lnTo>
                    <a:pt x="573706" y="655350"/>
                  </a:lnTo>
                  <a:lnTo>
                    <a:pt x="571206" y="657398"/>
                  </a:lnTo>
                  <a:lnTo>
                    <a:pt x="568625" y="659446"/>
                  </a:lnTo>
                  <a:lnTo>
                    <a:pt x="566008" y="661494"/>
                  </a:lnTo>
                  <a:lnTo>
                    <a:pt x="563320" y="663542"/>
                  </a:lnTo>
                  <a:lnTo>
                    <a:pt x="560584" y="665590"/>
                  </a:lnTo>
                  <a:lnTo>
                    <a:pt x="557814" y="667638"/>
                  </a:lnTo>
                  <a:lnTo>
                    <a:pt x="554975" y="669686"/>
                  </a:lnTo>
                  <a:lnTo>
                    <a:pt x="552110" y="671733"/>
                  </a:lnTo>
                  <a:lnTo>
                    <a:pt x="549203" y="673781"/>
                  </a:lnTo>
                  <a:lnTo>
                    <a:pt x="546257" y="675829"/>
                  </a:lnTo>
                  <a:lnTo>
                    <a:pt x="543290" y="677877"/>
                  </a:lnTo>
                  <a:lnTo>
                    <a:pt x="540280" y="679925"/>
                  </a:lnTo>
                  <a:lnTo>
                    <a:pt x="537252" y="681973"/>
                  </a:lnTo>
                  <a:lnTo>
                    <a:pt x="534204" y="684021"/>
                  </a:lnTo>
                  <a:lnTo>
                    <a:pt x="531130" y="686069"/>
                  </a:lnTo>
                  <a:lnTo>
                    <a:pt x="528046" y="688117"/>
                  </a:lnTo>
                  <a:lnTo>
                    <a:pt x="524946" y="690165"/>
                  </a:lnTo>
                  <a:lnTo>
                    <a:pt x="521837" y="692213"/>
                  </a:lnTo>
                  <a:lnTo>
                    <a:pt x="518722" y="694261"/>
                  </a:lnTo>
                  <a:lnTo>
                    <a:pt x="515601" y="696309"/>
                  </a:lnTo>
                  <a:lnTo>
                    <a:pt x="512479" y="698357"/>
                  </a:lnTo>
                  <a:lnTo>
                    <a:pt x="509359" y="700405"/>
                  </a:lnTo>
                  <a:lnTo>
                    <a:pt x="506244" y="702453"/>
                  </a:lnTo>
                  <a:lnTo>
                    <a:pt x="503133" y="704501"/>
                  </a:lnTo>
                  <a:lnTo>
                    <a:pt x="500034" y="706549"/>
                  </a:lnTo>
                  <a:lnTo>
                    <a:pt x="496946" y="708597"/>
                  </a:lnTo>
                  <a:lnTo>
                    <a:pt x="493868" y="710645"/>
                  </a:lnTo>
                  <a:lnTo>
                    <a:pt x="490813" y="712693"/>
                  </a:lnTo>
                  <a:lnTo>
                    <a:pt x="487769" y="714741"/>
                  </a:lnTo>
                  <a:lnTo>
                    <a:pt x="484749" y="716789"/>
                  </a:lnTo>
                  <a:lnTo>
                    <a:pt x="481751" y="718837"/>
                  </a:lnTo>
                  <a:lnTo>
                    <a:pt x="478768" y="720885"/>
                  </a:lnTo>
                  <a:lnTo>
                    <a:pt x="475825" y="722933"/>
                  </a:lnTo>
                  <a:lnTo>
                    <a:pt x="472899" y="724981"/>
                  </a:lnTo>
                  <a:lnTo>
                    <a:pt x="470000" y="727029"/>
                  </a:lnTo>
                  <a:lnTo>
                    <a:pt x="467138" y="729077"/>
                  </a:lnTo>
                  <a:lnTo>
                    <a:pt x="464295" y="731125"/>
                  </a:lnTo>
                  <a:lnTo>
                    <a:pt x="461495" y="733173"/>
                  </a:lnTo>
                  <a:lnTo>
                    <a:pt x="458723" y="735221"/>
                  </a:lnTo>
                  <a:lnTo>
                    <a:pt x="455977" y="737269"/>
                  </a:lnTo>
                  <a:lnTo>
                    <a:pt x="453280" y="739316"/>
                  </a:lnTo>
                  <a:lnTo>
                    <a:pt x="450605" y="741364"/>
                  </a:lnTo>
                  <a:lnTo>
                    <a:pt x="447971" y="743412"/>
                  </a:lnTo>
                  <a:lnTo>
                    <a:pt x="445375" y="745460"/>
                  </a:lnTo>
                  <a:lnTo>
                    <a:pt x="442801" y="747508"/>
                  </a:lnTo>
                  <a:lnTo>
                    <a:pt x="440284" y="749556"/>
                  </a:lnTo>
                  <a:lnTo>
                    <a:pt x="437791" y="751604"/>
                  </a:lnTo>
                  <a:lnTo>
                    <a:pt x="435334" y="753652"/>
                  </a:lnTo>
                  <a:lnTo>
                    <a:pt x="432923" y="755700"/>
                  </a:lnTo>
                  <a:lnTo>
                    <a:pt x="430534" y="757748"/>
                  </a:lnTo>
                  <a:lnTo>
                    <a:pt x="428195" y="759796"/>
                  </a:lnTo>
                  <a:lnTo>
                    <a:pt x="425888" y="761844"/>
                  </a:lnTo>
                  <a:lnTo>
                    <a:pt x="423607" y="763892"/>
                  </a:lnTo>
                  <a:lnTo>
                    <a:pt x="421379" y="765940"/>
                  </a:lnTo>
                  <a:lnTo>
                    <a:pt x="419173" y="767988"/>
                  </a:lnTo>
                  <a:lnTo>
                    <a:pt x="417007" y="770036"/>
                  </a:lnTo>
                  <a:lnTo>
                    <a:pt x="414878" y="772084"/>
                  </a:lnTo>
                  <a:lnTo>
                    <a:pt x="412770" y="774132"/>
                  </a:lnTo>
                  <a:lnTo>
                    <a:pt x="410713" y="776180"/>
                  </a:lnTo>
                  <a:lnTo>
                    <a:pt x="408679" y="778228"/>
                  </a:lnTo>
                  <a:lnTo>
                    <a:pt x="406675" y="780276"/>
                  </a:lnTo>
                  <a:lnTo>
                    <a:pt x="404711" y="782324"/>
                  </a:lnTo>
                  <a:lnTo>
                    <a:pt x="402767" y="784372"/>
                  </a:lnTo>
                  <a:lnTo>
                    <a:pt x="400862" y="786420"/>
                  </a:lnTo>
                  <a:lnTo>
                    <a:pt x="398985" y="788468"/>
                  </a:lnTo>
                  <a:lnTo>
                    <a:pt x="397127" y="790516"/>
                  </a:lnTo>
                  <a:lnTo>
                    <a:pt x="395313" y="792564"/>
                  </a:lnTo>
                  <a:lnTo>
                    <a:pt x="393515" y="794612"/>
                  </a:lnTo>
                  <a:lnTo>
                    <a:pt x="391747" y="796660"/>
                  </a:lnTo>
                  <a:lnTo>
                    <a:pt x="390009" y="798708"/>
                  </a:lnTo>
                  <a:lnTo>
                    <a:pt x="388286" y="800756"/>
                  </a:lnTo>
                  <a:lnTo>
                    <a:pt x="386600" y="802804"/>
                  </a:lnTo>
                  <a:lnTo>
                    <a:pt x="384932" y="804852"/>
                  </a:lnTo>
                  <a:lnTo>
                    <a:pt x="383284" y="806899"/>
                  </a:lnTo>
                  <a:lnTo>
                    <a:pt x="381668" y="808947"/>
                  </a:lnTo>
                  <a:lnTo>
                    <a:pt x="380065" y="810995"/>
                  </a:lnTo>
                  <a:lnTo>
                    <a:pt x="378490" y="813043"/>
                  </a:lnTo>
                  <a:lnTo>
                    <a:pt x="376935" y="815091"/>
                  </a:lnTo>
                  <a:lnTo>
                    <a:pt x="375394" y="817139"/>
                  </a:lnTo>
                  <a:lnTo>
                    <a:pt x="373885" y="819187"/>
                  </a:lnTo>
                  <a:lnTo>
                    <a:pt x="372388" y="821235"/>
                  </a:lnTo>
                  <a:lnTo>
                    <a:pt x="370911" y="823283"/>
                  </a:lnTo>
                  <a:lnTo>
                    <a:pt x="369457" y="825331"/>
                  </a:lnTo>
                  <a:lnTo>
                    <a:pt x="368014" y="827379"/>
                  </a:lnTo>
                  <a:lnTo>
                    <a:pt x="366597" y="829427"/>
                  </a:lnTo>
                  <a:lnTo>
                    <a:pt x="365195" y="831475"/>
                  </a:lnTo>
                  <a:lnTo>
                    <a:pt x="363808" y="833523"/>
                  </a:lnTo>
                  <a:lnTo>
                    <a:pt x="362445" y="835571"/>
                  </a:lnTo>
                  <a:lnTo>
                    <a:pt x="361092" y="837619"/>
                  </a:lnTo>
                  <a:lnTo>
                    <a:pt x="359760" y="839667"/>
                  </a:lnTo>
                  <a:lnTo>
                    <a:pt x="358446" y="841715"/>
                  </a:lnTo>
                  <a:lnTo>
                    <a:pt x="357141" y="843763"/>
                  </a:lnTo>
                  <a:lnTo>
                    <a:pt x="355864" y="845811"/>
                  </a:lnTo>
                  <a:lnTo>
                    <a:pt x="354596" y="847859"/>
                  </a:lnTo>
                  <a:lnTo>
                    <a:pt x="353345" y="849907"/>
                  </a:lnTo>
                  <a:lnTo>
                    <a:pt x="352115" y="851955"/>
                  </a:lnTo>
                  <a:lnTo>
                    <a:pt x="350894" y="854003"/>
                  </a:lnTo>
                  <a:lnTo>
                    <a:pt x="349697" y="856051"/>
                  </a:lnTo>
                  <a:lnTo>
                    <a:pt x="348513" y="858099"/>
                  </a:lnTo>
                  <a:lnTo>
                    <a:pt x="347342" y="860147"/>
                  </a:lnTo>
                  <a:lnTo>
                    <a:pt x="346195" y="862195"/>
                  </a:lnTo>
                  <a:lnTo>
                    <a:pt x="345058" y="864243"/>
                  </a:lnTo>
                  <a:lnTo>
                    <a:pt x="343940" y="866291"/>
                  </a:lnTo>
                  <a:lnTo>
                    <a:pt x="342841" y="868339"/>
                  </a:lnTo>
                  <a:lnTo>
                    <a:pt x="341751" y="870387"/>
                  </a:lnTo>
                  <a:lnTo>
                    <a:pt x="340688" y="872435"/>
                  </a:lnTo>
                  <a:lnTo>
                    <a:pt x="339637" y="874482"/>
                  </a:lnTo>
                  <a:lnTo>
                    <a:pt x="338601" y="876530"/>
                  </a:lnTo>
                  <a:lnTo>
                    <a:pt x="337588" y="878578"/>
                  </a:lnTo>
                  <a:lnTo>
                    <a:pt x="336585" y="880626"/>
                  </a:lnTo>
                  <a:lnTo>
                    <a:pt x="335606" y="882674"/>
                  </a:lnTo>
                  <a:lnTo>
                    <a:pt x="334642" y="884722"/>
                  </a:lnTo>
                  <a:lnTo>
                    <a:pt x="333691" y="886770"/>
                  </a:lnTo>
                  <a:lnTo>
                    <a:pt x="332767" y="888818"/>
                  </a:lnTo>
                  <a:lnTo>
                    <a:pt x="331853" y="890866"/>
                  </a:lnTo>
                  <a:lnTo>
                    <a:pt x="330960" y="892914"/>
                  </a:lnTo>
                  <a:lnTo>
                    <a:pt x="330086" y="894962"/>
                  </a:lnTo>
                  <a:lnTo>
                    <a:pt x="329224" y="897010"/>
                  </a:lnTo>
                  <a:lnTo>
                    <a:pt x="328389" y="899058"/>
                  </a:lnTo>
                  <a:lnTo>
                    <a:pt x="327567" y="901106"/>
                  </a:lnTo>
                  <a:lnTo>
                    <a:pt x="326761" y="903154"/>
                  </a:lnTo>
                  <a:lnTo>
                    <a:pt x="325979" y="905202"/>
                  </a:lnTo>
                  <a:lnTo>
                    <a:pt x="325209" y="907250"/>
                  </a:lnTo>
                  <a:lnTo>
                    <a:pt x="324462" y="909298"/>
                  </a:lnTo>
                  <a:lnTo>
                    <a:pt x="323732" y="911346"/>
                  </a:lnTo>
                  <a:lnTo>
                    <a:pt x="323014" y="913394"/>
                  </a:lnTo>
                  <a:lnTo>
                    <a:pt x="322325" y="915442"/>
                  </a:lnTo>
                  <a:lnTo>
                    <a:pt x="321646" y="917490"/>
                  </a:lnTo>
                  <a:lnTo>
                    <a:pt x="320986" y="919538"/>
                  </a:lnTo>
                  <a:lnTo>
                    <a:pt x="320347" y="921586"/>
                  </a:lnTo>
                  <a:lnTo>
                    <a:pt x="319719" y="923634"/>
                  </a:lnTo>
                  <a:lnTo>
                    <a:pt x="319117" y="925682"/>
                  </a:lnTo>
                  <a:lnTo>
                    <a:pt x="318528" y="927730"/>
                  </a:lnTo>
                  <a:lnTo>
                    <a:pt x="317954" y="929778"/>
                  </a:lnTo>
                  <a:lnTo>
                    <a:pt x="317404" y="931826"/>
                  </a:lnTo>
                  <a:lnTo>
                    <a:pt x="316863" y="933874"/>
                  </a:lnTo>
                  <a:lnTo>
                    <a:pt x="316344" y="935922"/>
                  </a:lnTo>
                  <a:lnTo>
                    <a:pt x="315841" y="937970"/>
                  </a:lnTo>
                  <a:lnTo>
                    <a:pt x="315348" y="940017"/>
                  </a:lnTo>
                  <a:lnTo>
                    <a:pt x="314881" y="942065"/>
                  </a:lnTo>
                  <a:lnTo>
                    <a:pt x="314424" y="944113"/>
                  </a:lnTo>
                  <a:lnTo>
                    <a:pt x="313983" y="946161"/>
                  </a:lnTo>
                  <a:lnTo>
                    <a:pt x="313560" y="948209"/>
                  </a:lnTo>
                  <a:lnTo>
                    <a:pt x="313146" y="950257"/>
                  </a:lnTo>
                  <a:lnTo>
                    <a:pt x="312754" y="952305"/>
                  </a:lnTo>
                  <a:lnTo>
                    <a:pt x="312373" y="954353"/>
                  </a:lnTo>
                  <a:lnTo>
                    <a:pt x="312004" y="956401"/>
                  </a:lnTo>
                  <a:lnTo>
                    <a:pt x="311654" y="958449"/>
                  </a:lnTo>
                  <a:lnTo>
                    <a:pt x="311313" y="960497"/>
                  </a:lnTo>
                  <a:lnTo>
                    <a:pt x="310988" y="962545"/>
                  </a:lnTo>
                  <a:lnTo>
                    <a:pt x="310676" y="964593"/>
                  </a:lnTo>
                  <a:lnTo>
                    <a:pt x="310372" y="966641"/>
                  </a:lnTo>
                  <a:lnTo>
                    <a:pt x="310088" y="968689"/>
                  </a:lnTo>
                  <a:lnTo>
                    <a:pt x="309811" y="970737"/>
                  </a:lnTo>
                  <a:lnTo>
                    <a:pt x="309546" y="972785"/>
                  </a:lnTo>
                  <a:lnTo>
                    <a:pt x="309295" y="974833"/>
                  </a:lnTo>
                  <a:lnTo>
                    <a:pt x="309050" y="976881"/>
                  </a:lnTo>
                  <a:lnTo>
                    <a:pt x="308821" y="978929"/>
                  </a:lnTo>
                  <a:lnTo>
                    <a:pt x="308600" y="980977"/>
                  </a:lnTo>
                  <a:lnTo>
                    <a:pt x="308387" y="983025"/>
                  </a:lnTo>
                  <a:lnTo>
                    <a:pt x="308189" y="985073"/>
                  </a:lnTo>
                  <a:lnTo>
                    <a:pt x="307996" y="987121"/>
                  </a:lnTo>
                  <a:lnTo>
                    <a:pt x="307814" y="989169"/>
                  </a:lnTo>
                  <a:lnTo>
                    <a:pt x="307641" y="991217"/>
                  </a:lnTo>
                  <a:lnTo>
                    <a:pt x="307473" y="993265"/>
                  </a:lnTo>
                  <a:lnTo>
                    <a:pt x="307318" y="995313"/>
                  </a:lnTo>
                  <a:lnTo>
                    <a:pt x="307168" y="997361"/>
                  </a:lnTo>
                  <a:lnTo>
                    <a:pt x="307026" y="999409"/>
                  </a:lnTo>
                  <a:lnTo>
                    <a:pt x="306893" y="1001457"/>
                  </a:lnTo>
                  <a:lnTo>
                    <a:pt x="306764" y="1003505"/>
                  </a:lnTo>
                  <a:lnTo>
                    <a:pt x="306644" y="1005553"/>
                  </a:lnTo>
                  <a:lnTo>
                    <a:pt x="306530" y="1007600"/>
                  </a:lnTo>
                  <a:lnTo>
                    <a:pt x="306420" y="1009648"/>
                  </a:lnTo>
                  <a:lnTo>
                    <a:pt x="306319" y="1011696"/>
                  </a:lnTo>
                  <a:lnTo>
                    <a:pt x="306222" y="1013744"/>
                  </a:lnTo>
                  <a:lnTo>
                    <a:pt x="306131" y="1015792"/>
                  </a:lnTo>
                  <a:lnTo>
                    <a:pt x="306045" y="1017840"/>
                  </a:lnTo>
                  <a:lnTo>
                    <a:pt x="305962" y="1019888"/>
                  </a:lnTo>
                  <a:lnTo>
                    <a:pt x="305887" y="1021936"/>
                  </a:lnTo>
                  <a:lnTo>
                    <a:pt x="305815" y="1023984"/>
                  </a:lnTo>
                  <a:lnTo>
                    <a:pt x="305746" y="1026032"/>
                  </a:lnTo>
                  <a:lnTo>
                    <a:pt x="305683" y="1028080"/>
                  </a:lnTo>
                  <a:lnTo>
                    <a:pt x="305622" y="1030128"/>
                  </a:lnTo>
                  <a:lnTo>
                    <a:pt x="305567" y="1032176"/>
                  </a:lnTo>
                  <a:lnTo>
                    <a:pt x="305514" y="1034224"/>
                  </a:lnTo>
                  <a:lnTo>
                    <a:pt x="305463" y="1036272"/>
                  </a:lnTo>
                  <a:lnTo>
                    <a:pt x="305418" y="1038320"/>
                  </a:lnTo>
                  <a:lnTo>
                    <a:pt x="305374" y="1040368"/>
                  </a:lnTo>
                  <a:lnTo>
                    <a:pt x="305333" y="1042416"/>
                  </a:lnTo>
                  <a:lnTo>
                    <a:pt x="305295" y="1044464"/>
                  </a:lnTo>
                  <a:lnTo>
                    <a:pt x="305259" y="1046512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3012743" y="8408669"/>
              <a:ext cx="609615" cy="340550"/>
            </a:xfrm>
            <a:custGeom>
              <a:avLst/>
              <a:pathLst>
                <a:path w="609615" h="340550">
                  <a:moveTo>
                    <a:pt x="303028" y="340550"/>
                  </a:moveTo>
                  <a:lnTo>
                    <a:pt x="302904" y="339884"/>
                  </a:lnTo>
                  <a:lnTo>
                    <a:pt x="302770" y="339218"/>
                  </a:lnTo>
                  <a:lnTo>
                    <a:pt x="302632" y="338551"/>
                  </a:lnTo>
                  <a:lnTo>
                    <a:pt x="302480" y="337885"/>
                  </a:lnTo>
                  <a:lnTo>
                    <a:pt x="302323" y="337218"/>
                  </a:lnTo>
                  <a:lnTo>
                    <a:pt x="302156" y="336552"/>
                  </a:lnTo>
                  <a:lnTo>
                    <a:pt x="301977" y="335885"/>
                  </a:lnTo>
                  <a:lnTo>
                    <a:pt x="301793" y="335219"/>
                  </a:lnTo>
                  <a:lnTo>
                    <a:pt x="301591" y="334552"/>
                  </a:lnTo>
                  <a:lnTo>
                    <a:pt x="301383" y="333886"/>
                  </a:lnTo>
                  <a:lnTo>
                    <a:pt x="301161" y="333220"/>
                  </a:lnTo>
                  <a:lnTo>
                    <a:pt x="300926" y="332553"/>
                  </a:lnTo>
                  <a:lnTo>
                    <a:pt x="300683" y="331887"/>
                  </a:lnTo>
                  <a:lnTo>
                    <a:pt x="300418" y="331220"/>
                  </a:lnTo>
                  <a:lnTo>
                    <a:pt x="300147" y="330554"/>
                  </a:lnTo>
                  <a:lnTo>
                    <a:pt x="299857" y="329887"/>
                  </a:lnTo>
                  <a:lnTo>
                    <a:pt x="299552" y="329221"/>
                  </a:lnTo>
                  <a:lnTo>
                    <a:pt x="299236" y="328555"/>
                  </a:lnTo>
                  <a:lnTo>
                    <a:pt x="298895" y="327888"/>
                  </a:lnTo>
                  <a:lnTo>
                    <a:pt x="298546" y="327222"/>
                  </a:lnTo>
                  <a:lnTo>
                    <a:pt x="298172" y="326555"/>
                  </a:lnTo>
                  <a:lnTo>
                    <a:pt x="297783" y="325889"/>
                  </a:lnTo>
                  <a:lnTo>
                    <a:pt x="297377" y="325222"/>
                  </a:lnTo>
                  <a:lnTo>
                    <a:pt x="296945" y="324556"/>
                  </a:lnTo>
                  <a:lnTo>
                    <a:pt x="296502" y="323889"/>
                  </a:lnTo>
                  <a:lnTo>
                    <a:pt x="296028" y="323223"/>
                  </a:lnTo>
                  <a:lnTo>
                    <a:pt x="295538" y="322557"/>
                  </a:lnTo>
                  <a:lnTo>
                    <a:pt x="295026" y="321890"/>
                  </a:lnTo>
                  <a:lnTo>
                    <a:pt x="294486" y="321224"/>
                  </a:lnTo>
                  <a:lnTo>
                    <a:pt x="293933" y="320557"/>
                  </a:lnTo>
                  <a:lnTo>
                    <a:pt x="293340" y="319891"/>
                  </a:lnTo>
                  <a:lnTo>
                    <a:pt x="292732" y="319224"/>
                  </a:lnTo>
                  <a:lnTo>
                    <a:pt x="292096" y="318558"/>
                  </a:lnTo>
                  <a:lnTo>
                    <a:pt x="291430" y="317891"/>
                  </a:lnTo>
                  <a:lnTo>
                    <a:pt x="290748" y="317225"/>
                  </a:lnTo>
                  <a:lnTo>
                    <a:pt x="290021" y="316559"/>
                  </a:lnTo>
                  <a:lnTo>
                    <a:pt x="289278" y="315892"/>
                  </a:lnTo>
                  <a:lnTo>
                    <a:pt x="288499" y="315226"/>
                  </a:lnTo>
                  <a:lnTo>
                    <a:pt x="287691" y="314559"/>
                  </a:lnTo>
                  <a:lnTo>
                    <a:pt x="286861" y="313893"/>
                  </a:lnTo>
                  <a:lnTo>
                    <a:pt x="285984" y="313226"/>
                  </a:lnTo>
                  <a:lnTo>
                    <a:pt x="285090" y="312560"/>
                  </a:lnTo>
                  <a:lnTo>
                    <a:pt x="284152" y="311894"/>
                  </a:lnTo>
                  <a:lnTo>
                    <a:pt x="283186" y="311227"/>
                  </a:lnTo>
                  <a:lnTo>
                    <a:pt x="282192" y="310561"/>
                  </a:lnTo>
                  <a:lnTo>
                    <a:pt x="281150" y="309894"/>
                  </a:lnTo>
                  <a:lnTo>
                    <a:pt x="280091" y="309228"/>
                  </a:lnTo>
                  <a:lnTo>
                    <a:pt x="278980" y="308561"/>
                  </a:lnTo>
                  <a:lnTo>
                    <a:pt x="277843" y="307895"/>
                  </a:lnTo>
                  <a:lnTo>
                    <a:pt x="276672" y="307228"/>
                  </a:lnTo>
                  <a:lnTo>
                    <a:pt x="275455" y="306562"/>
                  </a:lnTo>
                  <a:lnTo>
                    <a:pt x="274218" y="305896"/>
                  </a:lnTo>
                  <a:lnTo>
                    <a:pt x="272925" y="305229"/>
                  </a:lnTo>
                  <a:lnTo>
                    <a:pt x="271607" y="304563"/>
                  </a:lnTo>
                  <a:lnTo>
                    <a:pt x="270251" y="303896"/>
                  </a:lnTo>
                  <a:lnTo>
                    <a:pt x="268851" y="303230"/>
                  </a:lnTo>
                  <a:lnTo>
                    <a:pt x="267431" y="302563"/>
                  </a:lnTo>
                  <a:lnTo>
                    <a:pt x="265950" y="301897"/>
                  </a:lnTo>
                  <a:lnTo>
                    <a:pt x="264448" y="301230"/>
                  </a:lnTo>
                  <a:lnTo>
                    <a:pt x="262903" y="300564"/>
                  </a:lnTo>
                  <a:lnTo>
                    <a:pt x="261320" y="299898"/>
                  </a:lnTo>
                  <a:lnTo>
                    <a:pt x="259713" y="299231"/>
                  </a:lnTo>
                  <a:lnTo>
                    <a:pt x="258049" y="298565"/>
                  </a:lnTo>
                  <a:lnTo>
                    <a:pt x="256366" y="297898"/>
                  </a:lnTo>
                  <a:lnTo>
                    <a:pt x="254638" y="297232"/>
                  </a:lnTo>
                  <a:lnTo>
                    <a:pt x="252877" y="296565"/>
                  </a:lnTo>
                  <a:lnTo>
                    <a:pt x="251090" y="295899"/>
                  </a:lnTo>
                  <a:lnTo>
                    <a:pt x="249254" y="295233"/>
                  </a:lnTo>
                  <a:lnTo>
                    <a:pt x="247400" y="294566"/>
                  </a:lnTo>
                  <a:lnTo>
                    <a:pt x="245501" y="293900"/>
                  </a:lnTo>
                  <a:lnTo>
                    <a:pt x="243576" y="293233"/>
                  </a:lnTo>
                  <a:lnTo>
                    <a:pt x="241625" y="292567"/>
                  </a:lnTo>
                  <a:lnTo>
                    <a:pt x="239634" y="291900"/>
                  </a:lnTo>
                  <a:lnTo>
                    <a:pt x="237628" y="291234"/>
                  </a:lnTo>
                  <a:lnTo>
                    <a:pt x="235581" y="290567"/>
                  </a:lnTo>
                  <a:lnTo>
                    <a:pt x="233516" y="289901"/>
                  </a:lnTo>
                  <a:lnTo>
                    <a:pt x="231425" y="289235"/>
                  </a:lnTo>
                  <a:lnTo>
                    <a:pt x="229307" y="288568"/>
                  </a:lnTo>
                  <a:lnTo>
                    <a:pt x="227176" y="287902"/>
                  </a:lnTo>
                  <a:lnTo>
                    <a:pt x="225012" y="287235"/>
                  </a:lnTo>
                  <a:lnTo>
                    <a:pt x="222837" y="286569"/>
                  </a:lnTo>
                  <a:lnTo>
                    <a:pt x="220642" y="285902"/>
                  </a:lnTo>
                  <a:lnTo>
                    <a:pt x="218430" y="285236"/>
                  </a:lnTo>
                  <a:lnTo>
                    <a:pt x="216210" y="284569"/>
                  </a:lnTo>
                  <a:lnTo>
                    <a:pt x="213969" y="283903"/>
                  </a:lnTo>
                  <a:lnTo>
                    <a:pt x="211724" y="283237"/>
                  </a:lnTo>
                  <a:lnTo>
                    <a:pt x="209468" y="282570"/>
                  </a:lnTo>
                  <a:lnTo>
                    <a:pt x="207205" y="281904"/>
                  </a:lnTo>
                  <a:lnTo>
                    <a:pt x="204939" y="281237"/>
                  </a:lnTo>
                  <a:lnTo>
                    <a:pt x="202669" y="280571"/>
                  </a:lnTo>
                  <a:lnTo>
                    <a:pt x="200399" y="279904"/>
                  </a:lnTo>
                  <a:lnTo>
                    <a:pt x="198130" y="279238"/>
                  </a:lnTo>
                  <a:lnTo>
                    <a:pt x="195866" y="278572"/>
                  </a:lnTo>
                  <a:lnTo>
                    <a:pt x="193605" y="277905"/>
                  </a:lnTo>
                  <a:lnTo>
                    <a:pt x="191356" y="277239"/>
                  </a:lnTo>
                  <a:lnTo>
                    <a:pt x="189111" y="276572"/>
                  </a:lnTo>
                  <a:lnTo>
                    <a:pt x="186884" y="275906"/>
                  </a:lnTo>
                  <a:lnTo>
                    <a:pt x="184669" y="275239"/>
                  </a:lnTo>
                  <a:lnTo>
                    <a:pt x="182468" y="274573"/>
                  </a:lnTo>
                  <a:lnTo>
                    <a:pt x="180292" y="273906"/>
                  </a:lnTo>
                  <a:lnTo>
                    <a:pt x="178126" y="273240"/>
                  </a:lnTo>
                  <a:lnTo>
                    <a:pt x="175995" y="272574"/>
                  </a:lnTo>
                  <a:lnTo>
                    <a:pt x="173882" y="271907"/>
                  </a:lnTo>
                  <a:lnTo>
                    <a:pt x="171795" y="271241"/>
                  </a:lnTo>
                  <a:lnTo>
                    <a:pt x="169744" y="270574"/>
                  </a:lnTo>
                  <a:lnTo>
                    <a:pt x="167707" y="269908"/>
                  </a:lnTo>
                  <a:lnTo>
                    <a:pt x="165726" y="269241"/>
                  </a:lnTo>
                  <a:lnTo>
                    <a:pt x="163764" y="268575"/>
                  </a:lnTo>
                  <a:lnTo>
                    <a:pt x="161843" y="267908"/>
                  </a:lnTo>
                  <a:lnTo>
                    <a:pt x="159963" y="267242"/>
                  </a:lnTo>
                  <a:lnTo>
                    <a:pt x="158107" y="266576"/>
                  </a:lnTo>
                  <a:lnTo>
                    <a:pt x="156317" y="265909"/>
                  </a:lnTo>
                  <a:lnTo>
                    <a:pt x="154550" y="265243"/>
                  </a:lnTo>
                  <a:lnTo>
                    <a:pt x="152838" y="264576"/>
                  </a:lnTo>
                  <a:lnTo>
                    <a:pt x="151170" y="263910"/>
                  </a:lnTo>
                  <a:lnTo>
                    <a:pt x="149536" y="263243"/>
                  </a:lnTo>
                  <a:lnTo>
                    <a:pt x="147972" y="262577"/>
                  </a:lnTo>
                  <a:lnTo>
                    <a:pt x="146434" y="261911"/>
                  </a:lnTo>
                  <a:lnTo>
                    <a:pt x="144963" y="261244"/>
                  </a:lnTo>
                  <a:lnTo>
                    <a:pt x="143535" y="260578"/>
                  </a:lnTo>
                  <a:lnTo>
                    <a:pt x="142150" y="259911"/>
                  </a:lnTo>
                  <a:lnTo>
                    <a:pt x="140836" y="259245"/>
                  </a:lnTo>
                  <a:lnTo>
                    <a:pt x="139548" y="258578"/>
                  </a:lnTo>
                  <a:lnTo>
                    <a:pt x="138338" y="257912"/>
                  </a:lnTo>
                  <a:lnTo>
                    <a:pt x="137165" y="257245"/>
                  </a:lnTo>
                  <a:lnTo>
                    <a:pt x="136042" y="256579"/>
                  </a:lnTo>
                  <a:lnTo>
                    <a:pt x="134985" y="255913"/>
                  </a:lnTo>
                  <a:lnTo>
                    <a:pt x="133954" y="255246"/>
                  </a:lnTo>
                  <a:lnTo>
                    <a:pt x="133006" y="254580"/>
                  </a:lnTo>
                  <a:lnTo>
                    <a:pt x="132088" y="253913"/>
                  </a:lnTo>
                  <a:lnTo>
                    <a:pt x="131224" y="253247"/>
                  </a:lnTo>
                  <a:lnTo>
                    <a:pt x="130415" y="252580"/>
                  </a:lnTo>
                  <a:lnTo>
                    <a:pt x="129634" y="251914"/>
                  </a:lnTo>
                  <a:lnTo>
                    <a:pt x="128930" y="251247"/>
                  </a:lnTo>
                  <a:lnTo>
                    <a:pt x="128250" y="250581"/>
                  </a:lnTo>
                  <a:lnTo>
                    <a:pt x="127623" y="249915"/>
                  </a:lnTo>
                  <a:lnTo>
                    <a:pt x="127039" y="249248"/>
                  </a:lnTo>
                  <a:lnTo>
                    <a:pt x="126483" y="248582"/>
                  </a:lnTo>
                  <a:lnTo>
                    <a:pt x="125988" y="247915"/>
                  </a:lnTo>
                  <a:lnTo>
                    <a:pt x="125512" y="247249"/>
                  </a:lnTo>
                  <a:lnTo>
                    <a:pt x="125083" y="246582"/>
                  </a:lnTo>
                  <a:lnTo>
                    <a:pt x="124684" y="245916"/>
                  </a:lnTo>
                  <a:lnTo>
                    <a:pt x="124310" y="245249"/>
                  </a:lnTo>
                  <a:lnTo>
                    <a:pt x="123976" y="244583"/>
                  </a:lnTo>
                  <a:lnTo>
                    <a:pt x="123657" y="243917"/>
                  </a:lnTo>
                  <a:lnTo>
                    <a:pt x="123372" y="243250"/>
                  </a:lnTo>
                  <a:lnTo>
                    <a:pt x="123103" y="242584"/>
                  </a:lnTo>
                  <a:lnTo>
                    <a:pt x="122852" y="241917"/>
                  </a:lnTo>
                  <a:lnTo>
                    <a:pt x="122622" y="241251"/>
                  </a:lnTo>
                  <a:lnTo>
                    <a:pt x="122398" y="240584"/>
                  </a:lnTo>
                  <a:lnTo>
                    <a:pt x="122192" y="239918"/>
                  </a:lnTo>
                  <a:lnTo>
                    <a:pt x="121989" y="239252"/>
                  </a:lnTo>
                  <a:lnTo>
                    <a:pt x="121792" y="238585"/>
                  </a:lnTo>
                  <a:lnTo>
                    <a:pt x="121597" y="237919"/>
                  </a:lnTo>
                  <a:lnTo>
                    <a:pt x="121402" y="237252"/>
                  </a:lnTo>
                  <a:lnTo>
                    <a:pt x="121200" y="236586"/>
                  </a:lnTo>
                  <a:lnTo>
                    <a:pt x="120993" y="235919"/>
                  </a:lnTo>
                  <a:lnTo>
                    <a:pt x="120776" y="235253"/>
                  </a:lnTo>
                  <a:lnTo>
                    <a:pt x="120544" y="234586"/>
                  </a:lnTo>
                  <a:lnTo>
                    <a:pt x="120303" y="233920"/>
                  </a:lnTo>
                  <a:lnTo>
                    <a:pt x="120032" y="233254"/>
                  </a:lnTo>
                  <a:lnTo>
                    <a:pt x="119748" y="232587"/>
                  </a:lnTo>
                  <a:lnTo>
                    <a:pt x="119436" y="231921"/>
                  </a:lnTo>
                  <a:lnTo>
                    <a:pt x="119095" y="231254"/>
                  </a:lnTo>
                  <a:lnTo>
                    <a:pt x="118735" y="230588"/>
                  </a:lnTo>
                  <a:lnTo>
                    <a:pt x="118325" y="229921"/>
                  </a:lnTo>
                  <a:lnTo>
                    <a:pt x="117897" y="229255"/>
                  </a:lnTo>
                  <a:lnTo>
                    <a:pt x="117419" y="228588"/>
                  </a:lnTo>
                  <a:lnTo>
                    <a:pt x="116906" y="227922"/>
                  </a:lnTo>
                  <a:lnTo>
                    <a:pt x="116359" y="227256"/>
                  </a:lnTo>
                  <a:lnTo>
                    <a:pt x="115750" y="226589"/>
                  </a:lnTo>
                  <a:lnTo>
                    <a:pt x="115118" y="225923"/>
                  </a:lnTo>
                  <a:lnTo>
                    <a:pt x="114415" y="225256"/>
                  </a:lnTo>
                  <a:lnTo>
                    <a:pt x="113675" y="224590"/>
                  </a:lnTo>
                  <a:lnTo>
                    <a:pt x="112887" y="223923"/>
                  </a:lnTo>
                  <a:lnTo>
                    <a:pt x="112032" y="223257"/>
                  </a:lnTo>
                  <a:lnTo>
                    <a:pt x="111149" y="222591"/>
                  </a:lnTo>
                  <a:lnTo>
                    <a:pt x="110178" y="221924"/>
                  </a:lnTo>
                  <a:lnTo>
                    <a:pt x="109172" y="221258"/>
                  </a:lnTo>
                  <a:lnTo>
                    <a:pt x="108106" y="220591"/>
                  </a:lnTo>
                  <a:lnTo>
                    <a:pt x="106973" y="219925"/>
                  </a:lnTo>
                  <a:lnTo>
                    <a:pt x="105809" y="219258"/>
                  </a:lnTo>
                  <a:lnTo>
                    <a:pt x="104548" y="218592"/>
                  </a:lnTo>
                  <a:lnTo>
                    <a:pt x="103256" y="217925"/>
                  </a:lnTo>
                  <a:lnTo>
                    <a:pt x="101895" y="217259"/>
                  </a:lnTo>
                  <a:lnTo>
                    <a:pt x="100475" y="216593"/>
                  </a:lnTo>
                  <a:lnTo>
                    <a:pt x="99016" y="215926"/>
                  </a:lnTo>
                  <a:lnTo>
                    <a:pt x="97468" y="215260"/>
                  </a:lnTo>
                  <a:lnTo>
                    <a:pt x="95891" y="214593"/>
                  </a:lnTo>
                  <a:lnTo>
                    <a:pt x="94242" y="213927"/>
                  </a:lnTo>
                  <a:lnTo>
                    <a:pt x="92543" y="213260"/>
                  </a:lnTo>
                  <a:lnTo>
                    <a:pt x="90804" y="212594"/>
                  </a:lnTo>
                  <a:lnTo>
                    <a:pt x="88990" y="211927"/>
                  </a:lnTo>
                  <a:lnTo>
                    <a:pt x="87151" y="211261"/>
                  </a:lnTo>
                  <a:lnTo>
                    <a:pt x="85243" y="210595"/>
                  </a:lnTo>
                  <a:lnTo>
                    <a:pt x="83300" y="209928"/>
                  </a:lnTo>
                  <a:lnTo>
                    <a:pt x="81316" y="209262"/>
                  </a:lnTo>
                  <a:lnTo>
                    <a:pt x="79279" y="208595"/>
                  </a:lnTo>
                  <a:lnTo>
                    <a:pt x="77221" y="207929"/>
                  </a:lnTo>
                  <a:lnTo>
                    <a:pt x="75107" y="207262"/>
                  </a:lnTo>
                  <a:lnTo>
                    <a:pt x="72971" y="206596"/>
                  </a:lnTo>
                  <a:lnTo>
                    <a:pt x="70804" y="205930"/>
                  </a:lnTo>
                  <a:lnTo>
                    <a:pt x="68604" y="205263"/>
                  </a:lnTo>
                  <a:lnTo>
                    <a:pt x="66390" y="204597"/>
                  </a:lnTo>
                  <a:lnTo>
                    <a:pt x="64142" y="203930"/>
                  </a:lnTo>
                  <a:lnTo>
                    <a:pt x="61885" y="203264"/>
                  </a:lnTo>
                  <a:lnTo>
                    <a:pt x="61673" y="203202"/>
                  </a:lnTo>
                  <a:lnTo>
                    <a:pt x="59611" y="202597"/>
                  </a:lnTo>
                  <a:lnTo>
                    <a:pt x="57326" y="201931"/>
                  </a:lnTo>
                  <a:lnTo>
                    <a:pt x="55036" y="201264"/>
                  </a:lnTo>
                  <a:lnTo>
                    <a:pt x="52741" y="200598"/>
                  </a:lnTo>
                  <a:lnTo>
                    <a:pt x="50448" y="199932"/>
                  </a:lnTo>
                  <a:lnTo>
                    <a:pt x="48159" y="199265"/>
                  </a:lnTo>
                  <a:lnTo>
                    <a:pt x="45880" y="198599"/>
                  </a:lnTo>
                  <a:lnTo>
                    <a:pt x="43608" y="197932"/>
                  </a:lnTo>
                  <a:lnTo>
                    <a:pt x="41361" y="197266"/>
                  </a:lnTo>
                  <a:lnTo>
                    <a:pt x="39126" y="196599"/>
                  </a:lnTo>
                  <a:lnTo>
                    <a:pt x="36922" y="195933"/>
                  </a:lnTo>
                  <a:lnTo>
                    <a:pt x="34745" y="195266"/>
                  </a:lnTo>
                  <a:lnTo>
                    <a:pt x="32593" y="194600"/>
                  </a:lnTo>
                  <a:lnTo>
                    <a:pt x="30493" y="193934"/>
                  </a:lnTo>
                  <a:lnTo>
                    <a:pt x="28414" y="193267"/>
                  </a:lnTo>
                  <a:lnTo>
                    <a:pt x="26400" y="192601"/>
                  </a:lnTo>
                  <a:lnTo>
                    <a:pt x="24423" y="191934"/>
                  </a:lnTo>
                  <a:lnTo>
                    <a:pt x="22495" y="191268"/>
                  </a:lnTo>
                  <a:lnTo>
                    <a:pt x="20638" y="190601"/>
                  </a:lnTo>
                  <a:lnTo>
                    <a:pt x="18813" y="189935"/>
                  </a:lnTo>
                  <a:lnTo>
                    <a:pt x="17087" y="189269"/>
                  </a:lnTo>
                  <a:lnTo>
                    <a:pt x="15406" y="188602"/>
                  </a:lnTo>
                  <a:lnTo>
                    <a:pt x="13797" y="187936"/>
                  </a:lnTo>
                  <a:lnTo>
                    <a:pt x="12275" y="187269"/>
                  </a:lnTo>
                  <a:lnTo>
                    <a:pt x="10793" y="186603"/>
                  </a:lnTo>
                  <a:lnTo>
                    <a:pt x="9446" y="185936"/>
                  </a:lnTo>
                  <a:lnTo>
                    <a:pt x="8144" y="185270"/>
                  </a:lnTo>
                  <a:lnTo>
                    <a:pt x="6941" y="184603"/>
                  </a:lnTo>
                  <a:lnTo>
                    <a:pt x="5832" y="183937"/>
                  </a:lnTo>
                  <a:lnTo>
                    <a:pt x="4781" y="183271"/>
                  </a:lnTo>
                  <a:lnTo>
                    <a:pt x="3877" y="182604"/>
                  </a:lnTo>
                  <a:lnTo>
                    <a:pt x="3024" y="181938"/>
                  </a:lnTo>
                  <a:lnTo>
                    <a:pt x="2297" y="181271"/>
                  </a:lnTo>
                  <a:lnTo>
                    <a:pt x="1663" y="180605"/>
                  </a:lnTo>
                  <a:lnTo>
                    <a:pt x="1105" y="179938"/>
                  </a:lnTo>
                  <a:lnTo>
                    <a:pt x="698" y="179272"/>
                  </a:lnTo>
                  <a:lnTo>
                    <a:pt x="345" y="178605"/>
                  </a:lnTo>
                  <a:lnTo>
                    <a:pt x="141" y="177939"/>
                  </a:lnTo>
                  <a:lnTo>
                    <a:pt x="23" y="177273"/>
                  </a:lnTo>
                  <a:lnTo>
                    <a:pt x="0" y="176606"/>
                  </a:lnTo>
                  <a:lnTo>
                    <a:pt x="120" y="175940"/>
                  </a:lnTo>
                  <a:lnTo>
                    <a:pt x="174" y="175740"/>
                  </a:lnTo>
                  <a:lnTo>
                    <a:pt x="298" y="175273"/>
                  </a:lnTo>
                  <a:lnTo>
                    <a:pt x="641" y="174607"/>
                  </a:lnTo>
                  <a:lnTo>
                    <a:pt x="1059" y="173940"/>
                  </a:lnTo>
                  <a:lnTo>
                    <a:pt x="1584" y="173274"/>
                  </a:lnTo>
                  <a:lnTo>
                    <a:pt x="2242" y="172608"/>
                  </a:lnTo>
                  <a:lnTo>
                    <a:pt x="2956" y="171941"/>
                  </a:lnTo>
                  <a:lnTo>
                    <a:pt x="3844" y="171275"/>
                  </a:lnTo>
                  <a:lnTo>
                    <a:pt x="4793" y="170608"/>
                  </a:lnTo>
                  <a:lnTo>
                    <a:pt x="5859" y="169942"/>
                  </a:lnTo>
                  <a:lnTo>
                    <a:pt x="7037" y="169275"/>
                  </a:lnTo>
                  <a:lnTo>
                    <a:pt x="8276" y="168609"/>
                  </a:lnTo>
                  <a:lnTo>
                    <a:pt x="9677" y="167942"/>
                  </a:lnTo>
                  <a:lnTo>
                    <a:pt x="11129" y="167276"/>
                  </a:lnTo>
                  <a:lnTo>
                    <a:pt x="12698" y="166610"/>
                  </a:lnTo>
                  <a:lnTo>
                    <a:pt x="14359" y="165943"/>
                  </a:lnTo>
                  <a:lnTo>
                    <a:pt x="16085" y="165277"/>
                  </a:lnTo>
                  <a:lnTo>
                    <a:pt x="17944" y="164610"/>
                  </a:lnTo>
                  <a:lnTo>
                    <a:pt x="19848" y="163944"/>
                  </a:lnTo>
                  <a:lnTo>
                    <a:pt x="21863" y="163277"/>
                  </a:lnTo>
                  <a:lnTo>
                    <a:pt x="23947" y="162611"/>
                  </a:lnTo>
                  <a:lnTo>
                    <a:pt x="26094" y="161944"/>
                  </a:lnTo>
                  <a:lnTo>
                    <a:pt x="28342" y="161278"/>
                  </a:lnTo>
                  <a:lnTo>
                    <a:pt x="30628" y="160612"/>
                  </a:lnTo>
                  <a:lnTo>
                    <a:pt x="33010" y="159945"/>
                  </a:lnTo>
                  <a:lnTo>
                    <a:pt x="35438" y="159279"/>
                  </a:lnTo>
                  <a:lnTo>
                    <a:pt x="37922" y="158612"/>
                  </a:lnTo>
                  <a:lnTo>
                    <a:pt x="40476" y="157946"/>
                  </a:lnTo>
                  <a:lnTo>
                    <a:pt x="43057" y="157279"/>
                  </a:lnTo>
                  <a:lnTo>
                    <a:pt x="45711" y="156613"/>
                  </a:lnTo>
                  <a:lnTo>
                    <a:pt x="48392" y="155947"/>
                  </a:lnTo>
                  <a:lnTo>
                    <a:pt x="51115" y="155280"/>
                  </a:lnTo>
                  <a:lnTo>
                    <a:pt x="53876" y="154614"/>
                  </a:lnTo>
                  <a:lnTo>
                    <a:pt x="56654" y="153947"/>
                  </a:lnTo>
                  <a:lnTo>
                    <a:pt x="59476" y="153281"/>
                  </a:lnTo>
                  <a:lnTo>
                    <a:pt x="62308" y="152614"/>
                  </a:lnTo>
                  <a:lnTo>
                    <a:pt x="65161" y="151948"/>
                  </a:lnTo>
                  <a:lnTo>
                    <a:pt x="68026" y="151281"/>
                  </a:lnTo>
                  <a:lnTo>
                    <a:pt x="70899" y="150615"/>
                  </a:lnTo>
                  <a:lnTo>
                    <a:pt x="73777" y="149949"/>
                  </a:lnTo>
                  <a:lnTo>
                    <a:pt x="76655" y="149282"/>
                  </a:lnTo>
                  <a:lnTo>
                    <a:pt x="79528" y="148616"/>
                  </a:lnTo>
                  <a:lnTo>
                    <a:pt x="82391" y="147949"/>
                  </a:lnTo>
                  <a:lnTo>
                    <a:pt x="85247" y="147283"/>
                  </a:lnTo>
                  <a:lnTo>
                    <a:pt x="88077" y="146616"/>
                  </a:lnTo>
                  <a:lnTo>
                    <a:pt x="90896" y="145950"/>
                  </a:lnTo>
                  <a:lnTo>
                    <a:pt x="92582" y="145546"/>
                  </a:lnTo>
                  <a:lnTo>
                    <a:pt x="93682" y="145283"/>
                  </a:lnTo>
                  <a:lnTo>
                    <a:pt x="96441" y="144617"/>
                  </a:lnTo>
                  <a:lnTo>
                    <a:pt x="99175" y="143951"/>
                  </a:lnTo>
                  <a:lnTo>
                    <a:pt x="101858" y="143284"/>
                  </a:lnTo>
                  <a:lnTo>
                    <a:pt x="104521" y="142618"/>
                  </a:lnTo>
                  <a:lnTo>
                    <a:pt x="107118" y="141951"/>
                  </a:lnTo>
                  <a:lnTo>
                    <a:pt x="109681" y="141285"/>
                  </a:lnTo>
                  <a:lnTo>
                    <a:pt x="112196" y="140618"/>
                  </a:lnTo>
                  <a:lnTo>
                    <a:pt x="114645" y="139952"/>
                  </a:lnTo>
                  <a:lnTo>
                    <a:pt x="117064" y="139286"/>
                  </a:lnTo>
                  <a:lnTo>
                    <a:pt x="119388" y="138619"/>
                  </a:lnTo>
                  <a:lnTo>
                    <a:pt x="121674" y="137953"/>
                  </a:lnTo>
                  <a:lnTo>
                    <a:pt x="123890" y="137286"/>
                  </a:lnTo>
                  <a:lnTo>
                    <a:pt x="126031" y="136620"/>
                  </a:lnTo>
                  <a:lnTo>
                    <a:pt x="128133" y="135953"/>
                  </a:lnTo>
                  <a:lnTo>
                    <a:pt x="130117" y="135287"/>
                  </a:lnTo>
                  <a:lnTo>
                    <a:pt x="132063" y="134620"/>
                  </a:lnTo>
                  <a:lnTo>
                    <a:pt x="133918" y="133954"/>
                  </a:lnTo>
                  <a:lnTo>
                    <a:pt x="135696" y="133288"/>
                  </a:lnTo>
                  <a:lnTo>
                    <a:pt x="137422" y="132621"/>
                  </a:lnTo>
                  <a:lnTo>
                    <a:pt x="139026" y="131955"/>
                  </a:lnTo>
                  <a:lnTo>
                    <a:pt x="140587" y="131288"/>
                  </a:lnTo>
                  <a:lnTo>
                    <a:pt x="142042" y="130622"/>
                  </a:lnTo>
                  <a:lnTo>
                    <a:pt x="143424" y="129955"/>
                  </a:lnTo>
                  <a:lnTo>
                    <a:pt x="144740" y="129289"/>
                  </a:lnTo>
                  <a:lnTo>
                    <a:pt x="145940" y="128622"/>
                  </a:lnTo>
                  <a:lnTo>
                    <a:pt x="147096" y="127956"/>
                  </a:lnTo>
                  <a:lnTo>
                    <a:pt x="148133" y="127290"/>
                  </a:lnTo>
                  <a:lnTo>
                    <a:pt x="149107" y="126623"/>
                  </a:lnTo>
                  <a:lnTo>
                    <a:pt x="150006" y="125957"/>
                  </a:lnTo>
                  <a:lnTo>
                    <a:pt x="150799" y="125290"/>
                  </a:lnTo>
                  <a:lnTo>
                    <a:pt x="151550" y="124624"/>
                  </a:lnTo>
                  <a:lnTo>
                    <a:pt x="152177" y="123957"/>
                  </a:lnTo>
                  <a:lnTo>
                    <a:pt x="152752" y="123291"/>
                  </a:lnTo>
                  <a:lnTo>
                    <a:pt x="153248" y="122624"/>
                  </a:lnTo>
                  <a:lnTo>
                    <a:pt x="153655" y="121958"/>
                  </a:lnTo>
                  <a:lnTo>
                    <a:pt x="154023" y="121292"/>
                  </a:lnTo>
                  <a:lnTo>
                    <a:pt x="154269" y="120625"/>
                  </a:lnTo>
                  <a:lnTo>
                    <a:pt x="154479" y="119959"/>
                  </a:lnTo>
                  <a:lnTo>
                    <a:pt x="154609" y="119292"/>
                  </a:lnTo>
                  <a:lnTo>
                    <a:pt x="154669" y="118626"/>
                  </a:lnTo>
                  <a:lnTo>
                    <a:pt x="154690" y="117959"/>
                  </a:lnTo>
                  <a:lnTo>
                    <a:pt x="154612" y="117293"/>
                  </a:lnTo>
                  <a:lnTo>
                    <a:pt x="154505" y="116627"/>
                  </a:lnTo>
                  <a:lnTo>
                    <a:pt x="154326" y="115960"/>
                  </a:lnTo>
                  <a:lnTo>
                    <a:pt x="154098" y="115294"/>
                  </a:lnTo>
                  <a:lnTo>
                    <a:pt x="153832" y="114627"/>
                  </a:lnTo>
                  <a:lnTo>
                    <a:pt x="153497" y="113961"/>
                  </a:lnTo>
                  <a:lnTo>
                    <a:pt x="153138" y="113294"/>
                  </a:lnTo>
                  <a:lnTo>
                    <a:pt x="152723" y="112628"/>
                  </a:lnTo>
                  <a:lnTo>
                    <a:pt x="152278" y="111961"/>
                  </a:lnTo>
                  <a:lnTo>
                    <a:pt x="151802" y="111295"/>
                  </a:lnTo>
                  <a:lnTo>
                    <a:pt x="151285" y="110629"/>
                  </a:lnTo>
                  <a:lnTo>
                    <a:pt x="150753" y="109962"/>
                  </a:lnTo>
                  <a:lnTo>
                    <a:pt x="150185" y="109296"/>
                  </a:lnTo>
                  <a:lnTo>
                    <a:pt x="149603" y="108629"/>
                  </a:lnTo>
                  <a:lnTo>
                    <a:pt x="149004" y="107963"/>
                  </a:lnTo>
                  <a:lnTo>
                    <a:pt x="148389" y="107296"/>
                  </a:lnTo>
                  <a:lnTo>
                    <a:pt x="147768" y="106630"/>
                  </a:lnTo>
                  <a:lnTo>
                    <a:pt x="147136" y="105963"/>
                  </a:lnTo>
                  <a:lnTo>
                    <a:pt x="146504" y="105297"/>
                  </a:lnTo>
                  <a:lnTo>
                    <a:pt x="145872" y="104631"/>
                  </a:lnTo>
                  <a:lnTo>
                    <a:pt x="145246" y="103964"/>
                  </a:lnTo>
                  <a:lnTo>
                    <a:pt x="144622" y="103298"/>
                  </a:lnTo>
                  <a:lnTo>
                    <a:pt x="144017" y="102631"/>
                  </a:lnTo>
                  <a:lnTo>
                    <a:pt x="143421" y="101965"/>
                  </a:lnTo>
                  <a:lnTo>
                    <a:pt x="142845" y="101298"/>
                  </a:lnTo>
                  <a:lnTo>
                    <a:pt x="142291" y="100632"/>
                  </a:lnTo>
                  <a:lnTo>
                    <a:pt x="141753" y="99966"/>
                  </a:lnTo>
                  <a:lnTo>
                    <a:pt x="141257" y="99299"/>
                  </a:lnTo>
                  <a:lnTo>
                    <a:pt x="140777" y="98633"/>
                  </a:lnTo>
                  <a:lnTo>
                    <a:pt x="140340" y="97966"/>
                  </a:lnTo>
                  <a:lnTo>
                    <a:pt x="139937" y="97300"/>
                  </a:lnTo>
                  <a:lnTo>
                    <a:pt x="139563" y="96633"/>
                  </a:lnTo>
                  <a:lnTo>
                    <a:pt x="139249" y="95967"/>
                  </a:lnTo>
                  <a:lnTo>
                    <a:pt x="138958" y="95300"/>
                  </a:lnTo>
                  <a:lnTo>
                    <a:pt x="138732" y="94634"/>
                  </a:lnTo>
                  <a:lnTo>
                    <a:pt x="138545" y="93968"/>
                  </a:lnTo>
                  <a:lnTo>
                    <a:pt x="138404" y="93301"/>
                  </a:lnTo>
                  <a:lnTo>
                    <a:pt x="138331" y="92635"/>
                  </a:lnTo>
                  <a:lnTo>
                    <a:pt x="138288" y="91968"/>
                  </a:lnTo>
                  <a:lnTo>
                    <a:pt x="138330" y="91302"/>
                  </a:lnTo>
                  <a:lnTo>
                    <a:pt x="138412" y="90635"/>
                  </a:lnTo>
                  <a:lnTo>
                    <a:pt x="138554" y="89969"/>
                  </a:lnTo>
                  <a:lnTo>
                    <a:pt x="138769" y="89302"/>
                  </a:lnTo>
                  <a:lnTo>
                    <a:pt x="139016" y="88636"/>
                  </a:lnTo>
                  <a:lnTo>
                    <a:pt x="139367" y="87970"/>
                  </a:lnTo>
                  <a:lnTo>
                    <a:pt x="139753" y="87303"/>
                  </a:lnTo>
                  <a:lnTo>
                    <a:pt x="140212" y="86637"/>
                  </a:lnTo>
                  <a:lnTo>
                    <a:pt x="140741" y="85970"/>
                  </a:lnTo>
                  <a:lnTo>
                    <a:pt x="141310" y="85304"/>
                  </a:lnTo>
                  <a:lnTo>
                    <a:pt x="141984" y="84637"/>
                  </a:lnTo>
                  <a:lnTo>
                    <a:pt x="142693" y="83971"/>
                  </a:lnTo>
                  <a:lnTo>
                    <a:pt x="143483" y="83305"/>
                  </a:lnTo>
                  <a:lnTo>
                    <a:pt x="144337" y="82638"/>
                  </a:lnTo>
                  <a:lnTo>
                    <a:pt x="145238" y="81972"/>
                  </a:lnTo>
                  <a:lnTo>
                    <a:pt x="146235" y="81305"/>
                  </a:lnTo>
                  <a:lnTo>
                    <a:pt x="147265" y="80639"/>
                  </a:lnTo>
                  <a:lnTo>
                    <a:pt x="148383" y="79972"/>
                  </a:lnTo>
                  <a:lnTo>
                    <a:pt x="149553" y="79306"/>
                  </a:lnTo>
                  <a:lnTo>
                    <a:pt x="150775" y="78639"/>
                  </a:lnTo>
                  <a:lnTo>
                    <a:pt x="152080" y="77973"/>
                  </a:lnTo>
                  <a:lnTo>
                    <a:pt x="153417" y="77307"/>
                  </a:lnTo>
                  <a:lnTo>
                    <a:pt x="154839" y="76640"/>
                  </a:lnTo>
                  <a:lnTo>
                    <a:pt x="156302" y="75974"/>
                  </a:lnTo>
                  <a:lnTo>
                    <a:pt x="157819" y="75307"/>
                  </a:lnTo>
                  <a:lnTo>
                    <a:pt x="159402" y="74641"/>
                  </a:lnTo>
                  <a:lnTo>
                    <a:pt x="161012" y="73974"/>
                  </a:lnTo>
                  <a:lnTo>
                    <a:pt x="162703" y="73308"/>
                  </a:lnTo>
                  <a:lnTo>
                    <a:pt x="164422" y="72641"/>
                  </a:lnTo>
                  <a:lnTo>
                    <a:pt x="166191" y="71975"/>
                  </a:lnTo>
                  <a:lnTo>
                    <a:pt x="168010" y="71309"/>
                  </a:lnTo>
                  <a:lnTo>
                    <a:pt x="169853" y="70642"/>
                  </a:lnTo>
                  <a:lnTo>
                    <a:pt x="171762" y="69976"/>
                  </a:lnTo>
                  <a:lnTo>
                    <a:pt x="173690" y="69309"/>
                  </a:lnTo>
                  <a:lnTo>
                    <a:pt x="175661" y="68643"/>
                  </a:lnTo>
                  <a:lnTo>
                    <a:pt x="177665" y="67976"/>
                  </a:lnTo>
                  <a:lnTo>
                    <a:pt x="179690" y="67310"/>
                  </a:lnTo>
                  <a:lnTo>
                    <a:pt x="181759" y="66644"/>
                  </a:lnTo>
                  <a:lnTo>
                    <a:pt x="183842" y="65977"/>
                  </a:lnTo>
                  <a:lnTo>
                    <a:pt x="185956" y="65311"/>
                  </a:lnTo>
                  <a:lnTo>
                    <a:pt x="188088" y="64644"/>
                  </a:lnTo>
                  <a:lnTo>
                    <a:pt x="190236" y="63978"/>
                  </a:lnTo>
                  <a:lnTo>
                    <a:pt x="192408" y="63311"/>
                  </a:lnTo>
                  <a:lnTo>
                    <a:pt x="194587" y="62645"/>
                  </a:lnTo>
                  <a:lnTo>
                    <a:pt x="196784" y="61978"/>
                  </a:lnTo>
                  <a:lnTo>
                    <a:pt x="198987" y="61312"/>
                  </a:lnTo>
                  <a:lnTo>
                    <a:pt x="201198" y="60646"/>
                  </a:lnTo>
                  <a:lnTo>
                    <a:pt x="203414" y="59979"/>
                  </a:lnTo>
                  <a:lnTo>
                    <a:pt x="205632" y="59313"/>
                  </a:lnTo>
                  <a:lnTo>
                    <a:pt x="207852" y="58646"/>
                  </a:lnTo>
                  <a:lnTo>
                    <a:pt x="210069" y="57980"/>
                  </a:lnTo>
                  <a:lnTo>
                    <a:pt x="212283" y="57313"/>
                  </a:lnTo>
                  <a:lnTo>
                    <a:pt x="214490" y="56647"/>
                  </a:lnTo>
                  <a:lnTo>
                    <a:pt x="216693" y="55980"/>
                  </a:lnTo>
                  <a:lnTo>
                    <a:pt x="218879" y="55314"/>
                  </a:lnTo>
                  <a:lnTo>
                    <a:pt x="221058" y="54648"/>
                  </a:lnTo>
                  <a:lnTo>
                    <a:pt x="223223" y="53981"/>
                  </a:lnTo>
                  <a:lnTo>
                    <a:pt x="225370" y="53315"/>
                  </a:lnTo>
                  <a:lnTo>
                    <a:pt x="227508" y="52648"/>
                  </a:lnTo>
                  <a:lnTo>
                    <a:pt x="229614" y="51982"/>
                  </a:lnTo>
                  <a:lnTo>
                    <a:pt x="231710" y="51315"/>
                  </a:lnTo>
                  <a:lnTo>
                    <a:pt x="233779" y="50649"/>
                  </a:lnTo>
                  <a:lnTo>
                    <a:pt x="235825" y="49983"/>
                  </a:lnTo>
                  <a:lnTo>
                    <a:pt x="237853" y="49316"/>
                  </a:lnTo>
                  <a:lnTo>
                    <a:pt x="239842" y="48650"/>
                  </a:lnTo>
                  <a:lnTo>
                    <a:pt x="241817" y="47983"/>
                  </a:lnTo>
                  <a:lnTo>
                    <a:pt x="243754" y="47317"/>
                  </a:lnTo>
                  <a:lnTo>
                    <a:pt x="245664" y="46650"/>
                  </a:lnTo>
                  <a:lnTo>
                    <a:pt x="247550" y="45984"/>
                  </a:lnTo>
                  <a:lnTo>
                    <a:pt x="249393" y="45317"/>
                  </a:lnTo>
                  <a:lnTo>
                    <a:pt x="251218" y="44651"/>
                  </a:lnTo>
                  <a:lnTo>
                    <a:pt x="252995" y="43985"/>
                  </a:lnTo>
                  <a:lnTo>
                    <a:pt x="254746" y="43318"/>
                  </a:lnTo>
                  <a:lnTo>
                    <a:pt x="256466" y="42652"/>
                  </a:lnTo>
                  <a:lnTo>
                    <a:pt x="258141" y="41985"/>
                  </a:lnTo>
                  <a:lnTo>
                    <a:pt x="259797" y="41319"/>
                  </a:lnTo>
                  <a:lnTo>
                    <a:pt x="261397" y="40652"/>
                  </a:lnTo>
                  <a:lnTo>
                    <a:pt x="262974" y="39986"/>
                  </a:lnTo>
                  <a:lnTo>
                    <a:pt x="264513" y="39319"/>
                  </a:lnTo>
                  <a:lnTo>
                    <a:pt x="266009" y="38653"/>
                  </a:lnTo>
                  <a:lnTo>
                    <a:pt x="267486" y="37987"/>
                  </a:lnTo>
                  <a:lnTo>
                    <a:pt x="268901" y="37320"/>
                  </a:lnTo>
                  <a:lnTo>
                    <a:pt x="270296" y="36654"/>
                  </a:lnTo>
                  <a:lnTo>
                    <a:pt x="271649" y="35987"/>
                  </a:lnTo>
                  <a:lnTo>
                    <a:pt x="272963" y="35321"/>
                  </a:lnTo>
                  <a:lnTo>
                    <a:pt x="274253" y="34654"/>
                  </a:lnTo>
                  <a:lnTo>
                    <a:pt x="275487" y="33988"/>
                  </a:lnTo>
                  <a:lnTo>
                    <a:pt x="276701" y="33322"/>
                  </a:lnTo>
                  <a:lnTo>
                    <a:pt x="277869" y="32655"/>
                  </a:lnTo>
                  <a:lnTo>
                    <a:pt x="279004" y="31989"/>
                  </a:lnTo>
                  <a:lnTo>
                    <a:pt x="280113" y="31322"/>
                  </a:lnTo>
                  <a:lnTo>
                    <a:pt x="281170" y="30656"/>
                  </a:lnTo>
                  <a:lnTo>
                    <a:pt x="282210" y="29989"/>
                  </a:lnTo>
                  <a:lnTo>
                    <a:pt x="283202" y="29323"/>
                  </a:lnTo>
                  <a:lnTo>
                    <a:pt x="284167" y="28656"/>
                  </a:lnTo>
                  <a:lnTo>
                    <a:pt x="285103" y="27990"/>
                  </a:lnTo>
                  <a:lnTo>
                    <a:pt x="285996" y="27324"/>
                  </a:lnTo>
                  <a:lnTo>
                    <a:pt x="286872" y="26657"/>
                  </a:lnTo>
                  <a:lnTo>
                    <a:pt x="287701" y="25991"/>
                  </a:lnTo>
                  <a:lnTo>
                    <a:pt x="288509" y="25324"/>
                  </a:lnTo>
                  <a:lnTo>
                    <a:pt x="289286" y="24658"/>
                  </a:lnTo>
                  <a:lnTo>
                    <a:pt x="290028" y="23991"/>
                  </a:lnTo>
                  <a:lnTo>
                    <a:pt x="290755" y="23325"/>
                  </a:lnTo>
                  <a:lnTo>
                    <a:pt x="291436" y="22658"/>
                  </a:lnTo>
                  <a:lnTo>
                    <a:pt x="292102" y="21992"/>
                  </a:lnTo>
                  <a:lnTo>
                    <a:pt x="292737" y="21326"/>
                  </a:lnTo>
                  <a:lnTo>
                    <a:pt x="293345" y="20659"/>
                  </a:lnTo>
                  <a:lnTo>
                    <a:pt x="293937" y="19993"/>
                  </a:lnTo>
                  <a:lnTo>
                    <a:pt x="294489" y="19326"/>
                  </a:lnTo>
                  <a:lnTo>
                    <a:pt x="295030" y="18660"/>
                  </a:lnTo>
                  <a:lnTo>
                    <a:pt x="295541" y="17993"/>
                  </a:lnTo>
                  <a:lnTo>
                    <a:pt x="296031" y="17327"/>
                  </a:lnTo>
                  <a:lnTo>
                    <a:pt x="296505" y="16661"/>
                  </a:lnTo>
                  <a:lnTo>
                    <a:pt x="296947" y="15994"/>
                  </a:lnTo>
                  <a:lnTo>
                    <a:pt x="297379" y="15328"/>
                  </a:lnTo>
                  <a:lnTo>
                    <a:pt x="297785" y="14661"/>
                  </a:lnTo>
                  <a:lnTo>
                    <a:pt x="298174" y="13995"/>
                  </a:lnTo>
                  <a:lnTo>
                    <a:pt x="298547" y="13328"/>
                  </a:lnTo>
                  <a:lnTo>
                    <a:pt x="298897" y="12662"/>
                  </a:lnTo>
                  <a:lnTo>
                    <a:pt x="299237" y="11995"/>
                  </a:lnTo>
                  <a:lnTo>
                    <a:pt x="299553" y="11329"/>
                  </a:lnTo>
                  <a:lnTo>
                    <a:pt x="299857" y="10663"/>
                  </a:lnTo>
                  <a:lnTo>
                    <a:pt x="300148" y="9996"/>
                  </a:lnTo>
                  <a:lnTo>
                    <a:pt x="300419" y="9330"/>
                  </a:lnTo>
                  <a:lnTo>
                    <a:pt x="300683" y="8663"/>
                  </a:lnTo>
                  <a:lnTo>
                    <a:pt x="300926" y="7997"/>
                  </a:lnTo>
                  <a:lnTo>
                    <a:pt x="301161" y="7330"/>
                  </a:lnTo>
                  <a:lnTo>
                    <a:pt x="301383" y="6664"/>
                  </a:lnTo>
                  <a:lnTo>
                    <a:pt x="301591" y="5997"/>
                  </a:lnTo>
                  <a:lnTo>
                    <a:pt x="301794" y="5331"/>
                  </a:lnTo>
                  <a:lnTo>
                    <a:pt x="301977" y="4665"/>
                  </a:lnTo>
                  <a:lnTo>
                    <a:pt x="302156" y="3998"/>
                  </a:lnTo>
                  <a:lnTo>
                    <a:pt x="302323" y="3332"/>
                  </a:lnTo>
                  <a:lnTo>
                    <a:pt x="302481" y="2665"/>
                  </a:lnTo>
                  <a:lnTo>
                    <a:pt x="302632" y="1999"/>
                  </a:lnTo>
                  <a:lnTo>
                    <a:pt x="302770" y="1332"/>
                  </a:lnTo>
                  <a:lnTo>
                    <a:pt x="302904" y="666"/>
                  </a:lnTo>
                  <a:lnTo>
                    <a:pt x="303028" y="0"/>
                  </a:lnTo>
                  <a:lnTo>
                    <a:pt x="306586" y="0"/>
                  </a:lnTo>
                  <a:lnTo>
                    <a:pt x="306710" y="666"/>
                  </a:lnTo>
                  <a:lnTo>
                    <a:pt x="306844" y="1332"/>
                  </a:lnTo>
                  <a:lnTo>
                    <a:pt x="306982" y="1999"/>
                  </a:lnTo>
                  <a:lnTo>
                    <a:pt x="307134" y="2665"/>
                  </a:lnTo>
                  <a:lnTo>
                    <a:pt x="307291" y="3332"/>
                  </a:lnTo>
                  <a:lnTo>
                    <a:pt x="307458" y="3998"/>
                  </a:lnTo>
                  <a:lnTo>
                    <a:pt x="307637" y="4665"/>
                  </a:lnTo>
                  <a:lnTo>
                    <a:pt x="307821" y="5331"/>
                  </a:lnTo>
                  <a:lnTo>
                    <a:pt x="308023" y="5997"/>
                  </a:lnTo>
                  <a:lnTo>
                    <a:pt x="308231" y="6664"/>
                  </a:lnTo>
                  <a:lnTo>
                    <a:pt x="308453" y="7330"/>
                  </a:lnTo>
                  <a:lnTo>
                    <a:pt x="308688" y="7997"/>
                  </a:lnTo>
                  <a:lnTo>
                    <a:pt x="308931" y="8663"/>
                  </a:lnTo>
                  <a:lnTo>
                    <a:pt x="309195" y="9330"/>
                  </a:lnTo>
                  <a:lnTo>
                    <a:pt x="309467" y="9996"/>
                  </a:lnTo>
                  <a:lnTo>
                    <a:pt x="309757" y="10663"/>
                  </a:lnTo>
                  <a:lnTo>
                    <a:pt x="310061" y="11329"/>
                  </a:lnTo>
                  <a:lnTo>
                    <a:pt x="310378" y="11995"/>
                  </a:lnTo>
                  <a:lnTo>
                    <a:pt x="310718" y="12662"/>
                  </a:lnTo>
                  <a:lnTo>
                    <a:pt x="311067" y="13328"/>
                  </a:lnTo>
                  <a:lnTo>
                    <a:pt x="311441" y="13995"/>
                  </a:lnTo>
                  <a:lnTo>
                    <a:pt x="311830" y="14661"/>
                  </a:lnTo>
                  <a:lnTo>
                    <a:pt x="312235" y="15328"/>
                  </a:lnTo>
                  <a:lnTo>
                    <a:pt x="312667" y="15994"/>
                  </a:lnTo>
                  <a:lnTo>
                    <a:pt x="313109" y="16661"/>
                  </a:lnTo>
                  <a:lnTo>
                    <a:pt x="313583" y="17327"/>
                  </a:lnTo>
                  <a:lnTo>
                    <a:pt x="314073" y="17993"/>
                  </a:lnTo>
                  <a:lnTo>
                    <a:pt x="314585" y="18660"/>
                  </a:lnTo>
                  <a:lnTo>
                    <a:pt x="315125" y="19326"/>
                  </a:lnTo>
                  <a:lnTo>
                    <a:pt x="315677" y="19993"/>
                  </a:lnTo>
                  <a:lnTo>
                    <a:pt x="316270" y="20659"/>
                  </a:lnTo>
                  <a:lnTo>
                    <a:pt x="316877" y="21326"/>
                  </a:lnTo>
                  <a:lnTo>
                    <a:pt x="317513" y="21992"/>
                  </a:lnTo>
                  <a:lnTo>
                    <a:pt x="318178" y="22658"/>
                  </a:lnTo>
                  <a:lnTo>
                    <a:pt x="318859" y="23325"/>
                  </a:lnTo>
                  <a:lnTo>
                    <a:pt x="319586" y="23991"/>
                  </a:lnTo>
                  <a:lnTo>
                    <a:pt x="320328" y="24658"/>
                  </a:lnTo>
                  <a:lnTo>
                    <a:pt x="321106" y="25324"/>
                  </a:lnTo>
                  <a:lnTo>
                    <a:pt x="321913" y="25991"/>
                  </a:lnTo>
                  <a:lnTo>
                    <a:pt x="322742" y="26657"/>
                  </a:lnTo>
                  <a:lnTo>
                    <a:pt x="323618" y="27324"/>
                  </a:lnTo>
                  <a:lnTo>
                    <a:pt x="324511" y="27990"/>
                  </a:lnTo>
                  <a:lnTo>
                    <a:pt x="325447" y="28656"/>
                  </a:lnTo>
                  <a:lnTo>
                    <a:pt x="326412" y="29323"/>
                  </a:lnTo>
                  <a:lnTo>
                    <a:pt x="327404" y="29989"/>
                  </a:lnTo>
                  <a:lnTo>
                    <a:pt x="328444" y="30656"/>
                  </a:lnTo>
                  <a:lnTo>
                    <a:pt x="329502" y="31322"/>
                  </a:lnTo>
                  <a:lnTo>
                    <a:pt x="330610" y="31989"/>
                  </a:lnTo>
                  <a:lnTo>
                    <a:pt x="331745" y="32655"/>
                  </a:lnTo>
                  <a:lnTo>
                    <a:pt x="332913" y="33322"/>
                  </a:lnTo>
                  <a:lnTo>
                    <a:pt x="334128" y="33988"/>
                  </a:lnTo>
                  <a:lnTo>
                    <a:pt x="335361" y="34654"/>
                  </a:lnTo>
                  <a:lnTo>
                    <a:pt x="336651" y="35321"/>
                  </a:lnTo>
                  <a:lnTo>
                    <a:pt x="337966" y="35987"/>
                  </a:lnTo>
                  <a:lnTo>
                    <a:pt x="339318" y="36654"/>
                  </a:lnTo>
                  <a:lnTo>
                    <a:pt x="340713" y="37320"/>
                  </a:lnTo>
                  <a:lnTo>
                    <a:pt x="342128" y="37987"/>
                  </a:lnTo>
                  <a:lnTo>
                    <a:pt x="343605" y="38653"/>
                  </a:lnTo>
                  <a:lnTo>
                    <a:pt x="345101" y="39319"/>
                  </a:lnTo>
                  <a:lnTo>
                    <a:pt x="346640" y="39986"/>
                  </a:lnTo>
                  <a:lnTo>
                    <a:pt x="348217" y="40652"/>
                  </a:lnTo>
                  <a:lnTo>
                    <a:pt x="349817" y="41319"/>
                  </a:lnTo>
                  <a:lnTo>
                    <a:pt x="351474" y="41985"/>
                  </a:lnTo>
                  <a:lnTo>
                    <a:pt x="353148" y="42652"/>
                  </a:lnTo>
                  <a:lnTo>
                    <a:pt x="354868" y="43318"/>
                  </a:lnTo>
                  <a:lnTo>
                    <a:pt x="356619" y="43985"/>
                  </a:lnTo>
                  <a:lnTo>
                    <a:pt x="358396" y="44651"/>
                  </a:lnTo>
                  <a:lnTo>
                    <a:pt x="360222" y="45317"/>
                  </a:lnTo>
                  <a:lnTo>
                    <a:pt x="362064" y="45984"/>
                  </a:lnTo>
                  <a:lnTo>
                    <a:pt x="363950" y="46650"/>
                  </a:lnTo>
                  <a:lnTo>
                    <a:pt x="365861" y="47317"/>
                  </a:lnTo>
                  <a:lnTo>
                    <a:pt x="367797" y="47983"/>
                  </a:lnTo>
                  <a:lnTo>
                    <a:pt x="369772" y="48650"/>
                  </a:lnTo>
                  <a:lnTo>
                    <a:pt x="371761" y="49316"/>
                  </a:lnTo>
                  <a:lnTo>
                    <a:pt x="373790" y="49983"/>
                  </a:lnTo>
                  <a:lnTo>
                    <a:pt x="375835" y="50649"/>
                  </a:lnTo>
                  <a:lnTo>
                    <a:pt x="377904" y="51315"/>
                  </a:lnTo>
                  <a:lnTo>
                    <a:pt x="380000" y="51982"/>
                  </a:lnTo>
                  <a:lnTo>
                    <a:pt x="382107" y="52648"/>
                  </a:lnTo>
                  <a:lnTo>
                    <a:pt x="384244" y="53315"/>
                  </a:lnTo>
                  <a:lnTo>
                    <a:pt x="386391" y="53981"/>
                  </a:lnTo>
                  <a:lnTo>
                    <a:pt x="388556" y="54648"/>
                  </a:lnTo>
                  <a:lnTo>
                    <a:pt x="390735" y="55314"/>
                  </a:lnTo>
                  <a:lnTo>
                    <a:pt x="392922" y="55980"/>
                  </a:lnTo>
                  <a:lnTo>
                    <a:pt x="395125" y="56647"/>
                  </a:lnTo>
                  <a:lnTo>
                    <a:pt x="397331" y="57313"/>
                  </a:lnTo>
                  <a:lnTo>
                    <a:pt x="399545" y="57980"/>
                  </a:lnTo>
                  <a:lnTo>
                    <a:pt x="401763" y="58646"/>
                  </a:lnTo>
                  <a:lnTo>
                    <a:pt x="403982" y="59313"/>
                  </a:lnTo>
                  <a:lnTo>
                    <a:pt x="406200" y="59979"/>
                  </a:lnTo>
                  <a:lnTo>
                    <a:pt x="408417" y="60646"/>
                  </a:lnTo>
                  <a:lnTo>
                    <a:pt x="410627" y="61312"/>
                  </a:lnTo>
                  <a:lnTo>
                    <a:pt x="412831" y="61978"/>
                  </a:lnTo>
                  <a:lnTo>
                    <a:pt x="415027" y="62645"/>
                  </a:lnTo>
                  <a:lnTo>
                    <a:pt x="417206" y="63311"/>
                  </a:lnTo>
                  <a:lnTo>
                    <a:pt x="419378" y="63978"/>
                  </a:lnTo>
                  <a:lnTo>
                    <a:pt x="421526" y="64644"/>
                  </a:lnTo>
                  <a:lnTo>
                    <a:pt x="423659" y="65311"/>
                  </a:lnTo>
                  <a:lnTo>
                    <a:pt x="425773" y="65977"/>
                  </a:lnTo>
                  <a:lnTo>
                    <a:pt x="427855" y="66644"/>
                  </a:lnTo>
                  <a:lnTo>
                    <a:pt x="429924" y="67310"/>
                  </a:lnTo>
                  <a:lnTo>
                    <a:pt x="431949" y="67976"/>
                  </a:lnTo>
                  <a:lnTo>
                    <a:pt x="433953" y="68643"/>
                  </a:lnTo>
                  <a:lnTo>
                    <a:pt x="435924" y="69309"/>
                  </a:lnTo>
                  <a:lnTo>
                    <a:pt x="437852" y="69976"/>
                  </a:lnTo>
                  <a:lnTo>
                    <a:pt x="439761" y="70642"/>
                  </a:lnTo>
                  <a:lnTo>
                    <a:pt x="441604" y="71309"/>
                  </a:lnTo>
                  <a:lnTo>
                    <a:pt x="443423" y="71975"/>
                  </a:lnTo>
                  <a:lnTo>
                    <a:pt x="445192" y="72641"/>
                  </a:lnTo>
                  <a:lnTo>
                    <a:pt x="446912" y="73308"/>
                  </a:lnTo>
                  <a:lnTo>
                    <a:pt x="448602" y="73974"/>
                  </a:lnTo>
                  <a:lnTo>
                    <a:pt x="450213" y="74641"/>
                  </a:lnTo>
                  <a:lnTo>
                    <a:pt x="451796" y="75307"/>
                  </a:lnTo>
                  <a:lnTo>
                    <a:pt x="453312" y="75974"/>
                  </a:lnTo>
                  <a:lnTo>
                    <a:pt x="454775" y="76640"/>
                  </a:lnTo>
                  <a:lnTo>
                    <a:pt x="456198" y="77307"/>
                  </a:lnTo>
                  <a:lnTo>
                    <a:pt x="457534" y="77973"/>
                  </a:lnTo>
                  <a:lnTo>
                    <a:pt x="458839" y="78639"/>
                  </a:lnTo>
                  <a:lnTo>
                    <a:pt x="460061" y="79306"/>
                  </a:lnTo>
                  <a:lnTo>
                    <a:pt x="461232" y="79972"/>
                  </a:lnTo>
                  <a:lnTo>
                    <a:pt x="462349" y="80639"/>
                  </a:lnTo>
                  <a:lnTo>
                    <a:pt x="463380" y="81305"/>
                  </a:lnTo>
                  <a:lnTo>
                    <a:pt x="464377" y="81972"/>
                  </a:lnTo>
                  <a:lnTo>
                    <a:pt x="465278" y="82638"/>
                  </a:lnTo>
                  <a:lnTo>
                    <a:pt x="466131" y="83305"/>
                  </a:lnTo>
                  <a:lnTo>
                    <a:pt x="466922" y="83971"/>
                  </a:lnTo>
                  <a:lnTo>
                    <a:pt x="467630" y="84637"/>
                  </a:lnTo>
                  <a:lnTo>
                    <a:pt x="468304" y="85304"/>
                  </a:lnTo>
                  <a:lnTo>
                    <a:pt x="468873" y="85970"/>
                  </a:lnTo>
                  <a:lnTo>
                    <a:pt x="469402" y="86637"/>
                  </a:lnTo>
                  <a:lnTo>
                    <a:pt x="469861" y="87303"/>
                  </a:lnTo>
                  <a:lnTo>
                    <a:pt x="470248" y="87970"/>
                  </a:lnTo>
                  <a:lnTo>
                    <a:pt x="470598" y="88636"/>
                  </a:lnTo>
                  <a:lnTo>
                    <a:pt x="470845" y="89302"/>
                  </a:lnTo>
                  <a:lnTo>
                    <a:pt x="471060" y="89969"/>
                  </a:lnTo>
                  <a:lnTo>
                    <a:pt x="471202" y="90635"/>
                  </a:lnTo>
                  <a:lnTo>
                    <a:pt x="471284" y="91302"/>
                  </a:lnTo>
                  <a:lnTo>
                    <a:pt x="471327" y="91968"/>
                  </a:lnTo>
                  <a:lnTo>
                    <a:pt x="471283" y="92635"/>
                  </a:lnTo>
                  <a:lnTo>
                    <a:pt x="471211" y="93301"/>
                  </a:lnTo>
                  <a:lnTo>
                    <a:pt x="471069" y="93968"/>
                  </a:lnTo>
                  <a:lnTo>
                    <a:pt x="470882" y="94634"/>
                  </a:lnTo>
                  <a:lnTo>
                    <a:pt x="470656" y="95300"/>
                  </a:lnTo>
                  <a:lnTo>
                    <a:pt x="470365" y="95967"/>
                  </a:lnTo>
                  <a:lnTo>
                    <a:pt x="470051" y="96633"/>
                  </a:lnTo>
                  <a:lnTo>
                    <a:pt x="469677" y="97300"/>
                  </a:lnTo>
                  <a:lnTo>
                    <a:pt x="469274" y="97966"/>
                  </a:lnTo>
                  <a:lnTo>
                    <a:pt x="468837" y="98633"/>
                  </a:lnTo>
                  <a:lnTo>
                    <a:pt x="468357" y="99299"/>
                  </a:lnTo>
                  <a:lnTo>
                    <a:pt x="467861" y="99966"/>
                  </a:lnTo>
                  <a:lnTo>
                    <a:pt x="467323" y="100632"/>
                  </a:lnTo>
                  <a:lnTo>
                    <a:pt x="466769" y="101298"/>
                  </a:lnTo>
                  <a:lnTo>
                    <a:pt x="466193" y="101965"/>
                  </a:lnTo>
                  <a:lnTo>
                    <a:pt x="465597" y="102631"/>
                  </a:lnTo>
                  <a:lnTo>
                    <a:pt x="464992" y="103298"/>
                  </a:lnTo>
                  <a:lnTo>
                    <a:pt x="464369" y="103964"/>
                  </a:lnTo>
                  <a:lnTo>
                    <a:pt x="463742" y="104631"/>
                  </a:lnTo>
                  <a:lnTo>
                    <a:pt x="463110" y="105297"/>
                  </a:lnTo>
                  <a:lnTo>
                    <a:pt x="462478" y="105963"/>
                  </a:lnTo>
                  <a:lnTo>
                    <a:pt x="461847" y="106630"/>
                  </a:lnTo>
                  <a:lnTo>
                    <a:pt x="461226" y="107296"/>
                  </a:lnTo>
                  <a:lnTo>
                    <a:pt x="460611" y="107963"/>
                  </a:lnTo>
                  <a:lnTo>
                    <a:pt x="460011" y="108629"/>
                  </a:lnTo>
                  <a:lnTo>
                    <a:pt x="459430" y="109296"/>
                  </a:lnTo>
                  <a:lnTo>
                    <a:pt x="458861" y="109962"/>
                  </a:lnTo>
                  <a:lnTo>
                    <a:pt x="458330" y="110629"/>
                  </a:lnTo>
                  <a:lnTo>
                    <a:pt x="457812" y="111295"/>
                  </a:lnTo>
                  <a:lnTo>
                    <a:pt x="457336" y="111961"/>
                  </a:lnTo>
                  <a:lnTo>
                    <a:pt x="456891" y="112628"/>
                  </a:lnTo>
                  <a:lnTo>
                    <a:pt x="456476" y="113294"/>
                  </a:lnTo>
                  <a:lnTo>
                    <a:pt x="456118" y="113961"/>
                  </a:lnTo>
                  <a:lnTo>
                    <a:pt x="455782" y="114627"/>
                  </a:lnTo>
                  <a:lnTo>
                    <a:pt x="455516" y="115294"/>
                  </a:lnTo>
                  <a:lnTo>
                    <a:pt x="455288" y="115960"/>
                  </a:lnTo>
                  <a:lnTo>
                    <a:pt x="455109" y="116627"/>
                  </a:lnTo>
                  <a:lnTo>
                    <a:pt x="455002" y="117293"/>
                  </a:lnTo>
                  <a:lnTo>
                    <a:pt x="454925" y="117959"/>
                  </a:lnTo>
                  <a:lnTo>
                    <a:pt x="454945" y="118626"/>
                  </a:lnTo>
                  <a:lnTo>
                    <a:pt x="455005" y="119292"/>
                  </a:lnTo>
                  <a:lnTo>
                    <a:pt x="455136" y="119959"/>
                  </a:lnTo>
                  <a:lnTo>
                    <a:pt x="455345" y="120625"/>
                  </a:lnTo>
                  <a:lnTo>
                    <a:pt x="455592" y="121292"/>
                  </a:lnTo>
                  <a:lnTo>
                    <a:pt x="455959" y="121958"/>
                  </a:lnTo>
                  <a:lnTo>
                    <a:pt x="456366" y="122624"/>
                  </a:lnTo>
                  <a:lnTo>
                    <a:pt x="456862" y="123291"/>
                  </a:lnTo>
                  <a:lnTo>
                    <a:pt x="457438" y="123957"/>
                  </a:lnTo>
                  <a:lnTo>
                    <a:pt x="458065" y="124624"/>
                  </a:lnTo>
                  <a:lnTo>
                    <a:pt x="458816" y="125290"/>
                  </a:lnTo>
                  <a:lnTo>
                    <a:pt x="459609" y="125957"/>
                  </a:lnTo>
                  <a:lnTo>
                    <a:pt x="460507" y="126623"/>
                  </a:lnTo>
                  <a:lnTo>
                    <a:pt x="461481" y="127290"/>
                  </a:lnTo>
                  <a:lnTo>
                    <a:pt x="462518" y="127956"/>
                  </a:lnTo>
                  <a:lnTo>
                    <a:pt x="463675" y="128622"/>
                  </a:lnTo>
                  <a:lnTo>
                    <a:pt x="464874" y="129289"/>
                  </a:lnTo>
                  <a:lnTo>
                    <a:pt x="466190" y="129955"/>
                  </a:lnTo>
                  <a:lnTo>
                    <a:pt x="467572" y="130622"/>
                  </a:lnTo>
                  <a:lnTo>
                    <a:pt x="469027" y="131288"/>
                  </a:lnTo>
                  <a:lnTo>
                    <a:pt x="470589" y="131955"/>
                  </a:lnTo>
                  <a:lnTo>
                    <a:pt x="472193" y="132621"/>
                  </a:lnTo>
                  <a:lnTo>
                    <a:pt x="473918" y="133288"/>
                  </a:lnTo>
                  <a:lnTo>
                    <a:pt x="475696" y="133954"/>
                  </a:lnTo>
                  <a:lnTo>
                    <a:pt x="477551" y="134620"/>
                  </a:lnTo>
                  <a:lnTo>
                    <a:pt x="479497" y="135287"/>
                  </a:lnTo>
                  <a:lnTo>
                    <a:pt x="481482" y="135953"/>
                  </a:lnTo>
                  <a:lnTo>
                    <a:pt x="483584" y="136620"/>
                  </a:lnTo>
                  <a:lnTo>
                    <a:pt x="485724" y="137286"/>
                  </a:lnTo>
                  <a:lnTo>
                    <a:pt x="487940" y="137953"/>
                  </a:lnTo>
                  <a:lnTo>
                    <a:pt x="490226" y="138619"/>
                  </a:lnTo>
                  <a:lnTo>
                    <a:pt x="492550" y="139286"/>
                  </a:lnTo>
                  <a:lnTo>
                    <a:pt x="494970" y="139952"/>
                  </a:lnTo>
                  <a:lnTo>
                    <a:pt x="497418" y="140618"/>
                  </a:lnTo>
                  <a:lnTo>
                    <a:pt x="499933" y="141285"/>
                  </a:lnTo>
                  <a:lnTo>
                    <a:pt x="502496" y="141951"/>
                  </a:lnTo>
                  <a:lnTo>
                    <a:pt x="505094" y="142618"/>
                  </a:lnTo>
                  <a:lnTo>
                    <a:pt x="507756" y="143284"/>
                  </a:lnTo>
                  <a:lnTo>
                    <a:pt x="510440" y="143951"/>
                  </a:lnTo>
                  <a:lnTo>
                    <a:pt x="513173" y="144617"/>
                  </a:lnTo>
                  <a:lnTo>
                    <a:pt x="515933" y="145283"/>
                  </a:lnTo>
                  <a:lnTo>
                    <a:pt x="517032" y="145546"/>
                  </a:lnTo>
                  <a:lnTo>
                    <a:pt x="518718" y="145950"/>
                  </a:lnTo>
                  <a:lnTo>
                    <a:pt x="521537" y="146616"/>
                  </a:lnTo>
                  <a:lnTo>
                    <a:pt x="524367" y="147283"/>
                  </a:lnTo>
                  <a:lnTo>
                    <a:pt x="527223" y="147949"/>
                  </a:lnTo>
                  <a:lnTo>
                    <a:pt x="530086" y="148616"/>
                  </a:lnTo>
                  <a:lnTo>
                    <a:pt x="532960" y="149282"/>
                  </a:lnTo>
                  <a:lnTo>
                    <a:pt x="535837" y="149949"/>
                  </a:lnTo>
                  <a:lnTo>
                    <a:pt x="538716" y="150615"/>
                  </a:lnTo>
                  <a:lnTo>
                    <a:pt x="541588" y="151281"/>
                  </a:lnTo>
                  <a:lnTo>
                    <a:pt x="544453" y="151948"/>
                  </a:lnTo>
                  <a:lnTo>
                    <a:pt x="547306" y="152614"/>
                  </a:lnTo>
                  <a:lnTo>
                    <a:pt x="550138" y="153281"/>
                  </a:lnTo>
                  <a:lnTo>
                    <a:pt x="552960" y="153947"/>
                  </a:lnTo>
                  <a:lnTo>
                    <a:pt x="555739" y="154614"/>
                  </a:lnTo>
                  <a:lnTo>
                    <a:pt x="558500" y="155280"/>
                  </a:lnTo>
                  <a:lnTo>
                    <a:pt x="561222" y="155947"/>
                  </a:lnTo>
                  <a:lnTo>
                    <a:pt x="563903" y="156613"/>
                  </a:lnTo>
                  <a:lnTo>
                    <a:pt x="566558" y="157279"/>
                  </a:lnTo>
                  <a:lnTo>
                    <a:pt x="569138" y="157946"/>
                  </a:lnTo>
                  <a:lnTo>
                    <a:pt x="571692" y="158612"/>
                  </a:lnTo>
                  <a:lnTo>
                    <a:pt x="574176" y="159279"/>
                  </a:lnTo>
                  <a:lnTo>
                    <a:pt x="576604" y="159945"/>
                  </a:lnTo>
                  <a:lnTo>
                    <a:pt x="578986" y="160612"/>
                  </a:lnTo>
                  <a:lnTo>
                    <a:pt x="581272" y="161278"/>
                  </a:lnTo>
                  <a:lnTo>
                    <a:pt x="583521" y="161944"/>
                  </a:lnTo>
                  <a:lnTo>
                    <a:pt x="585668" y="162611"/>
                  </a:lnTo>
                  <a:lnTo>
                    <a:pt x="587751" y="163277"/>
                  </a:lnTo>
                  <a:lnTo>
                    <a:pt x="589767" y="163944"/>
                  </a:lnTo>
                  <a:lnTo>
                    <a:pt x="591670" y="164610"/>
                  </a:lnTo>
                  <a:lnTo>
                    <a:pt x="593529" y="165277"/>
                  </a:lnTo>
                  <a:lnTo>
                    <a:pt x="595255" y="165943"/>
                  </a:lnTo>
                  <a:lnTo>
                    <a:pt x="596916" y="166610"/>
                  </a:lnTo>
                  <a:lnTo>
                    <a:pt x="598486" y="167276"/>
                  </a:lnTo>
                  <a:lnTo>
                    <a:pt x="599937" y="167942"/>
                  </a:lnTo>
                  <a:lnTo>
                    <a:pt x="601339" y="168609"/>
                  </a:lnTo>
                  <a:lnTo>
                    <a:pt x="602577" y="169275"/>
                  </a:lnTo>
                  <a:lnTo>
                    <a:pt x="603756" y="169942"/>
                  </a:lnTo>
                  <a:lnTo>
                    <a:pt x="604821" y="170608"/>
                  </a:lnTo>
                  <a:lnTo>
                    <a:pt x="605770" y="171275"/>
                  </a:lnTo>
                  <a:lnTo>
                    <a:pt x="606658" y="171941"/>
                  </a:lnTo>
                  <a:lnTo>
                    <a:pt x="607372" y="172608"/>
                  </a:lnTo>
                  <a:lnTo>
                    <a:pt x="608030" y="173274"/>
                  </a:lnTo>
                  <a:lnTo>
                    <a:pt x="608556" y="173940"/>
                  </a:lnTo>
                  <a:lnTo>
                    <a:pt x="608974" y="174607"/>
                  </a:lnTo>
                  <a:lnTo>
                    <a:pt x="609316" y="175273"/>
                  </a:lnTo>
                  <a:lnTo>
                    <a:pt x="609441" y="175740"/>
                  </a:lnTo>
                  <a:lnTo>
                    <a:pt x="609494" y="175940"/>
                  </a:lnTo>
                  <a:lnTo>
                    <a:pt x="609615" y="176606"/>
                  </a:lnTo>
                  <a:lnTo>
                    <a:pt x="609591" y="177273"/>
                  </a:lnTo>
                  <a:lnTo>
                    <a:pt x="609473" y="177939"/>
                  </a:lnTo>
                  <a:lnTo>
                    <a:pt x="609269" y="178605"/>
                  </a:lnTo>
                  <a:lnTo>
                    <a:pt x="608916" y="179272"/>
                  </a:lnTo>
                  <a:lnTo>
                    <a:pt x="608509" y="179938"/>
                  </a:lnTo>
                  <a:lnTo>
                    <a:pt x="607952" y="180605"/>
                  </a:lnTo>
                  <a:lnTo>
                    <a:pt x="607317" y="181271"/>
                  </a:lnTo>
                  <a:lnTo>
                    <a:pt x="606590" y="181938"/>
                  </a:lnTo>
                  <a:lnTo>
                    <a:pt x="605737" y="182604"/>
                  </a:lnTo>
                  <a:lnTo>
                    <a:pt x="604833" y="183271"/>
                  </a:lnTo>
                  <a:lnTo>
                    <a:pt x="603782" y="183937"/>
                  </a:lnTo>
                  <a:lnTo>
                    <a:pt x="602673" y="184603"/>
                  </a:lnTo>
                  <a:lnTo>
                    <a:pt x="601470" y="185270"/>
                  </a:lnTo>
                  <a:lnTo>
                    <a:pt x="600168" y="185936"/>
                  </a:lnTo>
                  <a:lnTo>
                    <a:pt x="598821" y="186603"/>
                  </a:lnTo>
                  <a:lnTo>
                    <a:pt x="597339" y="187269"/>
                  </a:lnTo>
                  <a:lnTo>
                    <a:pt x="595817" y="187936"/>
                  </a:lnTo>
                  <a:lnTo>
                    <a:pt x="594209" y="188602"/>
                  </a:lnTo>
                  <a:lnTo>
                    <a:pt x="592527" y="189269"/>
                  </a:lnTo>
                  <a:lnTo>
                    <a:pt x="590801" y="189935"/>
                  </a:lnTo>
                  <a:lnTo>
                    <a:pt x="588976" y="190601"/>
                  </a:lnTo>
                  <a:lnTo>
                    <a:pt x="587120" y="191268"/>
                  </a:lnTo>
                  <a:lnTo>
                    <a:pt x="585191" y="191934"/>
                  </a:lnTo>
                  <a:lnTo>
                    <a:pt x="583214" y="192601"/>
                  </a:lnTo>
                  <a:lnTo>
                    <a:pt x="581200" y="193267"/>
                  </a:lnTo>
                  <a:lnTo>
                    <a:pt x="579121" y="193934"/>
                  </a:lnTo>
                  <a:lnTo>
                    <a:pt x="577021" y="194600"/>
                  </a:lnTo>
                  <a:lnTo>
                    <a:pt x="574869" y="195266"/>
                  </a:lnTo>
                  <a:lnTo>
                    <a:pt x="572692" y="195933"/>
                  </a:lnTo>
                  <a:lnTo>
                    <a:pt x="570489" y="196599"/>
                  </a:lnTo>
                  <a:lnTo>
                    <a:pt x="568253" y="197266"/>
                  </a:lnTo>
                  <a:lnTo>
                    <a:pt x="566007" y="197932"/>
                  </a:lnTo>
                  <a:lnTo>
                    <a:pt x="563735" y="198599"/>
                  </a:lnTo>
                  <a:lnTo>
                    <a:pt x="561455" y="199265"/>
                  </a:lnTo>
                  <a:lnTo>
                    <a:pt x="559166" y="199932"/>
                  </a:lnTo>
                  <a:lnTo>
                    <a:pt x="556873" y="200598"/>
                  </a:lnTo>
                  <a:lnTo>
                    <a:pt x="554578" y="201264"/>
                  </a:lnTo>
                  <a:lnTo>
                    <a:pt x="552288" y="201931"/>
                  </a:lnTo>
                  <a:lnTo>
                    <a:pt x="550004" y="202597"/>
                  </a:lnTo>
                  <a:lnTo>
                    <a:pt x="547941" y="203202"/>
                  </a:lnTo>
                  <a:lnTo>
                    <a:pt x="547729" y="203264"/>
                  </a:lnTo>
                  <a:lnTo>
                    <a:pt x="545472" y="203930"/>
                  </a:lnTo>
                  <a:lnTo>
                    <a:pt x="543224" y="204597"/>
                  </a:lnTo>
                  <a:lnTo>
                    <a:pt x="541010" y="205263"/>
                  </a:lnTo>
                  <a:lnTo>
                    <a:pt x="538811" y="205930"/>
                  </a:lnTo>
                  <a:lnTo>
                    <a:pt x="536643" y="206596"/>
                  </a:lnTo>
                  <a:lnTo>
                    <a:pt x="534507" y="207262"/>
                  </a:lnTo>
                  <a:lnTo>
                    <a:pt x="532393" y="207929"/>
                  </a:lnTo>
                  <a:lnTo>
                    <a:pt x="530335" y="208595"/>
                  </a:lnTo>
                  <a:lnTo>
                    <a:pt x="528298" y="209262"/>
                  </a:lnTo>
                  <a:lnTo>
                    <a:pt x="526315" y="209928"/>
                  </a:lnTo>
                  <a:lnTo>
                    <a:pt x="524371" y="210595"/>
                  </a:lnTo>
                  <a:lnTo>
                    <a:pt x="522464" y="211261"/>
                  </a:lnTo>
                  <a:lnTo>
                    <a:pt x="520624" y="211927"/>
                  </a:lnTo>
                  <a:lnTo>
                    <a:pt x="518811" y="212594"/>
                  </a:lnTo>
                  <a:lnTo>
                    <a:pt x="517071" y="213260"/>
                  </a:lnTo>
                  <a:lnTo>
                    <a:pt x="515372" y="213927"/>
                  </a:lnTo>
                  <a:lnTo>
                    <a:pt x="513723" y="214593"/>
                  </a:lnTo>
                  <a:lnTo>
                    <a:pt x="512146" y="215260"/>
                  </a:lnTo>
                  <a:lnTo>
                    <a:pt x="510599" y="215926"/>
                  </a:lnTo>
                  <a:lnTo>
                    <a:pt x="509140" y="216593"/>
                  </a:lnTo>
                  <a:lnTo>
                    <a:pt x="507719" y="217259"/>
                  </a:lnTo>
                  <a:lnTo>
                    <a:pt x="506358" y="217925"/>
                  </a:lnTo>
                  <a:lnTo>
                    <a:pt x="505066" y="218592"/>
                  </a:lnTo>
                  <a:lnTo>
                    <a:pt x="503805" y="219258"/>
                  </a:lnTo>
                  <a:lnTo>
                    <a:pt x="502641" y="219925"/>
                  </a:lnTo>
                  <a:lnTo>
                    <a:pt x="501509" y="220591"/>
                  </a:lnTo>
                  <a:lnTo>
                    <a:pt x="500442" y="221258"/>
                  </a:lnTo>
                  <a:lnTo>
                    <a:pt x="499436" y="221924"/>
                  </a:lnTo>
                  <a:lnTo>
                    <a:pt x="498466" y="222591"/>
                  </a:lnTo>
                  <a:lnTo>
                    <a:pt x="497582" y="223257"/>
                  </a:lnTo>
                  <a:lnTo>
                    <a:pt x="496727" y="223923"/>
                  </a:lnTo>
                  <a:lnTo>
                    <a:pt x="495939" y="224590"/>
                  </a:lnTo>
                  <a:lnTo>
                    <a:pt x="495199" y="225256"/>
                  </a:lnTo>
                  <a:lnTo>
                    <a:pt x="494496" y="225923"/>
                  </a:lnTo>
                  <a:lnTo>
                    <a:pt x="493864" y="226589"/>
                  </a:lnTo>
                  <a:lnTo>
                    <a:pt x="493255" y="227256"/>
                  </a:lnTo>
                  <a:lnTo>
                    <a:pt x="492708" y="227922"/>
                  </a:lnTo>
                  <a:lnTo>
                    <a:pt x="492195" y="228588"/>
                  </a:lnTo>
                  <a:lnTo>
                    <a:pt x="491717" y="229255"/>
                  </a:lnTo>
                  <a:lnTo>
                    <a:pt x="491289" y="229921"/>
                  </a:lnTo>
                  <a:lnTo>
                    <a:pt x="490879" y="230588"/>
                  </a:lnTo>
                  <a:lnTo>
                    <a:pt x="490519" y="231254"/>
                  </a:lnTo>
                  <a:lnTo>
                    <a:pt x="490179" y="231921"/>
                  </a:lnTo>
                  <a:lnTo>
                    <a:pt x="489866" y="232587"/>
                  </a:lnTo>
                  <a:lnTo>
                    <a:pt x="489583" y="233254"/>
                  </a:lnTo>
                  <a:lnTo>
                    <a:pt x="489311" y="233920"/>
                  </a:lnTo>
                  <a:lnTo>
                    <a:pt x="489071" y="234586"/>
                  </a:lnTo>
                  <a:lnTo>
                    <a:pt x="488838" y="235253"/>
                  </a:lnTo>
                  <a:lnTo>
                    <a:pt x="488621" y="235919"/>
                  </a:lnTo>
                  <a:lnTo>
                    <a:pt x="488414" y="236586"/>
                  </a:lnTo>
                  <a:lnTo>
                    <a:pt x="488212" y="237252"/>
                  </a:lnTo>
                  <a:lnTo>
                    <a:pt x="488017" y="237919"/>
                  </a:lnTo>
                  <a:lnTo>
                    <a:pt x="487822" y="238585"/>
                  </a:lnTo>
                  <a:lnTo>
                    <a:pt x="487625" y="239252"/>
                  </a:lnTo>
                  <a:lnTo>
                    <a:pt x="487423" y="239918"/>
                  </a:lnTo>
                  <a:lnTo>
                    <a:pt x="487216" y="240584"/>
                  </a:lnTo>
                  <a:lnTo>
                    <a:pt x="486993" y="241251"/>
                  </a:lnTo>
                  <a:lnTo>
                    <a:pt x="486762" y="241917"/>
                  </a:lnTo>
                  <a:lnTo>
                    <a:pt x="486511" y="242584"/>
                  </a:lnTo>
                  <a:lnTo>
                    <a:pt x="486242" y="243250"/>
                  </a:lnTo>
                  <a:lnTo>
                    <a:pt x="485958" y="243917"/>
                  </a:lnTo>
                  <a:lnTo>
                    <a:pt x="485638" y="244583"/>
                  </a:lnTo>
                  <a:lnTo>
                    <a:pt x="485305" y="245249"/>
                  </a:lnTo>
                  <a:lnTo>
                    <a:pt x="484931" y="245916"/>
                  </a:lnTo>
                  <a:lnTo>
                    <a:pt x="484531" y="246582"/>
                  </a:lnTo>
                  <a:lnTo>
                    <a:pt x="484102" y="247249"/>
                  </a:lnTo>
                  <a:lnTo>
                    <a:pt x="483626" y="247915"/>
                  </a:lnTo>
                  <a:lnTo>
                    <a:pt x="483131" y="248582"/>
                  </a:lnTo>
                  <a:lnTo>
                    <a:pt x="482575" y="249248"/>
                  </a:lnTo>
                  <a:lnTo>
                    <a:pt x="481991" y="249915"/>
                  </a:lnTo>
                  <a:lnTo>
                    <a:pt x="481364" y="250581"/>
                  </a:lnTo>
                  <a:lnTo>
                    <a:pt x="480684" y="251247"/>
                  </a:lnTo>
                  <a:lnTo>
                    <a:pt x="479980" y="251914"/>
                  </a:lnTo>
                  <a:lnTo>
                    <a:pt x="479199" y="252580"/>
                  </a:lnTo>
                  <a:lnTo>
                    <a:pt x="478390" y="253247"/>
                  </a:lnTo>
                  <a:lnTo>
                    <a:pt x="477526" y="253913"/>
                  </a:lnTo>
                  <a:lnTo>
                    <a:pt x="476609" y="254580"/>
                  </a:lnTo>
                  <a:lnTo>
                    <a:pt x="475660" y="255246"/>
                  </a:lnTo>
                  <a:lnTo>
                    <a:pt x="474629" y="255913"/>
                  </a:lnTo>
                  <a:lnTo>
                    <a:pt x="473572" y="256579"/>
                  </a:lnTo>
                  <a:lnTo>
                    <a:pt x="472449" y="257245"/>
                  </a:lnTo>
                  <a:lnTo>
                    <a:pt x="471277" y="257912"/>
                  </a:lnTo>
                  <a:lnTo>
                    <a:pt x="470066" y="258578"/>
                  </a:lnTo>
                  <a:lnTo>
                    <a:pt x="468779" y="259245"/>
                  </a:lnTo>
                  <a:lnTo>
                    <a:pt x="467464" y="259911"/>
                  </a:lnTo>
                  <a:lnTo>
                    <a:pt x="466079" y="260578"/>
                  </a:lnTo>
                  <a:lnTo>
                    <a:pt x="464651" y="261244"/>
                  </a:lnTo>
                  <a:lnTo>
                    <a:pt x="463181" y="261911"/>
                  </a:lnTo>
                  <a:lnTo>
                    <a:pt x="461642" y="262577"/>
                  </a:lnTo>
                  <a:lnTo>
                    <a:pt x="460079" y="263243"/>
                  </a:lnTo>
                  <a:lnTo>
                    <a:pt x="458444" y="263910"/>
                  </a:lnTo>
                  <a:lnTo>
                    <a:pt x="456776" y="264576"/>
                  </a:lnTo>
                  <a:lnTo>
                    <a:pt x="455064" y="265243"/>
                  </a:lnTo>
                  <a:lnTo>
                    <a:pt x="453297" y="265909"/>
                  </a:lnTo>
                  <a:lnTo>
                    <a:pt x="451507" y="266576"/>
                  </a:lnTo>
                  <a:lnTo>
                    <a:pt x="449651" y="267242"/>
                  </a:lnTo>
                  <a:lnTo>
                    <a:pt x="447772" y="267908"/>
                  </a:lnTo>
                  <a:lnTo>
                    <a:pt x="445850" y="268575"/>
                  </a:lnTo>
                  <a:lnTo>
                    <a:pt x="443888" y="269241"/>
                  </a:lnTo>
                  <a:lnTo>
                    <a:pt x="441907" y="269908"/>
                  </a:lnTo>
                  <a:lnTo>
                    <a:pt x="439871" y="270574"/>
                  </a:lnTo>
                  <a:lnTo>
                    <a:pt x="437819" y="271241"/>
                  </a:lnTo>
                  <a:lnTo>
                    <a:pt x="435732" y="271907"/>
                  </a:lnTo>
                  <a:lnTo>
                    <a:pt x="433619" y="272574"/>
                  </a:lnTo>
                  <a:lnTo>
                    <a:pt x="431488" y="273240"/>
                  </a:lnTo>
                  <a:lnTo>
                    <a:pt x="429323" y="273906"/>
                  </a:lnTo>
                  <a:lnTo>
                    <a:pt x="427146" y="274573"/>
                  </a:lnTo>
                  <a:lnTo>
                    <a:pt x="424945" y="275239"/>
                  </a:lnTo>
                  <a:lnTo>
                    <a:pt x="422730" y="275906"/>
                  </a:lnTo>
                  <a:lnTo>
                    <a:pt x="420503" y="276572"/>
                  </a:lnTo>
                  <a:lnTo>
                    <a:pt x="418259" y="277239"/>
                  </a:lnTo>
                  <a:lnTo>
                    <a:pt x="416009" y="277905"/>
                  </a:lnTo>
                  <a:lnTo>
                    <a:pt x="413748" y="278572"/>
                  </a:lnTo>
                  <a:lnTo>
                    <a:pt x="411484" y="279238"/>
                  </a:lnTo>
                  <a:lnTo>
                    <a:pt x="409215" y="279904"/>
                  </a:lnTo>
                  <a:lnTo>
                    <a:pt x="406945" y="280571"/>
                  </a:lnTo>
                  <a:lnTo>
                    <a:pt x="404675" y="281237"/>
                  </a:lnTo>
                  <a:lnTo>
                    <a:pt x="402409" y="281904"/>
                  </a:lnTo>
                  <a:lnTo>
                    <a:pt x="400147" y="282570"/>
                  </a:lnTo>
                  <a:lnTo>
                    <a:pt x="397890" y="283237"/>
                  </a:lnTo>
                  <a:lnTo>
                    <a:pt x="395645" y="283903"/>
                  </a:lnTo>
                  <a:lnTo>
                    <a:pt x="393404" y="284569"/>
                  </a:lnTo>
                  <a:lnTo>
                    <a:pt x="391184" y="285236"/>
                  </a:lnTo>
                  <a:lnTo>
                    <a:pt x="388972" y="285902"/>
                  </a:lnTo>
                  <a:lnTo>
                    <a:pt x="386778" y="286569"/>
                  </a:lnTo>
                  <a:lnTo>
                    <a:pt x="384603" y="287235"/>
                  </a:lnTo>
                  <a:lnTo>
                    <a:pt x="382438" y="287902"/>
                  </a:lnTo>
                  <a:lnTo>
                    <a:pt x="380308" y="288568"/>
                  </a:lnTo>
                  <a:lnTo>
                    <a:pt x="378189" y="289235"/>
                  </a:lnTo>
                  <a:lnTo>
                    <a:pt x="376099" y="289901"/>
                  </a:lnTo>
                  <a:lnTo>
                    <a:pt x="374033" y="290567"/>
                  </a:lnTo>
                  <a:lnTo>
                    <a:pt x="371986" y="291234"/>
                  </a:lnTo>
                  <a:lnTo>
                    <a:pt x="369980" y="291900"/>
                  </a:lnTo>
                  <a:lnTo>
                    <a:pt x="367989" y="292567"/>
                  </a:lnTo>
                  <a:lnTo>
                    <a:pt x="366038" y="293233"/>
                  </a:lnTo>
                  <a:lnTo>
                    <a:pt x="364113" y="293900"/>
                  </a:lnTo>
                  <a:lnTo>
                    <a:pt x="362215" y="294566"/>
                  </a:lnTo>
                  <a:lnTo>
                    <a:pt x="360361" y="295233"/>
                  </a:lnTo>
                  <a:lnTo>
                    <a:pt x="358524" y="295899"/>
                  </a:lnTo>
                  <a:lnTo>
                    <a:pt x="356737" y="296565"/>
                  </a:lnTo>
                  <a:lnTo>
                    <a:pt x="354976" y="297232"/>
                  </a:lnTo>
                  <a:lnTo>
                    <a:pt x="353248" y="297898"/>
                  </a:lnTo>
                  <a:lnTo>
                    <a:pt x="351565" y="298565"/>
                  </a:lnTo>
                  <a:lnTo>
                    <a:pt x="349901" y="299231"/>
                  </a:lnTo>
                  <a:lnTo>
                    <a:pt x="348294" y="299898"/>
                  </a:lnTo>
                  <a:lnTo>
                    <a:pt x="346711" y="300564"/>
                  </a:lnTo>
                  <a:lnTo>
                    <a:pt x="345166" y="301230"/>
                  </a:lnTo>
                  <a:lnTo>
                    <a:pt x="343665" y="301897"/>
                  </a:lnTo>
                  <a:lnTo>
                    <a:pt x="342183" y="302563"/>
                  </a:lnTo>
                  <a:lnTo>
                    <a:pt x="340763" y="303230"/>
                  </a:lnTo>
                  <a:lnTo>
                    <a:pt x="339364" y="303896"/>
                  </a:lnTo>
                  <a:lnTo>
                    <a:pt x="338007" y="304563"/>
                  </a:lnTo>
                  <a:lnTo>
                    <a:pt x="336690" y="305229"/>
                  </a:lnTo>
                  <a:lnTo>
                    <a:pt x="335396" y="305896"/>
                  </a:lnTo>
                  <a:lnTo>
                    <a:pt x="334160" y="306562"/>
                  </a:lnTo>
                  <a:lnTo>
                    <a:pt x="332942" y="307228"/>
                  </a:lnTo>
                  <a:lnTo>
                    <a:pt x="331772" y="307895"/>
                  </a:lnTo>
                  <a:lnTo>
                    <a:pt x="330634" y="308561"/>
                  </a:lnTo>
                  <a:lnTo>
                    <a:pt x="329524" y="309228"/>
                  </a:lnTo>
                  <a:lnTo>
                    <a:pt x="328464" y="309894"/>
                  </a:lnTo>
                  <a:lnTo>
                    <a:pt x="327422" y="310561"/>
                  </a:lnTo>
                  <a:lnTo>
                    <a:pt x="326429" y="311227"/>
                  </a:lnTo>
                  <a:lnTo>
                    <a:pt x="325462" y="311894"/>
                  </a:lnTo>
                  <a:lnTo>
                    <a:pt x="324525" y="312560"/>
                  </a:lnTo>
                  <a:lnTo>
                    <a:pt x="323631" y="313226"/>
                  </a:lnTo>
                  <a:lnTo>
                    <a:pt x="322753" y="313893"/>
                  </a:lnTo>
                  <a:lnTo>
                    <a:pt x="321924" y="314559"/>
                  </a:lnTo>
                  <a:lnTo>
                    <a:pt x="321115" y="315226"/>
                  </a:lnTo>
                  <a:lnTo>
                    <a:pt x="320337" y="315892"/>
                  </a:lnTo>
                  <a:lnTo>
                    <a:pt x="319594" y="316559"/>
                  </a:lnTo>
                  <a:lnTo>
                    <a:pt x="318866" y="317225"/>
                  </a:lnTo>
                  <a:lnTo>
                    <a:pt x="318184" y="317891"/>
                  </a:lnTo>
                  <a:lnTo>
                    <a:pt x="317518" y="318558"/>
                  </a:lnTo>
                  <a:lnTo>
                    <a:pt x="316882" y="319224"/>
                  </a:lnTo>
                  <a:lnTo>
                    <a:pt x="316274" y="319891"/>
                  </a:lnTo>
                  <a:lnTo>
                    <a:pt x="315681" y="320557"/>
                  </a:lnTo>
                  <a:lnTo>
                    <a:pt x="315129" y="321224"/>
                  </a:lnTo>
                  <a:lnTo>
                    <a:pt x="314588" y="321890"/>
                  </a:lnTo>
                  <a:lnTo>
                    <a:pt x="314076" y="322557"/>
                  </a:lnTo>
                  <a:lnTo>
                    <a:pt x="313586" y="323223"/>
                  </a:lnTo>
                  <a:lnTo>
                    <a:pt x="313112" y="323889"/>
                  </a:lnTo>
                  <a:lnTo>
                    <a:pt x="312669" y="324556"/>
                  </a:lnTo>
                  <a:lnTo>
                    <a:pt x="312237" y="325222"/>
                  </a:lnTo>
                  <a:lnTo>
                    <a:pt x="311831" y="325889"/>
                  </a:lnTo>
                  <a:lnTo>
                    <a:pt x="311442" y="326555"/>
                  </a:lnTo>
                  <a:lnTo>
                    <a:pt x="311068" y="327222"/>
                  </a:lnTo>
                  <a:lnTo>
                    <a:pt x="310719" y="327888"/>
                  </a:lnTo>
                  <a:lnTo>
                    <a:pt x="310379" y="328555"/>
                  </a:lnTo>
                  <a:lnTo>
                    <a:pt x="310062" y="329221"/>
                  </a:lnTo>
                  <a:lnTo>
                    <a:pt x="309758" y="329887"/>
                  </a:lnTo>
                  <a:lnTo>
                    <a:pt x="309467" y="330554"/>
                  </a:lnTo>
                  <a:lnTo>
                    <a:pt x="309196" y="331220"/>
                  </a:lnTo>
                  <a:lnTo>
                    <a:pt x="308932" y="331887"/>
                  </a:lnTo>
                  <a:lnTo>
                    <a:pt x="308689" y="332553"/>
                  </a:lnTo>
                  <a:lnTo>
                    <a:pt x="308454" y="333220"/>
                  </a:lnTo>
                  <a:lnTo>
                    <a:pt x="308232" y="333886"/>
                  </a:lnTo>
                  <a:lnTo>
                    <a:pt x="308023" y="334552"/>
                  </a:lnTo>
                  <a:lnTo>
                    <a:pt x="307821" y="335219"/>
                  </a:lnTo>
                  <a:lnTo>
                    <a:pt x="307637" y="335885"/>
                  </a:lnTo>
                  <a:lnTo>
                    <a:pt x="307458" y="336552"/>
                  </a:lnTo>
                  <a:lnTo>
                    <a:pt x="307291" y="337218"/>
                  </a:lnTo>
                  <a:lnTo>
                    <a:pt x="307134" y="337885"/>
                  </a:lnTo>
                  <a:lnTo>
                    <a:pt x="306982" y="338551"/>
                  </a:lnTo>
                  <a:lnTo>
                    <a:pt x="306844" y="339218"/>
                  </a:lnTo>
                  <a:lnTo>
                    <a:pt x="306710" y="339884"/>
                  </a:lnTo>
                  <a:lnTo>
                    <a:pt x="306586" y="340550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1285499" y="8257558"/>
              <a:ext cx="0" cy="390428"/>
            </a:xfrm>
            <a:custGeom>
              <a:avLst/>
              <a:pathLst>
                <a:path w="0" h="390428">
                  <a:moveTo>
                    <a:pt x="0" y="39042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1285499" y="891681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1234698" y="8647987"/>
              <a:ext cx="101602" cy="268825"/>
            </a:xfrm>
            <a:custGeom>
              <a:avLst/>
              <a:pathLst>
                <a:path w="101602" h="268825">
                  <a:moveTo>
                    <a:pt x="0" y="0"/>
                  </a:moveTo>
                  <a:lnTo>
                    <a:pt x="0" y="268825"/>
                  </a:lnTo>
                  <a:lnTo>
                    <a:pt x="101602" y="268825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1234698" y="8916812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1962850" y="8259366"/>
              <a:ext cx="0" cy="133994"/>
            </a:xfrm>
            <a:custGeom>
              <a:avLst/>
              <a:pathLst>
                <a:path w="0" h="133994">
                  <a:moveTo>
                    <a:pt x="0" y="1339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1962850" y="8722083"/>
              <a:ext cx="0" cy="194728"/>
            </a:xfrm>
            <a:custGeom>
              <a:avLst/>
              <a:pathLst>
                <a:path w="0" h="194728">
                  <a:moveTo>
                    <a:pt x="0" y="0"/>
                  </a:moveTo>
                  <a:lnTo>
                    <a:pt x="0" y="19472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1912048" y="8393360"/>
              <a:ext cx="101602" cy="328723"/>
            </a:xfrm>
            <a:custGeom>
              <a:avLst/>
              <a:pathLst>
                <a:path w="101602" h="328723">
                  <a:moveTo>
                    <a:pt x="0" y="0"/>
                  </a:moveTo>
                  <a:lnTo>
                    <a:pt x="0" y="328723"/>
                  </a:lnTo>
                  <a:lnTo>
                    <a:pt x="101602" y="328723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1912048" y="8527355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40200" y="8358274"/>
              <a:ext cx="0" cy="175205"/>
            </a:xfrm>
            <a:custGeom>
              <a:avLst/>
              <a:pathLst>
                <a:path w="0" h="175205">
                  <a:moveTo>
                    <a:pt x="0" y="1752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640200" y="8744188"/>
              <a:ext cx="0" cy="172623"/>
            </a:xfrm>
            <a:custGeom>
              <a:avLst/>
              <a:pathLst>
                <a:path w="0" h="172623">
                  <a:moveTo>
                    <a:pt x="0" y="0"/>
                  </a:moveTo>
                  <a:lnTo>
                    <a:pt x="0" y="17262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2589399" y="8533479"/>
              <a:ext cx="101602" cy="210709"/>
            </a:xfrm>
            <a:custGeom>
              <a:avLst/>
              <a:pathLst>
                <a:path w="101602" h="210709">
                  <a:moveTo>
                    <a:pt x="0" y="0"/>
                  </a:moveTo>
                  <a:lnTo>
                    <a:pt x="0" y="210709"/>
                  </a:lnTo>
                  <a:lnTo>
                    <a:pt x="101602" y="210709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589399" y="8683348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317550" y="8496710"/>
              <a:ext cx="0" cy="57505"/>
            </a:xfrm>
            <a:custGeom>
              <a:avLst/>
              <a:pathLst>
                <a:path w="0" h="57505">
                  <a:moveTo>
                    <a:pt x="0" y="575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317550" y="8611871"/>
              <a:ext cx="0" cy="49307"/>
            </a:xfrm>
            <a:custGeom>
              <a:avLst/>
              <a:pathLst>
                <a:path w="0" h="49307">
                  <a:moveTo>
                    <a:pt x="0" y="0"/>
                  </a:moveTo>
                  <a:lnTo>
                    <a:pt x="0" y="4930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3266749" y="8554216"/>
              <a:ext cx="101602" cy="57655"/>
            </a:xfrm>
            <a:custGeom>
              <a:avLst/>
              <a:pathLst>
                <a:path w="101602" h="57655">
                  <a:moveTo>
                    <a:pt x="0" y="0"/>
                  </a:moveTo>
                  <a:lnTo>
                    <a:pt x="0" y="57655"/>
                  </a:lnTo>
                  <a:lnTo>
                    <a:pt x="101602" y="57655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266749" y="8584410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1252098" y="874825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1929448" y="8534443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606799" y="861652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284149" y="854827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tx152"/>
            <p:cNvSpPr/>
            <p:nvPr/>
          </p:nvSpPr>
          <p:spPr>
            <a:xfrm>
              <a:off x="2961319" y="7773537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153" name="pl153"/>
            <p:cNvSpPr/>
            <p:nvPr/>
          </p:nvSpPr>
          <p:spPr>
            <a:xfrm>
              <a:off x="2640200" y="7888989"/>
              <a:ext cx="0" cy="15935"/>
            </a:xfrm>
            <a:custGeom>
              <a:avLst/>
              <a:pathLst>
                <a:path w="0" h="15935">
                  <a:moveTo>
                    <a:pt x="0" y="159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2640200" y="7888989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317550" y="7888989"/>
              <a:ext cx="0" cy="15935"/>
            </a:xfrm>
            <a:custGeom>
              <a:avLst/>
              <a:pathLst>
                <a:path w="0" h="15935">
                  <a:moveTo>
                    <a:pt x="0" y="0"/>
                  </a:moveTo>
                  <a:lnTo>
                    <a:pt x="0" y="1593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tx156"/>
            <p:cNvSpPr/>
            <p:nvPr/>
          </p:nvSpPr>
          <p:spPr>
            <a:xfrm>
              <a:off x="2283968" y="7869149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157" name="pl157"/>
            <p:cNvSpPr/>
            <p:nvPr/>
          </p:nvSpPr>
          <p:spPr>
            <a:xfrm>
              <a:off x="2640200" y="7984600"/>
              <a:ext cx="0" cy="15935"/>
            </a:xfrm>
            <a:custGeom>
              <a:avLst/>
              <a:pathLst>
                <a:path w="0" h="15935">
                  <a:moveTo>
                    <a:pt x="0" y="159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1962850" y="7984600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1962850" y="7984600"/>
              <a:ext cx="0" cy="15935"/>
            </a:xfrm>
            <a:custGeom>
              <a:avLst/>
              <a:pathLst>
                <a:path w="0" h="15935">
                  <a:moveTo>
                    <a:pt x="0" y="0"/>
                  </a:moveTo>
                  <a:lnTo>
                    <a:pt x="0" y="1593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tx160"/>
            <p:cNvSpPr/>
            <p:nvPr/>
          </p:nvSpPr>
          <p:spPr>
            <a:xfrm>
              <a:off x="2622643" y="7486703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161" name="pl161"/>
            <p:cNvSpPr/>
            <p:nvPr/>
          </p:nvSpPr>
          <p:spPr>
            <a:xfrm>
              <a:off x="3317550" y="7602154"/>
              <a:ext cx="0" cy="15935"/>
            </a:xfrm>
            <a:custGeom>
              <a:avLst/>
              <a:pathLst>
                <a:path w="0" h="15935">
                  <a:moveTo>
                    <a:pt x="0" y="159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1962850" y="7602154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1962850" y="7602154"/>
              <a:ext cx="0" cy="15935"/>
            </a:xfrm>
            <a:custGeom>
              <a:avLst/>
              <a:pathLst>
                <a:path w="0" h="15935">
                  <a:moveTo>
                    <a:pt x="0" y="0"/>
                  </a:moveTo>
                  <a:lnTo>
                    <a:pt x="0" y="1593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tx164"/>
            <p:cNvSpPr/>
            <p:nvPr/>
          </p:nvSpPr>
          <p:spPr>
            <a:xfrm>
              <a:off x="1889058" y="7677926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165" name="pl165"/>
            <p:cNvSpPr/>
            <p:nvPr/>
          </p:nvSpPr>
          <p:spPr>
            <a:xfrm>
              <a:off x="2640200" y="7793377"/>
              <a:ext cx="0" cy="15935"/>
            </a:xfrm>
            <a:custGeom>
              <a:avLst/>
              <a:pathLst>
                <a:path w="0" h="15935">
                  <a:moveTo>
                    <a:pt x="0" y="159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1285499" y="7793377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1285499" y="7793377"/>
              <a:ext cx="0" cy="15935"/>
            </a:xfrm>
            <a:custGeom>
              <a:avLst/>
              <a:pathLst>
                <a:path w="0" h="15935">
                  <a:moveTo>
                    <a:pt x="0" y="0"/>
                  </a:moveTo>
                  <a:lnTo>
                    <a:pt x="0" y="1593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tx168"/>
            <p:cNvSpPr/>
            <p:nvPr/>
          </p:nvSpPr>
          <p:spPr>
            <a:xfrm>
              <a:off x="2276927" y="7582314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9" name="pl169"/>
            <p:cNvSpPr/>
            <p:nvPr/>
          </p:nvSpPr>
          <p:spPr>
            <a:xfrm>
              <a:off x="3317550" y="7697766"/>
              <a:ext cx="0" cy="15935"/>
            </a:xfrm>
            <a:custGeom>
              <a:avLst/>
              <a:pathLst>
                <a:path w="0" h="15935">
                  <a:moveTo>
                    <a:pt x="0" y="159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1285499" y="7697766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1285499" y="7697766"/>
              <a:ext cx="0" cy="15935"/>
            </a:xfrm>
            <a:custGeom>
              <a:avLst/>
              <a:pathLst>
                <a:path w="0" h="15935">
                  <a:moveTo>
                    <a:pt x="0" y="0"/>
                  </a:moveTo>
                  <a:lnTo>
                    <a:pt x="0" y="1593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tx172"/>
            <p:cNvSpPr/>
            <p:nvPr/>
          </p:nvSpPr>
          <p:spPr>
            <a:xfrm>
              <a:off x="1606618" y="7964760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173" name="pl173"/>
            <p:cNvSpPr/>
            <p:nvPr/>
          </p:nvSpPr>
          <p:spPr>
            <a:xfrm>
              <a:off x="1962850" y="8080212"/>
              <a:ext cx="0" cy="15935"/>
            </a:xfrm>
            <a:custGeom>
              <a:avLst/>
              <a:pathLst>
                <a:path w="0" h="15935">
                  <a:moveTo>
                    <a:pt x="0" y="159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1285499" y="8080212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1285499" y="8080212"/>
              <a:ext cx="0" cy="15935"/>
            </a:xfrm>
            <a:custGeom>
              <a:avLst/>
              <a:pathLst>
                <a:path w="0" h="15935">
                  <a:moveTo>
                    <a:pt x="0" y="0"/>
                  </a:moveTo>
                  <a:lnTo>
                    <a:pt x="0" y="1593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879089" y="7048247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4092822" y="931925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4092822" y="3050294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4092822" y="2648388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4092822" y="2246483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4092822" y="1844577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4092822" y="1442672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4092822" y="104076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4499232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5176582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5853932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6531283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4194424" y="1888168"/>
              <a:ext cx="609615" cy="1444019"/>
            </a:xfrm>
            <a:custGeom>
              <a:avLst/>
              <a:pathLst>
                <a:path w="609615" h="1444019">
                  <a:moveTo>
                    <a:pt x="301491" y="1444019"/>
                  </a:moveTo>
                  <a:lnTo>
                    <a:pt x="301184" y="1441194"/>
                  </a:lnTo>
                  <a:lnTo>
                    <a:pt x="300846" y="1438368"/>
                  </a:lnTo>
                  <a:lnTo>
                    <a:pt x="300479" y="1435542"/>
                  </a:lnTo>
                  <a:lnTo>
                    <a:pt x="300091" y="1432716"/>
                  </a:lnTo>
                  <a:lnTo>
                    <a:pt x="299664" y="1429890"/>
                  </a:lnTo>
                  <a:lnTo>
                    <a:pt x="299204" y="1427064"/>
                  </a:lnTo>
                  <a:lnTo>
                    <a:pt x="298718" y="1424238"/>
                  </a:lnTo>
                  <a:lnTo>
                    <a:pt x="298183" y="1421412"/>
                  </a:lnTo>
                  <a:lnTo>
                    <a:pt x="297611" y="1418587"/>
                  </a:lnTo>
                  <a:lnTo>
                    <a:pt x="297009" y="1415761"/>
                  </a:lnTo>
                  <a:lnTo>
                    <a:pt x="296345" y="1412935"/>
                  </a:lnTo>
                  <a:lnTo>
                    <a:pt x="295641" y="1410109"/>
                  </a:lnTo>
                  <a:lnTo>
                    <a:pt x="294902" y="1407283"/>
                  </a:lnTo>
                  <a:lnTo>
                    <a:pt x="294086" y="1404457"/>
                  </a:lnTo>
                  <a:lnTo>
                    <a:pt x="293226" y="1401631"/>
                  </a:lnTo>
                  <a:lnTo>
                    <a:pt x="292325" y="1398805"/>
                  </a:lnTo>
                  <a:lnTo>
                    <a:pt x="291333" y="1395980"/>
                  </a:lnTo>
                  <a:lnTo>
                    <a:pt x="290294" y="1393154"/>
                  </a:lnTo>
                  <a:lnTo>
                    <a:pt x="289202" y="1390328"/>
                  </a:lnTo>
                  <a:lnTo>
                    <a:pt x="288011" y="1387502"/>
                  </a:lnTo>
                  <a:lnTo>
                    <a:pt x="286766" y="1384676"/>
                  </a:lnTo>
                  <a:lnTo>
                    <a:pt x="285457" y="1381850"/>
                  </a:lnTo>
                  <a:lnTo>
                    <a:pt x="284039" y="1379024"/>
                  </a:lnTo>
                  <a:lnTo>
                    <a:pt x="282562" y="1376199"/>
                  </a:lnTo>
                  <a:lnTo>
                    <a:pt x="281007" y="1373373"/>
                  </a:lnTo>
                  <a:lnTo>
                    <a:pt x="279337" y="1370547"/>
                  </a:lnTo>
                  <a:lnTo>
                    <a:pt x="277601" y="1367721"/>
                  </a:lnTo>
                  <a:lnTo>
                    <a:pt x="275773" y="1364895"/>
                  </a:lnTo>
                  <a:lnTo>
                    <a:pt x="273824" y="1362069"/>
                  </a:lnTo>
                  <a:lnTo>
                    <a:pt x="271802" y="1359243"/>
                  </a:lnTo>
                  <a:lnTo>
                    <a:pt x="269674" y="1356417"/>
                  </a:lnTo>
                  <a:lnTo>
                    <a:pt x="267422" y="1353592"/>
                  </a:lnTo>
                  <a:lnTo>
                    <a:pt x="265091" y="1350766"/>
                  </a:lnTo>
                  <a:lnTo>
                    <a:pt x="262640" y="1347940"/>
                  </a:lnTo>
                  <a:lnTo>
                    <a:pt x="260062" y="1345114"/>
                  </a:lnTo>
                  <a:lnTo>
                    <a:pt x="257403" y="1342288"/>
                  </a:lnTo>
                  <a:lnTo>
                    <a:pt x="254608" y="1339462"/>
                  </a:lnTo>
                  <a:lnTo>
                    <a:pt x="251688" y="1336636"/>
                  </a:lnTo>
                  <a:lnTo>
                    <a:pt x="248683" y="1333810"/>
                  </a:lnTo>
                  <a:lnTo>
                    <a:pt x="245530" y="1330985"/>
                  </a:lnTo>
                  <a:lnTo>
                    <a:pt x="242256" y="1328159"/>
                  </a:lnTo>
                  <a:lnTo>
                    <a:pt x="238896" y="1325333"/>
                  </a:lnTo>
                  <a:lnTo>
                    <a:pt x="235377" y="1322507"/>
                  </a:lnTo>
                  <a:lnTo>
                    <a:pt x="231746" y="1319681"/>
                  </a:lnTo>
                  <a:lnTo>
                    <a:pt x="228027" y="1316855"/>
                  </a:lnTo>
                  <a:lnTo>
                    <a:pt x="224145" y="1314029"/>
                  </a:lnTo>
                  <a:lnTo>
                    <a:pt x="220159" y="1311203"/>
                  </a:lnTo>
                  <a:lnTo>
                    <a:pt x="216088" y="1308378"/>
                  </a:lnTo>
                  <a:lnTo>
                    <a:pt x="211853" y="1305552"/>
                  </a:lnTo>
                  <a:lnTo>
                    <a:pt x="207527" y="1302726"/>
                  </a:lnTo>
                  <a:lnTo>
                    <a:pt x="203120" y="1299900"/>
                  </a:lnTo>
                  <a:lnTo>
                    <a:pt x="198554" y="1297074"/>
                  </a:lnTo>
                  <a:lnTo>
                    <a:pt x="193912" y="1294248"/>
                  </a:lnTo>
                  <a:lnTo>
                    <a:pt x="189193" y="1291422"/>
                  </a:lnTo>
                  <a:lnTo>
                    <a:pt x="184333" y="1288597"/>
                  </a:lnTo>
                  <a:lnTo>
                    <a:pt x="179411" y="1285771"/>
                  </a:lnTo>
                  <a:lnTo>
                    <a:pt x="174416" y="1282945"/>
                  </a:lnTo>
                  <a:lnTo>
                    <a:pt x="169311" y="1280119"/>
                  </a:lnTo>
                  <a:lnTo>
                    <a:pt x="164155" y="1277293"/>
                  </a:lnTo>
                  <a:lnTo>
                    <a:pt x="158938" y="1274467"/>
                  </a:lnTo>
                  <a:lnTo>
                    <a:pt x="153643" y="1271641"/>
                  </a:lnTo>
                  <a:lnTo>
                    <a:pt x="148312" y="1268815"/>
                  </a:lnTo>
                  <a:lnTo>
                    <a:pt x="142938" y="1265990"/>
                  </a:lnTo>
                  <a:lnTo>
                    <a:pt x="137519" y="1263164"/>
                  </a:lnTo>
                  <a:lnTo>
                    <a:pt x="132083" y="1260338"/>
                  </a:lnTo>
                  <a:lnTo>
                    <a:pt x="126626" y="1257512"/>
                  </a:lnTo>
                  <a:lnTo>
                    <a:pt x="121161" y="1254686"/>
                  </a:lnTo>
                  <a:lnTo>
                    <a:pt x="115698" y="1251860"/>
                  </a:lnTo>
                  <a:lnTo>
                    <a:pt x="110244" y="1249034"/>
                  </a:lnTo>
                  <a:lnTo>
                    <a:pt x="104818" y="1246208"/>
                  </a:lnTo>
                  <a:lnTo>
                    <a:pt x="99414" y="1243383"/>
                  </a:lnTo>
                  <a:lnTo>
                    <a:pt x="94055" y="1240557"/>
                  </a:lnTo>
                  <a:lnTo>
                    <a:pt x="88757" y="1237731"/>
                  </a:lnTo>
                  <a:lnTo>
                    <a:pt x="83505" y="1234905"/>
                  </a:lnTo>
                  <a:lnTo>
                    <a:pt x="78338" y="1232079"/>
                  </a:lnTo>
                  <a:lnTo>
                    <a:pt x="73263" y="1229253"/>
                  </a:lnTo>
                  <a:lnTo>
                    <a:pt x="68255" y="1226427"/>
                  </a:lnTo>
                  <a:lnTo>
                    <a:pt x="63379" y="1223602"/>
                  </a:lnTo>
                  <a:lnTo>
                    <a:pt x="58621" y="1220776"/>
                  </a:lnTo>
                  <a:lnTo>
                    <a:pt x="53952" y="1217950"/>
                  </a:lnTo>
                  <a:lnTo>
                    <a:pt x="49463" y="1215124"/>
                  </a:lnTo>
                  <a:lnTo>
                    <a:pt x="45112" y="1212298"/>
                  </a:lnTo>
                  <a:lnTo>
                    <a:pt x="40872" y="1209472"/>
                  </a:lnTo>
                  <a:lnTo>
                    <a:pt x="36861" y="1206646"/>
                  </a:lnTo>
                  <a:lnTo>
                    <a:pt x="33002" y="1203820"/>
                  </a:lnTo>
                  <a:lnTo>
                    <a:pt x="29273" y="1200995"/>
                  </a:lnTo>
                  <a:lnTo>
                    <a:pt x="25821" y="1198169"/>
                  </a:lnTo>
                  <a:lnTo>
                    <a:pt x="22529" y="1195343"/>
                  </a:lnTo>
                  <a:lnTo>
                    <a:pt x="19384" y="1192517"/>
                  </a:lnTo>
                  <a:lnTo>
                    <a:pt x="16560" y="1189691"/>
                  </a:lnTo>
                  <a:lnTo>
                    <a:pt x="13898" y="1186865"/>
                  </a:lnTo>
                  <a:lnTo>
                    <a:pt x="11408" y="1184039"/>
                  </a:lnTo>
                  <a:lnTo>
                    <a:pt x="9252" y="1181213"/>
                  </a:lnTo>
                  <a:lnTo>
                    <a:pt x="7265" y="1178388"/>
                  </a:lnTo>
                  <a:lnTo>
                    <a:pt x="5476" y="1175562"/>
                  </a:lnTo>
                  <a:lnTo>
                    <a:pt x="4020" y="1172736"/>
                  </a:lnTo>
                  <a:lnTo>
                    <a:pt x="2738" y="1169910"/>
                  </a:lnTo>
                  <a:lnTo>
                    <a:pt x="1674" y="1167084"/>
                  </a:lnTo>
                  <a:lnTo>
                    <a:pt x="933" y="1164258"/>
                  </a:lnTo>
                  <a:lnTo>
                    <a:pt x="504" y="1162125"/>
                  </a:lnTo>
                  <a:lnTo>
                    <a:pt x="365" y="1161432"/>
                  </a:lnTo>
                  <a:lnTo>
                    <a:pt x="32" y="1158606"/>
                  </a:lnTo>
                  <a:lnTo>
                    <a:pt x="0" y="1155781"/>
                  </a:lnTo>
                  <a:lnTo>
                    <a:pt x="138" y="1152955"/>
                  </a:lnTo>
                  <a:lnTo>
                    <a:pt x="516" y="1150129"/>
                  </a:lnTo>
                  <a:lnTo>
                    <a:pt x="1169" y="1147303"/>
                  </a:lnTo>
                  <a:lnTo>
                    <a:pt x="1983" y="1144477"/>
                  </a:lnTo>
                  <a:lnTo>
                    <a:pt x="3037" y="1141651"/>
                  </a:lnTo>
                  <a:lnTo>
                    <a:pt x="4330" y="1138825"/>
                  </a:lnTo>
                  <a:lnTo>
                    <a:pt x="5772" y="1136000"/>
                  </a:lnTo>
                  <a:lnTo>
                    <a:pt x="7444" y="1133174"/>
                  </a:lnTo>
                  <a:lnTo>
                    <a:pt x="9317" y="1130348"/>
                  </a:lnTo>
                  <a:lnTo>
                    <a:pt x="11321" y="1127522"/>
                  </a:lnTo>
                  <a:lnTo>
                    <a:pt x="13536" y="1124696"/>
                  </a:lnTo>
                  <a:lnTo>
                    <a:pt x="15912" y="1121870"/>
                  </a:lnTo>
                  <a:lnTo>
                    <a:pt x="18399" y="1119044"/>
                  </a:lnTo>
                  <a:lnTo>
                    <a:pt x="21069" y="1116218"/>
                  </a:lnTo>
                  <a:lnTo>
                    <a:pt x="23859" y="1113393"/>
                  </a:lnTo>
                  <a:lnTo>
                    <a:pt x="26738" y="1110567"/>
                  </a:lnTo>
                  <a:lnTo>
                    <a:pt x="29763" y="1107741"/>
                  </a:lnTo>
                  <a:lnTo>
                    <a:pt x="32869" y="1104915"/>
                  </a:lnTo>
                  <a:lnTo>
                    <a:pt x="36040" y="1102089"/>
                  </a:lnTo>
                  <a:lnTo>
                    <a:pt x="39313" y="1099263"/>
                  </a:lnTo>
                  <a:lnTo>
                    <a:pt x="42632" y="1096437"/>
                  </a:lnTo>
                  <a:lnTo>
                    <a:pt x="45990" y="1093611"/>
                  </a:lnTo>
                  <a:lnTo>
                    <a:pt x="49402" y="1090786"/>
                  </a:lnTo>
                  <a:lnTo>
                    <a:pt x="52829" y="1087960"/>
                  </a:lnTo>
                  <a:lnTo>
                    <a:pt x="56269" y="1085134"/>
                  </a:lnTo>
                  <a:lnTo>
                    <a:pt x="59712" y="1082308"/>
                  </a:lnTo>
                  <a:lnTo>
                    <a:pt x="63143" y="1079482"/>
                  </a:lnTo>
                  <a:lnTo>
                    <a:pt x="66561" y="1076656"/>
                  </a:lnTo>
                  <a:lnTo>
                    <a:pt x="69933" y="1073830"/>
                  </a:lnTo>
                  <a:lnTo>
                    <a:pt x="73271" y="1071004"/>
                  </a:lnTo>
                  <a:lnTo>
                    <a:pt x="76567" y="1068179"/>
                  </a:lnTo>
                  <a:lnTo>
                    <a:pt x="79776" y="1065353"/>
                  </a:lnTo>
                  <a:lnTo>
                    <a:pt x="82932" y="1062527"/>
                  </a:lnTo>
                  <a:lnTo>
                    <a:pt x="86017" y="1059701"/>
                  </a:lnTo>
                  <a:lnTo>
                    <a:pt x="88984" y="1056875"/>
                  </a:lnTo>
                  <a:lnTo>
                    <a:pt x="91880" y="1054049"/>
                  </a:lnTo>
                  <a:lnTo>
                    <a:pt x="94675" y="1051223"/>
                  </a:lnTo>
                  <a:lnTo>
                    <a:pt x="97332" y="1048398"/>
                  </a:lnTo>
                  <a:lnTo>
                    <a:pt x="99903" y="1045572"/>
                  </a:lnTo>
                  <a:lnTo>
                    <a:pt x="102347" y="1042746"/>
                  </a:lnTo>
                  <a:lnTo>
                    <a:pt x="104639" y="1039920"/>
                  </a:lnTo>
                  <a:lnTo>
                    <a:pt x="106835" y="1037094"/>
                  </a:lnTo>
                  <a:lnTo>
                    <a:pt x="108881" y="1034268"/>
                  </a:lnTo>
                  <a:lnTo>
                    <a:pt x="110770" y="1031442"/>
                  </a:lnTo>
                  <a:lnTo>
                    <a:pt x="112556" y="1028616"/>
                  </a:lnTo>
                  <a:lnTo>
                    <a:pt x="114173" y="1025791"/>
                  </a:lnTo>
                  <a:lnTo>
                    <a:pt x="115635" y="1022965"/>
                  </a:lnTo>
                  <a:lnTo>
                    <a:pt x="116990" y="1020139"/>
                  </a:lnTo>
                  <a:lnTo>
                    <a:pt x="118163" y="1017313"/>
                  </a:lnTo>
                  <a:lnTo>
                    <a:pt x="119189" y="1014487"/>
                  </a:lnTo>
                  <a:lnTo>
                    <a:pt x="120108" y="1011661"/>
                  </a:lnTo>
                  <a:lnTo>
                    <a:pt x="120837" y="1008835"/>
                  </a:lnTo>
                  <a:lnTo>
                    <a:pt x="121431" y="1006009"/>
                  </a:lnTo>
                  <a:lnTo>
                    <a:pt x="121921" y="1003184"/>
                  </a:lnTo>
                  <a:lnTo>
                    <a:pt x="122219" y="1000358"/>
                  </a:lnTo>
                  <a:lnTo>
                    <a:pt x="122398" y="997532"/>
                  </a:lnTo>
                  <a:lnTo>
                    <a:pt x="122478" y="994706"/>
                  </a:lnTo>
                  <a:lnTo>
                    <a:pt x="122370" y="991880"/>
                  </a:lnTo>
                  <a:lnTo>
                    <a:pt x="122159" y="989054"/>
                  </a:lnTo>
                  <a:lnTo>
                    <a:pt x="121857" y="986228"/>
                  </a:lnTo>
                  <a:lnTo>
                    <a:pt x="121376" y="983402"/>
                  </a:lnTo>
                  <a:lnTo>
                    <a:pt x="120811" y="980577"/>
                  </a:lnTo>
                  <a:lnTo>
                    <a:pt x="120159" y="977751"/>
                  </a:lnTo>
                  <a:lnTo>
                    <a:pt x="119350" y="974925"/>
                  </a:lnTo>
                  <a:lnTo>
                    <a:pt x="118470" y="972099"/>
                  </a:lnTo>
                  <a:lnTo>
                    <a:pt x="117508" y="969273"/>
                  </a:lnTo>
                  <a:lnTo>
                    <a:pt x="116417" y="966447"/>
                  </a:lnTo>
                  <a:lnTo>
                    <a:pt x="115265" y="963621"/>
                  </a:lnTo>
                  <a:lnTo>
                    <a:pt x="114039" y="960796"/>
                  </a:lnTo>
                  <a:lnTo>
                    <a:pt x="112712" y="957970"/>
                  </a:lnTo>
                  <a:lnTo>
                    <a:pt x="111334" y="955144"/>
                  </a:lnTo>
                  <a:lnTo>
                    <a:pt x="109891" y="952318"/>
                  </a:lnTo>
                  <a:lnTo>
                    <a:pt x="108372" y="949492"/>
                  </a:lnTo>
                  <a:lnTo>
                    <a:pt x="106812" y="946666"/>
                  </a:lnTo>
                  <a:lnTo>
                    <a:pt x="105200" y="943840"/>
                  </a:lnTo>
                  <a:lnTo>
                    <a:pt x="103532" y="941014"/>
                  </a:lnTo>
                  <a:lnTo>
                    <a:pt x="101834" y="938189"/>
                  </a:lnTo>
                  <a:lnTo>
                    <a:pt x="100096" y="935363"/>
                  </a:lnTo>
                  <a:lnTo>
                    <a:pt x="98320" y="932537"/>
                  </a:lnTo>
                  <a:lnTo>
                    <a:pt x="96525" y="929711"/>
                  </a:lnTo>
                  <a:lnTo>
                    <a:pt x="94700" y="926885"/>
                  </a:lnTo>
                  <a:lnTo>
                    <a:pt x="92855" y="924059"/>
                  </a:lnTo>
                  <a:lnTo>
                    <a:pt x="90997" y="921233"/>
                  </a:lnTo>
                  <a:lnTo>
                    <a:pt x="89124" y="918407"/>
                  </a:lnTo>
                  <a:lnTo>
                    <a:pt x="87241" y="915582"/>
                  </a:lnTo>
                  <a:lnTo>
                    <a:pt x="85354" y="912756"/>
                  </a:lnTo>
                  <a:lnTo>
                    <a:pt x="83462" y="909930"/>
                  </a:lnTo>
                  <a:lnTo>
                    <a:pt x="81571" y="907104"/>
                  </a:lnTo>
                  <a:lnTo>
                    <a:pt x="79682" y="904278"/>
                  </a:lnTo>
                  <a:lnTo>
                    <a:pt x="77799" y="901452"/>
                  </a:lnTo>
                  <a:lnTo>
                    <a:pt x="75924" y="898626"/>
                  </a:lnTo>
                  <a:lnTo>
                    <a:pt x="74055" y="895801"/>
                  </a:lnTo>
                  <a:lnTo>
                    <a:pt x="72204" y="892975"/>
                  </a:lnTo>
                  <a:lnTo>
                    <a:pt x="70365" y="890149"/>
                  </a:lnTo>
                  <a:lnTo>
                    <a:pt x="68537" y="887323"/>
                  </a:lnTo>
                  <a:lnTo>
                    <a:pt x="66736" y="884497"/>
                  </a:lnTo>
                  <a:lnTo>
                    <a:pt x="64950" y="881671"/>
                  </a:lnTo>
                  <a:lnTo>
                    <a:pt x="63180" y="878845"/>
                  </a:lnTo>
                  <a:lnTo>
                    <a:pt x="61443" y="876019"/>
                  </a:lnTo>
                  <a:lnTo>
                    <a:pt x="59725" y="873194"/>
                  </a:lnTo>
                  <a:lnTo>
                    <a:pt x="58026" y="870368"/>
                  </a:lnTo>
                  <a:lnTo>
                    <a:pt x="57765" y="869924"/>
                  </a:lnTo>
                  <a:lnTo>
                    <a:pt x="56366" y="867542"/>
                  </a:lnTo>
                  <a:lnTo>
                    <a:pt x="54727" y="864716"/>
                  </a:lnTo>
                  <a:lnTo>
                    <a:pt x="53112" y="861890"/>
                  </a:lnTo>
                  <a:lnTo>
                    <a:pt x="51540" y="859064"/>
                  </a:lnTo>
                  <a:lnTo>
                    <a:pt x="49990" y="856238"/>
                  </a:lnTo>
                  <a:lnTo>
                    <a:pt x="48470" y="853412"/>
                  </a:lnTo>
                  <a:lnTo>
                    <a:pt x="46994" y="850587"/>
                  </a:lnTo>
                  <a:lnTo>
                    <a:pt x="45544" y="847761"/>
                  </a:lnTo>
                  <a:lnTo>
                    <a:pt x="44128" y="844935"/>
                  </a:lnTo>
                  <a:lnTo>
                    <a:pt x="42758" y="842109"/>
                  </a:lnTo>
                  <a:lnTo>
                    <a:pt x="41416" y="839283"/>
                  </a:lnTo>
                  <a:lnTo>
                    <a:pt x="40113" y="836457"/>
                  </a:lnTo>
                  <a:lnTo>
                    <a:pt x="38858" y="833631"/>
                  </a:lnTo>
                  <a:lnTo>
                    <a:pt x="37632" y="830805"/>
                  </a:lnTo>
                  <a:lnTo>
                    <a:pt x="36452" y="827980"/>
                  </a:lnTo>
                  <a:lnTo>
                    <a:pt x="35321" y="825154"/>
                  </a:lnTo>
                  <a:lnTo>
                    <a:pt x="34221" y="822328"/>
                  </a:lnTo>
                  <a:lnTo>
                    <a:pt x="33172" y="819502"/>
                  </a:lnTo>
                  <a:lnTo>
                    <a:pt x="32173" y="816676"/>
                  </a:lnTo>
                  <a:lnTo>
                    <a:pt x="31208" y="813850"/>
                  </a:lnTo>
                  <a:lnTo>
                    <a:pt x="30300" y="811024"/>
                  </a:lnTo>
                  <a:lnTo>
                    <a:pt x="29441" y="808199"/>
                  </a:lnTo>
                  <a:lnTo>
                    <a:pt x="28618" y="805373"/>
                  </a:lnTo>
                  <a:lnTo>
                    <a:pt x="27860" y="802547"/>
                  </a:lnTo>
                  <a:lnTo>
                    <a:pt x="27150" y="799721"/>
                  </a:lnTo>
                  <a:lnTo>
                    <a:pt x="26477" y="796895"/>
                  </a:lnTo>
                  <a:lnTo>
                    <a:pt x="25876" y="794069"/>
                  </a:lnTo>
                  <a:lnTo>
                    <a:pt x="25322" y="791243"/>
                  </a:lnTo>
                  <a:lnTo>
                    <a:pt x="24807" y="788417"/>
                  </a:lnTo>
                  <a:lnTo>
                    <a:pt x="24369" y="785592"/>
                  </a:lnTo>
                  <a:lnTo>
                    <a:pt x="23977" y="782766"/>
                  </a:lnTo>
                  <a:lnTo>
                    <a:pt x="23625" y="779940"/>
                  </a:lnTo>
                  <a:lnTo>
                    <a:pt x="23356" y="777114"/>
                  </a:lnTo>
                  <a:lnTo>
                    <a:pt x="23130" y="774288"/>
                  </a:lnTo>
                  <a:lnTo>
                    <a:pt x="22946" y="771462"/>
                  </a:lnTo>
                  <a:lnTo>
                    <a:pt x="22848" y="768636"/>
                  </a:lnTo>
                  <a:lnTo>
                    <a:pt x="22790" y="765810"/>
                  </a:lnTo>
                  <a:lnTo>
                    <a:pt x="22779" y="762985"/>
                  </a:lnTo>
                  <a:lnTo>
                    <a:pt x="22849" y="760159"/>
                  </a:lnTo>
                  <a:lnTo>
                    <a:pt x="22960" y="757333"/>
                  </a:lnTo>
                  <a:lnTo>
                    <a:pt x="23121" y="754507"/>
                  </a:lnTo>
                  <a:lnTo>
                    <a:pt x="23358" y="751681"/>
                  </a:lnTo>
                  <a:lnTo>
                    <a:pt x="23635" y="748855"/>
                  </a:lnTo>
                  <a:lnTo>
                    <a:pt x="23964" y="746029"/>
                  </a:lnTo>
                  <a:lnTo>
                    <a:pt x="24364" y="743203"/>
                  </a:lnTo>
                  <a:lnTo>
                    <a:pt x="24802" y="740378"/>
                  </a:lnTo>
                  <a:lnTo>
                    <a:pt x="25294" y="737552"/>
                  </a:lnTo>
                  <a:lnTo>
                    <a:pt x="25849" y="734726"/>
                  </a:lnTo>
                  <a:lnTo>
                    <a:pt x="26442" y="731900"/>
                  </a:lnTo>
                  <a:lnTo>
                    <a:pt x="27087" y="729074"/>
                  </a:lnTo>
                  <a:lnTo>
                    <a:pt x="27789" y="726248"/>
                  </a:lnTo>
                  <a:lnTo>
                    <a:pt x="28526" y="723422"/>
                  </a:lnTo>
                  <a:lnTo>
                    <a:pt x="29314" y="720597"/>
                  </a:lnTo>
                  <a:lnTo>
                    <a:pt x="30152" y="717771"/>
                  </a:lnTo>
                  <a:lnTo>
                    <a:pt x="31021" y="714945"/>
                  </a:lnTo>
                  <a:lnTo>
                    <a:pt x="31940" y="712119"/>
                  </a:lnTo>
                  <a:lnTo>
                    <a:pt x="32901" y="709293"/>
                  </a:lnTo>
                  <a:lnTo>
                    <a:pt x="33890" y="706467"/>
                  </a:lnTo>
                  <a:lnTo>
                    <a:pt x="34925" y="703641"/>
                  </a:lnTo>
                  <a:lnTo>
                    <a:pt x="35995" y="700815"/>
                  </a:lnTo>
                  <a:lnTo>
                    <a:pt x="37089" y="697990"/>
                  </a:lnTo>
                  <a:lnTo>
                    <a:pt x="38226" y="695164"/>
                  </a:lnTo>
                  <a:lnTo>
                    <a:pt x="39390" y="692338"/>
                  </a:lnTo>
                  <a:lnTo>
                    <a:pt x="40576" y="689512"/>
                  </a:lnTo>
                  <a:lnTo>
                    <a:pt x="41799" y="686686"/>
                  </a:lnTo>
                  <a:lnTo>
                    <a:pt x="43044" y="683860"/>
                  </a:lnTo>
                  <a:lnTo>
                    <a:pt x="44026" y="681662"/>
                  </a:lnTo>
                  <a:lnTo>
                    <a:pt x="44307" y="681034"/>
                  </a:lnTo>
                  <a:lnTo>
                    <a:pt x="45602" y="678208"/>
                  </a:lnTo>
                  <a:lnTo>
                    <a:pt x="46913" y="675383"/>
                  </a:lnTo>
                  <a:lnTo>
                    <a:pt x="48239" y="672557"/>
                  </a:lnTo>
                  <a:lnTo>
                    <a:pt x="49593" y="669731"/>
                  </a:lnTo>
                  <a:lnTo>
                    <a:pt x="50959" y="666905"/>
                  </a:lnTo>
                  <a:lnTo>
                    <a:pt x="52337" y="664079"/>
                  </a:lnTo>
                  <a:lnTo>
                    <a:pt x="53736" y="661253"/>
                  </a:lnTo>
                  <a:lnTo>
                    <a:pt x="55145" y="658427"/>
                  </a:lnTo>
                  <a:lnTo>
                    <a:pt x="56565" y="655601"/>
                  </a:lnTo>
                  <a:lnTo>
                    <a:pt x="58001" y="652776"/>
                  </a:lnTo>
                  <a:lnTo>
                    <a:pt x="59444" y="649950"/>
                  </a:lnTo>
                  <a:lnTo>
                    <a:pt x="60896" y="647124"/>
                  </a:lnTo>
                  <a:lnTo>
                    <a:pt x="62362" y="644298"/>
                  </a:lnTo>
                  <a:lnTo>
                    <a:pt x="63833" y="641472"/>
                  </a:lnTo>
                  <a:lnTo>
                    <a:pt x="65312" y="638646"/>
                  </a:lnTo>
                  <a:lnTo>
                    <a:pt x="66802" y="635820"/>
                  </a:lnTo>
                  <a:lnTo>
                    <a:pt x="68297" y="632995"/>
                  </a:lnTo>
                  <a:lnTo>
                    <a:pt x="69801" y="630169"/>
                  </a:lnTo>
                  <a:lnTo>
                    <a:pt x="71313" y="627343"/>
                  </a:lnTo>
                  <a:lnTo>
                    <a:pt x="72831" y="624517"/>
                  </a:lnTo>
                  <a:lnTo>
                    <a:pt x="74357" y="621691"/>
                  </a:lnTo>
                  <a:lnTo>
                    <a:pt x="75893" y="618865"/>
                  </a:lnTo>
                  <a:lnTo>
                    <a:pt x="77434" y="616039"/>
                  </a:lnTo>
                  <a:lnTo>
                    <a:pt x="78986" y="613213"/>
                  </a:lnTo>
                  <a:lnTo>
                    <a:pt x="80548" y="610388"/>
                  </a:lnTo>
                  <a:lnTo>
                    <a:pt x="82116" y="607562"/>
                  </a:lnTo>
                  <a:lnTo>
                    <a:pt x="83698" y="604736"/>
                  </a:lnTo>
                  <a:lnTo>
                    <a:pt x="85291" y="601910"/>
                  </a:lnTo>
                  <a:lnTo>
                    <a:pt x="86892" y="599084"/>
                  </a:lnTo>
                  <a:lnTo>
                    <a:pt x="88509" y="596258"/>
                  </a:lnTo>
                  <a:lnTo>
                    <a:pt x="90140" y="593432"/>
                  </a:lnTo>
                  <a:lnTo>
                    <a:pt x="91781" y="590606"/>
                  </a:lnTo>
                  <a:lnTo>
                    <a:pt x="93443" y="587781"/>
                  </a:lnTo>
                  <a:lnTo>
                    <a:pt x="95119" y="584955"/>
                  </a:lnTo>
                  <a:lnTo>
                    <a:pt x="96808" y="582129"/>
                  </a:lnTo>
                  <a:lnTo>
                    <a:pt x="98523" y="579303"/>
                  </a:lnTo>
                  <a:lnTo>
                    <a:pt x="100254" y="576477"/>
                  </a:lnTo>
                  <a:lnTo>
                    <a:pt x="101999" y="573651"/>
                  </a:lnTo>
                  <a:lnTo>
                    <a:pt x="103776" y="570825"/>
                  </a:lnTo>
                  <a:lnTo>
                    <a:pt x="105570" y="568000"/>
                  </a:lnTo>
                  <a:lnTo>
                    <a:pt x="107381" y="565174"/>
                  </a:lnTo>
                  <a:lnTo>
                    <a:pt x="109228" y="562348"/>
                  </a:lnTo>
                  <a:lnTo>
                    <a:pt x="111094" y="559522"/>
                  </a:lnTo>
                  <a:lnTo>
                    <a:pt x="112980" y="556696"/>
                  </a:lnTo>
                  <a:lnTo>
                    <a:pt x="114905" y="553870"/>
                  </a:lnTo>
                  <a:lnTo>
                    <a:pt x="116850" y="551044"/>
                  </a:lnTo>
                  <a:lnTo>
                    <a:pt x="118818" y="548218"/>
                  </a:lnTo>
                  <a:lnTo>
                    <a:pt x="120826" y="545393"/>
                  </a:lnTo>
                  <a:lnTo>
                    <a:pt x="122854" y="542567"/>
                  </a:lnTo>
                  <a:lnTo>
                    <a:pt x="124910" y="539741"/>
                  </a:lnTo>
                  <a:lnTo>
                    <a:pt x="127004" y="536915"/>
                  </a:lnTo>
                  <a:lnTo>
                    <a:pt x="129121" y="534089"/>
                  </a:lnTo>
                  <a:lnTo>
                    <a:pt x="131266" y="531263"/>
                  </a:lnTo>
                  <a:lnTo>
                    <a:pt x="133449" y="528437"/>
                  </a:lnTo>
                  <a:lnTo>
                    <a:pt x="135654" y="525611"/>
                  </a:lnTo>
                  <a:lnTo>
                    <a:pt x="137889" y="522786"/>
                  </a:lnTo>
                  <a:lnTo>
                    <a:pt x="140159" y="519960"/>
                  </a:lnTo>
                  <a:lnTo>
                    <a:pt x="142449" y="517134"/>
                  </a:lnTo>
                  <a:lnTo>
                    <a:pt x="144771" y="514308"/>
                  </a:lnTo>
                  <a:lnTo>
                    <a:pt x="147123" y="511482"/>
                  </a:lnTo>
                  <a:lnTo>
                    <a:pt x="149494" y="508656"/>
                  </a:lnTo>
                  <a:lnTo>
                    <a:pt x="151895" y="505830"/>
                  </a:lnTo>
                  <a:lnTo>
                    <a:pt x="154321" y="503004"/>
                  </a:lnTo>
                  <a:lnTo>
                    <a:pt x="156765" y="500179"/>
                  </a:lnTo>
                  <a:lnTo>
                    <a:pt x="159235" y="497353"/>
                  </a:lnTo>
                  <a:lnTo>
                    <a:pt x="161725" y="494527"/>
                  </a:lnTo>
                  <a:lnTo>
                    <a:pt x="164230" y="491701"/>
                  </a:lnTo>
                  <a:lnTo>
                    <a:pt x="166756" y="488875"/>
                  </a:lnTo>
                  <a:lnTo>
                    <a:pt x="169296" y="486049"/>
                  </a:lnTo>
                  <a:lnTo>
                    <a:pt x="171847" y="483223"/>
                  </a:lnTo>
                  <a:lnTo>
                    <a:pt x="174413" y="480398"/>
                  </a:lnTo>
                  <a:lnTo>
                    <a:pt x="176988" y="477572"/>
                  </a:lnTo>
                  <a:lnTo>
                    <a:pt x="179568" y="474746"/>
                  </a:lnTo>
                  <a:lnTo>
                    <a:pt x="182156" y="471920"/>
                  </a:lnTo>
                  <a:lnTo>
                    <a:pt x="184746" y="469094"/>
                  </a:lnTo>
                  <a:lnTo>
                    <a:pt x="187337" y="466268"/>
                  </a:lnTo>
                  <a:lnTo>
                    <a:pt x="189926" y="463442"/>
                  </a:lnTo>
                  <a:lnTo>
                    <a:pt x="192512" y="460616"/>
                  </a:lnTo>
                  <a:lnTo>
                    <a:pt x="195094" y="457791"/>
                  </a:lnTo>
                  <a:lnTo>
                    <a:pt x="197663" y="454965"/>
                  </a:lnTo>
                  <a:lnTo>
                    <a:pt x="200224" y="452139"/>
                  </a:lnTo>
                  <a:lnTo>
                    <a:pt x="202775" y="449313"/>
                  </a:lnTo>
                  <a:lnTo>
                    <a:pt x="205303" y="446487"/>
                  </a:lnTo>
                  <a:lnTo>
                    <a:pt x="207818" y="443661"/>
                  </a:lnTo>
                  <a:lnTo>
                    <a:pt x="210316" y="440835"/>
                  </a:lnTo>
                  <a:lnTo>
                    <a:pt x="212783" y="438009"/>
                  </a:lnTo>
                  <a:lnTo>
                    <a:pt x="215232" y="435184"/>
                  </a:lnTo>
                  <a:lnTo>
                    <a:pt x="217657" y="432358"/>
                  </a:lnTo>
                  <a:lnTo>
                    <a:pt x="220043" y="429532"/>
                  </a:lnTo>
                  <a:lnTo>
                    <a:pt x="222407" y="426706"/>
                  </a:lnTo>
                  <a:lnTo>
                    <a:pt x="224738" y="423880"/>
                  </a:lnTo>
                  <a:lnTo>
                    <a:pt x="227026" y="421054"/>
                  </a:lnTo>
                  <a:lnTo>
                    <a:pt x="229287" y="418228"/>
                  </a:lnTo>
                  <a:lnTo>
                    <a:pt x="231508" y="415402"/>
                  </a:lnTo>
                  <a:lnTo>
                    <a:pt x="233681" y="412577"/>
                  </a:lnTo>
                  <a:lnTo>
                    <a:pt x="235824" y="409751"/>
                  </a:lnTo>
                  <a:lnTo>
                    <a:pt x="237920" y="406925"/>
                  </a:lnTo>
                  <a:lnTo>
                    <a:pt x="239966" y="404099"/>
                  </a:lnTo>
                  <a:lnTo>
                    <a:pt x="241979" y="401273"/>
                  </a:lnTo>
                  <a:lnTo>
                    <a:pt x="243937" y="398447"/>
                  </a:lnTo>
                  <a:lnTo>
                    <a:pt x="245846" y="395621"/>
                  </a:lnTo>
                  <a:lnTo>
                    <a:pt x="247719" y="392796"/>
                  </a:lnTo>
                  <a:lnTo>
                    <a:pt x="249532" y="389970"/>
                  </a:lnTo>
                  <a:lnTo>
                    <a:pt x="251296" y="387144"/>
                  </a:lnTo>
                  <a:lnTo>
                    <a:pt x="253024" y="384318"/>
                  </a:lnTo>
                  <a:lnTo>
                    <a:pt x="254687" y="381492"/>
                  </a:lnTo>
                  <a:lnTo>
                    <a:pt x="256303" y="378666"/>
                  </a:lnTo>
                  <a:lnTo>
                    <a:pt x="257883" y="375840"/>
                  </a:lnTo>
                  <a:lnTo>
                    <a:pt x="259394" y="373014"/>
                  </a:lnTo>
                  <a:lnTo>
                    <a:pt x="260861" y="370189"/>
                  </a:lnTo>
                  <a:lnTo>
                    <a:pt x="262293" y="367363"/>
                  </a:lnTo>
                  <a:lnTo>
                    <a:pt x="263654" y="364537"/>
                  </a:lnTo>
                  <a:lnTo>
                    <a:pt x="264976" y="361711"/>
                  </a:lnTo>
                  <a:lnTo>
                    <a:pt x="266262" y="358885"/>
                  </a:lnTo>
                  <a:lnTo>
                    <a:pt x="267478" y="356059"/>
                  </a:lnTo>
                  <a:lnTo>
                    <a:pt x="268660" y="353233"/>
                  </a:lnTo>
                  <a:lnTo>
                    <a:pt x="269806" y="350407"/>
                  </a:lnTo>
                  <a:lnTo>
                    <a:pt x="270886" y="347582"/>
                  </a:lnTo>
                  <a:lnTo>
                    <a:pt x="271935" y="344756"/>
                  </a:lnTo>
                  <a:lnTo>
                    <a:pt x="272947" y="341930"/>
                  </a:lnTo>
                  <a:lnTo>
                    <a:pt x="273902" y="339104"/>
                  </a:lnTo>
                  <a:lnTo>
                    <a:pt x="274828" y="336278"/>
                  </a:lnTo>
                  <a:lnTo>
                    <a:pt x="275718" y="333452"/>
                  </a:lnTo>
                  <a:lnTo>
                    <a:pt x="276558" y="330626"/>
                  </a:lnTo>
                  <a:lnTo>
                    <a:pt x="277371" y="327800"/>
                  </a:lnTo>
                  <a:lnTo>
                    <a:pt x="278151" y="324975"/>
                  </a:lnTo>
                  <a:lnTo>
                    <a:pt x="278888" y="322149"/>
                  </a:lnTo>
                  <a:lnTo>
                    <a:pt x="279602" y="319323"/>
                  </a:lnTo>
                  <a:lnTo>
                    <a:pt x="280284" y="316497"/>
                  </a:lnTo>
                  <a:lnTo>
                    <a:pt x="280930" y="313671"/>
                  </a:lnTo>
                  <a:lnTo>
                    <a:pt x="281556" y="310845"/>
                  </a:lnTo>
                  <a:lnTo>
                    <a:pt x="282154" y="308019"/>
                  </a:lnTo>
                  <a:lnTo>
                    <a:pt x="282722" y="305194"/>
                  </a:lnTo>
                  <a:lnTo>
                    <a:pt x="283274" y="302368"/>
                  </a:lnTo>
                  <a:lnTo>
                    <a:pt x="283799" y="299542"/>
                  </a:lnTo>
                  <a:lnTo>
                    <a:pt x="284302" y="296716"/>
                  </a:lnTo>
                  <a:lnTo>
                    <a:pt x="284791" y="293890"/>
                  </a:lnTo>
                  <a:lnTo>
                    <a:pt x="285257" y="291064"/>
                  </a:lnTo>
                  <a:lnTo>
                    <a:pt x="285706" y="288238"/>
                  </a:lnTo>
                  <a:lnTo>
                    <a:pt x="286143" y="285412"/>
                  </a:lnTo>
                  <a:lnTo>
                    <a:pt x="286562" y="282587"/>
                  </a:lnTo>
                  <a:lnTo>
                    <a:pt x="286967" y="279761"/>
                  </a:lnTo>
                  <a:lnTo>
                    <a:pt x="287363" y="276935"/>
                  </a:lnTo>
                  <a:lnTo>
                    <a:pt x="287744" y="274109"/>
                  </a:lnTo>
                  <a:lnTo>
                    <a:pt x="288116" y="271283"/>
                  </a:lnTo>
                  <a:lnTo>
                    <a:pt x="288480" y="268457"/>
                  </a:lnTo>
                  <a:lnTo>
                    <a:pt x="288832" y="265631"/>
                  </a:lnTo>
                  <a:lnTo>
                    <a:pt x="289178" y="262805"/>
                  </a:lnTo>
                  <a:lnTo>
                    <a:pt x="289518" y="259980"/>
                  </a:lnTo>
                  <a:lnTo>
                    <a:pt x="289848" y="257154"/>
                  </a:lnTo>
                  <a:lnTo>
                    <a:pt x="290174" y="254328"/>
                  </a:lnTo>
                  <a:lnTo>
                    <a:pt x="290497" y="251502"/>
                  </a:lnTo>
                  <a:lnTo>
                    <a:pt x="290812" y="248676"/>
                  </a:lnTo>
                  <a:lnTo>
                    <a:pt x="291124" y="245850"/>
                  </a:lnTo>
                  <a:lnTo>
                    <a:pt x="291432" y="243024"/>
                  </a:lnTo>
                  <a:lnTo>
                    <a:pt x="291736" y="240199"/>
                  </a:lnTo>
                  <a:lnTo>
                    <a:pt x="292038" y="237373"/>
                  </a:lnTo>
                  <a:lnTo>
                    <a:pt x="292337" y="234547"/>
                  </a:lnTo>
                  <a:lnTo>
                    <a:pt x="292633" y="231721"/>
                  </a:lnTo>
                  <a:lnTo>
                    <a:pt x="292927" y="228895"/>
                  </a:lnTo>
                  <a:lnTo>
                    <a:pt x="293218" y="226069"/>
                  </a:lnTo>
                  <a:lnTo>
                    <a:pt x="293507" y="223243"/>
                  </a:lnTo>
                  <a:lnTo>
                    <a:pt x="293795" y="220417"/>
                  </a:lnTo>
                  <a:lnTo>
                    <a:pt x="294081" y="217592"/>
                  </a:lnTo>
                  <a:lnTo>
                    <a:pt x="294364" y="214766"/>
                  </a:lnTo>
                  <a:lnTo>
                    <a:pt x="294645" y="211940"/>
                  </a:lnTo>
                  <a:lnTo>
                    <a:pt x="294925" y="209114"/>
                  </a:lnTo>
                  <a:lnTo>
                    <a:pt x="295202" y="206288"/>
                  </a:lnTo>
                  <a:lnTo>
                    <a:pt x="295477" y="203462"/>
                  </a:lnTo>
                  <a:lnTo>
                    <a:pt x="295750" y="200636"/>
                  </a:lnTo>
                  <a:lnTo>
                    <a:pt x="296020" y="197810"/>
                  </a:lnTo>
                  <a:lnTo>
                    <a:pt x="296289" y="194985"/>
                  </a:lnTo>
                  <a:lnTo>
                    <a:pt x="296554" y="192159"/>
                  </a:lnTo>
                  <a:lnTo>
                    <a:pt x="296816" y="189333"/>
                  </a:lnTo>
                  <a:lnTo>
                    <a:pt x="297077" y="186507"/>
                  </a:lnTo>
                  <a:lnTo>
                    <a:pt x="297333" y="183681"/>
                  </a:lnTo>
                  <a:lnTo>
                    <a:pt x="297586" y="180855"/>
                  </a:lnTo>
                  <a:lnTo>
                    <a:pt x="297836" y="178029"/>
                  </a:lnTo>
                  <a:lnTo>
                    <a:pt x="298082" y="175203"/>
                  </a:lnTo>
                  <a:lnTo>
                    <a:pt x="298324" y="172378"/>
                  </a:lnTo>
                  <a:lnTo>
                    <a:pt x="298563" y="169552"/>
                  </a:lnTo>
                  <a:lnTo>
                    <a:pt x="298797" y="166726"/>
                  </a:lnTo>
                  <a:lnTo>
                    <a:pt x="299027" y="163900"/>
                  </a:lnTo>
                  <a:lnTo>
                    <a:pt x="299254" y="161074"/>
                  </a:lnTo>
                  <a:lnTo>
                    <a:pt x="299474" y="158248"/>
                  </a:lnTo>
                  <a:lnTo>
                    <a:pt x="299690" y="155422"/>
                  </a:lnTo>
                  <a:lnTo>
                    <a:pt x="299903" y="152597"/>
                  </a:lnTo>
                  <a:lnTo>
                    <a:pt x="300108" y="149771"/>
                  </a:lnTo>
                  <a:lnTo>
                    <a:pt x="300310" y="146945"/>
                  </a:lnTo>
                  <a:lnTo>
                    <a:pt x="300508" y="144119"/>
                  </a:lnTo>
                  <a:lnTo>
                    <a:pt x="300698" y="141293"/>
                  </a:lnTo>
                  <a:lnTo>
                    <a:pt x="300884" y="138467"/>
                  </a:lnTo>
                  <a:lnTo>
                    <a:pt x="301066" y="135641"/>
                  </a:lnTo>
                  <a:lnTo>
                    <a:pt x="301240" y="132815"/>
                  </a:lnTo>
                  <a:lnTo>
                    <a:pt x="301411" y="129990"/>
                  </a:lnTo>
                  <a:lnTo>
                    <a:pt x="301577" y="127164"/>
                  </a:lnTo>
                  <a:lnTo>
                    <a:pt x="301735" y="124338"/>
                  </a:lnTo>
                  <a:lnTo>
                    <a:pt x="301889" y="121512"/>
                  </a:lnTo>
                  <a:lnTo>
                    <a:pt x="302039" y="118686"/>
                  </a:lnTo>
                  <a:lnTo>
                    <a:pt x="302181" y="115860"/>
                  </a:lnTo>
                  <a:lnTo>
                    <a:pt x="302320" y="113034"/>
                  </a:lnTo>
                  <a:lnTo>
                    <a:pt x="302453" y="110208"/>
                  </a:lnTo>
                  <a:lnTo>
                    <a:pt x="302580" y="107383"/>
                  </a:lnTo>
                  <a:lnTo>
                    <a:pt x="302704" y="104557"/>
                  </a:lnTo>
                  <a:lnTo>
                    <a:pt x="302821" y="101731"/>
                  </a:lnTo>
                  <a:lnTo>
                    <a:pt x="302933" y="98905"/>
                  </a:lnTo>
                  <a:lnTo>
                    <a:pt x="303042" y="96079"/>
                  </a:lnTo>
                  <a:lnTo>
                    <a:pt x="303145" y="93253"/>
                  </a:lnTo>
                  <a:lnTo>
                    <a:pt x="303243" y="90427"/>
                  </a:lnTo>
                  <a:lnTo>
                    <a:pt x="303338" y="87601"/>
                  </a:lnTo>
                  <a:lnTo>
                    <a:pt x="303427" y="84776"/>
                  </a:lnTo>
                  <a:lnTo>
                    <a:pt x="303512" y="81950"/>
                  </a:lnTo>
                  <a:lnTo>
                    <a:pt x="303594" y="79124"/>
                  </a:lnTo>
                  <a:lnTo>
                    <a:pt x="303670" y="76298"/>
                  </a:lnTo>
                  <a:lnTo>
                    <a:pt x="303743" y="73472"/>
                  </a:lnTo>
                  <a:lnTo>
                    <a:pt x="303813" y="70646"/>
                  </a:lnTo>
                  <a:lnTo>
                    <a:pt x="303878" y="67820"/>
                  </a:lnTo>
                  <a:lnTo>
                    <a:pt x="303940" y="64995"/>
                  </a:lnTo>
                  <a:lnTo>
                    <a:pt x="303999" y="62169"/>
                  </a:lnTo>
                  <a:lnTo>
                    <a:pt x="304054" y="59343"/>
                  </a:lnTo>
                  <a:lnTo>
                    <a:pt x="304106" y="56517"/>
                  </a:lnTo>
                  <a:lnTo>
                    <a:pt x="304156" y="53691"/>
                  </a:lnTo>
                  <a:lnTo>
                    <a:pt x="304201" y="50865"/>
                  </a:lnTo>
                  <a:lnTo>
                    <a:pt x="304245" y="48039"/>
                  </a:lnTo>
                  <a:lnTo>
                    <a:pt x="304286" y="45213"/>
                  </a:lnTo>
                  <a:lnTo>
                    <a:pt x="304324" y="42388"/>
                  </a:lnTo>
                  <a:lnTo>
                    <a:pt x="304360" y="39562"/>
                  </a:lnTo>
                  <a:lnTo>
                    <a:pt x="304394" y="36736"/>
                  </a:lnTo>
                  <a:lnTo>
                    <a:pt x="304425" y="33910"/>
                  </a:lnTo>
                  <a:lnTo>
                    <a:pt x="304454" y="31084"/>
                  </a:lnTo>
                  <a:lnTo>
                    <a:pt x="304482" y="28258"/>
                  </a:lnTo>
                  <a:lnTo>
                    <a:pt x="304507" y="25432"/>
                  </a:lnTo>
                  <a:lnTo>
                    <a:pt x="304531" y="22606"/>
                  </a:lnTo>
                  <a:lnTo>
                    <a:pt x="304553" y="19781"/>
                  </a:lnTo>
                  <a:lnTo>
                    <a:pt x="304573" y="16955"/>
                  </a:lnTo>
                  <a:lnTo>
                    <a:pt x="304593" y="14129"/>
                  </a:lnTo>
                  <a:lnTo>
                    <a:pt x="304611" y="11303"/>
                  </a:lnTo>
                  <a:lnTo>
                    <a:pt x="304627" y="8477"/>
                  </a:lnTo>
                  <a:lnTo>
                    <a:pt x="304642" y="5651"/>
                  </a:lnTo>
                  <a:lnTo>
                    <a:pt x="304656" y="2825"/>
                  </a:lnTo>
                  <a:lnTo>
                    <a:pt x="304669" y="0"/>
                  </a:lnTo>
                  <a:lnTo>
                    <a:pt x="304945" y="0"/>
                  </a:lnTo>
                  <a:lnTo>
                    <a:pt x="304958" y="2825"/>
                  </a:lnTo>
                  <a:lnTo>
                    <a:pt x="304972" y="5651"/>
                  </a:lnTo>
                  <a:lnTo>
                    <a:pt x="304988" y="8477"/>
                  </a:lnTo>
                  <a:lnTo>
                    <a:pt x="305004" y="11303"/>
                  </a:lnTo>
                  <a:lnTo>
                    <a:pt x="305022" y="14129"/>
                  </a:lnTo>
                  <a:lnTo>
                    <a:pt x="305041" y="16955"/>
                  </a:lnTo>
                  <a:lnTo>
                    <a:pt x="305061" y="19781"/>
                  </a:lnTo>
                  <a:lnTo>
                    <a:pt x="305083" y="22606"/>
                  </a:lnTo>
                  <a:lnTo>
                    <a:pt x="305107" y="25432"/>
                  </a:lnTo>
                  <a:lnTo>
                    <a:pt x="305132" y="28258"/>
                  </a:lnTo>
                  <a:lnTo>
                    <a:pt x="305160" y="31084"/>
                  </a:lnTo>
                  <a:lnTo>
                    <a:pt x="305189" y="33910"/>
                  </a:lnTo>
                  <a:lnTo>
                    <a:pt x="305220" y="36736"/>
                  </a:lnTo>
                  <a:lnTo>
                    <a:pt x="305254" y="39562"/>
                  </a:lnTo>
                  <a:lnTo>
                    <a:pt x="305290" y="42388"/>
                  </a:lnTo>
                  <a:lnTo>
                    <a:pt x="305328" y="45213"/>
                  </a:lnTo>
                  <a:lnTo>
                    <a:pt x="305369" y="48039"/>
                  </a:lnTo>
                  <a:lnTo>
                    <a:pt x="305413" y="50865"/>
                  </a:lnTo>
                  <a:lnTo>
                    <a:pt x="305458" y="53691"/>
                  </a:lnTo>
                  <a:lnTo>
                    <a:pt x="305508" y="56517"/>
                  </a:lnTo>
                  <a:lnTo>
                    <a:pt x="305560" y="59343"/>
                  </a:lnTo>
                  <a:lnTo>
                    <a:pt x="305615" y="62169"/>
                  </a:lnTo>
                  <a:lnTo>
                    <a:pt x="305674" y="64995"/>
                  </a:lnTo>
                  <a:lnTo>
                    <a:pt x="305736" y="67820"/>
                  </a:lnTo>
                  <a:lnTo>
                    <a:pt x="305801" y="70646"/>
                  </a:lnTo>
                  <a:lnTo>
                    <a:pt x="305871" y="73472"/>
                  </a:lnTo>
                  <a:lnTo>
                    <a:pt x="305944" y="76298"/>
                  </a:lnTo>
                  <a:lnTo>
                    <a:pt x="306021" y="79124"/>
                  </a:lnTo>
                  <a:lnTo>
                    <a:pt x="306102" y="81950"/>
                  </a:lnTo>
                  <a:lnTo>
                    <a:pt x="306187" y="84776"/>
                  </a:lnTo>
                  <a:lnTo>
                    <a:pt x="306277" y="87601"/>
                  </a:lnTo>
                  <a:lnTo>
                    <a:pt x="306371" y="90427"/>
                  </a:lnTo>
                  <a:lnTo>
                    <a:pt x="306469" y="93253"/>
                  </a:lnTo>
                  <a:lnTo>
                    <a:pt x="306572" y="96079"/>
                  </a:lnTo>
                  <a:lnTo>
                    <a:pt x="306681" y="98905"/>
                  </a:lnTo>
                  <a:lnTo>
                    <a:pt x="306793" y="101731"/>
                  </a:lnTo>
                  <a:lnTo>
                    <a:pt x="306911" y="104557"/>
                  </a:lnTo>
                  <a:lnTo>
                    <a:pt x="307034" y="107383"/>
                  </a:lnTo>
                  <a:lnTo>
                    <a:pt x="307161" y="110208"/>
                  </a:lnTo>
                  <a:lnTo>
                    <a:pt x="307294" y="113034"/>
                  </a:lnTo>
                  <a:lnTo>
                    <a:pt x="307433" y="115860"/>
                  </a:lnTo>
                  <a:lnTo>
                    <a:pt x="307575" y="118686"/>
                  </a:lnTo>
                  <a:lnTo>
                    <a:pt x="307725" y="121512"/>
                  </a:lnTo>
                  <a:lnTo>
                    <a:pt x="307879" y="124338"/>
                  </a:lnTo>
                  <a:lnTo>
                    <a:pt x="308038" y="127164"/>
                  </a:lnTo>
                  <a:lnTo>
                    <a:pt x="308203" y="129990"/>
                  </a:lnTo>
                  <a:lnTo>
                    <a:pt x="308374" y="132815"/>
                  </a:lnTo>
                  <a:lnTo>
                    <a:pt x="308548" y="135641"/>
                  </a:lnTo>
                  <a:lnTo>
                    <a:pt x="308730" y="138467"/>
                  </a:lnTo>
                  <a:lnTo>
                    <a:pt x="308916" y="141293"/>
                  </a:lnTo>
                  <a:lnTo>
                    <a:pt x="309106" y="144119"/>
                  </a:lnTo>
                  <a:lnTo>
                    <a:pt x="309304" y="146945"/>
                  </a:lnTo>
                  <a:lnTo>
                    <a:pt x="309506" y="149771"/>
                  </a:lnTo>
                  <a:lnTo>
                    <a:pt x="309711" y="152597"/>
                  </a:lnTo>
                  <a:lnTo>
                    <a:pt x="309924" y="155422"/>
                  </a:lnTo>
                  <a:lnTo>
                    <a:pt x="310141" y="158248"/>
                  </a:lnTo>
                  <a:lnTo>
                    <a:pt x="310361" y="161074"/>
                  </a:lnTo>
                  <a:lnTo>
                    <a:pt x="310587" y="163900"/>
                  </a:lnTo>
                  <a:lnTo>
                    <a:pt x="310817" y="166726"/>
                  </a:lnTo>
                  <a:lnTo>
                    <a:pt x="311051" y="169552"/>
                  </a:lnTo>
                  <a:lnTo>
                    <a:pt x="311290" y="172378"/>
                  </a:lnTo>
                  <a:lnTo>
                    <a:pt x="311532" y="175203"/>
                  </a:lnTo>
                  <a:lnTo>
                    <a:pt x="311778" y="178029"/>
                  </a:lnTo>
                  <a:lnTo>
                    <a:pt x="312028" y="180855"/>
                  </a:lnTo>
                  <a:lnTo>
                    <a:pt x="312281" y="183681"/>
                  </a:lnTo>
                  <a:lnTo>
                    <a:pt x="312538" y="186507"/>
                  </a:lnTo>
                  <a:lnTo>
                    <a:pt x="312798" y="189333"/>
                  </a:lnTo>
                  <a:lnTo>
                    <a:pt x="313060" y="192159"/>
                  </a:lnTo>
                  <a:lnTo>
                    <a:pt x="313325" y="194985"/>
                  </a:lnTo>
                  <a:lnTo>
                    <a:pt x="313594" y="197810"/>
                  </a:lnTo>
                  <a:lnTo>
                    <a:pt x="313864" y="200636"/>
                  </a:lnTo>
                  <a:lnTo>
                    <a:pt x="314137" y="203462"/>
                  </a:lnTo>
                  <a:lnTo>
                    <a:pt x="314412" y="206288"/>
                  </a:lnTo>
                  <a:lnTo>
                    <a:pt x="314689" y="209114"/>
                  </a:lnTo>
                  <a:lnTo>
                    <a:pt x="314969" y="211940"/>
                  </a:lnTo>
                  <a:lnTo>
                    <a:pt x="315251" y="214766"/>
                  </a:lnTo>
                  <a:lnTo>
                    <a:pt x="315534" y="217592"/>
                  </a:lnTo>
                  <a:lnTo>
                    <a:pt x="315819" y="220417"/>
                  </a:lnTo>
                  <a:lnTo>
                    <a:pt x="316107" y="223243"/>
                  </a:lnTo>
                  <a:lnTo>
                    <a:pt x="316396" y="226069"/>
                  </a:lnTo>
                  <a:lnTo>
                    <a:pt x="316688" y="228895"/>
                  </a:lnTo>
                  <a:lnTo>
                    <a:pt x="316981" y="231721"/>
                  </a:lnTo>
                  <a:lnTo>
                    <a:pt x="317277" y="234547"/>
                  </a:lnTo>
                  <a:lnTo>
                    <a:pt x="317576" y="237373"/>
                  </a:lnTo>
                  <a:lnTo>
                    <a:pt x="317878" y="240199"/>
                  </a:lnTo>
                  <a:lnTo>
                    <a:pt x="318182" y="243024"/>
                  </a:lnTo>
                  <a:lnTo>
                    <a:pt x="318491" y="245850"/>
                  </a:lnTo>
                  <a:lnTo>
                    <a:pt x="318803" y="248676"/>
                  </a:lnTo>
                  <a:lnTo>
                    <a:pt x="319118" y="251502"/>
                  </a:lnTo>
                  <a:lnTo>
                    <a:pt x="319440" y="254328"/>
                  </a:lnTo>
                  <a:lnTo>
                    <a:pt x="319766" y="257154"/>
                  </a:lnTo>
                  <a:lnTo>
                    <a:pt x="320097" y="259980"/>
                  </a:lnTo>
                  <a:lnTo>
                    <a:pt x="320437" y="262805"/>
                  </a:lnTo>
                  <a:lnTo>
                    <a:pt x="320782" y="265631"/>
                  </a:lnTo>
                  <a:lnTo>
                    <a:pt x="321134" y="268457"/>
                  </a:lnTo>
                  <a:lnTo>
                    <a:pt x="321499" y="271283"/>
                  </a:lnTo>
                  <a:lnTo>
                    <a:pt x="321870" y="274109"/>
                  </a:lnTo>
                  <a:lnTo>
                    <a:pt x="322251" y="276935"/>
                  </a:lnTo>
                  <a:lnTo>
                    <a:pt x="322647" y="279761"/>
                  </a:lnTo>
                  <a:lnTo>
                    <a:pt x="323053" y="282587"/>
                  </a:lnTo>
                  <a:lnTo>
                    <a:pt x="323471" y="285412"/>
                  </a:lnTo>
                  <a:lnTo>
                    <a:pt x="323908" y="288238"/>
                  </a:lnTo>
                  <a:lnTo>
                    <a:pt x="324357" y="291064"/>
                  </a:lnTo>
                  <a:lnTo>
                    <a:pt x="324823" y="293890"/>
                  </a:lnTo>
                  <a:lnTo>
                    <a:pt x="325312" y="296716"/>
                  </a:lnTo>
                  <a:lnTo>
                    <a:pt x="325815" y="299542"/>
                  </a:lnTo>
                  <a:lnTo>
                    <a:pt x="326341" y="302368"/>
                  </a:lnTo>
                  <a:lnTo>
                    <a:pt x="326892" y="305194"/>
                  </a:lnTo>
                  <a:lnTo>
                    <a:pt x="327461" y="308019"/>
                  </a:lnTo>
                  <a:lnTo>
                    <a:pt x="328058" y="310845"/>
                  </a:lnTo>
                  <a:lnTo>
                    <a:pt x="328684" y="313671"/>
                  </a:lnTo>
                  <a:lnTo>
                    <a:pt x="329331" y="316497"/>
                  </a:lnTo>
                  <a:lnTo>
                    <a:pt x="330013" y="319323"/>
                  </a:lnTo>
                  <a:lnTo>
                    <a:pt x="330726" y="322149"/>
                  </a:lnTo>
                  <a:lnTo>
                    <a:pt x="331463" y="324975"/>
                  </a:lnTo>
                  <a:lnTo>
                    <a:pt x="332243" y="327800"/>
                  </a:lnTo>
                  <a:lnTo>
                    <a:pt x="333057" y="330626"/>
                  </a:lnTo>
                  <a:lnTo>
                    <a:pt x="333896" y="333452"/>
                  </a:lnTo>
                  <a:lnTo>
                    <a:pt x="334787" y="336278"/>
                  </a:lnTo>
                  <a:lnTo>
                    <a:pt x="335712" y="339104"/>
                  </a:lnTo>
                  <a:lnTo>
                    <a:pt x="336667" y="341930"/>
                  </a:lnTo>
                  <a:lnTo>
                    <a:pt x="337680" y="344756"/>
                  </a:lnTo>
                  <a:lnTo>
                    <a:pt x="338728" y="347582"/>
                  </a:lnTo>
                  <a:lnTo>
                    <a:pt x="339809" y="350407"/>
                  </a:lnTo>
                  <a:lnTo>
                    <a:pt x="340954" y="353233"/>
                  </a:lnTo>
                  <a:lnTo>
                    <a:pt x="342136" y="356059"/>
                  </a:lnTo>
                  <a:lnTo>
                    <a:pt x="343352" y="358885"/>
                  </a:lnTo>
                  <a:lnTo>
                    <a:pt x="344639" y="361711"/>
                  </a:lnTo>
                  <a:lnTo>
                    <a:pt x="345960" y="364537"/>
                  </a:lnTo>
                  <a:lnTo>
                    <a:pt x="347321" y="367363"/>
                  </a:lnTo>
                  <a:lnTo>
                    <a:pt x="348753" y="370189"/>
                  </a:lnTo>
                  <a:lnTo>
                    <a:pt x="350221" y="373014"/>
                  </a:lnTo>
                  <a:lnTo>
                    <a:pt x="351731" y="375840"/>
                  </a:lnTo>
                  <a:lnTo>
                    <a:pt x="353311" y="378666"/>
                  </a:lnTo>
                  <a:lnTo>
                    <a:pt x="354927" y="381492"/>
                  </a:lnTo>
                  <a:lnTo>
                    <a:pt x="356590" y="384318"/>
                  </a:lnTo>
                  <a:lnTo>
                    <a:pt x="358318" y="387144"/>
                  </a:lnTo>
                  <a:lnTo>
                    <a:pt x="360082" y="389970"/>
                  </a:lnTo>
                  <a:lnTo>
                    <a:pt x="361895" y="392796"/>
                  </a:lnTo>
                  <a:lnTo>
                    <a:pt x="363769" y="395621"/>
                  </a:lnTo>
                  <a:lnTo>
                    <a:pt x="365677" y="398447"/>
                  </a:lnTo>
                  <a:lnTo>
                    <a:pt x="367636" y="401273"/>
                  </a:lnTo>
                  <a:lnTo>
                    <a:pt x="369649" y="404099"/>
                  </a:lnTo>
                  <a:lnTo>
                    <a:pt x="371694" y="406925"/>
                  </a:lnTo>
                  <a:lnTo>
                    <a:pt x="373790" y="409751"/>
                  </a:lnTo>
                  <a:lnTo>
                    <a:pt x="375933" y="412577"/>
                  </a:lnTo>
                  <a:lnTo>
                    <a:pt x="378106" y="415402"/>
                  </a:lnTo>
                  <a:lnTo>
                    <a:pt x="380327" y="418228"/>
                  </a:lnTo>
                  <a:lnTo>
                    <a:pt x="382588" y="421054"/>
                  </a:lnTo>
                  <a:lnTo>
                    <a:pt x="384876" y="423880"/>
                  </a:lnTo>
                  <a:lnTo>
                    <a:pt x="387207" y="426706"/>
                  </a:lnTo>
                  <a:lnTo>
                    <a:pt x="389571" y="429532"/>
                  </a:lnTo>
                  <a:lnTo>
                    <a:pt x="391957" y="432358"/>
                  </a:lnTo>
                  <a:lnTo>
                    <a:pt x="394382" y="435184"/>
                  </a:lnTo>
                  <a:lnTo>
                    <a:pt x="396831" y="438009"/>
                  </a:lnTo>
                  <a:lnTo>
                    <a:pt x="399298" y="440835"/>
                  </a:lnTo>
                  <a:lnTo>
                    <a:pt x="401796" y="443661"/>
                  </a:lnTo>
                  <a:lnTo>
                    <a:pt x="404311" y="446487"/>
                  </a:lnTo>
                  <a:lnTo>
                    <a:pt x="406840" y="449313"/>
                  </a:lnTo>
                  <a:lnTo>
                    <a:pt x="409391" y="452139"/>
                  </a:lnTo>
                  <a:lnTo>
                    <a:pt x="411951" y="454965"/>
                  </a:lnTo>
                  <a:lnTo>
                    <a:pt x="414521" y="457791"/>
                  </a:lnTo>
                  <a:lnTo>
                    <a:pt x="417103" y="460616"/>
                  </a:lnTo>
                  <a:lnTo>
                    <a:pt x="419688" y="463442"/>
                  </a:lnTo>
                  <a:lnTo>
                    <a:pt x="422277" y="466268"/>
                  </a:lnTo>
                  <a:lnTo>
                    <a:pt x="424869" y="469094"/>
                  </a:lnTo>
                  <a:lnTo>
                    <a:pt x="427458" y="471920"/>
                  </a:lnTo>
                  <a:lnTo>
                    <a:pt x="430046" y="474746"/>
                  </a:lnTo>
                  <a:lnTo>
                    <a:pt x="432627" y="477572"/>
                  </a:lnTo>
                  <a:lnTo>
                    <a:pt x="435201" y="480398"/>
                  </a:lnTo>
                  <a:lnTo>
                    <a:pt x="437767" y="483223"/>
                  </a:lnTo>
                  <a:lnTo>
                    <a:pt x="440318" y="486049"/>
                  </a:lnTo>
                  <a:lnTo>
                    <a:pt x="442858" y="488875"/>
                  </a:lnTo>
                  <a:lnTo>
                    <a:pt x="445385" y="491701"/>
                  </a:lnTo>
                  <a:lnTo>
                    <a:pt x="447889" y="494527"/>
                  </a:lnTo>
                  <a:lnTo>
                    <a:pt x="450379" y="497353"/>
                  </a:lnTo>
                  <a:lnTo>
                    <a:pt x="452850" y="500179"/>
                  </a:lnTo>
                  <a:lnTo>
                    <a:pt x="455293" y="503004"/>
                  </a:lnTo>
                  <a:lnTo>
                    <a:pt x="457720" y="505830"/>
                  </a:lnTo>
                  <a:lnTo>
                    <a:pt x="460120" y="508656"/>
                  </a:lnTo>
                  <a:lnTo>
                    <a:pt x="462492" y="511482"/>
                  </a:lnTo>
                  <a:lnTo>
                    <a:pt x="464844" y="514308"/>
                  </a:lnTo>
                  <a:lnTo>
                    <a:pt x="467165" y="517134"/>
                  </a:lnTo>
                  <a:lnTo>
                    <a:pt x="469456" y="519960"/>
                  </a:lnTo>
                  <a:lnTo>
                    <a:pt x="471725" y="522786"/>
                  </a:lnTo>
                  <a:lnTo>
                    <a:pt x="473961" y="525611"/>
                  </a:lnTo>
                  <a:lnTo>
                    <a:pt x="476165" y="528437"/>
                  </a:lnTo>
                  <a:lnTo>
                    <a:pt x="478348" y="531263"/>
                  </a:lnTo>
                  <a:lnTo>
                    <a:pt x="480493" y="534089"/>
                  </a:lnTo>
                  <a:lnTo>
                    <a:pt x="482610" y="536915"/>
                  </a:lnTo>
                  <a:lnTo>
                    <a:pt x="484704" y="539741"/>
                  </a:lnTo>
                  <a:lnTo>
                    <a:pt x="486760" y="542567"/>
                  </a:lnTo>
                  <a:lnTo>
                    <a:pt x="488789" y="545393"/>
                  </a:lnTo>
                  <a:lnTo>
                    <a:pt x="490796" y="548218"/>
                  </a:lnTo>
                  <a:lnTo>
                    <a:pt x="492765" y="551044"/>
                  </a:lnTo>
                  <a:lnTo>
                    <a:pt x="494709" y="553870"/>
                  </a:lnTo>
                  <a:lnTo>
                    <a:pt x="496634" y="556696"/>
                  </a:lnTo>
                  <a:lnTo>
                    <a:pt x="498520" y="559522"/>
                  </a:lnTo>
                  <a:lnTo>
                    <a:pt x="500386" y="562348"/>
                  </a:lnTo>
                  <a:lnTo>
                    <a:pt x="502233" y="565174"/>
                  </a:lnTo>
                  <a:lnTo>
                    <a:pt x="504044" y="568000"/>
                  </a:lnTo>
                  <a:lnTo>
                    <a:pt x="505839" y="570825"/>
                  </a:lnTo>
                  <a:lnTo>
                    <a:pt x="507615" y="573651"/>
                  </a:lnTo>
                  <a:lnTo>
                    <a:pt x="509361" y="576477"/>
                  </a:lnTo>
                  <a:lnTo>
                    <a:pt x="511092" y="579303"/>
                  </a:lnTo>
                  <a:lnTo>
                    <a:pt x="512806" y="582129"/>
                  </a:lnTo>
                  <a:lnTo>
                    <a:pt x="514495" y="584955"/>
                  </a:lnTo>
                  <a:lnTo>
                    <a:pt x="516172" y="587781"/>
                  </a:lnTo>
                  <a:lnTo>
                    <a:pt x="517833" y="590606"/>
                  </a:lnTo>
                  <a:lnTo>
                    <a:pt x="519474" y="593432"/>
                  </a:lnTo>
                  <a:lnTo>
                    <a:pt x="521105" y="596258"/>
                  </a:lnTo>
                  <a:lnTo>
                    <a:pt x="522722" y="599084"/>
                  </a:lnTo>
                  <a:lnTo>
                    <a:pt x="524324" y="601910"/>
                  </a:lnTo>
                  <a:lnTo>
                    <a:pt x="525917" y="604736"/>
                  </a:lnTo>
                  <a:lnTo>
                    <a:pt x="527498" y="607562"/>
                  </a:lnTo>
                  <a:lnTo>
                    <a:pt x="529067" y="610388"/>
                  </a:lnTo>
                  <a:lnTo>
                    <a:pt x="530628" y="613213"/>
                  </a:lnTo>
                  <a:lnTo>
                    <a:pt x="532180" y="616039"/>
                  </a:lnTo>
                  <a:lnTo>
                    <a:pt x="533721" y="618865"/>
                  </a:lnTo>
                  <a:lnTo>
                    <a:pt x="535257" y="621691"/>
                  </a:lnTo>
                  <a:lnTo>
                    <a:pt x="536783" y="624517"/>
                  </a:lnTo>
                  <a:lnTo>
                    <a:pt x="538301" y="627343"/>
                  </a:lnTo>
                  <a:lnTo>
                    <a:pt x="539814" y="630169"/>
                  </a:lnTo>
                  <a:lnTo>
                    <a:pt x="541317" y="632995"/>
                  </a:lnTo>
                  <a:lnTo>
                    <a:pt x="542812" y="635820"/>
                  </a:lnTo>
                  <a:lnTo>
                    <a:pt x="544302" y="638646"/>
                  </a:lnTo>
                  <a:lnTo>
                    <a:pt x="545781" y="641472"/>
                  </a:lnTo>
                  <a:lnTo>
                    <a:pt x="547253" y="644298"/>
                  </a:lnTo>
                  <a:lnTo>
                    <a:pt x="548718" y="647124"/>
                  </a:lnTo>
                  <a:lnTo>
                    <a:pt x="550170" y="649950"/>
                  </a:lnTo>
                  <a:lnTo>
                    <a:pt x="551614" y="652776"/>
                  </a:lnTo>
                  <a:lnTo>
                    <a:pt x="553050" y="655601"/>
                  </a:lnTo>
                  <a:lnTo>
                    <a:pt x="554469" y="658427"/>
                  </a:lnTo>
                  <a:lnTo>
                    <a:pt x="555878" y="661253"/>
                  </a:lnTo>
                  <a:lnTo>
                    <a:pt x="557278" y="664079"/>
                  </a:lnTo>
                  <a:lnTo>
                    <a:pt x="558656" y="666905"/>
                  </a:lnTo>
                  <a:lnTo>
                    <a:pt x="560021" y="669731"/>
                  </a:lnTo>
                  <a:lnTo>
                    <a:pt x="561375" y="672557"/>
                  </a:lnTo>
                  <a:lnTo>
                    <a:pt x="562701" y="675383"/>
                  </a:lnTo>
                  <a:lnTo>
                    <a:pt x="564013" y="678208"/>
                  </a:lnTo>
                  <a:lnTo>
                    <a:pt x="565308" y="681034"/>
                  </a:lnTo>
                  <a:lnTo>
                    <a:pt x="565588" y="681662"/>
                  </a:lnTo>
                  <a:lnTo>
                    <a:pt x="566570" y="683860"/>
                  </a:lnTo>
                  <a:lnTo>
                    <a:pt x="567815" y="686686"/>
                  </a:lnTo>
                  <a:lnTo>
                    <a:pt x="569038" y="689512"/>
                  </a:lnTo>
                  <a:lnTo>
                    <a:pt x="570224" y="692338"/>
                  </a:lnTo>
                  <a:lnTo>
                    <a:pt x="571388" y="695164"/>
                  </a:lnTo>
                  <a:lnTo>
                    <a:pt x="572525" y="697990"/>
                  </a:lnTo>
                  <a:lnTo>
                    <a:pt x="573620" y="700815"/>
                  </a:lnTo>
                  <a:lnTo>
                    <a:pt x="574689" y="703641"/>
                  </a:lnTo>
                  <a:lnTo>
                    <a:pt x="575724" y="706467"/>
                  </a:lnTo>
                  <a:lnTo>
                    <a:pt x="576713" y="709293"/>
                  </a:lnTo>
                  <a:lnTo>
                    <a:pt x="577674" y="712119"/>
                  </a:lnTo>
                  <a:lnTo>
                    <a:pt x="578593" y="714945"/>
                  </a:lnTo>
                  <a:lnTo>
                    <a:pt x="579462" y="717771"/>
                  </a:lnTo>
                  <a:lnTo>
                    <a:pt x="580300" y="720597"/>
                  </a:lnTo>
                  <a:lnTo>
                    <a:pt x="581088" y="723422"/>
                  </a:lnTo>
                  <a:lnTo>
                    <a:pt x="581825" y="726248"/>
                  </a:lnTo>
                  <a:lnTo>
                    <a:pt x="582527" y="729074"/>
                  </a:lnTo>
                  <a:lnTo>
                    <a:pt x="583173" y="731900"/>
                  </a:lnTo>
                  <a:lnTo>
                    <a:pt x="583765" y="734726"/>
                  </a:lnTo>
                  <a:lnTo>
                    <a:pt x="584321" y="737552"/>
                  </a:lnTo>
                  <a:lnTo>
                    <a:pt x="584812" y="740378"/>
                  </a:lnTo>
                  <a:lnTo>
                    <a:pt x="585251" y="743203"/>
                  </a:lnTo>
                  <a:lnTo>
                    <a:pt x="585650" y="746029"/>
                  </a:lnTo>
                  <a:lnTo>
                    <a:pt x="585979" y="748855"/>
                  </a:lnTo>
                  <a:lnTo>
                    <a:pt x="586257" y="751681"/>
                  </a:lnTo>
                  <a:lnTo>
                    <a:pt x="586494" y="754507"/>
                  </a:lnTo>
                  <a:lnTo>
                    <a:pt x="586654" y="757333"/>
                  </a:lnTo>
                  <a:lnTo>
                    <a:pt x="586765" y="760159"/>
                  </a:lnTo>
                  <a:lnTo>
                    <a:pt x="586835" y="762985"/>
                  </a:lnTo>
                  <a:lnTo>
                    <a:pt x="586824" y="765810"/>
                  </a:lnTo>
                  <a:lnTo>
                    <a:pt x="586767" y="768636"/>
                  </a:lnTo>
                  <a:lnTo>
                    <a:pt x="586668" y="771462"/>
                  </a:lnTo>
                  <a:lnTo>
                    <a:pt x="586484" y="774288"/>
                  </a:lnTo>
                  <a:lnTo>
                    <a:pt x="586258" y="777114"/>
                  </a:lnTo>
                  <a:lnTo>
                    <a:pt x="585989" y="779940"/>
                  </a:lnTo>
                  <a:lnTo>
                    <a:pt x="585637" y="782766"/>
                  </a:lnTo>
                  <a:lnTo>
                    <a:pt x="585245" y="785592"/>
                  </a:lnTo>
                  <a:lnTo>
                    <a:pt x="584807" y="788417"/>
                  </a:lnTo>
                  <a:lnTo>
                    <a:pt x="584292" y="791243"/>
                  </a:lnTo>
                  <a:lnTo>
                    <a:pt x="583738" y="794069"/>
                  </a:lnTo>
                  <a:lnTo>
                    <a:pt x="583137" y="796895"/>
                  </a:lnTo>
                  <a:lnTo>
                    <a:pt x="582464" y="799721"/>
                  </a:lnTo>
                  <a:lnTo>
                    <a:pt x="581755" y="802547"/>
                  </a:lnTo>
                  <a:lnTo>
                    <a:pt x="580996" y="805373"/>
                  </a:lnTo>
                  <a:lnTo>
                    <a:pt x="580173" y="808199"/>
                  </a:lnTo>
                  <a:lnTo>
                    <a:pt x="579315" y="811024"/>
                  </a:lnTo>
                  <a:lnTo>
                    <a:pt x="578407" y="813850"/>
                  </a:lnTo>
                  <a:lnTo>
                    <a:pt x="577441" y="816676"/>
                  </a:lnTo>
                  <a:lnTo>
                    <a:pt x="576442" y="819502"/>
                  </a:lnTo>
                  <a:lnTo>
                    <a:pt x="575393" y="822328"/>
                  </a:lnTo>
                  <a:lnTo>
                    <a:pt x="574293" y="825154"/>
                  </a:lnTo>
                  <a:lnTo>
                    <a:pt x="573162" y="827980"/>
                  </a:lnTo>
                  <a:lnTo>
                    <a:pt x="571982" y="830805"/>
                  </a:lnTo>
                  <a:lnTo>
                    <a:pt x="570756" y="833631"/>
                  </a:lnTo>
                  <a:lnTo>
                    <a:pt x="569501" y="836457"/>
                  </a:lnTo>
                  <a:lnTo>
                    <a:pt x="568199" y="839283"/>
                  </a:lnTo>
                  <a:lnTo>
                    <a:pt x="566856" y="842109"/>
                  </a:lnTo>
                  <a:lnTo>
                    <a:pt x="565487" y="844935"/>
                  </a:lnTo>
                  <a:lnTo>
                    <a:pt x="564070" y="847761"/>
                  </a:lnTo>
                  <a:lnTo>
                    <a:pt x="562620" y="850587"/>
                  </a:lnTo>
                  <a:lnTo>
                    <a:pt x="561144" y="853412"/>
                  </a:lnTo>
                  <a:lnTo>
                    <a:pt x="559624" y="856238"/>
                  </a:lnTo>
                  <a:lnTo>
                    <a:pt x="558074" y="859064"/>
                  </a:lnTo>
                  <a:lnTo>
                    <a:pt x="556502" y="861890"/>
                  </a:lnTo>
                  <a:lnTo>
                    <a:pt x="554887" y="864716"/>
                  </a:lnTo>
                  <a:lnTo>
                    <a:pt x="553248" y="867542"/>
                  </a:lnTo>
                  <a:lnTo>
                    <a:pt x="551849" y="869924"/>
                  </a:lnTo>
                  <a:lnTo>
                    <a:pt x="551588" y="870368"/>
                  </a:lnTo>
                  <a:lnTo>
                    <a:pt x="549889" y="873194"/>
                  </a:lnTo>
                  <a:lnTo>
                    <a:pt x="548171" y="876019"/>
                  </a:lnTo>
                  <a:lnTo>
                    <a:pt x="546435" y="878845"/>
                  </a:lnTo>
                  <a:lnTo>
                    <a:pt x="544664" y="881671"/>
                  </a:lnTo>
                  <a:lnTo>
                    <a:pt x="542878" y="884497"/>
                  </a:lnTo>
                  <a:lnTo>
                    <a:pt x="541077" y="887323"/>
                  </a:lnTo>
                  <a:lnTo>
                    <a:pt x="539249" y="890149"/>
                  </a:lnTo>
                  <a:lnTo>
                    <a:pt x="537410" y="892975"/>
                  </a:lnTo>
                  <a:lnTo>
                    <a:pt x="535559" y="895801"/>
                  </a:lnTo>
                  <a:lnTo>
                    <a:pt x="533691" y="898626"/>
                  </a:lnTo>
                  <a:lnTo>
                    <a:pt x="531816" y="901452"/>
                  </a:lnTo>
                  <a:lnTo>
                    <a:pt x="529933" y="904278"/>
                  </a:lnTo>
                  <a:lnTo>
                    <a:pt x="528043" y="907104"/>
                  </a:lnTo>
                  <a:lnTo>
                    <a:pt x="526152" y="909930"/>
                  </a:lnTo>
                  <a:lnTo>
                    <a:pt x="524261" y="912756"/>
                  </a:lnTo>
                  <a:lnTo>
                    <a:pt x="522373" y="915582"/>
                  </a:lnTo>
                  <a:lnTo>
                    <a:pt x="520491" y="918407"/>
                  </a:lnTo>
                  <a:lnTo>
                    <a:pt x="518617" y="921233"/>
                  </a:lnTo>
                  <a:lnTo>
                    <a:pt x="516759" y="924059"/>
                  </a:lnTo>
                  <a:lnTo>
                    <a:pt x="514914" y="926885"/>
                  </a:lnTo>
                  <a:lnTo>
                    <a:pt x="513090" y="929711"/>
                  </a:lnTo>
                  <a:lnTo>
                    <a:pt x="511294" y="932537"/>
                  </a:lnTo>
                  <a:lnTo>
                    <a:pt x="509519" y="935363"/>
                  </a:lnTo>
                  <a:lnTo>
                    <a:pt x="507780" y="938189"/>
                  </a:lnTo>
                  <a:lnTo>
                    <a:pt x="506082" y="941014"/>
                  </a:lnTo>
                  <a:lnTo>
                    <a:pt x="504415" y="943840"/>
                  </a:lnTo>
                  <a:lnTo>
                    <a:pt x="502802" y="946666"/>
                  </a:lnTo>
                  <a:lnTo>
                    <a:pt x="501243" y="949492"/>
                  </a:lnTo>
                  <a:lnTo>
                    <a:pt x="499723" y="952318"/>
                  </a:lnTo>
                  <a:lnTo>
                    <a:pt x="498281" y="955144"/>
                  </a:lnTo>
                  <a:lnTo>
                    <a:pt x="496903" y="957970"/>
                  </a:lnTo>
                  <a:lnTo>
                    <a:pt x="495575" y="960796"/>
                  </a:lnTo>
                  <a:lnTo>
                    <a:pt x="494349" y="963621"/>
                  </a:lnTo>
                  <a:lnTo>
                    <a:pt x="493197" y="966447"/>
                  </a:lnTo>
                  <a:lnTo>
                    <a:pt x="492107" y="969273"/>
                  </a:lnTo>
                  <a:lnTo>
                    <a:pt x="491145" y="972099"/>
                  </a:lnTo>
                  <a:lnTo>
                    <a:pt x="490264" y="974925"/>
                  </a:lnTo>
                  <a:lnTo>
                    <a:pt x="489456" y="977751"/>
                  </a:lnTo>
                  <a:lnTo>
                    <a:pt x="488803" y="980577"/>
                  </a:lnTo>
                  <a:lnTo>
                    <a:pt x="488238" y="983402"/>
                  </a:lnTo>
                  <a:lnTo>
                    <a:pt x="487757" y="986228"/>
                  </a:lnTo>
                  <a:lnTo>
                    <a:pt x="487455" y="989054"/>
                  </a:lnTo>
                  <a:lnTo>
                    <a:pt x="487245" y="991880"/>
                  </a:lnTo>
                  <a:lnTo>
                    <a:pt x="487136" y="994706"/>
                  </a:lnTo>
                  <a:lnTo>
                    <a:pt x="487216" y="997532"/>
                  </a:lnTo>
                  <a:lnTo>
                    <a:pt x="487395" y="1000358"/>
                  </a:lnTo>
                  <a:lnTo>
                    <a:pt x="487693" y="1003184"/>
                  </a:lnTo>
                  <a:lnTo>
                    <a:pt x="488183" y="1006009"/>
                  </a:lnTo>
                  <a:lnTo>
                    <a:pt x="488777" y="1008835"/>
                  </a:lnTo>
                  <a:lnTo>
                    <a:pt x="489506" y="1011661"/>
                  </a:lnTo>
                  <a:lnTo>
                    <a:pt x="490425" y="1014487"/>
                  </a:lnTo>
                  <a:lnTo>
                    <a:pt x="491451" y="1017313"/>
                  </a:lnTo>
                  <a:lnTo>
                    <a:pt x="492624" y="1020139"/>
                  </a:lnTo>
                  <a:lnTo>
                    <a:pt x="493979" y="1022965"/>
                  </a:lnTo>
                  <a:lnTo>
                    <a:pt x="495441" y="1025791"/>
                  </a:lnTo>
                  <a:lnTo>
                    <a:pt x="497058" y="1028616"/>
                  </a:lnTo>
                  <a:lnTo>
                    <a:pt x="498844" y="1031442"/>
                  </a:lnTo>
                  <a:lnTo>
                    <a:pt x="500733" y="1034268"/>
                  </a:lnTo>
                  <a:lnTo>
                    <a:pt x="502779" y="1037094"/>
                  </a:lnTo>
                  <a:lnTo>
                    <a:pt x="504975" y="1039920"/>
                  </a:lnTo>
                  <a:lnTo>
                    <a:pt x="507267" y="1042746"/>
                  </a:lnTo>
                  <a:lnTo>
                    <a:pt x="509711" y="1045572"/>
                  </a:lnTo>
                  <a:lnTo>
                    <a:pt x="512283" y="1048398"/>
                  </a:lnTo>
                  <a:lnTo>
                    <a:pt x="514939" y="1051223"/>
                  </a:lnTo>
                  <a:lnTo>
                    <a:pt x="517734" y="1054049"/>
                  </a:lnTo>
                  <a:lnTo>
                    <a:pt x="520630" y="1056875"/>
                  </a:lnTo>
                  <a:lnTo>
                    <a:pt x="523597" y="1059701"/>
                  </a:lnTo>
                  <a:lnTo>
                    <a:pt x="526682" y="1062527"/>
                  </a:lnTo>
                  <a:lnTo>
                    <a:pt x="529838" y="1065353"/>
                  </a:lnTo>
                  <a:lnTo>
                    <a:pt x="533048" y="1068179"/>
                  </a:lnTo>
                  <a:lnTo>
                    <a:pt x="536344" y="1071004"/>
                  </a:lnTo>
                  <a:lnTo>
                    <a:pt x="539682" y="1073830"/>
                  </a:lnTo>
                  <a:lnTo>
                    <a:pt x="543053" y="1076656"/>
                  </a:lnTo>
                  <a:lnTo>
                    <a:pt x="546472" y="1079482"/>
                  </a:lnTo>
                  <a:lnTo>
                    <a:pt x="549903" y="1082308"/>
                  </a:lnTo>
                  <a:lnTo>
                    <a:pt x="553345" y="1085134"/>
                  </a:lnTo>
                  <a:lnTo>
                    <a:pt x="556785" y="1087960"/>
                  </a:lnTo>
                  <a:lnTo>
                    <a:pt x="560212" y="1090786"/>
                  </a:lnTo>
                  <a:lnTo>
                    <a:pt x="563624" y="1093611"/>
                  </a:lnTo>
                  <a:lnTo>
                    <a:pt x="566982" y="1096437"/>
                  </a:lnTo>
                  <a:lnTo>
                    <a:pt x="570301" y="1099263"/>
                  </a:lnTo>
                  <a:lnTo>
                    <a:pt x="573574" y="1102089"/>
                  </a:lnTo>
                  <a:lnTo>
                    <a:pt x="576745" y="1104915"/>
                  </a:lnTo>
                  <a:lnTo>
                    <a:pt x="579851" y="1107741"/>
                  </a:lnTo>
                  <a:lnTo>
                    <a:pt x="582876" y="1110567"/>
                  </a:lnTo>
                  <a:lnTo>
                    <a:pt x="585755" y="1113393"/>
                  </a:lnTo>
                  <a:lnTo>
                    <a:pt x="588545" y="1116218"/>
                  </a:lnTo>
                  <a:lnTo>
                    <a:pt x="591215" y="1119044"/>
                  </a:lnTo>
                  <a:lnTo>
                    <a:pt x="593702" y="1121870"/>
                  </a:lnTo>
                  <a:lnTo>
                    <a:pt x="596078" y="1124696"/>
                  </a:lnTo>
                  <a:lnTo>
                    <a:pt x="598293" y="1127522"/>
                  </a:lnTo>
                  <a:lnTo>
                    <a:pt x="600298" y="1130348"/>
                  </a:lnTo>
                  <a:lnTo>
                    <a:pt x="602171" y="1133174"/>
                  </a:lnTo>
                  <a:lnTo>
                    <a:pt x="603842" y="1136000"/>
                  </a:lnTo>
                  <a:lnTo>
                    <a:pt x="605284" y="1138825"/>
                  </a:lnTo>
                  <a:lnTo>
                    <a:pt x="606578" y="1141651"/>
                  </a:lnTo>
                  <a:lnTo>
                    <a:pt x="607631" y="1144477"/>
                  </a:lnTo>
                  <a:lnTo>
                    <a:pt x="608445" y="1147303"/>
                  </a:lnTo>
                  <a:lnTo>
                    <a:pt x="609098" y="1150129"/>
                  </a:lnTo>
                  <a:lnTo>
                    <a:pt x="609477" y="1152955"/>
                  </a:lnTo>
                  <a:lnTo>
                    <a:pt x="609615" y="1155781"/>
                  </a:lnTo>
                  <a:lnTo>
                    <a:pt x="609583" y="1158606"/>
                  </a:lnTo>
                  <a:lnTo>
                    <a:pt x="609249" y="1161432"/>
                  </a:lnTo>
                  <a:lnTo>
                    <a:pt x="609110" y="1162125"/>
                  </a:lnTo>
                  <a:lnTo>
                    <a:pt x="608682" y="1164258"/>
                  </a:lnTo>
                  <a:lnTo>
                    <a:pt x="607940" y="1167084"/>
                  </a:lnTo>
                  <a:lnTo>
                    <a:pt x="606877" y="1169910"/>
                  </a:lnTo>
                  <a:lnTo>
                    <a:pt x="605595" y="1172736"/>
                  </a:lnTo>
                  <a:lnTo>
                    <a:pt x="604138" y="1175562"/>
                  </a:lnTo>
                  <a:lnTo>
                    <a:pt x="602349" y="1178388"/>
                  </a:lnTo>
                  <a:lnTo>
                    <a:pt x="600362" y="1181213"/>
                  </a:lnTo>
                  <a:lnTo>
                    <a:pt x="598206" y="1184039"/>
                  </a:lnTo>
                  <a:lnTo>
                    <a:pt x="595717" y="1186865"/>
                  </a:lnTo>
                  <a:lnTo>
                    <a:pt x="593054" y="1189691"/>
                  </a:lnTo>
                  <a:lnTo>
                    <a:pt x="590230" y="1192517"/>
                  </a:lnTo>
                  <a:lnTo>
                    <a:pt x="587085" y="1195343"/>
                  </a:lnTo>
                  <a:lnTo>
                    <a:pt x="583793" y="1198169"/>
                  </a:lnTo>
                  <a:lnTo>
                    <a:pt x="580341" y="1200995"/>
                  </a:lnTo>
                  <a:lnTo>
                    <a:pt x="576612" y="1203820"/>
                  </a:lnTo>
                  <a:lnTo>
                    <a:pt x="572754" y="1206646"/>
                  </a:lnTo>
                  <a:lnTo>
                    <a:pt x="568742" y="1209472"/>
                  </a:lnTo>
                  <a:lnTo>
                    <a:pt x="564502" y="1212298"/>
                  </a:lnTo>
                  <a:lnTo>
                    <a:pt x="560151" y="1215124"/>
                  </a:lnTo>
                  <a:lnTo>
                    <a:pt x="555662" y="1217950"/>
                  </a:lnTo>
                  <a:lnTo>
                    <a:pt x="550994" y="1220776"/>
                  </a:lnTo>
                  <a:lnTo>
                    <a:pt x="546235" y="1223602"/>
                  </a:lnTo>
                  <a:lnTo>
                    <a:pt x="541359" y="1226427"/>
                  </a:lnTo>
                  <a:lnTo>
                    <a:pt x="536352" y="1229253"/>
                  </a:lnTo>
                  <a:lnTo>
                    <a:pt x="531276" y="1232079"/>
                  </a:lnTo>
                  <a:lnTo>
                    <a:pt x="526110" y="1234905"/>
                  </a:lnTo>
                  <a:lnTo>
                    <a:pt x="520857" y="1237731"/>
                  </a:lnTo>
                  <a:lnTo>
                    <a:pt x="515559" y="1240557"/>
                  </a:lnTo>
                  <a:lnTo>
                    <a:pt x="510200" y="1243383"/>
                  </a:lnTo>
                  <a:lnTo>
                    <a:pt x="504797" y="1246208"/>
                  </a:lnTo>
                  <a:lnTo>
                    <a:pt x="499370" y="1249034"/>
                  </a:lnTo>
                  <a:lnTo>
                    <a:pt x="493916" y="1251860"/>
                  </a:lnTo>
                  <a:lnTo>
                    <a:pt x="488453" y="1254686"/>
                  </a:lnTo>
                  <a:lnTo>
                    <a:pt x="482988" y="1257512"/>
                  </a:lnTo>
                  <a:lnTo>
                    <a:pt x="477531" y="1260338"/>
                  </a:lnTo>
                  <a:lnTo>
                    <a:pt x="472095" y="1263164"/>
                  </a:lnTo>
                  <a:lnTo>
                    <a:pt x="466676" y="1265990"/>
                  </a:lnTo>
                  <a:lnTo>
                    <a:pt x="461302" y="1268815"/>
                  </a:lnTo>
                  <a:lnTo>
                    <a:pt x="455971" y="1271641"/>
                  </a:lnTo>
                  <a:lnTo>
                    <a:pt x="450676" y="1274467"/>
                  </a:lnTo>
                  <a:lnTo>
                    <a:pt x="445459" y="1277293"/>
                  </a:lnTo>
                  <a:lnTo>
                    <a:pt x="440303" y="1280119"/>
                  </a:lnTo>
                  <a:lnTo>
                    <a:pt x="435198" y="1282945"/>
                  </a:lnTo>
                  <a:lnTo>
                    <a:pt x="430203" y="1285771"/>
                  </a:lnTo>
                  <a:lnTo>
                    <a:pt x="425281" y="1288597"/>
                  </a:lnTo>
                  <a:lnTo>
                    <a:pt x="420422" y="1291422"/>
                  </a:lnTo>
                  <a:lnTo>
                    <a:pt x="415702" y="1294248"/>
                  </a:lnTo>
                  <a:lnTo>
                    <a:pt x="411060" y="1297074"/>
                  </a:lnTo>
                  <a:lnTo>
                    <a:pt x="406494" y="1299900"/>
                  </a:lnTo>
                  <a:lnTo>
                    <a:pt x="402087" y="1302726"/>
                  </a:lnTo>
                  <a:lnTo>
                    <a:pt x="397761" y="1305552"/>
                  </a:lnTo>
                  <a:lnTo>
                    <a:pt x="393526" y="1308378"/>
                  </a:lnTo>
                  <a:lnTo>
                    <a:pt x="389455" y="1311203"/>
                  </a:lnTo>
                  <a:lnTo>
                    <a:pt x="385469" y="1314029"/>
                  </a:lnTo>
                  <a:lnTo>
                    <a:pt x="381587" y="1316855"/>
                  </a:lnTo>
                  <a:lnTo>
                    <a:pt x="377868" y="1319681"/>
                  </a:lnTo>
                  <a:lnTo>
                    <a:pt x="374237" y="1322507"/>
                  </a:lnTo>
                  <a:lnTo>
                    <a:pt x="370719" y="1325333"/>
                  </a:lnTo>
                  <a:lnTo>
                    <a:pt x="367358" y="1328159"/>
                  </a:lnTo>
                  <a:lnTo>
                    <a:pt x="364085" y="1330985"/>
                  </a:lnTo>
                  <a:lnTo>
                    <a:pt x="360932" y="1333810"/>
                  </a:lnTo>
                  <a:lnTo>
                    <a:pt x="357926" y="1336636"/>
                  </a:lnTo>
                  <a:lnTo>
                    <a:pt x="355007" y="1339462"/>
                  </a:lnTo>
                  <a:lnTo>
                    <a:pt x="352212" y="1342288"/>
                  </a:lnTo>
                  <a:lnTo>
                    <a:pt x="349552" y="1345114"/>
                  </a:lnTo>
                  <a:lnTo>
                    <a:pt x="346974" y="1347940"/>
                  </a:lnTo>
                  <a:lnTo>
                    <a:pt x="344523" y="1350766"/>
                  </a:lnTo>
                  <a:lnTo>
                    <a:pt x="342193" y="1353592"/>
                  </a:lnTo>
                  <a:lnTo>
                    <a:pt x="339940" y="1356417"/>
                  </a:lnTo>
                  <a:lnTo>
                    <a:pt x="337812" y="1359243"/>
                  </a:lnTo>
                  <a:lnTo>
                    <a:pt x="335791" y="1362069"/>
                  </a:lnTo>
                  <a:lnTo>
                    <a:pt x="333841" y="1364895"/>
                  </a:lnTo>
                  <a:lnTo>
                    <a:pt x="332013" y="1367721"/>
                  </a:lnTo>
                  <a:lnTo>
                    <a:pt x="330277" y="1370547"/>
                  </a:lnTo>
                  <a:lnTo>
                    <a:pt x="328607" y="1373373"/>
                  </a:lnTo>
                  <a:lnTo>
                    <a:pt x="327052" y="1376199"/>
                  </a:lnTo>
                  <a:lnTo>
                    <a:pt x="325575" y="1379024"/>
                  </a:lnTo>
                  <a:lnTo>
                    <a:pt x="324157" y="1381850"/>
                  </a:lnTo>
                  <a:lnTo>
                    <a:pt x="322848" y="1384676"/>
                  </a:lnTo>
                  <a:lnTo>
                    <a:pt x="321603" y="1387502"/>
                  </a:lnTo>
                  <a:lnTo>
                    <a:pt x="320412" y="1390328"/>
                  </a:lnTo>
                  <a:lnTo>
                    <a:pt x="319320" y="1393154"/>
                  </a:lnTo>
                  <a:lnTo>
                    <a:pt x="318281" y="1395980"/>
                  </a:lnTo>
                  <a:lnTo>
                    <a:pt x="317289" y="1398805"/>
                  </a:lnTo>
                  <a:lnTo>
                    <a:pt x="316388" y="1401631"/>
                  </a:lnTo>
                  <a:lnTo>
                    <a:pt x="315528" y="1404457"/>
                  </a:lnTo>
                  <a:lnTo>
                    <a:pt x="314713" y="1407283"/>
                  </a:lnTo>
                  <a:lnTo>
                    <a:pt x="313973" y="1410109"/>
                  </a:lnTo>
                  <a:lnTo>
                    <a:pt x="313269" y="1412935"/>
                  </a:lnTo>
                  <a:lnTo>
                    <a:pt x="312605" y="1415761"/>
                  </a:lnTo>
                  <a:lnTo>
                    <a:pt x="312003" y="1418587"/>
                  </a:lnTo>
                  <a:lnTo>
                    <a:pt x="311431" y="1421412"/>
                  </a:lnTo>
                  <a:lnTo>
                    <a:pt x="310896" y="1424238"/>
                  </a:lnTo>
                  <a:lnTo>
                    <a:pt x="310411" y="1427064"/>
                  </a:lnTo>
                  <a:lnTo>
                    <a:pt x="309950" y="1429890"/>
                  </a:lnTo>
                  <a:lnTo>
                    <a:pt x="309523" y="1432716"/>
                  </a:lnTo>
                  <a:lnTo>
                    <a:pt x="309135" y="1435542"/>
                  </a:lnTo>
                  <a:lnTo>
                    <a:pt x="308768" y="1438368"/>
                  </a:lnTo>
                  <a:lnTo>
                    <a:pt x="308430" y="1441194"/>
                  </a:lnTo>
                  <a:lnTo>
                    <a:pt x="308123" y="1444019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4871775" y="1927555"/>
              <a:ext cx="609615" cy="1373908"/>
            </a:xfrm>
            <a:custGeom>
              <a:avLst/>
              <a:pathLst>
                <a:path w="609615" h="1373908">
                  <a:moveTo>
                    <a:pt x="302028" y="1373908"/>
                  </a:moveTo>
                  <a:lnTo>
                    <a:pt x="301747" y="1371219"/>
                  </a:lnTo>
                  <a:lnTo>
                    <a:pt x="301448" y="1368531"/>
                  </a:lnTo>
                  <a:lnTo>
                    <a:pt x="301115" y="1365842"/>
                  </a:lnTo>
                  <a:lnTo>
                    <a:pt x="300755" y="1363153"/>
                  </a:lnTo>
                  <a:lnTo>
                    <a:pt x="300371" y="1360465"/>
                  </a:lnTo>
                  <a:lnTo>
                    <a:pt x="299947" y="1357776"/>
                  </a:lnTo>
                  <a:lnTo>
                    <a:pt x="299489" y="1355087"/>
                  </a:lnTo>
                  <a:lnTo>
                    <a:pt x="299003" y="1352399"/>
                  </a:lnTo>
                  <a:lnTo>
                    <a:pt x="298469" y="1349710"/>
                  </a:lnTo>
                  <a:lnTo>
                    <a:pt x="297893" y="1347021"/>
                  </a:lnTo>
                  <a:lnTo>
                    <a:pt x="297283" y="1344333"/>
                  </a:lnTo>
                  <a:lnTo>
                    <a:pt x="296618" y="1341644"/>
                  </a:lnTo>
                  <a:lnTo>
                    <a:pt x="295900" y="1338955"/>
                  </a:lnTo>
                  <a:lnTo>
                    <a:pt x="295143" y="1336267"/>
                  </a:lnTo>
                  <a:lnTo>
                    <a:pt x="294323" y="1333578"/>
                  </a:lnTo>
                  <a:lnTo>
                    <a:pt x="293440" y="1330889"/>
                  </a:lnTo>
                  <a:lnTo>
                    <a:pt x="292510" y="1328201"/>
                  </a:lnTo>
                  <a:lnTo>
                    <a:pt x="291509" y="1325512"/>
                  </a:lnTo>
                  <a:lnTo>
                    <a:pt x="290433" y="1322823"/>
                  </a:lnTo>
                  <a:lnTo>
                    <a:pt x="289303" y="1320135"/>
                  </a:lnTo>
                  <a:lnTo>
                    <a:pt x="288095" y="1317446"/>
                  </a:lnTo>
                  <a:lnTo>
                    <a:pt x="286798" y="1314757"/>
                  </a:lnTo>
                  <a:lnTo>
                    <a:pt x="285440" y="1312069"/>
                  </a:lnTo>
                  <a:lnTo>
                    <a:pt x="283998" y="1309380"/>
                  </a:lnTo>
                  <a:lnTo>
                    <a:pt x="282452" y="1306691"/>
                  </a:lnTo>
                  <a:lnTo>
                    <a:pt x="280839" y="1304003"/>
                  </a:lnTo>
                  <a:lnTo>
                    <a:pt x="279134" y="1301314"/>
                  </a:lnTo>
                  <a:lnTo>
                    <a:pt x="277313" y="1298625"/>
                  </a:lnTo>
                  <a:lnTo>
                    <a:pt x="275417" y="1295937"/>
                  </a:lnTo>
                  <a:lnTo>
                    <a:pt x="273425" y="1293248"/>
                  </a:lnTo>
                  <a:lnTo>
                    <a:pt x="271303" y="1290559"/>
                  </a:lnTo>
                  <a:lnTo>
                    <a:pt x="269101" y="1287871"/>
                  </a:lnTo>
                  <a:lnTo>
                    <a:pt x="266800" y="1285182"/>
                  </a:lnTo>
                  <a:lnTo>
                    <a:pt x="264356" y="1282493"/>
                  </a:lnTo>
                  <a:lnTo>
                    <a:pt x="261828" y="1279805"/>
                  </a:lnTo>
                  <a:lnTo>
                    <a:pt x="259199" y="1277116"/>
                  </a:lnTo>
                  <a:lnTo>
                    <a:pt x="256417" y="1274427"/>
                  </a:lnTo>
                  <a:lnTo>
                    <a:pt x="253548" y="1271739"/>
                  </a:lnTo>
                  <a:lnTo>
                    <a:pt x="250581" y="1269050"/>
                  </a:lnTo>
                  <a:lnTo>
                    <a:pt x="247453" y="1266361"/>
                  </a:lnTo>
                  <a:lnTo>
                    <a:pt x="244237" y="1263673"/>
                  </a:lnTo>
                  <a:lnTo>
                    <a:pt x="240925" y="1260984"/>
                  </a:lnTo>
                  <a:lnTo>
                    <a:pt x="237451" y="1258295"/>
                  </a:lnTo>
                  <a:lnTo>
                    <a:pt x="233891" y="1255607"/>
                  </a:lnTo>
                  <a:lnTo>
                    <a:pt x="230241" y="1252918"/>
                  </a:lnTo>
                  <a:lnTo>
                    <a:pt x="226431" y="1250229"/>
                  </a:lnTo>
                  <a:lnTo>
                    <a:pt x="222540" y="1247541"/>
                  </a:lnTo>
                  <a:lnTo>
                    <a:pt x="218567" y="1244852"/>
                  </a:lnTo>
                  <a:lnTo>
                    <a:pt x="214444" y="1242163"/>
                  </a:lnTo>
                  <a:lnTo>
                    <a:pt x="210246" y="1239475"/>
                  </a:lnTo>
                  <a:lnTo>
                    <a:pt x="205975" y="1236786"/>
                  </a:lnTo>
                  <a:lnTo>
                    <a:pt x="201576" y="1234097"/>
                  </a:lnTo>
                  <a:lnTo>
                    <a:pt x="197110" y="1231409"/>
                  </a:lnTo>
                  <a:lnTo>
                    <a:pt x="192582" y="1228720"/>
                  </a:lnTo>
                  <a:lnTo>
                    <a:pt x="187952" y="1226031"/>
                  </a:lnTo>
                  <a:lnTo>
                    <a:pt x="183269" y="1223343"/>
                  </a:lnTo>
                  <a:lnTo>
                    <a:pt x="178538" y="1220654"/>
                  </a:lnTo>
                  <a:lnTo>
                    <a:pt x="173736" y="1217965"/>
                  </a:lnTo>
                  <a:lnTo>
                    <a:pt x="168898" y="1215277"/>
                  </a:lnTo>
                  <a:lnTo>
                    <a:pt x="164031" y="1212588"/>
                  </a:lnTo>
                  <a:lnTo>
                    <a:pt x="159127" y="1209899"/>
                  </a:lnTo>
                  <a:lnTo>
                    <a:pt x="154209" y="1207211"/>
                  </a:lnTo>
                  <a:lnTo>
                    <a:pt x="149283" y="1204522"/>
                  </a:lnTo>
                  <a:lnTo>
                    <a:pt x="144356" y="1201833"/>
                  </a:lnTo>
                  <a:lnTo>
                    <a:pt x="139443" y="1199145"/>
                  </a:lnTo>
                  <a:lnTo>
                    <a:pt x="134545" y="1196456"/>
                  </a:lnTo>
                  <a:lnTo>
                    <a:pt x="129683" y="1193767"/>
                  </a:lnTo>
                  <a:lnTo>
                    <a:pt x="124867" y="1191079"/>
                  </a:lnTo>
                  <a:lnTo>
                    <a:pt x="120089" y="1188390"/>
                  </a:lnTo>
                  <a:lnTo>
                    <a:pt x="115385" y="1185701"/>
                  </a:lnTo>
                  <a:lnTo>
                    <a:pt x="110761" y="1183013"/>
                  </a:lnTo>
                  <a:lnTo>
                    <a:pt x="106200" y="1180324"/>
                  </a:lnTo>
                  <a:lnTo>
                    <a:pt x="101749" y="1177635"/>
                  </a:lnTo>
                  <a:lnTo>
                    <a:pt x="97414" y="1174947"/>
                  </a:lnTo>
                  <a:lnTo>
                    <a:pt x="93167" y="1172258"/>
                  </a:lnTo>
                  <a:lnTo>
                    <a:pt x="89061" y="1169569"/>
                  </a:lnTo>
                  <a:lnTo>
                    <a:pt x="85108" y="1166881"/>
                  </a:lnTo>
                  <a:lnTo>
                    <a:pt x="81267" y="1164192"/>
                  </a:lnTo>
                  <a:lnTo>
                    <a:pt x="77593" y="1161503"/>
                  </a:lnTo>
                  <a:lnTo>
                    <a:pt x="74110" y="1158815"/>
                  </a:lnTo>
                  <a:lnTo>
                    <a:pt x="70757" y="1156126"/>
                  </a:lnTo>
                  <a:lnTo>
                    <a:pt x="67594" y="1153437"/>
                  </a:lnTo>
                  <a:lnTo>
                    <a:pt x="64655" y="1150749"/>
                  </a:lnTo>
                  <a:lnTo>
                    <a:pt x="61863" y="1148060"/>
                  </a:lnTo>
                  <a:lnTo>
                    <a:pt x="59276" y="1145371"/>
                  </a:lnTo>
                  <a:lnTo>
                    <a:pt x="56940" y="1142683"/>
                  </a:lnTo>
                  <a:lnTo>
                    <a:pt x="54765" y="1139994"/>
                  </a:lnTo>
                  <a:lnTo>
                    <a:pt x="52802" y="1137305"/>
                  </a:lnTo>
                  <a:lnTo>
                    <a:pt x="51113" y="1134617"/>
                  </a:lnTo>
                  <a:lnTo>
                    <a:pt x="49592" y="1131928"/>
                  </a:lnTo>
                  <a:lnTo>
                    <a:pt x="48284" y="1129239"/>
                  </a:lnTo>
                  <a:lnTo>
                    <a:pt x="47263" y="1126551"/>
                  </a:lnTo>
                  <a:lnTo>
                    <a:pt x="46413" y="1123862"/>
                  </a:lnTo>
                  <a:lnTo>
                    <a:pt x="46144" y="1122738"/>
                  </a:lnTo>
                  <a:lnTo>
                    <a:pt x="45769" y="1121173"/>
                  </a:lnTo>
                  <a:lnTo>
                    <a:pt x="45418" y="1118485"/>
                  </a:lnTo>
                  <a:lnTo>
                    <a:pt x="45233" y="1115796"/>
                  </a:lnTo>
                  <a:lnTo>
                    <a:pt x="45241" y="1113107"/>
                  </a:lnTo>
                  <a:lnTo>
                    <a:pt x="45538" y="1110419"/>
                  </a:lnTo>
                  <a:lnTo>
                    <a:pt x="45992" y="1107730"/>
                  </a:lnTo>
                  <a:lnTo>
                    <a:pt x="46619" y="1105041"/>
                  </a:lnTo>
                  <a:lnTo>
                    <a:pt x="47521" y="1102353"/>
                  </a:lnTo>
                  <a:lnTo>
                    <a:pt x="48565" y="1099664"/>
                  </a:lnTo>
                  <a:lnTo>
                    <a:pt x="49759" y="1096975"/>
                  </a:lnTo>
                  <a:lnTo>
                    <a:pt x="51203" y="1094287"/>
                  </a:lnTo>
                  <a:lnTo>
                    <a:pt x="52769" y="1091598"/>
                  </a:lnTo>
                  <a:lnTo>
                    <a:pt x="54458" y="1088909"/>
                  </a:lnTo>
                  <a:lnTo>
                    <a:pt x="56363" y="1086221"/>
                  </a:lnTo>
                  <a:lnTo>
                    <a:pt x="58367" y="1083532"/>
                  </a:lnTo>
                  <a:lnTo>
                    <a:pt x="60470" y="1080843"/>
                  </a:lnTo>
                  <a:lnTo>
                    <a:pt x="62738" y="1078155"/>
                  </a:lnTo>
                  <a:lnTo>
                    <a:pt x="65082" y="1075466"/>
                  </a:lnTo>
                  <a:lnTo>
                    <a:pt x="67499" y="1072777"/>
                  </a:lnTo>
                  <a:lnTo>
                    <a:pt x="70026" y="1070089"/>
                  </a:lnTo>
                  <a:lnTo>
                    <a:pt x="72604" y="1067400"/>
                  </a:lnTo>
                  <a:lnTo>
                    <a:pt x="75225" y="1064711"/>
                  </a:lnTo>
                  <a:lnTo>
                    <a:pt x="77905" y="1062023"/>
                  </a:lnTo>
                  <a:lnTo>
                    <a:pt x="80604" y="1059334"/>
                  </a:lnTo>
                  <a:lnTo>
                    <a:pt x="83318" y="1056645"/>
                  </a:lnTo>
                  <a:lnTo>
                    <a:pt x="86039" y="1053957"/>
                  </a:lnTo>
                  <a:lnTo>
                    <a:pt x="88748" y="1051268"/>
                  </a:lnTo>
                  <a:lnTo>
                    <a:pt x="91444" y="1048579"/>
                  </a:lnTo>
                  <a:lnTo>
                    <a:pt x="94099" y="1045891"/>
                  </a:lnTo>
                  <a:lnTo>
                    <a:pt x="96709" y="1043202"/>
                  </a:lnTo>
                  <a:lnTo>
                    <a:pt x="99279" y="1040513"/>
                  </a:lnTo>
                  <a:lnTo>
                    <a:pt x="101767" y="1037825"/>
                  </a:lnTo>
                  <a:lnTo>
                    <a:pt x="104178" y="1035136"/>
                  </a:lnTo>
                  <a:lnTo>
                    <a:pt x="106524" y="1032447"/>
                  </a:lnTo>
                  <a:lnTo>
                    <a:pt x="108754" y="1029759"/>
                  </a:lnTo>
                  <a:lnTo>
                    <a:pt x="110874" y="1027070"/>
                  </a:lnTo>
                  <a:lnTo>
                    <a:pt x="112910" y="1024381"/>
                  </a:lnTo>
                  <a:lnTo>
                    <a:pt x="114802" y="1021693"/>
                  </a:lnTo>
                  <a:lnTo>
                    <a:pt x="116558" y="1019004"/>
                  </a:lnTo>
                  <a:lnTo>
                    <a:pt x="118210" y="1016315"/>
                  </a:lnTo>
                  <a:lnTo>
                    <a:pt x="119701" y="1013627"/>
                  </a:lnTo>
                  <a:lnTo>
                    <a:pt x="121030" y="1010938"/>
                  </a:lnTo>
                  <a:lnTo>
                    <a:pt x="122244" y="1008249"/>
                  </a:lnTo>
                  <a:lnTo>
                    <a:pt x="123283" y="1005561"/>
                  </a:lnTo>
                  <a:lnTo>
                    <a:pt x="124143" y="1002872"/>
                  </a:lnTo>
                  <a:lnTo>
                    <a:pt x="124879" y="1000183"/>
                  </a:lnTo>
                  <a:lnTo>
                    <a:pt x="125436" y="997495"/>
                  </a:lnTo>
                  <a:lnTo>
                    <a:pt x="125800" y="994806"/>
                  </a:lnTo>
                  <a:lnTo>
                    <a:pt x="126036" y="992117"/>
                  </a:lnTo>
                  <a:lnTo>
                    <a:pt x="126096" y="989429"/>
                  </a:lnTo>
                  <a:lnTo>
                    <a:pt x="125956" y="986740"/>
                  </a:lnTo>
                  <a:lnTo>
                    <a:pt x="125688" y="984051"/>
                  </a:lnTo>
                  <a:lnTo>
                    <a:pt x="125252" y="981363"/>
                  </a:lnTo>
                  <a:lnTo>
                    <a:pt x="124614" y="978674"/>
                  </a:lnTo>
                  <a:lnTo>
                    <a:pt x="123854" y="975985"/>
                  </a:lnTo>
                  <a:lnTo>
                    <a:pt x="122938" y="973297"/>
                  </a:lnTo>
                  <a:lnTo>
                    <a:pt x="121825" y="970608"/>
                  </a:lnTo>
                  <a:lnTo>
                    <a:pt x="120598" y="967919"/>
                  </a:lnTo>
                  <a:lnTo>
                    <a:pt x="119233" y="965231"/>
                  </a:lnTo>
                  <a:lnTo>
                    <a:pt x="117681" y="962542"/>
                  </a:lnTo>
                  <a:lnTo>
                    <a:pt x="116027" y="959853"/>
                  </a:lnTo>
                  <a:lnTo>
                    <a:pt x="114253" y="957165"/>
                  </a:lnTo>
                  <a:lnTo>
                    <a:pt x="112310" y="954476"/>
                  </a:lnTo>
                  <a:lnTo>
                    <a:pt x="110278" y="951787"/>
                  </a:lnTo>
                  <a:lnTo>
                    <a:pt x="108146" y="949099"/>
                  </a:lnTo>
                  <a:lnTo>
                    <a:pt x="105867" y="946410"/>
                  </a:lnTo>
                  <a:lnTo>
                    <a:pt x="103515" y="943721"/>
                  </a:lnTo>
                  <a:lnTo>
                    <a:pt x="101084" y="941033"/>
                  </a:lnTo>
                  <a:lnTo>
                    <a:pt x="98532" y="938344"/>
                  </a:lnTo>
                  <a:lnTo>
                    <a:pt x="95923" y="935655"/>
                  </a:lnTo>
                  <a:lnTo>
                    <a:pt x="93257" y="932967"/>
                  </a:lnTo>
                  <a:lnTo>
                    <a:pt x="90499" y="930278"/>
                  </a:lnTo>
                  <a:lnTo>
                    <a:pt x="87701" y="927589"/>
                  </a:lnTo>
                  <a:lnTo>
                    <a:pt x="84865" y="924901"/>
                  </a:lnTo>
                  <a:lnTo>
                    <a:pt x="81969" y="922212"/>
                  </a:lnTo>
                  <a:lnTo>
                    <a:pt x="79052" y="919523"/>
                  </a:lnTo>
                  <a:lnTo>
                    <a:pt x="76113" y="916835"/>
                  </a:lnTo>
                  <a:lnTo>
                    <a:pt x="73148" y="914146"/>
                  </a:lnTo>
                  <a:lnTo>
                    <a:pt x="70178" y="911457"/>
                  </a:lnTo>
                  <a:lnTo>
                    <a:pt x="67204" y="908769"/>
                  </a:lnTo>
                  <a:lnTo>
                    <a:pt x="64235" y="906080"/>
                  </a:lnTo>
                  <a:lnTo>
                    <a:pt x="61277" y="903391"/>
                  </a:lnTo>
                  <a:lnTo>
                    <a:pt x="58332" y="900703"/>
                  </a:lnTo>
                  <a:lnTo>
                    <a:pt x="55419" y="898014"/>
                  </a:lnTo>
                  <a:lnTo>
                    <a:pt x="52536" y="895325"/>
                  </a:lnTo>
                  <a:lnTo>
                    <a:pt x="49679" y="892637"/>
                  </a:lnTo>
                  <a:lnTo>
                    <a:pt x="46878" y="889948"/>
                  </a:lnTo>
                  <a:lnTo>
                    <a:pt x="44123" y="887259"/>
                  </a:lnTo>
                  <a:lnTo>
                    <a:pt x="41408" y="884571"/>
                  </a:lnTo>
                  <a:lnTo>
                    <a:pt x="38767" y="881882"/>
                  </a:lnTo>
                  <a:lnTo>
                    <a:pt x="36189" y="879193"/>
                  </a:lnTo>
                  <a:lnTo>
                    <a:pt x="33662" y="876505"/>
                  </a:lnTo>
                  <a:lnTo>
                    <a:pt x="31225" y="873816"/>
                  </a:lnTo>
                  <a:lnTo>
                    <a:pt x="28865" y="871127"/>
                  </a:lnTo>
                  <a:lnTo>
                    <a:pt x="26565" y="868439"/>
                  </a:lnTo>
                  <a:lnTo>
                    <a:pt x="24365" y="865750"/>
                  </a:lnTo>
                  <a:lnTo>
                    <a:pt x="22255" y="863061"/>
                  </a:lnTo>
                  <a:lnTo>
                    <a:pt x="20212" y="860373"/>
                  </a:lnTo>
                  <a:lnTo>
                    <a:pt x="18276" y="857684"/>
                  </a:lnTo>
                  <a:lnTo>
                    <a:pt x="16441" y="854995"/>
                  </a:lnTo>
                  <a:lnTo>
                    <a:pt x="14678" y="852307"/>
                  </a:lnTo>
                  <a:lnTo>
                    <a:pt x="13025" y="849618"/>
                  </a:lnTo>
                  <a:lnTo>
                    <a:pt x="11481" y="846929"/>
                  </a:lnTo>
                  <a:lnTo>
                    <a:pt x="10013" y="844241"/>
                  </a:lnTo>
                  <a:lnTo>
                    <a:pt x="8654" y="841552"/>
                  </a:lnTo>
                  <a:lnTo>
                    <a:pt x="7411" y="838863"/>
                  </a:lnTo>
                  <a:lnTo>
                    <a:pt x="6500" y="836765"/>
                  </a:lnTo>
                  <a:lnTo>
                    <a:pt x="6244" y="836175"/>
                  </a:lnTo>
                  <a:lnTo>
                    <a:pt x="5184" y="833486"/>
                  </a:lnTo>
                  <a:lnTo>
                    <a:pt x="4242" y="830797"/>
                  </a:lnTo>
                  <a:lnTo>
                    <a:pt x="3377" y="828109"/>
                  </a:lnTo>
                  <a:lnTo>
                    <a:pt x="2614" y="825420"/>
                  </a:lnTo>
                  <a:lnTo>
                    <a:pt x="1971" y="822731"/>
                  </a:lnTo>
                  <a:lnTo>
                    <a:pt x="1401" y="820043"/>
                  </a:lnTo>
                  <a:lnTo>
                    <a:pt x="928" y="817354"/>
                  </a:lnTo>
                  <a:lnTo>
                    <a:pt x="573" y="814665"/>
                  </a:lnTo>
                  <a:lnTo>
                    <a:pt x="289" y="811977"/>
                  </a:lnTo>
                  <a:lnTo>
                    <a:pt x="93" y="809288"/>
                  </a:lnTo>
                  <a:lnTo>
                    <a:pt x="13" y="806599"/>
                  </a:lnTo>
                  <a:lnTo>
                    <a:pt x="0" y="803911"/>
                  </a:lnTo>
                  <a:lnTo>
                    <a:pt x="66" y="801222"/>
                  </a:lnTo>
                  <a:lnTo>
                    <a:pt x="243" y="798533"/>
                  </a:lnTo>
                  <a:lnTo>
                    <a:pt x="482" y="795845"/>
                  </a:lnTo>
                  <a:lnTo>
                    <a:pt x="792" y="793156"/>
                  </a:lnTo>
                  <a:lnTo>
                    <a:pt x="1207" y="790467"/>
                  </a:lnTo>
                  <a:lnTo>
                    <a:pt x="1679" y="787779"/>
                  </a:lnTo>
                  <a:lnTo>
                    <a:pt x="2212" y="785090"/>
                  </a:lnTo>
                  <a:lnTo>
                    <a:pt x="2843" y="782401"/>
                  </a:lnTo>
                  <a:lnTo>
                    <a:pt x="3526" y="779713"/>
                  </a:lnTo>
                  <a:lnTo>
                    <a:pt x="4261" y="777024"/>
                  </a:lnTo>
                  <a:lnTo>
                    <a:pt x="5087" y="774335"/>
                  </a:lnTo>
                  <a:lnTo>
                    <a:pt x="5957" y="771647"/>
                  </a:lnTo>
                  <a:lnTo>
                    <a:pt x="6873" y="768958"/>
                  </a:lnTo>
                  <a:lnTo>
                    <a:pt x="7870" y="766269"/>
                  </a:lnTo>
                  <a:lnTo>
                    <a:pt x="8906" y="763581"/>
                  </a:lnTo>
                  <a:lnTo>
                    <a:pt x="9981" y="760892"/>
                  </a:lnTo>
                  <a:lnTo>
                    <a:pt x="11126" y="758203"/>
                  </a:lnTo>
                  <a:lnTo>
                    <a:pt x="12306" y="755515"/>
                  </a:lnTo>
                  <a:lnTo>
                    <a:pt x="13519" y="752826"/>
                  </a:lnTo>
                  <a:lnTo>
                    <a:pt x="14790" y="750137"/>
                  </a:lnTo>
                  <a:lnTo>
                    <a:pt x="16092" y="747449"/>
                  </a:lnTo>
                  <a:lnTo>
                    <a:pt x="17421" y="744760"/>
                  </a:lnTo>
                  <a:lnTo>
                    <a:pt x="18798" y="742071"/>
                  </a:lnTo>
                  <a:lnTo>
                    <a:pt x="20201" y="739383"/>
                  </a:lnTo>
                  <a:lnTo>
                    <a:pt x="21626" y="736694"/>
                  </a:lnTo>
                  <a:lnTo>
                    <a:pt x="23089" y="734005"/>
                  </a:lnTo>
                  <a:lnTo>
                    <a:pt x="24574" y="731317"/>
                  </a:lnTo>
                  <a:lnTo>
                    <a:pt x="26076" y="728628"/>
                  </a:lnTo>
                  <a:lnTo>
                    <a:pt x="27607" y="725939"/>
                  </a:lnTo>
                  <a:lnTo>
                    <a:pt x="29155" y="723251"/>
                  </a:lnTo>
                  <a:lnTo>
                    <a:pt x="30717" y="720562"/>
                  </a:lnTo>
                  <a:lnTo>
                    <a:pt x="32299" y="717873"/>
                  </a:lnTo>
                  <a:lnTo>
                    <a:pt x="33894" y="715185"/>
                  </a:lnTo>
                  <a:lnTo>
                    <a:pt x="35498" y="712496"/>
                  </a:lnTo>
                  <a:lnTo>
                    <a:pt x="37116" y="709807"/>
                  </a:lnTo>
                  <a:lnTo>
                    <a:pt x="38743" y="707119"/>
                  </a:lnTo>
                  <a:lnTo>
                    <a:pt x="40376" y="704430"/>
                  </a:lnTo>
                  <a:lnTo>
                    <a:pt x="42017" y="701741"/>
                  </a:lnTo>
                  <a:lnTo>
                    <a:pt x="43662" y="699053"/>
                  </a:lnTo>
                  <a:lnTo>
                    <a:pt x="45310" y="696364"/>
                  </a:lnTo>
                  <a:lnTo>
                    <a:pt x="46962" y="693675"/>
                  </a:lnTo>
                  <a:lnTo>
                    <a:pt x="48614" y="690987"/>
                  </a:lnTo>
                  <a:lnTo>
                    <a:pt x="50267" y="688298"/>
                  </a:lnTo>
                  <a:lnTo>
                    <a:pt x="51920" y="685609"/>
                  </a:lnTo>
                  <a:lnTo>
                    <a:pt x="53571" y="682921"/>
                  </a:lnTo>
                  <a:lnTo>
                    <a:pt x="55221" y="680232"/>
                  </a:lnTo>
                  <a:lnTo>
                    <a:pt x="56867" y="677543"/>
                  </a:lnTo>
                  <a:lnTo>
                    <a:pt x="58510" y="674855"/>
                  </a:lnTo>
                  <a:lnTo>
                    <a:pt x="60149" y="672166"/>
                  </a:lnTo>
                  <a:lnTo>
                    <a:pt x="61784" y="669477"/>
                  </a:lnTo>
                  <a:lnTo>
                    <a:pt x="63413" y="666789"/>
                  </a:lnTo>
                  <a:lnTo>
                    <a:pt x="64454" y="665067"/>
                  </a:lnTo>
                  <a:lnTo>
                    <a:pt x="65039" y="664100"/>
                  </a:lnTo>
                  <a:lnTo>
                    <a:pt x="66660" y="661411"/>
                  </a:lnTo>
                  <a:lnTo>
                    <a:pt x="68274" y="658723"/>
                  </a:lnTo>
                  <a:lnTo>
                    <a:pt x="69884" y="656034"/>
                  </a:lnTo>
                  <a:lnTo>
                    <a:pt x="71489" y="653345"/>
                  </a:lnTo>
                  <a:lnTo>
                    <a:pt x="73089" y="650657"/>
                  </a:lnTo>
                  <a:lnTo>
                    <a:pt x="74684" y="647968"/>
                  </a:lnTo>
                  <a:lnTo>
                    <a:pt x="76275" y="645279"/>
                  </a:lnTo>
                  <a:lnTo>
                    <a:pt x="77862" y="642591"/>
                  </a:lnTo>
                  <a:lnTo>
                    <a:pt x="79445" y="639902"/>
                  </a:lnTo>
                  <a:lnTo>
                    <a:pt x="81026" y="637213"/>
                  </a:lnTo>
                  <a:lnTo>
                    <a:pt x="82603" y="634525"/>
                  </a:lnTo>
                  <a:lnTo>
                    <a:pt x="84178" y="631836"/>
                  </a:lnTo>
                  <a:lnTo>
                    <a:pt x="85752" y="629147"/>
                  </a:lnTo>
                  <a:lnTo>
                    <a:pt x="87325" y="626459"/>
                  </a:lnTo>
                  <a:lnTo>
                    <a:pt x="88899" y="623770"/>
                  </a:lnTo>
                  <a:lnTo>
                    <a:pt x="90472" y="621081"/>
                  </a:lnTo>
                  <a:lnTo>
                    <a:pt x="92047" y="618393"/>
                  </a:lnTo>
                  <a:lnTo>
                    <a:pt x="93624" y="615704"/>
                  </a:lnTo>
                  <a:lnTo>
                    <a:pt x="95203" y="613015"/>
                  </a:lnTo>
                  <a:lnTo>
                    <a:pt x="96787" y="610327"/>
                  </a:lnTo>
                  <a:lnTo>
                    <a:pt x="98374" y="607638"/>
                  </a:lnTo>
                  <a:lnTo>
                    <a:pt x="99964" y="604949"/>
                  </a:lnTo>
                  <a:lnTo>
                    <a:pt x="101562" y="602261"/>
                  </a:lnTo>
                  <a:lnTo>
                    <a:pt x="103165" y="599572"/>
                  </a:lnTo>
                  <a:lnTo>
                    <a:pt x="104773" y="596883"/>
                  </a:lnTo>
                  <a:lnTo>
                    <a:pt x="106390" y="594195"/>
                  </a:lnTo>
                  <a:lnTo>
                    <a:pt x="108014" y="591506"/>
                  </a:lnTo>
                  <a:lnTo>
                    <a:pt x="109644" y="588817"/>
                  </a:lnTo>
                  <a:lnTo>
                    <a:pt x="111286" y="586129"/>
                  </a:lnTo>
                  <a:lnTo>
                    <a:pt x="112934" y="583440"/>
                  </a:lnTo>
                  <a:lnTo>
                    <a:pt x="114589" y="580751"/>
                  </a:lnTo>
                  <a:lnTo>
                    <a:pt x="116257" y="578063"/>
                  </a:lnTo>
                  <a:lnTo>
                    <a:pt x="117932" y="575374"/>
                  </a:lnTo>
                  <a:lnTo>
                    <a:pt x="119614" y="572685"/>
                  </a:lnTo>
                  <a:lnTo>
                    <a:pt x="121308" y="569997"/>
                  </a:lnTo>
                  <a:lnTo>
                    <a:pt x="123011" y="567308"/>
                  </a:lnTo>
                  <a:lnTo>
                    <a:pt x="124719" y="564619"/>
                  </a:lnTo>
                  <a:lnTo>
                    <a:pt x="126439" y="561931"/>
                  </a:lnTo>
                  <a:lnTo>
                    <a:pt x="128166" y="559242"/>
                  </a:lnTo>
                  <a:lnTo>
                    <a:pt x="129899" y="556553"/>
                  </a:lnTo>
                  <a:lnTo>
                    <a:pt x="131641" y="553865"/>
                  </a:lnTo>
                  <a:lnTo>
                    <a:pt x="133390" y="551176"/>
                  </a:lnTo>
                  <a:lnTo>
                    <a:pt x="135143" y="548487"/>
                  </a:lnTo>
                  <a:lnTo>
                    <a:pt x="136903" y="545799"/>
                  </a:lnTo>
                  <a:lnTo>
                    <a:pt x="138668" y="543110"/>
                  </a:lnTo>
                  <a:lnTo>
                    <a:pt x="140435" y="540421"/>
                  </a:lnTo>
                  <a:lnTo>
                    <a:pt x="142207" y="537733"/>
                  </a:lnTo>
                  <a:lnTo>
                    <a:pt x="143982" y="535044"/>
                  </a:lnTo>
                  <a:lnTo>
                    <a:pt x="145757" y="532355"/>
                  </a:lnTo>
                  <a:lnTo>
                    <a:pt x="147534" y="529667"/>
                  </a:lnTo>
                  <a:lnTo>
                    <a:pt x="149311" y="526978"/>
                  </a:lnTo>
                  <a:lnTo>
                    <a:pt x="151087" y="524289"/>
                  </a:lnTo>
                  <a:lnTo>
                    <a:pt x="152861" y="521601"/>
                  </a:lnTo>
                  <a:lnTo>
                    <a:pt x="154633" y="518912"/>
                  </a:lnTo>
                  <a:lnTo>
                    <a:pt x="156402" y="516223"/>
                  </a:lnTo>
                  <a:lnTo>
                    <a:pt x="158166" y="513535"/>
                  </a:lnTo>
                  <a:lnTo>
                    <a:pt x="159925" y="510846"/>
                  </a:lnTo>
                  <a:lnTo>
                    <a:pt x="161679" y="508157"/>
                  </a:lnTo>
                  <a:lnTo>
                    <a:pt x="163427" y="505469"/>
                  </a:lnTo>
                  <a:lnTo>
                    <a:pt x="165167" y="502780"/>
                  </a:lnTo>
                  <a:lnTo>
                    <a:pt x="166900" y="500091"/>
                  </a:lnTo>
                  <a:lnTo>
                    <a:pt x="168625" y="497403"/>
                  </a:lnTo>
                  <a:lnTo>
                    <a:pt x="170339" y="494714"/>
                  </a:lnTo>
                  <a:lnTo>
                    <a:pt x="172046" y="492025"/>
                  </a:lnTo>
                  <a:lnTo>
                    <a:pt x="173743" y="489337"/>
                  </a:lnTo>
                  <a:lnTo>
                    <a:pt x="175427" y="486648"/>
                  </a:lnTo>
                  <a:lnTo>
                    <a:pt x="177103" y="483959"/>
                  </a:lnTo>
                  <a:lnTo>
                    <a:pt x="178769" y="481271"/>
                  </a:lnTo>
                  <a:lnTo>
                    <a:pt x="180420" y="478582"/>
                  </a:lnTo>
                  <a:lnTo>
                    <a:pt x="182063" y="475893"/>
                  </a:lnTo>
                  <a:lnTo>
                    <a:pt x="183695" y="473205"/>
                  </a:lnTo>
                  <a:lnTo>
                    <a:pt x="185312" y="470516"/>
                  </a:lnTo>
                  <a:lnTo>
                    <a:pt x="186920" y="467827"/>
                  </a:lnTo>
                  <a:lnTo>
                    <a:pt x="188519" y="465139"/>
                  </a:lnTo>
                  <a:lnTo>
                    <a:pt x="190101" y="462450"/>
                  </a:lnTo>
                  <a:lnTo>
                    <a:pt x="191675" y="459761"/>
                  </a:lnTo>
                  <a:lnTo>
                    <a:pt x="193240" y="457073"/>
                  </a:lnTo>
                  <a:lnTo>
                    <a:pt x="194789" y="454384"/>
                  </a:lnTo>
                  <a:lnTo>
                    <a:pt x="196331" y="451695"/>
                  </a:lnTo>
                  <a:lnTo>
                    <a:pt x="197864" y="449007"/>
                  </a:lnTo>
                  <a:lnTo>
                    <a:pt x="199383" y="446318"/>
                  </a:lnTo>
                  <a:lnTo>
                    <a:pt x="200894" y="443629"/>
                  </a:lnTo>
                  <a:lnTo>
                    <a:pt x="202398" y="440941"/>
                  </a:lnTo>
                  <a:lnTo>
                    <a:pt x="203888" y="438252"/>
                  </a:lnTo>
                  <a:lnTo>
                    <a:pt x="205372" y="435563"/>
                  </a:lnTo>
                  <a:lnTo>
                    <a:pt x="206850" y="432875"/>
                  </a:lnTo>
                  <a:lnTo>
                    <a:pt x="208316" y="430186"/>
                  </a:lnTo>
                  <a:lnTo>
                    <a:pt x="209775" y="427497"/>
                  </a:lnTo>
                  <a:lnTo>
                    <a:pt x="211229" y="424809"/>
                  </a:lnTo>
                  <a:lnTo>
                    <a:pt x="212674" y="422120"/>
                  </a:lnTo>
                  <a:lnTo>
                    <a:pt x="214112" y="419431"/>
                  </a:lnTo>
                  <a:lnTo>
                    <a:pt x="215545" y="416743"/>
                  </a:lnTo>
                  <a:lnTo>
                    <a:pt x="216970" y="414054"/>
                  </a:lnTo>
                  <a:lnTo>
                    <a:pt x="218390" y="411365"/>
                  </a:lnTo>
                  <a:lnTo>
                    <a:pt x="219805" y="408677"/>
                  </a:lnTo>
                  <a:lnTo>
                    <a:pt x="221212" y="405988"/>
                  </a:lnTo>
                  <a:lnTo>
                    <a:pt x="222614" y="403299"/>
                  </a:lnTo>
                  <a:lnTo>
                    <a:pt x="224012" y="400611"/>
                  </a:lnTo>
                  <a:lnTo>
                    <a:pt x="225403" y="397922"/>
                  </a:lnTo>
                  <a:lnTo>
                    <a:pt x="226788" y="395233"/>
                  </a:lnTo>
                  <a:lnTo>
                    <a:pt x="228169" y="392545"/>
                  </a:lnTo>
                  <a:lnTo>
                    <a:pt x="229542" y="389856"/>
                  </a:lnTo>
                  <a:lnTo>
                    <a:pt x="230910" y="387167"/>
                  </a:lnTo>
                  <a:lnTo>
                    <a:pt x="232273" y="384479"/>
                  </a:lnTo>
                  <a:lnTo>
                    <a:pt x="233628" y="381790"/>
                  </a:lnTo>
                  <a:lnTo>
                    <a:pt x="234976" y="379101"/>
                  </a:lnTo>
                  <a:lnTo>
                    <a:pt x="236319" y="376413"/>
                  </a:lnTo>
                  <a:lnTo>
                    <a:pt x="237653" y="373724"/>
                  </a:lnTo>
                  <a:lnTo>
                    <a:pt x="238979" y="371035"/>
                  </a:lnTo>
                  <a:lnTo>
                    <a:pt x="240299" y="368347"/>
                  </a:lnTo>
                  <a:lnTo>
                    <a:pt x="241610" y="365658"/>
                  </a:lnTo>
                  <a:lnTo>
                    <a:pt x="242910" y="362969"/>
                  </a:lnTo>
                  <a:lnTo>
                    <a:pt x="244203" y="360281"/>
                  </a:lnTo>
                  <a:lnTo>
                    <a:pt x="245485" y="357592"/>
                  </a:lnTo>
                  <a:lnTo>
                    <a:pt x="246756" y="354903"/>
                  </a:lnTo>
                  <a:lnTo>
                    <a:pt x="248017" y="352215"/>
                  </a:lnTo>
                  <a:lnTo>
                    <a:pt x="249267" y="349526"/>
                  </a:lnTo>
                  <a:lnTo>
                    <a:pt x="250502" y="346837"/>
                  </a:lnTo>
                  <a:lnTo>
                    <a:pt x="251728" y="344149"/>
                  </a:lnTo>
                  <a:lnTo>
                    <a:pt x="252941" y="341460"/>
                  </a:lnTo>
                  <a:lnTo>
                    <a:pt x="254136" y="338771"/>
                  </a:lnTo>
                  <a:lnTo>
                    <a:pt x="255321" y="336083"/>
                  </a:lnTo>
                  <a:lnTo>
                    <a:pt x="256492" y="333394"/>
                  </a:lnTo>
                  <a:lnTo>
                    <a:pt x="257644" y="330705"/>
                  </a:lnTo>
                  <a:lnTo>
                    <a:pt x="258783" y="328017"/>
                  </a:lnTo>
                  <a:lnTo>
                    <a:pt x="259908" y="325328"/>
                  </a:lnTo>
                  <a:lnTo>
                    <a:pt x="261011" y="322639"/>
                  </a:lnTo>
                  <a:lnTo>
                    <a:pt x="262102" y="319951"/>
                  </a:lnTo>
                  <a:lnTo>
                    <a:pt x="263177" y="317262"/>
                  </a:lnTo>
                  <a:lnTo>
                    <a:pt x="264228" y="314573"/>
                  </a:lnTo>
                  <a:lnTo>
                    <a:pt x="265266" y="311885"/>
                  </a:lnTo>
                  <a:lnTo>
                    <a:pt x="266289" y="309196"/>
                  </a:lnTo>
                  <a:lnTo>
                    <a:pt x="267286" y="306507"/>
                  </a:lnTo>
                  <a:lnTo>
                    <a:pt x="268270" y="303819"/>
                  </a:lnTo>
                  <a:lnTo>
                    <a:pt x="269238" y="301130"/>
                  </a:lnTo>
                  <a:lnTo>
                    <a:pt x="270180" y="298441"/>
                  </a:lnTo>
                  <a:lnTo>
                    <a:pt x="271107" y="295753"/>
                  </a:lnTo>
                  <a:lnTo>
                    <a:pt x="272020" y="293064"/>
                  </a:lnTo>
                  <a:lnTo>
                    <a:pt x="272905" y="290375"/>
                  </a:lnTo>
                  <a:lnTo>
                    <a:pt x="273776" y="287687"/>
                  </a:lnTo>
                  <a:lnTo>
                    <a:pt x="274633" y="284998"/>
                  </a:lnTo>
                  <a:lnTo>
                    <a:pt x="275463" y="282309"/>
                  </a:lnTo>
                  <a:lnTo>
                    <a:pt x="276279" y="279621"/>
                  </a:lnTo>
                  <a:lnTo>
                    <a:pt x="277080" y="276932"/>
                  </a:lnTo>
                  <a:lnTo>
                    <a:pt x="277856" y="274243"/>
                  </a:lnTo>
                  <a:lnTo>
                    <a:pt x="278617" y="271555"/>
                  </a:lnTo>
                  <a:lnTo>
                    <a:pt x="279365" y="268866"/>
                  </a:lnTo>
                  <a:lnTo>
                    <a:pt x="280089" y="266177"/>
                  </a:lnTo>
                  <a:lnTo>
                    <a:pt x="280799" y="263489"/>
                  </a:lnTo>
                  <a:lnTo>
                    <a:pt x="281495" y="260800"/>
                  </a:lnTo>
                  <a:lnTo>
                    <a:pt x="282170" y="258111"/>
                  </a:lnTo>
                  <a:lnTo>
                    <a:pt x="282830" y="255423"/>
                  </a:lnTo>
                  <a:lnTo>
                    <a:pt x="283478" y="252734"/>
                  </a:lnTo>
                  <a:lnTo>
                    <a:pt x="284106" y="250045"/>
                  </a:lnTo>
                  <a:lnTo>
                    <a:pt x="284720" y="247357"/>
                  </a:lnTo>
                  <a:lnTo>
                    <a:pt x="285323" y="244668"/>
                  </a:lnTo>
                  <a:lnTo>
                    <a:pt x="285908" y="241979"/>
                  </a:lnTo>
                  <a:lnTo>
                    <a:pt x="286479" y="239291"/>
                  </a:lnTo>
                  <a:lnTo>
                    <a:pt x="287040" y="236602"/>
                  </a:lnTo>
                  <a:lnTo>
                    <a:pt x="287584" y="233913"/>
                  </a:lnTo>
                  <a:lnTo>
                    <a:pt x="288116" y="231225"/>
                  </a:lnTo>
                  <a:lnTo>
                    <a:pt x="288638" y="228536"/>
                  </a:lnTo>
                  <a:lnTo>
                    <a:pt x="289145" y="225847"/>
                  </a:lnTo>
                  <a:lnTo>
                    <a:pt x="289640" y="223159"/>
                  </a:lnTo>
                  <a:lnTo>
                    <a:pt x="290127" y="220470"/>
                  </a:lnTo>
                  <a:lnTo>
                    <a:pt x="290599" y="217781"/>
                  </a:lnTo>
                  <a:lnTo>
                    <a:pt x="291061" y="215093"/>
                  </a:lnTo>
                  <a:lnTo>
                    <a:pt x="291514" y="212404"/>
                  </a:lnTo>
                  <a:lnTo>
                    <a:pt x="291955" y="209715"/>
                  </a:lnTo>
                  <a:lnTo>
                    <a:pt x="292385" y="207027"/>
                  </a:lnTo>
                  <a:lnTo>
                    <a:pt x="292807" y="204338"/>
                  </a:lnTo>
                  <a:lnTo>
                    <a:pt x="293219" y="201649"/>
                  </a:lnTo>
                  <a:lnTo>
                    <a:pt x="293619" y="198961"/>
                  </a:lnTo>
                  <a:lnTo>
                    <a:pt x="294013" y="196272"/>
                  </a:lnTo>
                  <a:lnTo>
                    <a:pt x="294396" y="193583"/>
                  </a:lnTo>
                  <a:lnTo>
                    <a:pt x="294769" y="190895"/>
                  </a:lnTo>
                  <a:lnTo>
                    <a:pt x="295136" y="188206"/>
                  </a:lnTo>
                  <a:lnTo>
                    <a:pt x="295493" y="185517"/>
                  </a:lnTo>
                  <a:lnTo>
                    <a:pt x="295840" y="182829"/>
                  </a:lnTo>
                  <a:lnTo>
                    <a:pt x="296180" y="180140"/>
                  </a:lnTo>
                  <a:lnTo>
                    <a:pt x="296512" y="177451"/>
                  </a:lnTo>
                  <a:lnTo>
                    <a:pt x="296833" y="174763"/>
                  </a:lnTo>
                  <a:lnTo>
                    <a:pt x="297149" y="172074"/>
                  </a:lnTo>
                  <a:lnTo>
                    <a:pt x="297456" y="169385"/>
                  </a:lnTo>
                  <a:lnTo>
                    <a:pt x="297754" y="166697"/>
                  </a:lnTo>
                  <a:lnTo>
                    <a:pt x="298045" y="164008"/>
                  </a:lnTo>
                  <a:lnTo>
                    <a:pt x="298329" y="161319"/>
                  </a:lnTo>
                  <a:lnTo>
                    <a:pt x="298602" y="158631"/>
                  </a:lnTo>
                  <a:lnTo>
                    <a:pt x="298870" y="155942"/>
                  </a:lnTo>
                  <a:lnTo>
                    <a:pt x="299131" y="153253"/>
                  </a:lnTo>
                  <a:lnTo>
                    <a:pt x="299382" y="150565"/>
                  </a:lnTo>
                  <a:lnTo>
                    <a:pt x="299626" y="147876"/>
                  </a:lnTo>
                  <a:lnTo>
                    <a:pt x="299865" y="145187"/>
                  </a:lnTo>
                  <a:lnTo>
                    <a:pt x="300093" y="142499"/>
                  </a:lnTo>
                  <a:lnTo>
                    <a:pt x="300315" y="139810"/>
                  </a:lnTo>
                  <a:lnTo>
                    <a:pt x="300532" y="137121"/>
                  </a:lnTo>
                  <a:lnTo>
                    <a:pt x="300738" y="134433"/>
                  </a:lnTo>
                  <a:lnTo>
                    <a:pt x="300939" y="131744"/>
                  </a:lnTo>
                  <a:lnTo>
                    <a:pt x="301134" y="129055"/>
                  </a:lnTo>
                  <a:lnTo>
                    <a:pt x="301320" y="126367"/>
                  </a:lnTo>
                  <a:lnTo>
                    <a:pt x="301500" y="123678"/>
                  </a:lnTo>
                  <a:lnTo>
                    <a:pt x="301674" y="120989"/>
                  </a:lnTo>
                  <a:lnTo>
                    <a:pt x="301840" y="118301"/>
                  </a:lnTo>
                  <a:lnTo>
                    <a:pt x="302000" y="115612"/>
                  </a:lnTo>
                  <a:lnTo>
                    <a:pt x="302155" y="112923"/>
                  </a:lnTo>
                  <a:lnTo>
                    <a:pt x="302301" y="110235"/>
                  </a:lnTo>
                  <a:lnTo>
                    <a:pt x="302442" y="107546"/>
                  </a:lnTo>
                  <a:lnTo>
                    <a:pt x="302579" y="104857"/>
                  </a:lnTo>
                  <a:lnTo>
                    <a:pt x="302707" y="102169"/>
                  </a:lnTo>
                  <a:lnTo>
                    <a:pt x="302830" y="99480"/>
                  </a:lnTo>
                  <a:lnTo>
                    <a:pt x="302949" y="96791"/>
                  </a:lnTo>
                  <a:lnTo>
                    <a:pt x="303061" y="94103"/>
                  </a:lnTo>
                  <a:lnTo>
                    <a:pt x="303168" y="91414"/>
                  </a:lnTo>
                  <a:lnTo>
                    <a:pt x="303271" y="88725"/>
                  </a:lnTo>
                  <a:lnTo>
                    <a:pt x="303367" y="86037"/>
                  </a:lnTo>
                  <a:lnTo>
                    <a:pt x="303459" y="83348"/>
                  </a:lnTo>
                  <a:lnTo>
                    <a:pt x="303547" y="80659"/>
                  </a:lnTo>
                  <a:lnTo>
                    <a:pt x="303629" y="77971"/>
                  </a:lnTo>
                  <a:lnTo>
                    <a:pt x="303708" y="75282"/>
                  </a:lnTo>
                  <a:lnTo>
                    <a:pt x="303782" y="72593"/>
                  </a:lnTo>
                  <a:lnTo>
                    <a:pt x="303852" y="69905"/>
                  </a:lnTo>
                  <a:lnTo>
                    <a:pt x="303918" y="67216"/>
                  </a:lnTo>
                  <a:lnTo>
                    <a:pt x="303981" y="64527"/>
                  </a:lnTo>
                  <a:lnTo>
                    <a:pt x="304039" y="61839"/>
                  </a:lnTo>
                  <a:lnTo>
                    <a:pt x="304094" y="59150"/>
                  </a:lnTo>
                  <a:lnTo>
                    <a:pt x="304146" y="56461"/>
                  </a:lnTo>
                  <a:lnTo>
                    <a:pt x="304195" y="53773"/>
                  </a:lnTo>
                  <a:lnTo>
                    <a:pt x="304240" y="51084"/>
                  </a:lnTo>
                  <a:lnTo>
                    <a:pt x="304283" y="48395"/>
                  </a:lnTo>
                  <a:lnTo>
                    <a:pt x="304323" y="45707"/>
                  </a:lnTo>
                  <a:lnTo>
                    <a:pt x="304360" y="43018"/>
                  </a:lnTo>
                  <a:lnTo>
                    <a:pt x="304395" y="40329"/>
                  </a:lnTo>
                  <a:lnTo>
                    <a:pt x="304428" y="37641"/>
                  </a:lnTo>
                  <a:lnTo>
                    <a:pt x="304458" y="34952"/>
                  </a:lnTo>
                  <a:lnTo>
                    <a:pt x="304486" y="32263"/>
                  </a:lnTo>
                  <a:lnTo>
                    <a:pt x="304513" y="29575"/>
                  </a:lnTo>
                  <a:lnTo>
                    <a:pt x="304537" y="26886"/>
                  </a:lnTo>
                  <a:lnTo>
                    <a:pt x="304560" y="24197"/>
                  </a:lnTo>
                  <a:lnTo>
                    <a:pt x="304581" y="21509"/>
                  </a:lnTo>
                  <a:lnTo>
                    <a:pt x="304600" y="18820"/>
                  </a:lnTo>
                  <a:lnTo>
                    <a:pt x="304618" y="16131"/>
                  </a:lnTo>
                  <a:lnTo>
                    <a:pt x="304634" y="13443"/>
                  </a:lnTo>
                  <a:lnTo>
                    <a:pt x="304649" y="10754"/>
                  </a:lnTo>
                  <a:lnTo>
                    <a:pt x="304663" y="8065"/>
                  </a:lnTo>
                  <a:lnTo>
                    <a:pt x="304677" y="5377"/>
                  </a:lnTo>
                  <a:lnTo>
                    <a:pt x="304688" y="2688"/>
                  </a:lnTo>
                  <a:lnTo>
                    <a:pt x="304699" y="0"/>
                  </a:lnTo>
                  <a:lnTo>
                    <a:pt x="304915" y="0"/>
                  </a:lnTo>
                  <a:lnTo>
                    <a:pt x="304926" y="2688"/>
                  </a:lnTo>
                  <a:lnTo>
                    <a:pt x="304938" y="5377"/>
                  </a:lnTo>
                  <a:lnTo>
                    <a:pt x="304951" y="8065"/>
                  </a:lnTo>
                  <a:lnTo>
                    <a:pt x="304965" y="10754"/>
                  </a:lnTo>
                  <a:lnTo>
                    <a:pt x="304980" y="13443"/>
                  </a:lnTo>
                  <a:lnTo>
                    <a:pt x="304997" y="16131"/>
                  </a:lnTo>
                  <a:lnTo>
                    <a:pt x="305015" y="18820"/>
                  </a:lnTo>
                  <a:lnTo>
                    <a:pt x="305034" y="21509"/>
                  </a:lnTo>
                  <a:lnTo>
                    <a:pt x="305055" y="24197"/>
                  </a:lnTo>
                  <a:lnTo>
                    <a:pt x="305077" y="26886"/>
                  </a:lnTo>
                  <a:lnTo>
                    <a:pt x="305102" y="29575"/>
                  </a:lnTo>
                  <a:lnTo>
                    <a:pt x="305128" y="32263"/>
                  </a:lnTo>
                  <a:lnTo>
                    <a:pt x="305156" y="34952"/>
                  </a:lnTo>
                  <a:lnTo>
                    <a:pt x="305186" y="37641"/>
                  </a:lnTo>
                  <a:lnTo>
                    <a:pt x="305219" y="40329"/>
                  </a:lnTo>
                  <a:lnTo>
                    <a:pt x="305254" y="43018"/>
                  </a:lnTo>
                  <a:lnTo>
                    <a:pt x="305291" y="45707"/>
                  </a:lnTo>
                  <a:lnTo>
                    <a:pt x="305331" y="48395"/>
                  </a:lnTo>
                  <a:lnTo>
                    <a:pt x="305374" y="51084"/>
                  </a:lnTo>
                  <a:lnTo>
                    <a:pt x="305419" y="53773"/>
                  </a:lnTo>
                  <a:lnTo>
                    <a:pt x="305468" y="56461"/>
                  </a:lnTo>
                  <a:lnTo>
                    <a:pt x="305520" y="59150"/>
                  </a:lnTo>
                  <a:lnTo>
                    <a:pt x="305575" y="61839"/>
                  </a:lnTo>
                  <a:lnTo>
                    <a:pt x="305634" y="64527"/>
                  </a:lnTo>
                  <a:lnTo>
                    <a:pt x="305697" y="67216"/>
                  </a:lnTo>
                  <a:lnTo>
                    <a:pt x="305762" y="69905"/>
                  </a:lnTo>
                  <a:lnTo>
                    <a:pt x="305832" y="72593"/>
                  </a:lnTo>
                  <a:lnTo>
                    <a:pt x="305907" y="75282"/>
                  </a:lnTo>
                  <a:lnTo>
                    <a:pt x="305985" y="77971"/>
                  </a:lnTo>
                  <a:lnTo>
                    <a:pt x="306067" y="80659"/>
                  </a:lnTo>
                  <a:lnTo>
                    <a:pt x="306155" y="83348"/>
                  </a:lnTo>
                  <a:lnTo>
                    <a:pt x="306247" y="86037"/>
                  </a:lnTo>
                  <a:lnTo>
                    <a:pt x="306343" y="88725"/>
                  </a:lnTo>
                  <a:lnTo>
                    <a:pt x="306446" y="91414"/>
                  </a:lnTo>
                  <a:lnTo>
                    <a:pt x="306553" y="94103"/>
                  </a:lnTo>
                  <a:lnTo>
                    <a:pt x="306665" y="96791"/>
                  </a:lnTo>
                  <a:lnTo>
                    <a:pt x="306784" y="99480"/>
                  </a:lnTo>
                  <a:lnTo>
                    <a:pt x="306907" y="102169"/>
                  </a:lnTo>
                  <a:lnTo>
                    <a:pt x="307036" y="104857"/>
                  </a:lnTo>
                  <a:lnTo>
                    <a:pt x="307172" y="107546"/>
                  </a:lnTo>
                  <a:lnTo>
                    <a:pt x="307313" y="110235"/>
                  </a:lnTo>
                  <a:lnTo>
                    <a:pt x="307459" y="112923"/>
                  </a:lnTo>
                  <a:lnTo>
                    <a:pt x="307615" y="115612"/>
                  </a:lnTo>
                  <a:lnTo>
                    <a:pt x="307775" y="118301"/>
                  </a:lnTo>
                  <a:lnTo>
                    <a:pt x="307940" y="120989"/>
                  </a:lnTo>
                  <a:lnTo>
                    <a:pt x="308115" y="123678"/>
                  </a:lnTo>
                  <a:lnTo>
                    <a:pt x="308295" y="126367"/>
                  </a:lnTo>
                  <a:lnTo>
                    <a:pt x="308480" y="129055"/>
                  </a:lnTo>
                  <a:lnTo>
                    <a:pt x="308675" y="131744"/>
                  </a:lnTo>
                  <a:lnTo>
                    <a:pt x="308876" y="134433"/>
                  </a:lnTo>
                  <a:lnTo>
                    <a:pt x="309082" y="137121"/>
                  </a:lnTo>
                  <a:lnTo>
                    <a:pt x="309299" y="139810"/>
                  </a:lnTo>
                  <a:lnTo>
                    <a:pt x="309521" y="142499"/>
                  </a:lnTo>
                  <a:lnTo>
                    <a:pt x="309749" y="145187"/>
                  </a:lnTo>
                  <a:lnTo>
                    <a:pt x="309988" y="147876"/>
                  </a:lnTo>
                  <a:lnTo>
                    <a:pt x="310233" y="150565"/>
                  </a:lnTo>
                  <a:lnTo>
                    <a:pt x="310483" y="153253"/>
                  </a:lnTo>
                  <a:lnTo>
                    <a:pt x="310744" y="155942"/>
                  </a:lnTo>
                  <a:lnTo>
                    <a:pt x="311012" y="158631"/>
                  </a:lnTo>
                  <a:lnTo>
                    <a:pt x="311285" y="161319"/>
                  </a:lnTo>
                  <a:lnTo>
                    <a:pt x="311569" y="164008"/>
                  </a:lnTo>
                  <a:lnTo>
                    <a:pt x="311861" y="166697"/>
                  </a:lnTo>
                  <a:lnTo>
                    <a:pt x="312158" y="169385"/>
                  </a:lnTo>
                  <a:lnTo>
                    <a:pt x="312465" y="172074"/>
                  </a:lnTo>
                  <a:lnTo>
                    <a:pt x="312781" y="174763"/>
                  </a:lnTo>
                  <a:lnTo>
                    <a:pt x="313102" y="177451"/>
                  </a:lnTo>
                  <a:lnTo>
                    <a:pt x="313434" y="180140"/>
                  </a:lnTo>
                  <a:lnTo>
                    <a:pt x="313775" y="182829"/>
                  </a:lnTo>
                  <a:lnTo>
                    <a:pt x="314122" y="185517"/>
                  </a:lnTo>
                  <a:lnTo>
                    <a:pt x="314479" y="188206"/>
                  </a:lnTo>
                  <a:lnTo>
                    <a:pt x="314845" y="190895"/>
                  </a:lnTo>
                  <a:lnTo>
                    <a:pt x="315218" y="193583"/>
                  </a:lnTo>
                  <a:lnTo>
                    <a:pt x="315602" y="196272"/>
                  </a:lnTo>
                  <a:lnTo>
                    <a:pt x="315995" y="198961"/>
                  </a:lnTo>
                  <a:lnTo>
                    <a:pt x="316396" y="201649"/>
                  </a:lnTo>
                  <a:lnTo>
                    <a:pt x="316807" y="204338"/>
                  </a:lnTo>
                  <a:lnTo>
                    <a:pt x="317229" y="207027"/>
                  </a:lnTo>
                  <a:lnTo>
                    <a:pt x="317659" y="209715"/>
                  </a:lnTo>
                  <a:lnTo>
                    <a:pt x="318100" y="212404"/>
                  </a:lnTo>
                  <a:lnTo>
                    <a:pt x="318554" y="215093"/>
                  </a:lnTo>
                  <a:lnTo>
                    <a:pt x="319015" y="217781"/>
                  </a:lnTo>
                  <a:lnTo>
                    <a:pt x="319488" y="220470"/>
                  </a:lnTo>
                  <a:lnTo>
                    <a:pt x="319974" y="223159"/>
                  </a:lnTo>
                  <a:lnTo>
                    <a:pt x="320469" y="225847"/>
                  </a:lnTo>
                  <a:lnTo>
                    <a:pt x="320976" y="228536"/>
                  </a:lnTo>
                  <a:lnTo>
                    <a:pt x="321498" y="231225"/>
                  </a:lnTo>
                  <a:lnTo>
                    <a:pt x="322030" y="233913"/>
                  </a:lnTo>
                  <a:lnTo>
                    <a:pt x="322574" y="236602"/>
                  </a:lnTo>
                  <a:lnTo>
                    <a:pt x="323135" y="239291"/>
                  </a:lnTo>
                  <a:lnTo>
                    <a:pt x="323706" y="241979"/>
                  </a:lnTo>
                  <a:lnTo>
                    <a:pt x="324291" y="244668"/>
                  </a:lnTo>
                  <a:lnTo>
                    <a:pt x="324894" y="247357"/>
                  </a:lnTo>
                  <a:lnTo>
                    <a:pt x="325508" y="250045"/>
                  </a:lnTo>
                  <a:lnTo>
                    <a:pt x="326136" y="252734"/>
                  </a:lnTo>
                  <a:lnTo>
                    <a:pt x="326784" y="255423"/>
                  </a:lnTo>
                  <a:lnTo>
                    <a:pt x="327445" y="258111"/>
                  </a:lnTo>
                  <a:lnTo>
                    <a:pt x="328119" y="260800"/>
                  </a:lnTo>
                  <a:lnTo>
                    <a:pt x="328816" y="263489"/>
                  </a:lnTo>
                  <a:lnTo>
                    <a:pt x="329525" y="266177"/>
                  </a:lnTo>
                  <a:lnTo>
                    <a:pt x="330249" y="268866"/>
                  </a:lnTo>
                  <a:lnTo>
                    <a:pt x="330997" y="271555"/>
                  </a:lnTo>
                  <a:lnTo>
                    <a:pt x="331758" y="274243"/>
                  </a:lnTo>
                  <a:lnTo>
                    <a:pt x="332534" y="276932"/>
                  </a:lnTo>
                  <a:lnTo>
                    <a:pt x="333336" y="279621"/>
                  </a:lnTo>
                  <a:lnTo>
                    <a:pt x="334151" y="282309"/>
                  </a:lnTo>
                  <a:lnTo>
                    <a:pt x="334981" y="284998"/>
                  </a:lnTo>
                  <a:lnTo>
                    <a:pt x="335838" y="287687"/>
                  </a:lnTo>
                  <a:lnTo>
                    <a:pt x="336709" y="290375"/>
                  </a:lnTo>
                  <a:lnTo>
                    <a:pt x="337594" y="293064"/>
                  </a:lnTo>
                  <a:lnTo>
                    <a:pt x="338507" y="295753"/>
                  </a:lnTo>
                  <a:lnTo>
                    <a:pt x="339435" y="298441"/>
                  </a:lnTo>
                  <a:lnTo>
                    <a:pt x="340376" y="301130"/>
                  </a:lnTo>
                  <a:lnTo>
                    <a:pt x="341344" y="303819"/>
                  </a:lnTo>
                  <a:lnTo>
                    <a:pt x="342328" y="306507"/>
                  </a:lnTo>
                  <a:lnTo>
                    <a:pt x="343325" y="309196"/>
                  </a:lnTo>
                  <a:lnTo>
                    <a:pt x="344348" y="311885"/>
                  </a:lnTo>
                  <a:lnTo>
                    <a:pt x="345386" y="314573"/>
                  </a:lnTo>
                  <a:lnTo>
                    <a:pt x="346437" y="317262"/>
                  </a:lnTo>
                  <a:lnTo>
                    <a:pt x="347513" y="319951"/>
                  </a:lnTo>
                  <a:lnTo>
                    <a:pt x="348603" y="322639"/>
                  </a:lnTo>
                  <a:lnTo>
                    <a:pt x="349706" y="325328"/>
                  </a:lnTo>
                  <a:lnTo>
                    <a:pt x="350831" y="328017"/>
                  </a:lnTo>
                  <a:lnTo>
                    <a:pt x="351971" y="330705"/>
                  </a:lnTo>
                  <a:lnTo>
                    <a:pt x="353122" y="333394"/>
                  </a:lnTo>
                  <a:lnTo>
                    <a:pt x="354293" y="336083"/>
                  </a:lnTo>
                  <a:lnTo>
                    <a:pt x="355478" y="338771"/>
                  </a:lnTo>
                  <a:lnTo>
                    <a:pt x="356674" y="341460"/>
                  </a:lnTo>
                  <a:lnTo>
                    <a:pt x="357886" y="344149"/>
                  </a:lnTo>
                  <a:lnTo>
                    <a:pt x="359112" y="346837"/>
                  </a:lnTo>
                  <a:lnTo>
                    <a:pt x="360347" y="349526"/>
                  </a:lnTo>
                  <a:lnTo>
                    <a:pt x="361597" y="352215"/>
                  </a:lnTo>
                  <a:lnTo>
                    <a:pt x="362859" y="354903"/>
                  </a:lnTo>
                  <a:lnTo>
                    <a:pt x="364129" y="357592"/>
                  </a:lnTo>
                  <a:lnTo>
                    <a:pt x="365411" y="360281"/>
                  </a:lnTo>
                  <a:lnTo>
                    <a:pt x="366704" y="362969"/>
                  </a:lnTo>
                  <a:lnTo>
                    <a:pt x="368004" y="365658"/>
                  </a:lnTo>
                  <a:lnTo>
                    <a:pt x="369315" y="368347"/>
                  </a:lnTo>
                  <a:lnTo>
                    <a:pt x="370635" y="371035"/>
                  </a:lnTo>
                  <a:lnTo>
                    <a:pt x="371961" y="373724"/>
                  </a:lnTo>
                  <a:lnTo>
                    <a:pt x="373295" y="376413"/>
                  </a:lnTo>
                  <a:lnTo>
                    <a:pt x="374638" y="379101"/>
                  </a:lnTo>
                  <a:lnTo>
                    <a:pt x="375986" y="381790"/>
                  </a:lnTo>
                  <a:lnTo>
                    <a:pt x="377342" y="384479"/>
                  </a:lnTo>
                  <a:lnTo>
                    <a:pt x="378705" y="387167"/>
                  </a:lnTo>
                  <a:lnTo>
                    <a:pt x="380072" y="389856"/>
                  </a:lnTo>
                  <a:lnTo>
                    <a:pt x="381446" y="392545"/>
                  </a:lnTo>
                  <a:lnTo>
                    <a:pt x="382826" y="395233"/>
                  </a:lnTo>
                  <a:lnTo>
                    <a:pt x="384212" y="397922"/>
                  </a:lnTo>
                  <a:lnTo>
                    <a:pt x="385602" y="400611"/>
                  </a:lnTo>
                  <a:lnTo>
                    <a:pt x="387000" y="403299"/>
                  </a:lnTo>
                  <a:lnTo>
                    <a:pt x="388402" y="405988"/>
                  </a:lnTo>
                  <a:lnTo>
                    <a:pt x="389809" y="408677"/>
                  </a:lnTo>
                  <a:lnTo>
                    <a:pt x="391224" y="411365"/>
                  </a:lnTo>
                  <a:lnTo>
                    <a:pt x="392644" y="414054"/>
                  </a:lnTo>
                  <a:lnTo>
                    <a:pt x="394069" y="416743"/>
                  </a:lnTo>
                  <a:lnTo>
                    <a:pt x="395502" y="419431"/>
                  </a:lnTo>
                  <a:lnTo>
                    <a:pt x="396941" y="422120"/>
                  </a:lnTo>
                  <a:lnTo>
                    <a:pt x="398385" y="424809"/>
                  </a:lnTo>
                  <a:lnTo>
                    <a:pt x="399839" y="427497"/>
                  </a:lnTo>
                  <a:lnTo>
                    <a:pt x="401299" y="430186"/>
                  </a:lnTo>
                  <a:lnTo>
                    <a:pt x="402765" y="432875"/>
                  </a:lnTo>
                  <a:lnTo>
                    <a:pt x="404242" y="435563"/>
                  </a:lnTo>
                  <a:lnTo>
                    <a:pt x="405726" y="438252"/>
                  </a:lnTo>
                  <a:lnTo>
                    <a:pt x="407217" y="440941"/>
                  </a:lnTo>
                  <a:lnTo>
                    <a:pt x="408720" y="443629"/>
                  </a:lnTo>
                  <a:lnTo>
                    <a:pt x="410232" y="446318"/>
                  </a:lnTo>
                  <a:lnTo>
                    <a:pt x="411750" y="449007"/>
                  </a:lnTo>
                  <a:lnTo>
                    <a:pt x="413283" y="451695"/>
                  </a:lnTo>
                  <a:lnTo>
                    <a:pt x="414825" y="454384"/>
                  </a:lnTo>
                  <a:lnTo>
                    <a:pt x="416374" y="457073"/>
                  </a:lnTo>
                  <a:lnTo>
                    <a:pt x="417939" y="459761"/>
                  </a:lnTo>
                  <a:lnTo>
                    <a:pt x="419513" y="462450"/>
                  </a:lnTo>
                  <a:lnTo>
                    <a:pt x="421096" y="465139"/>
                  </a:lnTo>
                  <a:lnTo>
                    <a:pt x="422694" y="467827"/>
                  </a:lnTo>
                  <a:lnTo>
                    <a:pt x="424302" y="470516"/>
                  </a:lnTo>
                  <a:lnTo>
                    <a:pt x="425919" y="473205"/>
                  </a:lnTo>
                  <a:lnTo>
                    <a:pt x="427552" y="475893"/>
                  </a:lnTo>
                  <a:lnTo>
                    <a:pt x="429194" y="478582"/>
                  </a:lnTo>
                  <a:lnTo>
                    <a:pt x="430845" y="481271"/>
                  </a:lnTo>
                  <a:lnTo>
                    <a:pt x="432511" y="483959"/>
                  </a:lnTo>
                  <a:lnTo>
                    <a:pt x="434187" y="486648"/>
                  </a:lnTo>
                  <a:lnTo>
                    <a:pt x="435871" y="489337"/>
                  </a:lnTo>
                  <a:lnTo>
                    <a:pt x="437569" y="492025"/>
                  </a:lnTo>
                  <a:lnTo>
                    <a:pt x="439275" y="494714"/>
                  </a:lnTo>
                  <a:lnTo>
                    <a:pt x="440989" y="497403"/>
                  </a:lnTo>
                  <a:lnTo>
                    <a:pt x="442714" y="500091"/>
                  </a:lnTo>
                  <a:lnTo>
                    <a:pt x="444448" y="502780"/>
                  </a:lnTo>
                  <a:lnTo>
                    <a:pt x="446187" y="505469"/>
                  </a:lnTo>
                  <a:lnTo>
                    <a:pt x="447935" y="508157"/>
                  </a:lnTo>
                  <a:lnTo>
                    <a:pt x="449689" y="510846"/>
                  </a:lnTo>
                  <a:lnTo>
                    <a:pt x="451448" y="513535"/>
                  </a:lnTo>
                  <a:lnTo>
                    <a:pt x="453213" y="516223"/>
                  </a:lnTo>
                  <a:lnTo>
                    <a:pt x="454981" y="518912"/>
                  </a:lnTo>
                  <a:lnTo>
                    <a:pt x="456753" y="521601"/>
                  </a:lnTo>
                  <a:lnTo>
                    <a:pt x="458527" y="524289"/>
                  </a:lnTo>
                  <a:lnTo>
                    <a:pt x="460303" y="526978"/>
                  </a:lnTo>
                  <a:lnTo>
                    <a:pt x="462080" y="529667"/>
                  </a:lnTo>
                  <a:lnTo>
                    <a:pt x="463857" y="532355"/>
                  </a:lnTo>
                  <a:lnTo>
                    <a:pt x="465633" y="535044"/>
                  </a:lnTo>
                  <a:lnTo>
                    <a:pt x="467407" y="537733"/>
                  </a:lnTo>
                  <a:lnTo>
                    <a:pt x="469179" y="540421"/>
                  </a:lnTo>
                  <a:lnTo>
                    <a:pt x="470947" y="543110"/>
                  </a:lnTo>
                  <a:lnTo>
                    <a:pt x="472711" y="545799"/>
                  </a:lnTo>
                  <a:lnTo>
                    <a:pt x="474471" y="548487"/>
                  </a:lnTo>
                  <a:lnTo>
                    <a:pt x="476225" y="551176"/>
                  </a:lnTo>
                  <a:lnTo>
                    <a:pt x="477973" y="553865"/>
                  </a:lnTo>
                  <a:lnTo>
                    <a:pt x="479715" y="556553"/>
                  </a:lnTo>
                  <a:lnTo>
                    <a:pt x="481448" y="559242"/>
                  </a:lnTo>
                  <a:lnTo>
                    <a:pt x="483175" y="561931"/>
                  </a:lnTo>
                  <a:lnTo>
                    <a:pt x="484895" y="564619"/>
                  </a:lnTo>
                  <a:lnTo>
                    <a:pt x="486604" y="567308"/>
                  </a:lnTo>
                  <a:lnTo>
                    <a:pt x="488306" y="569997"/>
                  </a:lnTo>
                  <a:lnTo>
                    <a:pt x="490000" y="572685"/>
                  </a:lnTo>
                  <a:lnTo>
                    <a:pt x="491682" y="575374"/>
                  </a:lnTo>
                  <a:lnTo>
                    <a:pt x="493357" y="578063"/>
                  </a:lnTo>
                  <a:lnTo>
                    <a:pt x="495025" y="580751"/>
                  </a:lnTo>
                  <a:lnTo>
                    <a:pt x="496680" y="583440"/>
                  </a:lnTo>
                  <a:lnTo>
                    <a:pt x="498329" y="586129"/>
                  </a:lnTo>
                  <a:lnTo>
                    <a:pt x="499970" y="588817"/>
                  </a:lnTo>
                  <a:lnTo>
                    <a:pt x="501600" y="591506"/>
                  </a:lnTo>
                  <a:lnTo>
                    <a:pt x="503224" y="594195"/>
                  </a:lnTo>
                  <a:lnTo>
                    <a:pt x="504842" y="596883"/>
                  </a:lnTo>
                  <a:lnTo>
                    <a:pt x="506449" y="599572"/>
                  </a:lnTo>
                  <a:lnTo>
                    <a:pt x="508052" y="602261"/>
                  </a:lnTo>
                  <a:lnTo>
                    <a:pt x="509650" y="604949"/>
                  </a:lnTo>
                  <a:lnTo>
                    <a:pt x="511241" y="607638"/>
                  </a:lnTo>
                  <a:lnTo>
                    <a:pt x="512828" y="610327"/>
                  </a:lnTo>
                  <a:lnTo>
                    <a:pt x="514411" y="613015"/>
                  </a:lnTo>
                  <a:lnTo>
                    <a:pt x="515990" y="615704"/>
                  </a:lnTo>
                  <a:lnTo>
                    <a:pt x="517567" y="618393"/>
                  </a:lnTo>
                  <a:lnTo>
                    <a:pt x="519142" y="621081"/>
                  </a:lnTo>
                  <a:lnTo>
                    <a:pt x="520716" y="623770"/>
                  </a:lnTo>
                  <a:lnTo>
                    <a:pt x="522289" y="626459"/>
                  </a:lnTo>
                  <a:lnTo>
                    <a:pt x="523862" y="629147"/>
                  </a:lnTo>
                  <a:lnTo>
                    <a:pt x="525436" y="631836"/>
                  </a:lnTo>
                  <a:lnTo>
                    <a:pt x="527012" y="634525"/>
                  </a:lnTo>
                  <a:lnTo>
                    <a:pt x="528589" y="637213"/>
                  </a:lnTo>
                  <a:lnTo>
                    <a:pt x="530169" y="639902"/>
                  </a:lnTo>
                  <a:lnTo>
                    <a:pt x="531753" y="642591"/>
                  </a:lnTo>
                  <a:lnTo>
                    <a:pt x="533339" y="645279"/>
                  </a:lnTo>
                  <a:lnTo>
                    <a:pt x="534930" y="647968"/>
                  </a:lnTo>
                  <a:lnTo>
                    <a:pt x="536526" y="650657"/>
                  </a:lnTo>
                  <a:lnTo>
                    <a:pt x="538125" y="653345"/>
                  </a:lnTo>
                  <a:lnTo>
                    <a:pt x="539730" y="656034"/>
                  </a:lnTo>
                  <a:lnTo>
                    <a:pt x="541340" y="658723"/>
                  </a:lnTo>
                  <a:lnTo>
                    <a:pt x="542955" y="661411"/>
                  </a:lnTo>
                  <a:lnTo>
                    <a:pt x="544575" y="664100"/>
                  </a:lnTo>
                  <a:lnTo>
                    <a:pt x="545160" y="665067"/>
                  </a:lnTo>
                  <a:lnTo>
                    <a:pt x="546201" y="666789"/>
                  </a:lnTo>
                  <a:lnTo>
                    <a:pt x="547830" y="669477"/>
                  </a:lnTo>
                  <a:lnTo>
                    <a:pt x="549465" y="672166"/>
                  </a:lnTo>
                  <a:lnTo>
                    <a:pt x="551105" y="674855"/>
                  </a:lnTo>
                  <a:lnTo>
                    <a:pt x="552747" y="677543"/>
                  </a:lnTo>
                  <a:lnTo>
                    <a:pt x="554394" y="680232"/>
                  </a:lnTo>
                  <a:lnTo>
                    <a:pt x="556043" y="682921"/>
                  </a:lnTo>
                  <a:lnTo>
                    <a:pt x="557694" y="685609"/>
                  </a:lnTo>
                  <a:lnTo>
                    <a:pt x="559347" y="688298"/>
                  </a:lnTo>
                  <a:lnTo>
                    <a:pt x="561000" y="690987"/>
                  </a:lnTo>
                  <a:lnTo>
                    <a:pt x="562653" y="693675"/>
                  </a:lnTo>
                  <a:lnTo>
                    <a:pt x="564304" y="696364"/>
                  </a:lnTo>
                  <a:lnTo>
                    <a:pt x="565952" y="699053"/>
                  </a:lnTo>
                  <a:lnTo>
                    <a:pt x="567598" y="701741"/>
                  </a:lnTo>
                  <a:lnTo>
                    <a:pt x="569238" y="704430"/>
                  </a:lnTo>
                  <a:lnTo>
                    <a:pt x="570871" y="707119"/>
                  </a:lnTo>
                  <a:lnTo>
                    <a:pt x="572498" y="709807"/>
                  </a:lnTo>
                  <a:lnTo>
                    <a:pt x="574116" y="712496"/>
                  </a:lnTo>
                  <a:lnTo>
                    <a:pt x="575720" y="715185"/>
                  </a:lnTo>
                  <a:lnTo>
                    <a:pt x="577315" y="717873"/>
                  </a:lnTo>
                  <a:lnTo>
                    <a:pt x="578897" y="720562"/>
                  </a:lnTo>
                  <a:lnTo>
                    <a:pt x="580459" y="723251"/>
                  </a:lnTo>
                  <a:lnTo>
                    <a:pt x="582007" y="725939"/>
                  </a:lnTo>
                  <a:lnTo>
                    <a:pt x="583538" y="728628"/>
                  </a:lnTo>
                  <a:lnTo>
                    <a:pt x="585041" y="731317"/>
                  </a:lnTo>
                  <a:lnTo>
                    <a:pt x="586525" y="734005"/>
                  </a:lnTo>
                  <a:lnTo>
                    <a:pt x="587988" y="736694"/>
                  </a:lnTo>
                  <a:lnTo>
                    <a:pt x="589413" y="739383"/>
                  </a:lnTo>
                  <a:lnTo>
                    <a:pt x="590816" y="742071"/>
                  </a:lnTo>
                  <a:lnTo>
                    <a:pt x="592193" y="744760"/>
                  </a:lnTo>
                  <a:lnTo>
                    <a:pt x="593522" y="747449"/>
                  </a:lnTo>
                  <a:lnTo>
                    <a:pt x="594824" y="750137"/>
                  </a:lnTo>
                  <a:lnTo>
                    <a:pt x="596095" y="752826"/>
                  </a:lnTo>
                  <a:lnTo>
                    <a:pt x="597308" y="755515"/>
                  </a:lnTo>
                  <a:lnTo>
                    <a:pt x="598488" y="758203"/>
                  </a:lnTo>
                  <a:lnTo>
                    <a:pt x="599633" y="760892"/>
                  </a:lnTo>
                  <a:lnTo>
                    <a:pt x="600708" y="763581"/>
                  </a:lnTo>
                  <a:lnTo>
                    <a:pt x="601744" y="766269"/>
                  </a:lnTo>
                  <a:lnTo>
                    <a:pt x="602741" y="768958"/>
                  </a:lnTo>
                  <a:lnTo>
                    <a:pt x="603657" y="771647"/>
                  </a:lnTo>
                  <a:lnTo>
                    <a:pt x="604528" y="774335"/>
                  </a:lnTo>
                  <a:lnTo>
                    <a:pt x="605353" y="777024"/>
                  </a:lnTo>
                  <a:lnTo>
                    <a:pt x="606089" y="779713"/>
                  </a:lnTo>
                  <a:lnTo>
                    <a:pt x="606771" y="782401"/>
                  </a:lnTo>
                  <a:lnTo>
                    <a:pt x="607402" y="785090"/>
                  </a:lnTo>
                  <a:lnTo>
                    <a:pt x="607936" y="787779"/>
                  </a:lnTo>
                  <a:lnTo>
                    <a:pt x="608407" y="790467"/>
                  </a:lnTo>
                  <a:lnTo>
                    <a:pt x="608822" y="793156"/>
                  </a:lnTo>
                  <a:lnTo>
                    <a:pt x="609132" y="795845"/>
                  </a:lnTo>
                  <a:lnTo>
                    <a:pt x="609371" y="798533"/>
                  </a:lnTo>
                  <a:lnTo>
                    <a:pt x="609549" y="801222"/>
                  </a:lnTo>
                  <a:lnTo>
                    <a:pt x="609615" y="803911"/>
                  </a:lnTo>
                  <a:lnTo>
                    <a:pt x="609601" y="806599"/>
                  </a:lnTo>
                  <a:lnTo>
                    <a:pt x="609521" y="809288"/>
                  </a:lnTo>
                  <a:lnTo>
                    <a:pt x="609325" y="811977"/>
                  </a:lnTo>
                  <a:lnTo>
                    <a:pt x="609041" y="814665"/>
                  </a:lnTo>
                  <a:lnTo>
                    <a:pt x="608686" y="817354"/>
                  </a:lnTo>
                  <a:lnTo>
                    <a:pt x="608213" y="820043"/>
                  </a:lnTo>
                  <a:lnTo>
                    <a:pt x="607644" y="822731"/>
                  </a:lnTo>
                  <a:lnTo>
                    <a:pt x="607000" y="825420"/>
                  </a:lnTo>
                  <a:lnTo>
                    <a:pt x="606237" y="828109"/>
                  </a:lnTo>
                  <a:lnTo>
                    <a:pt x="605372" y="830797"/>
                  </a:lnTo>
                  <a:lnTo>
                    <a:pt x="604430" y="833486"/>
                  </a:lnTo>
                  <a:lnTo>
                    <a:pt x="603371" y="836175"/>
                  </a:lnTo>
                  <a:lnTo>
                    <a:pt x="603114" y="836765"/>
                  </a:lnTo>
                  <a:lnTo>
                    <a:pt x="602203" y="838863"/>
                  </a:lnTo>
                  <a:lnTo>
                    <a:pt x="600960" y="841552"/>
                  </a:lnTo>
                  <a:lnTo>
                    <a:pt x="599601" y="844241"/>
                  </a:lnTo>
                  <a:lnTo>
                    <a:pt x="598133" y="846929"/>
                  </a:lnTo>
                  <a:lnTo>
                    <a:pt x="596589" y="849618"/>
                  </a:lnTo>
                  <a:lnTo>
                    <a:pt x="594936" y="852307"/>
                  </a:lnTo>
                  <a:lnTo>
                    <a:pt x="593173" y="854995"/>
                  </a:lnTo>
                  <a:lnTo>
                    <a:pt x="591338" y="857684"/>
                  </a:lnTo>
                  <a:lnTo>
                    <a:pt x="589402" y="860373"/>
                  </a:lnTo>
                  <a:lnTo>
                    <a:pt x="587359" y="863061"/>
                  </a:lnTo>
                  <a:lnTo>
                    <a:pt x="585249" y="865750"/>
                  </a:lnTo>
                  <a:lnTo>
                    <a:pt x="583050" y="868439"/>
                  </a:lnTo>
                  <a:lnTo>
                    <a:pt x="580749" y="871127"/>
                  </a:lnTo>
                  <a:lnTo>
                    <a:pt x="578389" y="873816"/>
                  </a:lnTo>
                  <a:lnTo>
                    <a:pt x="575952" y="876505"/>
                  </a:lnTo>
                  <a:lnTo>
                    <a:pt x="573425" y="879193"/>
                  </a:lnTo>
                  <a:lnTo>
                    <a:pt x="570847" y="881882"/>
                  </a:lnTo>
                  <a:lnTo>
                    <a:pt x="568207" y="884571"/>
                  </a:lnTo>
                  <a:lnTo>
                    <a:pt x="565492" y="887259"/>
                  </a:lnTo>
                  <a:lnTo>
                    <a:pt x="562737" y="889948"/>
                  </a:lnTo>
                  <a:lnTo>
                    <a:pt x="559936" y="892637"/>
                  </a:lnTo>
                  <a:lnTo>
                    <a:pt x="557079" y="895325"/>
                  </a:lnTo>
                  <a:lnTo>
                    <a:pt x="554195" y="898014"/>
                  </a:lnTo>
                  <a:lnTo>
                    <a:pt x="551282" y="900703"/>
                  </a:lnTo>
                  <a:lnTo>
                    <a:pt x="548337" y="903391"/>
                  </a:lnTo>
                  <a:lnTo>
                    <a:pt x="545380" y="906080"/>
                  </a:lnTo>
                  <a:lnTo>
                    <a:pt x="542411" y="908769"/>
                  </a:lnTo>
                  <a:lnTo>
                    <a:pt x="539436" y="911457"/>
                  </a:lnTo>
                  <a:lnTo>
                    <a:pt x="536466" y="914146"/>
                  </a:lnTo>
                  <a:lnTo>
                    <a:pt x="533502" y="916835"/>
                  </a:lnTo>
                  <a:lnTo>
                    <a:pt x="530563" y="919523"/>
                  </a:lnTo>
                  <a:lnTo>
                    <a:pt x="527645" y="922212"/>
                  </a:lnTo>
                  <a:lnTo>
                    <a:pt x="524750" y="924901"/>
                  </a:lnTo>
                  <a:lnTo>
                    <a:pt x="521913" y="927589"/>
                  </a:lnTo>
                  <a:lnTo>
                    <a:pt x="519116" y="930278"/>
                  </a:lnTo>
                  <a:lnTo>
                    <a:pt x="516358" y="932967"/>
                  </a:lnTo>
                  <a:lnTo>
                    <a:pt x="513691" y="935655"/>
                  </a:lnTo>
                  <a:lnTo>
                    <a:pt x="511082" y="938344"/>
                  </a:lnTo>
                  <a:lnTo>
                    <a:pt x="508531" y="941033"/>
                  </a:lnTo>
                  <a:lnTo>
                    <a:pt x="506099" y="943721"/>
                  </a:lnTo>
                  <a:lnTo>
                    <a:pt x="503747" y="946410"/>
                  </a:lnTo>
                  <a:lnTo>
                    <a:pt x="501469" y="949099"/>
                  </a:lnTo>
                  <a:lnTo>
                    <a:pt x="499337" y="951787"/>
                  </a:lnTo>
                  <a:lnTo>
                    <a:pt x="497304" y="954476"/>
                  </a:lnTo>
                  <a:lnTo>
                    <a:pt x="495362" y="957165"/>
                  </a:lnTo>
                  <a:lnTo>
                    <a:pt x="493587" y="959853"/>
                  </a:lnTo>
                  <a:lnTo>
                    <a:pt x="491933" y="962542"/>
                  </a:lnTo>
                  <a:lnTo>
                    <a:pt x="490382" y="965231"/>
                  </a:lnTo>
                  <a:lnTo>
                    <a:pt x="489016" y="967919"/>
                  </a:lnTo>
                  <a:lnTo>
                    <a:pt x="487789" y="970608"/>
                  </a:lnTo>
                  <a:lnTo>
                    <a:pt x="486677" y="973297"/>
                  </a:lnTo>
                  <a:lnTo>
                    <a:pt x="485761" y="975985"/>
                  </a:lnTo>
                  <a:lnTo>
                    <a:pt x="485000" y="978674"/>
                  </a:lnTo>
                  <a:lnTo>
                    <a:pt x="484362" y="981363"/>
                  </a:lnTo>
                  <a:lnTo>
                    <a:pt x="483926" y="984051"/>
                  </a:lnTo>
                  <a:lnTo>
                    <a:pt x="483659" y="986740"/>
                  </a:lnTo>
                  <a:lnTo>
                    <a:pt x="483518" y="989429"/>
                  </a:lnTo>
                  <a:lnTo>
                    <a:pt x="483578" y="992117"/>
                  </a:lnTo>
                  <a:lnTo>
                    <a:pt x="483814" y="994806"/>
                  </a:lnTo>
                  <a:lnTo>
                    <a:pt x="484178" y="997495"/>
                  </a:lnTo>
                  <a:lnTo>
                    <a:pt x="484736" y="1000183"/>
                  </a:lnTo>
                  <a:lnTo>
                    <a:pt x="485471" y="1002872"/>
                  </a:lnTo>
                  <a:lnTo>
                    <a:pt x="486331" y="1005561"/>
                  </a:lnTo>
                  <a:lnTo>
                    <a:pt x="487371" y="1008249"/>
                  </a:lnTo>
                  <a:lnTo>
                    <a:pt x="488585" y="1010938"/>
                  </a:lnTo>
                  <a:lnTo>
                    <a:pt x="489914" y="1013627"/>
                  </a:lnTo>
                  <a:lnTo>
                    <a:pt x="491404" y="1016315"/>
                  </a:lnTo>
                  <a:lnTo>
                    <a:pt x="493057" y="1019004"/>
                  </a:lnTo>
                  <a:lnTo>
                    <a:pt x="494812" y="1021693"/>
                  </a:lnTo>
                  <a:lnTo>
                    <a:pt x="496704" y="1024381"/>
                  </a:lnTo>
                  <a:lnTo>
                    <a:pt x="498740" y="1027070"/>
                  </a:lnTo>
                  <a:lnTo>
                    <a:pt x="500861" y="1029759"/>
                  </a:lnTo>
                  <a:lnTo>
                    <a:pt x="503090" y="1032447"/>
                  </a:lnTo>
                  <a:lnTo>
                    <a:pt x="505437" y="1035136"/>
                  </a:lnTo>
                  <a:lnTo>
                    <a:pt x="507847" y="1037825"/>
                  </a:lnTo>
                  <a:lnTo>
                    <a:pt x="510335" y="1040513"/>
                  </a:lnTo>
                  <a:lnTo>
                    <a:pt x="512905" y="1043202"/>
                  </a:lnTo>
                  <a:lnTo>
                    <a:pt x="515515" y="1045891"/>
                  </a:lnTo>
                  <a:lnTo>
                    <a:pt x="518170" y="1048579"/>
                  </a:lnTo>
                  <a:lnTo>
                    <a:pt x="520866" y="1051268"/>
                  </a:lnTo>
                  <a:lnTo>
                    <a:pt x="523575" y="1053957"/>
                  </a:lnTo>
                  <a:lnTo>
                    <a:pt x="526296" y="1056645"/>
                  </a:lnTo>
                  <a:lnTo>
                    <a:pt x="529010" y="1059334"/>
                  </a:lnTo>
                  <a:lnTo>
                    <a:pt x="531710" y="1062023"/>
                  </a:lnTo>
                  <a:lnTo>
                    <a:pt x="534389" y="1064711"/>
                  </a:lnTo>
                  <a:lnTo>
                    <a:pt x="537010" y="1067400"/>
                  </a:lnTo>
                  <a:lnTo>
                    <a:pt x="539588" y="1070089"/>
                  </a:lnTo>
                  <a:lnTo>
                    <a:pt x="542116" y="1072777"/>
                  </a:lnTo>
                  <a:lnTo>
                    <a:pt x="544532" y="1075466"/>
                  </a:lnTo>
                  <a:lnTo>
                    <a:pt x="546876" y="1078155"/>
                  </a:lnTo>
                  <a:lnTo>
                    <a:pt x="549144" y="1080843"/>
                  </a:lnTo>
                  <a:lnTo>
                    <a:pt x="551247" y="1083532"/>
                  </a:lnTo>
                  <a:lnTo>
                    <a:pt x="553251" y="1086221"/>
                  </a:lnTo>
                  <a:lnTo>
                    <a:pt x="555156" y="1088909"/>
                  </a:lnTo>
                  <a:lnTo>
                    <a:pt x="556845" y="1091598"/>
                  </a:lnTo>
                  <a:lnTo>
                    <a:pt x="558412" y="1094287"/>
                  </a:lnTo>
                  <a:lnTo>
                    <a:pt x="559855" y="1096975"/>
                  </a:lnTo>
                  <a:lnTo>
                    <a:pt x="561049" y="1099664"/>
                  </a:lnTo>
                  <a:lnTo>
                    <a:pt x="562093" y="1102353"/>
                  </a:lnTo>
                  <a:lnTo>
                    <a:pt x="562995" y="1105041"/>
                  </a:lnTo>
                  <a:lnTo>
                    <a:pt x="563622" y="1107730"/>
                  </a:lnTo>
                  <a:lnTo>
                    <a:pt x="564076" y="1110419"/>
                  </a:lnTo>
                  <a:lnTo>
                    <a:pt x="564373" y="1113107"/>
                  </a:lnTo>
                  <a:lnTo>
                    <a:pt x="564381" y="1115796"/>
                  </a:lnTo>
                  <a:lnTo>
                    <a:pt x="564196" y="1118485"/>
                  </a:lnTo>
                  <a:lnTo>
                    <a:pt x="563846" y="1121173"/>
                  </a:lnTo>
                  <a:lnTo>
                    <a:pt x="563471" y="1122738"/>
                  </a:lnTo>
                  <a:lnTo>
                    <a:pt x="563201" y="1123862"/>
                  </a:lnTo>
                  <a:lnTo>
                    <a:pt x="562351" y="1126551"/>
                  </a:lnTo>
                  <a:lnTo>
                    <a:pt x="561331" y="1129239"/>
                  </a:lnTo>
                  <a:lnTo>
                    <a:pt x="560022" y="1131928"/>
                  </a:lnTo>
                  <a:lnTo>
                    <a:pt x="558501" y="1134617"/>
                  </a:lnTo>
                  <a:lnTo>
                    <a:pt x="556812" y="1137305"/>
                  </a:lnTo>
                  <a:lnTo>
                    <a:pt x="554849" y="1139994"/>
                  </a:lnTo>
                  <a:lnTo>
                    <a:pt x="552674" y="1142683"/>
                  </a:lnTo>
                  <a:lnTo>
                    <a:pt x="550339" y="1145371"/>
                  </a:lnTo>
                  <a:lnTo>
                    <a:pt x="547751" y="1148060"/>
                  </a:lnTo>
                  <a:lnTo>
                    <a:pt x="544960" y="1150749"/>
                  </a:lnTo>
                  <a:lnTo>
                    <a:pt x="542020" y="1153437"/>
                  </a:lnTo>
                  <a:lnTo>
                    <a:pt x="538857" y="1156126"/>
                  </a:lnTo>
                  <a:lnTo>
                    <a:pt x="535505" y="1158815"/>
                  </a:lnTo>
                  <a:lnTo>
                    <a:pt x="532021" y="1161503"/>
                  </a:lnTo>
                  <a:lnTo>
                    <a:pt x="528348" y="1164192"/>
                  </a:lnTo>
                  <a:lnTo>
                    <a:pt x="524506" y="1166881"/>
                  </a:lnTo>
                  <a:lnTo>
                    <a:pt x="520553" y="1169569"/>
                  </a:lnTo>
                  <a:lnTo>
                    <a:pt x="516448" y="1172258"/>
                  </a:lnTo>
                  <a:lnTo>
                    <a:pt x="512200" y="1174947"/>
                  </a:lnTo>
                  <a:lnTo>
                    <a:pt x="507865" y="1177635"/>
                  </a:lnTo>
                  <a:lnTo>
                    <a:pt x="503414" y="1180324"/>
                  </a:lnTo>
                  <a:lnTo>
                    <a:pt x="498853" y="1183013"/>
                  </a:lnTo>
                  <a:lnTo>
                    <a:pt x="494229" y="1185701"/>
                  </a:lnTo>
                  <a:lnTo>
                    <a:pt x="489526" y="1188390"/>
                  </a:lnTo>
                  <a:lnTo>
                    <a:pt x="484748" y="1191079"/>
                  </a:lnTo>
                  <a:lnTo>
                    <a:pt x="479931" y="1193767"/>
                  </a:lnTo>
                  <a:lnTo>
                    <a:pt x="475070" y="1196456"/>
                  </a:lnTo>
                  <a:lnTo>
                    <a:pt x="470171" y="1199145"/>
                  </a:lnTo>
                  <a:lnTo>
                    <a:pt x="465258" y="1201833"/>
                  </a:lnTo>
                  <a:lnTo>
                    <a:pt x="460331" y="1204522"/>
                  </a:lnTo>
                  <a:lnTo>
                    <a:pt x="455405" y="1207211"/>
                  </a:lnTo>
                  <a:lnTo>
                    <a:pt x="450487" y="1209899"/>
                  </a:lnTo>
                  <a:lnTo>
                    <a:pt x="445583" y="1212588"/>
                  </a:lnTo>
                  <a:lnTo>
                    <a:pt x="440716" y="1215277"/>
                  </a:lnTo>
                  <a:lnTo>
                    <a:pt x="435878" y="1217965"/>
                  </a:lnTo>
                  <a:lnTo>
                    <a:pt x="431076" y="1220654"/>
                  </a:lnTo>
                  <a:lnTo>
                    <a:pt x="426346" y="1223343"/>
                  </a:lnTo>
                  <a:lnTo>
                    <a:pt x="421662" y="1226031"/>
                  </a:lnTo>
                  <a:lnTo>
                    <a:pt x="417032" y="1228720"/>
                  </a:lnTo>
                  <a:lnTo>
                    <a:pt x="412505" y="1231409"/>
                  </a:lnTo>
                  <a:lnTo>
                    <a:pt x="408039" y="1234097"/>
                  </a:lnTo>
                  <a:lnTo>
                    <a:pt x="403639" y="1236786"/>
                  </a:lnTo>
                  <a:lnTo>
                    <a:pt x="399368" y="1239475"/>
                  </a:lnTo>
                  <a:lnTo>
                    <a:pt x="395171" y="1242163"/>
                  </a:lnTo>
                  <a:lnTo>
                    <a:pt x="391047" y="1244852"/>
                  </a:lnTo>
                  <a:lnTo>
                    <a:pt x="387075" y="1247541"/>
                  </a:lnTo>
                  <a:lnTo>
                    <a:pt x="383183" y="1250229"/>
                  </a:lnTo>
                  <a:lnTo>
                    <a:pt x="379373" y="1252918"/>
                  </a:lnTo>
                  <a:lnTo>
                    <a:pt x="375724" y="1255607"/>
                  </a:lnTo>
                  <a:lnTo>
                    <a:pt x="372163" y="1258295"/>
                  </a:lnTo>
                  <a:lnTo>
                    <a:pt x="368689" y="1260984"/>
                  </a:lnTo>
                  <a:lnTo>
                    <a:pt x="365378" y="1263673"/>
                  </a:lnTo>
                  <a:lnTo>
                    <a:pt x="362162" y="1266361"/>
                  </a:lnTo>
                  <a:lnTo>
                    <a:pt x="359034" y="1269050"/>
                  </a:lnTo>
                  <a:lnTo>
                    <a:pt x="356066" y="1271739"/>
                  </a:lnTo>
                  <a:lnTo>
                    <a:pt x="353197" y="1274427"/>
                  </a:lnTo>
                  <a:lnTo>
                    <a:pt x="350415" y="1277116"/>
                  </a:lnTo>
                  <a:lnTo>
                    <a:pt x="347787" y="1279805"/>
                  </a:lnTo>
                  <a:lnTo>
                    <a:pt x="345258" y="1282493"/>
                  </a:lnTo>
                  <a:lnTo>
                    <a:pt x="342814" y="1285182"/>
                  </a:lnTo>
                  <a:lnTo>
                    <a:pt x="340513" y="1287871"/>
                  </a:lnTo>
                  <a:lnTo>
                    <a:pt x="338311" y="1290559"/>
                  </a:lnTo>
                  <a:lnTo>
                    <a:pt x="336189" y="1293248"/>
                  </a:lnTo>
                  <a:lnTo>
                    <a:pt x="334197" y="1295937"/>
                  </a:lnTo>
                  <a:lnTo>
                    <a:pt x="332302" y="1298625"/>
                  </a:lnTo>
                  <a:lnTo>
                    <a:pt x="330480" y="1301314"/>
                  </a:lnTo>
                  <a:lnTo>
                    <a:pt x="328776" y="1304003"/>
                  </a:lnTo>
                  <a:lnTo>
                    <a:pt x="327162" y="1306691"/>
                  </a:lnTo>
                  <a:lnTo>
                    <a:pt x="325617" y="1309380"/>
                  </a:lnTo>
                  <a:lnTo>
                    <a:pt x="324174" y="1312069"/>
                  </a:lnTo>
                  <a:lnTo>
                    <a:pt x="322816" y="1314757"/>
                  </a:lnTo>
                  <a:lnTo>
                    <a:pt x="321519" y="1317446"/>
                  </a:lnTo>
                  <a:lnTo>
                    <a:pt x="320311" y="1320135"/>
                  </a:lnTo>
                  <a:lnTo>
                    <a:pt x="319182" y="1322823"/>
                  </a:lnTo>
                  <a:lnTo>
                    <a:pt x="318105" y="1325512"/>
                  </a:lnTo>
                  <a:lnTo>
                    <a:pt x="317105" y="1328201"/>
                  </a:lnTo>
                  <a:lnTo>
                    <a:pt x="316175" y="1330889"/>
                  </a:lnTo>
                  <a:lnTo>
                    <a:pt x="315291" y="1333578"/>
                  </a:lnTo>
                  <a:lnTo>
                    <a:pt x="314471" y="1336267"/>
                  </a:lnTo>
                  <a:lnTo>
                    <a:pt x="313714" y="1338955"/>
                  </a:lnTo>
                  <a:lnTo>
                    <a:pt x="312996" y="1341644"/>
                  </a:lnTo>
                  <a:lnTo>
                    <a:pt x="312331" y="1344333"/>
                  </a:lnTo>
                  <a:lnTo>
                    <a:pt x="311721" y="1347021"/>
                  </a:lnTo>
                  <a:lnTo>
                    <a:pt x="311145" y="1349710"/>
                  </a:lnTo>
                  <a:lnTo>
                    <a:pt x="310611" y="1352399"/>
                  </a:lnTo>
                  <a:lnTo>
                    <a:pt x="310125" y="1355087"/>
                  </a:lnTo>
                  <a:lnTo>
                    <a:pt x="309667" y="1357776"/>
                  </a:lnTo>
                  <a:lnTo>
                    <a:pt x="309243" y="1360465"/>
                  </a:lnTo>
                  <a:lnTo>
                    <a:pt x="308860" y="1363153"/>
                  </a:lnTo>
                  <a:lnTo>
                    <a:pt x="308499" y="1365842"/>
                  </a:lnTo>
                  <a:lnTo>
                    <a:pt x="308166" y="1368531"/>
                  </a:lnTo>
                  <a:lnTo>
                    <a:pt x="307867" y="1371219"/>
                  </a:lnTo>
                  <a:lnTo>
                    <a:pt x="307586" y="1373908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49125" y="1981945"/>
              <a:ext cx="609615" cy="1230051"/>
            </a:xfrm>
            <a:custGeom>
              <a:avLst/>
              <a:pathLst>
                <a:path w="609615" h="1230051">
                  <a:moveTo>
                    <a:pt x="301409" y="1230051"/>
                  </a:moveTo>
                  <a:lnTo>
                    <a:pt x="300935" y="1227643"/>
                  </a:lnTo>
                  <a:lnTo>
                    <a:pt x="300388" y="1225236"/>
                  </a:lnTo>
                  <a:lnTo>
                    <a:pt x="299774" y="1222829"/>
                  </a:lnTo>
                  <a:lnTo>
                    <a:pt x="299096" y="1220422"/>
                  </a:lnTo>
                  <a:lnTo>
                    <a:pt x="298351" y="1218015"/>
                  </a:lnTo>
                  <a:lnTo>
                    <a:pt x="297493" y="1215608"/>
                  </a:lnTo>
                  <a:lnTo>
                    <a:pt x="296546" y="1213201"/>
                  </a:lnTo>
                  <a:lnTo>
                    <a:pt x="295509" y="1210793"/>
                  </a:lnTo>
                  <a:lnTo>
                    <a:pt x="294375" y="1208386"/>
                  </a:lnTo>
                  <a:lnTo>
                    <a:pt x="293082" y="1205979"/>
                  </a:lnTo>
                  <a:lnTo>
                    <a:pt x="291674" y="1203572"/>
                  </a:lnTo>
                  <a:lnTo>
                    <a:pt x="290145" y="1201165"/>
                  </a:lnTo>
                  <a:lnTo>
                    <a:pt x="288473" y="1198758"/>
                  </a:lnTo>
                  <a:lnTo>
                    <a:pt x="286603" y="1196351"/>
                  </a:lnTo>
                  <a:lnTo>
                    <a:pt x="284584" y="1193943"/>
                  </a:lnTo>
                  <a:lnTo>
                    <a:pt x="282409" y="1191536"/>
                  </a:lnTo>
                  <a:lnTo>
                    <a:pt x="280039" y="1189129"/>
                  </a:lnTo>
                  <a:lnTo>
                    <a:pt x="277433" y="1186722"/>
                  </a:lnTo>
                  <a:lnTo>
                    <a:pt x="274643" y="1184315"/>
                  </a:lnTo>
                  <a:lnTo>
                    <a:pt x="271663" y="1181908"/>
                  </a:lnTo>
                  <a:lnTo>
                    <a:pt x="268432" y="1179501"/>
                  </a:lnTo>
                  <a:lnTo>
                    <a:pt x="264937" y="1177093"/>
                  </a:lnTo>
                  <a:lnTo>
                    <a:pt x="261228" y="1174686"/>
                  </a:lnTo>
                  <a:lnTo>
                    <a:pt x="257300" y="1172279"/>
                  </a:lnTo>
                  <a:lnTo>
                    <a:pt x="253067" y="1169872"/>
                  </a:lnTo>
                  <a:lnTo>
                    <a:pt x="248561" y="1167465"/>
                  </a:lnTo>
                  <a:lnTo>
                    <a:pt x="243821" y="1165058"/>
                  </a:lnTo>
                  <a:lnTo>
                    <a:pt x="238845" y="1162651"/>
                  </a:lnTo>
                  <a:lnTo>
                    <a:pt x="233528" y="1160243"/>
                  </a:lnTo>
                  <a:lnTo>
                    <a:pt x="227950" y="1157836"/>
                  </a:lnTo>
                  <a:lnTo>
                    <a:pt x="222136" y="1155429"/>
                  </a:lnTo>
                  <a:lnTo>
                    <a:pt x="216089" y="1153022"/>
                  </a:lnTo>
                  <a:lnTo>
                    <a:pt x="209698" y="1150615"/>
                  </a:lnTo>
                  <a:lnTo>
                    <a:pt x="203083" y="1148208"/>
                  </a:lnTo>
                  <a:lnTo>
                    <a:pt x="196256" y="1145801"/>
                  </a:lnTo>
                  <a:lnTo>
                    <a:pt x="189212" y="1143393"/>
                  </a:lnTo>
                  <a:lnTo>
                    <a:pt x="181888" y="1140986"/>
                  </a:lnTo>
                  <a:lnTo>
                    <a:pt x="174394" y="1138579"/>
                  </a:lnTo>
                  <a:lnTo>
                    <a:pt x="166740" y="1136172"/>
                  </a:lnTo>
                  <a:lnTo>
                    <a:pt x="158922" y="1133765"/>
                  </a:lnTo>
                  <a:lnTo>
                    <a:pt x="150936" y="1131358"/>
                  </a:lnTo>
                  <a:lnTo>
                    <a:pt x="142858" y="1128951"/>
                  </a:lnTo>
                  <a:lnTo>
                    <a:pt x="134703" y="1126543"/>
                  </a:lnTo>
                  <a:lnTo>
                    <a:pt x="126482" y="1124136"/>
                  </a:lnTo>
                  <a:lnTo>
                    <a:pt x="118237" y="1121729"/>
                  </a:lnTo>
                  <a:lnTo>
                    <a:pt x="110004" y="1119322"/>
                  </a:lnTo>
                  <a:lnTo>
                    <a:pt x="101801" y="1116915"/>
                  </a:lnTo>
                  <a:lnTo>
                    <a:pt x="93679" y="1114508"/>
                  </a:lnTo>
                  <a:lnTo>
                    <a:pt x="85686" y="1112100"/>
                  </a:lnTo>
                  <a:lnTo>
                    <a:pt x="77829" y="1109693"/>
                  </a:lnTo>
                  <a:lnTo>
                    <a:pt x="70128" y="1107286"/>
                  </a:lnTo>
                  <a:lnTo>
                    <a:pt x="62690" y="1104879"/>
                  </a:lnTo>
                  <a:lnTo>
                    <a:pt x="55528" y="1102472"/>
                  </a:lnTo>
                  <a:lnTo>
                    <a:pt x="48629" y="1100065"/>
                  </a:lnTo>
                  <a:lnTo>
                    <a:pt x="42013" y="1097658"/>
                  </a:lnTo>
                  <a:lnTo>
                    <a:pt x="35863" y="1095250"/>
                  </a:lnTo>
                  <a:lnTo>
                    <a:pt x="30106" y="1092843"/>
                  </a:lnTo>
                  <a:lnTo>
                    <a:pt x="24729" y="1090436"/>
                  </a:lnTo>
                  <a:lnTo>
                    <a:pt x="19750" y="1088029"/>
                  </a:lnTo>
                  <a:lnTo>
                    <a:pt x="15429" y="1085622"/>
                  </a:lnTo>
                  <a:lnTo>
                    <a:pt x="11571" y="1083215"/>
                  </a:lnTo>
                  <a:lnTo>
                    <a:pt x="8185" y="1080808"/>
                  </a:lnTo>
                  <a:lnTo>
                    <a:pt x="5316" y="1078400"/>
                  </a:lnTo>
                  <a:lnTo>
                    <a:pt x="3188" y="1075993"/>
                  </a:lnTo>
                  <a:lnTo>
                    <a:pt x="1576" y="1073586"/>
                  </a:lnTo>
                  <a:lnTo>
                    <a:pt x="485" y="1071179"/>
                  </a:lnTo>
                  <a:lnTo>
                    <a:pt x="0" y="1068772"/>
                  </a:lnTo>
                  <a:lnTo>
                    <a:pt x="43" y="1068349"/>
                  </a:lnTo>
                  <a:lnTo>
                    <a:pt x="250" y="1066365"/>
                  </a:lnTo>
                  <a:lnTo>
                    <a:pt x="1027" y="1063958"/>
                  </a:lnTo>
                  <a:lnTo>
                    <a:pt x="2327" y="1061550"/>
                  </a:lnTo>
                  <a:lnTo>
                    <a:pt x="4263" y="1059143"/>
                  </a:lnTo>
                  <a:lnTo>
                    <a:pt x="6859" y="1056736"/>
                  </a:lnTo>
                  <a:lnTo>
                    <a:pt x="9942" y="1054329"/>
                  </a:lnTo>
                  <a:lnTo>
                    <a:pt x="13503" y="1051922"/>
                  </a:lnTo>
                  <a:lnTo>
                    <a:pt x="17663" y="1049515"/>
                  </a:lnTo>
                  <a:lnTo>
                    <a:pt x="22351" y="1047108"/>
                  </a:lnTo>
                  <a:lnTo>
                    <a:pt x="27445" y="1044700"/>
                  </a:lnTo>
                  <a:lnTo>
                    <a:pt x="32928" y="1042293"/>
                  </a:lnTo>
                  <a:lnTo>
                    <a:pt x="38907" y="1039886"/>
                  </a:lnTo>
                  <a:lnTo>
                    <a:pt x="45253" y="1037479"/>
                  </a:lnTo>
                  <a:lnTo>
                    <a:pt x="51890" y="1035072"/>
                  </a:lnTo>
                  <a:lnTo>
                    <a:pt x="58798" y="1032665"/>
                  </a:lnTo>
                  <a:lnTo>
                    <a:pt x="66046" y="1030258"/>
                  </a:lnTo>
                  <a:lnTo>
                    <a:pt x="73493" y="1027850"/>
                  </a:lnTo>
                  <a:lnTo>
                    <a:pt x="81101" y="1025443"/>
                  </a:lnTo>
                  <a:lnTo>
                    <a:pt x="88851" y="1023036"/>
                  </a:lnTo>
                  <a:lnTo>
                    <a:pt x="96746" y="1020629"/>
                  </a:lnTo>
                  <a:lnTo>
                    <a:pt x="104693" y="1018222"/>
                  </a:lnTo>
                  <a:lnTo>
                    <a:pt x="112671" y="1015815"/>
                  </a:lnTo>
                  <a:lnTo>
                    <a:pt x="120659" y="1013408"/>
                  </a:lnTo>
                  <a:lnTo>
                    <a:pt x="128599" y="1011000"/>
                  </a:lnTo>
                  <a:lnTo>
                    <a:pt x="136473" y="1008593"/>
                  </a:lnTo>
                  <a:lnTo>
                    <a:pt x="144262" y="1006186"/>
                  </a:lnTo>
                  <a:lnTo>
                    <a:pt x="151927" y="1003779"/>
                  </a:lnTo>
                  <a:lnTo>
                    <a:pt x="159402" y="1001372"/>
                  </a:lnTo>
                  <a:lnTo>
                    <a:pt x="166714" y="998965"/>
                  </a:lnTo>
                  <a:lnTo>
                    <a:pt x="173852" y="996558"/>
                  </a:lnTo>
                  <a:lnTo>
                    <a:pt x="180748" y="994150"/>
                  </a:lnTo>
                  <a:lnTo>
                    <a:pt x="187366" y="991743"/>
                  </a:lnTo>
                  <a:lnTo>
                    <a:pt x="193755" y="989336"/>
                  </a:lnTo>
                  <a:lnTo>
                    <a:pt x="199907" y="986929"/>
                  </a:lnTo>
                  <a:lnTo>
                    <a:pt x="205729" y="984522"/>
                  </a:lnTo>
                  <a:lnTo>
                    <a:pt x="211235" y="982115"/>
                  </a:lnTo>
                  <a:lnTo>
                    <a:pt x="216475" y="979708"/>
                  </a:lnTo>
                  <a:lnTo>
                    <a:pt x="221445" y="977300"/>
                  </a:lnTo>
                  <a:lnTo>
                    <a:pt x="226031" y="974893"/>
                  </a:lnTo>
                  <a:lnTo>
                    <a:pt x="230303" y="972486"/>
                  </a:lnTo>
                  <a:lnTo>
                    <a:pt x="234298" y="970079"/>
                  </a:lnTo>
                  <a:lnTo>
                    <a:pt x="238018" y="967672"/>
                  </a:lnTo>
                  <a:lnTo>
                    <a:pt x="241331" y="965265"/>
                  </a:lnTo>
                  <a:lnTo>
                    <a:pt x="244359" y="962857"/>
                  </a:lnTo>
                  <a:lnTo>
                    <a:pt x="247121" y="960450"/>
                  </a:lnTo>
                  <a:lnTo>
                    <a:pt x="249613" y="958043"/>
                  </a:lnTo>
                  <a:lnTo>
                    <a:pt x="251718" y="955636"/>
                  </a:lnTo>
                  <a:lnTo>
                    <a:pt x="253576" y="953229"/>
                  </a:lnTo>
                  <a:lnTo>
                    <a:pt x="255190" y="950822"/>
                  </a:lnTo>
                  <a:lnTo>
                    <a:pt x="256543" y="948415"/>
                  </a:lnTo>
                  <a:lnTo>
                    <a:pt x="257570" y="946007"/>
                  </a:lnTo>
                  <a:lnTo>
                    <a:pt x="258380" y="943600"/>
                  </a:lnTo>
                  <a:lnTo>
                    <a:pt x="258978" y="941193"/>
                  </a:lnTo>
                  <a:lnTo>
                    <a:pt x="259332" y="938786"/>
                  </a:lnTo>
                  <a:lnTo>
                    <a:pt x="259424" y="936379"/>
                  </a:lnTo>
                  <a:lnTo>
                    <a:pt x="259331" y="933972"/>
                  </a:lnTo>
                  <a:lnTo>
                    <a:pt x="259059" y="931565"/>
                  </a:lnTo>
                  <a:lnTo>
                    <a:pt x="258568" y="929157"/>
                  </a:lnTo>
                  <a:lnTo>
                    <a:pt x="257872" y="926750"/>
                  </a:lnTo>
                  <a:lnTo>
                    <a:pt x="257021" y="924343"/>
                  </a:lnTo>
                  <a:lnTo>
                    <a:pt x="256021" y="921936"/>
                  </a:lnTo>
                  <a:lnTo>
                    <a:pt x="254831" y="919529"/>
                  </a:lnTo>
                  <a:lnTo>
                    <a:pt x="253481" y="917122"/>
                  </a:lnTo>
                  <a:lnTo>
                    <a:pt x="252005" y="914715"/>
                  </a:lnTo>
                  <a:lnTo>
                    <a:pt x="250405" y="912307"/>
                  </a:lnTo>
                  <a:lnTo>
                    <a:pt x="248639" y="909900"/>
                  </a:lnTo>
                  <a:lnTo>
                    <a:pt x="246753" y="907493"/>
                  </a:lnTo>
                  <a:lnTo>
                    <a:pt x="244761" y="905086"/>
                  </a:lnTo>
                  <a:lnTo>
                    <a:pt x="242668" y="902679"/>
                  </a:lnTo>
                  <a:lnTo>
                    <a:pt x="240431" y="900272"/>
                  </a:lnTo>
                  <a:lnTo>
                    <a:pt x="238102" y="897865"/>
                  </a:lnTo>
                  <a:lnTo>
                    <a:pt x="235685" y="895457"/>
                  </a:lnTo>
                  <a:lnTo>
                    <a:pt x="233181" y="893050"/>
                  </a:lnTo>
                  <a:lnTo>
                    <a:pt x="230558" y="890643"/>
                  </a:lnTo>
                  <a:lnTo>
                    <a:pt x="227861" y="888236"/>
                  </a:lnTo>
                  <a:lnTo>
                    <a:pt x="225091" y="885829"/>
                  </a:lnTo>
                  <a:lnTo>
                    <a:pt x="222242" y="883422"/>
                  </a:lnTo>
                  <a:lnTo>
                    <a:pt x="219300" y="881015"/>
                  </a:lnTo>
                  <a:lnTo>
                    <a:pt x="216296" y="878607"/>
                  </a:lnTo>
                  <a:lnTo>
                    <a:pt x="213231" y="876200"/>
                  </a:lnTo>
                  <a:lnTo>
                    <a:pt x="210097" y="873793"/>
                  </a:lnTo>
                  <a:lnTo>
                    <a:pt x="206890" y="871386"/>
                  </a:lnTo>
                  <a:lnTo>
                    <a:pt x="203632" y="868979"/>
                  </a:lnTo>
                  <a:lnTo>
                    <a:pt x="200325" y="866572"/>
                  </a:lnTo>
                  <a:lnTo>
                    <a:pt x="196957" y="864165"/>
                  </a:lnTo>
                  <a:lnTo>
                    <a:pt x="193536" y="861757"/>
                  </a:lnTo>
                  <a:lnTo>
                    <a:pt x="190075" y="859350"/>
                  </a:lnTo>
                  <a:lnTo>
                    <a:pt x="186576" y="856943"/>
                  </a:lnTo>
                  <a:lnTo>
                    <a:pt x="183030" y="854536"/>
                  </a:lnTo>
                  <a:lnTo>
                    <a:pt x="179448" y="852129"/>
                  </a:lnTo>
                  <a:lnTo>
                    <a:pt x="175839" y="849722"/>
                  </a:lnTo>
                  <a:lnTo>
                    <a:pt x="172204" y="847315"/>
                  </a:lnTo>
                  <a:lnTo>
                    <a:pt x="168540" y="844907"/>
                  </a:lnTo>
                  <a:lnTo>
                    <a:pt x="164858" y="842500"/>
                  </a:lnTo>
                  <a:lnTo>
                    <a:pt x="161164" y="840093"/>
                  </a:lnTo>
                  <a:lnTo>
                    <a:pt x="157460" y="837686"/>
                  </a:lnTo>
                  <a:lnTo>
                    <a:pt x="153749" y="835279"/>
                  </a:lnTo>
                  <a:lnTo>
                    <a:pt x="150040" y="832872"/>
                  </a:lnTo>
                  <a:lnTo>
                    <a:pt x="146335" y="830465"/>
                  </a:lnTo>
                  <a:lnTo>
                    <a:pt x="142640" y="828057"/>
                  </a:lnTo>
                  <a:lnTo>
                    <a:pt x="138966" y="825650"/>
                  </a:lnTo>
                  <a:lnTo>
                    <a:pt x="135313" y="823243"/>
                  </a:lnTo>
                  <a:lnTo>
                    <a:pt x="131685" y="820836"/>
                  </a:lnTo>
                  <a:lnTo>
                    <a:pt x="128091" y="818429"/>
                  </a:lnTo>
                  <a:lnTo>
                    <a:pt x="124547" y="816022"/>
                  </a:lnTo>
                  <a:lnTo>
                    <a:pt x="121047" y="813615"/>
                  </a:lnTo>
                  <a:lnTo>
                    <a:pt x="117593" y="811207"/>
                  </a:lnTo>
                  <a:lnTo>
                    <a:pt x="114202" y="808800"/>
                  </a:lnTo>
                  <a:lnTo>
                    <a:pt x="110891" y="806393"/>
                  </a:lnTo>
                  <a:lnTo>
                    <a:pt x="107646" y="803986"/>
                  </a:lnTo>
                  <a:lnTo>
                    <a:pt x="104471" y="801579"/>
                  </a:lnTo>
                  <a:lnTo>
                    <a:pt x="101394" y="799172"/>
                  </a:lnTo>
                  <a:lnTo>
                    <a:pt x="98420" y="796764"/>
                  </a:lnTo>
                  <a:lnTo>
                    <a:pt x="95536" y="794357"/>
                  </a:lnTo>
                  <a:lnTo>
                    <a:pt x="92743" y="791950"/>
                  </a:lnTo>
                  <a:lnTo>
                    <a:pt x="90087" y="789543"/>
                  </a:lnTo>
                  <a:lnTo>
                    <a:pt x="87552" y="787136"/>
                  </a:lnTo>
                  <a:lnTo>
                    <a:pt x="85127" y="784729"/>
                  </a:lnTo>
                  <a:lnTo>
                    <a:pt x="82815" y="782322"/>
                  </a:lnTo>
                  <a:lnTo>
                    <a:pt x="80674" y="779914"/>
                  </a:lnTo>
                  <a:lnTo>
                    <a:pt x="78668" y="777507"/>
                  </a:lnTo>
                  <a:lnTo>
                    <a:pt x="76787" y="775100"/>
                  </a:lnTo>
                  <a:lnTo>
                    <a:pt x="75035" y="772693"/>
                  </a:lnTo>
                  <a:lnTo>
                    <a:pt x="73486" y="770286"/>
                  </a:lnTo>
                  <a:lnTo>
                    <a:pt x="72073" y="767879"/>
                  </a:lnTo>
                  <a:lnTo>
                    <a:pt x="70798" y="765472"/>
                  </a:lnTo>
                  <a:lnTo>
                    <a:pt x="69671" y="763064"/>
                  </a:lnTo>
                  <a:lnTo>
                    <a:pt x="68750" y="760657"/>
                  </a:lnTo>
                  <a:lnTo>
                    <a:pt x="67969" y="758250"/>
                  </a:lnTo>
                  <a:lnTo>
                    <a:pt x="67388" y="756066"/>
                  </a:lnTo>
                  <a:lnTo>
                    <a:pt x="67329" y="755843"/>
                  </a:lnTo>
                  <a:lnTo>
                    <a:pt x="66852" y="753436"/>
                  </a:lnTo>
                  <a:lnTo>
                    <a:pt x="66568" y="751029"/>
                  </a:lnTo>
                  <a:lnTo>
                    <a:pt x="66421" y="748622"/>
                  </a:lnTo>
                  <a:lnTo>
                    <a:pt x="66412" y="746214"/>
                  </a:lnTo>
                  <a:lnTo>
                    <a:pt x="66568" y="743807"/>
                  </a:lnTo>
                  <a:lnTo>
                    <a:pt x="66895" y="741400"/>
                  </a:lnTo>
                  <a:lnTo>
                    <a:pt x="67349" y="738993"/>
                  </a:lnTo>
                  <a:lnTo>
                    <a:pt x="67928" y="736586"/>
                  </a:lnTo>
                  <a:lnTo>
                    <a:pt x="68665" y="734179"/>
                  </a:lnTo>
                  <a:lnTo>
                    <a:pt x="69542" y="731772"/>
                  </a:lnTo>
                  <a:lnTo>
                    <a:pt x="70527" y="729364"/>
                  </a:lnTo>
                  <a:lnTo>
                    <a:pt x="71619" y="726957"/>
                  </a:lnTo>
                  <a:lnTo>
                    <a:pt x="72849" y="724550"/>
                  </a:lnTo>
                  <a:lnTo>
                    <a:pt x="74184" y="722143"/>
                  </a:lnTo>
                  <a:lnTo>
                    <a:pt x="75604" y="719736"/>
                  </a:lnTo>
                  <a:lnTo>
                    <a:pt x="77106" y="717329"/>
                  </a:lnTo>
                  <a:lnTo>
                    <a:pt x="78717" y="714922"/>
                  </a:lnTo>
                  <a:lnTo>
                    <a:pt x="80395" y="712514"/>
                  </a:lnTo>
                  <a:lnTo>
                    <a:pt x="82133" y="710107"/>
                  </a:lnTo>
                  <a:lnTo>
                    <a:pt x="83925" y="707700"/>
                  </a:lnTo>
                  <a:lnTo>
                    <a:pt x="85787" y="705293"/>
                  </a:lnTo>
                  <a:lnTo>
                    <a:pt x="87684" y="702886"/>
                  </a:lnTo>
                  <a:lnTo>
                    <a:pt x="89612" y="700479"/>
                  </a:lnTo>
                  <a:lnTo>
                    <a:pt x="91568" y="698072"/>
                  </a:lnTo>
                  <a:lnTo>
                    <a:pt x="93549" y="695664"/>
                  </a:lnTo>
                  <a:lnTo>
                    <a:pt x="95538" y="693257"/>
                  </a:lnTo>
                  <a:lnTo>
                    <a:pt x="97531" y="690850"/>
                  </a:lnTo>
                  <a:lnTo>
                    <a:pt x="99524" y="688443"/>
                  </a:lnTo>
                  <a:lnTo>
                    <a:pt x="101504" y="686036"/>
                  </a:lnTo>
                  <a:lnTo>
                    <a:pt x="103469" y="683629"/>
                  </a:lnTo>
                  <a:lnTo>
                    <a:pt x="105415" y="681222"/>
                  </a:lnTo>
                  <a:lnTo>
                    <a:pt x="107331" y="678814"/>
                  </a:lnTo>
                  <a:lnTo>
                    <a:pt x="109208" y="676407"/>
                  </a:lnTo>
                  <a:lnTo>
                    <a:pt x="111049" y="674000"/>
                  </a:lnTo>
                  <a:lnTo>
                    <a:pt x="112853" y="671593"/>
                  </a:lnTo>
                  <a:lnTo>
                    <a:pt x="114602" y="669186"/>
                  </a:lnTo>
                  <a:lnTo>
                    <a:pt x="116294" y="666779"/>
                  </a:lnTo>
                  <a:lnTo>
                    <a:pt x="117938" y="664372"/>
                  </a:lnTo>
                  <a:lnTo>
                    <a:pt x="119531" y="661964"/>
                  </a:lnTo>
                  <a:lnTo>
                    <a:pt x="121048" y="659557"/>
                  </a:lnTo>
                  <a:lnTo>
                    <a:pt x="122502" y="657150"/>
                  </a:lnTo>
                  <a:lnTo>
                    <a:pt x="123899" y="654743"/>
                  </a:lnTo>
                  <a:lnTo>
                    <a:pt x="125239" y="652336"/>
                  </a:lnTo>
                  <a:lnTo>
                    <a:pt x="126490" y="649929"/>
                  </a:lnTo>
                  <a:lnTo>
                    <a:pt x="127678" y="647522"/>
                  </a:lnTo>
                  <a:lnTo>
                    <a:pt x="128807" y="645114"/>
                  </a:lnTo>
                  <a:lnTo>
                    <a:pt x="129875" y="642707"/>
                  </a:lnTo>
                  <a:lnTo>
                    <a:pt x="130855" y="640300"/>
                  </a:lnTo>
                  <a:lnTo>
                    <a:pt x="131776" y="637893"/>
                  </a:lnTo>
                  <a:lnTo>
                    <a:pt x="132642" y="635486"/>
                  </a:lnTo>
                  <a:lnTo>
                    <a:pt x="133446" y="633079"/>
                  </a:lnTo>
                  <a:lnTo>
                    <a:pt x="134174" y="630671"/>
                  </a:lnTo>
                  <a:lnTo>
                    <a:pt x="134851" y="628264"/>
                  </a:lnTo>
                  <a:lnTo>
                    <a:pt x="135480" y="625857"/>
                  </a:lnTo>
                  <a:lnTo>
                    <a:pt x="136052" y="623450"/>
                  </a:lnTo>
                  <a:lnTo>
                    <a:pt x="136567" y="621043"/>
                  </a:lnTo>
                  <a:lnTo>
                    <a:pt x="137041" y="618636"/>
                  </a:lnTo>
                  <a:lnTo>
                    <a:pt x="137478" y="616229"/>
                  </a:lnTo>
                  <a:lnTo>
                    <a:pt x="137871" y="613821"/>
                  </a:lnTo>
                  <a:lnTo>
                    <a:pt x="138225" y="611414"/>
                  </a:lnTo>
                  <a:lnTo>
                    <a:pt x="138553" y="609007"/>
                  </a:lnTo>
                  <a:lnTo>
                    <a:pt x="138857" y="606600"/>
                  </a:lnTo>
                  <a:lnTo>
                    <a:pt x="139134" y="604193"/>
                  </a:lnTo>
                  <a:lnTo>
                    <a:pt x="139393" y="601786"/>
                  </a:lnTo>
                  <a:lnTo>
                    <a:pt x="139640" y="599379"/>
                  </a:lnTo>
                  <a:lnTo>
                    <a:pt x="139878" y="596971"/>
                  </a:lnTo>
                  <a:lnTo>
                    <a:pt x="140109" y="594564"/>
                  </a:lnTo>
                  <a:lnTo>
                    <a:pt x="140341" y="592157"/>
                  </a:lnTo>
                  <a:lnTo>
                    <a:pt x="140434" y="591212"/>
                  </a:lnTo>
                  <a:lnTo>
                    <a:pt x="140577" y="589750"/>
                  </a:lnTo>
                  <a:lnTo>
                    <a:pt x="140818" y="587343"/>
                  </a:lnTo>
                  <a:lnTo>
                    <a:pt x="141075" y="584936"/>
                  </a:lnTo>
                  <a:lnTo>
                    <a:pt x="141348" y="582529"/>
                  </a:lnTo>
                  <a:lnTo>
                    <a:pt x="141638" y="580121"/>
                  </a:lnTo>
                  <a:lnTo>
                    <a:pt x="141949" y="577714"/>
                  </a:lnTo>
                  <a:lnTo>
                    <a:pt x="142296" y="575307"/>
                  </a:lnTo>
                  <a:lnTo>
                    <a:pt x="142670" y="572900"/>
                  </a:lnTo>
                  <a:lnTo>
                    <a:pt x="143074" y="570493"/>
                  </a:lnTo>
                  <a:lnTo>
                    <a:pt x="143512" y="568086"/>
                  </a:lnTo>
                  <a:lnTo>
                    <a:pt x="143999" y="565679"/>
                  </a:lnTo>
                  <a:lnTo>
                    <a:pt x="144522" y="563271"/>
                  </a:lnTo>
                  <a:lnTo>
                    <a:pt x="145082" y="560864"/>
                  </a:lnTo>
                  <a:lnTo>
                    <a:pt x="145690" y="558457"/>
                  </a:lnTo>
                  <a:lnTo>
                    <a:pt x="146351" y="556050"/>
                  </a:lnTo>
                  <a:lnTo>
                    <a:pt x="147054" y="553643"/>
                  </a:lnTo>
                  <a:lnTo>
                    <a:pt x="147798" y="551236"/>
                  </a:lnTo>
                  <a:lnTo>
                    <a:pt x="148596" y="548829"/>
                  </a:lnTo>
                  <a:lnTo>
                    <a:pt x="149448" y="546421"/>
                  </a:lnTo>
                  <a:lnTo>
                    <a:pt x="150341" y="544014"/>
                  </a:lnTo>
                  <a:lnTo>
                    <a:pt x="151276" y="541607"/>
                  </a:lnTo>
                  <a:lnTo>
                    <a:pt x="152267" y="539200"/>
                  </a:lnTo>
                  <a:lnTo>
                    <a:pt x="153305" y="536793"/>
                  </a:lnTo>
                  <a:lnTo>
                    <a:pt x="154381" y="534386"/>
                  </a:lnTo>
                  <a:lnTo>
                    <a:pt x="155494" y="531979"/>
                  </a:lnTo>
                  <a:lnTo>
                    <a:pt x="156659" y="529571"/>
                  </a:lnTo>
                  <a:lnTo>
                    <a:pt x="157861" y="527164"/>
                  </a:lnTo>
                  <a:lnTo>
                    <a:pt x="159093" y="524757"/>
                  </a:lnTo>
                  <a:lnTo>
                    <a:pt x="160357" y="522350"/>
                  </a:lnTo>
                  <a:lnTo>
                    <a:pt x="161661" y="519943"/>
                  </a:lnTo>
                  <a:lnTo>
                    <a:pt x="162990" y="517536"/>
                  </a:lnTo>
                  <a:lnTo>
                    <a:pt x="164341" y="515129"/>
                  </a:lnTo>
                  <a:lnTo>
                    <a:pt x="165714" y="512721"/>
                  </a:lnTo>
                  <a:lnTo>
                    <a:pt x="167112" y="510314"/>
                  </a:lnTo>
                  <a:lnTo>
                    <a:pt x="168524" y="507907"/>
                  </a:lnTo>
                  <a:lnTo>
                    <a:pt x="169948" y="505500"/>
                  </a:lnTo>
                  <a:lnTo>
                    <a:pt x="171383" y="503093"/>
                  </a:lnTo>
                  <a:lnTo>
                    <a:pt x="172826" y="500686"/>
                  </a:lnTo>
                  <a:lnTo>
                    <a:pt x="174273" y="498279"/>
                  </a:lnTo>
                  <a:lnTo>
                    <a:pt x="175722" y="495871"/>
                  </a:lnTo>
                  <a:lnTo>
                    <a:pt x="177171" y="493464"/>
                  </a:lnTo>
                  <a:lnTo>
                    <a:pt x="178615" y="491057"/>
                  </a:lnTo>
                  <a:lnTo>
                    <a:pt x="180054" y="488650"/>
                  </a:lnTo>
                  <a:lnTo>
                    <a:pt x="181486" y="486243"/>
                  </a:lnTo>
                  <a:lnTo>
                    <a:pt x="182906" y="483836"/>
                  </a:lnTo>
                  <a:lnTo>
                    <a:pt x="184314" y="481428"/>
                  </a:lnTo>
                  <a:lnTo>
                    <a:pt x="185709" y="479021"/>
                  </a:lnTo>
                  <a:lnTo>
                    <a:pt x="187091" y="476614"/>
                  </a:lnTo>
                  <a:lnTo>
                    <a:pt x="188453" y="474207"/>
                  </a:lnTo>
                  <a:lnTo>
                    <a:pt x="189798" y="471800"/>
                  </a:lnTo>
                  <a:lnTo>
                    <a:pt x="191126" y="469393"/>
                  </a:lnTo>
                  <a:lnTo>
                    <a:pt x="192437" y="466986"/>
                  </a:lnTo>
                  <a:lnTo>
                    <a:pt x="193724" y="464578"/>
                  </a:lnTo>
                  <a:lnTo>
                    <a:pt x="194992" y="462171"/>
                  </a:lnTo>
                  <a:lnTo>
                    <a:pt x="196242" y="459764"/>
                  </a:lnTo>
                  <a:lnTo>
                    <a:pt x="197476" y="457357"/>
                  </a:lnTo>
                  <a:lnTo>
                    <a:pt x="198683" y="454950"/>
                  </a:lnTo>
                  <a:lnTo>
                    <a:pt x="199873" y="452543"/>
                  </a:lnTo>
                  <a:lnTo>
                    <a:pt x="201048" y="450136"/>
                  </a:lnTo>
                  <a:lnTo>
                    <a:pt x="202206" y="447728"/>
                  </a:lnTo>
                  <a:lnTo>
                    <a:pt x="203342" y="445321"/>
                  </a:lnTo>
                  <a:lnTo>
                    <a:pt x="204465" y="442914"/>
                  </a:lnTo>
                  <a:lnTo>
                    <a:pt x="205575" y="440507"/>
                  </a:lnTo>
                  <a:lnTo>
                    <a:pt x="206671" y="438100"/>
                  </a:lnTo>
                  <a:lnTo>
                    <a:pt x="207752" y="435693"/>
                  </a:lnTo>
                  <a:lnTo>
                    <a:pt x="208824" y="433286"/>
                  </a:lnTo>
                  <a:lnTo>
                    <a:pt x="209887" y="430878"/>
                  </a:lnTo>
                  <a:lnTo>
                    <a:pt x="210941" y="428471"/>
                  </a:lnTo>
                  <a:lnTo>
                    <a:pt x="211986" y="426064"/>
                  </a:lnTo>
                  <a:lnTo>
                    <a:pt x="213027" y="423657"/>
                  </a:lnTo>
                  <a:lnTo>
                    <a:pt x="214064" y="421250"/>
                  </a:lnTo>
                  <a:lnTo>
                    <a:pt x="215096" y="418843"/>
                  </a:lnTo>
                  <a:lnTo>
                    <a:pt x="216127" y="416436"/>
                  </a:lnTo>
                  <a:lnTo>
                    <a:pt x="217156" y="414028"/>
                  </a:lnTo>
                  <a:lnTo>
                    <a:pt x="218186" y="411621"/>
                  </a:lnTo>
                  <a:lnTo>
                    <a:pt x="219217" y="409214"/>
                  </a:lnTo>
                  <a:lnTo>
                    <a:pt x="220251" y="406807"/>
                  </a:lnTo>
                  <a:lnTo>
                    <a:pt x="221287" y="404400"/>
                  </a:lnTo>
                  <a:lnTo>
                    <a:pt x="222326" y="401993"/>
                  </a:lnTo>
                  <a:lnTo>
                    <a:pt x="223371" y="399586"/>
                  </a:lnTo>
                  <a:lnTo>
                    <a:pt x="224421" y="397178"/>
                  </a:lnTo>
                  <a:lnTo>
                    <a:pt x="225476" y="394771"/>
                  </a:lnTo>
                  <a:lnTo>
                    <a:pt x="226537" y="392364"/>
                  </a:lnTo>
                  <a:lnTo>
                    <a:pt x="227606" y="389957"/>
                  </a:lnTo>
                  <a:lnTo>
                    <a:pt x="228682" y="387550"/>
                  </a:lnTo>
                  <a:lnTo>
                    <a:pt x="229763" y="385143"/>
                  </a:lnTo>
                  <a:lnTo>
                    <a:pt x="230852" y="382736"/>
                  </a:lnTo>
                  <a:lnTo>
                    <a:pt x="231949" y="380328"/>
                  </a:lnTo>
                  <a:lnTo>
                    <a:pt x="233053" y="377921"/>
                  </a:lnTo>
                  <a:lnTo>
                    <a:pt x="234163" y="375514"/>
                  </a:lnTo>
                  <a:lnTo>
                    <a:pt x="235280" y="373107"/>
                  </a:lnTo>
                  <a:lnTo>
                    <a:pt x="236405" y="370700"/>
                  </a:lnTo>
                  <a:lnTo>
                    <a:pt x="237535" y="368293"/>
                  </a:lnTo>
                  <a:lnTo>
                    <a:pt x="238671" y="365886"/>
                  </a:lnTo>
                  <a:lnTo>
                    <a:pt x="239813" y="363478"/>
                  </a:lnTo>
                  <a:lnTo>
                    <a:pt x="240960" y="361071"/>
                  </a:lnTo>
                  <a:lnTo>
                    <a:pt x="242111" y="358664"/>
                  </a:lnTo>
                  <a:lnTo>
                    <a:pt x="243266" y="356257"/>
                  </a:lnTo>
                  <a:lnTo>
                    <a:pt x="244425" y="353850"/>
                  </a:lnTo>
                  <a:lnTo>
                    <a:pt x="245586" y="351443"/>
                  </a:lnTo>
                  <a:lnTo>
                    <a:pt x="246749" y="349036"/>
                  </a:lnTo>
                  <a:lnTo>
                    <a:pt x="247913" y="346628"/>
                  </a:lnTo>
                  <a:lnTo>
                    <a:pt x="249078" y="344221"/>
                  </a:lnTo>
                  <a:lnTo>
                    <a:pt x="250242" y="341814"/>
                  </a:lnTo>
                  <a:lnTo>
                    <a:pt x="251406" y="339407"/>
                  </a:lnTo>
                  <a:lnTo>
                    <a:pt x="252567" y="337000"/>
                  </a:lnTo>
                  <a:lnTo>
                    <a:pt x="253726" y="334593"/>
                  </a:lnTo>
                  <a:lnTo>
                    <a:pt x="254880" y="332186"/>
                  </a:lnTo>
                  <a:lnTo>
                    <a:pt x="256031" y="329778"/>
                  </a:lnTo>
                  <a:lnTo>
                    <a:pt x="257177" y="327371"/>
                  </a:lnTo>
                  <a:lnTo>
                    <a:pt x="258315" y="324964"/>
                  </a:lnTo>
                  <a:lnTo>
                    <a:pt x="259446" y="322557"/>
                  </a:lnTo>
                  <a:lnTo>
                    <a:pt x="260571" y="320150"/>
                  </a:lnTo>
                  <a:lnTo>
                    <a:pt x="261686" y="317743"/>
                  </a:lnTo>
                  <a:lnTo>
                    <a:pt x="262789" y="315335"/>
                  </a:lnTo>
                  <a:lnTo>
                    <a:pt x="263883" y="312928"/>
                  </a:lnTo>
                  <a:lnTo>
                    <a:pt x="264966" y="310521"/>
                  </a:lnTo>
                  <a:lnTo>
                    <a:pt x="266036" y="308114"/>
                  </a:lnTo>
                  <a:lnTo>
                    <a:pt x="267091" y="305707"/>
                  </a:lnTo>
                  <a:lnTo>
                    <a:pt x="268132" y="303300"/>
                  </a:lnTo>
                  <a:lnTo>
                    <a:pt x="269161" y="300893"/>
                  </a:lnTo>
                  <a:lnTo>
                    <a:pt x="270171" y="298485"/>
                  </a:lnTo>
                  <a:lnTo>
                    <a:pt x="271163" y="296078"/>
                  </a:lnTo>
                  <a:lnTo>
                    <a:pt x="272140" y="293671"/>
                  </a:lnTo>
                  <a:lnTo>
                    <a:pt x="273101" y="291264"/>
                  </a:lnTo>
                  <a:lnTo>
                    <a:pt x="274040" y="288857"/>
                  </a:lnTo>
                  <a:lnTo>
                    <a:pt x="274958" y="286450"/>
                  </a:lnTo>
                  <a:lnTo>
                    <a:pt x="275859" y="284043"/>
                  </a:lnTo>
                  <a:lnTo>
                    <a:pt x="276742" y="281635"/>
                  </a:lnTo>
                  <a:lnTo>
                    <a:pt x="277599" y="279228"/>
                  </a:lnTo>
                  <a:lnTo>
                    <a:pt x="278435" y="276821"/>
                  </a:lnTo>
                  <a:lnTo>
                    <a:pt x="279253" y="274414"/>
                  </a:lnTo>
                  <a:lnTo>
                    <a:pt x="280051" y="272007"/>
                  </a:lnTo>
                  <a:lnTo>
                    <a:pt x="280820" y="269600"/>
                  </a:lnTo>
                  <a:lnTo>
                    <a:pt x="281568" y="267193"/>
                  </a:lnTo>
                  <a:lnTo>
                    <a:pt x="282298" y="264785"/>
                  </a:lnTo>
                  <a:lnTo>
                    <a:pt x="283006" y="262378"/>
                  </a:lnTo>
                  <a:lnTo>
                    <a:pt x="283686" y="259971"/>
                  </a:lnTo>
                  <a:lnTo>
                    <a:pt x="284346" y="257564"/>
                  </a:lnTo>
                  <a:lnTo>
                    <a:pt x="284987" y="255157"/>
                  </a:lnTo>
                  <a:lnTo>
                    <a:pt x="285606" y="252750"/>
                  </a:lnTo>
                  <a:lnTo>
                    <a:pt x="286199" y="250343"/>
                  </a:lnTo>
                  <a:lnTo>
                    <a:pt x="286774" y="247935"/>
                  </a:lnTo>
                  <a:lnTo>
                    <a:pt x="287331" y="245528"/>
                  </a:lnTo>
                  <a:lnTo>
                    <a:pt x="287866" y="243121"/>
                  </a:lnTo>
                  <a:lnTo>
                    <a:pt x="288378" y="240714"/>
                  </a:lnTo>
                  <a:lnTo>
                    <a:pt x="288874" y="238307"/>
                  </a:lnTo>
                  <a:lnTo>
                    <a:pt x="289354" y="235900"/>
                  </a:lnTo>
                  <a:lnTo>
                    <a:pt x="289813" y="233493"/>
                  </a:lnTo>
                  <a:lnTo>
                    <a:pt x="290253" y="231085"/>
                  </a:lnTo>
                  <a:lnTo>
                    <a:pt x="290680" y="228678"/>
                  </a:lnTo>
                  <a:lnTo>
                    <a:pt x="291093" y="226271"/>
                  </a:lnTo>
                  <a:lnTo>
                    <a:pt x="291487" y="223864"/>
                  </a:lnTo>
                  <a:lnTo>
                    <a:pt x="291867" y="221457"/>
                  </a:lnTo>
                  <a:lnTo>
                    <a:pt x="292236" y="219050"/>
                  </a:lnTo>
                  <a:lnTo>
                    <a:pt x="292593" y="216643"/>
                  </a:lnTo>
                  <a:lnTo>
                    <a:pt x="292935" y="214235"/>
                  </a:lnTo>
                  <a:lnTo>
                    <a:pt x="293267" y="211828"/>
                  </a:lnTo>
                  <a:lnTo>
                    <a:pt x="293590" y="209421"/>
                  </a:lnTo>
                  <a:lnTo>
                    <a:pt x="293904" y="207014"/>
                  </a:lnTo>
                  <a:lnTo>
                    <a:pt x="294206" y="204607"/>
                  </a:lnTo>
                  <a:lnTo>
                    <a:pt x="294501" y="202200"/>
                  </a:lnTo>
                  <a:lnTo>
                    <a:pt x="294790" y="199793"/>
                  </a:lnTo>
                  <a:lnTo>
                    <a:pt x="295071" y="197385"/>
                  </a:lnTo>
                  <a:lnTo>
                    <a:pt x="295345" y="194978"/>
                  </a:lnTo>
                  <a:lnTo>
                    <a:pt x="295613" y="192571"/>
                  </a:lnTo>
                  <a:lnTo>
                    <a:pt x="295877" y="190164"/>
                  </a:lnTo>
                  <a:lnTo>
                    <a:pt x="296136" y="187757"/>
                  </a:lnTo>
                  <a:lnTo>
                    <a:pt x="296389" y="185350"/>
                  </a:lnTo>
                  <a:lnTo>
                    <a:pt x="296639" y="182943"/>
                  </a:lnTo>
                  <a:lnTo>
                    <a:pt x="296885" y="180535"/>
                  </a:lnTo>
                  <a:lnTo>
                    <a:pt x="297128" y="178128"/>
                  </a:lnTo>
                  <a:lnTo>
                    <a:pt x="297367" y="175721"/>
                  </a:lnTo>
                  <a:lnTo>
                    <a:pt x="297603" y="173314"/>
                  </a:lnTo>
                  <a:lnTo>
                    <a:pt x="297837" y="170907"/>
                  </a:lnTo>
                  <a:lnTo>
                    <a:pt x="298068" y="168500"/>
                  </a:lnTo>
                  <a:lnTo>
                    <a:pt x="298296" y="166093"/>
                  </a:lnTo>
                  <a:lnTo>
                    <a:pt x="298521" y="163685"/>
                  </a:lnTo>
                  <a:lnTo>
                    <a:pt x="298745" y="161278"/>
                  </a:lnTo>
                  <a:lnTo>
                    <a:pt x="298965" y="158871"/>
                  </a:lnTo>
                  <a:lnTo>
                    <a:pt x="299182" y="156464"/>
                  </a:lnTo>
                  <a:lnTo>
                    <a:pt x="299397" y="154057"/>
                  </a:lnTo>
                  <a:lnTo>
                    <a:pt x="299609" y="151650"/>
                  </a:lnTo>
                  <a:lnTo>
                    <a:pt x="299818" y="149242"/>
                  </a:lnTo>
                  <a:lnTo>
                    <a:pt x="300024" y="146835"/>
                  </a:lnTo>
                  <a:lnTo>
                    <a:pt x="300226" y="144428"/>
                  </a:lnTo>
                  <a:lnTo>
                    <a:pt x="300426" y="142021"/>
                  </a:lnTo>
                  <a:lnTo>
                    <a:pt x="300621" y="139614"/>
                  </a:lnTo>
                  <a:lnTo>
                    <a:pt x="300812" y="137207"/>
                  </a:lnTo>
                  <a:lnTo>
                    <a:pt x="301000" y="134800"/>
                  </a:lnTo>
                  <a:lnTo>
                    <a:pt x="301184" y="132392"/>
                  </a:lnTo>
                  <a:lnTo>
                    <a:pt x="301363" y="129985"/>
                  </a:lnTo>
                  <a:lnTo>
                    <a:pt x="301538" y="127578"/>
                  </a:lnTo>
                  <a:lnTo>
                    <a:pt x="301708" y="125171"/>
                  </a:lnTo>
                  <a:lnTo>
                    <a:pt x="301874" y="122764"/>
                  </a:lnTo>
                  <a:lnTo>
                    <a:pt x="302034" y="120357"/>
                  </a:lnTo>
                  <a:lnTo>
                    <a:pt x="302189" y="117950"/>
                  </a:lnTo>
                  <a:lnTo>
                    <a:pt x="302340" y="115542"/>
                  </a:lnTo>
                  <a:lnTo>
                    <a:pt x="302485" y="113135"/>
                  </a:lnTo>
                  <a:lnTo>
                    <a:pt x="302624" y="110728"/>
                  </a:lnTo>
                  <a:lnTo>
                    <a:pt x="302759" y="108321"/>
                  </a:lnTo>
                  <a:lnTo>
                    <a:pt x="302889" y="105914"/>
                  </a:lnTo>
                  <a:lnTo>
                    <a:pt x="303012" y="103507"/>
                  </a:lnTo>
                  <a:lnTo>
                    <a:pt x="303130" y="101100"/>
                  </a:lnTo>
                  <a:lnTo>
                    <a:pt x="303244" y="98692"/>
                  </a:lnTo>
                  <a:lnTo>
                    <a:pt x="303352" y="96285"/>
                  </a:lnTo>
                  <a:lnTo>
                    <a:pt x="303454" y="93878"/>
                  </a:lnTo>
                  <a:lnTo>
                    <a:pt x="303551" y="91471"/>
                  </a:lnTo>
                  <a:lnTo>
                    <a:pt x="303643" y="89064"/>
                  </a:lnTo>
                  <a:lnTo>
                    <a:pt x="303731" y="86657"/>
                  </a:lnTo>
                  <a:lnTo>
                    <a:pt x="303813" y="84250"/>
                  </a:lnTo>
                  <a:lnTo>
                    <a:pt x="303890" y="81842"/>
                  </a:lnTo>
                  <a:lnTo>
                    <a:pt x="303963" y="79435"/>
                  </a:lnTo>
                  <a:lnTo>
                    <a:pt x="304032" y="77028"/>
                  </a:lnTo>
                  <a:lnTo>
                    <a:pt x="304096" y="74621"/>
                  </a:lnTo>
                  <a:lnTo>
                    <a:pt x="304155" y="72214"/>
                  </a:lnTo>
                  <a:lnTo>
                    <a:pt x="304212" y="69807"/>
                  </a:lnTo>
                  <a:lnTo>
                    <a:pt x="304264" y="67400"/>
                  </a:lnTo>
                  <a:lnTo>
                    <a:pt x="304312" y="64992"/>
                  </a:lnTo>
                  <a:lnTo>
                    <a:pt x="304356" y="62585"/>
                  </a:lnTo>
                  <a:lnTo>
                    <a:pt x="304398" y="60178"/>
                  </a:lnTo>
                  <a:lnTo>
                    <a:pt x="304437" y="57771"/>
                  </a:lnTo>
                  <a:lnTo>
                    <a:pt x="304472" y="55364"/>
                  </a:lnTo>
                  <a:lnTo>
                    <a:pt x="304504" y="52957"/>
                  </a:lnTo>
                  <a:lnTo>
                    <a:pt x="304534" y="50550"/>
                  </a:lnTo>
                  <a:lnTo>
                    <a:pt x="304561" y="48142"/>
                  </a:lnTo>
                  <a:lnTo>
                    <a:pt x="304586" y="45735"/>
                  </a:lnTo>
                  <a:lnTo>
                    <a:pt x="304609" y="43328"/>
                  </a:lnTo>
                  <a:lnTo>
                    <a:pt x="304630" y="40921"/>
                  </a:lnTo>
                  <a:lnTo>
                    <a:pt x="304649" y="38514"/>
                  </a:lnTo>
                  <a:lnTo>
                    <a:pt x="304666" y="36107"/>
                  </a:lnTo>
                  <a:lnTo>
                    <a:pt x="304681" y="33700"/>
                  </a:lnTo>
                  <a:lnTo>
                    <a:pt x="304695" y="31292"/>
                  </a:lnTo>
                  <a:lnTo>
                    <a:pt x="304708" y="28885"/>
                  </a:lnTo>
                  <a:lnTo>
                    <a:pt x="304719" y="26478"/>
                  </a:lnTo>
                  <a:lnTo>
                    <a:pt x="304729" y="24071"/>
                  </a:lnTo>
                  <a:lnTo>
                    <a:pt x="304739" y="21664"/>
                  </a:lnTo>
                  <a:lnTo>
                    <a:pt x="304747" y="19257"/>
                  </a:lnTo>
                  <a:lnTo>
                    <a:pt x="304754" y="16850"/>
                  </a:lnTo>
                  <a:lnTo>
                    <a:pt x="304760" y="14442"/>
                  </a:lnTo>
                  <a:lnTo>
                    <a:pt x="304766" y="12035"/>
                  </a:lnTo>
                  <a:lnTo>
                    <a:pt x="304771" y="9628"/>
                  </a:lnTo>
                  <a:lnTo>
                    <a:pt x="304776" y="7221"/>
                  </a:lnTo>
                  <a:lnTo>
                    <a:pt x="304780" y="4814"/>
                  </a:lnTo>
                  <a:lnTo>
                    <a:pt x="304784" y="2407"/>
                  </a:lnTo>
                  <a:lnTo>
                    <a:pt x="304828" y="0"/>
                  </a:lnTo>
                  <a:lnTo>
                    <a:pt x="304831" y="2407"/>
                  </a:lnTo>
                  <a:lnTo>
                    <a:pt x="304834" y="4814"/>
                  </a:lnTo>
                  <a:lnTo>
                    <a:pt x="304838" y="7221"/>
                  </a:lnTo>
                  <a:lnTo>
                    <a:pt x="304843" y="9628"/>
                  </a:lnTo>
                  <a:lnTo>
                    <a:pt x="304848" y="12035"/>
                  </a:lnTo>
                  <a:lnTo>
                    <a:pt x="304854" y="14442"/>
                  </a:lnTo>
                  <a:lnTo>
                    <a:pt x="304860" y="16850"/>
                  </a:lnTo>
                  <a:lnTo>
                    <a:pt x="304868" y="19257"/>
                  </a:lnTo>
                  <a:lnTo>
                    <a:pt x="304876" y="21664"/>
                  </a:lnTo>
                  <a:lnTo>
                    <a:pt x="304885" y="24071"/>
                  </a:lnTo>
                  <a:lnTo>
                    <a:pt x="304895" y="26478"/>
                  </a:lnTo>
                  <a:lnTo>
                    <a:pt x="304906" y="28885"/>
                  </a:lnTo>
                  <a:lnTo>
                    <a:pt x="304919" y="31292"/>
                  </a:lnTo>
                  <a:lnTo>
                    <a:pt x="304933" y="33700"/>
                  </a:lnTo>
                  <a:lnTo>
                    <a:pt x="304949" y="36107"/>
                  </a:lnTo>
                  <a:lnTo>
                    <a:pt x="304966" y="38514"/>
                  </a:lnTo>
                  <a:lnTo>
                    <a:pt x="304984" y="40921"/>
                  </a:lnTo>
                  <a:lnTo>
                    <a:pt x="305005" y="43328"/>
                  </a:lnTo>
                  <a:lnTo>
                    <a:pt x="305028" y="45735"/>
                  </a:lnTo>
                  <a:lnTo>
                    <a:pt x="305053" y="48142"/>
                  </a:lnTo>
                  <a:lnTo>
                    <a:pt x="305080" y="50550"/>
                  </a:lnTo>
                  <a:lnTo>
                    <a:pt x="305110" y="52957"/>
                  </a:lnTo>
                  <a:lnTo>
                    <a:pt x="305143" y="55364"/>
                  </a:lnTo>
                  <a:lnTo>
                    <a:pt x="305178" y="57771"/>
                  </a:lnTo>
                  <a:lnTo>
                    <a:pt x="305216" y="60178"/>
                  </a:lnTo>
                  <a:lnTo>
                    <a:pt x="305258" y="62585"/>
                  </a:lnTo>
                  <a:lnTo>
                    <a:pt x="305303" y="64992"/>
                  </a:lnTo>
                  <a:lnTo>
                    <a:pt x="305350" y="67400"/>
                  </a:lnTo>
                  <a:lnTo>
                    <a:pt x="305403" y="69807"/>
                  </a:lnTo>
                  <a:lnTo>
                    <a:pt x="305459" y="72214"/>
                  </a:lnTo>
                  <a:lnTo>
                    <a:pt x="305518" y="74621"/>
                  </a:lnTo>
                  <a:lnTo>
                    <a:pt x="305582" y="77028"/>
                  </a:lnTo>
                  <a:lnTo>
                    <a:pt x="305651" y="79435"/>
                  </a:lnTo>
                  <a:lnTo>
                    <a:pt x="305724" y="81842"/>
                  </a:lnTo>
                  <a:lnTo>
                    <a:pt x="305801" y="84250"/>
                  </a:lnTo>
                  <a:lnTo>
                    <a:pt x="305883" y="86657"/>
                  </a:lnTo>
                  <a:lnTo>
                    <a:pt x="305971" y="89064"/>
                  </a:lnTo>
                  <a:lnTo>
                    <a:pt x="306063" y="91471"/>
                  </a:lnTo>
                  <a:lnTo>
                    <a:pt x="306160" y="93878"/>
                  </a:lnTo>
                  <a:lnTo>
                    <a:pt x="306262" y="96285"/>
                  </a:lnTo>
                  <a:lnTo>
                    <a:pt x="306371" y="98692"/>
                  </a:lnTo>
                  <a:lnTo>
                    <a:pt x="306484" y="101100"/>
                  </a:lnTo>
                  <a:lnTo>
                    <a:pt x="306602" y="103507"/>
                  </a:lnTo>
                  <a:lnTo>
                    <a:pt x="306725" y="105914"/>
                  </a:lnTo>
                  <a:lnTo>
                    <a:pt x="306855" y="108321"/>
                  </a:lnTo>
                  <a:lnTo>
                    <a:pt x="306990" y="110728"/>
                  </a:lnTo>
                  <a:lnTo>
                    <a:pt x="307129" y="113135"/>
                  </a:lnTo>
                  <a:lnTo>
                    <a:pt x="307274" y="115542"/>
                  </a:lnTo>
                  <a:lnTo>
                    <a:pt x="307425" y="117950"/>
                  </a:lnTo>
                  <a:lnTo>
                    <a:pt x="307581" y="120357"/>
                  </a:lnTo>
                  <a:lnTo>
                    <a:pt x="307740" y="122764"/>
                  </a:lnTo>
                  <a:lnTo>
                    <a:pt x="307906" y="125171"/>
                  </a:lnTo>
                  <a:lnTo>
                    <a:pt x="308077" y="127578"/>
                  </a:lnTo>
                  <a:lnTo>
                    <a:pt x="308251" y="129985"/>
                  </a:lnTo>
                  <a:lnTo>
                    <a:pt x="308430" y="132392"/>
                  </a:lnTo>
                  <a:lnTo>
                    <a:pt x="308614" y="134800"/>
                  </a:lnTo>
                  <a:lnTo>
                    <a:pt x="308802" y="137207"/>
                  </a:lnTo>
                  <a:lnTo>
                    <a:pt x="308993" y="139614"/>
                  </a:lnTo>
                  <a:lnTo>
                    <a:pt x="309188" y="142021"/>
                  </a:lnTo>
                  <a:lnTo>
                    <a:pt x="309388" y="144428"/>
                  </a:lnTo>
                  <a:lnTo>
                    <a:pt x="309591" y="146835"/>
                  </a:lnTo>
                  <a:lnTo>
                    <a:pt x="309796" y="149242"/>
                  </a:lnTo>
                  <a:lnTo>
                    <a:pt x="310005" y="151650"/>
                  </a:lnTo>
                  <a:lnTo>
                    <a:pt x="310217" y="154057"/>
                  </a:lnTo>
                  <a:lnTo>
                    <a:pt x="310432" y="156464"/>
                  </a:lnTo>
                  <a:lnTo>
                    <a:pt x="310649" y="158871"/>
                  </a:lnTo>
                  <a:lnTo>
                    <a:pt x="310870" y="161278"/>
                  </a:lnTo>
                  <a:lnTo>
                    <a:pt x="311093" y="163685"/>
                  </a:lnTo>
                  <a:lnTo>
                    <a:pt x="311318" y="166093"/>
                  </a:lnTo>
                  <a:lnTo>
                    <a:pt x="311546" y="168500"/>
                  </a:lnTo>
                  <a:lnTo>
                    <a:pt x="311777" y="170907"/>
                  </a:lnTo>
                  <a:lnTo>
                    <a:pt x="312011" y="173314"/>
                  </a:lnTo>
                  <a:lnTo>
                    <a:pt x="312247" y="175721"/>
                  </a:lnTo>
                  <a:lnTo>
                    <a:pt x="312486" y="178128"/>
                  </a:lnTo>
                  <a:lnTo>
                    <a:pt x="312729" y="180535"/>
                  </a:lnTo>
                  <a:lnTo>
                    <a:pt x="312976" y="182943"/>
                  </a:lnTo>
                  <a:lnTo>
                    <a:pt x="313225" y="185350"/>
                  </a:lnTo>
                  <a:lnTo>
                    <a:pt x="313479" y="187757"/>
                  </a:lnTo>
                  <a:lnTo>
                    <a:pt x="313737" y="190164"/>
                  </a:lnTo>
                  <a:lnTo>
                    <a:pt x="314001" y="192571"/>
                  </a:lnTo>
                  <a:lnTo>
                    <a:pt x="314270" y="194978"/>
                  </a:lnTo>
                  <a:lnTo>
                    <a:pt x="314543" y="197385"/>
                  </a:lnTo>
                  <a:lnTo>
                    <a:pt x="314825" y="199793"/>
                  </a:lnTo>
                  <a:lnTo>
                    <a:pt x="315113" y="202200"/>
                  </a:lnTo>
                  <a:lnTo>
                    <a:pt x="315408" y="204607"/>
                  </a:lnTo>
                  <a:lnTo>
                    <a:pt x="315710" y="207014"/>
                  </a:lnTo>
                  <a:lnTo>
                    <a:pt x="316024" y="209421"/>
                  </a:lnTo>
                  <a:lnTo>
                    <a:pt x="316347" y="211828"/>
                  </a:lnTo>
                  <a:lnTo>
                    <a:pt x="316679" y="214235"/>
                  </a:lnTo>
                  <a:lnTo>
                    <a:pt x="317021" y="216643"/>
                  </a:lnTo>
                  <a:lnTo>
                    <a:pt x="317378" y="219050"/>
                  </a:lnTo>
                  <a:lnTo>
                    <a:pt x="317747" y="221457"/>
                  </a:lnTo>
                  <a:lnTo>
                    <a:pt x="318127" y="223864"/>
                  </a:lnTo>
                  <a:lnTo>
                    <a:pt x="318522" y="226271"/>
                  </a:lnTo>
                  <a:lnTo>
                    <a:pt x="318934" y="228678"/>
                  </a:lnTo>
                  <a:lnTo>
                    <a:pt x="319361" y="231085"/>
                  </a:lnTo>
                  <a:lnTo>
                    <a:pt x="319801" y="233493"/>
                  </a:lnTo>
                  <a:lnTo>
                    <a:pt x="320261" y="235900"/>
                  </a:lnTo>
                  <a:lnTo>
                    <a:pt x="320740" y="238307"/>
                  </a:lnTo>
                  <a:lnTo>
                    <a:pt x="321236" y="240714"/>
                  </a:lnTo>
                  <a:lnTo>
                    <a:pt x="321748" y="243121"/>
                  </a:lnTo>
                  <a:lnTo>
                    <a:pt x="322283" y="245528"/>
                  </a:lnTo>
                  <a:lnTo>
                    <a:pt x="322840" y="247935"/>
                  </a:lnTo>
                  <a:lnTo>
                    <a:pt x="323415" y="250343"/>
                  </a:lnTo>
                  <a:lnTo>
                    <a:pt x="324008" y="252750"/>
                  </a:lnTo>
                  <a:lnTo>
                    <a:pt x="324627" y="255157"/>
                  </a:lnTo>
                  <a:lnTo>
                    <a:pt x="325268" y="257564"/>
                  </a:lnTo>
                  <a:lnTo>
                    <a:pt x="325928" y="259971"/>
                  </a:lnTo>
                  <a:lnTo>
                    <a:pt x="326608" y="262378"/>
                  </a:lnTo>
                  <a:lnTo>
                    <a:pt x="327317" y="264785"/>
                  </a:lnTo>
                  <a:lnTo>
                    <a:pt x="328046" y="267193"/>
                  </a:lnTo>
                  <a:lnTo>
                    <a:pt x="328795" y="269600"/>
                  </a:lnTo>
                  <a:lnTo>
                    <a:pt x="329563" y="272007"/>
                  </a:lnTo>
                  <a:lnTo>
                    <a:pt x="330362" y="274414"/>
                  </a:lnTo>
                  <a:lnTo>
                    <a:pt x="331179" y="276821"/>
                  </a:lnTo>
                  <a:lnTo>
                    <a:pt x="332015" y="279228"/>
                  </a:lnTo>
                  <a:lnTo>
                    <a:pt x="332872" y="281635"/>
                  </a:lnTo>
                  <a:lnTo>
                    <a:pt x="333755" y="284043"/>
                  </a:lnTo>
                  <a:lnTo>
                    <a:pt x="334656" y="286450"/>
                  </a:lnTo>
                  <a:lnTo>
                    <a:pt x="335574" y="288857"/>
                  </a:lnTo>
                  <a:lnTo>
                    <a:pt x="336513" y="291264"/>
                  </a:lnTo>
                  <a:lnTo>
                    <a:pt x="337474" y="293671"/>
                  </a:lnTo>
                  <a:lnTo>
                    <a:pt x="338451" y="296078"/>
                  </a:lnTo>
                  <a:lnTo>
                    <a:pt x="339443" y="298485"/>
                  </a:lnTo>
                  <a:lnTo>
                    <a:pt x="340454" y="300893"/>
                  </a:lnTo>
                  <a:lnTo>
                    <a:pt x="341482" y="303300"/>
                  </a:lnTo>
                  <a:lnTo>
                    <a:pt x="342524" y="305707"/>
                  </a:lnTo>
                  <a:lnTo>
                    <a:pt x="343578" y="308114"/>
                  </a:lnTo>
                  <a:lnTo>
                    <a:pt x="344648" y="310521"/>
                  </a:lnTo>
                  <a:lnTo>
                    <a:pt x="345731" y="312928"/>
                  </a:lnTo>
                  <a:lnTo>
                    <a:pt x="346825" y="315335"/>
                  </a:lnTo>
                  <a:lnTo>
                    <a:pt x="347928" y="317743"/>
                  </a:lnTo>
                  <a:lnTo>
                    <a:pt x="349044" y="320150"/>
                  </a:lnTo>
                  <a:lnTo>
                    <a:pt x="350168" y="322557"/>
                  </a:lnTo>
                  <a:lnTo>
                    <a:pt x="351299" y="324964"/>
                  </a:lnTo>
                  <a:lnTo>
                    <a:pt x="352437" y="327371"/>
                  </a:lnTo>
                  <a:lnTo>
                    <a:pt x="353583" y="329778"/>
                  </a:lnTo>
                  <a:lnTo>
                    <a:pt x="354734" y="332186"/>
                  </a:lnTo>
                  <a:lnTo>
                    <a:pt x="355889" y="334593"/>
                  </a:lnTo>
                  <a:lnTo>
                    <a:pt x="357047" y="337000"/>
                  </a:lnTo>
                  <a:lnTo>
                    <a:pt x="358209" y="339407"/>
                  </a:lnTo>
                  <a:lnTo>
                    <a:pt x="359372" y="341814"/>
                  </a:lnTo>
                  <a:lnTo>
                    <a:pt x="360536" y="344221"/>
                  </a:lnTo>
                  <a:lnTo>
                    <a:pt x="361701" y="346628"/>
                  </a:lnTo>
                  <a:lnTo>
                    <a:pt x="362866" y="349036"/>
                  </a:lnTo>
                  <a:lnTo>
                    <a:pt x="364028" y="351443"/>
                  </a:lnTo>
                  <a:lnTo>
                    <a:pt x="365190" y="353850"/>
                  </a:lnTo>
                  <a:lnTo>
                    <a:pt x="366348" y="356257"/>
                  </a:lnTo>
                  <a:lnTo>
                    <a:pt x="367503" y="358664"/>
                  </a:lnTo>
                  <a:lnTo>
                    <a:pt x="368654" y="361071"/>
                  </a:lnTo>
                  <a:lnTo>
                    <a:pt x="369802" y="363478"/>
                  </a:lnTo>
                  <a:lnTo>
                    <a:pt x="370943" y="365886"/>
                  </a:lnTo>
                  <a:lnTo>
                    <a:pt x="372079" y="368293"/>
                  </a:lnTo>
                  <a:lnTo>
                    <a:pt x="373209" y="370700"/>
                  </a:lnTo>
                  <a:lnTo>
                    <a:pt x="374334" y="373107"/>
                  </a:lnTo>
                  <a:lnTo>
                    <a:pt x="375451" y="375514"/>
                  </a:lnTo>
                  <a:lnTo>
                    <a:pt x="376561" y="377921"/>
                  </a:lnTo>
                  <a:lnTo>
                    <a:pt x="377665" y="380328"/>
                  </a:lnTo>
                  <a:lnTo>
                    <a:pt x="378763" y="382736"/>
                  </a:lnTo>
                  <a:lnTo>
                    <a:pt x="379851" y="385143"/>
                  </a:lnTo>
                  <a:lnTo>
                    <a:pt x="380933" y="387550"/>
                  </a:lnTo>
                  <a:lnTo>
                    <a:pt x="382008" y="389957"/>
                  </a:lnTo>
                  <a:lnTo>
                    <a:pt x="383077" y="392364"/>
                  </a:lnTo>
                  <a:lnTo>
                    <a:pt x="384138" y="394771"/>
                  </a:lnTo>
                  <a:lnTo>
                    <a:pt x="385193" y="397178"/>
                  </a:lnTo>
                  <a:lnTo>
                    <a:pt x="386243" y="399586"/>
                  </a:lnTo>
                  <a:lnTo>
                    <a:pt x="387288" y="401993"/>
                  </a:lnTo>
                  <a:lnTo>
                    <a:pt x="388328" y="404400"/>
                  </a:lnTo>
                  <a:lnTo>
                    <a:pt x="389364" y="406807"/>
                  </a:lnTo>
                  <a:lnTo>
                    <a:pt x="390397" y="409214"/>
                  </a:lnTo>
                  <a:lnTo>
                    <a:pt x="391428" y="411621"/>
                  </a:lnTo>
                  <a:lnTo>
                    <a:pt x="392458" y="414028"/>
                  </a:lnTo>
                  <a:lnTo>
                    <a:pt x="393488" y="416436"/>
                  </a:lnTo>
                  <a:lnTo>
                    <a:pt x="394518" y="418843"/>
                  </a:lnTo>
                  <a:lnTo>
                    <a:pt x="395551" y="421250"/>
                  </a:lnTo>
                  <a:lnTo>
                    <a:pt x="396587" y="423657"/>
                  </a:lnTo>
                  <a:lnTo>
                    <a:pt x="397628" y="426064"/>
                  </a:lnTo>
                  <a:lnTo>
                    <a:pt x="398674" y="428471"/>
                  </a:lnTo>
                  <a:lnTo>
                    <a:pt x="399727" y="430878"/>
                  </a:lnTo>
                  <a:lnTo>
                    <a:pt x="400790" y="433286"/>
                  </a:lnTo>
                  <a:lnTo>
                    <a:pt x="401862" y="435693"/>
                  </a:lnTo>
                  <a:lnTo>
                    <a:pt x="402943" y="438100"/>
                  </a:lnTo>
                  <a:lnTo>
                    <a:pt x="404039" y="440507"/>
                  </a:lnTo>
                  <a:lnTo>
                    <a:pt x="405149" y="442914"/>
                  </a:lnTo>
                  <a:lnTo>
                    <a:pt x="406272" y="445321"/>
                  </a:lnTo>
                  <a:lnTo>
                    <a:pt x="407408" y="447728"/>
                  </a:lnTo>
                  <a:lnTo>
                    <a:pt x="408566" y="450136"/>
                  </a:lnTo>
                  <a:lnTo>
                    <a:pt x="409741" y="452543"/>
                  </a:lnTo>
                  <a:lnTo>
                    <a:pt x="410931" y="454950"/>
                  </a:lnTo>
                  <a:lnTo>
                    <a:pt x="412139" y="457357"/>
                  </a:lnTo>
                  <a:lnTo>
                    <a:pt x="413372" y="459764"/>
                  </a:lnTo>
                  <a:lnTo>
                    <a:pt x="414622" y="462171"/>
                  </a:lnTo>
                  <a:lnTo>
                    <a:pt x="415890" y="464578"/>
                  </a:lnTo>
                  <a:lnTo>
                    <a:pt x="417177" y="466986"/>
                  </a:lnTo>
                  <a:lnTo>
                    <a:pt x="418488" y="469393"/>
                  </a:lnTo>
                  <a:lnTo>
                    <a:pt x="419817" y="471800"/>
                  </a:lnTo>
                  <a:lnTo>
                    <a:pt x="421161" y="474207"/>
                  </a:lnTo>
                  <a:lnTo>
                    <a:pt x="422523" y="476614"/>
                  </a:lnTo>
                  <a:lnTo>
                    <a:pt x="423905" y="479021"/>
                  </a:lnTo>
                  <a:lnTo>
                    <a:pt x="425300" y="481428"/>
                  </a:lnTo>
                  <a:lnTo>
                    <a:pt x="426708" y="483836"/>
                  </a:lnTo>
                  <a:lnTo>
                    <a:pt x="428129" y="486243"/>
                  </a:lnTo>
                  <a:lnTo>
                    <a:pt x="429561" y="488650"/>
                  </a:lnTo>
                  <a:lnTo>
                    <a:pt x="430999" y="491057"/>
                  </a:lnTo>
                  <a:lnTo>
                    <a:pt x="432443" y="493464"/>
                  </a:lnTo>
                  <a:lnTo>
                    <a:pt x="433892" y="495871"/>
                  </a:lnTo>
                  <a:lnTo>
                    <a:pt x="435341" y="498279"/>
                  </a:lnTo>
                  <a:lnTo>
                    <a:pt x="436788" y="500686"/>
                  </a:lnTo>
                  <a:lnTo>
                    <a:pt x="438232" y="503093"/>
                  </a:lnTo>
                  <a:lnTo>
                    <a:pt x="439667" y="505500"/>
                  </a:lnTo>
                  <a:lnTo>
                    <a:pt x="441090" y="507907"/>
                  </a:lnTo>
                  <a:lnTo>
                    <a:pt x="442502" y="510314"/>
                  </a:lnTo>
                  <a:lnTo>
                    <a:pt x="443900" y="512721"/>
                  </a:lnTo>
                  <a:lnTo>
                    <a:pt x="445273" y="515129"/>
                  </a:lnTo>
                  <a:lnTo>
                    <a:pt x="446624" y="517536"/>
                  </a:lnTo>
                  <a:lnTo>
                    <a:pt x="447953" y="519943"/>
                  </a:lnTo>
                  <a:lnTo>
                    <a:pt x="449258" y="522350"/>
                  </a:lnTo>
                  <a:lnTo>
                    <a:pt x="450521" y="524757"/>
                  </a:lnTo>
                  <a:lnTo>
                    <a:pt x="451754" y="527164"/>
                  </a:lnTo>
                  <a:lnTo>
                    <a:pt x="452955" y="529571"/>
                  </a:lnTo>
                  <a:lnTo>
                    <a:pt x="454120" y="531979"/>
                  </a:lnTo>
                  <a:lnTo>
                    <a:pt x="455234" y="534386"/>
                  </a:lnTo>
                  <a:lnTo>
                    <a:pt x="456309" y="536793"/>
                  </a:lnTo>
                  <a:lnTo>
                    <a:pt x="457347" y="539200"/>
                  </a:lnTo>
                  <a:lnTo>
                    <a:pt x="458338" y="541607"/>
                  </a:lnTo>
                  <a:lnTo>
                    <a:pt x="459273" y="544014"/>
                  </a:lnTo>
                  <a:lnTo>
                    <a:pt x="460166" y="546421"/>
                  </a:lnTo>
                  <a:lnTo>
                    <a:pt x="461018" y="548829"/>
                  </a:lnTo>
                  <a:lnTo>
                    <a:pt x="461816" y="551236"/>
                  </a:lnTo>
                  <a:lnTo>
                    <a:pt x="462561" y="553643"/>
                  </a:lnTo>
                  <a:lnTo>
                    <a:pt x="463263" y="556050"/>
                  </a:lnTo>
                  <a:lnTo>
                    <a:pt x="463924" y="558457"/>
                  </a:lnTo>
                  <a:lnTo>
                    <a:pt x="464532" y="560864"/>
                  </a:lnTo>
                  <a:lnTo>
                    <a:pt x="465092" y="563271"/>
                  </a:lnTo>
                  <a:lnTo>
                    <a:pt x="465615" y="565679"/>
                  </a:lnTo>
                  <a:lnTo>
                    <a:pt x="466102" y="568086"/>
                  </a:lnTo>
                  <a:lnTo>
                    <a:pt x="466541" y="570493"/>
                  </a:lnTo>
                  <a:lnTo>
                    <a:pt x="466944" y="572900"/>
                  </a:lnTo>
                  <a:lnTo>
                    <a:pt x="467318" y="575307"/>
                  </a:lnTo>
                  <a:lnTo>
                    <a:pt x="467665" y="577714"/>
                  </a:lnTo>
                  <a:lnTo>
                    <a:pt x="467976" y="580121"/>
                  </a:lnTo>
                  <a:lnTo>
                    <a:pt x="468266" y="582529"/>
                  </a:lnTo>
                  <a:lnTo>
                    <a:pt x="468539" y="584936"/>
                  </a:lnTo>
                  <a:lnTo>
                    <a:pt x="468796" y="587343"/>
                  </a:lnTo>
                  <a:lnTo>
                    <a:pt x="469038" y="589750"/>
                  </a:lnTo>
                  <a:lnTo>
                    <a:pt x="469181" y="591212"/>
                  </a:lnTo>
                  <a:lnTo>
                    <a:pt x="469273" y="592157"/>
                  </a:lnTo>
                  <a:lnTo>
                    <a:pt x="469505" y="594564"/>
                  </a:lnTo>
                  <a:lnTo>
                    <a:pt x="469737" y="596971"/>
                  </a:lnTo>
                  <a:lnTo>
                    <a:pt x="469974" y="599379"/>
                  </a:lnTo>
                  <a:lnTo>
                    <a:pt x="470222" y="601786"/>
                  </a:lnTo>
                  <a:lnTo>
                    <a:pt x="470480" y="604193"/>
                  </a:lnTo>
                  <a:lnTo>
                    <a:pt x="470757" y="606600"/>
                  </a:lnTo>
                  <a:lnTo>
                    <a:pt x="471061" y="609007"/>
                  </a:lnTo>
                  <a:lnTo>
                    <a:pt x="471389" y="611414"/>
                  </a:lnTo>
                  <a:lnTo>
                    <a:pt x="471744" y="613821"/>
                  </a:lnTo>
                  <a:lnTo>
                    <a:pt x="472136" y="616229"/>
                  </a:lnTo>
                  <a:lnTo>
                    <a:pt x="472573" y="618636"/>
                  </a:lnTo>
                  <a:lnTo>
                    <a:pt x="473048" y="621043"/>
                  </a:lnTo>
                  <a:lnTo>
                    <a:pt x="473562" y="623450"/>
                  </a:lnTo>
                  <a:lnTo>
                    <a:pt x="474135" y="625857"/>
                  </a:lnTo>
                  <a:lnTo>
                    <a:pt x="474763" y="628264"/>
                  </a:lnTo>
                  <a:lnTo>
                    <a:pt x="475441" y="630671"/>
                  </a:lnTo>
                  <a:lnTo>
                    <a:pt x="476169" y="633079"/>
                  </a:lnTo>
                  <a:lnTo>
                    <a:pt x="476972" y="635486"/>
                  </a:lnTo>
                  <a:lnTo>
                    <a:pt x="477838" y="637893"/>
                  </a:lnTo>
                  <a:lnTo>
                    <a:pt x="478760" y="640300"/>
                  </a:lnTo>
                  <a:lnTo>
                    <a:pt x="479739" y="642707"/>
                  </a:lnTo>
                  <a:lnTo>
                    <a:pt x="480807" y="645114"/>
                  </a:lnTo>
                  <a:lnTo>
                    <a:pt x="481936" y="647522"/>
                  </a:lnTo>
                  <a:lnTo>
                    <a:pt x="483125" y="649929"/>
                  </a:lnTo>
                  <a:lnTo>
                    <a:pt x="484376" y="652336"/>
                  </a:lnTo>
                  <a:lnTo>
                    <a:pt x="485715" y="654743"/>
                  </a:lnTo>
                  <a:lnTo>
                    <a:pt x="487112" y="657150"/>
                  </a:lnTo>
                  <a:lnTo>
                    <a:pt x="488566" y="659557"/>
                  </a:lnTo>
                  <a:lnTo>
                    <a:pt x="490083" y="661964"/>
                  </a:lnTo>
                  <a:lnTo>
                    <a:pt x="491676" y="664372"/>
                  </a:lnTo>
                  <a:lnTo>
                    <a:pt x="493320" y="666779"/>
                  </a:lnTo>
                  <a:lnTo>
                    <a:pt x="495012" y="669186"/>
                  </a:lnTo>
                  <a:lnTo>
                    <a:pt x="496761" y="671593"/>
                  </a:lnTo>
                  <a:lnTo>
                    <a:pt x="498565" y="674000"/>
                  </a:lnTo>
                  <a:lnTo>
                    <a:pt x="500407" y="676407"/>
                  </a:lnTo>
                  <a:lnTo>
                    <a:pt x="502283" y="678814"/>
                  </a:lnTo>
                  <a:lnTo>
                    <a:pt x="504199" y="681222"/>
                  </a:lnTo>
                  <a:lnTo>
                    <a:pt x="506145" y="683629"/>
                  </a:lnTo>
                  <a:lnTo>
                    <a:pt x="508110" y="686036"/>
                  </a:lnTo>
                  <a:lnTo>
                    <a:pt x="510090" y="688443"/>
                  </a:lnTo>
                  <a:lnTo>
                    <a:pt x="512083" y="690850"/>
                  </a:lnTo>
                  <a:lnTo>
                    <a:pt x="514076" y="693257"/>
                  </a:lnTo>
                  <a:lnTo>
                    <a:pt x="516066" y="695664"/>
                  </a:lnTo>
                  <a:lnTo>
                    <a:pt x="518046" y="698072"/>
                  </a:lnTo>
                  <a:lnTo>
                    <a:pt x="520003" y="700479"/>
                  </a:lnTo>
                  <a:lnTo>
                    <a:pt x="521931" y="702886"/>
                  </a:lnTo>
                  <a:lnTo>
                    <a:pt x="523828" y="705293"/>
                  </a:lnTo>
                  <a:lnTo>
                    <a:pt x="525689" y="707700"/>
                  </a:lnTo>
                  <a:lnTo>
                    <a:pt x="527482" y="710107"/>
                  </a:lnTo>
                  <a:lnTo>
                    <a:pt x="529219" y="712514"/>
                  </a:lnTo>
                  <a:lnTo>
                    <a:pt x="530898" y="714922"/>
                  </a:lnTo>
                  <a:lnTo>
                    <a:pt x="532508" y="717329"/>
                  </a:lnTo>
                  <a:lnTo>
                    <a:pt x="534010" y="719736"/>
                  </a:lnTo>
                  <a:lnTo>
                    <a:pt x="535430" y="722143"/>
                  </a:lnTo>
                  <a:lnTo>
                    <a:pt x="536765" y="724550"/>
                  </a:lnTo>
                  <a:lnTo>
                    <a:pt x="537995" y="726957"/>
                  </a:lnTo>
                  <a:lnTo>
                    <a:pt x="539087" y="729364"/>
                  </a:lnTo>
                  <a:lnTo>
                    <a:pt x="540073" y="731772"/>
                  </a:lnTo>
                  <a:lnTo>
                    <a:pt x="540949" y="734179"/>
                  </a:lnTo>
                  <a:lnTo>
                    <a:pt x="541686" y="736586"/>
                  </a:lnTo>
                  <a:lnTo>
                    <a:pt x="542265" y="738993"/>
                  </a:lnTo>
                  <a:lnTo>
                    <a:pt x="542719" y="741400"/>
                  </a:lnTo>
                  <a:lnTo>
                    <a:pt x="543046" y="743807"/>
                  </a:lnTo>
                  <a:lnTo>
                    <a:pt x="543203" y="746214"/>
                  </a:lnTo>
                  <a:lnTo>
                    <a:pt x="543193" y="748622"/>
                  </a:lnTo>
                  <a:lnTo>
                    <a:pt x="543047" y="751029"/>
                  </a:lnTo>
                  <a:lnTo>
                    <a:pt x="542762" y="753436"/>
                  </a:lnTo>
                  <a:lnTo>
                    <a:pt x="542285" y="755843"/>
                  </a:lnTo>
                  <a:lnTo>
                    <a:pt x="542226" y="756066"/>
                  </a:lnTo>
                  <a:lnTo>
                    <a:pt x="541645" y="758250"/>
                  </a:lnTo>
                  <a:lnTo>
                    <a:pt x="540864" y="760657"/>
                  </a:lnTo>
                  <a:lnTo>
                    <a:pt x="539943" y="763064"/>
                  </a:lnTo>
                  <a:lnTo>
                    <a:pt x="538816" y="765472"/>
                  </a:lnTo>
                  <a:lnTo>
                    <a:pt x="537541" y="767879"/>
                  </a:lnTo>
                  <a:lnTo>
                    <a:pt x="536128" y="770286"/>
                  </a:lnTo>
                  <a:lnTo>
                    <a:pt x="534580" y="772693"/>
                  </a:lnTo>
                  <a:lnTo>
                    <a:pt x="532827" y="775100"/>
                  </a:lnTo>
                  <a:lnTo>
                    <a:pt x="530947" y="777507"/>
                  </a:lnTo>
                  <a:lnTo>
                    <a:pt x="528940" y="779914"/>
                  </a:lnTo>
                  <a:lnTo>
                    <a:pt x="526799" y="782322"/>
                  </a:lnTo>
                  <a:lnTo>
                    <a:pt x="524487" y="784729"/>
                  </a:lnTo>
                  <a:lnTo>
                    <a:pt x="522062" y="787136"/>
                  </a:lnTo>
                  <a:lnTo>
                    <a:pt x="519528" y="789543"/>
                  </a:lnTo>
                  <a:lnTo>
                    <a:pt x="516871" y="791950"/>
                  </a:lnTo>
                  <a:lnTo>
                    <a:pt x="514079" y="794357"/>
                  </a:lnTo>
                  <a:lnTo>
                    <a:pt x="511194" y="796764"/>
                  </a:lnTo>
                  <a:lnTo>
                    <a:pt x="508221" y="799172"/>
                  </a:lnTo>
                  <a:lnTo>
                    <a:pt x="505143" y="801579"/>
                  </a:lnTo>
                  <a:lnTo>
                    <a:pt x="501968" y="803986"/>
                  </a:lnTo>
                  <a:lnTo>
                    <a:pt x="498723" y="806393"/>
                  </a:lnTo>
                  <a:lnTo>
                    <a:pt x="495412" y="808800"/>
                  </a:lnTo>
                  <a:lnTo>
                    <a:pt x="492021" y="811207"/>
                  </a:lnTo>
                  <a:lnTo>
                    <a:pt x="488568" y="813615"/>
                  </a:lnTo>
                  <a:lnTo>
                    <a:pt x="485067" y="816022"/>
                  </a:lnTo>
                  <a:lnTo>
                    <a:pt x="481524" y="818429"/>
                  </a:lnTo>
                  <a:lnTo>
                    <a:pt x="477929" y="820836"/>
                  </a:lnTo>
                  <a:lnTo>
                    <a:pt x="474301" y="823243"/>
                  </a:lnTo>
                  <a:lnTo>
                    <a:pt x="470649" y="825650"/>
                  </a:lnTo>
                  <a:lnTo>
                    <a:pt x="466975" y="828057"/>
                  </a:lnTo>
                  <a:lnTo>
                    <a:pt x="463279" y="830465"/>
                  </a:lnTo>
                  <a:lnTo>
                    <a:pt x="459574" y="832872"/>
                  </a:lnTo>
                  <a:lnTo>
                    <a:pt x="455865" y="835279"/>
                  </a:lnTo>
                  <a:lnTo>
                    <a:pt x="452154" y="837686"/>
                  </a:lnTo>
                  <a:lnTo>
                    <a:pt x="448450" y="840093"/>
                  </a:lnTo>
                  <a:lnTo>
                    <a:pt x="444756" y="842500"/>
                  </a:lnTo>
                  <a:lnTo>
                    <a:pt x="441074" y="844907"/>
                  </a:lnTo>
                  <a:lnTo>
                    <a:pt x="437410" y="847315"/>
                  </a:lnTo>
                  <a:lnTo>
                    <a:pt x="433776" y="849722"/>
                  </a:lnTo>
                  <a:lnTo>
                    <a:pt x="430166" y="852129"/>
                  </a:lnTo>
                  <a:lnTo>
                    <a:pt x="426585" y="854536"/>
                  </a:lnTo>
                  <a:lnTo>
                    <a:pt x="423038" y="856943"/>
                  </a:lnTo>
                  <a:lnTo>
                    <a:pt x="419539" y="859350"/>
                  </a:lnTo>
                  <a:lnTo>
                    <a:pt x="416078" y="861757"/>
                  </a:lnTo>
                  <a:lnTo>
                    <a:pt x="412657" y="864165"/>
                  </a:lnTo>
                  <a:lnTo>
                    <a:pt x="409290" y="866572"/>
                  </a:lnTo>
                  <a:lnTo>
                    <a:pt x="405982" y="868979"/>
                  </a:lnTo>
                  <a:lnTo>
                    <a:pt x="402724" y="871386"/>
                  </a:lnTo>
                  <a:lnTo>
                    <a:pt x="399517" y="873793"/>
                  </a:lnTo>
                  <a:lnTo>
                    <a:pt x="396383" y="876200"/>
                  </a:lnTo>
                  <a:lnTo>
                    <a:pt x="393318" y="878607"/>
                  </a:lnTo>
                  <a:lnTo>
                    <a:pt x="390314" y="881015"/>
                  </a:lnTo>
                  <a:lnTo>
                    <a:pt x="387372" y="883422"/>
                  </a:lnTo>
                  <a:lnTo>
                    <a:pt x="384524" y="885829"/>
                  </a:lnTo>
                  <a:lnTo>
                    <a:pt x="381754" y="888236"/>
                  </a:lnTo>
                  <a:lnTo>
                    <a:pt x="379056" y="890643"/>
                  </a:lnTo>
                  <a:lnTo>
                    <a:pt x="376434" y="893050"/>
                  </a:lnTo>
                  <a:lnTo>
                    <a:pt x="373929" y="895457"/>
                  </a:lnTo>
                  <a:lnTo>
                    <a:pt x="371513" y="897865"/>
                  </a:lnTo>
                  <a:lnTo>
                    <a:pt x="369183" y="900272"/>
                  </a:lnTo>
                  <a:lnTo>
                    <a:pt x="366946" y="902679"/>
                  </a:lnTo>
                  <a:lnTo>
                    <a:pt x="364853" y="905086"/>
                  </a:lnTo>
                  <a:lnTo>
                    <a:pt x="362862" y="907493"/>
                  </a:lnTo>
                  <a:lnTo>
                    <a:pt x="360975" y="909900"/>
                  </a:lnTo>
                  <a:lnTo>
                    <a:pt x="359210" y="912307"/>
                  </a:lnTo>
                  <a:lnTo>
                    <a:pt x="357610" y="914715"/>
                  </a:lnTo>
                  <a:lnTo>
                    <a:pt x="356133" y="917122"/>
                  </a:lnTo>
                  <a:lnTo>
                    <a:pt x="354784" y="919529"/>
                  </a:lnTo>
                  <a:lnTo>
                    <a:pt x="353593" y="921936"/>
                  </a:lnTo>
                  <a:lnTo>
                    <a:pt x="352593" y="924343"/>
                  </a:lnTo>
                  <a:lnTo>
                    <a:pt x="351742" y="926750"/>
                  </a:lnTo>
                  <a:lnTo>
                    <a:pt x="351046" y="929157"/>
                  </a:lnTo>
                  <a:lnTo>
                    <a:pt x="350556" y="931565"/>
                  </a:lnTo>
                  <a:lnTo>
                    <a:pt x="350283" y="933972"/>
                  </a:lnTo>
                  <a:lnTo>
                    <a:pt x="350190" y="936379"/>
                  </a:lnTo>
                  <a:lnTo>
                    <a:pt x="350282" y="938786"/>
                  </a:lnTo>
                  <a:lnTo>
                    <a:pt x="350637" y="941193"/>
                  </a:lnTo>
                  <a:lnTo>
                    <a:pt x="351234" y="943600"/>
                  </a:lnTo>
                  <a:lnTo>
                    <a:pt x="352044" y="946007"/>
                  </a:lnTo>
                  <a:lnTo>
                    <a:pt x="353071" y="948415"/>
                  </a:lnTo>
                  <a:lnTo>
                    <a:pt x="354424" y="950822"/>
                  </a:lnTo>
                  <a:lnTo>
                    <a:pt x="356039" y="953229"/>
                  </a:lnTo>
                  <a:lnTo>
                    <a:pt x="357896" y="955636"/>
                  </a:lnTo>
                  <a:lnTo>
                    <a:pt x="360001" y="958043"/>
                  </a:lnTo>
                  <a:lnTo>
                    <a:pt x="362493" y="960450"/>
                  </a:lnTo>
                  <a:lnTo>
                    <a:pt x="365255" y="962857"/>
                  </a:lnTo>
                  <a:lnTo>
                    <a:pt x="368284" y="965265"/>
                  </a:lnTo>
                  <a:lnTo>
                    <a:pt x="371596" y="967672"/>
                  </a:lnTo>
                  <a:lnTo>
                    <a:pt x="375316" y="970079"/>
                  </a:lnTo>
                  <a:lnTo>
                    <a:pt x="379311" y="972486"/>
                  </a:lnTo>
                  <a:lnTo>
                    <a:pt x="383583" y="974893"/>
                  </a:lnTo>
                  <a:lnTo>
                    <a:pt x="388169" y="977300"/>
                  </a:lnTo>
                  <a:lnTo>
                    <a:pt x="393140" y="979708"/>
                  </a:lnTo>
                  <a:lnTo>
                    <a:pt x="398380" y="982115"/>
                  </a:lnTo>
                  <a:lnTo>
                    <a:pt x="403886" y="984522"/>
                  </a:lnTo>
                  <a:lnTo>
                    <a:pt x="409708" y="986929"/>
                  </a:lnTo>
                  <a:lnTo>
                    <a:pt x="415859" y="989336"/>
                  </a:lnTo>
                  <a:lnTo>
                    <a:pt x="422248" y="991743"/>
                  </a:lnTo>
                  <a:lnTo>
                    <a:pt x="428866" y="994150"/>
                  </a:lnTo>
                  <a:lnTo>
                    <a:pt x="435763" y="996558"/>
                  </a:lnTo>
                  <a:lnTo>
                    <a:pt x="442900" y="998965"/>
                  </a:lnTo>
                  <a:lnTo>
                    <a:pt x="450212" y="1001372"/>
                  </a:lnTo>
                  <a:lnTo>
                    <a:pt x="457687" y="1003779"/>
                  </a:lnTo>
                  <a:lnTo>
                    <a:pt x="465353" y="1006186"/>
                  </a:lnTo>
                  <a:lnTo>
                    <a:pt x="473142" y="1008593"/>
                  </a:lnTo>
                  <a:lnTo>
                    <a:pt x="481015" y="1011000"/>
                  </a:lnTo>
                  <a:lnTo>
                    <a:pt x="488955" y="1013408"/>
                  </a:lnTo>
                  <a:lnTo>
                    <a:pt x="496943" y="1015815"/>
                  </a:lnTo>
                  <a:lnTo>
                    <a:pt x="504921" y="1018222"/>
                  </a:lnTo>
                  <a:lnTo>
                    <a:pt x="512868" y="1020629"/>
                  </a:lnTo>
                  <a:lnTo>
                    <a:pt x="520764" y="1023036"/>
                  </a:lnTo>
                  <a:lnTo>
                    <a:pt x="528513" y="1025443"/>
                  </a:lnTo>
                  <a:lnTo>
                    <a:pt x="536122" y="1027850"/>
                  </a:lnTo>
                  <a:lnTo>
                    <a:pt x="543568" y="1030258"/>
                  </a:lnTo>
                  <a:lnTo>
                    <a:pt x="550816" y="1032665"/>
                  </a:lnTo>
                  <a:lnTo>
                    <a:pt x="557725" y="1035072"/>
                  </a:lnTo>
                  <a:lnTo>
                    <a:pt x="564361" y="1037479"/>
                  </a:lnTo>
                  <a:lnTo>
                    <a:pt x="570707" y="1039886"/>
                  </a:lnTo>
                  <a:lnTo>
                    <a:pt x="576686" y="1042293"/>
                  </a:lnTo>
                  <a:lnTo>
                    <a:pt x="582169" y="1044700"/>
                  </a:lnTo>
                  <a:lnTo>
                    <a:pt x="587263" y="1047108"/>
                  </a:lnTo>
                  <a:lnTo>
                    <a:pt x="591951" y="1049515"/>
                  </a:lnTo>
                  <a:lnTo>
                    <a:pt x="596111" y="1051922"/>
                  </a:lnTo>
                  <a:lnTo>
                    <a:pt x="599672" y="1054329"/>
                  </a:lnTo>
                  <a:lnTo>
                    <a:pt x="602755" y="1056736"/>
                  </a:lnTo>
                  <a:lnTo>
                    <a:pt x="605351" y="1059143"/>
                  </a:lnTo>
                  <a:lnTo>
                    <a:pt x="607287" y="1061550"/>
                  </a:lnTo>
                  <a:lnTo>
                    <a:pt x="608588" y="1063958"/>
                  </a:lnTo>
                  <a:lnTo>
                    <a:pt x="609365" y="1066365"/>
                  </a:lnTo>
                  <a:lnTo>
                    <a:pt x="609571" y="1068349"/>
                  </a:lnTo>
                  <a:lnTo>
                    <a:pt x="609615" y="1068772"/>
                  </a:lnTo>
                  <a:lnTo>
                    <a:pt x="609129" y="1071179"/>
                  </a:lnTo>
                  <a:lnTo>
                    <a:pt x="608038" y="1073586"/>
                  </a:lnTo>
                  <a:lnTo>
                    <a:pt x="606427" y="1075993"/>
                  </a:lnTo>
                  <a:lnTo>
                    <a:pt x="604298" y="1078400"/>
                  </a:lnTo>
                  <a:lnTo>
                    <a:pt x="601429" y="1080808"/>
                  </a:lnTo>
                  <a:lnTo>
                    <a:pt x="598043" y="1083215"/>
                  </a:lnTo>
                  <a:lnTo>
                    <a:pt x="594186" y="1085622"/>
                  </a:lnTo>
                  <a:lnTo>
                    <a:pt x="589865" y="1088029"/>
                  </a:lnTo>
                  <a:lnTo>
                    <a:pt x="584885" y="1090436"/>
                  </a:lnTo>
                  <a:lnTo>
                    <a:pt x="579508" y="1092843"/>
                  </a:lnTo>
                  <a:lnTo>
                    <a:pt x="573751" y="1095250"/>
                  </a:lnTo>
                  <a:lnTo>
                    <a:pt x="567601" y="1097658"/>
                  </a:lnTo>
                  <a:lnTo>
                    <a:pt x="560985" y="1100065"/>
                  </a:lnTo>
                  <a:lnTo>
                    <a:pt x="554087" y="1102472"/>
                  </a:lnTo>
                  <a:lnTo>
                    <a:pt x="546925" y="1104879"/>
                  </a:lnTo>
                  <a:lnTo>
                    <a:pt x="539487" y="1107286"/>
                  </a:lnTo>
                  <a:lnTo>
                    <a:pt x="531785" y="1109693"/>
                  </a:lnTo>
                  <a:lnTo>
                    <a:pt x="523928" y="1112100"/>
                  </a:lnTo>
                  <a:lnTo>
                    <a:pt x="515936" y="1114508"/>
                  </a:lnTo>
                  <a:lnTo>
                    <a:pt x="507813" y="1116915"/>
                  </a:lnTo>
                  <a:lnTo>
                    <a:pt x="499611" y="1119322"/>
                  </a:lnTo>
                  <a:lnTo>
                    <a:pt x="491378" y="1121729"/>
                  </a:lnTo>
                  <a:lnTo>
                    <a:pt x="483132" y="1124136"/>
                  </a:lnTo>
                  <a:lnTo>
                    <a:pt x="474911" y="1126543"/>
                  </a:lnTo>
                  <a:lnTo>
                    <a:pt x="466756" y="1128951"/>
                  </a:lnTo>
                  <a:lnTo>
                    <a:pt x="458678" y="1131358"/>
                  </a:lnTo>
                  <a:lnTo>
                    <a:pt x="450693" y="1133765"/>
                  </a:lnTo>
                  <a:lnTo>
                    <a:pt x="442874" y="1136172"/>
                  </a:lnTo>
                  <a:lnTo>
                    <a:pt x="435220" y="1138579"/>
                  </a:lnTo>
                  <a:lnTo>
                    <a:pt x="427726" y="1140986"/>
                  </a:lnTo>
                  <a:lnTo>
                    <a:pt x="420402" y="1143393"/>
                  </a:lnTo>
                  <a:lnTo>
                    <a:pt x="413359" y="1145801"/>
                  </a:lnTo>
                  <a:lnTo>
                    <a:pt x="406532" y="1148208"/>
                  </a:lnTo>
                  <a:lnTo>
                    <a:pt x="399916" y="1150615"/>
                  </a:lnTo>
                  <a:lnTo>
                    <a:pt x="393525" y="1153022"/>
                  </a:lnTo>
                  <a:lnTo>
                    <a:pt x="387478" y="1155429"/>
                  </a:lnTo>
                  <a:lnTo>
                    <a:pt x="381664" y="1157836"/>
                  </a:lnTo>
                  <a:lnTo>
                    <a:pt x="376086" y="1160243"/>
                  </a:lnTo>
                  <a:lnTo>
                    <a:pt x="370770" y="1162651"/>
                  </a:lnTo>
                  <a:lnTo>
                    <a:pt x="365794" y="1165058"/>
                  </a:lnTo>
                  <a:lnTo>
                    <a:pt x="361053" y="1167465"/>
                  </a:lnTo>
                  <a:lnTo>
                    <a:pt x="356547" y="1169872"/>
                  </a:lnTo>
                  <a:lnTo>
                    <a:pt x="352314" y="1172279"/>
                  </a:lnTo>
                  <a:lnTo>
                    <a:pt x="348386" y="1174686"/>
                  </a:lnTo>
                  <a:lnTo>
                    <a:pt x="344677" y="1177093"/>
                  </a:lnTo>
                  <a:lnTo>
                    <a:pt x="341182" y="1179501"/>
                  </a:lnTo>
                  <a:lnTo>
                    <a:pt x="337951" y="1181908"/>
                  </a:lnTo>
                  <a:lnTo>
                    <a:pt x="334971" y="1184315"/>
                  </a:lnTo>
                  <a:lnTo>
                    <a:pt x="332181" y="1186722"/>
                  </a:lnTo>
                  <a:lnTo>
                    <a:pt x="329576" y="1189129"/>
                  </a:lnTo>
                  <a:lnTo>
                    <a:pt x="327206" y="1191536"/>
                  </a:lnTo>
                  <a:lnTo>
                    <a:pt x="325031" y="1193943"/>
                  </a:lnTo>
                  <a:lnTo>
                    <a:pt x="323011" y="1196351"/>
                  </a:lnTo>
                  <a:lnTo>
                    <a:pt x="321141" y="1198758"/>
                  </a:lnTo>
                  <a:lnTo>
                    <a:pt x="319470" y="1201165"/>
                  </a:lnTo>
                  <a:lnTo>
                    <a:pt x="317940" y="1203572"/>
                  </a:lnTo>
                  <a:lnTo>
                    <a:pt x="316532" y="1205979"/>
                  </a:lnTo>
                  <a:lnTo>
                    <a:pt x="315239" y="1208386"/>
                  </a:lnTo>
                  <a:lnTo>
                    <a:pt x="314105" y="1210793"/>
                  </a:lnTo>
                  <a:lnTo>
                    <a:pt x="313068" y="1213201"/>
                  </a:lnTo>
                  <a:lnTo>
                    <a:pt x="312121" y="1215608"/>
                  </a:lnTo>
                  <a:lnTo>
                    <a:pt x="311263" y="1218015"/>
                  </a:lnTo>
                  <a:lnTo>
                    <a:pt x="310518" y="1220422"/>
                  </a:lnTo>
                  <a:lnTo>
                    <a:pt x="309840" y="1222829"/>
                  </a:lnTo>
                  <a:lnTo>
                    <a:pt x="309226" y="1225236"/>
                  </a:lnTo>
                  <a:lnTo>
                    <a:pt x="308679" y="1227643"/>
                  </a:lnTo>
                  <a:lnTo>
                    <a:pt x="308205" y="1230051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226475" y="1918256"/>
              <a:ext cx="609615" cy="1315917"/>
            </a:xfrm>
            <a:custGeom>
              <a:avLst/>
              <a:pathLst>
                <a:path w="609615" h="1315917">
                  <a:moveTo>
                    <a:pt x="301402" y="1315917"/>
                  </a:moveTo>
                  <a:lnTo>
                    <a:pt x="300956" y="1313341"/>
                  </a:lnTo>
                  <a:lnTo>
                    <a:pt x="300447" y="1310766"/>
                  </a:lnTo>
                  <a:lnTo>
                    <a:pt x="299878" y="1308191"/>
                  </a:lnTo>
                  <a:lnTo>
                    <a:pt x="299254" y="1305616"/>
                  </a:lnTo>
                  <a:lnTo>
                    <a:pt x="298573" y="1303041"/>
                  </a:lnTo>
                  <a:lnTo>
                    <a:pt x="297791" y="1300466"/>
                  </a:lnTo>
                  <a:lnTo>
                    <a:pt x="296935" y="1297890"/>
                  </a:lnTo>
                  <a:lnTo>
                    <a:pt x="296005" y="1295315"/>
                  </a:lnTo>
                  <a:lnTo>
                    <a:pt x="294981" y="1292740"/>
                  </a:lnTo>
                  <a:lnTo>
                    <a:pt x="293832" y="1290165"/>
                  </a:lnTo>
                  <a:lnTo>
                    <a:pt x="292587" y="1287590"/>
                  </a:lnTo>
                  <a:lnTo>
                    <a:pt x="291243" y="1285014"/>
                  </a:lnTo>
                  <a:lnTo>
                    <a:pt x="289753" y="1282439"/>
                  </a:lnTo>
                  <a:lnTo>
                    <a:pt x="288121" y="1279864"/>
                  </a:lnTo>
                  <a:lnTo>
                    <a:pt x="286366" y="1277289"/>
                  </a:lnTo>
                  <a:lnTo>
                    <a:pt x="284484" y="1274714"/>
                  </a:lnTo>
                  <a:lnTo>
                    <a:pt x="282391" y="1272139"/>
                  </a:lnTo>
                  <a:lnTo>
                    <a:pt x="280147" y="1269563"/>
                  </a:lnTo>
                  <a:lnTo>
                    <a:pt x="277752" y="1266988"/>
                  </a:lnTo>
                  <a:lnTo>
                    <a:pt x="275177" y="1264413"/>
                  </a:lnTo>
                  <a:lnTo>
                    <a:pt x="272364" y="1261838"/>
                  </a:lnTo>
                  <a:lnTo>
                    <a:pt x="269379" y="1259263"/>
                  </a:lnTo>
                  <a:lnTo>
                    <a:pt x="266216" y="1256687"/>
                  </a:lnTo>
                  <a:lnTo>
                    <a:pt x="262810" y="1254112"/>
                  </a:lnTo>
                  <a:lnTo>
                    <a:pt x="259165" y="1251537"/>
                  </a:lnTo>
                  <a:lnTo>
                    <a:pt x="255326" y="1248962"/>
                  </a:lnTo>
                  <a:lnTo>
                    <a:pt x="251290" y="1246387"/>
                  </a:lnTo>
                  <a:lnTo>
                    <a:pt x="246948" y="1243812"/>
                  </a:lnTo>
                  <a:lnTo>
                    <a:pt x="242387" y="1241236"/>
                  </a:lnTo>
                  <a:lnTo>
                    <a:pt x="237620" y="1238661"/>
                  </a:lnTo>
                  <a:lnTo>
                    <a:pt x="232623" y="1236086"/>
                  </a:lnTo>
                  <a:lnTo>
                    <a:pt x="227322" y="1233511"/>
                  </a:lnTo>
                  <a:lnTo>
                    <a:pt x="221818" y="1230936"/>
                  </a:lnTo>
                  <a:lnTo>
                    <a:pt x="216112" y="1228360"/>
                  </a:lnTo>
                  <a:lnTo>
                    <a:pt x="210147" y="1225785"/>
                  </a:lnTo>
                  <a:lnTo>
                    <a:pt x="203936" y="1223210"/>
                  </a:lnTo>
                  <a:lnTo>
                    <a:pt x="197541" y="1220635"/>
                  </a:lnTo>
                  <a:lnTo>
                    <a:pt x="190967" y="1218060"/>
                  </a:lnTo>
                  <a:lnTo>
                    <a:pt x="184142" y="1215485"/>
                  </a:lnTo>
                  <a:lnTo>
                    <a:pt x="177149" y="1212909"/>
                  </a:lnTo>
                  <a:lnTo>
                    <a:pt x="170014" y="1210334"/>
                  </a:lnTo>
                  <a:lnTo>
                    <a:pt x="162733" y="1207759"/>
                  </a:lnTo>
                  <a:lnTo>
                    <a:pt x="155283" y="1205184"/>
                  </a:lnTo>
                  <a:lnTo>
                    <a:pt x="147742" y="1202609"/>
                  </a:lnTo>
                  <a:lnTo>
                    <a:pt x="140122" y="1200034"/>
                  </a:lnTo>
                  <a:lnTo>
                    <a:pt x="132424" y="1197458"/>
                  </a:lnTo>
                  <a:lnTo>
                    <a:pt x="124682" y="1194883"/>
                  </a:lnTo>
                  <a:lnTo>
                    <a:pt x="116931" y="1192308"/>
                  </a:lnTo>
                  <a:lnTo>
                    <a:pt x="109182" y="1189733"/>
                  </a:lnTo>
                  <a:lnTo>
                    <a:pt x="101481" y="1187158"/>
                  </a:lnTo>
                  <a:lnTo>
                    <a:pt x="93854" y="1184582"/>
                  </a:lnTo>
                  <a:lnTo>
                    <a:pt x="86313" y="1182007"/>
                  </a:lnTo>
                  <a:lnTo>
                    <a:pt x="78880" y="1179432"/>
                  </a:lnTo>
                  <a:lnTo>
                    <a:pt x="71659" y="1176857"/>
                  </a:lnTo>
                  <a:lnTo>
                    <a:pt x="64612" y="1174282"/>
                  </a:lnTo>
                  <a:lnTo>
                    <a:pt x="57752" y="1171707"/>
                  </a:lnTo>
                  <a:lnTo>
                    <a:pt x="51157" y="1169131"/>
                  </a:lnTo>
                  <a:lnTo>
                    <a:pt x="44894" y="1166556"/>
                  </a:lnTo>
                  <a:lnTo>
                    <a:pt x="38904" y="1163981"/>
                  </a:lnTo>
                  <a:lnTo>
                    <a:pt x="33201" y="1161406"/>
                  </a:lnTo>
                  <a:lnTo>
                    <a:pt x="27949" y="1158831"/>
                  </a:lnTo>
                  <a:lnTo>
                    <a:pt x="23096" y="1156255"/>
                  </a:lnTo>
                  <a:lnTo>
                    <a:pt x="18604" y="1153680"/>
                  </a:lnTo>
                  <a:lnTo>
                    <a:pt x="14494" y="1151105"/>
                  </a:lnTo>
                  <a:lnTo>
                    <a:pt x="11004" y="1148530"/>
                  </a:lnTo>
                  <a:lnTo>
                    <a:pt x="7930" y="1145955"/>
                  </a:lnTo>
                  <a:lnTo>
                    <a:pt x="5280" y="1143380"/>
                  </a:lnTo>
                  <a:lnTo>
                    <a:pt x="3159" y="1140804"/>
                  </a:lnTo>
                  <a:lnTo>
                    <a:pt x="1652" y="1138229"/>
                  </a:lnTo>
                  <a:lnTo>
                    <a:pt x="598" y="1135654"/>
                  </a:lnTo>
                  <a:lnTo>
                    <a:pt x="0" y="1133079"/>
                  </a:lnTo>
                  <a:lnTo>
                    <a:pt x="18" y="1132037"/>
                  </a:lnTo>
                  <a:lnTo>
                    <a:pt x="45" y="1130504"/>
                  </a:lnTo>
                  <a:lnTo>
                    <a:pt x="635" y="1127928"/>
                  </a:lnTo>
                  <a:lnTo>
                    <a:pt x="1679" y="1125353"/>
                  </a:lnTo>
                  <a:lnTo>
                    <a:pt x="3174" y="1122778"/>
                  </a:lnTo>
                  <a:lnTo>
                    <a:pt x="5373" y="1120203"/>
                  </a:lnTo>
                  <a:lnTo>
                    <a:pt x="7999" y="1117628"/>
                  </a:lnTo>
                  <a:lnTo>
                    <a:pt x="11044" y="1115053"/>
                  </a:lnTo>
                  <a:lnTo>
                    <a:pt x="14575" y="1112477"/>
                  </a:lnTo>
                  <a:lnTo>
                    <a:pt x="18647" y="1109902"/>
                  </a:lnTo>
                  <a:lnTo>
                    <a:pt x="23083" y="1107327"/>
                  </a:lnTo>
                  <a:lnTo>
                    <a:pt x="27872" y="1104752"/>
                  </a:lnTo>
                  <a:lnTo>
                    <a:pt x="33114" y="1102177"/>
                  </a:lnTo>
                  <a:lnTo>
                    <a:pt x="38719" y="1099601"/>
                  </a:lnTo>
                  <a:lnTo>
                    <a:pt x="44600" y="1097026"/>
                  </a:lnTo>
                  <a:lnTo>
                    <a:pt x="50743" y="1094451"/>
                  </a:lnTo>
                  <a:lnTo>
                    <a:pt x="57240" y="1091876"/>
                  </a:lnTo>
                  <a:lnTo>
                    <a:pt x="63933" y="1089301"/>
                  </a:lnTo>
                  <a:lnTo>
                    <a:pt x="70798" y="1086726"/>
                  </a:lnTo>
                  <a:lnTo>
                    <a:pt x="77838" y="1084150"/>
                  </a:lnTo>
                  <a:lnTo>
                    <a:pt x="85039" y="1081575"/>
                  </a:lnTo>
                  <a:lnTo>
                    <a:pt x="92321" y="1079000"/>
                  </a:lnTo>
                  <a:lnTo>
                    <a:pt x="99667" y="1076425"/>
                  </a:lnTo>
                  <a:lnTo>
                    <a:pt x="107062" y="1073850"/>
                  </a:lnTo>
                  <a:lnTo>
                    <a:pt x="114456" y="1071275"/>
                  </a:lnTo>
                  <a:lnTo>
                    <a:pt x="121827" y="1068699"/>
                  </a:lnTo>
                  <a:lnTo>
                    <a:pt x="129159" y="1066124"/>
                  </a:lnTo>
                  <a:lnTo>
                    <a:pt x="136385" y="1063549"/>
                  </a:lnTo>
                  <a:lnTo>
                    <a:pt x="143504" y="1060974"/>
                  </a:lnTo>
                  <a:lnTo>
                    <a:pt x="150507" y="1058399"/>
                  </a:lnTo>
                  <a:lnTo>
                    <a:pt x="157364" y="1055823"/>
                  </a:lnTo>
                  <a:lnTo>
                    <a:pt x="163990" y="1053248"/>
                  </a:lnTo>
                  <a:lnTo>
                    <a:pt x="170437" y="1050673"/>
                  </a:lnTo>
                  <a:lnTo>
                    <a:pt x="176696" y="1048098"/>
                  </a:lnTo>
                  <a:lnTo>
                    <a:pt x="182688" y="1045523"/>
                  </a:lnTo>
                  <a:lnTo>
                    <a:pt x="188395" y="1042948"/>
                  </a:lnTo>
                  <a:lnTo>
                    <a:pt x="193867" y="1040372"/>
                  </a:lnTo>
                  <a:lnTo>
                    <a:pt x="199100" y="1037797"/>
                  </a:lnTo>
                  <a:lnTo>
                    <a:pt x="203952" y="1035222"/>
                  </a:lnTo>
                  <a:lnTo>
                    <a:pt x="208516" y="1032647"/>
                  </a:lnTo>
                  <a:lnTo>
                    <a:pt x="212812" y="1030072"/>
                  </a:lnTo>
                  <a:lnTo>
                    <a:pt x="216808" y="1027496"/>
                  </a:lnTo>
                  <a:lnTo>
                    <a:pt x="220385" y="1024921"/>
                  </a:lnTo>
                  <a:lnTo>
                    <a:pt x="223679" y="1022346"/>
                  </a:lnTo>
                  <a:lnTo>
                    <a:pt x="226688" y="1019771"/>
                  </a:lnTo>
                  <a:lnTo>
                    <a:pt x="229330" y="1017196"/>
                  </a:lnTo>
                  <a:lnTo>
                    <a:pt x="231595" y="1014621"/>
                  </a:lnTo>
                  <a:lnTo>
                    <a:pt x="233575" y="1012045"/>
                  </a:lnTo>
                  <a:lnTo>
                    <a:pt x="235268" y="1009470"/>
                  </a:lnTo>
                  <a:lnTo>
                    <a:pt x="236545" y="1006895"/>
                  </a:lnTo>
                  <a:lnTo>
                    <a:pt x="237509" y="1004320"/>
                  </a:lnTo>
                  <a:lnTo>
                    <a:pt x="238196" y="1001745"/>
                  </a:lnTo>
                  <a:lnTo>
                    <a:pt x="238591" y="999169"/>
                  </a:lnTo>
                  <a:lnTo>
                    <a:pt x="238576" y="996594"/>
                  </a:lnTo>
                  <a:lnTo>
                    <a:pt x="238301" y="994019"/>
                  </a:lnTo>
                  <a:lnTo>
                    <a:pt x="237768" y="991444"/>
                  </a:lnTo>
                  <a:lnTo>
                    <a:pt x="236918" y="988869"/>
                  </a:lnTo>
                  <a:lnTo>
                    <a:pt x="235742" y="986294"/>
                  </a:lnTo>
                  <a:lnTo>
                    <a:pt x="234329" y="983718"/>
                  </a:lnTo>
                  <a:lnTo>
                    <a:pt x="232684" y="981143"/>
                  </a:lnTo>
                  <a:lnTo>
                    <a:pt x="230716" y="978568"/>
                  </a:lnTo>
                  <a:lnTo>
                    <a:pt x="228502" y="975993"/>
                  </a:lnTo>
                  <a:lnTo>
                    <a:pt x="226081" y="973418"/>
                  </a:lnTo>
                  <a:lnTo>
                    <a:pt x="223450" y="970842"/>
                  </a:lnTo>
                  <a:lnTo>
                    <a:pt x="220523" y="968267"/>
                  </a:lnTo>
                  <a:lnTo>
                    <a:pt x="217417" y="965692"/>
                  </a:lnTo>
                  <a:lnTo>
                    <a:pt x="214137" y="963117"/>
                  </a:lnTo>
                  <a:lnTo>
                    <a:pt x="210655" y="960542"/>
                  </a:lnTo>
                  <a:lnTo>
                    <a:pt x="206962" y="957967"/>
                  </a:lnTo>
                  <a:lnTo>
                    <a:pt x="203127" y="955391"/>
                  </a:lnTo>
                  <a:lnTo>
                    <a:pt x="199154" y="952816"/>
                  </a:lnTo>
                  <a:lnTo>
                    <a:pt x="195003" y="950241"/>
                  </a:lnTo>
                  <a:lnTo>
                    <a:pt x="190718" y="947666"/>
                  </a:lnTo>
                  <a:lnTo>
                    <a:pt x="186330" y="945091"/>
                  </a:lnTo>
                  <a:lnTo>
                    <a:pt x="181842" y="942515"/>
                  </a:lnTo>
                  <a:lnTo>
                    <a:pt x="177220" y="939940"/>
                  </a:lnTo>
                  <a:lnTo>
                    <a:pt x="172528" y="937365"/>
                  </a:lnTo>
                  <a:lnTo>
                    <a:pt x="167771" y="934790"/>
                  </a:lnTo>
                  <a:lnTo>
                    <a:pt x="162948" y="932215"/>
                  </a:lnTo>
                  <a:lnTo>
                    <a:pt x="158067" y="929640"/>
                  </a:lnTo>
                  <a:lnTo>
                    <a:pt x="153155" y="927064"/>
                  </a:lnTo>
                  <a:lnTo>
                    <a:pt x="148219" y="924489"/>
                  </a:lnTo>
                  <a:lnTo>
                    <a:pt x="143265" y="921914"/>
                  </a:lnTo>
                  <a:lnTo>
                    <a:pt x="138311" y="919339"/>
                  </a:lnTo>
                  <a:lnTo>
                    <a:pt x="133365" y="916764"/>
                  </a:lnTo>
                  <a:lnTo>
                    <a:pt x="128434" y="914189"/>
                  </a:lnTo>
                  <a:lnTo>
                    <a:pt x="123544" y="911613"/>
                  </a:lnTo>
                  <a:lnTo>
                    <a:pt x="118694" y="909038"/>
                  </a:lnTo>
                  <a:lnTo>
                    <a:pt x="113888" y="906463"/>
                  </a:lnTo>
                  <a:lnTo>
                    <a:pt x="109140" y="903888"/>
                  </a:lnTo>
                  <a:lnTo>
                    <a:pt x="104480" y="901313"/>
                  </a:lnTo>
                  <a:lnTo>
                    <a:pt x="99890" y="898737"/>
                  </a:lnTo>
                  <a:lnTo>
                    <a:pt x="95373" y="896162"/>
                  </a:lnTo>
                  <a:lnTo>
                    <a:pt x="90964" y="893587"/>
                  </a:lnTo>
                  <a:lnTo>
                    <a:pt x="86666" y="891012"/>
                  </a:lnTo>
                  <a:lnTo>
                    <a:pt x="82461" y="888437"/>
                  </a:lnTo>
                  <a:lnTo>
                    <a:pt x="78351" y="885862"/>
                  </a:lnTo>
                  <a:lnTo>
                    <a:pt x="74398" y="883286"/>
                  </a:lnTo>
                  <a:lnTo>
                    <a:pt x="70558" y="880711"/>
                  </a:lnTo>
                  <a:lnTo>
                    <a:pt x="66825" y="878136"/>
                  </a:lnTo>
                  <a:lnTo>
                    <a:pt x="63218" y="875561"/>
                  </a:lnTo>
                  <a:lnTo>
                    <a:pt x="59775" y="872986"/>
                  </a:lnTo>
                  <a:lnTo>
                    <a:pt x="56447" y="870410"/>
                  </a:lnTo>
                  <a:lnTo>
                    <a:pt x="53234" y="867835"/>
                  </a:lnTo>
                  <a:lnTo>
                    <a:pt x="50173" y="865260"/>
                  </a:lnTo>
                  <a:lnTo>
                    <a:pt x="47258" y="862685"/>
                  </a:lnTo>
                  <a:lnTo>
                    <a:pt x="44457" y="860110"/>
                  </a:lnTo>
                  <a:lnTo>
                    <a:pt x="41769" y="857535"/>
                  </a:lnTo>
                  <a:lnTo>
                    <a:pt x="39250" y="854959"/>
                  </a:lnTo>
                  <a:lnTo>
                    <a:pt x="36847" y="852384"/>
                  </a:lnTo>
                  <a:lnTo>
                    <a:pt x="34552" y="849809"/>
                  </a:lnTo>
                  <a:lnTo>
                    <a:pt x="32371" y="847234"/>
                  </a:lnTo>
                  <a:lnTo>
                    <a:pt x="30341" y="844659"/>
                  </a:lnTo>
                  <a:lnTo>
                    <a:pt x="28407" y="842083"/>
                  </a:lnTo>
                  <a:lnTo>
                    <a:pt x="26568" y="839508"/>
                  </a:lnTo>
                  <a:lnTo>
                    <a:pt x="24846" y="836933"/>
                  </a:lnTo>
                  <a:lnTo>
                    <a:pt x="23236" y="834358"/>
                  </a:lnTo>
                  <a:lnTo>
                    <a:pt x="21708" y="831783"/>
                  </a:lnTo>
                  <a:lnTo>
                    <a:pt x="20260" y="829208"/>
                  </a:lnTo>
                  <a:lnTo>
                    <a:pt x="18924" y="826632"/>
                  </a:lnTo>
                  <a:lnTo>
                    <a:pt x="17667" y="824057"/>
                  </a:lnTo>
                  <a:lnTo>
                    <a:pt x="16477" y="821482"/>
                  </a:lnTo>
                  <a:lnTo>
                    <a:pt x="15357" y="818907"/>
                  </a:lnTo>
                  <a:lnTo>
                    <a:pt x="14330" y="816332"/>
                  </a:lnTo>
                  <a:lnTo>
                    <a:pt x="13360" y="813756"/>
                  </a:lnTo>
                  <a:lnTo>
                    <a:pt x="12445" y="811181"/>
                  </a:lnTo>
                  <a:lnTo>
                    <a:pt x="11597" y="808606"/>
                  </a:lnTo>
                  <a:lnTo>
                    <a:pt x="10815" y="806031"/>
                  </a:lnTo>
                  <a:lnTo>
                    <a:pt x="10079" y="803456"/>
                  </a:lnTo>
                  <a:lnTo>
                    <a:pt x="9391" y="800881"/>
                  </a:lnTo>
                  <a:lnTo>
                    <a:pt x="8766" y="798305"/>
                  </a:lnTo>
                  <a:lnTo>
                    <a:pt x="8189" y="795730"/>
                  </a:lnTo>
                  <a:lnTo>
                    <a:pt x="7654" y="793155"/>
                  </a:lnTo>
                  <a:lnTo>
                    <a:pt x="7362" y="791626"/>
                  </a:lnTo>
                  <a:lnTo>
                    <a:pt x="7162" y="790580"/>
                  </a:lnTo>
                  <a:lnTo>
                    <a:pt x="6733" y="788005"/>
                  </a:lnTo>
                  <a:lnTo>
                    <a:pt x="6343" y="785429"/>
                  </a:lnTo>
                  <a:lnTo>
                    <a:pt x="5993" y="782854"/>
                  </a:lnTo>
                  <a:lnTo>
                    <a:pt x="5692" y="780279"/>
                  </a:lnTo>
                  <a:lnTo>
                    <a:pt x="5447" y="777704"/>
                  </a:lnTo>
                  <a:lnTo>
                    <a:pt x="5241" y="775129"/>
                  </a:lnTo>
                  <a:lnTo>
                    <a:pt x="5077" y="772554"/>
                  </a:lnTo>
                  <a:lnTo>
                    <a:pt x="4973" y="769978"/>
                  </a:lnTo>
                  <a:lnTo>
                    <a:pt x="4918" y="767403"/>
                  </a:lnTo>
                  <a:lnTo>
                    <a:pt x="4908" y="764828"/>
                  </a:lnTo>
                  <a:lnTo>
                    <a:pt x="4942" y="762253"/>
                  </a:lnTo>
                  <a:lnTo>
                    <a:pt x="5047" y="759678"/>
                  </a:lnTo>
                  <a:lnTo>
                    <a:pt x="5200" y="757103"/>
                  </a:lnTo>
                  <a:lnTo>
                    <a:pt x="5399" y="754527"/>
                  </a:lnTo>
                  <a:lnTo>
                    <a:pt x="5655" y="751952"/>
                  </a:lnTo>
                  <a:lnTo>
                    <a:pt x="5978" y="749377"/>
                  </a:lnTo>
                  <a:lnTo>
                    <a:pt x="6351" y="746802"/>
                  </a:lnTo>
                  <a:lnTo>
                    <a:pt x="6773" y="744227"/>
                  </a:lnTo>
                  <a:lnTo>
                    <a:pt x="7263" y="741651"/>
                  </a:lnTo>
                  <a:lnTo>
                    <a:pt x="7814" y="739076"/>
                  </a:lnTo>
                  <a:lnTo>
                    <a:pt x="8415" y="736501"/>
                  </a:lnTo>
                  <a:lnTo>
                    <a:pt x="9065" y="733926"/>
                  </a:lnTo>
                  <a:lnTo>
                    <a:pt x="9794" y="731351"/>
                  </a:lnTo>
                  <a:lnTo>
                    <a:pt x="10572" y="728776"/>
                  </a:lnTo>
                  <a:lnTo>
                    <a:pt x="11398" y="726200"/>
                  </a:lnTo>
                  <a:lnTo>
                    <a:pt x="12280" y="723625"/>
                  </a:lnTo>
                  <a:lnTo>
                    <a:pt x="13228" y="721050"/>
                  </a:lnTo>
                  <a:lnTo>
                    <a:pt x="14221" y="718475"/>
                  </a:lnTo>
                  <a:lnTo>
                    <a:pt x="15259" y="715900"/>
                  </a:lnTo>
                  <a:lnTo>
                    <a:pt x="16355" y="713324"/>
                  </a:lnTo>
                  <a:lnTo>
                    <a:pt x="17502" y="710749"/>
                  </a:lnTo>
                  <a:lnTo>
                    <a:pt x="18688" y="708174"/>
                  </a:lnTo>
                  <a:lnTo>
                    <a:pt x="19914" y="705599"/>
                  </a:lnTo>
                  <a:lnTo>
                    <a:pt x="21196" y="703024"/>
                  </a:lnTo>
                  <a:lnTo>
                    <a:pt x="22513" y="700449"/>
                  </a:lnTo>
                  <a:lnTo>
                    <a:pt x="23864" y="697873"/>
                  </a:lnTo>
                  <a:lnTo>
                    <a:pt x="25251" y="695298"/>
                  </a:lnTo>
                  <a:lnTo>
                    <a:pt x="26680" y="692723"/>
                  </a:lnTo>
                  <a:lnTo>
                    <a:pt x="28136" y="690148"/>
                  </a:lnTo>
                  <a:lnTo>
                    <a:pt x="29619" y="687573"/>
                  </a:lnTo>
                  <a:lnTo>
                    <a:pt x="31133" y="684997"/>
                  </a:lnTo>
                  <a:lnTo>
                    <a:pt x="32676" y="682422"/>
                  </a:lnTo>
                  <a:lnTo>
                    <a:pt x="34239" y="679847"/>
                  </a:lnTo>
                  <a:lnTo>
                    <a:pt x="35822" y="677272"/>
                  </a:lnTo>
                  <a:lnTo>
                    <a:pt x="37432" y="674697"/>
                  </a:lnTo>
                  <a:lnTo>
                    <a:pt x="39059" y="672122"/>
                  </a:lnTo>
                  <a:lnTo>
                    <a:pt x="40701" y="669546"/>
                  </a:lnTo>
                  <a:lnTo>
                    <a:pt x="42359" y="666971"/>
                  </a:lnTo>
                  <a:lnTo>
                    <a:pt x="44035" y="664396"/>
                  </a:lnTo>
                  <a:lnTo>
                    <a:pt x="45724" y="661821"/>
                  </a:lnTo>
                  <a:lnTo>
                    <a:pt x="47423" y="659246"/>
                  </a:lnTo>
                  <a:lnTo>
                    <a:pt x="49136" y="656670"/>
                  </a:lnTo>
                  <a:lnTo>
                    <a:pt x="50861" y="654095"/>
                  </a:lnTo>
                  <a:lnTo>
                    <a:pt x="52594" y="651520"/>
                  </a:lnTo>
                  <a:lnTo>
                    <a:pt x="54336" y="648945"/>
                  </a:lnTo>
                  <a:lnTo>
                    <a:pt x="55105" y="647816"/>
                  </a:lnTo>
                  <a:lnTo>
                    <a:pt x="56090" y="646370"/>
                  </a:lnTo>
                  <a:lnTo>
                    <a:pt x="57852" y="643795"/>
                  </a:lnTo>
                  <a:lnTo>
                    <a:pt x="59622" y="641219"/>
                  </a:lnTo>
                  <a:lnTo>
                    <a:pt x="61399" y="638644"/>
                  </a:lnTo>
                  <a:lnTo>
                    <a:pt x="63187" y="636069"/>
                  </a:lnTo>
                  <a:lnTo>
                    <a:pt x="64982" y="633494"/>
                  </a:lnTo>
                  <a:lnTo>
                    <a:pt x="66784" y="630919"/>
                  </a:lnTo>
                  <a:lnTo>
                    <a:pt x="68595" y="628343"/>
                  </a:lnTo>
                  <a:lnTo>
                    <a:pt x="70415" y="625768"/>
                  </a:lnTo>
                  <a:lnTo>
                    <a:pt x="72242" y="623193"/>
                  </a:lnTo>
                  <a:lnTo>
                    <a:pt x="74076" y="620618"/>
                  </a:lnTo>
                  <a:lnTo>
                    <a:pt x="75920" y="618043"/>
                  </a:lnTo>
                  <a:lnTo>
                    <a:pt x="77774" y="615468"/>
                  </a:lnTo>
                  <a:lnTo>
                    <a:pt x="79634" y="612892"/>
                  </a:lnTo>
                  <a:lnTo>
                    <a:pt x="81503" y="610317"/>
                  </a:lnTo>
                  <a:lnTo>
                    <a:pt x="83384" y="607742"/>
                  </a:lnTo>
                  <a:lnTo>
                    <a:pt x="85272" y="605167"/>
                  </a:lnTo>
                  <a:lnTo>
                    <a:pt x="87169" y="602592"/>
                  </a:lnTo>
                  <a:lnTo>
                    <a:pt x="89075" y="600017"/>
                  </a:lnTo>
                  <a:lnTo>
                    <a:pt x="90993" y="597441"/>
                  </a:lnTo>
                  <a:lnTo>
                    <a:pt x="92918" y="594866"/>
                  </a:lnTo>
                  <a:lnTo>
                    <a:pt x="94852" y="592291"/>
                  </a:lnTo>
                  <a:lnTo>
                    <a:pt x="96797" y="589716"/>
                  </a:lnTo>
                  <a:lnTo>
                    <a:pt x="98752" y="587141"/>
                  </a:lnTo>
                  <a:lnTo>
                    <a:pt x="100715" y="584565"/>
                  </a:lnTo>
                  <a:lnTo>
                    <a:pt x="102685" y="581990"/>
                  </a:lnTo>
                  <a:lnTo>
                    <a:pt x="104668" y="579415"/>
                  </a:lnTo>
                  <a:lnTo>
                    <a:pt x="106659" y="576840"/>
                  </a:lnTo>
                  <a:lnTo>
                    <a:pt x="108657" y="574265"/>
                  </a:lnTo>
                  <a:lnTo>
                    <a:pt x="110663" y="571690"/>
                  </a:lnTo>
                  <a:lnTo>
                    <a:pt x="112680" y="569114"/>
                  </a:lnTo>
                  <a:lnTo>
                    <a:pt x="114703" y="566539"/>
                  </a:lnTo>
                  <a:lnTo>
                    <a:pt x="116732" y="563964"/>
                  </a:lnTo>
                  <a:lnTo>
                    <a:pt x="118771" y="561389"/>
                  </a:lnTo>
                  <a:lnTo>
                    <a:pt x="120816" y="558814"/>
                  </a:lnTo>
                  <a:lnTo>
                    <a:pt x="122866" y="556238"/>
                  </a:lnTo>
                  <a:lnTo>
                    <a:pt x="124922" y="553663"/>
                  </a:lnTo>
                  <a:lnTo>
                    <a:pt x="126985" y="551088"/>
                  </a:lnTo>
                  <a:lnTo>
                    <a:pt x="129053" y="548513"/>
                  </a:lnTo>
                  <a:lnTo>
                    <a:pt x="131125" y="545938"/>
                  </a:lnTo>
                  <a:lnTo>
                    <a:pt x="133201" y="543363"/>
                  </a:lnTo>
                  <a:lnTo>
                    <a:pt x="135282" y="540787"/>
                  </a:lnTo>
                  <a:lnTo>
                    <a:pt x="137365" y="538212"/>
                  </a:lnTo>
                  <a:lnTo>
                    <a:pt x="139451" y="535637"/>
                  </a:lnTo>
                  <a:lnTo>
                    <a:pt x="141539" y="533062"/>
                  </a:lnTo>
                  <a:lnTo>
                    <a:pt x="143629" y="530487"/>
                  </a:lnTo>
                  <a:lnTo>
                    <a:pt x="145721" y="527911"/>
                  </a:lnTo>
                  <a:lnTo>
                    <a:pt x="147813" y="525336"/>
                  </a:lnTo>
                  <a:lnTo>
                    <a:pt x="149905" y="522761"/>
                  </a:lnTo>
                  <a:lnTo>
                    <a:pt x="151998" y="520186"/>
                  </a:lnTo>
                  <a:lnTo>
                    <a:pt x="154089" y="517611"/>
                  </a:lnTo>
                  <a:lnTo>
                    <a:pt x="156180" y="515036"/>
                  </a:lnTo>
                  <a:lnTo>
                    <a:pt x="158269" y="512460"/>
                  </a:lnTo>
                  <a:lnTo>
                    <a:pt x="160356" y="509885"/>
                  </a:lnTo>
                  <a:lnTo>
                    <a:pt x="162441" y="507310"/>
                  </a:lnTo>
                  <a:lnTo>
                    <a:pt x="164523" y="504735"/>
                  </a:lnTo>
                  <a:lnTo>
                    <a:pt x="166601" y="502160"/>
                  </a:lnTo>
                  <a:lnTo>
                    <a:pt x="168676" y="499584"/>
                  </a:lnTo>
                  <a:lnTo>
                    <a:pt x="170748" y="497009"/>
                  </a:lnTo>
                  <a:lnTo>
                    <a:pt x="172814" y="494434"/>
                  </a:lnTo>
                  <a:lnTo>
                    <a:pt x="174875" y="491859"/>
                  </a:lnTo>
                  <a:lnTo>
                    <a:pt x="176933" y="489284"/>
                  </a:lnTo>
                  <a:lnTo>
                    <a:pt x="178985" y="486709"/>
                  </a:lnTo>
                  <a:lnTo>
                    <a:pt x="181030" y="484133"/>
                  </a:lnTo>
                  <a:lnTo>
                    <a:pt x="183070" y="481558"/>
                  </a:lnTo>
                  <a:lnTo>
                    <a:pt x="185104" y="478983"/>
                  </a:lnTo>
                  <a:lnTo>
                    <a:pt x="187131" y="476408"/>
                  </a:lnTo>
                  <a:lnTo>
                    <a:pt x="189151" y="473833"/>
                  </a:lnTo>
                  <a:lnTo>
                    <a:pt x="191164" y="471257"/>
                  </a:lnTo>
                  <a:lnTo>
                    <a:pt x="193171" y="468682"/>
                  </a:lnTo>
                  <a:lnTo>
                    <a:pt x="195168" y="466107"/>
                  </a:lnTo>
                  <a:lnTo>
                    <a:pt x="197158" y="463532"/>
                  </a:lnTo>
                  <a:lnTo>
                    <a:pt x="199141" y="460957"/>
                  </a:lnTo>
                  <a:lnTo>
                    <a:pt x="201115" y="458382"/>
                  </a:lnTo>
                  <a:lnTo>
                    <a:pt x="203079" y="455806"/>
                  </a:lnTo>
                  <a:lnTo>
                    <a:pt x="205034" y="453231"/>
                  </a:lnTo>
                  <a:lnTo>
                    <a:pt x="206981" y="450656"/>
                  </a:lnTo>
                  <a:lnTo>
                    <a:pt x="208917" y="448081"/>
                  </a:lnTo>
                  <a:lnTo>
                    <a:pt x="210842" y="445506"/>
                  </a:lnTo>
                  <a:lnTo>
                    <a:pt x="212757" y="442931"/>
                  </a:lnTo>
                  <a:lnTo>
                    <a:pt x="214663" y="440355"/>
                  </a:lnTo>
                  <a:lnTo>
                    <a:pt x="216554" y="437780"/>
                  </a:lnTo>
                  <a:lnTo>
                    <a:pt x="218433" y="435205"/>
                  </a:lnTo>
                  <a:lnTo>
                    <a:pt x="220301" y="432630"/>
                  </a:lnTo>
                  <a:lnTo>
                    <a:pt x="222157" y="430055"/>
                  </a:lnTo>
                  <a:lnTo>
                    <a:pt x="223995" y="427479"/>
                  </a:lnTo>
                  <a:lnTo>
                    <a:pt x="225820" y="424904"/>
                  </a:lnTo>
                  <a:lnTo>
                    <a:pt x="227631" y="422329"/>
                  </a:lnTo>
                  <a:lnTo>
                    <a:pt x="229425" y="419754"/>
                  </a:lnTo>
                  <a:lnTo>
                    <a:pt x="231199" y="417179"/>
                  </a:lnTo>
                  <a:lnTo>
                    <a:pt x="232958" y="414604"/>
                  </a:lnTo>
                  <a:lnTo>
                    <a:pt x="234701" y="412028"/>
                  </a:lnTo>
                  <a:lnTo>
                    <a:pt x="236419" y="409453"/>
                  </a:lnTo>
                  <a:lnTo>
                    <a:pt x="238117" y="406878"/>
                  </a:lnTo>
                  <a:lnTo>
                    <a:pt x="239796" y="404303"/>
                  </a:lnTo>
                  <a:lnTo>
                    <a:pt x="241456" y="401728"/>
                  </a:lnTo>
                  <a:lnTo>
                    <a:pt x="243083" y="399152"/>
                  </a:lnTo>
                  <a:lnTo>
                    <a:pt x="244690" y="396577"/>
                  </a:lnTo>
                  <a:lnTo>
                    <a:pt x="246274" y="394002"/>
                  </a:lnTo>
                  <a:lnTo>
                    <a:pt x="247831" y="391427"/>
                  </a:lnTo>
                  <a:lnTo>
                    <a:pt x="249356" y="388852"/>
                  </a:lnTo>
                  <a:lnTo>
                    <a:pt x="250855" y="386277"/>
                  </a:lnTo>
                  <a:lnTo>
                    <a:pt x="252330" y="383701"/>
                  </a:lnTo>
                  <a:lnTo>
                    <a:pt x="253769" y="381126"/>
                  </a:lnTo>
                  <a:lnTo>
                    <a:pt x="255175" y="378551"/>
                  </a:lnTo>
                  <a:lnTo>
                    <a:pt x="256554" y="375976"/>
                  </a:lnTo>
                  <a:lnTo>
                    <a:pt x="257906" y="373401"/>
                  </a:lnTo>
                  <a:lnTo>
                    <a:pt x="259212" y="370825"/>
                  </a:lnTo>
                  <a:lnTo>
                    <a:pt x="260488" y="368250"/>
                  </a:lnTo>
                  <a:lnTo>
                    <a:pt x="261736" y="365675"/>
                  </a:lnTo>
                  <a:lnTo>
                    <a:pt x="262948" y="363100"/>
                  </a:lnTo>
                  <a:lnTo>
                    <a:pt x="264117" y="360525"/>
                  </a:lnTo>
                  <a:lnTo>
                    <a:pt x="265257" y="357950"/>
                  </a:lnTo>
                  <a:lnTo>
                    <a:pt x="266366" y="355374"/>
                  </a:lnTo>
                  <a:lnTo>
                    <a:pt x="267433" y="352799"/>
                  </a:lnTo>
                  <a:lnTo>
                    <a:pt x="268463" y="350224"/>
                  </a:lnTo>
                  <a:lnTo>
                    <a:pt x="269462" y="347649"/>
                  </a:lnTo>
                  <a:lnTo>
                    <a:pt x="270432" y="345074"/>
                  </a:lnTo>
                  <a:lnTo>
                    <a:pt x="271355" y="342498"/>
                  </a:lnTo>
                  <a:lnTo>
                    <a:pt x="272247" y="339923"/>
                  </a:lnTo>
                  <a:lnTo>
                    <a:pt x="273111" y="337348"/>
                  </a:lnTo>
                  <a:lnTo>
                    <a:pt x="273942" y="334773"/>
                  </a:lnTo>
                  <a:lnTo>
                    <a:pt x="274733" y="332198"/>
                  </a:lnTo>
                  <a:lnTo>
                    <a:pt x="275497" y="329623"/>
                  </a:lnTo>
                  <a:lnTo>
                    <a:pt x="276234" y="327047"/>
                  </a:lnTo>
                  <a:lnTo>
                    <a:pt x="276936" y="324472"/>
                  </a:lnTo>
                  <a:lnTo>
                    <a:pt x="277608" y="321897"/>
                  </a:lnTo>
                  <a:lnTo>
                    <a:pt x="278256" y="319322"/>
                  </a:lnTo>
                  <a:lnTo>
                    <a:pt x="278881" y="316747"/>
                  </a:lnTo>
                  <a:lnTo>
                    <a:pt x="279472" y="314171"/>
                  </a:lnTo>
                  <a:lnTo>
                    <a:pt x="280041" y="311596"/>
                  </a:lnTo>
                  <a:lnTo>
                    <a:pt x="280590" y="309021"/>
                  </a:lnTo>
                  <a:lnTo>
                    <a:pt x="281118" y="306446"/>
                  </a:lnTo>
                  <a:lnTo>
                    <a:pt x="281619" y="303871"/>
                  </a:lnTo>
                  <a:lnTo>
                    <a:pt x="282103" y="301296"/>
                  </a:lnTo>
                  <a:lnTo>
                    <a:pt x="282571" y="298720"/>
                  </a:lnTo>
                  <a:lnTo>
                    <a:pt x="283019" y="296145"/>
                  </a:lnTo>
                  <a:lnTo>
                    <a:pt x="283450" y="293570"/>
                  </a:lnTo>
                  <a:lnTo>
                    <a:pt x="283868" y="290995"/>
                  </a:lnTo>
                  <a:lnTo>
                    <a:pt x="284273" y="288420"/>
                  </a:lnTo>
                  <a:lnTo>
                    <a:pt x="284662" y="285845"/>
                  </a:lnTo>
                  <a:lnTo>
                    <a:pt x="285039" y="283269"/>
                  </a:lnTo>
                  <a:lnTo>
                    <a:pt x="285407" y="280694"/>
                  </a:lnTo>
                  <a:lnTo>
                    <a:pt x="285766" y="278119"/>
                  </a:lnTo>
                  <a:lnTo>
                    <a:pt x="286113" y="275544"/>
                  </a:lnTo>
                  <a:lnTo>
                    <a:pt x="286452" y="272969"/>
                  </a:lnTo>
                  <a:lnTo>
                    <a:pt x="286785" y="270393"/>
                  </a:lnTo>
                  <a:lnTo>
                    <a:pt x="287111" y="267818"/>
                  </a:lnTo>
                  <a:lnTo>
                    <a:pt x="287430" y="265243"/>
                  </a:lnTo>
                  <a:lnTo>
                    <a:pt x="287744" y="262668"/>
                  </a:lnTo>
                  <a:lnTo>
                    <a:pt x="288053" y="260093"/>
                  </a:lnTo>
                  <a:lnTo>
                    <a:pt x="288357" y="257518"/>
                  </a:lnTo>
                  <a:lnTo>
                    <a:pt x="288658" y="254942"/>
                  </a:lnTo>
                  <a:lnTo>
                    <a:pt x="288955" y="252367"/>
                  </a:lnTo>
                  <a:lnTo>
                    <a:pt x="289250" y="249792"/>
                  </a:lnTo>
                  <a:lnTo>
                    <a:pt x="289541" y="247217"/>
                  </a:lnTo>
                  <a:lnTo>
                    <a:pt x="289830" y="244642"/>
                  </a:lnTo>
                  <a:lnTo>
                    <a:pt x="290118" y="242066"/>
                  </a:lnTo>
                  <a:lnTo>
                    <a:pt x="290403" y="239491"/>
                  </a:lnTo>
                  <a:lnTo>
                    <a:pt x="290687" y="236916"/>
                  </a:lnTo>
                  <a:lnTo>
                    <a:pt x="290969" y="234341"/>
                  </a:lnTo>
                  <a:lnTo>
                    <a:pt x="291251" y="231766"/>
                  </a:lnTo>
                  <a:lnTo>
                    <a:pt x="291531" y="229191"/>
                  </a:lnTo>
                  <a:lnTo>
                    <a:pt x="291811" y="226615"/>
                  </a:lnTo>
                  <a:lnTo>
                    <a:pt x="292089" y="224040"/>
                  </a:lnTo>
                  <a:lnTo>
                    <a:pt x="292367" y="221465"/>
                  </a:lnTo>
                  <a:lnTo>
                    <a:pt x="292645" y="218890"/>
                  </a:lnTo>
                  <a:lnTo>
                    <a:pt x="292921" y="216315"/>
                  </a:lnTo>
                  <a:lnTo>
                    <a:pt x="293197" y="213739"/>
                  </a:lnTo>
                  <a:lnTo>
                    <a:pt x="293473" y="211164"/>
                  </a:lnTo>
                  <a:lnTo>
                    <a:pt x="293748" y="208589"/>
                  </a:lnTo>
                  <a:lnTo>
                    <a:pt x="294022" y="206014"/>
                  </a:lnTo>
                  <a:lnTo>
                    <a:pt x="294296" y="203439"/>
                  </a:lnTo>
                  <a:lnTo>
                    <a:pt x="294568" y="200864"/>
                  </a:lnTo>
                  <a:lnTo>
                    <a:pt x="294840" y="198288"/>
                  </a:lnTo>
                  <a:lnTo>
                    <a:pt x="295112" y="195713"/>
                  </a:lnTo>
                  <a:lnTo>
                    <a:pt x="295382" y="193138"/>
                  </a:lnTo>
                  <a:lnTo>
                    <a:pt x="295651" y="190563"/>
                  </a:lnTo>
                  <a:lnTo>
                    <a:pt x="295919" y="187988"/>
                  </a:lnTo>
                  <a:lnTo>
                    <a:pt x="296186" y="185412"/>
                  </a:lnTo>
                  <a:lnTo>
                    <a:pt x="296451" y="182837"/>
                  </a:lnTo>
                  <a:lnTo>
                    <a:pt x="296715" y="180262"/>
                  </a:lnTo>
                  <a:lnTo>
                    <a:pt x="296977" y="177687"/>
                  </a:lnTo>
                  <a:lnTo>
                    <a:pt x="297237" y="175112"/>
                  </a:lnTo>
                  <a:lnTo>
                    <a:pt x="297494" y="172537"/>
                  </a:lnTo>
                  <a:lnTo>
                    <a:pt x="297749" y="169961"/>
                  </a:lnTo>
                  <a:lnTo>
                    <a:pt x="298002" y="167386"/>
                  </a:lnTo>
                  <a:lnTo>
                    <a:pt x="298253" y="164811"/>
                  </a:lnTo>
                  <a:lnTo>
                    <a:pt x="298499" y="162236"/>
                  </a:lnTo>
                  <a:lnTo>
                    <a:pt x="298743" y="159661"/>
                  </a:lnTo>
                  <a:lnTo>
                    <a:pt x="298983" y="157085"/>
                  </a:lnTo>
                  <a:lnTo>
                    <a:pt x="299220" y="154510"/>
                  </a:lnTo>
                  <a:lnTo>
                    <a:pt x="299453" y="151935"/>
                  </a:lnTo>
                  <a:lnTo>
                    <a:pt x="299681" y="149360"/>
                  </a:lnTo>
                  <a:lnTo>
                    <a:pt x="299906" y="146785"/>
                  </a:lnTo>
                  <a:lnTo>
                    <a:pt x="300126" y="144210"/>
                  </a:lnTo>
                  <a:lnTo>
                    <a:pt x="300341" y="141634"/>
                  </a:lnTo>
                  <a:lnTo>
                    <a:pt x="300552" y="139059"/>
                  </a:lnTo>
                  <a:lnTo>
                    <a:pt x="300758" y="136484"/>
                  </a:lnTo>
                  <a:lnTo>
                    <a:pt x="300958" y="133909"/>
                  </a:lnTo>
                  <a:lnTo>
                    <a:pt x="301152" y="131334"/>
                  </a:lnTo>
                  <a:lnTo>
                    <a:pt x="301342" y="128759"/>
                  </a:lnTo>
                  <a:lnTo>
                    <a:pt x="301526" y="126183"/>
                  </a:lnTo>
                  <a:lnTo>
                    <a:pt x="301703" y="123608"/>
                  </a:lnTo>
                  <a:lnTo>
                    <a:pt x="301876" y="121033"/>
                  </a:lnTo>
                  <a:lnTo>
                    <a:pt x="302043" y="118458"/>
                  </a:lnTo>
                  <a:lnTo>
                    <a:pt x="302203" y="115883"/>
                  </a:lnTo>
                  <a:lnTo>
                    <a:pt x="302357" y="113307"/>
                  </a:lnTo>
                  <a:lnTo>
                    <a:pt x="302505" y="110732"/>
                  </a:lnTo>
                  <a:lnTo>
                    <a:pt x="302649" y="108157"/>
                  </a:lnTo>
                  <a:lnTo>
                    <a:pt x="302785" y="105582"/>
                  </a:lnTo>
                  <a:lnTo>
                    <a:pt x="302915" y="103007"/>
                  </a:lnTo>
                  <a:lnTo>
                    <a:pt x="303040" y="100432"/>
                  </a:lnTo>
                  <a:lnTo>
                    <a:pt x="303159" y="97856"/>
                  </a:lnTo>
                  <a:lnTo>
                    <a:pt x="303271" y="95281"/>
                  </a:lnTo>
                  <a:lnTo>
                    <a:pt x="303379" y="92706"/>
                  </a:lnTo>
                  <a:lnTo>
                    <a:pt x="303481" y="90131"/>
                  </a:lnTo>
                  <a:lnTo>
                    <a:pt x="303578" y="87556"/>
                  </a:lnTo>
                  <a:lnTo>
                    <a:pt x="303668" y="84980"/>
                  </a:lnTo>
                  <a:lnTo>
                    <a:pt x="303754" y="82405"/>
                  </a:lnTo>
                  <a:lnTo>
                    <a:pt x="303836" y="79830"/>
                  </a:lnTo>
                  <a:lnTo>
                    <a:pt x="303911" y="77255"/>
                  </a:lnTo>
                  <a:lnTo>
                    <a:pt x="303982" y="74680"/>
                  </a:lnTo>
                  <a:lnTo>
                    <a:pt x="304050" y="72105"/>
                  </a:lnTo>
                  <a:lnTo>
                    <a:pt x="304113" y="69529"/>
                  </a:lnTo>
                  <a:lnTo>
                    <a:pt x="304170" y="66954"/>
                  </a:lnTo>
                  <a:lnTo>
                    <a:pt x="304225" y="64379"/>
                  </a:lnTo>
                  <a:lnTo>
                    <a:pt x="304276" y="61804"/>
                  </a:lnTo>
                  <a:lnTo>
                    <a:pt x="304323" y="59229"/>
                  </a:lnTo>
                  <a:lnTo>
                    <a:pt x="304366" y="56653"/>
                  </a:lnTo>
                  <a:lnTo>
                    <a:pt x="304406" y="54078"/>
                  </a:lnTo>
                  <a:lnTo>
                    <a:pt x="304444" y="51503"/>
                  </a:lnTo>
                  <a:lnTo>
                    <a:pt x="304477" y="48928"/>
                  </a:lnTo>
                  <a:lnTo>
                    <a:pt x="304509" y="46353"/>
                  </a:lnTo>
                  <a:lnTo>
                    <a:pt x="304538" y="43778"/>
                  </a:lnTo>
                  <a:lnTo>
                    <a:pt x="304565" y="41202"/>
                  </a:lnTo>
                  <a:lnTo>
                    <a:pt x="304589" y="38627"/>
                  </a:lnTo>
                  <a:lnTo>
                    <a:pt x="304611" y="36052"/>
                  </a:lnTo>
                  <a:lnTo>
                    <a:pt x="304631" y="33477"/>
                  </a:lnTo>
                  <a:lnTo>
                    <a:pt x="304649" y="30902"/>
                  </a:lnTo>
                  <a:lnTo>
                    <a:pt x="304666" y="28326"/>
                  </a:lnTo>
                  <a:lnTo>
                    <a:pt x="304681" y="25751"/>
                  </a:lnTo>
                  <a:lnTo>
                    <a:pt x="304695" y="23176"/>
                  </a:lnTo>
                  <a:lnTo>
                    <a:pt x="304707" y="20601"/>
                  </a:lnTo>
                  <a:lnTo>
                    <a:pt x="304718" y="18026"/>
                  </a:lnTo>
                  <a:lnTo>
                    <a:pt x="304728" y="15451"/>
                  </a:lnTo>
                  <a:lnTo>
                    <a:pt x="304738" y="12875"/>
                  </a:lnTo>
                  <a:lnTo>
                    <a:pt x="304745" y="10300"/>
                  </a:lnTo>
                  <a:lnTo>
                    <a:pt x="304753" y="7725"/>
                  </a:lnTo>
                  <a:lnTo>
                    <a:pt x="304759" y="5150"/>
                  </a:lnTo>
                  <a:lnTo>
                    <a:pt x="304765" y="2575"/>
                  </a:lnTo>
                  <a:lnTo>
                    <a:pt x="304844" y="0"/>
                  </a:lnTo>
                  <a:lnTo>
                    <a:pt x="304849" y="2575"/>
                  </a:lnTo>
                  <a:lnTo>
                    <a:pt x="304855" y="5150"/>
                  </a:lnTo>
                  <a:lnTo>
                    <a:pt x="304862" y="7725"/>
                  </a:lnTo>
                  <a:lnTo>
                    <a:pt x="304869" y="10300"/>
                  </a:lnTo>
                  <a:lnTo>
                    <a:pt x="304877" y="12875"/>
                  </a:lnTo>
                  <a:lnTo>
                    <a:pt x="304886" y="15451"/>
                  </a:lnTo>
                  <a:lnTo>
                    <a:pt x="304896" y="18026"/>
                  </a:lnTo>
                  <a:lnTo>
                    <a:pt x="304907" y="20601"/>
                  </a:lnTo>
                  <a:lnTo>
                    <a:pt x="304919" y="23176"/>
                  </a:lnTo>
                  <a:lnTo>
                    <a:pt x="304933" y="25751"/>
                  </a:lnTo>
                  <a:lnTo>
                    <a:pt x="304948" y="28326"/>
                  </a:lnTo>
                  <a:lnTo>
                    <a:pt x="304965" y="30902"/>
                  </a:lnTo>
                  <a:lnTo>
                    <a:pt x="304983" y="33477"/>
                  </a:lnTo>
                  <a:lnTo>
                    <a:pt x="305004" y="36052"/>
                  </a:lnTo>
                  <a:lnTo>
                    <a:pt x="305026" y="38627"/>
                  </a:lnTo>
                  <a:lnTo>
                    <a:pt x="305050" y="41202"/>
                  </a:lnTo>
                  <a:lnTo>
                    <a:pt x="305076" y="43778"/>
                  </a:lnTo>
                  <a:lnTo>
                    <a:pt x="305106" y="46353"/>
                  </a:lnTo>
                  <a:lnTo>
                    <a:pt x="305137" y="48928"/>
                  </a:lnTo>
                  <a:lnTo>
                    <a:pt x="305171" y="51503"/>
                  </a:lnTo>
                  <a:lnTo>
                    <a:pt x="305208" y="54078"/>
                  </a:lnTo>
                  <a:lnTo>
                    <a:pt x="305249" y="56653"/>
                  </a:lnTo>
                  <a:lnTo>
                    <a:pt x="305292" y="59229"/>
                  </a:lnTo>
                  <a:lnTo>
                    <a:pt x="305339" y="61804"/>
                  </a:lnTo>
                  <a:lnTo>
                    <a:pt x="305390" y="64379"/>
                  </a:lnTo>
                  <a:lnTo>
                    <a:pt x="305444" y="66954"/>
                  </a:lnTo>
                  <a:lnTo>
                    <a:pt x="305501" y="69529"/>
                  </a:lnTo>
                  <a:lnTo>
                    <a:pt x="305565" y="72105"/>
                  </a:lnTo>
                  <a:lnTo>
                    <a:pt x="305632" y="74680"/>
                  </a:lnTo>
                  <a:lnTo>
                    <a:pt x="305703" y="77255"/>
                  </a:lnTo>
                  <a:lnTo>
                    <a:pt x="305778" y="79830"/>
                  </a:lnTo>
                  <a:lnTo>
                    <a:pt x="305860" y="82405"/>
                  </a:lnTo>
                  <a:lnTo>
                    <a:pt x="305946" y="84980"/>
                  </a:lnTo>
                  <a:lnTo>
                    <a:pt x="306037" y="87556"/>
                  </a:lnTo>
                  <a:lnTo>
                    <a:pt x="306133" y="90131"/>
                  </a:lnTo>
                  <a:lnTo>
                    <a:pt x="306236" y="92706"/>
                  </a:lnTo>
                  <a:lnTo>
                    <a:pt x="306343" y="95281"/>
                  </a:lnTo>
                  <a:lnTo>
                    <a:pt x="306455" y="97856"/>
                  </a:lnTo>
                  <a:lnTo>
                    <a:pt x="306574" y="100432"/>
                  </a:lnTo>
                  <a:lnTo>
                    <a:pt x="306700" y="103007"/>
                  </a:lnTo>
                  <a:lnTo>
                    <a:pt x="306830" y="105582"/>
                  </a:lnTo>
                  <a:lnTo>
                    <a:pt x="306965" y="108157"/>
                  </a:lnTo>
                  <a:lnTo>
                    <a:pt x="307109" y="110732"/>
                  </a:lnTo>
                  <a:lnTo>
                    <a:pt x="307257" y="113307"/>
                  </a:lnTo>
                  <a:lnTo>
                    <a:pt x="307411" y="115883"/>
                  </a:lnTo>
                  <a:lnTo>
                    <a:pt x="307572" y="118458"/>
                  </a:lnTo>
                  <a:lnTo>
                    <a:pt x="307739" y="121033"/>
                  </a:lnTo>
                  <a:lnTo>
                    <a:pt x="307911" y="123608"/>
                  </a:lnTo>
                  <a:lnTo>
                    <a:pt x="308088" y="126183"/>
                  </a:lnTo>
                  <a:lnTo>
                    <a:pt x="308272" y="128759"/>
                  </a:lnTo>
                  <a:lnTo>
                    <a:pt x="308462" y="131334"/>
                  </a:lnTo>
                  <a:lnTo>
                    <a:pt x="308657" y="133909"/>
                  </a:lnTo>
                  <a:lnTo>
                    <a:pt x="308856" y="136484"/>
                  </a:lnTo>
                  <a:lnTo>
                    <a:pt x="309062" y="139059"/>
                  </a:lnTo>
                  <a:lnTo>
                    <a:pt x="309273" y="141634"/>
                  </a:lnTo>
                  <a:lnTo>
                    <a:pt x="309488" y="144210"/>
                  </a:lnTo>
                  <a:lnTo>
                    <a:pt x="309708" y="146785"/>
                  </a:lnTo>
                  <a:lnTo>
                    <a:pt x="309933" y="149360"/>
                  </a:lnTo>
                  <a:lnTo>
                    <a:pt x="310162" y="151935"/>
                  </a:lnTo>
                  <a:lnTo>
                    <a:pt x="310394" y="154510"/>
                  </a:lnTo>
                  <a:lnTo>
                    <a:pt x="310631" y="157085"/>
                  </a:lnTo>
                  <a:lnTo>
                    <a:pt x="310871" y="159661"/>
                  </a:lnTo>
                  <a:lnTo>
                    <a:pt x="311115" y="162236"/>
                  </a:lnTo>
                  <a:lnTo>
                    <a:pt x="311362" y="164811"/>
                  </a:lnTo>
                  <a:lnTo>
                    <a:pt x="311612" y="167386"/>
                  </a:lnTo>
                  <a:lnTo>
                    <a:pt x="311865" y="169961"/>
                  </a:lnTo>
                  <a:lnTo>
                    <a:pt x="312120" y="172537"/>
                  </a:lnTo>
                  <a:lnTo>
                    <a:pt x="312377" y="175112"/>
                  </a:lnTo>
                  <a:lnTo>
                    <a:pt x="312638" y="177687"/>
                  </a:lnTo>
                  <a:lnTo>
                    <a:pt x="312899" y="180262"/>
                  </a:lnTo>
                  <a:lnTo>
                    <a:pt x="313163" y="182837"/>
                  </a:lnTo>
                  <a:lnTo>
                    <a:pt x="313428" y="185412"/>
                  </a:lnTo>
                  <a:lnTo>
                    <a:pt x="313695" y="187988"/>
                  </a:lnTo>
                  <a:lnTo>
                    <a:pt x="313963" y="190563"/>
                  </a:lnTo>
                  <a:lnTo>
                    <a:pt x="314232" y="193138"/>
                  </a:lnTo>
                  <a:lnTo>
                    <a:pt x="314503" y="195713"/>
                  </a:lnTo>
                  <a:lnTo>
                    <a:pt x="314774" y="198288"/>
                  </a:lnTo>
                  <a:lnTo>
                    <a:pt x="315046" y="200864"/>
                  </a:lnTo>
                  <a:lnTo>
                    <a:pt x="315319" y="203439"/>
                  </a:lnTo>
                  <a:lnTo>
                    <a:pt x="315592" y="206014"/>
                  </a:lnTo>
                  <a:lnTo>
                    <a:pt x="315867" y="208589"/>
                  </a:lnTo>
                  <a:lnTo>
                    <a:pt x="316141" y="211164"/>
                  </a:lnTo>
                  <a:lnTo>
                    <a:pt x="316417" y="213739"/>
                  </a:lnTo>
                  <a:lnTo>
                    <a:pt x="316693" y="216315"/>
                  </a:lnTo>
                  <a:lnTo>
                    <a:pt x="316970" y="218890"/>
                  </a:lnTo>
                  <a:lnTo>
                    <a:pt x="317247" y="221465"/>
                  </a:lnTo>
                  <a:lnTo>
                    <a:pt x="317525" y="224040"/>
                  </a:lnTo>
                  <a:lnTo>
                    <a:pt x="317804" y="226615"/>
                  </a:lnTo>
                  <a:lnTo>
                    <a:pt x="318083" y="229191"/>
                  </a:lnTo>
                  <a:lnTo>
                    <a:pt x="318363" y="231766"/>
                  </a:lnTo>
                  <a:lnTo>
                    <a:pt x="318645" y="234341"/>
                  </a:lnTo>
                  <a:lnTo>
                    <a:pt x="318927" y="236916"/>
                  </a:lnTo>
                  <a:lnTo>
                    <a:pt x="319211" y="239491"/>
                  </a:lnTo>
                  <a:lnTo>
                    <a:pt x="319497" y="242066"/>
                  </a:lnTo>
                  <a:lnTo>
                    <a:pt x="319784" y="244642"/>
                  </a:lnTo>
                  <a:lnTo>
                    <a:pt x="320073" y="247217"/>
                  </a:lnTo>
                  <a:lnTo>
                    <a:pt x="320364" y="249792"/>
                  </a:lnTo>
                  <a:lnTo>
                    <a:pt x="320659" y="252367"/>
                  </a:lnTo>
                  <a:lnTo>
                    <a:pt x="320956" y="254942"/>
                  </a:lnTo>
                  <a:lnTo>
                    <a:pt x="321257" y="257518"/>
                  </a:lnTo>
                  <a:lnTo>
                    <a:pt x="321561" y="260093"/>
                  </a:lnTo>
                  <a:lnTo>
                    <a:pt x="321871" y="262668"/>
                  </a:lnTo>
                  <a:lnTo>
                    <a:pt x="322185" y="265243"/>
                  </a:lnTo>
                  <a:lnTo>
                    <a:pt x="322503" y="267818"/>
                  </a:lnTo>
                  <a:lnTo>
                    <a:pt x="322829" y="270393"/>
                  </a:lnTo>
                  <a:lnTo>
                    <a:pt x="323162" y="272969"/>
                  </a:lnTo>
                  <a:lnTo>
                    <a:pt x="323502" y="275544"/>
                  </a:lnTo>
                  <a:lnTo>
                    <a:pt x="323848" y="278119"/>
                  </a:lnTo>
                  <a:lnTo>
                    <a:pt x="324207" y="280694"/>
                  </a:lnTo>
                  <a:lnTo>
                    <a:pt x="324575" y="283269"/>
                  </a:lnTo>
                  <a:lnTo>
                    <a:pt x="324953" y="285845"/>
                  </a:lnTo>
                  <a:lnTo>
                    <a:pt x="325341" y="288420"/>
                  </a:lnTo>
                  <a:lnTo>
                    <a:pt x="325747" y="290995"/>
                  </a:lnTo>
                  <a:lnTo>
                    <a:pt x="326164" y="293570"/>
                  </a:lnTo>
                  <a:lnTo>
                    <a:pt x="326595" y="296145"/>
                  </a:lnTo>
                  <a:lnTo>
                    <a:pt x="327043" y="298720"/>
                  </a:lnTo>
                  <a:lnTo>
                    <a:pt x="327511" y="301296"/>
                  </a:lnTo>
                  <a:lnTo>
                    <a:pt x="327996" y="303871"/>
                  </a:lnTo>
                  <a:lnTo>
                    <a:pt x="328497" y="306446"/>
                  </a:lnTo>
                  <a:lnTo>
                    <a:pt x="329024" y="309021"/>
                  </a:lnTo>
                  <a:lnTo>
                    <a:pt x="329573" y="311596"/>
                  </a:lnTo>
                  <a:lnTo>
                    <a:pt x="330142" y="314171"/>
                  </a:lnTo>
                  <a:lnTo>
                    <a:pt x="330733" y="316747"/>
                  </a:lnTo>
                  <a:lnTo>
                    <a:pt x="331358" y="319322"/>
                  </a:lnTo>
                  <a:lnTo>
                    <a:pt x="332006" y="321897"/>
                  </a:lnTo>
                  <a:lnTo>
                    <a:pt x="332678" y="324472"/>
                  </a:lnTo>
                  <a:lnTo>
                    <a:pt x="333380" y="327047"/>
                  </a:lnTo>
                  <a:lnTo>
                    <a:pt x="334118" y="329623"/>
                  </a:lnTo>
                  <a:lnTo>
                    <a:pt x="334881" y="332198"/>
                  </a:lnTo>
                  <a:lnTo>
                    <a:pt x="335672" y="334773"/>
                  </a:lnTo>
                  <a:lnTo>
                    <a:pt x="336503" y="337348"/>
                  </a:lnTo>
                  <a:lnTo>
                    <a:pt x="337367" y="339923"/>
                  </a:lnTo>
                  <a:lnTo>
                    <a:pt x="338259" y="342498"/>
                  </a:lnTo>
                  <a:lnTo>
                    <a:pt x="339183" y="345074"/>
                  </a:lnTo>
                  <a:lnTo>
                    <a:pt x="340152" y="347649"/>
                  </a:lnTo>
                  <a:lnTo>
                    <a:pt x="341152" y="350224"/>
                  </a:lnTo>
                  <a:lnTo>
                    <a:pt x="342182" y="352799"/>
                  </a:lnTo>
                  <a:lnTo>
                    <a:pt x="343249" y="355374"/>
                  </a:lnTo>
                  <a:lnTo>
                    <a:pt x="344358" y="357950"/>
                  </a:lnTo>
                  <a:lnTo>
                    <a:pt x="345497" y="360525"/>
                  </a:lnTo>
                  <a:lnTo>
                    <a:pt x="346666" y="363100"/>
                  </a:lnTo>
                  <a:lnTo>
                    <a:pt x="347879" y="365675"/>
                  </a:lnTo>
                  <a:lnTo>
                    <a:pt x="349126" y="368250"/>
                  </a:lnTo>
                  <a:lnTo>
                    <a:pt x="350403" y="370825"/>
                  </a:lnTo>
                  <a:lnTo>
                    <a:pt x="351709" y="373401"/>
                  </a:lnTo>
                  <a:lnTo>
                    <a:pt x="353060" y="375976"/>
                  </a:lnTo>
                  <a:lnTo>
                    <a:pt x="354439" y="378551"/>
                  </a:lnTo>
                  <a:lnTo>
                    <a:pt x="355846" y="381126"/>
                  </a:lnTo>
                  <a:lnTo>
                    <a:pt x="357284" y="383701"/>
                  </a:lnTo>
                  <a:lnTo>
                    <a:pt x="358759" y="386277"/>
                  </a:lnTo>
                  <a:lnTo>
                    <a:pt x="360259" y="388852"/>
                  </a:lnTo>
                  <a:lnTo>
                    <a:pt x="361783" y="391427"/>
                  </a:lnTo>
                  <a:lnTo>
                    <a:pt x="363340" y="394002"/>
                  </a:lnTo>
                  <a:lnTo>
                    <a:pt x="364925" y="396577"/>
                  </a:lnTo>
                  <a:lnTo>
                    <a:pt x="366531" y="399152"/>
                  </a:lnTo>
                  <a:lnTo>
                    <a:pt x="368159" y="401728"/>
                  </a:lnTo>
                  <a:lnTo>
                    <a:pt x="369818" y="404303"/>
                  </a:lnTo>
                  <a:lnTo>
                    <a:pt x="371497" y="406878"/>
                  </a:lnTo>
                  <a:lnTo>
                    <a:pt x="373195" y="409453"/>
                  </a:lnTo>
                  <a:lnTo>
                    <a:pt x="374914" y="412028"/>
                  </a:lnTo>
                  <a:lnTo>
                    <a:pt x="376656" y="414604"/>
                  </a:lnTo>
                  <a:lnTo>
                    <a:pt x="378415" y="417179"/>
                  </a:lnTo>
                  <a:lnTo>
                    <a:pt x="380189" y="419754"/>
                  </a:lnTo>
                  <a:lnTo>
                    <a:pt x="381983" y="422329"/>
                  </a:lnTo>
                  <a:lnTo>
                    <a:pt x="383795" y="424904"/>
                  </a:lnTo>
                  <a:lnTo>
                    <a:pt x="385619" y="427479"/>
                  </a:lnTo>
                  <a:lnTo>
                    <a:pt x="387457" y="430055"/>
                  </a:lnTo>
                  <a:lnTo>
                    <a:pt x="389313" y="432630"/>
                  </a:lnTo>
                  <a:lnTo>
                    <a:pt x="391181" y="435205"/>
                  </a:lnTo>
                  <a:lnTo>
                    <a:pt x="393060" y="437780"/>
                  </a:lnTo>
                  <a:lnTo>
                    <a:pt x="394951" y="440355"/>
                  </a:lnTo>
                  <a:lnTo>
                    <a:pt x="396857" y="442931"/>
                  </a:lnTo>
                  <a:lnTo>
                    <a:pt x="398772" y="445506"/>
                  </a:lnTo>
                  <a:lnTo>
                    <a:pt x="400697" y="448081"/>
                  </a:lnTo>
                  <a:lnTo>
                    <a:pt x="402633" y="450656"/>
                  </a:lnTo>
                  <a:lnTo>
                    <a:pt x="404580" y="453231"/>
                  </a:lnTo>
                  <a:lnTo>
                    <a:pt x="406536" y="455806"/>
                  </a:lnTo>
                  <a:lnTo>
                    <a:pt x="408499" y="458382"/>
                  </a:lnTo>
                  <a:lnTo>
                    <a:pt x="410474" y="460957"/>
                  </a:lnTo>
                  <a:lnTo>
                    <a:pt x="412456" y="463532"/>
                  </a:lnTo>
                  <a:lnTo>
                    <a:pt x="414446" y="466107"/>
                  </a:lnTo>
                  <a:lnTo>
                    <a:pt x="416443" y="468682"/>
                  </a:lnTo>
                  <a:lnTo>
                    <a:pt x="418450" y="471257"/>
                  </a:lnTo>
                  <a:lnTo>
                    <a:pt x="420464" y="473833"/>
                  </a:lnTo>
                  <a:lnTo>
                    <a:pt x="422483" y="476408"/>
                  </a:lnTo>
                  <a:lnTo>
                    <a:pt x="424510" y="478983"/>
                  </a:lnTo>
                  <a:lnTo>
                    <a:pt x="426545" y="481558"/>
                  </a:lnTo>
                  <a:lnTo>
                    <a:pt x="428584" y="484133"/>
                  </a:lnTo>
                  <a:lnTo>
                    <a:pt x="430629" y="486709"/>
                  </a:lnTo>
                  <a:lnTo>
                    <a:pt x="432682" y="489284"/>
                  </a:lnTo>
                  <a:lnTo>
                    <a:pt x="434739" y="491859"/>
                  </a:lnTo>
                  <a:lnTo>
                    <a:pt x="436800" y="494434"/>
                  </a:lnTo>
                  <a:lnTo>
                    <a:pt x="438866" y="497009"/>
                  </a:lnTo>
                  <a:lnTo>
                    <a:pt x="440938" y="499584"/>
                  </a:lnTo>
                  <a:lnTo>
                    <a:pt x="443013" y="502160"/>
                  </a:lnTo>
                  <a:lnTo>
                    <a:pt x="445091" y="504735"/>
                  </a:lnTo>
                  <a:lnTo>
                    <a:pt x="447173" y="507310"/>
                  </a:lnTo>
                  <a:lnTo>
                    <a:pt x="449258" y="509885"/>
                  </a:lnTo>
                  <a:lnTo>
                    <a:pt x="451345" y="512460"/>
                  </a:lnTo>
                  <a:lnTo>
                    <a:pt x="453434" y="515036"/>
                  </a:lnTo>
                  <a:lnTo>
                    <a:pt x="455525" y="517611"/>
                  </a:lnTo>
                  <a:lnTo>
                    <a:pt x="457617" y="520186"/>
                  </a:lnTo>
                  <a:lnTo>
                    <a:pt x="459709" y="522761"/>
                  </a:lnTo>
                  <a:lnTo>
                    <a:pt x="461801" y="525336"/>
                  </a:lnTo>
                  <a:lnTo>
                    <a:pt x="463894" y="527911"/>
                  </a:lnTo>
                  <a:lnTo>
                    <a:pt x="465985" y="530487"/>
                  </a:lnTo>
                  <a:lnTo>
                    <a:pt x="468075" y="533062"/>
                  </a:lnTo>
                  <a:lnTo>
                    <a:pt x="470164" y="535637"/>
                  </a:lnTo>
                  <a:lnTo>
                    <a:pt x="472249" y="538212"/>
                  </a:lnTo>
                  <a:lnTo>
                    <a:pt x="474333" y="540787"/>
                  </a:lnTo>
                  <a:lnTo>
                    <a:pt x="476413" y="543363"/>
                  </a:lnTo>
                  <a:lnTo>
                    <a:pt x="478489" y="545938"/>
                  </a:lnTo>
                  <a:lnTo>
                    <a:pt x="480561" y="548513"/>
                  </a:lnTo>
                  <a:lnTo>
                    <a:pt x="482629" y="551088"/>
                  </a:lnTo>
                  <a:lnTo>
                    <a:pt x="484692" y="553663"/>
                  </a:lnTo>
                  <a:lnTo>
                    <a:pt x="486748" y="556238"/>
                  </a:lnTo>
                  <a:lnTo>
                    <a:pt x="488799" y="558814"/>
                  </a:lnTo>
                  <a:lnTo>
                    <a:pt x="490844" y="561389"/>
                  </a:lnTo>
                  <a:lnTo>
                    <a:pt x="492882" y="563964"/>
                  </a:lnTo>
                  <a:lnTo>
                    <a:pt x="494911" y="566539"/>
                  </a:lnTo>
                  <a:lnTo>
                    <a:pt x="496934" y="569114"/>
                  </a:lnTo>
                  <a:lnTo>
                    <a:pt x="498951" y="571690"/>
                  </a:lnTo>
                  <a:lnTo>
                    <a:pt x="500958" y="574265"/>
                  </a:lnTo>
                  <a:lnTo>
                    <a:pt x="502955" y="576840"/>
                  </a:lnTo>
                  <a:lnTo>
                    <a:pt x="504946" y="579415"/>
                  </a:lnTo>
                  <a:lnTo>
                    <a:pt x="506929" y="581990"/>
                  </a:lnTo>
                  <a:lnTo>
                    <a:pt x="508900" y="584565"/>
                  </a:lnTo>
                  <a:lnTo>
                    <a:pt x="510862" y="587141"/>
                  </a:lnTo>
                  <a:lnTo>
                    <a:pt x="512817" y="589716"/>
                  </a:lnTo>
                  <a:lnTo>
                    <a:pt x="514762" y="592291"/>
                  </a:lnTo>
                  <a:lnTo>
                    <a:pt x="516696" y="594866"/>
                  </a:lnTo>
                  <a:lnTo>
                    <a:pt x="518621" y="597441"/>
                  </a:lnTo>
                  <a:lnTo>
                    <a:pt x="520539" y="600017"/>
                  </a:lnTo>
                  <a:lnTo>
                    <a:pt x="522445" y="602592"/>
                  </a:lnTo>
                  <a:lnTo>
                    <a:pt x="524342" y="605167"/>
                  </a:lnTo>
                  <a:lnTo>
                    <a:pt x="526230" y="607742"/>
                  </a:lnTo>
                  <a:lnTo>
                    <a:pt x="528111" y="610317"/>
                  </a:lnTo>
                  <a:lnTo>
                    <a:pt x="529980" y="612892"/>
                  </a:lnTo>
                  <a:lnTo>
                    <a:pt x="531841" y="615468"/>
                  </a:lnTo>
                  <a:lnTo>
                    <a:pt x="533694" y="618043"/>
                  </a:lnTo>
                  <a:lnTo>
                    <a:pt x="535539" y="620618"/>
                  </a:lnTo>
                  <a:lnTo>
                    <a:pt x="537373" y="623193"/>
                  </a:lnTo>
                  <a:lnTo>
                    <a:pt x="539200" y="625768"/>
                  </a:lnTo>
                  <a:lnTo>
                    <a:pt x="541020" y="628343"/>
                  </a:lnTo>
                  <a:lnTo>
                    <a:pt x="542830" y="630919"/>
                  </a:lnTo>
                  <a:lnTo>
                    <a:pt x="544632" y="633494"/>
                  </a:lnTo>
                  <a:lnTo>
                    <a:pt x="546427" y="636069"/>
                  </a:lnTo>
                  <a:lnTo>
                    <a:pt x="548215" y="638644"/>
                  </a:lnTo>
                  <a:lnTo>
                    <a:pt x="549992" y="641219"/>
                  </a:lnTo>
                  <a:lnTo>
                    <a:pt x="551762" y="643795"/>
                  </a:lnTo>
                  <a:lnTo>
                    <a:pt x="553524" y="646370"/>
                  </a:lnTo>
                  <a:lnTo>
                    <a:pt x="554509" y="647816"/>
                  </a:lnTo>
                  <a:lnTo>
                    <a:pt x="555278" y="648945"/>
                  </a:lnTo>
                  <a:lnTo>
                    <a:pt x="557020" y="651520"/>
                  </a:lnTo>
                  <a:lnTo>
                    <a:pt x="558754" y="654095"/>
                  </a:lnTo>
                  <a:lnTo>
                    <a:pt x="560478" y="656670"/>
                  </a:lnTo>
                  <a:lnTo>
                    <a:pt x="562191" y="659246"/>
                  </a:lnTo>
                  <a:lnTo>
                    <a:pt x="563890" y="661821"/>
                  </a:lnTo>
                  <a:lnTo>
                    <a:pt x="565579" y="664396"/>
                  </a:lnTo>
                  <a:lnTo>
                    <a:pt x="567256" y="666971"/>
                  </a:lnTo>
                  <a:lnTo>
                    <a:pt x="568913" y="669546"/>
                  </a:lnTo>
                  <a:lnTo>
                    <a:pt x="570556" y="672122"/>
                  </a:lnTo>
                  <a:lnTo>
                    <a:pt x="572183" y="674697"/>
                  </a:lnTo>
                  <a:lnTo>
                    <a:pt x="573792" y="677272"/>
                  </a:lnTo>
                  <a:lnTo>
                    <a:pt x="575375" y="679847"/>
                  </a:lnTo>
                  <a:lnTo>
                    <a:pt x="576938" y="682422"/>
                  </a:lnTo>
                  <a:lnTo>
                    <a:pt x="578481" y="684997"/>
                  </a:lnTo>
                  <a:lnTo>
                    <a:pt x="579996" y="687573"/>
                  </a:lnTo>
                  <a:lnTo>
                    <a:pt x="581478" y="690148"/>
                  </a:lnTo>
                  <a:lnTo>
                    <a:pt x="582934" y="692723"/>
                  </a:lnTo>
                  <a:lnTo>
                    <a:pt x="584364" y="695298"/>
                  </a:lnTo>
                  <a:lnTo>
                    <a:pt x="585750" y="697873"/>
                  </a:lnTo>
                  <a:lnTo>
                    <a:pt x="587101" y="700449"/>
                  </a:lnTo>
                  <a:lnTo>
                    <a:pt x="588419" y="703024"/>
                  </a:lnTo>
                  <a:lnTo>
                    <a:pt x="589700" y="705599"/>
                  </a:lnTo>
                  <a:lnTo>
                    <a:pt x="590926" y="708174"/>
                  </a:lnTo>
                  <a:lnTo>
                    <a:pt x="592112" y="710749"/>
                  </a:lnTo>
                  <a:lnTo>
                    <a:pt x="593259" y="713324"/>
                  </a:lnTo>
                  <a:lnTo>
                    <a:pt x="594355" y="715900"/>
                  </a:lnTo>
                  <a:lnTo>
                    <a:pt x="595393" y="718475"/>
                  </a:lnTo>
                  <a:lnTo>
                    <a:pt x="596386" y="721050"/>
                  </a:lnTo>
                  <a:lnTo>
                    <a:pt x="597334" y="723625"/>
                  </a:lnTo>
                  <a:lnTo>
                    <a:pt x="598216" y="726200"/>
                  </a:lnTo>
                  <a:lnTo>
                    <a:pt x="599043" y="728776"/>
                  </a:lnTo>
                  <a:lnTo>
                    <a:pt x="599821" y="731351"/>
                  </a:lnTo>
                  <a:lnTo>
                    <a:pt x="600549" y="733926"/>
                  </a:lnTo>
                  <a:lnTo>
                    <a:pt x="601199" y="736501"/>
                  </a:lnTo>
                  <a:lnTo>
                    <a:pt x="601800" y="739076"/>
                  </a:lnTo>
                  <a:lnTo>
                    <a:pt x="602351" y="741651"/>
                  </a:lnTo>
                  <a:lnTo>
                    <a:pt x="602842" y="744227"/>
                  </a:lnTo>
                  <a:lnTo>
                    <a:pt x="603263" y="746802"/>
                  </a:lnTo>
                  <a:lnTo>
                    <a:pt x="603636" y="749377"/>
                  </a:lnTo>
                  <a:lnTo>
                    <a:pt x="603960" y="751952"/>
                  </a:lnTo>
                  <a:lnTo>
                    <a:pt x="604216" y="754527"/>
                  </a:lnTo>
                  <a:lnTo>
                    <a:pt x="604415" y="757103"/>
                  </a:lnTo>
                  <a:lnTo>
                    <a:pt x="604567" y="759678"/>
                  </a:lnTo>
                  <a:lnTo>
                    <a:pt x="604672" y="762253"/>
                  </a:lnTo>
                  <a:lnTo>
                    <a:pt x="604706" y="764828"/>
                  </a:lnTo>
                  <a:lnTo>
                    <a:pt x="604696" y="767403"/>
                  </a:lnTo>
                  <a:lnTo>
                    <a:pt x="604642" y="769978"/>
                  </a:lnTo>
                  <a:lnTo>
                    <a:pt x="604537" y="772554"/>
                  </a:lnTo>
                  <a:lnTo>
                    <a:pt x="604373" y="775129"/>
                  </a:lnTo>
                  <a:lnTo>
                    <a:pt x="604168" y="777704"/>
                  </a:lnTo>
                  <a:lnTo>
                    <a:pt x="603922" y="780279"/>
                  </a:lnTo>
                  <a:lnTo>
                    <a:pt x="603621" y="782854"/>
                  </a:lnTo>
                  <a:lnTo>
                    <a:pt x="603271" y="785429"/>
                  </a:lnTo>
                  <a:lnTo>
                    <a:pt x="602881" y="788005"/>
                  </a:lnTo>
                  <a:lnTo>
                    <a:pt x="602452" y="790580"/>
                  </a:lnTo>
                  <a:lnTo>
                    <a:pt x="602252" y="791626"/>
                  </a:lnTo>
                  <a:lnTo>
                    <a:pt x="601960" y="793155"/>
                  </a:lnTo>
                  <a:lnTo>
                    <a:pt x="601425" y="795730"/>
                  </a:lnTo>
                  <a:lnTo>
                    <a:pt x="600849" y="798305"/>
                  </a:lnTo>
                  <a:lnTo>
                    <a:pt x="600224" y="800881"/>
                  </a:lnTo>
                  <a:lnTo>
                    <a:pt x="599535" y="803456"/>
                  </a:lnTo>
                  <a:lnTo>
                    <a:pt x="598800" y="806031"/>
                  </a:lnTo>
                  <a:lnTo>
                    <a:pt x="598017" y="808606"/>
                  </a:lnTo>
                  <a:lnTo>
                    <a:pt x="597169" y="811181"/>
                  </a:lnTo>
                  <a:lnTo>
                    <a:pt x="596254" y="813756"/>
                  </a:lnTo>
                  <a:lnTo>
                    <a:pt x="595284" y="816332"/>
                  </a:lnTo>
                  <a:lnTo>
                    <a:pt x="594257" y="818907"/>
                  </a:lnTo>
                  <a:lnTo>
                    <a:pt x="593137" y="821482"/>
                  </a:lnTo>
                  <a:lnTo>
                    <a:pt x="591948" y="824057"/>
                  </a:lnTo>
                  <a:lnTo>
                    <a:pt x="590690" y="826632"/>
                  </a:lnTo>
                  <a:lnTo>
                    <a:pt x="589354" y="829208"/>
                  </a:lnTo>
                  <a:lnTo>
                    <a:pt x="587906" y="831783"/>
                  </a:lnTo>
                  <a:lnTo>
                    <a:pt x="586378" y="834358"/>
                  </a:lnTo>
                  <a:lnTo>
                    <a:pt x="584769" y="836933"/>
                  </a:lnTo>
                  <a:lnTo>
                    <a:pt x="583047" y="839508"/>
                  </a:lnTo>
                  <a:lnTo>
                    <a:pt x="581207" y="842083"/>
                  </a:lnTo>
                  <a:lnTo>
                    <a:pt x="579273" y="844659"/>
                  </a:lnTo>
                  <a:lnTo>
                    <a:pt x="577243" y="847234"/>
                  </a:lnTo>
                  <a:lnTo>
                    <a:pt x="575063" y="849809"/>
                  </a:lnTo>
                  <a:lnTo>
                    <a:pt x="572767" y="852384"/>
                  </a:lnTo>
                  <a:lnTo>
                    <a:pt x="570365" y="854959"/>
                  </a:lnTo>
                  <a:lnTo>
                    <a:pt x="567845" y="857535"/>
                  </a:lnTo>
                  <a:lnTo>
                    <a:pt x="565157" y="860110"/>
                  </a:lnTo>
                  <a:lnTo>
                    <a:pt x="562356" y="862685"/>
                  </a:lnTo>
                  <a:lnTo>
                    <a:pt x="559441" y="865260"/>
                  </a:lnTo>
                  <a:lnTo>
                    <a:pt x="556380" y="867835"/>
                  </a:lnTo>
                  <a:lnTo>
                    <a:pt x="553167" y="870410"/>
                  </a:lnTo>
                  <a:lnTo>
                    <a:pt x="549839" y="872986"/>
                  </a:lnTo>
                  <a:lnTo>
                    <a:pt x="546397" y="875561"/>
                  </a:lnTo>
                  <a:lnTo>
                    <a:pt x="542789" y="878136"/>
                  </a:lnTo>
                  <a:lnTo>
                    <a:pt x="539057" y="880711"/>
                  </a:lnTo>
                  <a:lnTo>
                    <a:pt x="535216" y="883286"/>
                  </a:lnTo>
                  <a:lnTo>
                    <a:pt x="531263" y="885862"/>
                  </a:lnTo>
                  <a:lnTo>
                    <a:pt x="527154" y="888437"/>
                  </a:lnTo>
                  <a:lnTo>
                    <a:pt x="522948" y="891012"/>
                  </a:lnTo>
                  <a:lnTo>
                    <a:pt x="518650" y="893587"/>
                  </a:lnTo>
                  <a:lnTo>
                    <a:pt x="514242" y="896162"/>
                  </a:lnTo>
                  <a:lnTo>
                    <a:pt x="509725" y="898737"/>
                  </a:lnTo>
                  <a:lnTo>
                    <a:pt x="505134" y="901313"/>
                  </a:lnTo>
                  <a:lnTo>
                    <a:pt x="500474" y="903888"/>
                  </a:lnTo>
                  <a:lnTo>
                    <a:pt x="495726" y="906463"/>
                  </a:lnTo>
                  <a:lnTo>
                    <a:pt x="490920" y="909038"/>
                  </a:lnTo>
                  <a:lnTo>
                    <a:pt x="486070" y="911613"/>
                  </a:lnTo>
                  <a:lnTo>
                    <a:pt x="481180" y="914189"/>
                  </a:lnTo>
                  <a:lnTo>
                    <a:pt x="476249" y="916764"/>
                  </a:lnTo>
                  <a:lnTo>
                    <a:pt x="471303" y="919339"/>
                  </a:lnTo>
                  <a:lnTo>
                    <a:pt x="466349" y="921914"/>
                  </a:lnTo>
                  <a:lnTo>
                    <a:pt x="461395" y="924489"/>
                  </a:lnTo>
                  <a:lnTo>
                    <a:pt x="456459" y="927064"/>
                  </a:lnTo>
                  <a:lnTo>
                    <a:pt x="451548" y="929640"/>
                  </a:lnTo>
                  <a:lnTo>
                    <a:pt x="446666" y="932215"/>
                  </a:lnTo>
                  <a:lnTo>
                    <a:pt x="441843" y="934790"/>
                  </a:lnTo>
                  <a:lnTo>
                    <a:pt x="437086" y="937365"/>
                  </a:lnTo>
                  <a:lnTo>
                    <a:pt x="432394" y="939940"/>
                  </a:lnTo>
                  <a:lnTo>
                    <a:pt x="427772" y="942515"/>
                  </a:lnTo>
                  <a:lnTo>
                    <a:pt x="423284" y="945091"/>
                  </a:lnTo>
                  <a:lnTo>
                    <a:pt x="418896" y="947666"/>
                  </a:lnTo>
                  <a:lnTo>
                    <a:pt x="414611" y="950241"/>
                  </a:lnTo>
                  <a:lnTo>
                    <a:pt x="410460" y="952816"/>
                  </a:lnTo>
                  <a:lnTo>
                    <a:pt x="406488" y="955391"/>
                  </a:lnTo>
                  <a:lnTo>
                    <a:pt x="402652" y="957967"/>
                  </a:lnTo>
                  <a:lnTo>
                    <a:pt x="398960" y="960542"/>
                  </a:lnTo>
                  <a:lnTo>
                    <a:pt x="395477" y="963117"/>
                  </a:lnTo>
                  <a:lnTo>
                    <a:pt x="392197" y="965692"/>
                  </a:lnTo>
                  <a:lnTo>
                    <a:pt x="389091" y="968267"/>
                  </a:lnTo>
                  <a:lnTo>
                    <a:pt x="386164" y="970842"/>
                  </a:lnTo>
                  <a:lnTo>
                    <a:pt x="383533" y="973418"/>
                  </a:lnTo>
                  <a:lnTo>
                    <a:pt x="381112" y="975993"/>
                  </a:lnTo>
                  <a:lnTo>
                    <a:pt x="378898" y="978568"/>
                  </a:lnTo>
                  <a:lnTo>
                    <a:pt x="376930" y="981143"/>
                  </a:lnTo>
                  <a:lnTo>
                    <a:pt x="375285" y="983718"/>
                  </a:lnTo>
                  <a:lnTo>
                    <a:pt x="373872" y="986294"/>
                  </a:lnTo>
                  <a:lnTo>
                    <a:pt x="372696" y="988869"/>
                  </a:lnTo>
                  <a:lnTo>
                    <a:pt x="371846" y="991444"/>
                  </a:lnTo>
                  <a:lnTo>
                    <a:pt x="371313" y="994019"/>
                  </a:lnTo>
                  <a:lnTo>
                    <a:pt x="371038" y="996594"/>
                  </a:lnTo>
                  <a:lnTo>
                    <a:pt x="371024" y="999169"/>
                  </a:lnTo>
                  <a:lnTo>
                    <a:pt x="371418" y="1001745"/>
                  </a:lnTo>
                  <a:lnTo>
                    <a:pt x="372106" y="1004320"/>
                  </a:lnTo>
                  <a:lnTo>
                    <a:pt x="373069" y="1006895"/>
                  </a:lnTo>
                  <a:lnTo>
                    <a:pt x="374346" y="1009470"/>
                  </a:lnTo>
                  <a:lnTo>
                    <a:pt x="376040" y="1012045"/>
                  </a:lnTo>
                  <a:lnTo>
                    <a:pt x="378019" y="1014621"/>
                  </a:lnTo>
                  <a:lnTo>
                    <a:pt x="380285" y="1017196"/>
                  </a:lnTo>
                  <a:lnTo>
                    <a:pt x="382926" y="1019771"/>
                  </a:lnTo>
                  <a:lnTo>
                    <a:pt x="385935" y="1022346"/>
                  </a:lnTo>
                  <a:lnTo>
                    <a:pt x="389229" y="1024921"/>
                  </a:lnTo>
                  <a:lnTo>
                    <a:pt x="392806" y="1027496"/>
                  </a:lnTo>
                  <a:lnTo>
                    <a:pt x="396802" y="1030072"/>
                  </a:lnTo>
                  <a:lnTo>
                    <a:pt x="401098" y="1032647"/>
                  </a:lnTo>
                  <a:lnTo>
                    <a:pt x="405662" y="1035222"/>
                  </a:lnTo>
                  <a:lnTo>
                    <a:pt x="410514" y="1037797"/>
                  </a:lnTo>
                  <a:lnTo>
                    <a:pt x="415747" y="1040372"/>
                  </a:lnTo>
                  <a:lnTo>
                    <a:pt x="421220" y="1042948"/>
                  </a:lnTo>
                  <a:lnTo>
                    <a:pt x="426926" y="1045523"/>
                  </a:lnTo>
                  <a:lnTo>
                    <a:pt x="432918" y="1048098"/>
                  </a:lnTo>
                  <a:lnTo>
                    <a:pt x="439177" y="1050673"/>
                  </a:lnTo>
                  <a:lnTo>
                    <a:pt x="445624" y="1053248"/>
                  </a:lnTo>
                  <a:lnTo>
                    <a:pt x="452250" y="1055823"/>
                  </a:lnTo>
                  <a:lnTo>
                    <a:pt x="459107" y="1058399"/>
                  </a:lnTo>
                  <a:lnTo>
                    <a:pt x="466111" y="1060974"/>
                  </a:lnTo>
                  <a:lnTo>
                    <a:pt x="473229" y="1063549"/>
                  </a:lnTo>
                  <a:lnTo>
                    <a:pt x="480455" y="1066124"/>
                  </a:lnTo>
                  <a:lnTo>
                    <a:pt x="487788" y="1068699"/>
                  </a:lnTo>
                  <a:lnTo>
                    <a:pt x="495158" y="1071275"/>
                  </a:lnTo>
                  <a:lnTo>
                    <a:pt x="502552" y="1073850"/>
                  </a:lnTo>
                  <a:lnTo>
                    <a:pt x="509947" y="1076425"/>
                  </a:lnTo>
                  <a:lnTo>
                    <a:pt x="517293" y="1079000"/>
                  </a:lnTo>
                  <a:lnTo>
                    <a:pt x="524575" y="1081575"/>
                  </a:lnTo>
                  <a:lnTo>
                    <a:pt x="531776" y="1084150"/>
                  </a:lnTo>
                  <a:lnTo>
                    <a:pt x="538816" y="1086726"/>
                  </a:lnTo>
                  <a:lnTo>
                    <a:pt x="545681" y="1089301"/>
                  </a:lnTo>
                  <a:lnTo>
                    <a:pt x="552374" y="1091876"/>
                  </a:lnTo>
                  <a:lnTo>
                    <a:pt x="558871" y="1094451"/>
                  </a:lnTo>
                  <a:lnTo>
                    <a:pt x="565014" y="1097026"/>
                  </a:lnTo>
                  <a:lnTo>
                    <a:pt x="570895" y="1099601"/>
                  </a:lnTo>
                  <a:lnTo>
                    <a:pt x="576500" y="1102177"/>
                  </a:lnTo>
                  <a:lnTo>
                    <a:pt x="581742" y="1104752"/>
                  </a:lnTo>
                  <a:lnTo>
                    <a:pt x="586531" y="1107327"/>
                  </a:lnTo>
                  <a:lnTo>
                    <a:pt x="590968" y="1109902"/>
                  </a:lnTo>
                  <a:lnTo>
                    <a:pt x="595040" y="1112477"/>
                  </a:lnTo>
                  <a:lnTo>
                    <a:pt x="598570" y="1115053"/>
                  </a:lnTo>
                  <a:lnTo>
                    <a:pt x="601615" y="1117628"/>
                  </a:lnTo>
                  <a:lnTo>
                    <a:pt x="604241" y="1120203"/>
                  </a:lnTo>
                  <a:lnTo>
                    <a:pt x="606440" y="1122778"/>
                  </a:lnTo>
                  <a:lnTo>
                    <a:pt x="607936" y="1125353"/>
                  </a:lnTo>
                  <a:lnTo>
                    <a:pt x="608979" y="1127928"/>
                  </a:lnTo>
                  <a:lnTo>
                    <a:pt x="609569" y="1130504"/>
                  </a:lnTo>
                  <a:lnTo>
                    <a:pt x="609596" y="1132037"/>
                  </a:lnTo>
                  <a:lnTo>
                    <a:pt x="609615" y="1133079"/>
                  </a:lnTo>
                  <a:lnTo>
                    <a:pt x="609016" y="1135654"/>
                  </a:lnTo>
                  <a:lnTo>
                    <a:pt x="607962" y="1138229"/>
                  </a:lnTo>
                  <a:lnTo>
                    <a:pt x="606455" y="1140804"/>
                  </a:lnTo>
                  <a:lnTo>
                    <a:pt x="604334" y="1143380"/>
                  </a:lnTo>
                  <a:lnTo>
                    <a:pt x="601684" y="1145955"/>
                  </a:lnTo>
                  <a:lnTo>
                    <a:pt x="598611" y="1148530"/>
                  </a:lnTo>
                  <a:lnTo>
                    <a:pt x="595121" y="1151105"/>
                  </a:lnTo>
                  <a:lnTo>
                    <a:pt x="591011" y="1153680"/>
                  </a:lnTo>
                  <a:lnTo>
                    <a:pt x="586518" y="1156255"/>
                  </a:lnTo>
                  <a:lnTo>
                    <a:pt x="581665" y="1158831"/>
                  </a:lnTo>
                  <a:lnTo>
                    <a:pt x="576413" y="1161406"/>
                  </a:lnTo>
                  <a:lnTo>
                    <a:pt x="570710" y="1163981"/>
                  </a:lnTo>
                  <a:lnTo>
                    <a:pt x="564720" y="1166556"/>
                  </a:lnTo>
                  <a:lnTo>
                    <a:pt x="558458" y="1169131"/>
                  </a:lnTo>
                  <a:lnTo>
                    <a:pt x="551862" y="1171707"/>
                  </a:lnTo>
                  <a:lnTo>
                    <a:pt x="545003" y="1174282"/>
                  </a:lnTo>
                  <a:lnTo>
                    <a:pt x="537955" y="1176857"/>
                  </a:lnTo>
                  <a:lnTo>
                    <a:pt x="530735" y="1179432"/>
                  </a:lnTo>
                  <a:lnTo>
                    <a:pt x="523302" y="1182007"/>
                  </a:lnTo>
                  <a:lnTo>
                    <a:pt x="515760" y="1184582"/>
                  </a:lnTo>
                  <a:lnTo>
                    <a:pt x="508134" y="1187158"/>
                  </a:lnTo>
                  <a:lnTo>
                    <a:pt x="500432" y="1189733"/>
                  </a:lnTo>
                  <a:lnTo>
                    <a:pt x="492684" y="1192308"/>
                  </a:lnTo>
                  <a:lnTo>
                    <a:pt x="484932" y="1194883"/>
                  </a:lnTo>
                  <a:lnTo>
                    <a:pt x="477191" y="1197458"/>
                  </a:lnTo>
                  <a:lnTo>
                    <a:pt x="469492" y="1200034"/>
                  </a:lnTo>
                  <a:lnTo>
                    <a:pt x="461872" y="1202609"/>
                  </a:lnTo>
                  <a:lnTo>
                    <a:pt x="454332" y="1205184"/>
                  </a:lnTo>
                  <a:lnTo>
                    <a:pt x="446882" y="1207759"/>
                  </a:lnTo>
                  <a:lnTo>
                    <a:pt x="439601" y="1210334"/>
                  </a:lnTo>
                  <a:lnTo>
                    <a:pt x="432465" y="1212909"/>
                  </a:lnTo>
                  <a:lnTo>
                    <a:pt x="425473" y="1215485"/>
                  </a:lnTo>
                  <a:lnTo>
                    <a:pt x="418647" y="1218060"/>
                  </a:lnTo>
                  <a:lnTo>
                    <a:pt x="412073" y="1220635"/>
                  </a:lnTo>
                  <a:lnTo>
                    <a:pt x="405678" y="1223210"/>
                  </a:lnTo>
                  <a:lnTo>
                    <a:pt x="399467" y="1225785"/>
                  </a:lnTo>
                  <a:lnTo>
                    <a:pt x="393502" y="1228360"/>
                  </a:lnTo>
                  <a:lnTo>
                    <a:pt x="387796" y="1230936"/>
                  </a:lnTo>
                  <a:lnTo>
                    <a:pt x="382292" y="1233511"/>
                  </a:lnTo>
                  <a:lnTo>
                    <a:pt x="376991" y="1236086"/>
                  </a:lnTo>
                  <a:lnTo>
                    <a:pt x="371994" y="1238661"/>
                  </a:lnTo>
                  <a:lnTo>
                    <a:pt x="367228" y="1241236"/>
                  </a:lnTo>
                  <a:lnTo>
                    <a:pt x="362667" y="1243812"/>
                  </a:lnTo>
                  <a:lnTo>
                    <a:pt x="358324" y="1246387"/>
                  </a:lnTo>
                  <a:lnTo>
                    <a:pt x="354288" y="1248962"/>
                  </a:lnTo>
                  <a:lnTo>
                    <a:pt x="350449" y="1251537"/>
                  </a:lnTo>
                  <a:lnTo>
                    <a:pt x="346804" y="1254112"/>
                  </a:lnTo>
                  <a:lnTo>
                    <a:pt x="343398" y="1256687"/>
                  </a:lnTo>
                  <a:lnTo>
                    <a:pt x="340236" y="1259263"/>
                  </a:lnTo>
                  <a:lnTo>
                    <a:pt x="337250" y="1261838"/>
                  </a:lnTo>
                  <a:lnTo>
                    <a:pt x="334437" y="1264413"/>
                  </a:lnTo>
                  <a:lnTo>
                    <a:pt x="331863" y="1266988"/>
                  </a:lnTo>
                  <a:lnTo>
                    <a:pt x="329468" y="1269563"/>
                  </a:lnTo>
                  <a:lnTo>
                    <a:pt x="327223" y="1272139"/>
                  </a:lnTo>
                  <a:lnTo>
                    <a:pt x="325130" y="1274714"/>
                  </a:lnTo>
                  <a:lnTo>
                    <a:pt x="323248" y="1277289"/>
                  </a:lnTo>
                  <a:lnTo>
                    <a:pt x="321494" y="1279864"/>
                  </a:lnTo>
                  <a:lnTo>
                    <a:pt x="319861" y="1282439"/>
                  </a:lnTo>
                  <a:lnTo>
                    <a:pt x="318371" y="1285014"/>
                  </a:lnTo>
                  <a:lnTo>
                    <a:pt x="317027" y="1287590"/>
                  </a:lnTo>
                  <a:lnTo>
                    <a:pt x="315782" y="1290165"/>
                  </a:lnTo>
                  <a:lnTo>
                    <a:pt x="314633" y="1292740"/>
                  </a:lnTo>
                  <a:lnTo>
                    <a:pt x="313609" y="1295315"/>
                  </a:lnTo>
                  <a:lnTo>
                    <a:pt x="312679" y="1297890"/>
                  </a:lnTo>
                  <a:lnTo>
                    <a:pt x="311824" y="1300466"/>
                  </a:lnTo>
                  <a:lnTo>
                    <a:pt x="311041" y="1303041"/>
                  </a:lnTo>
                  <a:lnTo>
                    <a:pt x="310360" y="1305616"/>
                  </a:lnTo>
                  <a:lnTo>
                    <a:pt x="309736" y="1308191"/>
                  </a:lnTo>
                  <a:lnTo>
                    <a:pt x="309167" y="1310766"/>
                  </a:lnTo>
                  <a:lnTo>
                    <a:pt x="308658" y="1313341"/>
                  </a:lnTo>
                  <a:lnTo>
                    <a:pt x="308212" y="1315917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4499232" y="2170062"/>
              <a:ext cx="0" cy="399768"/>
            </a:xfrm>
            <a:custGeom>
              <a:avLst/>
              <a:pathLst>
                <a:path w="0" h="399768">
                  <a:moveTo>
                    <a:pt x="0" y="39976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4499232" y="30502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4448431" y="2569831"/>
              <a:ext cx="101602" cy="480463"/>
            </a:xfrm>
            <a:custGeom>
              <a:avLst/>
              <a:pathLst>
                <a:path w="101602" h="480463">
                  <a:moveTo>
                    <a:pt x="0" y="0"/>
                  </a:moveTo>
                  <a:lnTo>
                    <a:pt x="0" y="480463"/>
                  </a:lnTo>
                  <a:lnTo>
                    <a:pt x="101602" y="480463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4448431" y="2758092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5176582" y="2178726"/>
              <a:ext cx="0" cy="413897"/>
            </a:xfrm>
            <a:custGeom>
              <a:avLst/>
              <a:pathLst>
                <a:path w="0" h="413897">
                  <a:moveTo>
                    <a:pt x="0" y="41389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5176582" y="30502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125781" y="2592623"/>
              <a:ext cx="101602" cy="457670"/>
            </a:xfrm>
            <a:custGeom>
              <a:avLst/>
              <a:pathLst>
                <a:path w="101602" h="457670">
                  <a:moveTo>
                    <a:pt x="0" y="0"/>
                  </a:moveTo>
                  <a:lnTo>
                    <a:pt x="0" y="457670"/>
                  </a:lnTo>
                  <a:lnTo>
                    <a:pt x="101602" y="457670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5125781" y="2764321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5853932" y="2143647"/>
              <a:ext cx="0" cy="429510"/>
            </a:xfrm>
            <a:custGeom>
              <a:avLst/>
              <a:pathLst>
                <a:path w="0" h="429510">
                  <a:moveTo>
                    <a:pt x="0" y="4295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5853932" y="30502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803131" y="2573158"/>
              <a:ext cx="101602" cy="477136"/>
            </a:xfrm>
            <a:custGeom>
              <a:avLst/>
              <a:pathLst>
                <a:path w="101602" h="477136">
                  <a:moveTo>
                    <a:pt x="0" y="0"/>
                  </a:moveTo>
                  <a:lnTo>
                    <a:pt x="0" y="477136"/>
                  </a:lnTo>
                  <a:lnTo>
                    <a:pt x="101602" y="477136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5803131" y="2738011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6531283" y="2102135"/>
              <a:ext cx="0" cy="463937"/>
            </a:xfrm>
            <a:custGeom>
              <a:avLst/>
              <a:pathLst>
                <a:path w="0" h="463937">
                  <a:moveTo>
                    <a:pt x="0" y="463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6531283" y="30502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480481" y="2566073"/>
              <a:ext cx="101602" cy="484221"/>
            </a:xfrm>
            <a:custGeom>
              <a:avLst/>
              <a:pathLst>
                <a:path w="101602" h="484221">
                  <a:moveTo>
                    <a:pt x="0" y="0"/>
                  </a:moveTo>
                  <a:lnTo>
                    <a:pt x="0" y="484221"/>
                  </a:lnTo>
                  <a:lnTo>
                    <a:pt x="101602" y="484221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6480481" y="2709882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465831" y="2727661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143181" y="2720891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820531" y="272295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6497881" y="270075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tx212"/>
            <p:cNvSpPr/>
            <p:nvPr/>
          </p:nvSpPr>
          <p:spPr>
            <a:xfrm>
              <a:off x="6175051" y="1711717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213" name="pl213"/>
            <p:cNvSpPr/>
            <p:nvPr/>
          </p:nvSpPr>
          <p:spPr>
            <a:xfrm>
              <a:off x="5853932" y="1827169"/>
              <a:ext cx="0" cy="18963"/>
            </a:xfrm>
            <a:custGeom>
              <a:avLst/>
              <a:pathLst>
                <a:path w="0" h="18963">
                  <a:moveTo>
                    <a:pt x="0" y="1896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5853932" y="1827169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6531283" y="1827169"/>
              <a:ext cx="0" cy="18963"/>
            </a:xfrm>
            <a:custGeom>
              <a:avLst/>
              <a:pathLst>
                <a:path w="0" h="18963">
                  <a:moveTo>
                    <a:pt x="0" y="0"/>
                  </a:moveTo>
                  <a:lnTo>
                    <a:pt x="0" y="1896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tx216"/>
            <p:cNvSpPr/>
            <p:nvPr/>
          </p:nvSpPr>
          <p:spPr>
            <a:xfrm>
              <a:off x="5497701" y="1825497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217" name="pl217"/>
            <p:cNvSpPr/>
            <p:nvPr/>
          </p:nvSpPr>
          <p:spPr>
            <a:xfrm>
              <a:off x="5853932" y="1940948"/>
              <a:ext cx="0" cy="18963"/>
            </a:xfrm>
            <a:custGeom>
              <a:avLst/>
              <a:pathLst>
                <a:path w="0" h="18963">
                  <a:moveTo>
                    <a:pt x="0" y="1896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5176582" y="1940948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5176582" y="1940948"/>
              <a:ext cx="0" cy="18963"/>
            </a:xfrm>
            <a:custGeom>
              <a:avLst/>
              <a:pathLst>
                <a:path w="0" h="18963">
                  <a:moveTo>
                    <a:pt x="0" y="0"/>
                  </a:moveTo>
                  <a:lnTo>
                    <a:pt x="0" y="1896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tx220"/>
            <p:cNvSpPr/>
            <p:nvPr/>
          </p:nvSpPr>
          <p:spPr>
            <a:xfrm>
              <a:off x="5836376" y="1370380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221" name="pl221"/>
            <p:cNvSpPr/>
            <p:nvPr/>
          </p:nvSpPr>
          <p:spPr>
            <a:xfrm>
              <a:off x="6531283" y="1485832"/>
              <a:ext cx="0" cy="18963"/>
            </a:xfrm>
            <a:custGeom>
              <a:avLst/>
              <a:pathLst>
                <a:path w="0" h="18963">
                  <a:moveTo>
                    <a:pt x="0" y="1896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5176582" y="1485832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5176582" y="1485832"/>
              <a:ext cx="0" cy="18963"/>
            </a:xfrm>
            <a:custGeom>
              <a:avLst/>
              <a:pathLst>
                <a:path w="0" h="18963">
                  <a:moveTo>
                    <a:pt x="0" y="0"/>
                  </a:moveTo>
                  <a:lnTo>
                    <a:pt x="0" y="1896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tx224"/>
            <p:cNvSpPr/>
            <p:nvPr/>
          </p:nvSpPr>
          <p:spPr>
            <a:xfrm>
              <a:off x="5159026" y="1597938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225" name="pl225"/>
            <p:cNvSpPr/>
            <p:nvPr/>
          </p:nvSpPr>
          <p:spPr>
            <a:xfrm>
              <a:off x="5853932" y="1713390"/>
              <a:ext cx="0" cy="18963"/>
            </a:xfrm>
            <a:custGeom>
              <a:avLst/>
              <a:pathLst>
                <a:path w="0" h="18963">
                  <a:moveTo>
                    <a:pt x="0" y="1896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4499232" y="1713390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4499232" y="1713390"/>
              <a:ext cx="0" cy="18963"/>
            </a:xfrm>
            <a:custGeom>
              <a:avLst/>
              <a:pathLst>
                <a:path w="0" h="18963">
                  <a:moveTo>
                    <a:pt x="0" y="0"/>
                  </a:moveTo>
                  <a:lnTo>
                    <a:pt x="0" y="1896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5497701" y="1484159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229" name="pl229"/>
            <p:cNvSpPr/>
            <p:nvPr/>
          </p:nvSpPr>
          <p:spPr>
            <a:xfrm>
              <a:off x="6531283" y="1599611"/>
              <a:ext cx="0" cy="18963"/>
            </a:xfrm>
            <a:custGeom>
              <a:avLst/>
              <a:pathLst>
                <a:path w="0" h="18963">
                  <a:moveTo>
                    <a:pt x="0" y="1896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4499232" y="1599611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4499232" y="1599611"/>
              <a:ext cx="0" cy="18963"/>
            </a:xfrm>
            <a:custGeom>
              <a:avLst/>
              <a:pathLst>
                <a:path w="0" h="18963">
                  <a:moveTo>
                    <a:pt x="0" y="0"/>
                  </a:moveTo>
                  <a:lnTo>
                    <a:pt x="0" y="1896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tx232"/>
            <p:cNvSpPr/>
            <p:nvPr/>
          </p:nvSpPr>
          <p:spPr>
            <a:xfrm>
              <a:off x="4820351" y="1939276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233" name="pl233"/>
            <p:cNvSpPr/>
            <p:nvPr/>
          </p:nvSpPr>
          <p:spPr>
            <a:xfrm>
              <a:off x="5176582" y="2054727"/>
              <a:ext cx="0" cy="18963"/>
            </a:xfrm>
            <a:custGeom>
              <a:avLst/>
              <a:pathLst>
                <a:path w="0" h="18963">
                  <a:moveTo>
                    <a:pt x="0" y="1896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4499232" y="2054727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4499232" y="2054727"/>
              <a:ext cx="0" cy="18963"/>
            </a:xfrm>
            <a:custGeom>
              <a:avLst/>
              <a:pathLst>
                <a:path w="0" h="18963">
                  <a:moveTo>
                    <a:pt x="0" y="0"/>
                  </a:moveTo>
                  <a:lnTo>
                    <a:pt x="0" y="1896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4092822" y="931925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4092822" y="3990086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4092822" y="6201213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4092822" y="5758234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4092822" y="5315255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4092822" y="487227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4092822" y="4429297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4499232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5176582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5853932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6531283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194424" y="5029756"/>
              <a:ext cx="609615" cy="1338538"/>
            </a:xfrm>
            <a:custGeom>
              <a:avLst/>
              <a:pathLst>
                <a:path w="609615" h="1338538">
                  <a:moveTo>
                    <a:pt x="301398" y="1338538"/>
                  </a:moveTo>
                  <a:lnTo>
                    <a:pt x="300881" y="1335918"/>
                  </a:lnTo>
                  <a:lnTo>
                    <a:pt x="300304" y="1333299"/>
                  </a:lnTo>
                  <a:lnTo>
                    <a:pt x="299663" y="1330679"/>
                  </a:lnTo>
                  <a:lnTo>
                    <a:pt x="298923" y="1328060"/>
                  </a:lnTo>
                  <a:lnTo>
                    <a:pt x="298091" y="1325440"/>
                  </a:lnTo>
                  <a:lnTo>
                    <a:pt x="297172" y="1322821"/>
                  </a:lnTo>
                  <a:lnTo>
                    <a:pt x="296159" y="1320202"/>
                  </a:lnTo>
                  <a:lnTo>
                    <a:pt x="295003" y="1317582"/>
                  </a:lnTo>
                  <a:lnTo>
                    <a:pt x="293718" y="1314963"/>
                  </a:lnTo>
                  <a:lnTo>
                    <a:pt x="292310" y="1312343"/>
                  </a:lnTo>
                  <a:lnTo>
                    <a:pt x="290772" y="1309724"/>
                  </a:lnTo>
                  <a:lnTo>
                    <a:pt x="289039" y="1307104"/>
                  </a:lnTo>
                  <a:lnTo>
                    <a:pt x="287132" y="1304485"/>
                  </a:lnTo>
                  <a:lnTo>
                    <a:pt x="285061" y="1301865"/>
                  </a:lnTo>
                  <a:lnTo>
                    <a:pt x="282820" y="1299246"/>
                  </a:lnTo>
                  <a:lnTo>
                    <a:pt x="280327" y="1296626"/>
                  </a:lnTo>
                  <a:lnTo>
                    <a:pt x="277612" y="1294007"/>
                  </a:lnTo>
                  <a:lnTo>
                    <a:pt x="274692" y="1291388"/>
                  </a:lnTo>
                  <a:lnTo>
                    <a:pt x="271560" y="1288768"/>
                  </a:lnTo>
                  <a:lnTo>
                    <a:pt x="268121" y="1286149"/>
                  </a:lnTo>
                  <a:lnTo>
                    <a:pt x="264417" y="1283529"/>
                  </a:lnTo>
                  <a:lnTo>
                    <a:pt x="260472" y="1280910"/>
                  </a:lnTo>
                  <a:lnTo>
                    <a:pt x="256280" y="1278290"/>
                  </a:lnTo>
                  <a:lnTo>
                    <a:pt x="251739" y="1275671"/>
                  </a:lnTo>
                  <a:lnTo>
                    <a:pt x="246903" y="1273051"/>
                  </a:lnTo>
                  <a:lnTo>
                    <a:pt x="241803" y="1270432"/>
                  </a:lnTo>
                  <a:lnTo>
                    <a:pt x="236438" y="1267813"/>
                  </a:lnTo>
                  <a:lnTo>
                    <a:pt x="230706" y="1265193"/>
                  </a:lnTo>
                  <a:lnTo>
                    <a:pt x="224675" y="1262574"/>
                  </a:lnTo>
                  <a:lnTo>
                    <a:pt x="218381" y="1259954"/>
                  </a:lnTo>
                  <a:lnTo>
                    <a:pt x="211828" y="1257335"/>
                  </a:lnTo>
                  <a:lnTo>
                    <a:pt x="204931" y="1254715"/>
                  </a:lnTo>
                  <a:lnTo>
                    <a:pt x="197763" y="1252096"/>
                  </a:lnTo>
                  <a:lnTo>
                    <a:pt x="190368" y="1249476"/>
                  </a:lnTo>
                  <a:lnTo>
                    <a:pt x="182753" y="1246857"/>
                  </a:lnTo>
                  <a:lnTo>
                    <a:pt x="174864" y="1244238"/>
                  </a:lnTo>
                  <a:lnTo>
                    <a:pt x="166777" y="1241618"/>
                  </a:lnTo>
                  <a:lnTo>
                    <a:pt x="158535" y="1238999"/>
                  </a:lnTo>
                  <a:lnTo>
                    <a:pt x="150151" y="1236379"/>
                  </a:lnTo>
                  <a:lnTo>
                    <a:pt x="141617" y="1233760"/>
                  </a:lnTo>
                  <a:lnTo>
                    <a:pt x="133000" y="1231140"/>
                  </a:lnTo>
                  <a:lnTo>
                    <a:pt x="124337" y="1228521"/>
                  </a:lnTo>
                  <a:lnTo>
                    <a:pt x="115649" y="1225901"/>
                  </a:lnTo>
                  <a:lnTo>
                    <a:pt x="106979" y="1223282"/>
                  </a:lnTo>
                  <a:lnTo>
                    <a:pt x="98380" y="1220662"/>
                  </a:lnTo>
                  <a:lnTo>
                    <a:pt x="89873" y="1218043"/>
                  </a:lnTo>
                  <a:lnTo>
                    <a:pt x="81485" y="1215424"/>
                  </a:lnTo>
                  <a:lnTo>
                    <a:pt x="73317" y="1212804"/>
                  </a:lnTo>
                  <a:lnTo>
                    <a:pt x="65393" y="1210185"/>
                  </a:lnTo>
                  <a:lnTo>
                    <a:pt x="57715" y="1207565"/>
                  </a:lnTo>
                  <a:lnTo>
                    <a:pt x="50310" y="1204946"/>
                  </a:lnTo>
                  <a:lnTo>
                    <a:pt x="43333" y="1202326"/>
                  </a:lnTo>
                  <a:lnTo>
                    <a:pt x="36773" y="1199707"/>
                  </a:lnTo>
                  <a:lnTo>
                    <a:pt x="30606" y="1197087"/>
                  </a:lnTo>
                  <a:lnTo>
                    <a:pt x="24856" y="1194468"/>
                  </a:lnTo>
                  <a:lnTo>
                    <a:pt x="19721" y="1191849"/>
                  </a:lnTo>
                  <a:lnTo>
                    <a:pt x="15147" y="1189229"/>
                  </a:lnTo>
                  <a:lnTo>
                    <a:pt x="11086" y="1186610"/>
                  </a:lnTo>
                  <a:lnTo>
                    <a:pt x="7554" y="1183990"/>
                  </a:lnTo>
                  <a:lnTo>
                    <a:pt x="4770" y="1181371"/>
                  </a:lnTo>
                  <a:lnTo>
                    <a:pt x="2643" y="1178751"/>
                  </a:lnTo>
                  <a:lnTo>
                    <a:pt x="1099" y="1176132"/>
                  </a:lnTo>
                  <a:lnTo>
                    <a:pt x="146" y="1173512"/>
                  </a:lnTo>
                  <a:lnTo>
                    <a:pt x="31" y="1171456"/>
                  </a:lnTo>
                  <a:lnTo>
                    <a:pt x="0" y="1170893"/>
                  </a:lnTo>
                  <a:lnTo>
                    <a:pt x="540" y="1168274"/>
                  </a:lnTo>
                  <a:lnTo>
                    <a:pt x="1674" y="1165654"/>
                  </a:lnTo>
                  <a:lnTo>
                    <a:pt x="3399" y="1163035"/>
                  </a:lnTo>
                  <a:lnTo>
                    <a:pt x="5906" y="1160415"/>
                  </a:lnTo>
                  <a:lnTo>
                    <a:pt x="9056" y="1157796"/>
                  </a:lnTo>
                  <a:lnTo>
                    <a:pt x="12750" y="1155176"/>
                  </a:lnTo>
                  <a:lnTo>
                    <a:pt x="16974" y="1152557"/>
                  </a:lnTo>
                  <a:lnTo>
                    <a:pt x="21874" y="1149937"/>
                  </a:lnTo>
                  <a:lnTo>
                    <a:pt x="27312" y="1147318"/>
                  </a:lnTo>
                  <a:lnTo>
                    <a:pt x="33188" y="1144698"/>
                  </a:lnTo>
                  <a:lnTo>
                    <a:pt x="39483" y="1142079"/>
                  </a:lnTo>
                  <a:lnTo>
                    <a:pt x="46288" y="1139460"/>
                  </a:lnTo>
                  <a:lnTo>
                    <a:pt x="53475" y="1136840"/>
                  </a:lnTo>
                  <a:lnTo>
                    <a:pt x="60962" y="1134221"/>
                  </a:lnTo>
                  <a:lnTo>
                    <a:pt x="68723" y="1131601"/>
                  </a:lnTo>
                  <a:lnTo>
                    <a:pt x="76792" y="1128982"/>
                  </a:lnTo>
                  <a:lnTo>
                    <a:pt x="85068" y="1126362"/>
                  </a:lnTo>
                  <a:lnTo>
                    <a:pt x="93489" y="1123743"/>
                  </a:lnTo>
                  <a:lnTo>
                    <a:pt x="102029" y="1121123"/>
                  </a:lnTo>
                  <a:lnTo>
                    <a:pt x="110673" y="1118504"/>
                  </a:lnTo>
                  <a:lnTo>
                    <a:pt x="119349" y="1115885"/>
                  </a:lnTo>
                  <a:lnTo>
                    <a:pt x="128023" y="1113265"/>
                  </a:lnTo>
                  <a:lnTo>
                    <a:pt x="136674" y="1110646"/>
                  </a:lnTo>
                  <a:lnTo>
                    <a:pt x="145243" y="1108026"/>
                  </a:lnTo>
                  <a:lnTo>
                    <a:pt x="153697" y="1105407"/>
                  </a:lnTo>
                  <a:lnTo>
                    <a:pt x="162027" y="1102787"/>
                  </a:lnTo>
                  <a:lnTo>
                    <a:pt x="170217" y="1100168"/>
                  </a:lnTo>
                  <a:lnTo>
                    <a:pt x="178184" y="1097548"/>
                  </a:lnTo>
                  <a:lnTo>
                    <a:pt x="185926" y="1094929"/>
                  </a:lnTo>
                  <a:lnTo>
                    <a:pt x="193458" y="1092309"/>
                  </a:lnTo>
                  <a:lnTo>
                    <a:pt x="200770" y="1089690"/>
                  </a:lnTo>
                  <a:lnTo>
                    <a:pt x="207768" y="1087071"/>
                  </a:lnTo>
                  <a:lnTo>
                    <a:pt x="214474" y="1084451"/>
                  </a:lnTo>
                  <a:lnTo>
                    <a:pt x="220924" y="1081832"/>
                  </a:lnTo>
                  <a:lnTo>
                    <a:pt x="227112" y="1079212"/>
                  </a:lnTo>
                  <a:lnTo>
                    <a:pt x="232945" y="1076593"/>
                  </a:lnTo>
                  <a:lnTo>
                    <a:pt x="238462" y="1073973"/>
                  </a:lnTo>
                  <a:lnTo>
                    <a:pt x="243710" y="1071354"/>
                  </a:lnTo>
                  <a:lnTo>
                    <a:pt x="248688" y="1068734"/>
                  </a:lnTo>
                  <a:lnTo>
                    <a:pt x="253312" y="1066115"/>
                  </a:lnTo>
                  <a:lnTo>
                    <a:pt x="257631" y="1063496"/>
                  </a:lnTo>
                  <a:lnTo>
                    <a:pt x="261693" y="1060876"/>
                  </a:lnTo>
                  <a:lnTo>
                    <a:pt x="265504" y="1058257"/>
                  </a:lnTo>
                  <a:lnTo>
                    <a:pt x="268990" y="1055637"/>
                  </a:lnTo>
                  <a:lnTo>
                    <a:pt x="272204" y="1053018"/>
                  </a:lnTo>
                  <a:lnTo>
                    <a:pt x="275193" y="1050398"/>
                  </a:lnTo>
                  <a:lnTo>
                    <a:pt x="277962" y="1047779"/>
                  </a:lnTo>
                  <a:lnTo>
                    <a:pt x="280456" y="1045159"/>
                  </a:lnTo>
                  <a:lnTo>
                    <a:pt x="282720" y="1042540"/>
                  </a:lnTo>
                  <a:lnTo>
                    <a:pt x="284798" y="1039921"/>
                  </a:lnTo>
                  <a:lnTo>
                    <a:pt x="286697" y="1037301"/>
                  </a:lnTo>
                  <a:lnTo>
                    <a:pt x="288372" y="1034682"/>
                  </a:lnTo>
                  <a:lnTo>
                    <a:pt x="289865" y="1032062"/>
                  </a:lnTo>
                  <a:lnTo>
                    <a:pt x="291211" y="1029443"/>
                  </a:lnTo>
                  <a:lnTo>
                    <a:pt x="292416" y="1026823"/>
                  </a:lnTo>
                  <a:lnTo>
                    <a:pt x="293449" y="1024204"/>
                  </a:lnTo>
                  <a:lnTo>
                    <a:pt x="294341" y="1021584"/>
                  </a:lnTo>
                  <a:lnTo>
                    <a:pt x="295122" y="1018965"/>
                  </a:lnTo>
                  <a:lnTo>
                    <a:pt x="295797" y="1016345"/>
                  </a:lnTo>
                  <a:lnTo>
                    <a:pt x="296342" y="1013726"/>
                  </a:lnTo>
                  <a:lnTo>
                    <a:pt x="296782" y="1011107"/>
                  </a:lnTo>
                  <a:lnTo>
                    <a:pt x="297140" y="1008487"/>
                  </a:lnTo>
                  <a:lnTo>
                    <a:pt x="297418" y="1005868"/>
                  </a:lnTo>
                  <a:lnTo>
                    <a:pt x="297602" y="1003248"/>
                  </a:lnTo>
                  <a:lnTo>
                    <a:pt x="297708" y="1000629"/>
                  </a:lnTo>
                  <a:lnTo>
                    <a:pt x="297753" y="998009"/>
                  </a:lnTo>
                  <a:lnTo>
                    <a:pt x="297740" y="995390"/>
                  </a:lnTo>
                  <a:lnTo>
                    <a:pt x="297658" y="992770"/>
                  </a:lnTo>
                  <a:lnTo>
                    <a:pt x="297518" y="990151"/>
                  </a:lnTo>
                  <a:lnTo>
                    <a:pt x="297333" y="987532"/>
                  </a:lnTo>
                  <a:lnTo>
                    <a:pt x="297106" y="984912"/>
                  </a:lnTo>
                  <a:lnTo>
                    <a:pt x="296827" y="982293"/>
                  </a:lnTo>
                  <a:lnTo>
                    <a:pt x="296505" y="979673"/>
                  </a:lnTo>
                  <a:lnTo>
                    <a:pt x="296150" y="977054"/>
                  </a:lnTo>
                  <a:lnTo>
                    <a:pt x="295763" y="974434"/>
                  </a:lnTo>
                  <a:lnTo>
                    <a:pt x="295338" y="971815"/>
                  </a:lnTo>
                  <a:lnTo>
                    <a:pt x="294881" y="969195"/>
                  </a:lnTo>
                  <a:lnTo>
                    <a:pt x="294399" y="966576"/>
                  </a:lnTo>
                  <a:lnTo>
                    <a:pt x="293893" y="963957"/>
                  </a:lnTo>
                  <a:lnTo>
                    <a:pt x="293359" y="961337"/>
                  </a:lnTo>
                  <a:lnTo>
                    <a:pt x="292801" y="958718"/>
                  </a:lnTo>
                  <a:lnTo>
                    <a:pt x="292225" y="956098"/>
                  </a:lnTo>
                  <a:lnTo>
                    <a:pt x="291633" y="953479"/>
                  </a:lnTo>
                  <a:lnTo>
                    <a:pt x="291019" y="950859"/>
                  </a:lnTo>
                  <a:lnTo>
                    <a:pt x="290390" y="948240"/>
                  </a:lnTo>
                  <a:lnTo>
                    <a:pt x="289748" y="945620"/>
                  </a:lnTo>
                  <a:lnTo>
                    <a:pt x="289094" y="943001"/>
                  </a:lnTo>
                  <a:lnTo>
                    <a:pt x="288427" y="940381"/>
                  </a:lnTo>
                  <a:lnTo>
                    <a:pt x="287750" y="937762"/>
                  </a:lnTo>
                  <a:lnTo>
                    <a:pt x="287066" y="935143"/>
                  </a:lnTo>
                  <a:lnTo>
                    <a:pt x="286375" y="932523"/>
                  </a:lnTo>
                  <a:lnTo>
                    <a:pt x="285677" y="929904"/>
                  </a:lnTo>
                  <a:lnTo>
                    <a:pt x="284975" y="927284"/>
                  </a:lnTo>
                  <a:lnTo>
                    <a:pt x="284270" y="924665"/>
                  </a:lnTo>
                  <a:lnTo>
                    <a:pt x="283562" y="922045"/>
                  </a:lnTo>
                  <a:lnTo>
                    <a:pt x="282854" y="919426"/>
                  </a:lnTo>
                  <a:lnTo>
                    <a:pt x="282146" y="916806"/>
                  </a:lnTo>
                  <a:lnTo>
                    <a:pt x="281439" y="914187"/>
                  </a:lnTo>
                  <a:lnTo>
                    <a:pt x="280733" y="911568"/>
                  </a:lnTo>
                  <a:lnTo>
                    <a:pt x="280031" y="908948"/>
                  </a:lnTo>
                  <a:lnTo>
                    <a:pt x="279333" y="906329"/>
                  </a:lnTo>
                  <a:lnTo>
                    <a:pt x="278640" y="903709"/>
                  </a:lnTo>
                  <a:lnTo>
                    <a:pt x="277951" y="901090"/>
                  </a:lnTo>
                  <a:lnTo>
                    <a:pt x="277269" y="898470"/>
                  </a:lnTo>
                  <a:lnTo>
                    <a:pt x="276594" y="895851"/>
                  </a:lnTo>
                  <a:lnTo>
                    <a:pt x="275926" y="893231"/>
                  </a:lnTo>
                  <a:lnTo>
                    <a:pt x="275265" y="890612"/>
                  </a:lnTo>
                  <a:lnTo>
                    <a:pt x="274613" y="887993"/>
                  </a:lnTo>
                  <a:lnTo>
                    <a:pt x="273971" y="885373"/>
                  </a:lnTo>
                  <a:lnTo>
                    <a:pt x="273337" y="882754"/>
                  </a:lnTo>
                  <a:lnTo>
                    <a:pt x="272712" y="880134"/>
                  </a:lnTo>
                  <a:lnTo>
                    <a:pt x="272098" y="877515"/>
                  </a:lnTo>
                  <a:lnTo>
                    <a:pt x="271496" y="874895"/>
                  </a:lnTo>
                  <a:lnTo>
                    <a:pt x="270903" y="872276"/>
                  </a:lnTo>
                  <a:lnTo>
                    <a:pt x="270319" y="869656"/>
                  </a:lnTo>
                  <a:lnTo>
                    <a:pt x="269749" y="867037"/>
                  </a:lnTo>
                  <a:lnTo>
                    <a:pt x="269191" y="864417"/>
                  </a:lnTo>
                  <a:lnTo>
                    <a:pt x="268693" y="862033"/>
                  </a:lnTo>
                  <a:lnTo>
                    <a:pt x="268644" y="861798"/>
                  </a:lnTo>
                  <a:lnTo>
                    <a:pt x="268108" y="859179"/>
                  </a:lnTo>
                  <a:lnTo>
                    <a:pt x="267587" y="856559"/>
                  </a:lnTo>
                  <a:lnTo>
                    <a:pt x="267080" y="853940"/>
                  </a:lnTo>
                  <a:lnTo>
                    <a:pt x="266584" y="851320"/>
                  </a:lnTo>
                  <a:lnTo>
                    <a:pt x="266101" y="848701"/>
                  </a:lnTo>
                  <a:lnTo>
                    <a:pt x="265635" y="846081"/>
                  </a:lnTo>
                  <a:lnTo>
                    <a:pt x="265184" y="843462"/>
                  </a:lnTo>
                  <a:lnTo>
                    <a:pt x="264747" y="840842"/>
                  </a:lnTo>
                  <a:lnTo>
                    <a:pt x="264323" y="838223"/>
                  </a:lnTo>
                  <a:lnTo>
                    <a:pt x="263917" y="835604"/>
                  </a:lnTo>
                  <a:lnTo>
                    <a:pt x="263530" y="832984"/>
                  </a:lnTo>
                  <a:lnTo>
                    <a:pt x="263157" y="830365"/>
                  </a:lnTo>
                  <a:lnTo>
                    <a:pt x="262799" y="827745"/>
                  </a:lnTo>
                  <a:lnTo>
                    <a:pt x="262462" y="825126"/>
                  </a:lnTo>
                  <a:lnTo>
                    <a:pt x="262143" y="822506"/>
                  </a:lnTo>
                  <a:lnTo>
                    <a:pt x="261841" y="819887"/>
                  </a:lnTo>
                  <a:lnTo>
                    <a:pt x="261556" y="817267"/>
                  </a:lnTo>
                  <a:lnTo>
                    <a:pt x="261291" y="814648"/>
                  </a:lnTo>
                  <a:lnTo>
                    <a:pt x="261048" y="812029"/>
                  </a:lnTo>
                  <a:lnTo>
                    <a:pt x="260821" y="809409"/>
                  </a:lnTo>
                  <a:lnTo>
                    <a:pt x="260611" y="806790"/>
                  </a:lnTo>
                  <a:lnTo>
                    <a:pt x="260422" y="804170"/>
                  </a:lnTo>
                  <a:lnTo>
                    <a:pt x="260254" y="801551"/>
                  </a:lnTo>
                  <a:lnTo>
                    <a:pt x="260103" y="798931"/>
                  </a:lnTo>
                  <a:lnTo>
                    <a:pt x="259968" y="796312"/>
                  </a:lnTo>
                  <a:lnTo>
                    <a:pt x="259854" y="793692"/>
                  </a:lnTo>
                  <a:lnTo>
                    <a:pt x="259760" y="791073"/>
                  </a:lnTo>
                  <a:lnTo>
                    <a:pt x="259681" y="788453"/>
                  </a:lnTo>
                  <a:lnTo>
                    <a:pt x="259617" y="785834"/>
                  </a:lnTo>
                  <a:lnTo>
                    <a:pt x="259571" y="783215"/>
                  </a:lnTo>
                  <a:lnTo>
                    <a:pt x="259542" y="780595"/>
                  </a:lnTo>
                  <a:lnTo>
                    <a:pt x="259527" y="777976"/>
                  </a:lnTo>
                  <a:lnTo>
                    <a:pt x="259524" y="775356"/>
                  </a:lnTo>
                  <a:lnTo>
                    <a:pt x="259536" y="772737"/>
                  </a:lnTo>
                  <a:lnTo>
                    <a:pt x="259562" y="770117"/>
                  </a:lnTo>
                  <a:lnTo>
                    <a:pt x="259598" y="767498"/>
                  </a:lnTo>
                  <a:lnTo>
                    <a:pt x="259644" y="764878"/>
                  </a:lnTo>
                  <a:lnTo>
                    <a:pt x="259701" y="762259"/>
                  </a:lnTo>
                  <a:lnTo>
                    <a:pt x="259767" y="759640"/>
                  </a:lnTo>
                  <a:lnTo>
                    <a:pt x="259841" y="757020"/>
                  </a:lnTo>
                  <a:lnTo>
                    <a:pt x="259921" y="754401"/>
                  </a:lnTo>
                  <a:lnTo>
                    <a:pt x="260008" y="751781"/>
                  </a:lnTo>
                  <a:lnTo>
                    <a:pt x="260101" y="749162"/>
                  </a:lnTo>
                  <a:lnTo>
                    <a:pt x="260199" y="746542"/>
                  </a:lnTo>
                  <a:lnTo>
                    <a:pt x="260299" y="743923"/>
                  </a:lnTo>
                  <a:lnTo>
                    <a:pt x="260404" y="741303"/>
                  </a:lnTo>
                  <a:lnTo>
                    <a:pt x="260511" y="738684"/>
                  </a:lnTo>
                  <a:lnTo>
                    <a:pt x="260621" y="736065"/>
                  </a:lnTo>
                  <a:lnTo>
                    <a:pt x="260731" y="733445"/>
                  </a:lnTo>
                  <a:lnTo>
                    <a:pt x="260843" y="730826"/>
                  </a:lnTo>
                  <a:lnTo>
                    <a:pt x="260956" y="728206"/>
                  </a:lnTo>
                  <a:lnTo>
                    <a:pt x="261070" y="725587"/>
                  </a:lnTo>
                  <a:lnTo>
                    <a:pt x="261183" y="722967"/>
                  </a:lnTo>
                  <a:lnTo>
                    <a:pt x="261297" y="720348"/>
                  </a:lnTo>
                  <a:lnTo>
                    <a:pt x="261411" y="717728"/>
                  </a:lnTo>
                  <a:lnTo>
                    <a:pt x="261526" y="715109"/>
                  </a:lnTo>
                  <a:lnTo>
                    <a:pt x="261640" y="712489"/>
                  </a:lnTo>
                  <a:lnTo>
                    <a:pt x="261755" y="709870"/>
                  </a:lnTo>
                  <a:lnTo>
                    <a:pt x="261871" y="707251"/>
                  </a:lnTo>
                  <a:lnTo>
                    <a:pt x="261987" y="704631"/>
                  </a:lnTo>
                  <a:lnTo>
                    <a:pt x="262105" y="702012"/>
                  </a:lnTo>
                  <a:lnTo>
                    <a:pt x="262224" y="699392"/>
                  </a:lnTo>
                  <a:lnTo>
                    <a:pt x="262345" y="696773"/>
                  </a:lnTo>
                  <a:lnTo>
                    <a:pt x="262469" y="694153"/>
                  </a:lnTo>
                  <a:lnTo>
                    <a:pt x="262595" y="691534"/>
                  </a:lnTo>
                  <a:lnTo>
                    <a:pt x="262724" y="688914"/>
                  </a:lnTo>
                  <a:lnTo>
                    <a:pt x="262858" y="686295"/>
                  </a:lnTo>
                  <a:lnTo>
                    <a:pt x="262996" y="683676"/>
                  </a:lnTo>
                  <a:lnTo>
                    <a:pt x="263137" y="681056"/>
                  </a:lnTo>
                  <a:lnTo>
                    <a:pt x="263285" y="678437"/>
                  </a:lnTo>
                  <a:lnTo>
                    <a:pt x="263439" y="675817"/>
                  </a:lnTo>
                  <a:lnTo>
                    <a:pt x="263599" y="673198"/>
                  </a:lnTo>
                  <a:lnTo>
                    <a:pt x="263765" y="670578"/>
                  </a:lnTo>
                  <a:lnTo>
                    <a:pt x="263939" y="667959"/>
                  </a:lnTo>
                  <a:lnTo>
                    <a:pt x="264121" y="665339"/>
                  </a:lnTo>
                  <a:lnTo>
                    <a:pt x="264311" y="662720"/>
                  </a:lnTo>
                  <a:lnTo>
                    <a:pt x="264509" y="660101"/>
                  </a:lnTo>
                  <a:lnTo>
                    <a:pt x="264716" y="657481"/>
                  </a:lnTo>
                  <a:lnTo>
                    <a:pt x="264933" y="654862"/>
                  </a:lnTo>
                  <a:lnTo>
                    <a:pt x="265160" y="652242"/>
                  </a:lnTo>
                  <a:lnTo>
                    <a:pt x="265395" y="649623"/>
                  </a:lnTo>
                  <a:lnTo>
                    <a:pt x="265641" y="647003"/>
                  </a:lnTo>
                  <a:lnTo>
                    <a:pt x="265899" y="644384"/>
                  </a:lnTo>
                  <a:lnTo>
                    <a:pt x="266166" y="641764"/>
                  </a:lnTo>
                  <a:lnTo>
                    <a:pt x="266442" y="639145"/>
                  </a:lnTo>
                  <a:lnTo>
                    <a:pt x="266730" y="636525"/>
                  </a:lnTo>
                  <a:lnTo>
                    <a:pt x="267030" y="633906"/>
                  </a:lnTo>
                  <a:lnTo>
                    <a:pt x="267340" y="631287"/>
                  </a:lnTo>
                  <a:lnTo>
                    <a:pt x="267659" y="628667"/>
                  </a:lnTo>
                  <a:lnTo>
                    <a:pt x="267991" y="626048"/>
                  </a:lnTo>
                  <a:lnTo>
                    <a:pt x="268333" y="623428"/>
                  </a:lnTo>
                  <a:lnTo>
                    <a:pt x="268685" y="620809"/>
                  </a:lnTo>
                  <a:lnTo>
                    <a:pt x="269047" y="618189"/>
                  </a:lnTo>
                  <a:lnTo>
                    <a:pt x="269419" y="615570"/>
                  </a:lnTo>
                  <a:lnTo>
                    <a:pt x="269802" y="612950"/>
                  </a:lnTo>
                  <a:lnTo>
                    <a:pt x="270193" y="610331"/>
                  </a:lnTo>
                  <a:lnTo>
                    <a:pt x="270593" y="607712"/>
                  </a:lnTo>
                  <a:lnTo>
                    <a:pt x="271002" y="605092"/>
                  </a:lnTo>
                  <a:lnTo>
                    <a:pt x="271421" y="602473"/>
                  </a:lnTo>
                  <a:lnTo>
                    <a:pt x="271847" y="599853"/>
                  </a:lnTo>
                  <a:lnTo>
                    <a:pt x="272280" y="597234"/>
                  </a:lnTo>
                  <a:lnTo>
                    <a:pt x="272720" y="594614"/>
                  </a:lnTo>
                  <a:lnTo>
                    <a:pt x="273169" y="591995"/>
                  </a:lnTo>
                  <a:lnTo>
                    <a:pt x="273623" y="589375"/>
                  </a:lnTo>
                  <a:lnTo>
                    <a:pt x="274082" y="586756"/>
                  </a:lnTo>
                  <a:lnTo>
                    <a:pt x="274547" y="584137"/>
                  </a:lnTo>
                  <a:lnTo>
                    <a:pt x="275018" y="581517"/>
                  </a:lnTo>
                  <a:lnTo>
                    <a:pt x="275493" y="578898"/>
                  </a:lnTo>
                  <a:lnTo>
                    <a:pt x="275972" y="576278"/>
                  </a:lnTo>
                  <a:lnTo>
                    <a:pt x="276454" y="573659"/>
                  </a:lnTo>
                  <a:lnTo>
                    <a:pt x="276940" y="571039"/>
                  </a:lnTo>
                  <a:lnTo>
                    <a:pt x="277428" y="568420"/>
                  </a:lnTo>
                  <a:lnTo>
                    <a:pt x="277918" y="565800"/>
                  </a:lnTo>
                  <a:lnTo>
                    <a:pt x="278410" y="563181"/>
                  </a:lnTo>
                  <a:lnTo>
                    <a:pt x="278903" y="560561"/>
                  </a:lnTo>
                  <a:lnTo>
                    <a:pt x="279397" y="557942"/>
                  </a:lnTo>
                  <a:lnTo>
                    <a:pt x="279892" y="555323"/>
                  </a:lnTo>
                  <a:lnTo>
                    <a:pt x="280386" y="552703"/>
                  </a:lnTo>
                  <a:lnTo>
                    <a:pt x="280881" y="550084"/>
                  </a:lnTo>
                  <a:lnTo>
                    <a:pt x="281374" y="547464"/>
                  </a:lnTo>
                  <a:lnTo>
                    <a:pt x="281867" y="544845"/>
                  </a:lnTo>
                  <a:lnTo>
                    <a:pt x="282358" y="542225"/>
                  </a:lnTo>
                  <a:lnTo>
                    <a:pt x="282847" y="539606"/>
                  </a:lnTo>
                  <a:lnTo>
                    <a:pt x="283334" y="536986"/>
                  </a:lnTo>
                  <a:lnTo>
                    <a:pt x="283819" y="534367"/>
                  </a:lnTo>
                  <a:lnTo>
                    <a:pt x="284301" y="531748"/>
                  </a:lnTo>
                  <a:lnTo>
                    <a:pt x="284780" y="529128"/>
                  </a:lnTo>
                  <a:lnTo>
                    <a:pt x="285256" y="526509"/>
                  </a:lnTo>
                  <a:lnTo>
                    <a:pt x="285729" y="523889"/>
                  </a:lnTo>
                  <a:lnTo>
                    <a:pt x="286198" y="521270"/>
                  </a:lnTo>
                  <a:lnTo>
                    <a:pt x="286663" y="518650"/>
                  </a:lnTo>
                  <a:lnTo>
                    <a:pt x="287123" y="516031"/>
                  </a:lnTo>
                  <a:lnTo>
                    <a:pt x="287580" y="513411"/>
                  </a:lnTo>
                  <a:lnTo>
                    <a:pt x="288032" y="510792"/>
                  </a:lnTo>
                  <a:lnTo>
                    <a:pt x="288478" y="508172"/>
                  </a:lnTo>
                  <a:lnTo>
                    <a:pt x="288920" y="505553"/>
                  </a:lnTo>
                  <a:lnTo>
                    <a:pt x="289357" y="502934"/>
                  </a:lnTo>
                  <a:lnTo>
                    <a:pt x="289789" y="500314"/>
                  </a:lnTo>
                  <a:lnTo>
                    <a:pt x="290213" y="497695"/>
                  </a:lnTo>
                  <a:lnTo>
                    <a:pt x="290633" y="495075"/>
                  </a:lnTo>
                  <a:lnTo>
                    <a:pt x="291047" y="492456"/>
                  </a:lnTo>
                  <a:lnTo>
                    <a:pt x="291454" y="489836"/>
                  </a:lnTo>
                  <a:lnTo>
                    <a:pt x="291854" y="487217"/>
                  </a:lnTo>
                  <a:lnTo>
                    <a:pt x="292248" y="484597"/>
                  </a:lnTo>
                  <a:lnTo>
                    <a:pt x="292636" y="481978"/>
                  </a:lnTo>
                  <a:lnTo>
                    <a:pt x="293016" y="479359"/>
                  </a:lnTo>
                  <a:lnTo>
                    <a:pt x="293388" y="476739"/>
                  </a:lnTo>
                  <a:lnTo>
                    <a:pt x="293753" y="474120"/>
                  </a:lnTo>
                  <a:lnTo>
                    <a:pt x="294111" y="471500"/>
                  </a:lnTo>
                  <a:lnTo>
                    <a:pt x="294461" y="468881"/>
                  </a:lnTo>
                  <a:lnTo>
                    <a:pt x="294802" y="466261"/>
                  </a:lnTo>
                  <a:lnTo>
                    <a:pt x="295135" y="463642"/>
                  </a:lnTo>
                  <a:lnTo>
                    <a:pt x="295461" y="461022"/>
                  </a:lnTo>
                  <a:lnTo>
                    <a:pt x="295777" y="458403"/>
                  </a:lnTo>
                  <a:lnTo>
                    <a:pt x="296084" y="455784"/>
                  </a:lnTo>
                  <a:lnTo>
                    <a:pt x="296383" y="453164"/>
                  </a:lnTo>
                  <a:lnTo>
                    <a:pt x="296673" y="450545"/>
                  </a:lnTo>
                  <a:lnTo>
                    <a:pt x="296954" y="447925"/>
                  </a:lnTo>
                  <a:lnTo>
                    <a:pt x="297224" y="445306"/>
                  </a:lnTo>
                  <a:lnTo>
                    <a:pt x="297486" y="442686"/>
                  </a:lnTo>
                  <a:lnTo>
                    <a:pt x="297739" y="440067"/>
                  </a:lnTo>
                  <a:lnTo>
                    <a:pt x="297982" y="437447"/>
                  </a:lnTo>
                  <a:lnTo>
                    <a:pt x="298214" y="434828"/>
                  </a:lnTo>
                  <a:lnTo>
                    <a:pt x="298437" y="432208"/>
                  </a:lnTo>
                  <a:lnTo>
                    <a:pt x="298651" y="429589"/>
                  </a:lnTo>
                  <a:lnTo>
                    <a:pt x="298855" y="426970"/>
                  </a:lnTo>
                  <a:lnTo>
                    <a:pt x="299048" y="424350"/>
                  </a:lnTo>
                  <a:lnTo>
                    <a:pt x="299232" y="421731"/>
                  </a:lnTo>
                  <a:lnTo>
                    <a:pt x="299407" y="419111"/>
                  </a:lnTo>
                  <a:lnTo>
                    <a:pt x="299572" y="416492"/>
                  </a:lnTo>
                  <a:lnTo>
                    <a:pt x="299726" y="413872"/>
                  </a:lnTo>
                  <a:lnTo>
                    <a:pt x="299872" y="411253"/>
                  </a:lnTo>
                  <a:lnTo>
                    <a:pt x="300010" y="408633"/>
                  </a:lnTo>
                  <a:lnTo>
                    <a:pt x="300138" y="406014"/>
                  </a:lnTo>
                  <a:lnTo>
                    <a:pt x="300255" y="403395"/>
                  </a:lnTo>
                  <a:lnTo>
                    <a:pt x="300365" y="400775"/>
                  </a:lnTo>
                  <a:lnTo>
                    <a:pt x="300467" y="398156"/>
                  </a:lnTo>
                  <a:lnTo>
                    <a:pt x="300561" y="395536"/>
                  </a:lnTo>
                  <a:lnTo>
                    <a:pt x="300646" y="392917"/>
                  </a:lnTo>
                  <a:lnTo>
                    <a:pt x="300724" y="390297"/>
                  </a:lnTo>
                  <a:lnTo>
                    <a:pt x="300796" y="387678"/>
                  </a:lnTo>
                  <a:lnTo>
                    <a:pt x="300860" y="385058"/>
                  </a:lnTo>
                  <a:lnTo>
                    <a:pt x="300918" y="382439"/>
                  </a:lnTo>
                  <a:lnTo>
                    <a:pt x="300970" y="379820"/>
                  </a:lnTo>
                  <a:lnTo>
                    <a:pt x="301017" y="377200"/>
                  </a:lnTo>
                  <a:lnTo>
                    <a:pt x="301059" y="374581"/>
                  </a:lnTo>
                  <a:lnTo>
                    <a:pt x="301095" y="371961"/>
                  </a:lnTo>
                  <a:lnTo>
                    <a:pt x="301128" y="369342"/>
                  </a:lnTo>
                  <a:lnTo>
                    <a:pt x="301157" y="366722"/>
                  </a:lnTo>
                  <a:lnTo>
                    <a:pt x="301183" y="364103"/>
                  </a:lnTo>
                  <a:lnTo>
                    <a:pt x="301206" y="361483"/>
                  </a:lnTo>
                  <a:lnTo>
                    <a:pt x="301227" y="358864"/>
                  </a:lnTo>
                  <a:lnTo>
                    <a:pt x="301247" y="356244"/>
                  </a:lnTo>
                  <a:lnTo>
                    <a:pt x="301265" y="353625"/>
                  </a:lnTo>
                  <a:lnTo>
                    <a:pt x="301281" y="351006"/>
                  </a:lnTo>
                  <a:lnTo>
                    <a:pt x="301298" y="348386"/>
                  </a:lnTo>
                  <a:lnTo>
                    <a:pt x="301314" y="345767"/>
                  </a:lnTo>
                  <a:lnTo>
                    <a:pt x="301330" y="343147"/>
                  </a:lnTo>
                  <a:lnTo>
                    <a:pt x="301347" y="340528"/>
                  </a:lnTo>
                  <a:lnTo>
                    <a:pt x="301365" y="337908"/>
                  </a:lnTo>
                  <a:lnTo>
                    <a:pt x="301384" y="335289"/>
                  </a:lnTo>
                  <a:lnTo>
                    <a:pt x="301404" y="332669"/>
                  </a:lnTo>
                  <a:lnTo>
                    <a:pt x="301426" y="330050"/>
                  </a:lnTo>
                  <a:lnTo>
                    <a:pt x="301450" y="327431"/>
                  </a:lnTo>
                  <a:lnTo>
                    <a:pt x="301476" y="324811"/>
                  </a:lnTo>
                  <a:lnTo>
                    <a:pt x="301504" y="322192"/>
                  </a:lnTo>
                  <a:lnTo>
                    <a:pt x="301534" y="319572"/>
                  </a:lnTo>
                  <a:lnTo>
                    <a:pt x="301566" y="316953"/>
                  </a:lnTo>
                  <a:lnTo>
                    <a:pt x="301601" y="314333"/>
                  </a:lnTo>
                  <a:lnTo>
                    <a:pt x="301637" y="311714"/>
                  </a:lnTo>
                  <a:lnTo>
                    <a:pt x="301676" y="309094"/>
                  </a:lnTo>
                  <a:lnTo>
                    <a:pt x="301717" y="306475"/>
                  </a:lnTo>
                  <a:lnTo>
                    <a:pt x="301760" y="303856"/>
                  </a:lnTo>
                  <a:lnTo>
                    <a:pt x="301804" y="301236"/>
                  </a:lnTo>
                  <a:lnTo>
                    <a:pt x="301851" y="298617"/>
                  </a:lnTo>
                  <a:lnTo>
                    <a:pt x="301899" y="295997"/>
                  </a:lnTo>
                  <a:lnTo>
                    <a:pt x="301948" y="293378"/>
                  </a:lnTo>
                  <a:lnTo>
                    <a:pt x="301998" y="290758"/>
                  </a:lnTo>
                  <a:lnTo>
                    <a:pt x="302049" y="288139"/>
                  </a:lnTo>
                  <a:lnTo>
                    <a:pt x="302101" y="285519"/>
                  </a:lnTo>
                  <a:lnTo>
                    <a:pt x="302153" y="282900"/>
                  </a:lnTo>
                  <a:lnTo>
                    <a:pt x="302205" y="280280"/>
                  </a:lnTo>
                  <a:lnTo>
                    <a:pt x="302257" y="277661"/>
                  </a:lnTo>
                  <a:lnTo>
                    <a:pt x="302309" y="275042"/>
                  </a:lnTo>
                  <a:lnTo>
                    <a:pt x="302360" y="272422"/>
                  </a:lnTo>
                  <a:lnTo>
                    <a:pt x="302411" y="269803"/>
                  </a:lnTo>
                  <a:lnTo>
                    <a:pt x="302460" y="267183"/>
                  </a:lnTo>
                  <a:lnTo>
                    <a:pt x="302509" y="264564"/>
                  </a:lnTo>
                  <a:lnTo>
                    <a:pt x="302556" y="261944"/>
                  </a:lnTo>
                  <a:lnTo>
                    <a:pt x="302601" y="259325"/>
                  </a:lnTo>
                  <a:lnTo>
                    <a:pt x="302645" y="256705"/>
                  </a:lnTo>
                  <a:lnTo>
                    <a:pt x="302687" y="254086"/>
                  </a:lnTo>
                  <a:lnTo>
                    <a:pt x="302727" y="251467"/>
                  </a:lnTo>
                  <a:lnTo>
                    <a:pt x="302765" y="248847"/>
                  </a:lnTo>
                  <a:lnTo>
                    <a:pt x="302800" y="246228"/>
                  </a:lnTo>
                  <a:lnTo>
                    <a:pt x="302834" y="243608"/>
                  </a:lnTo>
                  <a:lnTo>
                    <a:pt x="302865" y="240989"/>
                  </a:lnTo>
                  <a:lnTo>
                    <a:pt x="302895" y="238369"/>
                  </a:lnTo>
                  <a:lnTo>
                    <a:pt x="302922" y="235750"/>
                  </a:lnTo>
                  <a:lnTo>
                    <a:pt x="302947" y="233130"/>
                  </a:lnTo>
                  <a:lnTo>
                    <a:pt x="302970" y="230511"/>
                  </a:lnTo>
                  <a:lnTo>
                    <a:pt x="302991" y="227892"/>
                  </a:lnTo>
                  <a:lnTo>
                    <a:pt x="303010" y="225272"/>
                  </a:lnTo>
                  <a:lnTo>
                    <a:pt x="303027" y="222653"/>
                  </a:lnTo>
                  <a:lnTo>
                    <a:pt x="303043" y="220033"/>
                  </a:lnTo>
                  <a:lnTo>
                    <a:pt x="303057" y="217414"/>
                  </a:lnTo>
                  <a:lnTo>
                    <a:pt x="303070" y="214794"/>
                  </a:lnTo>
                  <a:lnTo>
                    <a:pt x="303082" y="212175"/>
                  </a:lnTo>
                  <a:lnTo>
                    <a:pt x="303092" y="209555"/>
                  </a:lnTo>
                  <a:lnTo>
                    <a:pt x="303103" y="206936"/>
                  </a:lnTo>
                  <a:lnTo>
                    <a:pt x="303112" y="204316"/>
                  </a:lnTo>
                  <a:lnTo>
                    <a:pt x="303121" y="201697"/>
                  </a:lnTo>
                  <a:lnTo>
                    <a:pt x="303130" y="199078"/>
                  </a:lnTo>
                  <a:lnTo>
                    <a:pt x="303140" y="196458"/>
                  </a:lnTo>
                  <a:lnTo>
                    <a:pt x="303149" y="193839"/>
                  </a:lnTo>
                  <a:lnTo>
                    <a:pt x="303159" y="191219"/>
                  </a:lnTo>
                  <a:lnTo>
                    <a:pt x="303169" y="188600"/>
                  </a:lnTo>
                  <a:lnTo>
                    <a:pt x="303180" y="185980"/>
                  </a:lnTo>
                  <a:lnTo>
                    <a:pt x="303192" y="183361"/>
                  </a:lnTo>
                  <a:lnTo>
                    <a:pt x="303206" y="180741"/>
                  </a:lnTo>
                  <a:lnTo>
                    <a:pt x="303220" y="178122"/>
                  </a:lnTo>
                  <a:lnTo>
                    <a:pt x="303235" y="175503"/>
                  </a:lnTo>
                  <a:lnTo>
                    <a:pt x="303253" y="172883"/>
                  </a:lnTo>
                  <a:lnTo>
                    <a:pt x="303272" y="170264"/>
                  </a:lnTo>
                  <a:lnTo>
                    <a:pt x="303292" y="167644"/>
                  </a:lnTo>
                  <a:lnTo>
                    <a:pt x="303313" y="165025"/>
                  </a:lnTo>
                  <a:lnTo>
                    <a:pt x="303337" y="162405"/>
                  </a:lnTo>
                  <a:lnTo>
                    <a:pt x="303362" y="159786"/>
                  </a:lnTo>
                  <a:lnTo>
                    <a:pt x="303389" y="157166"/>
                  </a:lnTo>
                  <a:lnTo>
                    <a:pt x="303417" y="154547"/>
                  </a:lnTo>
                  <a:lnTo>
                    <a:pt x="303447" y="151928"/>
                  </a:lnTo>
                  <a:lnTo>
                    <a:pt x="303479" y="149308"/>
                  </a:lnTo>
                  <a:lnTo>
                    <a:pt x="303512" y="146689"/>
                  </a:lnTo>
                  <a:lnTo>
                    <a:pt x="303546" y="144069"/>
                  </a:lnTo>
                  <a:lnTo>
                    <a:pt x="303582" y="141450"/>
                  </a:lnTo>
                  <a:lnTo>
                    <a:pt x="303618" y="138830"/>
                  </a:lnTo>
                  <a:lnTo>
                    <a:pt x="303656" y="136211"/>
                  </a:lnTo>
                  <a:lnTo>
                    <a:pt x="303694" y="133591"/>
                  </a:lnTo>
                  <a:lnTo>
                    <a:pt x="303734" y="130972"/>
                  </a:lnTo>
                  <a:lnTo>
                    <a:pt x="303773" y="128352"/>
                  </a:lnTo>
                  <a:lnTo>
                    <a:pt x="303814" y="125733"/>
                  </a:lnTo>
                  <a:lnTo>
                    <a:pt x="303854" y="123114"/>
                  </a:lnTo>
                  <a:lnTo>
                    <a:pt x="303895" y="120494"/>
                  </a:lnTo>
                  <a:lnTo>
                    <a:pt x="303936" y="117875"/>
                  </a:lnTo>
                  <a:lnTo>
                    <a:pt x="303976" y="115255"/>
                  </a:lnTo>
                  <a:lnTo>
                    <a:pt x="304017" y="112636"/>
                  </a:lnTo>
                  <a:lnTo>
                    <a:pt x="304056" y="110016"/>
                  </a:lnTo>
                  <a:lnTo>
                    <a:pt x="304096" y="107397"/>
                  </a:lnTo>
                  <a:lnTo>
                    <a:pt x="304134" y="104777"/>
                  </a:lnTo>
                  <a:lnTo>
                    <a:pt x="304172" y="102158"/>
                  </a:lnTo>
                  <a:lnTo>
                    <a:pt x="304209" y="99539"/>
                  </a:lnTo>
                  <a:lnTo>
                    <a:pt x="304245" y="96919"/>
                  </a:lnTo>
                  <a:lnTo>
                    <a:pt x="304280" y="94300"/>
                  </a:lnTo>
                  <a:lnTo>
                    <a:pt x="304314" y="91680"/>
                  </a:lnTo>
                  <a:lnTo>
                    <a:pt x="304346" y="89061"/>
                  </a:lnTo>
                  <a:lnTo>
                    <a:pt x="304378" y="86441"/>
                  </a:lnTo>
                  <a:lnTo>
                    <a:pt x="304408" y="83822"/>
                  </a:lnTo>
                  <a:lnTo>
                    <a:pt x="304437" y="81202"/>
                  </a:lnTo>
                  <a:lnTo>
                    <a:pt x="304464" y="78583"/>
                  </a:lnTo>
                  <a:lnTo>
                    <a:pt x="304490" y="75964"/>
                  </a:lnTo>
                  <a:lnTo>
                    <a:pt x="304515" y="73344"/>
                  </a:lnTo>
                  <a:lnTo>
                    <a:pt x="304538" y="70725"/>
                  </a:lnTo>
                  <a:lnTo>
                    <a:pt x="304560" y="68105"/>
                  </a:lnTo>
                  <a:lnTo>
                    <a:pt x="304581" y="65486"/>
                  </a:lnTo>
                  <a:lnTo>
                    <a:pt x="304600" y="62866"/>
                  </a:lnTo>
                  <a:lnTo>
                    <a:pt x="304619" y="60247"/>
                  </a:lnTo>
                  <a:lnTo>
                    <a:pt x="304635" y="57627"/>
                  </a:lnTo>
                  <a:lnTo>
                    <a:pt x="304651" y="55008"/>
                  </a:lnTo>
                  <a:lnTo>
                    <a:pt x="304666" y="52388"/>
                  </a:lnTo>
                  <a:lnTo>
                    <a:pt x="304679" y="49769"/>
                  </a:lnTo>
                  <a:lnTo>
                    <a:pt x="304692" y="47150"/>
                  </a:lnTo>
                  <a:lnTo>
                    <a:pt x="304703" y="44530"/>
                  </a:lnTo>
                  <a:lnTo>
                    <a:pt x="304714" y="41911"/>
                  </a:lnTo>
                  <a:lnTo>
                    <a:pt x="304724" y="39291"/>
                  </a:lnTo>
                  <a:lnTo>
                    <a:pt x="304732" y="36672"/>
                  </a:lnTo>
                  <a:lnTo>
                    <a:pt x="304740" y="34052"/>
                  </a:lnTo>
                  <a:lnTo>
                    <a:pt x="304748" y="31433"/>
                  </a:lnTo>
                  <a:lnTo>
                    <a:pt x="304754" y="28813"/>
                  </a:lnTo>
                  <a:lnTo>
                    <a:pt x="304760" y="26194"/>
                  </a:lnTo>
                  <a:lnTo>
                    <a:pt x="304766" y="23575"/>
                  </a:lnTo>
                  <a:lnTo>
                    <a:pt x="304771" y="20955"/>
                  </a:lnTo>
                  <a:lnTo>
                    <a:pt x="304775" y="18336"/>
                  </a:lnTo>
                  <a:lnTo>
                    <a:pt x="304779" y="15716"/>
                  </a:lnTo>
                  <a:lnTo>
                    <a:pt x="304782" y="13097"/>
                  </a:lnTo>
                  <a:lnTo>
                    <a:pt x="304785" y="10477"/>
                  </a:lnTo>
                  <a:lnTo>
                    <a:pt x="304788" y="7858"/>
                  </a:lnTo>
                  <a:lnTo>
                    <a:pt x="304791" y="5238"/>
                  </a:lnTo>
                  <a:lnTo>
                    <a:pt x="304793" y="2619"/>
                  </a:lnTo>
                  <a:lnTo>
                    <a:pt x="304820" y="0"/>
                  </a:lnTo>
                  <a:lnTo>
                    <a:pt x="304822" y="2619"/>
                  </a:lnTo>
                  <a:lnTo>
                    <a:pt x="304824" y="5238"/>
                  </a:lnTo>
                  <a:lnTo>
                    <a:pt x="304826" y="7858"/>
                  </a:lnTo>
                  <a:lnTo>
                    <a:pt x="304829" y="10477"/>
                  </a:lnTo>
                  <a:lnTo>
                    <a:pt x="304832" y="13097"/>
                  </a:lnTo>
                  <a:lnTo>
                    <a:pt x="304835" y="15716"/>
                  </a:lnTo>
                  <a:lnTo>
                    <a:pt x="304839" y="18336"/>
                  </a:lnTo>
                  <a:lnTo>
                    <a:pt x="304844" y="20955"/>
                  </a:lnTo>
                  <a:lnTo>
                    <a:pt x="304849" y="23575"/>
                  </a:lnTo>
                  <a:lnTo>
                    <a:pt x="304854" y="26194"/>
                  </a:lnTo>
                  <a:lnTo>
                    <a:pt x="304860" y="28813"/>
                  </a:lnTo>
                  <a:lnTo>
                    <a:pt x="304867" y="31433"/>
                  </a:lnTo>
                  <a:lnTo>
                    <a:pt x="304874" y="34052"/>
                  </a:lnTo>
                  <a:lnTo>
                    <a:pt x="304882" y="36672"/>
                  </a:lnTo>
                  <a:lnTo>
                    <a:pt x="304891" y="39291"/>
                  </a:lnTo>
                  <a:lnTo>
                    <a:pt x="304900" y="41911"/>
                  </a:lnTo>
                  <a:lnTo>
                    <a:pt x="304911" y="44530"/>
                  </a:lnTo>
                  <a:lnTo>
                    <a:pt x="304922" y="47150"/>
                  </a:lnTo>
                  <a:lnTo>
                    <a:pt x="304935" y="49769"/>
                  </a:lnTo>
                  <a:lnTo>
                    <a:pt x="304948" y="52388"/>
                  </a:lnTo>
                  <a:lnTo>
                    <a:pt x="304963" y="55008"/>
                  </a:lnTo>
                  <a:lnTo>
                    <a:pt x="304979" y="57627"/>
                  </a:lnTo>
                  <a:lnTo>
                    <a:pt x="304996" y="60247"/>
                  </a:lnTo>
                  <a:lnTo>
                    <a:pt x="305014" y="62866"/>
                  </a:lnTo>
                  <a:lnTo>
                    <a:pt x="305033" y="65486"/>
                  </a:lnTo>
                  <a:lnTo>
                    <a:pt x="305054" y="68105"/>
                  </a:lnTo>
                  <a:lnTo>
                    <a:pt x="305076" y="70725"/>
                  </a:lnTo>
                  <a:lnTo>
                    <a:pt x="305099" y="73344"/>
                  </a:lnTo>
                  <a:lnTo>
                    <a:pt x="305124" y="75964"/>
                  </a:lnTo>
                  <a:lnTo>
                    <a:pt x="305150" y="78583"/>
                  </a:lnTo>
                  <a:lnTo>
                    <a:pt x="305178" y="81202"/>
                  </a:lnTo>
                  <a:lnTo>
                    <a:pt x="305206" y="83822"/>
                  </a:lnTo>
                  <a:lnTo>
                    <a:pt x="305237" y="86441"/>
                  </a:lnTo>
                  <a:lnTo>
                    <a:pt x="305268" y="89061"/>
                  </a:lnTo>
                  <a:lnTo>
                    <a:pt x="305300" y="91680"/>
                  </a:lnTo>
                  <a:lnTo>
                    <a:pt x="305334" y="94300"/>
                  </a:lnTo>
                  <a:lnTo>
                    <a:pt x="305369" y="96919"/>
                  </a:lnTo>
                  <a:lnTo>
                    <a:pt x="305405" y="99539"/>
                  </a:lnTo>
                  <a:lnTo>
                    <a:pt x="305442" y="102158"/>
                  </a:lnTo>
                  <a:lnTo>
                    <a:pt x="305480" y="104777"/>
                  </a:lnTo>
                  <a:lnTo>
                    <a:pt x="305519" y="107397"/>
                  </a:lnTo>
                  <a:lnTo>
                    <a:pt x="305558" y="110016"/>
                  </a:lnTo>
                  <a:lnTo>
                    <a:pt x="305598" y="112636"/>
                  </a:lnTo>
                  <a:lnTo>
                    <a:pt x="305638" y="115255"/>
                  </a:lnTo>
                  <a:lnTo>
                    <a:pt x="305679" y="117875"/>
                  </a:lnTo>
                  <a:lnTo>
                    <a:pt x="305719" y="120494"/>
                  </a:lnTo>
                  <a:lnTo>
                    <a:pt x="305760" y="123114"/>
                  </a:lnTo>
                  <a:lnTo>
                    <a:pt x="305801" y="125733"/>
                  </a:lnTo>
                  <a:lnTo>
                    <a:pt x="305841" y="128352"/>
                  </a:lnTo>
                  <a:lnTo>
                    <a:pt x="305881" y="130972"/>
                  </a:lnTo>
                  <a:lnTo>
                    <a:pt x="305920" y="133591"/>
                  </a:lnTo>
                  <a:lnTo>
                    <a:pt x="305958" y="136211"/>
                  </a:lnTo>
                  <a:lnTo>
                    <a:pt x="305996" y="138830"/>
                  </a:lnTo>
                  <a:lnTo>
                    <a:pt x="306033" y="141450"/>
                  </a:lnTo>
                  <a:lnTo>
                    <a:pt x="306068" y="144069"/>
                  </a:lnTo>
                  <a:lnTo>
                    <a:pt x="306102" y="146689"/>
                  </a:lnTo>
                  <a:lnTo>
                    <a:pt x="306135" y="149308"/>
                  </a:lnTo>
                  <a:lnTo>
                    <a:pt x="306167" y="151928"/>
                  </a:lnTo>
                  <a:lnTo>
                    <a:pt x="306197" y="154547"/>
                  </a:lnTo>
                  <a:lnTo>
                    <a:pt x="306225" y="157166"/>
                  </a:lnTo>
                  <a:lnTo>
                    <a:pt x="306252" y="159786"/>
                  </a:lnTo>
                  <a:lnTo>
                    <a:pt x="306277" y="162405"/>
                  </a:lnTo>
                  <a:lnTo>
                    <a:pt x="306301" y="165025"/>
                  </a:lnTo>
                  <a:lnTo>
                    <a:pt x="306323" y="167644"/>
                  </a:lnTo>
                  <a:lnTo>
                    <a:pt x="306343" y="170264"/>
                  </a:lnTo>
                  <a:lnTo>
                    <a:pt x="306361" y="172883"/>
                  </a:lnTo>
                  <a:lnTo>
                    <a:pt x="306379" y="175503"/>
                  </a:lnTo>
                  <a:lnTo>
                    <a:pt x="306394" y="178122"/>
                  </a:lnTo>
                  <a:lnTo>
                    <a:pt x="306409" y="180741"/>
                  </a:lnTo>
                  <a:lnTo>
                    <a:pt x="306422" y="183361"/>
                  </a:lnTo>
                  <a:lnTo>
                    <a:pt x="306434" y="185980"/>
                  </a:lnTo>
                  <a:lnTo>
                    <a:pt x="306445" y="188600"/>
                  </a:lnTo>
                  <a:lnTo>
                    <a:pt x="306456" y="191219"/>
                  </a:lnTo>
                  <a:lnTo>
                    <a:pt x="306465" y="193839"/>
                  </a:lnTo>
                  <a:lnTo>
                    <a:pt x="306475" y="196458"/>
                  </a:lnTo>
                  <a:lnTo>
                    <a:pt x="306484" y="199078"/>
                  </a:lnTo>
                  <a:lnTo>
                    <a:pt x="306493" y="201697"/>
                  </a:lnTo>
                  <a:lnTo>
                    <a:pt x="306502" y="204316"/>
                  </a:lnTo>
                  <a:lnTo>
                    <a:pt x="306512" y="206936"/>
                  </a:lnTo>
                  <a:lnTo>
                    <a:pt x="306522" y="209555"/>
                  </a:lnTo>
                  <a:lnTo>
                    <a:pt x="306533" y="212175"/>
                  </a:lnTo>
                  <a:lnTo>
                    <a:pt x="306545" y="214794"/>
                  </a:lnTo>
                  <a:lnTo>
                    <a:pt x="306557" y="217414"/>
                  </a:lnTo>
                  <a:lnTo>
                    <a:pt x="306572" y="220033"/>
                  </a:lnTo>
                  <a:lnTo>
                    <a:pt x="306587" y="222653"/>
                  </a:lnTo>
                  <a:lnTo>
                    <a:pt x="306605" y="225272"/>
                  </a:lnTo>
                  <a:lnTo>
                    <a:pt x="306624" y="227892"/>
                  </a:lnTo>
                  <a:lnTo>
                    <a:pt x="306645" y="230511"/>
                  </a:lnTo>
                  <a:lnTo>
                    <a:pt x="306668" y="233130"/>
                  </a:lnTo>
                  <a:lnTo>
                    <a:pt x="306693" y="235750"/>
                  </a:lnTo>
                  <a:lnTo>
                    <a:pt x="306719" y="238369"/>
                  </a:lnTo>
                  <a:lnTo>
                    <a:pt x="306749" y="240989"/>
                  </a:lnTo>
                  <a:lnTo>
                    <a:pt x="306780" y="243608"/>
                  </a:lnTo>
                  <a:lnTo>
                    <a:pt x="306814" y="246228"/>
                  </a:lnTo>
                  <a:lnTo>
                    <a:pt x="306849" y="248847"/>
                  </a:lnTo>
                  <a:lnTo>
                    <a:pt x="306887" y="251467"/>
                  </a:lnTo>
                  <a:lnTo>
                    <a:pt x="306928" y="254086"/>
                  </a:lnTo>
                  <a:lnTo>
                    <a:pt x="306969" y="256705"/>
                  </a:lnTo>
                  <a:lnTo>
                    <a:pt x="307013" y="259325"/>
                  </a:lnTo>
                  <a:lnTo>
                    <a:pt x="307058" y="261944"/>
                  </a:lnTo>
                  <a:lnTo>
                    <a:pt x="307106" y="264564"/>
                  </a:lnTo>
                  <a:lnTo>
                    <a:pt x="307154" y="267183"/>
                  </a:lnTo>
                  <a:lnTo>
                    <a:pt x="307203" y="269803"/>
                  </a:lnTo>
                  <a:lnTo>
                    <a:pt x="307254" y="272422"/>
                  </a:lnTo>
                  <a:lnTo>
                    <a:pt x="307305" y="275042"/>
                  </a:lnTo>
                  <a:lnTo>
                    <a:pt x="307357" y="277661"/>
                  </a:lnTo>
                  <a:lnTo>
                    <a:pt x="307409" y="280280"/>
                  </a:lnTo>
                  <a:lnTo>
                    <a:pt x="307462" y="282900"/>
                  </a:lnTo>
                  <a:lnTo>
                    <a:pt x="307514" y="285519"/>
                  </a:lnTo>
                  <a:lnTo>
                    <a:pt x="307565" y="288139"/>
                  </a:lnTo>
                  <a:lnTo>
                    <a:pt x="307616" y="290758"/>
                  </a:lnTo>
                  <a:lnTo>
                    <a:pt x="307667" y="293378"/>
                  </a:lnTo>
                  <a:lnTo>
                    <a:pt x="307716" y="295997"/>
                  </a:lnTo>
                  <a:lnTo>
                    <a:pt x="307763" y="298617"/>
                  </a:lnTo>
                  <a:lnTo>
                    <a:pt x="307810" y="301236"/>
                  </a:lnTo>
                  <a:lnTo>
                    <a:pt x="307855" y="303856"/>
                  </a:lnTo>
                  <a:lnTo>
                    <a:pt x="307897" y="306475"/>
                  </a:lnTo>
                  <a:lnTo>
                    <a:pt x="307938" y="309094"/>
                  </a:lnTo>
                  <a:lnTo>
                    <a:pt x="307977" y="311714"/>
                  </a:lnTo>
                  <a:lnTo>
                    <a:pt x="308014" y="314333"/>
                  </a:lnTo>
                  <a:lnTo>
                    <a:pt x="308048" y="316953"/>
                  </a:lnTo>
                  <a:lnTo>
                    <a:pt x="308080" y="319572"/>
                  </a:lnTo>
                  <a:lnTo>
                    <a:pt x="308111" y="322192"/>
                  </a:lnTo>
                  <a:lnTo>
                    <a:pt x="308138" y="324811"/>
                  </a:lnTo>
                  <a:lnTo>
                    <a:pt x="308164" y="327431"/>
                  </a:lnTo>
                  <a:lnTo>
                    <a:pt x="308188" y="330050"/>
                  </a:lnTo>
                  <a:lnTo>
                    <a:pt x="308210" y="332669"/>
                  </a:lnTo>
                  <a:lnTo>
                    <a:pt x="308230" y="335289"/>
                  </a:lnTo>
                  <a:lnTo>
                    <a:pt x="308249" y="337908"/>
                  </a:lnTo>
                  <a:lnTo>
                    <a:pt x="308267" y="340528"/>
                  </a:lnTo>
                  <a:lnTo>
                    <a:pt x="308284" y="343147"/>
                  </a:lnTo>
                  <a:lnTo>
                    <a:pt x="308300" y="345767"/>
                  </a:lnTo>
                  <a:lnTo>
                    <a:pt x="308317" y="348386"/>
                  </a:lnTo>
                  <a:lnTo>
                    <a:pt x="308333" y="351006"/>
                  </a:lnTo>
                  <a:lnTo>
                    <a:pt x="308350" y="353625"/>
                  </a:lnTo>
                  <a:lnTo>
                    <a:pt x="308368" y="356244"/>
                  </a:lnTo>
                  <a:lnTo>
                    <a:pt x="308387" y="358864"/>
                  </a:lnTo>
                  <a:lnTo>
                    <a:pt x="308408" y="361483"/>
                  </a:lnTo>
                  <a:lnTo>
                    <a:pt x="308431" y="364103"/>
                  </a:lnTo>
                  <a:lnTo>
                    <a:pt x="308457" y="366722"/>
                  </a:lnTo>
                  <a:lnTo>
                    <a:pt x="308486" y="369342"/>
                  </a:lnTo>
                  <a:lnTo>
                    <a:pt x="308519" y="371961"/>
                  </a:lnTo>
                  <a:lnTo>
                    <a:pt x="308556" y="374581"/>
                  </a:lnTo>
                  <a:lnTo>
                    <a:pt x="308597" y="377200"/>
                  </a:lnTo>
                  <a:lnTo>
                    <a:pt x="308645" y="379820"/>
                  </a:lnTo>
                  <a:lnTo>
                    <a:pt x="308697" y="382439"/>
                  </a:lnTo>
                  <a:lnTo>
                    <a:pt x="308754" y="385058"/>
                  </a:lnTo>
                  <a:lnTo>
                    <a:pt x="308818" y="387678"/>
                  </a:lnTo>
                  <a:lnTo>
                    <a:pt x="308890" y="390297"/>
                  </a:lnTo>
                  <a:lnTo>
                    <a:pt x="308968" y="392917"/>
                  </a:lnTo>
                  <a:lnTo>
                    <a:pt x="309053" y="395536"/>
                  </a:lnTo>
                  <a:lnTo>
                    <a:pt x="309147" y="398156"/>
                  </a:lnTo>
                  <a:lnTo>
                    <a:pt x="309249" y="400775"/>
                  </a:lnTo>
                  <a:lnTo>
                    <a:pt x="309359" y="403395"/>
                  </a:lnTo>
                  <a:lnTo>
                    <a:pt x="309477" y="406014"/>
                  </a:lnTo>
                  <a:lnTo>
                    <a:pt x="309605" y="408633"/>
                  </a:lnTo>
                  <a:lnTo>
                    <a:pt x="309742" y="411253"/>
                  </a:lnTo>
                  <a:lnTo>
                    <a:pt x="309888" y="413872"/>
                  </a:lnTo>
                  <a:lnTo>
                    <a:pt x="310042" y="416492"/>
                  </a:lnTo>
                  <a:lnTo>
                    <a:pt x="310207" y="419111"/>
                  </a:lnTo>
                  <a:lnTo>
                    <a:pt x="310382" y="421731"/>
                  </a:lnTo>
                  <a:lnTo>
                    <a:pt x="310566" y="424350"/>
                  </a:lnTo>
                  <a:lnTo>
                    <a:pt x="310759" y="426970"/>
                  </a:lnTo>
                  <a:lnTo>
                    <a:pt x="310963" y="429589"/>
                  </a:lnTo>
                  <a:lnTo>
                    <a:pt x="311177" y="432208"/>
                  </a:lnTo>
                  <a:lnTo>
                    <a:pt x="311400" y="434828"/>
                  </a:lnTo>
                  <a:lnTo>
                    <a:pt x="311632" y="437447"/>
                  </a:lnTo>
                  <a:lnTo>
                    <a:pt x="311875" y="440067"/>
                  </a:lnTo>
                  <a:lnTo>
                    <a:pt x="312128" y="442686"/>
                  </a:lnTo>
                  <a:lnTo>
                    <a:pt x="312390" y="445306"/>
                  </a:lnTo>
                  <a:lnTo>
                    <a:pt x="312660" y="447925"/>
                  </a:lnTo>
                  <a:lnTo>
                    <a:pt x="312941" y="450545"/>
                  </a:lnTo>
                  <a:lnTo>
                    <a:pt x="313232" y="453164"/>
                  </a:lnTo>
                  <a:lnTo>
                    <a:pt x="313530" y="455784"/>
                  </a:lnTo>
                  <a:lnTo>
                    <a:pt x="313837" y="458403"/>
                  </a:lnTo>
                  <a:lnTo>
                    <a:pt x="314153" y="461022"/>
                  </a:lnTo>
                  <a:lnTo>
                    <a:pt x="314479" y="463642"/>
                  </a:lnTo>
                  <a:lnTo>
                    <a:pt x="314813" y="466261"/>
                  </a:lnTo>
                  <a:lnTo>
                    <a:pt x="315153" y="468881"/>
                  </a:lnTo>
                  <a:lnTo>
                    <a:pt x="315503" y="471500"/>
                  </a:lnTo>
                  <a:lnTo>
                    <a:pt x="315861" y="474120"/>
                  </a:lnTo>
                  <a:lnTo>
                    <a:pt x="316227" y="476739"/>
                  </a:lnTo>
                  <a:lnTo>
                    <a:pt x="316598" y="479359"/>
                  </a:lnTo>
                  <a:lnTo>
                    <a:pt x="316979" y="481978"/>
                  </a:lnTo>
                  <a:lnTo>
                    <a:pt x="317366" y="484597"/>
                  </a:lnTo>
                  <a:lnTo>
                    <a:pt x="317760" y="487217"/>
                  </a:lnTo>
                  <a:lnTo>
                    <a:pt x="318160" y="489836"/>
                  </a:lnTo>
                  <a:lnTo>
                    <a:pt x="318567" y="492456"/>
                  </a:lnTo>
                  <a:lnTo>
                    <a:pt x="318981" y="495075"/>
                  </a:lnTo>
                  <a:lnTo>
                    <a:pt x="319401" y="497695"/>
                  </a:lnTo>
                  <a:lnTo>
                    <a:pt x="319826" y="500314"/>
                  </a:lnTo>
                  <a:lnTo>
                    <a:pt x="320257" y="502934"/>
                  </a:lnTo>
                  <a:lnTo>
                    <a:pt x="320694" y="505553"/>
                  </a:lnTo>
                  <a:lnTo>
                    <a:pt x="321136" y="508172"/>
                  </a:lnTo>
                  <a:lnTo>
                    <a:pt x="321582" y="510792"/>
                  </a:lnTo>
                  <a:lnTo>
                    <a:pt x="322034" y="513411"/>
                  </a:lnTo>
                  <a:lnTo>
                    <a:pt x="322491" y="516031"/>
                  </a:lnTo>
                  <a:lnTo>
                    <a:pt x="322952" y="518650"/>
                  </a:lnTo>
                  <a:lnTo>
                    <a:pt x="323416" y="521270"/>
                  </a:lnTo>
                  <a:lnTo>
                    <a:pt x="323885" y="523889"/>
                  </a:lnTo>
                  <a:lnTo>
                    <a:pt x="324358" y="526509"/>
                  </a:lnTo>
                  <a:lnTo>
                    <a:pt x="324834" y="529128"/>
                  </a:lnTo>
                  <a:lnTo>
                    <a:pt x="325313" y="531748"/>
                  </a:lnTo>
                  <a:lnTo>
                    <a:pt x="325795" y="534367"/>
                  </a:lnTo>
                  <a:lnTo>
                    <a:pt x="326280" y="536986"/>
                  </a:lnTo>
                  <a:lnTo>
                    <a:pt x="326768" y="539606"/>
                  </a:lnTo>
                  <a:lnTo>
                    <a:pt x="327257" y="542225"/>
                  </a:lnTo>
                  <a:lnTo>
                    <a:pt x="327748" y="544845"/>
                  </a:lnTo>
                  <a:lnTo>
                    <a:pt x="328240" y="547464"/>
                  </a:lnTo>
                  <a:lnTo>
                    <a:pt x="328734" y="550084"/>
                  </a:lnTo>
                  <a:lnTo>
                    <a:pt x="329228" y="552703"/>
                  </a:lnTo>
                  <a:lnTo>
                    <a:pt x="329722" y="555323"/>
                  </a:lnTo>
                  <a:lnTo>
                    <a:pt x="330217" y="557942"/>
                  </a:lnTo>
                  <a:lnTo>
                    <a:pt x="330711" y="560561"/>
                  </a:lnTo>
                  <a:lnTo>
                    <a:pt x="331204" y="563181"/>
                  </a:lnTo>
                  <a:lnTo>
                    <a:pt x="331696" y="565800"/>
                  </a:lnTo>
                  <a:lnTo>
                    <a:pt x="332186" y="568420"/>
                  </a:lnTo>
                  <a:lnTo>
                    <a:pt x="332674" y="571039"/>
                  </a:lnTo>
                  <a:lnTo>
                    <a:pt x="333160" y="573659"/>
                  </a:lnTo>
                  <a:lnTo>
                    <a:pt x="333643" y="576278"/>
                  </a:lnTo>
                  <a:lnTo>
                    <a:pt x="334121" y="578898"/>
                  </a:lnTo>
                  <a:lnTo>
                    <a:pt x="334596" y="581517"/>
                  </a:lnTo>
                  <a:lnTo>
                    <a:pt x="335067" y="584137"/>
                  </a:lnTo>
                  <a:lnTo>
                    <a:pt x="335532" y="586756"/>
                  </a:lnTo>
                  <a:lnTo>
                    <a:pt x="335991" y="589375"/>
                  </a:lnTo>
                  <a:lnTo>
                    <a:pt x="336445" y="591995"/>
                  </a:lnTo>
                  <a:lnTo>
                    <a:pt x="336894" y="594614"/>
                  </a:lnTo>
                  <a:lnTo>
                    <a:pt x="337335" y="597234"/>
                  </a:lnTo>
                  <a:lnTo>
                    <a:pt x="337767" y="599853"/>
                  </a:lnTo>
                  <a:lnTo>
                    <a:pt x="338193" y="602473"/>
                  </a:lnTo>
                  <a:lnTo>
                    <a:pt x="338612" y="605092"/>
                  </a:lnTo>
                  <a:lnTo>
                    <a:pt x="339022" y="607712"/>
                  </a:lnTo>
                  <a:lnTo>
                    <a:pt x="339421" y="610331"/>
                  </a:lnTo>
                  <a:lnTo>
                    <a:pt x="339813" y="612950"/>
                  </a:lnTo>
                  <a:lnTo>
                    <a:pt x="340196" y="615570"/>
                  </a:lnTo>
                  <a:lnTo>
                    <a:pt x="340568" y="618189"/>
                  </a:lnTo>
                  <a:lnTo>
                    <a:pt x="340929" y="620809"/>
                  </a:lnTo>
                  <a:lnTo>
                    <a:pt x="341281" y="623428"/>
                  </a:lnTo>
                  <a:lnTo>
                    <a:pt x="341624" y="626048"/>
                  </a:lnTo>
                  <a:lnTo>
                    <a:pt x="341955" y="628667"/>
                  </a:lnTo>
                  <a:lnTo>
                    <a:pt x="342274" y="631287"/>
                  </a:lnTo>
                  <a:lnTo>
                    <a:pt x="342584" y="633906"/>
                  </a:lnTo>
                  <a:lnTo>
                    <a:pt x="342884" y="636525"/>
                  </a:lnTo>
                  <a:lnTo>
                    <a:pt x="343172" y="639145"/>
                  </a:lnTo>
                  <a:lnTo>
                    <a:pt x="343449" y="641764"/>
                  </a:lnTo>
                  <a:lnTo>
                    <a:pt x="343716" y="644384"/>
                  </a:lnTo>
                  <a:lnTo>
                    <a:pt x="343973" y="647003"/>
                  </a:lnTo>
                  <a:lnTo>
                    <a:pt x="344220" y="649623"/>
                  </a:lnTo>
                  <a:lnTo>
                    <a:pt x="344455" y="652242"/>
                  </a:lnTo>
                  <a:lnTo>
                    <a:pt x="344681" y="654862"/>
                  </a:lnTo>
                  <a:lnTo>
                    <a:pt x="344898" y="657481"/>
                  </a:lnTo>
                  <a:lnTo>
                    <a:pt x="345106" y="660101"/>
                  </a:lnTo>
                  <a:lnTo>
                    <a:pt x="345303" y="662720"/>
                  </a:lnTo>
                  <a:lnTo>
                    <a:pt x="345493" y="665339"/>
                  </a:lnTo>
                  <a:lnTo>
                    <a:pt x="345675" y="667959"/>
                  </a:lnTo>
                  <a:lnTo>
                    <a:pt x="345849" y="670578"/>
                  </a:lnTo>
                  <a:lnTo>
                    <a:pt x="346015" y="673198"/>
                  </a:lnTo>
                  <a:lnTo>
                    <a:pt x="346175" y="675817"/>
                  </a:lnTo>
                  <a:lnTo>
                    <a:pt x="346329" y="678437"/>
                  </a:lnTo>
                  <a:lnTo>
                    <a:pt x="346477" y="681056"/>
                  </a:lnTo>
                  <a:lnTo>
                    <a:pt x="346619" y="683676"/>
                  </a:lnTo>
                  <a:lnTo>
                    <a:pt x="346756" y="686295"/>
                  </a:lnTo>
                  <a:lnTo>
                    <a:pt x="346890" y="688914"/>
                  </a:lnTo>
                  <a:lnTo>
                    <a:pt x="347020" y="691534"/>
                  </a:lnTo>
                  <a:lnTo>
                    <a:pt x="347145" y="694153"/>
                  </a:lnTo>
                  <a:lnTo>
                    <a:pt x="347269" y="696773"/>
                  </a:lnTo>
                  <a:lnTo>
                    <a:pt x="347390" y="699392"/>
                  </a:lnTo>
                  <a:lnTo>
                    <a:pt x="347509" y="702012"/>
                  </a:lnTo>
                  <a:lnTo>
                    <a:pt x="347627" y="704631"/>
                  </a:lnTo>
                  <a:lnTo>
                    <a:pt x="347743" y="707251"/>
                  </a:lnTo>
                  <a:lnTo>
                    <a:pt x="347859" y="709870"/>
                  </a:lnTo>
                  <a:lnTo>
                    <a:pt x="347974" y="712489"/>
                  </a:lnTo>
                  <a:lnTo>
                    <a:pt x="348089" y="715109"/>
                  </a:lnTo>
                  <a:lnTo>
                    <a:pt x="348203" y="717728"/>
                  </a:lnTo>
                  <a:lnTo>
                    <a:pt x="348317" y="720348"/>
                  </a:lnTo>
                  <a:lnTo>
                    <a:pt x="348431" y="722967"/>
                  </a:lnTo>
                  <a:lnTo>
                    <a:pt x="348545" y="725587"/>
                  </a:lnTo>
                  <a:lnTo>
                    <a:pt x="348658" y="728206"/>
                  </a:lnTo>
                  <a:lnTo>
                    <a:pt x="348771" y="730826"/>
                  </a:lnTo>
                  <a:lnTo>
                    <a:pt x="348883" y="733445"/>
                  </a:lnTo>
                  <a:lnTo>
                    <a:pt x="348994" y="736065"/>
                  </a:lnTo>
                  <a:lnTo>
                    <a:pt x="349103" y="738684"/>
                  </a:lnTo>
                  <a:lnTo>
                    <a:pt x="349210" y="741303"/>
                  </a:lnTo>
                  <a:lnTo>
                    <a:pt x="349315" y="743923"/>
                  </a:lnTo>
                  <a:lnTo>
                    <a:pt x="349416" y="746542"/>
                  </a:lnTo>
                  <a:lnTo>
                    <a:pt x="349513" y="749162"/>
                  </a:lnTo>
                  <a:lnTo>
                    <a:pt x="349606" y="751781"/>
                  </a:lnTo>
                  <a:lnTo>
                    <a:pt x="349693" y="754401"/>
                  </a:lnTo>
                  <a:lnTo>
                    <a:pt x="349773" y="757020"/>
                  </a:lnTo>
                  <a:lnTo>
                    <a:pt x="349847" y="759640"/>
                  </a:lnTo>
                  <a:lnTo>
                    <a:pt x="349913" y="762259"/>
                  </a:lnTo>
                  <a:lnTo>
                    <a:pt x="349970" y="764878"/>
                  </a:lnTo>
                  <a:lnTo>
                    <a:pt x="350016" y="767498"/>
                  </a:lnTo>
                  <a:lnTo>
                    <a:pt x="350052" y="770117"/>
                  </a:lnTo>
                  <a:lnTo>
                    <a:pt x="350078" y="772737"/>
                  </a:lnTo>
                  <a:lnTo>
                    <a:pt x="350090" y="775356"/>
                  </a:lnTo>
                  <a:lnTo>
                    <a:pt x="350087" y="777976"/>
                  </a:lnTo>
                  <a:lnTo>
                    <a:pt x="350072" y="780595"/>
                  </a:lnTo>
                  <a:lnTo>
                    <a:pt x="350043" y="783215"/>
                  </a:lnTo>
                  <a:lnTo>
                    <a:pt x="349998" y="785834"/>
                  </a:lnTo>
                  <a:lnTo>
                    <a:pt x="349934" y="788453"/>
                  </a:lnTo>
                  <a:lnTo>
                    <a:pt x="349854" y="791073"/>
                  </a:lnTo>
                  <a:lnTo>
                    <a:pt x="349760" y="793692"/>
                  </a:lnTo>
                  <a:lnTo>
                    <a:pt x="349646" y="796312"/>
                  </a:lnTo>
                  <a:lnTo>
                    <a:pt x="349511" y="798931"/>
                  </a:lnTo>
                  <a:lnTo>
                    <a:pt x="349360" y="801551"/>
                  </a:lnTo>
                  <a:lnTo>
                    <a:pt x="349192" y="804170"/>
                  </a:lnTo>
                  <a:lnTo>
                    <a:pt x="349004" y="806790"/>
                  </a:lnTo>
                  <a:lnTo>
                    <a:pt x="348794" y="809409"/>
                  </a:lnTo>
                  <a:lnTo>
                    <a:pt x="348567" y="812029"/>
                  </a:lnTo>
                  <a:lnTo>
                    <a:pt x="348323" y="814648"/>
                  </a:lnTo>
                  <a:lnTo>
                    <a:pt x="348058" y="817267"/>
                  </a:lnTo>
                  <a:lnTo>
                    <a:pt x="347773" y="819887"/>
                  </a:lnTo>
                  <a:lnTo>
                    <a:pt x="347471" y="822506"/>
                  </a:lnTo>
                  <a:lnTo>
                    <a:pt x="347153" y="825126"/>
                  </a:lnTo>
                  <a:lnTo>
                    <a:pt x="346815" y="827745"/>
                  </a:lnTo>
                  <a:lnTo>
                    <a:pt x="346457" y="830365"/>
                  </a:lnTo>
                  <a:lnTo>
                    <a:pt x="346085" y="832984"/>
                  </a:lnTo>
                  <a:lnTo>
                    <a:pt x="345697" y="835604"/>
                  </a:lnTo>
                  <a:lnTo>
                    <a:pt x="345291" y="838223"/>
                  </a:lnTo>
                  <a:lnTo>
                    <a:pt x="344868" y="840842"/>
                  </a:lnTo>
                  <a:lnTo>
                    <a:pt x="344430" y="843462"/>
                  </a:lnTo>
                  <a:lnTo>
                    <a:pt x="343980" y="846081"/>
                  </a:lnTo>
                  <a:lnTo>
                    <a:pt x="343513" y="848701"/>
                  </a:lnTo>
                  <a:lnTo>
                    <a:pt x="343030" y="851320"/>
                  </a:lnTo>
                  <a:lnTo>
                    <a:pt x="342535" y="853940"/>
                  </a:lnTo>
                  <a:lnTo>
                    <a:pt x="342027" y="856559"/>
                  </a:lnTo>
                  <a:lnTo>
                    <a:pt x="341506" y="859179"/>
                  </a:lnTo>
                  <a:lnTo>
                    <a:pt x="340970" y="861798"/>
                  </a:lnTo>
                  <a:lnTo>
                    <a:pt x="340921" y="862033"/>
                  </a:lnTo>
                  <a:lnTo>
                    <a:pt x="340423" y="864417"/>
                  </a:lnTo>
                  <a:lnTo>
                    <a:pt x="339865" y="867037"/>
                  </a:lnTo>
                  <a:lnTo>
                    <a:pt x="339295" y="869656"/>
                  </a:lnTo>
                  <a:lnTo>
                    <a:pt x="338712" y="872276"/>
                  </a:lnTo>
                  <a:lnTo>
                    <a:pt x="338119" y="874895"/>
                  </a:lnTo>
                  <a:lnTo>
                    <a:pt x="337516" y="877515"/>
                  </a:lnTo>
                  <a:lnTo>
                    <a:pt x="336902" y="880134"/>
                  </a:lnTo>
                  <a:lnTo>
                    <a:pt x="336277" y="882754"/>
                  </a:lnTo>
                  <a:lnTo>
                    <a:pt x="335643" y="885373"/>
                  </a:lnTo>
                  <a:lnTo>
                    <a:pt x="335001" y="887993"/>
                  </a:lnTo>
                  <a:lnTo>
                    <a:pt x="334349" y="890612"/>
                  </a:lnTo>
                  <a:lnTo>
                    <a:pt x="333688" y="893231"/>
                  </a:lnTo>
                  <a:lnTo>
                    <a:pt x="333020" y="895851"/>
                  </a:lnTo>
                  <a:lnTo>
                    <a:pt x="332345" y="898470"/>
                  </a:lnTo>
                  <a:lnTo>
                    <a:pt x="331663" y="901090"/>
                  </a:lnTo>
                  <a:lnTo>
                    <a:pt x="330975" y="903709"/>
                  </a:lnTo>
                  <a:lnTo>
                    <a:pt x="330281" y="906329"/>
                  </a:lnTo>
                  <a:lnTo>
                    <a:pt x="329583" y="908948"/>
                  </a:lnTo>
                  <a:lnTo>
                    <a:pt x="328881" y="911568"/>
                  </a:lnTo>
                  <a:lnTo>
                    <a:pt x="328176" y="914187"/>
                  </a:lnTo>
                  <a:lnTo>
                    <a:pt x="327469" y="916806"/>
                  </a:lnTo>
                  <a:lnTo>
                    <a:pt x="326760" y="919426"/>
                  </a:lnTo>
                  <a:lnTo>
                    <a:pt x="326052" y="922045"/>
                  </a:lnTo>
                  <a:lnTo>
                    <a:pt x="325345" y="924665"/>
                  </a:lnTo>
                  <a:lnTo>
                    <a:pt x="324640" y="927284"/>
                  </a:lnTo>
                  <a:lnTo>
                    <a:pt x="323937" y="929904"/>
                  </a:lnTo>
                  <a:lnTo>
                    <a:pt x="323239" y="932523"/>
                  </a:lnTo>
                  <a:lnTo>
                    <a:pt x="322549" y="935143"/>
                  </a:lnTo>
                  <a:lnTo>
                    <a:pt x="321864" y="937762"/>
                  </a:lnTo>
                  <a:lnTo>
                    <a:pt x="321187" y="940381"/>
                  </a:lnTo>
                  <a:lnTo>
                    <a:pt x="320520" y="943001"/>
                  </a:lnTo>
                  <a:lnTo>
                    <a:pt x="319867" y="945620"/>
                  </a:lnTo>
                  <a:lnTo>
                    <a:pt x="319225" y="948240"/>
                  </a:lnTo>
                  <a:lnTo>
                    <a:pt x="318595" y="950859"/>
                  </a:lnTo>
                  <a:lnTo>
                    <a:pt x="317982" y="953479"/>
                  </a:lnTo>
                  <a:lnTo>
                    <a:pt x="317389" y="956098"/>
                  </a:lnTo>
                  <a:lnTo>
                    <a:pt x="316813" y="958718"/>
                  </a:lnTo>
                  <a:lnTo>
                    <a:pt x="316255" y="961337"/>
                  </a:lnTo>
                  <a:lnTo>
                    <a:pt x="315721" y="963957"/>
                  </a:lnTo>
                  <a:lnTo>
                    <a:pt x="315216" y="966576"/>
                  </a:lnTo>
                  <a:lnTo>
                    <a:pt x="314734" y="969195"/>
                  </a:lnTo>
                  <a:lnTo>
                    <a:pt x="314276" y="971815"/>
                  </a:lnTo>
                  <a:lnTo>
                    <a:pt x="313851" y="974434"/>
                  </a:lnTo>
                  <a:lnTo>
                    <a:pt x="313464" y="977054"/>
                  </a:lnTo>
                  <a:lnTo>
                    <a:pt x="313109" y="979673"/>
                  </a:lnTo>
                  <a:lnTo>
                    <a:pt x="312788" y="982293"/>
                  </a:lnTo>
                  <a:lnTo>
                    <a:pt x="312508" y="984912"/>
                  </a:lnTo>
                  <a:lnTo>
                    <a:pt x="312281" y="987532"/>
                  </a:lnTo>
                  <a:lnTo>
                    <a:pt x="312096" y="990151"/>
                  </a:lnTo>
                  <a:lnTo>
                    <a:pt x="311957" y="992770"/>
                  </a:lnTo>
                  <a:lnTo>
                    <a:pt x="311874" y="995390"/>
                  </a:lnTo>
                  <a:lnTo>
                    <a:pt x="311861" y="998009"/>
                  </a:lnTo>
                  <a:lnTo>
                    <a:pt x="311906" y="1000629"/>
                  </a:lnTo>
                  <a:lnTo>
                    <a:pt x="312012" y="1003248"/>
                  </a:lnTo>
                  <a:lnTo>
                    <a:pt x="312196" y="1005868"/>
                  </a:lnTo>
                  <a:lnTo>
                    <a:pt x="312475" y="1008487"/>
                  </a:lnTo>
                  <a:lnTo>
                    <a:pt x="312832" y="1011107"/>
                  </a:lnTo>
                  <a:lnTo>
                    <a:pt x="313273" y="1013726"/>
                  </a:lnTo>
                  <a:lnTo>
                    <a:pt x="313818" y="1016345"/>
                  </a:lnTo>
                  <a:lnTo>
                    <a:pt x="314492" y="1018965"/>
                  </a:lnTo>
                  <a:lnTo>
                    <a:pt x="315273" y="1021584"/>
                  </a:lnTo>
                  <a:lnTo>
                    <a:pt x="316166" y="1024204"/>
                  </a:lnTo>
                  <a:lnTo>
                    <a:pt x="317198" y="1026823"/>
                  </a:lnTo>
                  <a:lnTo>
                    <a:pt x="318404" y="1029443"/>
                  </a:lnTo>
                  <a:lnTo>
                    <a:pt x="319749" y="1032062"/>
                  </a:lnTo>
                  <a:lnTo>
                    <a:pt x="321242" y="1034682"/>
                  </a:lnTo>
                  <a:lnTo>
                    <a:pt x="322918" y="1037301"/>
                  </a:lnTo>
                  <a:lnTo>
                    <a:pt x="324816" y="1039921"/>
                  </a:lnTo>
                  <a:lnTo>
                    <a:pt x="326894" y="1042540"/>
                  </a:lnTo>
                  <a:lnTo>
                    <a:pt x="329159" y="1045159"/>
                  </a:lnTo>
                  <a:lnTo>
                    <a:pt x="331652" y="1047779"/>
                  </a:lnTo>
                  <a:lnTo>
                    <a:pt x="334422" y="1050398"/>
                  </a:lnTo>
                  <a:lnTo>
                    <a:pt x="337410" y="1053018"/>
                  </a:lnTo>
                  <a:lnTo>
                    <a:pt x="340624" y="1055637"/>
                  </a:lnTo>
                  <a:lnTo>
                    <a:pt x="344111" y="1058257"/>
                  </a:lnTo>
                  <a:lnTo>
                    <a:pt x="347921" y="1060876"/>
                  </a:lnTo>
                  <a:lnTo>
                    <a:pt x="351984" y="1063496"/>
                  </a:lnTo>
                  <a:lnTo>
                    <a:pt x="356302" y="1066115"/>
                  </a:lnTo>
                  <a:lnTo>
                    <a:pt x="360926" y="1068734"/>
                  </a:lnTo>
                  <a:lnTo>
                    <a:pt x="365904" y="1071354"/>
                  </a:lnTo>
                  <a:lnTo>
                    <a:pt x="371152" y="1073973"/>
                  </a:lnTo>
                  <a:lnTo>
                    <a:pt x="376669" y="1076593"/>
                  </a:lnTo>
                  <a:lnTo>
                    <a:pt x="382502" y="1079212"/>
                  </a:lnTo>
                  <a:lnTo>
                    <a:pt x="388690" y="1081832"/>
                  </a:lnTo>
                  <a:lnTo>
                    <a:pt x="395140" y="1084451"/>
                  </a:lnTo>
                  <a:lnTo>
                    <a:pt x="401846" y="1087071"/>
                  </a:lnTo>
                  <a:lnTo>
                    <a:pt x="408844" y="1089690"/>
                  </a:lnTo>
                  <a:lnTo>
                    <a:pt x="416156" y="1092309"/>
                  </a:lnTo>
                  <a:lnTo>
                    <a:pt x="423688" y="1094929"/>
                  </a:lnTo>
                  <a:lnTo>
                    <a:pt x="431430" y="1097548"/>
                  </a:lnTo>
                  <a:lnTo>
                    <a:pt x="439397" y="1100168"/>
                  </a:lnTo>
                  <a:lnTo>
                    <a:pt x="447587" y="1102787"/>
                  </a:lnTo>
                  <a:lnTo>
                    <a:pt x="455918" y="1105407"/>
                  </a:lnTo>
                  <a:lnTo>
                    <a:pt x="464371" y="1108026"/>
                  </a:lnTo>
                  <a:lnTo>
                    <a:pt x="472941" y="1110646"/>
                  </a:lnTo>
                  <a:lnTo>
                    <a:pt x="481591" y="1113265"/>
                  </a:lnTo>
                  <a:lnTo>
                    <a:pt x="490265" y="1115885"/>
                  </a:lnTo>
                  <a:lnTo>
                    <a:pt x="498942" y="1118504"/>
                  </a:lnTo>
                  <a:lnTo>
                    <a:pt x="507585" y="1121123"/>
                  </a:lnTo>
                  <a:lnTo>
                    <a:pt x="516125" y="1123743"/>
                  </a:lnTo>
                  <a:lnTo>
                    <a:pt x="524546" y="1126362"/>
                  </a:lnTo>
                  <a:lnTo>
                    <a:pt x="532822" y="1128982"/>
                  </a:lnTo>
                  <a:lnTo>
                    <a:pt x="540892" y="1131601"/>
                  </a:lnTo>
                  <a:lnTo>
                    <a:pt x="548652" y="1134221"/>
                  </a:lnTo>
                  <a:lnTo>
                    <a:pt x="556139" y="1136840"/>
                  </a:lnTo>
                  <a:lnTo>
                    <a:pt x="563327" y="1139460"/>
                  </a:lnTo>
                  <a:lnTo>
                    <a:pt x="570132" y="1142079"/>
                  </a:lnTo>
                  <a:lnTo>
                    <a:pt x="576426" y="1144698"/>
                  </a:lnTo>
                  <a:lnTo>
                    <a:pt x="582302" y="1147318"/>
                  </a:lnTo>
                  <a:lnTo>
                    <a:pt x="587740" y="1149937"/>
                  </a:lnTo>
                  <a:lnTo>
                    <a:pt x="592640" y="1152557"/>
                  </a:lnTo>
                  <a:lnTo>
                    <a:pt x="596864" y="1155176"/>
                  </a:lnTo>
                  <a:lnTo>
                    <a:pt x="600558" y="1157796"/>
                  </a:lnTo>
                  <a:lnTo>
                    <a:pt x="603709" y="1160415"/>
                  </a:lnTo>
                  <a:lnTo>
                    <a:pt x="606215" y="1163035"/>
                  </a:lnTo>
                  <a:lnTo>
                    <a:pt x="607940" y="1165654"/>
                  </a:lnTo>
                  <a:lnTo>
                    <a:pt x="609075" y="1168274"/>
                  </a:lnTo>
                  <a:lnTo>
                    <a:pt x="609615" y="1170893"/>
                  </a:lnTo>
                  <a:lnTo>
                    <a:pt x="609583" y="1171456"/>
                  </a:lnTo>
                  <a:lnTo>
                    <a:pt x="609468" y="1173512"/>
                  </a:lnTo>
                  <a:lnTo>
                    <a:pt x="608515" y="1176132"/>
                  </a:lnTo>
                  <a:lnTo>
                    <a:pt x="606971" y="1178751"/>
                  </a:lnTo>
                  <a:lnTo>
                    <a:pt x="604844" y="1181371"/>
                  </a:lnTo>
                  <a:lnTo>
                    <a:pt x="602060" y="1183990"/>
                  </a:lnTo>
                  <a:lnTo>
                    <a:pt x="598528" y="1186610"/>
                  </a:lnTo>
                  <a:lnTo>
                    <a:pt x="594467" y="1189229"/>
                  </a:lnTo>
                  <a:lnTo>
                    <a:pt x="589893" y="1191849"/>
                  </a:lnTo>
                  <a:lnTo>
                    <a:pt x="584758" y="1194468"/>
                  </a:lnTo>
                  <a:lnTo>
                    <a:pt x="579008" y="1197087"/>
                  </a:lnTo>
                  <a:lnTo>
                    <a:pt x="572842" y="1199707"/>
                  </a:lnTo>
                  <a:lnTo>
                    <a:pt x="566281" y="1202326"/>
                  </a:lnTo>
                  <a:lnTo>
                    <a:pt x="559305" y="1204946"/>
                  </a:lnTo>
                  <a:lnTo>
                    <a:pt x="551899" y="1207565"/>
                  </a:lnTo>
                  <a:lnTo>
                    <a:pt x="544222" y="1210185"/>
                  </a:lnTo>
                  <a:lnTo>
                    <a:pt x="536297" y="1212804"/>
                  </a:lnTo>
                  <a:lnTo>
                    <a:pt x="528129" y="1215424"/>
                  </a:lnTo>
                  <a:lnTo>
                    <a:pt x="519741" y="1218043"/>
                  </a:lnTo>
                  <a:lnTo>
                    <a:pt x="511234" y="1220662"/>
                  </a:lnTo>
                  <a:lnTo>
                    <a:pt x="502635" y="1223282"/>
                  </a:lnTo>
                  <a:lnTo>
                    <a:pt x="493966" y="1225901"/>
                  </a:lnTo>
                  <a:lnTo>
                    <a:pt x="485278" y="1228521"/>
                  </a:lnTo>
                  <a:lnTo>
                    <a:pt x="476614" y="1231140"/>
                  </a:lnTo>
                  <a:lnTo>
                    <a:pt x="467997" y="1233760"/>
                  </a:lnTo>
                  <a:lnTo>
                    <a:pt x="459463" y="1236379"/>
                  </a:lnTo>
                  <a:lnTo>
                    <a:pt x="451080" y="1238999"/>
                  </a:lnTo>
                  <a:lnTo>
                    <a:pt x="442837" y="1241618"/>
                  </a:lnTo>
                  <a:lnTo>
                    <a:pt x="434750" y="1244238"/>
                  </a:lnTo>
                  <a:lnTo>
                    <a:pt x="426861" y="1246857"/>
                  </a:lnTo>
                  <a:lnTo>
                    <a:pt x="419246" y="1249476"/>
                  </a:lnTo>
                  <a:lnTo>
                    <a:pt x="411851" y="1252096"/>
                  </a:lnTo>
                  <a:lnTo>
                    <a:pt x="404683" y="1254715"/>
                  </a:lnTo>
                  <a:lnTo>
                    <a:pt x="397786" y="1257335"/>
                  </a:lnTo>
                  <a:lnTo>
                    <a:pt x="391233" y="1259954"/>
                  </a:lnTo>
                  <a:lnTo>
                    <a:pt x="384939" y="1262574"/>
                  </a:lnTo>
                  <a:lnTo>
                    <a:pt x="378908" y="1265193"/>
                  </a:lnTo>
                  <a:lnTo>
                    <a:pt x="373177" y="1267813"/>
                  </a:lnTo>
                  <a:lnTo>
                    <a:pt x="367811" y="1270432"/>
                  </a:lnTo>
                  <a:lnTo>
                    <a:pt x="362711" y="1273051"/>
                  </a:lnTo>
                  <a:lnTo>
                    <a:pt x="357876" y="1275671"/>
                  </a:lnTo>
                  <a:lnTo>
                    <a:pt x="353334" y="1278290"/>
                  </a:lnTo>
                  <a:lnTo>
                    <a:pt x="349142" y="1280910"/>
                  </a:lnTo>
                  <a:lnTo>
                    <a:pt x="345197" y="1283529"/>
                  </a:lnTo>
                  <a:lnTo>
                    <a:pt x="341493" y="1286149"/>
                  </a:lnTo>
                  <a:lnTo>
                    <a:pt x="338054" y="1288768"/>
                  </a:lnTo>
                  <a:lnTo>
                    <a:pt x="334922" y="1291388"/>
                  </a:lnTo>
                  <a:lnTo>
                    <a:pt x="332002" y="1294007"/>
                  </a:lnTo>
                  <a:lnTo>
                    <a:pt x="329288" y="1296626"/>
                  </a:lnTo>
                  <a:lnTo>
                    <a:pt x="326794" y="1299246"/>
                  </a:lnTo>
                  <a:lnTo>
                    <a:pt x="324553" y="1301865"/>
                  </a:lnTo>
                  <a:lnTo>
                    <a:pt x="322482" y="1304485"/>
                  </a:lnTo>
                  <a:lnTo>
                    <a:pt x="320576" y="1307104"/>
                  </a:lnTo>
                  <a:lnTo>
                    <a:pt x="318843" y="1309724"/>
                  </a:lnTo>
                  <a:lnTo>
                    <a:pt x="317305" y="1312343"/>
                  </a:lnTo>
                  <a:lnTo>
                    <a:pt x="315896" y="1314963"/>
                  </a:lnTo>
                  <a:lnTo>
                    <a:pt x="314611" y="1317582"/>
                  </a:lnTo>
                  <a:lnTo>
                    <a:pt x="313455" y="1320202"/>
                  </a:lnTo>
                  <a:lnTo>
                    <a:pt x="312442" y="1322821"/>
                  </a:lnTo>
                  <a:lnTo>
                    <a:pt x="311523" y="1325440"/>
                  </a:lnTo>
                  <a:lnTo>
                    <a:pt x="310691" y="1328060"/>
                  </a:lnTo>
                  <a:lnTo>
                    <a:pt x="309951" y="1330679"/>
                  </a:lnTo>
                  <a:lnTo>
                    <a:pt x="309310" y="1333299"/>
                  </a:lnTo>
                  <a:lnTo>
                    <a:pt x="308733" y="1335918"/>
                  </a:lnTo>
                  <a:lnTo>
                    <a:pt x="308216" y="1338538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871775" y="5117147"/>
              <a:ext cx="609615" cy="1273201"/>
            </a:xfrm>
            <a:custGeom>
              <a:avLst/>
              <a:pathLst>
                <a:path w="609615" h="1273201">
                  <a:moveTo>
                    <a:pt x="301407" y="1273201"/>
                  </a:moveTo>
                  <a:lnTo>
                    <a:pt x="300986" y="1270710"/>
                  </a:lnTo>
                  <a:lnTo>
                    <a:pt x="300521" y="1268218"/>
                  </a:lnTo>
                  <a:lnTo>
                    <a:pt x="299992" y="1265727"/>
                  </a:lnTo>
                  <a:lnTo>
                    <a:pt x="299416" y="1263235"/>
                  </a:lnTo>
                  <a:lnTo>
                    <a:pt x="298790" y="1260743"/>
                  </a:lnTo>
                  <a:lnTo>
                    <a:pt x="298085" y="1258252"/>
                  </a:lnTo>
                  <a:lnTo>
                    <a:pt x="297310" y="1255760"/>
                  </a:lnTo>
                  <a:lnTo>
                    <a:pt x="296471" y="1253269"/>
                  </a:lnTo>
                  <a:lnTo>
                    <a:pt x="295557" y="1250777"/>
                  </a:lnTo>
                  <a:lnTo>
                    <a:pt x="294531" y="1248286"/>
                  </a:lnTo>
                  <a:lnTo>
                    <a:pt x="293426" y="1245794"/>
                  </a:lnTo>
                  <a:lnTo>
                    <a:pt x="292239" y="1243302"/>
                  </a:lnTo>
                  <a:lnTo>
                    <a:pt x="290923" y="1240811"/>
                  </a:lnTo>
                  <a:lnTo>
                    <a:pt x="289492" y="1238319"/>
                  </a:lnTo>
                  <a:lnTo>
                    <a:pt x="287960" y="1235828"/>
                  </a:lnTo>
                  <a:lnTo>
                    <a:pt x="286313" y="1233336"/>
                  </a:lnTo>
                  <a:lnTo>
                    <a:pt x="284492" y="1230844"/>
                  </a:lnTo>
                  <a:lnTo>
                    <a:pt x="282551" y="1228353"/>
                  </a:lnTo>
                  <a:lnTo>
                    <a:pt x="280487" y="1225861"/>
                  </a:lnTo>
                  <a:lnTo>
                    <a:pt x="278240" y="1223370"/>
                  </a:lnTo>
                  <a:lnTo>
                    <a:pt x="275824" y="1220878"/>
                  </a:lnTo>
                  <a:lnTo>
                    <a:pt x="273266" y="1218386"/>
                  </a:lnTo>
                  <a:lnTo>
                    <a:pt x="270553" y="1215895"/>
                  </a:lnTo>
                  <a:lnTo>
                    <a:pt x="267599" y="1213403"/>
                  </a:lnTo>
                  <a:lnTo>
                    <a:pt x="264486" y="1210912"/>
                  </a:lnTo>
                  <a:lnTo>
                    <a:pt x="261213" y="1208420"/>
                  </a:lnTo>
                  <a:lnTo>
                    <a:pt x="257712" y="1205929"/>
                  </a:lnTo>
                  <a:lnTo>
                    <a:pt x="253994" y="1203437"/>
                  </a:lnTo>
                  <a:lnTo>
                    <a:pt x="250103" y="1200945"/>
                  </a:lnTo>
                  <a:lnTo>
                    <a:pt x="246031" y="1198454"/>
                  </a:lnTo>
                  <a:lnTo>
                    <a:pt x="241673" y="1195962"/>
                  </a:lnTo>
                  <a:lnTo>
                    <a:pt x="237136" y="1193471"/>
                  </a:lnTo>
                  <a:lnTo>
                    <a:pt x="232421" y="1190979"/>
                  </a:lnTo>
                  <a:lnTo>
                    <a:pt x="227464" y="1188487"/>
                  </a:lnTo>
                  <a:lnTo>
                    <a:pt x="222277" y="1185996"/>
                  </a:lnTo>
                  <a:lnTo>
                    <a:pt x="216915" y="1183504"/>
                  </a:lnTo>
                  <a:lnTo>
                    <a:pt x="211379" y="1181013"/>
                  </a:lnTo>
                  <a:lnTo>
                    <a:pt x="205567" y="1178521"/>
                  </a:lnTo>
                  <a:lnTo>
                    <a:pt x="199594" y="1176029"/>
                  </a:lnTo>
                  <a:lnTo>
                    <a:pt x="193465" y="1173538"/>
                  </a:lnTo>
                  <a:lnTo>
                    <a:pt x="187138" y="1171046"/>
                  </a:lnTo>
                  <a:lnTo>
                    <a:pt x="180627" y="1168555"/>
                  </a:lnTo>
                  <a:lnTo>
                    <a:pt x="173988" y="1166063"/>
                  </a:lnTo>
                  <a:lnTo>
                    <a:pt x="167226" y="1163572"/>
                  </a:lnTo>
                  <a:lnTo>
                    <a:pt x="160290" y="1161080"/>
                  </a:lnTo>
                  <a:lnTo>
                    <a:pt x="153263" y="1158588"/>
                  </a:lnTo>
                  <a:lnTo>
                    <a:pt x="146156" y="1156097"/>
                  </a:lnTo>
                  <a:lnTo>
                    <a:pt x="138962" y="1153605"/>
                  </a:lnTo>
                  <a:lnTo>
                    <a:pt x="131708" y="1151114"/>
                  </a:lnTo>
                  <a:lnTo>
                    <a:pt x="124427" y="1148622"/>
                  </a:lnTo>
                  <a:lnTo>
                    <a:pt x="117129" y="1146130"/>
                  </a:lnTo>
                  <a:lnTo>
                    <a:pt x="109841" y="1143639"/>
                  </a:lnTo>
                  <a:lnTo>
                    <a:pt x="102591" y="1141147"/>
                  </a:lnTo>
                  <a:lnTo>
                    <a:pt x="95387" y="1138656"/>
                  </a:lnTo>
                  <a:lnTo>
                    <a:pt x="88263" y="1136164"/>
                  </a:lnTo>
                  <a:lnTo>
                    <a:pt x="81269" y="1133672"/>
                  </a:lnTo>
                  <a:lnTo>
                    <a:pt x="74393" y="1131181"/>
                  </a:lnTo>
                  <a:lnTo>
                    <a:pt x="67642" y="1128689"/>
                  </a:lnTo>
                  <a:lnTo>
                    <a:pt x="61134" y="1126198"/>
                  </a:lnTo>
                  <a:lnTo>
                    <a:pt x="54826" y="1123706"/>
                  </a:lnTo>
                  <a:lnTo>
                    <a:pt x="48716" y="1121214"/>
                  </a:lnTo>
                  <a:lnTo>
                    <a:pt x="42867" y="1118723"/>
                  </a:lnTo>
                  <a:lnTo>
                    <a:pt x="37367" y="1116231"/>
                  </a:lnTo>
                  <a:lnTo>
                    <a:pt x="32130" y="1113740"/>
                  </a:lnTo>
                  <a:lnTo>
                    <a:pt x="27166" y="1111248"/>
                  </a:lnTo>
                  <a:lnTo>
                    <a:pt x="22656" y="1108757"/>
                  </a:lnTo>
                  <a:lnTo>
                    <a:pt x="18503" y="1106265"/>
                  </a:lnTo>
                  <a:lnTo>
                    <a:pt x="14678" y="1103773"/>
                  </a:lnTo>
                  <a:lnTo>
                    <a:pt x="11258" y="1101282"/>
                  </a:lnTo>
                  <a:lnTo>
                    <a:pt x="8362" y="1098790"/>
                  </a:lnTo>
                  <a:lnTo>
                    <a:pt x="5835" y="1096299"/>
                  </a:lnTo>
                  <a:lnTo>
                    <a:pt x="3684" y="1093807"/>
                  </a:lnTo>
                  <a:lnTo>
                    <a:pt x="2110" y="1091315"/>
                  </a:lnTo>
                  <a:lnTo>
                    <a:pt x="989" y="1088824"/>
                  </a:lnTo>
                  <a:lnTo>
                    <a:pt x="264" y="1086332"/>
                  </a:lnTo>
                  <a:lnTo>
                    <a:pt x="23" y="1084065"/>
                  </a:lnTo>
                  <a:lnTo>
                    <a:pt x="0" y="1083841"/>
                  </a:lnTo>
                  <a:lnTo>
                    <a:pt x="332" y="1081349"/>
                  </a:lnTo>
                  <a:lnTo>
                    <a:pt x="1062" y="1078857"/>
                  </a:lnTo>
                  <a:lnTo>
                    <a:pt x="2186" y="1076366"/>
                  </a:lnTo>
                  <a:lnTo>
                    <a:pt x="3885" y="1073874"/>
                  </a:lnTo>
                  <a:lnTo>
                    <a:pt x="6035" y="1071383"/>
                  </a:lnTo>
                  <a:lnTo>
                    <a:pt x="8558" y="1068891"/>
                  </a:lnTo>
                  <a:lnTo>
                    <a:pt x="11495" y="1066400"/>
                  </a:lnTo>
                  <a:lnTo>
                    <a:pt x="14968" y="1063908"/>
                  </a:lnTo>
                  <a:lnTo>
                    <a:pt x="18776" y="1061416"/>
                  </a:lnTo>
                  <a:lnTo>
                    <a:pt x="22911" y="1058925"/>
                  </a:lnTo>
                  <a:lnTo>
                    <a:pt x="27491" y="1056433"/>
                  </a:lnTo>
                  <a:lnTo>
                    <a:pt x="32418" y="1053942"/>
                  </a:lnTo>
                  <a:lnTo>
                    <a:pt x="37615" y="1051450"/>
                  </a:lnTo>
                  <a:lnTo>
                    <a:pt x="43096" y="1048958"/>
                  </a:lnTo>
                  <a:lnTo>
                    <a:pt x="48936" y="1046467"/>
                  </a:lnTo>
                  <a:lnTo>
                    <a:pt x="54980" y="1043975"/>
                  </a:lnTo>
                  <a:lnTo>
                    <a:pt x="61218" y="1041484"/>
                  </a:lnTo>
                  <a:lnTo>
                    <a:pt x="67695" y="1038992"/>
                  </a:lnTo>
                  <a:lnTo>
                    <a:pt x="74347" y="1036500"/>
                  </a:lnTo>
                  <a:lnTo>
                    <a:pt x="81119" y="1034009"/>
                  </a:lnTo>
                  <a:lnTo>
                    <a:pt x="88007" y="1031517"/>
                  </a:lnTo>
                  <a:lnTo>
                    <a:pt x="95018" y="1029026"/>
                  </a:lnTo>
                  <a:lnTo>
                    <a:pt x="102078" y="1026534"/>
                  </a:lnTo>
                  <a:lnTo>
                    <a:pt x="109176" y="1024043"/>
                  </a:lnTo>
                  <a:lnTo>
                    <a:pt x="116298" y="1021551"/>
                  </a:lnTo>
                  <a:lnTo>
                    <a:pt x="123406" y="1019059"/>
                  </a:lnTo>
                  <a:lnTo>
                    <a:pt x="130486" y="1016568"/>
                  </a:lnTo>
                  <a:lnTo>
                    <a:pt x="137527" y="1014076"/>
                  </a:lnTo>
                  <a:lnTo>
                    <a:pt x="144465" y="1011585"/>
                  </a:lnTo>
                  <a:lnTo>
                    <a:pt x="151316" y="1009093"/>
                  </a:lnTo>
                  <a:lnTo>
                    <a:pt x="158074" y="1006601"/>
                  </a:lnTo>
                  <a:lnTo>
                    <a:pt x="164687" y="1004110"/>
                  </a:lnTo>
                  <a:lnTo>
                    <a:pt x="171132" y="1001618"/>
                  </a:lnTo>
                  <a:lnTo>
                    <a:pt x="177437" y="999127"/>
                  </a:lnTo>
                  <a:lnTo>
                    <a:pt x="183598" y="996635"/>
                  </a:lnTo>
                  <a:lnTo>
                    <a:pt x="189494" y="994143"/>
                  </a:lnTo>
                  <a:lnTo>
                    <a:pt x="195217" y="991652"/>
                  </a:lnTo>
                  <a:lnTo>
                    <a:pt x="200763" y="989160"/>
                  </a:lnTo>
                  <a:lnTo>
                    <a:pt x="206070" y="986669"/>
                  </a:lnTo>
                  <a:lnTo>
                    <a:pt x="211118" y="984177"/>
                  </a:lnTo>
                  <a:lnTo>
                    <a:pt x="215969" y="981686"/>
                  </a:lnTo>
                  <a:lnTo>
                    <a:pt x="220623" y="979194"/>
                  </a:lnTo>
                  <a:lnTo>
                    <a:pt x="224947" y="976702"/>
                  </a:lnTo>
                  <a:lnTo>
                    <a:pt x="229060" y="974211"/>
                  </a:lnTo>
                  <a:lnTo>
                    <a:pt x="232967" y="971719"/>
                  </a:lnTo>
                  <a:lnTo>
                    <a:pt x="236610" y="969228"/>
                  </a:lnTo>
                  <a:lnTo>
                    <a:pt x="239970" y="966736"/>
                  </a:lnTo>
                  <a:lnTo>
                    <a:pt x="243125" y="964244"/>
                  </a:lnTo>
                  <a:lnTo>
                    <a:pt x="246078" y="961753"/>
                  </a:lnTo>
                  <a:lnTo>
                    <a:pt x="248711" y="959261"/>
                  </a:lnTo>
                  <a:lnTo>
                    <a:pt x="251136" y="956770"/>
                  </a:lnTo>
                  <a:lnTo>
                    <a:pt x="253366" y="954278"/>
                  </a:lnTo>
                  <a:lnTo>
                    <a:pt x="255359" y="951786"/>
                  </a:lnTo>
                  <a:lnTo>
                    <a:pt x="257091" y="949295"/>
                  </a:lnTo>
                  <a:lnTo>
                    <a:pt x="258644" y="946803"/>
                  </a:lnTo>
                  <a:lnTo>
                    <a:pt x="260019" y="944312"/>
                  </a:lnTo>
                  <a:lnTo>
                    <a:pt x="261127" y="941820"/>
                  </a:lnTo>
                  <a:lnTo>
                    <a:pt x="262055" y="939329"/>
                  </a:lnTo>
                  <a:lnTo>
                    <a:pt x="262824" y="936837"/>
                  </a:lnTo>
                  <a:lnTo>
                    <a:pt x="263403" y="934345"/>
                  </a:lnTo>
                  <a:lnTo>
                    <a:pt x="263770" y="931854"/>
                  </a:lnTo>
                  <a:lnTo>
                    <a:pt x="263994" y="929362"/>
                  </a:lnTo>
                  <a:lnTo>
                    <a:pt x="264080" y="926871"/>
                  </a:lnTo>
                  <a:lnTo>
                    <a:pt x="263964" y="924379"/>
                  </a:lnTo>
                  <a:lnTo>
                    <a:pt x="263708" y="921887"/>
                  </a:lnTo>
                  <a:lnTo>
                    <a:pt x="263332" y="919396"/>
                  </a:lnTo>
                  <a:lnTo>
                    <a:pt x="262818" y="916904"/>
                  </a:lnTo>
                  <a:lnTo>
                    <a:pt x="262145" y="914413"/>
                  </a:lnTo>
                  <a:lnTo>
                    <a:pt x="261368" y="911921"/>
                  </a:lnTo>
                  <a:lnTo>
                    <a:pt x="260492" y="909429"/>
                  </a:lnTo>
                  <a:lnTo>
                    <a:pt x="259475" y="906938"/>
                  </a:lnTo>
                  <a:lnTo>
                    <a:pt x="258357" y="904446"/>
                  </a:lnTo>
                  <a:lnTo>
                    <a:pt x="257155" y="901955"/>
                  </a:lnTo>
                  <a:lnTo>
                    <a:pt x="255861" y="899463"/>
                  </a:lnTo>
                  <a:lnTo>
                    <a:pt x="254455" y="896971"/>
                  </a:lnTo>
                  <a:lnTo>
                    <a:pt x="252980" y="894480"/>
                  </a:lnTo>
                  <a:lnTo>
                    <a:pt x="251439" y="891988"/>
                  </a:lnTo>
                  <a:lnTo>
                    <a:pt x="249807" y="889497"/>
                  </a:lnTo>
                  <a:lnTo>
                    <a:pt x="248107" y="887005"/>
                  </a:lnTo>
                  <a:lnTo>
                    <a:pt x="246355" y="884514"/>
                  </a:lnTo>
                  <a:lnTo>
                    <a:pt x="244545" y="882022"/>
                  </a:lnTo>
                  <a:lnTo>
                    <a:pt x="242666" y="879530"/>
                  </a:lnTo>
                  <a:lnTo>
                    <a:pt x="240745" y="877039"/>
                  </a:lnTo>
                  <a:lnTo>
                    <a:pt x="238784" y="874547"/>
                  </a:lnTo>
                  <a:lnTo>
                    <a:pt x="236773" y="872056"/>
                  </a:lnTo>
                  <a:lnTo>
                    <a:pt x="234723" y="869564"/>
                  </a:lnTo>
                  <a:lnTo>
                    <a:pt x="232645" y="867072"/>
                  </a:lnTo>
                  <a:lnTo>
                    <a:pt x="230537" y="864581"/>
                  </a:lnTo>
                  <a:lnTo>
                    <a:pt x="228396" y="862089"/>
                  </a:lnTo>
                  <a:lnTo>
                    <a:pt x="226236" y="859598"/>
                  </a:lnTo>
                  <a:lnTo>
                    <a:pt x="224059" y="857106"/>
                  </a:lnTo>
                  <a:lnTo>
                    <a:pt x="221863" y="854614"/>
                  </a:lnTo>
                  <a:lnTo>
                    <a:pt x="219655" y="852123"/>
                  </a:lnTo>
                  <a:lnTo>
                    <a:pt x="217439" y="849631"/>
                  </a:lnTo>
                  <a:lnTo>
                    <a:pt x="215218" y="847140"/>
                  </a:lnTo>
                  <a:lnTo>
                    <a:pt x="212994" y="844648"/>
                  </a:lnTo>
                  <a:lnTo>
                    <a:pt x="210773" y="842157"/>
                  </a:lnTo>
                  <a:lnTo>
                    <a:pt x="208554" y="839665"/>
                  </a:lnTo>
                  <a:lnTo>
                    <a:pt x="206344" y="837173"/>
                  </a:lnTo>
                  <a:lnTo>
                    <a:pt x="204146" y="834682"/>
                  </a:lnTo>
                  <a:lnTo>
                    <a:pt x="201960" y="832190"/>
                  </a:lnTo>
                  <a:lnTo>
                    <a:pt x="199788" y="829699"/>
                  </a:lnTo>
                  <a:lnTo>
                    <a:pt x="197643" y="827207"/>
                  </a:lnTo>
                  <a:lnTo>
                    <a:pt x="195519" y="824715"/>
                  </a:lnTo>
                  <a:lnTo>
                    <a:pt x="193417" y="822224"/>
                  </a:lnTo>
                  <a:lnTo>
                    <a:pt x="191346" y="819732"/>
                  </a:lnTo>
                  <a:lnTo>
                    <a:pt x="189785" y="817822"/>
                  </a:lnTo>
                  <a:lnTo>
                    <a:pt x="189311" y="817241"/>
                  </a:lnTo>
                  <a:lnTo>
                    <a:pt x="187305" y="814749"/>
                  </a:lnTo>
                  <a:lnTo>
                    <a:pt x="185330" y="812257"/>
                  </a:lnTo>
                  <a:lnTo>
                    <a:pt x="183410" y="809766"/>
                  </a:lnTo>
                  <a:lnTo>
                    <a:pt x="181526" y="807274"/>
                  </a:lnTo>
                  <a:lnTo>
                    <a:pt x="179680" y="804783"/>
                  </a:lnTo>
                  <a:lnTo>
                    <a:pt x="177884" y="802291"/>
                  </a:lnTo>
                  <a:lnTo>
                    <a:pt x="176145" y="799800"/>
                  </a:lnTo>
                  <a:lnTo>
                    <a:pt x="174449" y="797308"/>
                  </a:lnTo>
                  <a:lnTo>
                    <a:pt x="172798" y="794816"/>
                  </a:lnTo>
                  <a:lnTo>
                    <a:pt x="171221" y="792325"/>
                  </a:lnTo>
                  <a:lnTo>
                    <a:pt x="169694" y="789833"/>
                  </a:lnTo>
                  <a:lnTo>
                    <a:pt x="168216" y="787342"/>
                  </a:lnTo>
                  <a:lnTo>
                    <a:pt x="166802" y="784850"/>
                  </a:lnTo>
                  <a:lnTo>
                    <a:pt x="165458" y="782358"/>
                  </a:lnTo>
                  <a:lnTo>
                    <a:pt x="164167" y="779867"/>
                  </a:lnTo>
                  <a:lnTo>
                    <a:pt x="162929" y="777375"/>
                  </a:lnTo>
                  <a:lnTo>
                    <a:pt x="161775" y="774884"/>
                  </a:lnTo>
                  <a:lnTo>
                    <a:pt x="160679" y="772392"/>
                  </a:lnTo>
                  <a:lnTo>
                    <a:pt x="159638" y="769900"/>
                  </a:lnTo>
                  <a:lnTo>
                    <a:pt x="158664" y="767409"/>
                  </a:lnTo>
                  <a:lnTo>
                    <a:pt x="157767" y="764917"/>
                  </a:lnTo>
                  <a:lnTo>
                    <a:pt x="156925" y="762426"/>
                  </a:lnTo>
                  <a:lnTo>
                    <a:pt x="156137" y="759934"/>
                  </a:lnTo>
                  <a:lnTo>
                    <a:pt x="155433" y="757443"/>
                  </a:lnTo>
                  <a:lnTo>
                    <a:pt x="154788" y="754951"/>
                  </a:lnTo>
                  <a:lnTo>
                    <a:pt x="154195" y="752459"/>
                  </a:lnTo>
                  <a:lnTo>
                    <a:pt x="153665" y="749968"/>
                  </a:lnTo>
                  <a:lnTo>
                    <a:pt x="153209" y="747476"/>
                  </a:lnTo>
                  <a:lnTo>
                    <a:pt x="152802" y="744985"/>
                  </a:lnTo>
                  <a:lnTo>
                    <a:pt x="152445" y="742493"/>
                  </a:lnTo>
                  <a:lnTo>
                    <a:pt x="152161" y="740001"/>
                  </a:lnTo>
                  <a:lnTo>
                    <a:pt x="151928" y="737510"/>
                  </a:lnTo>
                  <a:lnTo>
                    <a:pt x="151741" y="735018"/>
                  </a:lnTo>
                  <a:lnTo>
                    <a:pt x="151605" y="732527"/>
                  </a:lnTo>
                  <a:lnTo>
                    <a:pt x="151532" y="730035"/>
                  </a:lnTo>
                  <a:lnTo>
                    <a:pt x="151498" y="727543"/>
                  </a:lnTo>
                  <a:lnTo>
                    <a:pt x="151504" y="725052"/>
                  </a:lnTo>
                  <a:lnTo>
                    <a:pt x="151565" y="722560"/>
                  </a:lnTo>
                  <a:lnTo>
                    <a:pt x="151667" y="720069"/>
                  </a:lnTo>
                  <a:lnTo>
                    <a:pt x="151804" y="717577"/>
                  </a:lnTo>
                  <a:lnTo>
                    <a:pt x="151977" y="715086"/>
                  </a:lnTo>
                  <a:lnTo>
                    <a:pt x="152197" y="712594"/>
                  </a:lnTo>
                  <a:lnTo>
                    <a:pt x="152445" y="710102"/>
                  </a:lnTo>
                  <a:lnTo>
                    <a:pt x="152721" y="707611"/>
                  </a:lnTo>
                  <a:lnTo>
                    <a:pt x="153035" y="705119"/>
                  </a:lnTo>
                  <a:lnTo>
                    <a:pt x="153377" y="702628"/>
                  </a:lnTo>
                  <a:lnTo>
                    <a:pt x="153741" y="700136"/>
                  </a:lnTo>
                  <a:lnTo>
                    <a:pt x="154130" y="697644"/>
                  </a:lnTo>
                  <a:lnTo>
                    <a:pt x="154550" y="695153"/>
                  </a:lnTo>
                  <a:lnTo>
                    <a:pt x="154988" y="692661"/>
                  </a:lnTo>
                  <a:lnTo>
                    <a:pt x="155443" y="690170"/>
                  </a:lnTo>
                  <a:lnTo>
                    <a:pt x="155922" y="687678"/>
                  </a:lnTo>
                  <a:lnTo>
                    <a:pt x="156419" y="685186"/>
                  </a:lnTo>
                  <a:lnTo>
                    <a:pt x="156931" y="682695"/>
                  </a:lnTo>
                  <a:lnTo>
                    <a:pt x="157457" y="680203"/>
                  </a:lnTo>
                  <a:lnTo>
                    <a:pt x="158002" y="677712"/>
                  </a:lnTo>
                  <a:lnTo>
                    <a:pt x="158560" y="675220"/>
                  </a:lnTo>
                  <a:lnTo>
                    <a:pt x="159128" y="672728"/>
                  </a:lnTo>
                  <a:lnTo>
                    <a:pt x="159711" y="670237"/>
                  </a:lnTo>
                  <a:lnTo>
                    <a:pt x="160306" y="667745"/>
                  </a:lnTo>
                  <a:lnTo>
                    <a:pt x="160912" y="665254"/>
                  </a:lnTo>
                  <a:lnTo>
                    <a:pt x="161526" y="662762"/>
                  </a:lnTo>
                  <a:lnTo>
                    <a:pt x="162156" y="660271"/>
                  </a:lnTo>
                  <a:lnTo>
                    <a:pt x="162793" y="657779"/>
                  </a:lnTo>
                  <a:lnTo>
                    <a:pt x="163440" y="655287"/>
                  </a:lnTo>
                  <a:lnTo>
                    <a:pt x="164097" y="652796"/>
                  </a:lnTo>
                  <a:lnTo>
                    <a:pt x="164766" y="650304"/>
                  </a:lnTo>
                  <a:lnTo>
                    <a:pt x="165442" y="647813"/>
                  </a:lnTo>
                  <a:lnTo>
                    <a:pt x="166128" y="645321"/>
                  </a:lnTo>
                  <a:lnTo>
                    <a:pt x="166533" y="643876"/>
                  </a:lnTo>
                  <a:lnTo>
                    <a:pt x="166826" y="642829"/>
                  </a:lnTo>
                  <a:lnTo>
                    <a:pt x="167533" y="640338"/>
                  </a:lnTo>
                  <a:lnTo>
                    <a:pt x="168248" y="637846"/>
                  </a:lnTo>
                  <a:lnTo>
                    <a:pt x="168975" y="635355"/>
                  </a:lnTo>
                  <a:lnTo>
                    <a:pt x="169712" y="632863"/>
                  </a:lnTo>
                  <a:lnTo>
                    <a:pt x="170459" y="630371"/>
                  </a:lnTo>
                  <a:lnTo>
                    <a:pt x="171213" y="627880"/>
                  </a:lnTo>
                  <a:lnTo>
                    <a:pt x="171982" y="625388"/>
                  </a:lnTo>
                  <a:lnTo>
                    <a:pt x="172759" y="622897"/>
                  </a:lnTo>
                  <a:lnTo>
                    <a:pt x="173545" y="620405"/>
                  </a:lnTo>
                  <a:lnTo>
                    <a:pt x="174342" y="617914"/>
                  </a:lnTo>
                  <a:lnTo>
                    <a:pt x="175150" y="615422"/>
                  </a:lnTo>
                  <a:lnTo>
                    <a:pt x="175967" y="612930"/>
                  </a:lnTo>
                  <a:lnTo>
                    <a:pt x="176791" y="610439"/>
                  </a:lnTo>
                  <a:lnTo>
                    <a:pt x="177629" y="607947"/>
                  </a:lnTo>
                  <a:lnTo>
                    <a:pt x="178474" y="605456"/>
                  </a:lnTo>
                  <a:lnTo>
                    <a:pt x="179326" y="602964"/>
                  </a:lnTo>
                  <a:lnTo>
                    <a:pt x="180188" y="600472"/>
                  </a:lnTo>
                  <a:lnTo>
                    <a:pt x="181058" y="597981"/>
                  </a:lnTo>
                  <a:lnTo>
                    <a:pt x="181935" y="595489"/>
                  </a:lnTo>
                  <a:lnTo>
                    <a:pt x="182817" y="592998"/>
                  </a:lnTo>
                  <a:lnTo>
                    <a:pt x="183708" y="590506"/>
                  </a:lnTo>
                  <a:lnTo>
                    <a:pt x="184604" y="588014"/>
                  </a:lnTo>
                  <a:lnTo>
                    <a:pt x="185503" y="585523"/>
                  </a:lnTo>
                  <a:lnTo>
                    <a:pt x="186408" y="583031"/>
                  </a:lnTo>
                  <a:lnTo>
                    <a:pt x="187316" y="580540"/>
                  </a:lnTo>
                  <a:lnTo>
                    <a:pt x="188226" y="578048"/>
                  </a:lnTo>
                  <a:lnTo>
                    <a:pt x="189139" y="575557"/>
                  </a:lnTo>
                  <a:lnTo>
                    <a:pt x="190053" y="573065"/>
                  </a:lnTo>
                  <a:lnTo>
                    <a:pt x="190968" y="570573"/>
                  </a:lnTo>
                  <a:lnTo>
                    <a:pt x="191882" y="568082"/>
                  </a:lnTo>
                  <a:lnTo>
                    <a:pt x="192796" y="565590"/>
                  </a:lnTo>
                  <a:lnTo>
                    <a:pt x="193708" y="563099"/>
                  </a:lnTo>
                  <a:lnTo>
                    <a:pt x="194618" y="560607"/>
                  </a:lnTo>
                  <a:lnTo>
                    <a:pt x="195526" y="558115"/>
                  </a:lnTo>
                  <a:lnTo>
                    <a:pt x="196430" y="555624"/>
                  </a:lnTo>
                  <a:lnTo>
                    <a:pt x="197330" y="553132"/>
                  </a:lnTo>
                  <a:lnTo>
                    <a:pt x="198226" y="550641"/>
                  </a:lnTo>
                  <a:lnTo>
                    <a:pt x="199118" y="548149"/>
                  </a:lnTo>
                  <a:lnTo>
                    <a:pt x="200004" y="545657"/>
                  </a:lnTo>
                  <a:lnTo>
                    <a:pt x="200886" y="543166"/>
                  </a:lnTo>
                  <a:lnTo>
                    <a:pt x="201764" y="540674"/>
                  </a:lnTo>
                  <a:lnTo>
                    <a:pt x="202635" y="538183"/>
                  </a:lnTo>
                  <a:lnTo>
                    <a:pt x="203501" y="535691"/>
                  </a:lnTo>
                  <a:lnTo>
                    <a:pt x="204363" y="533200"/>
                  </a:lnTo>
                  <a:lnTo>
                    <a:pt x="205220" y="530708"/>
                  </a:lnTo>
                  <a:lnTo>
                    <a:pt x="206071" y="528216"/>
                  </a:lnTo>
                  <a:lnTo>
                    <a:pt x="206919" y="525725"/>
                  </a:lnTo>
                  <a:lnTo>
                    <a:pt x="207763" y="523233"/>
                  </a:lnTo>
                  <a:lnTo>
                    <a:pt x="208604" y="520742"/>
                  </a:lnTo>
                  <a:lnTo>
                    <a:pt x="209442" y="518250"/>
                  </a:lnTo>
                  <a:lnTo>
                    <a:pt x="210278" y="515758"/>
                  </a:lnTo>
                  <a:lnTo>
                    <a:pt x="211113" y="513267"/>
                  </a:lnTo>
                  <a:lnTo>
                    <a:pt x="211947" y="510775"/>
                  </a:lnTo>
                  <a:lnTo>
                    <a:pt x="212781" y="508284"/>
                  </a:lnTo>
                  <a:lnTo>
                    <a:pt x="213616" y="505792"/>
                  </a:lnTo>
                  <a:lnTo>
                    <a:pt x="214453" y="503300"/>
                  </a:lnTo>
                  <a:lnTo>
                    <a:pt x="215293" y="500809"/>
                  </a:lnTo>
                  <a:lnTo>
                    <a:pt x="216136" y="498317"/>
                  </a:lnTo>
                  <a:lnTo>
                    <a:pt x="216982" y="495826"/>
                  </a:lnTo>
                  <a:lnTo>
                    <a:pt x="217835" y="493334"/>
                  </a:lnTo>
                  <a:lnTo>
                    <a:pt x="218694" y="490843"/>
                  </a:lnTo>
                  <a:lnTo>
                    <a:pt x="219558" y="488351"/>
                  </a:lnTo>
                  <a:lnTo>
                    <a:pt x="220430" y="485859"/>
                  </a:lnTo>
                  <a:lnTo>
                    <a:pt x="221311" y="483368"/>
                  </a:lnTo>
                  <a:lnTo>
                    <a:pt x="222200" y="480876"/>
                  </a:lnTo>
                  <a:lnTo>
                    <a:pt x="223096" y="478385"/>
                  </a:lnTo>
                  <a:lnTo>
                    <a:pt x="224006" y="475893"/>
                  </a:lnTo>
                  <a:lnTo>
                    <a:pt x="224925" y="473401"/>
                  </a:lnTo>
                  <a:lnTo>
                    <a:pt x="225852" y="470910"/>
                  </a:lnTo>
                  <a:lnTo>
                    <a:pt x="226792" y="468418"/>
                  </a:lnTo>
                  <a:lnTo>
                    <a:pt x="227743" y="465927"/>
                  </a:lnTo>
                  <a:lnTo>
                    <a:pt x="228704" y="463435"/>
                  </a:lnTo>
                  <a:lnTo>
                    <a:pt x="229675" y="460943"/>
                  </a:lnTo>
                  <a:lnTo>
                    <a:pt x="230660" y="458452"/>
                  </a:lnTo>
                  <a:lnTo>
                    <a:pt x="231655" y="455960"/>
                  </a:lnTo>
                  <a:lnTo>
                    <a:pt x="232659" y="453469"/>
                  </a:lnTo>
                  <a:lnTo>
                    <a:pt x="233674" y="450977"/>
                  </a:lnTo>
                  <a:lnTo>
                    <a:pt x="234701" y="448485"/>
                  </a:lnTo>
                  <a:lnTo>
                    <a:pt x="235735" y="445994"/>
                  </a:lnTo>
                  <a:lnTo>
                    <a:pt x="236777" y="443502"/>
                  </a:lnTo>
                  <a:lnTo>
                    <a:pt x="237830" y="441011"/>
                  </a:lnTo>
                  <a:lnTo>
                    <a:pt x="238890" y="438519"/>
                  </a:lnTo>
                  <a:lnTo>
                    <a:pt x="239955" y="436028"/>
                  </a:lnTo>
                  <a:lnTo>
                    <a:pt x="241028" y="433536"/>
                  </a:lnTo>
                  <a:lnTo>
                    <a:pt x="242106" y="431044"/>
                  </a:lnTo>
                  <a:lnTo>
                    <a:pt x="243188" y="428553"/>
                  </a:lnTo>
                  <a:lnTo>
                    <a:pt x="244274" y="426061"/>
                  </a:lnTo>
                  <a:lnTo>
                    <a:pt x="245363" y="423570"/>
                  </a:lnTo>
                  <a:lnTo>
                    <a:pt x="246453" y="421078"/>
                  </a:lnTo>
                  <a:lnTo>
                    <a:pt x="247545" y="418586"/>
                  </a:lnTo>
                  <a:lnTo>
                    <a:pt x="248637" y="416095"/>
                  </a:lnTo>
                  <a:lnTo>
                    <a:pt x="249727" y="413603"/>
                  </a:lnTo>
                  <a:lnTo>
                    <a:pt x="250817" y="411112"/>
                  </a:lnTo>
                  <a:lnTo>
                    <a:pt x="251904" y="408620"/>
                  </a:lnTo>
                  <a:lnTo>
                    <a:pt x="252987" y="406128"/>
                  </a:lnTo>
                  <a:lnTo>
                    <a:pt x="254065" y="403637"/>
                  </a:lnTo>
                  <a:lnTo>
                    <a:pt x="255140" y="401145"/>
                  </a:lnTo>
                  <a:lnTo>
                    <a:pt x="256208" y="398654"/>
                  </a:lnTo>
                  <a:lnTo>
                    <a:pt x="257269" y="396162"/>
                  </a:lnTo>
                  <a:lnTo>
                    <a:pt x="258324" y="393671"/>
                  </a:lnTo>
                  <a:lnTo>
                    <a:pt x="259372" y="391179"/>
                  </a:lnTo>
                  <a:lnTo>
                    <a:pt x="260409" y="388687"/>
                  </a:lnTo>
                  <a:lnTo>
                    <a:pt x="261437" y="386196"/>
                  </a:lnTo>
                  <a:lnTo>
                    <a:pt x="262458" y="383704"/>
                  </a:lnTo>
                  <a:lnTo>
                    <a:pt x="263468" y="381213"/>
                  </a:lnTo>
                  <a:lnTo>
                    <a:pt x="264465" y="378721"/>
                  </a:lnTo>
                  <a:lnTo>
                    <a:pt x="265453" y="376229"/>
                  </a:lnTo>
                  <a:lnTo>
                    <a:pt x="266431" y="373738"/>
                  </a:lnTo>
                  <a:lnTo>
                    <a:pt x="267395" y="371246"/>
                  </a:lnTo>
                  <a:lnTo>
                    <a:pt x="268346" y="368755"/>
                  </a:lnTo>
                  <a:lnTo>
                    <a:pt x="269288" y="366263"/>
                  </a:lnTo>
                  <a:lnTo>
                    <a:pt x="270217" y="363771"/>
                  </a:lnTo>
                  <a:lnTo>
                    <a:pt x="271129" y="361280"/>
                  </a:lnTo>
                  <a:lnTo>
                    <a:pt x="272031" y="358788"/>
                  </a:lnTo>
                  <a:lnTo>
                    <a:pt x="272922" y="356297"/>
                  </a:lnTo>
                  <a:lnTo>
                    <a:pt x="273796" y="353805"/>
                  </a:lnTo>
                  <a:lnTo>
                    <a:pt x="274656" y="351314"/>
                  </a:lnTo>
                  <a:lnTo>
                    <a:pt x="275505" y="348822"/>
                  </a:lnTo>
                  <a:lnTo>
                    <a:pt x="276341" y="346330"/>
                  </a:lnTo>
                  <a:lnTo>
                    <a:pt x="277159" y="343839"/>
                  </a:lnTo>
                  <a:lnTo>
                    <a:pt x="277966" y="341347"/>
                  </a:lnTo>
                  <a:lnTo>
                    <a:pt x="278760" y="338856"/>
                  </a:lnTo>
                  <a:lnTo>
                    <a:pt x="279538" y="336364"/>
                  </a:lnTo>
                  <a:lnTo>
                    <a:pt x="280301" y="333872"/>
                  </a:lnTo>
                  <a:lnTo>
                    <a:pt x="281052" y="331381"/>
                  </a:lnTo>
                  <a:lnTo>
                    <a:pt x="281790" y="328889"/>
                  </a:lnTo>
                  <a:lnTo>
                    <a:pt x="282509" y="326398"/>
                  </a:lnTo>
                  <a:lnTo>
                    <a:pt x="283216" y="323906"/>
                  </a:lnTo>
                  <a:lnTo>
                    <a:pt x="283911" y="321414"/>
                  </a:lnTo>
                  <a:lnTo>
                    <a:pt x="284589" y="318923"/>
                  </a:lnTo>
                  <a:lnTo>
                    <a:pt x="285252" y="316431"/>
                  </a:lnTo>
                  <a:lnTo>
                    <a:pt x="285902" y="313940"/>
                  </a:lnTo>
                  <a:lnTo>
                    <a:pt x="286540" y="311448"/>
                  </a:lnTo>
                  <a:lnTo>
                    <a:pt x="287158" y="308957"/>
                  </a:lnTo>
                  <a:lnTo>
                    <a:pt x="287765" y="306465"/>
                  </a:lnTo>
                  <a:lnTo>
                    <a:pt x="288359" y="303973"/>
                  </a:lnTo>
                  <a:lnTo>
                    <a:pt x="288936" y="301482"/>
                  </a:lnTo>
                  <a:lnTo>
                    <a:pt x="289497" y="298990"/>
                  </a:lnTo>
                  <a:lnTo>
                    <a:pt x="290047" y="296499"/>
                  </a:lnTo>
                  <a:lnTo>
                    <a:pt x="290584" y="294007"/>
                  </a:lnTo>
                  <a:lnTo>
                    <a:pt x="291101" y="291515"/>
                  </a:lnTo>
                  <a:lnTo>
                    <a:pt x="291606" y="289024"/>
                  </a:lnTo>
                  <a:lnTo>
                    <a:pt x="292099" y="286532"/>
                  </a:lnTo>
                  <a:lnTo>
                    <a:pt x="292576" y="284041"/>
                  </a:lnTo>
                  <a:lnTo>
                    <a:pt x="293038" y="281549"/>
                  </a:lnTo>
                  <a:lnTo>
                    <a:pt x="293487" y="279057"/>
                  </a:lnTo>
                  <a:lnTo>
                    <a:pt x="293925" y="276566"/>
                  </a:lnTo>
                  <a:lnTo>
                    <a:pt x="294344" y="274074"/>
                  </a:lnTo>
                  <a:lnTo>
                    <a:pt x="294751" y="271583"/>
                  </a:lnTo>
                  <a:lnTo>
                    <a:pt x="295146" y="269091"/>
                  </a:lnTo>
                  <a:lnTo>
                    <a:pt x="295527" y="266600"/>
                  </a:lnTo>
                  <a:lnTo>
                    <a:pt x="295892" y="264108"/>
                  </a:lnTo>
                  <a:lnTo>
                    <a:pt x="296247" y="261616"/>
                  </a:lnTo>
                  <a:lnTo>
                    <a:pt x="296590" y="259125"/>
                  </a:lnTo>
                  <a:lnTo>
                    <a:pt x="296917" y="256633"/>
                  </a:lnTo>
                  <a:lnTo>
                    <a:pt x="297232" y="254142"/>
                  </a:lnTo>
                  <a:lnTo>
                    <a:pt x="297537" y="251650"/>
                  </a:lnTo>
                  <a:lnTo>
                    <a:pt x="297830" y="249158"/>
                  </a:lnTo>
                  <a:lnTo>
                    <a:pt x="298108" y="246667"/>
                  </a:lnTo>
                  <a:lnTo>
                    <a:pt x="298378" y="244175"/>
                  </a:lnTo>
                  <a:lnTo>
                    <a:pt x="298637" y="241684"/>
                  </a:lnTo>
                  <a:lnTo>
                    <a:pt x="298883" y="239192"/>
                  </a:lnTo>
                  <a:lnTo>
                    <a:pt x="299118" y="236700"/>
                  </a:lnTo>
                  <a:lnTo>
                    <a:pt x="299346" y="234209"/>
                  </a:lnTo>
                  <a:lnTo>
                    <a:pt x="299563" y="231717"/>
                  </a:lnTo>
                  <a:lnTo>
                    <a:pt x="299768" y="229226"/>
                  </a:lnTo>
                  <a:lnTo>
                    <a:pt x="299966" y="226734"/>
                  </a:lnTo>
                  <a:lnTo>
                    <a:pt x="300156" y="224242"/>
                  </a:lnTo>
                  <a:lnTo>
                    <a:pt x="300336" y="221751"/>
                  </a:lnTo>
                  <a:lnTo>
                    <a:pt x="300507" y="219259"/>
                  </a:lnTo>
                  <a:lnTo>
                    <a:pt x="300673" y="216768"/>
                  </a:lnTo>
                  <a:lnTo>
                    <a:pt x="300830" y="214276"/>
                  </a:lnTo>
                  <a:lnTo>
                    <a:pt x="300979" y="211785"/>
                  </a:lnTo>
                  <a:lnTo>
                    <a:pt x="301122" y="209293"/>
                  </a:lnTo>
                  <a:lnTo>
                    <a:pt x="301260" y="206801"/>
                  </a:lnTo>
                  <a:lnTo>
                    <a:pt x="301390" y="204310"/>
                  </a:lnTo>
                  <a:lnTo>
                    <a:pt x="301515" y="201818"/>
                  </a:lnTo>
                  <a:lnTo>
                    <a:pt x="301635" y="199327"/>
                  </a:lnTo>
                  <a:lnTo>
                    <a:pt x="301750" y="196835"/>
                  </a:lnTo>
                  <a:lnTo>
                    <a:pt x="301859" y="194343"/>
                  </a:lnTo>
                  <a:lnTo>
                    <a:pt x="301965" y="191852"/>
                  </a:lnTo>
                  <a:lnTo>
                    <a:pt x="302066" y="189360"/>
                  </a:lnTo>
                  <a:lnTo>
                    <a:pt x="302163" y="186869"/>
                  </a:lnTo>
                  <a:lnTo>
                    <a:pt x="302256" y="184377"/>
                  </a:lnTo>
                  <a:lnTo>
                    <a:pt x="302347" y="181885"/>
                  </a:lnTo>
                  <a:lnTo>
                    <a:pt x="302434" y="179394"/>
                  </a:lnTo>
                  <a:lnTo>
                    <a:pt x="302518" y="176902"/>
                  </a:lnTo>
                  <a:lnTo>
                    <a:pt x="302599" y="174411"/>
                  </a:lnTo>
                  <a:lnTo>
                    <a:pt x="302678" y="171919"/>
                  </a:lnTo>
                  <a:lnTo>
                    <a:pt x="302754" y="169428"/>
                  </a:lnTo>
                  <a:lnTo>
                    <a:pt x="302828" y="166936"/>
                  </a:lnTo>
                  <a:lnTo>
                    <a:pt x="302899" y="164444"/>
                  </a:lnTo>
                  <a:lnTo>
                    <a:pt x="302970" y="161953"/>
                  </a:lnTo>
                  <a:lnTo>
                    <a:pt x="303037" y="159461"/>
                  </a:lnTo>
                  <a:lnTo>
                    <a:pt x="303103" y="156970"/>
                  </a:lnTo>
                  <a:lnTo>
                    <a:pt x="303168" y="154478"/>
                  </a:lnTo>
                  <a:lnTo>
                    <a:pt x="303231" y="151986"/>
                  </a:lnTo>
                  <a:lnTo>
                    <a:pt x="303292" y="149495"/>
                  </a:lnTo>
                  <a:lnTo>
                    <a:pt x="303352" y="147003"/>
                  </a:lnTo>
                  <a:lnTo>
                    <a:pt x="303411" y="144512"/>
                  </a:lnTo>
                  <a:lnTo>
                    <a:pt x="303468" y="142020"/>
                  </a:lnTo>
                  <a:lnTo>
                    <a:pt x="303524" y="139528"/>
                  </a:lnTo>
                  <a:lnTo>
                    <a:pt x="303578" y="137037"/>
                  </a:lnTo>
                  <a:lnTo>
                    <a:pt x="303631" y="134545"/>
                  </a:lnTo>
                  <a:lnTo>
                    <a:pt x="303683" y="132054"/>
                  </a:lnTo>
                  <a:lnTo>
                    <a:pt x="303734" y="129562"/>
                  </a:lnTo>
                  <a:lnTo>
                    <a:pt x="303783" y="127071"/>
                  </a:lnTo>
                  <a:lnTo>
                    <a:pt x="303831" y="124579"/>
                  </a:lnTo>
                  <a:lnTo>
                    <a:pt x="303878" y="122087"/>
                  </a:lnTo>
                  <a:lnTo>
                    <a:pt x="303923" y="119596"/>
                  </a:lnTo>
                  <a:lnTo>
                    <a:pt x="303968" y="117104"/>
                  </a:lnTo>
                  <a:lnTo>
                    <a:pt x="304010" y="114613"/>
                  </a:lnTo>
                  <a:lnTo>
                    <a:pt x="304052" y="112121"/>
                  </a:lnTo>
                  <a:lnTo>
                    <a:pt x="304092" y="109629"/>
                  </a:lnTo>
                  <a:lnTo>
                    <a:pt x="304131" y="107138"/>
                  </a:lnTo>
                  <a:lnTo>
                    <a:pt x="304168" y="104646"/>
                  </a:lnTo>
                  <a:lnTo>
                    <a:pt x="304205" y="102155"/>
                  </a:lnTo>
                  <a:lnTo>
                    <a:pt x="304240" y="99663"/>
                  </a:lnTo>
                  <a:lnTo>
                    <a:pt x="304273" y="97171"/>
                  </a:lnTo>
                  <a:lnTo>
                    <a:pt x="304305" y="94680"/>
                  </a:lnTo>
                  <a:lnTo>
                    <a:pt x="304336" y="92188"/>
                  </a:lnTo>
                  <a:lnTo>
                    <a:pt x="304366" y="89697"/>
                  </a:lnTo>
                  <a:lnTo>
                    <a:pt x="304394" y="87205"/>
                  </a:lnTo>
                  <a:lnTo>
                    <a:pt x="304421" y="84714"/>
                  </a:lnTo>
                  <a:lnTo>
                    <a:pt x="304447" y="82222"/>
                  </a:lnTo>
                  <a:lnTo>
                    <a:pt x="304471" y="79730"/>
                  </a:lnTo>
                  <a:lnTo>
                    <a:pt x="304494" y="77239"/>
                  </a:lnTo>
                  <a:lnTo>
                    <a:pt x="304517" y="74747"/>
                  </a:lnTo>
                  <a:lnTo>
                    <a:pt x="304537" y="72256"/>
                  </a:lnTo>
                  <a:lnTo>
                    <a:pt x="304557" y="69764"/>
                  </a:lnTo>
                  <a:lnTo>
                    <a:pt x="304576" y="67272"/>
                  </a:lnTo>
                  <a:lnTo>
                    <a:pt x="304593" y="64781"/>
                  </a:lnTo>
                  <a:lnTo>
                    <a:pt x="304610" y="62289"/>
                  </a:lnTo>
                  <a:lnTo>
                    <a:pt x="304625" y="59798"/>
                  </a:lnTo>
                  <a:lnTo>
                    <a:pt x="304640" y="57306"/>
                  </a:lnTo>
                  <a:lnTo>
                    <a:pt x="304653" y="54814"/>
                  </a:lnTo>
                  <a:lnTo>
                    <a:pt x="304666" y="52323"/>
                  </a:lnTo>
                  <a:lnTo>
                    <a:pt x="304678" y="49831"/>
                  </a:lnTo>
                  <a:lnTo>
                    <a:pt x="304689" y="47340"/>
                  </a:lnTo>
                  <a:lnTo>
                    <a:pt x="304699" y="44848"/>
                  </a:lnTo>
                  <a:lnTo>
                    <a:pt x="304709" y="42357"/>
                  </a:lnTo>
                  <a:lnTo>
                    <a:pt x="304717" y="39865"/>
                  </a:lnTo>
                  <a:lnTo>
                    <a:pt x="304726" y="37373"/>
                  </a:lnTo>
                  <a:lnTo>
                    <a:pt x="304733" y="34882"/>
                  </a:lnTo>
                  <a:lnTo>
                    <a:pt x="304740" y="32390"/>
                  </a:lnTo>
                  <a:lnTo>
                    <a:pt x="304746" y="29899"/>
                  </a:lnTo>
                  <a:lnTo>
                    <a:pt x="304752" y="27407"/>
                  </a:lnTo>
                  <a:lnTo>
                    <a:pt x="304758" y="24915"/>
                  </a:lnTo>
                  <a:lnTo>
                    <a:pt x="304763" y="22424"/>
                  </a:lnTo>
                  <a:lnTo>
                    <a:pt x="304767" y="19932"/>
                  </a:lnTo>
                  <a:lnTo>
                    <a:pt x="304771" y="17441"/>
                  </a:lnTo>
                  <a:lnTo>
                    <a:pt x="304775" y="14949"/>
                  </a:lnTo>
                  <a:lnTo>
                    <a:pt x="304778" y="12457"/>
                  </a:lnTo>
                  <a:lnTo>
                    <a:pt x="304781" y="9966"/>
                  </a:lnTo>
                  <a:lnTo>
                    <a:pt x="304784" y="7474"/>
                  </a:lnTo>
                  <a:lnTo>
                    <a:pt x="304787" y="4983"/>
                  </a:lnTo>
                  <a:lnTo>
                    <a:pt x="304789" y="2491"/>
                  </a:lnTo>
                  <a:lnTo>
                    <a:pt x="304823" y="0"/>
                  </a:lnTo>
                  <a:lnTo>
                    <a:pt x="304825" y="2491"/>
                  </a:lnTo>
                  <a:lnTo>
                    <a:pt x="304828" y="4983"/>
                  </a:lnTo>
                  <a:lnTo>
                    <a:pt x="304830" y="7474"/>
                  </a:lnTo>
                  <a:lnTo>
                    <a:pt x="304833" y="9966"/>
                  </a:lnTo>
                  <a:lnTo>
                    <a:pt x="304836" y="12457"/>
                  </a:lnTo>
                  <a:lnTo>
                    <a:pt x="304840" y="14949"/>
                  </a:lnTo>
                  <a:lnTo>
                    <a:pt x="304843" y="17441"/>
                  </a:lnTo>
                  <a:lnTo>
                    <a:pt x="304847" y="19932"/>
                  </a:lnTo>
                  <a:lnTo>
                    <a:pt x="304852" y="22424"/>
                  </a:lnTo>
                  <a:lnTo>
                    <a:pt x="304857" y="24915"/>
                  </a:lnTo>
                  <a:lnTo>
                    <a:pt x="304862" y="27407"/>
                  </a:lnTo>
                  <a:lnTo>
                    <a:pt x="304868" y="29899"/>
                  </a:lnTo>
                  <a:lnTo>
                    <a:pt x="304874" y="32390"/>
                  </a:lnTo>
                  <a:lnTo>
                    <a:pt x="304881" y="34882"/>
                  </a:lnTo>
                  <a:lnTo>
                    <a:pt x="304889" y="37373"/>
                  </a:lnTo>
                  <a:lnTo>
                    <a:pt x="304897" y="39865"/>
                  </a:lnTo>
                  <a:lnTo>
                    <a:pt x="304906" y="42357"/>
                  </a:lnTo>
                  <a:lnTo>
                    <a:pt x="304915" y="44848"/>
                  </a:lnTo>
                  <a:lnTo>
                    <a:pt x="304925" y="47340"/>
                  </a:lnTo>
                  <a:lnTo>
                    <a:pt x="304936" y="49831"/>
                  </a:lnTo>
                  <a:lnTo>
                    <a:pt x="304948" y="52323"/>
                  </a:lnTo>
                  <a:lnTo>
                    <a:pt x="304961" y="54814"/>
                  </a:lnTo>
                  <a:lnTo>
                    <a:pt x="304974" y="57306"/>
                  </a:lnTo>
                  <a:lnTo>
                    <a:pt x="304989" y="59798"/>
                  </a:lnTo>
                  <a:lnTo>
                    <a:pt x="305005" y="62289"/>
                  </a:lnTo>
                  <a:lnTo>
                    <a:pt x="305021" y="64781"/>
                  </a:lnTo>
                  <a:lnTo>
                    <a:pt x="305039" y="67272"/>
                  </a:lnTo>
                  <a:lnTo>
                    <a:pt x="305057" y="69764"/>
                  </a:lnTo>
                  <a:lnTo>
                    <a:pt x="305077" y="72256"/>
                  </a:lnTo>
                  <a:lnTo>
                    <a:pt x="305098" y="74747"/>
                  </a:lnTo>
                  <a:lnTo>
                    <a:pt x="305120" y="77239"/>
                  </a:lnTo>
                  <a:lnTo>
                    <a:pt x="305143" y="79730"/>
                  </a:lnTo>
                  <a:lnTo>
                    <a:pt x="305168" y="82222"/>
                  </a:lnTo>
                  <a:lnTo>
                    <a:pt x="305193" y="84714"/>
                  </a:lnTo>
                  <a:lnTo>
                    <a:pt x="305220" y="87205"/>
                  </a:lnTo>
                  <a:lnTo>
                    <a:pt x="305249" y="89697"/>
                  </a:lnTo>
                  <a:lnTo>
                    <a:pt x="305278" y="92188"/>
                  </a:lnTo>
                  <a:lnTo>
                    <a:pt x="305309" y="94680"/>
                  </a:lnTo>
                  <a:lnTo>
                    <a:pt x="305341" y="97171"/>
                  </a:lnTo>
                  <a:lnTo>
                    <a:pt x="305375" y="99663"/>
                  </a:lnTo>
                  <a:lnTo>
                    <a:pt x="305410" y="102155"/>
                  </a:lnTo>
                  <a:lnTo>
                    <a:pt x="305446" y="104646"/>
                  </a:lnTo>
                  <a:lnTo>
                    <a:pt x="305483" y="107138"/>
                  </a:lnTo>
                  <a:lnTo>
                    <a:pt x="305522" y="109629"/>
                  </a:lnTo>
                  <a:lnTo>
                    <a:pt x="305562" y="112121"/>
                  </a:lnTo>
                  <a:lnTo>
                    <a:pt x="305604" y="114613"/>
                  </a:lnTo>
                  <a:lnTo>
                    <a:pt x="305647" y="117104"/>
                  </a:lnTo>
                  <a:lnTo>
                    <a:pt x="305691" y="119596"/>
                  </a:lnTo>
                  <a:lnTo>
                    <a:pt x="305736" y="122087"/>
                  </a:lnTo>
                  <a:lnTo>
                    <a:pt x="305783" y="124579"/>
                  </a:lnTo>
                  <a:lnTo>
                    <a:pt x="305831" y="127071"/>
                  </a:lnTo>
                  <a:lnTo>
                    <a:pt x="305880" y="129562"/>
                  </a:lnTo>
                  <a:lnTo>
                    <a:pt x="305931" y="132054"/>
                  </a:lnTo>
                  <a:lnTo>
                    <a:pt x="305983" y="134545"/>
                  </a:lnTo>
                  <a:lnTo>
                    <a:pt x="306036" y="137037"/>
                  </a:lnTo>
                  <a:lnTo>
                    <a:pt x="306091" y="139528"/>
                  </a:lnTo>
                  <a:lnTo>
                    <a:pt x="306146" y="142020"/>
                  </a:lnTo>
                  <a:lnTo>
                    <a:pt x="306203" y="144512"/>
                  </a:lnTo>
                  <a:lnTo>
                    <a:pt x="306262" y="147003"/>
                  </a:lnTo>
                  <a:lnTo>
                    <a:pt x="306322" y="149495"/>
                  </a:lnTo>
                  <a:lnTo>
                    <a:pt x="306383" y="151986"/>
                  </a:lnTo>
                  <a:lnTo>
                    <a:pt x="306446" y="154478"/>
                  </a:lnTo>
                  <a:lnTo>
                    <a:pt x="306511" y="156970"/>
                  </a:lnTo>
                  <a:lnTo>
                    <a:pt x="306577" y="159461"/>
                  </a:lnTo>
                  <a:lnTo>
                    <a:pt x="306645" y="161953"/>
                  </a:lnTo>
                  <a:lnTo>
                    <a:pt x="306715" y="164444"/>
                  </a:lnTo>
                  <a:lnTo>
                    <a:pt x="306787" y="166936"/>
                  </a:lnTo>
                  <a:lnTo>
                    <a:pt x="306860" y="169428"/>
                  </a:lnTo>
                  <a:lnTo>
                    <a:pt x="306936" y="171919"/>
                  </a:lnTo>
                  <a:lnTo>
                    <a:pt x="307015" y="174411"/>
                  </a:lnTo>
                  <a:lnTo>
                    <a:pt x="307097" y="176902"/>
                  </a:lnTo>
                  <a:lnTo>
                    <a:pt x="307180" y="179394"/>
                  </a:lnTo>
                  <a:lnTo>
                    <a:pt x="307267" y="181885"/>
                  </a:lnTo>
                  <a:lnTo>
                    <a:pt x="307358" y="184377"/>
                  </a:lnTo>
                  <a:lnTo>
                    <a:pt x="307451" y="186869"/>
                  </a:lnTo>
                  <a:lnTo>
                    <a:pt x="307548" y="189360"/>
                  </a:lnTo>
                  <a:lnTo>
                    <a:pt x="307650" y="191852"/>
                  </a:lnTo>
                  <a:lnTo>
                    <a:pt x="307755" y="194343"/>
                  </a:lnTo>
                  <a:lnTo>
                    <a:pt x="307864" y="196835"/>
                  </a:lnTo>
                  <a:lnTo>
                    <a:pt x="307979" y="199327"/>
                  </a:lnTo>
                  <a:lnTo>
                    <a:pt x="308099" y="201818"/>
                  </a:lnTo>
                  <a:lnTo>
                    <a:pt x="308224" y="204310"/>
                  </a:lnTo>
                  <a:lnTo>
                    <a:pt x="308354" y="206801"/>
                  </a:lnTo>
                  <a:lnTo>
                    <a:pt x="308492" y="209293"/>
                  </a:lnTo>
                  <a:lnTo>
                    <a:pt x="308635" y="211785"/>
                  </a:lnTo>
                  <a:lnTo>
                    <a:pt x="308784" y="214276"/>
                  </a:lnTo>
                  <a:lnTo>
                    <a:pt x="308942" y="216768"/>
                  </a:lnTo>
                  <a:lnTo>
                    <a:pt x="309107" y="219259"/>
                  </a:lnTo>
                  <a:lnTo>
                    <a:pt x="309279" y="221751"/>
                  </a:lnTo>
                  <a:lnTo>
                    <a:pt x="309458" y="224242"/>
                  </a:lnTo>
                  <a:lnTo>
                    <a:pt x="309648" y="226734"/>
                  </a:lnTo>
                  <a:lnTo>
                    <a:pt x="309846" y="229226"/>
                  </a:lnTo>
                  <a:lnTo>
                    <a:pt x="310052" y="231717"/>
                  </a:lnTo>
                  <a:lnTo>
                    <a:pt x="310268" y="234209"/>
                  </a:lnTo>
                  <a:lnTo>
                    <a:pt x="310496" y="236700"/>
                  </a:lnTo>
                  <a:lnTo>
                    <a:pt x="310732" y="239192"/>
                  </a:lnTo>
                  <a:lnTo>
                    <a:pt x="310977" y="241684"/>
                  </a:lnTo>
                  <a:lnTo>
                    <a:pt x="311237" y="244175"/>
                  </a:lnTo>
                  <a:lnTo>
                    <a:pt x="311506" y="246667"/>
                  </a:lnTo>
                  <a:lnTo>
                    <a:pt x="311785" y="249158"/>
                  </a:lnTo>
                  <a:lnTo>
                    <a:pt x="312077" y="251650"/>
                  </a:lnTo>
                  <a:lnTo>
                    <a:pt x="312382" y="254142"/>
                  </a:lnTo>
                  <a:lnTo>
                    <a:pt x="312698" y="256633"/>
                  </a:lnTo>
                  <a:lnTo>
                    <a:pt x="313024" y="259125"/>
                  </a:lnTo>
                  <a:lnTo>
                    <a:pt x="313368" y="261616"/>
                  </a:lnTo>
                  <a:lnTo>
                    <a:pt x="313722" y="264108"/>
                  </a:lnTo>
                  <a:lnTo>
                    <a:pt x="314088" y="266600"/>
                  </a:lnTo>
                  <a:lnTo>
                    <a:pt x="314468" y="269091"/>
                  </a:lnTo>
                  <a:lnTo>
                    <a:pt x="314864" y="271583"/>
                  </a:lnTo>
                  <a:lnTo>
                    <a:pt x="315271" y="274074"/>
                  </a:lnTo>
                  <a:lnTo>
                    <a:pt x="315689" y="276566"/>
                  </a:lnTo>
                  <a:lnTo>
                    <a:pt x="316127" y="279057"/>
                  </a:lnTo>
                  <a:lnTo>
                    <a:pt x="316576" y="281549"/>
                  </a:lnTo>
                  <a:lnTo>
                    <a:pt x="317038" y="284041"/>
                  </a:lnTo>
                  <a:lnTo>
                    <a:pt x="317515" y="286532"/>
                  </a:lnTo>
                  <a:lnTo>
                    <a:pt x="318008" y="289024"/>
                  </a:lnTo>
                  <a:lnTo>
                    <a:pt x="318513" y="291515"/>
                  </a:lnTo>
                  <a:lnTo>
                    <a:pt x="319030" y="294007"/>
                  </a:lnTo>
                  <a:lnTo>
                    <a:pt x="319567" y="296499"/>
                  </a:lnTo>
                  <a:lnTo>
                    <a:pt x="320117" y="298990"/>
                  </a:lnTo>
                  <a:lnTo>
                    <a:pt x="320679" y="301482"/>
                  </a:lnTo>
                  <a:lnTo>
                    <a:pt x="321256" y="303973"/>
                  </a:lnTo>
                  <a:lnTo>
                    <a:pt x="321850" y="306465"/>
                  </a:lnTo>
                  <a:lnTo>
                    <a:pt x="322456" y="308957"/>
                  </a:lnTo>
                  <a:lnTo>
                    <a:pt x="323074" y="311448"/>
                  </a:lnTo>
                  <a:lnTo>
                    <a:pt x="323712" y="313940"/>
                  </a:lnTo>
                  <a:lnTo>
                    <a:pt x="324363" y="316431"/>
                  </a:lnTo>
                  <a:lnTo>
                    <a:pt x="325025" y="318923"/>
                  </a:lnTo>
                  <a:lnTo>
                    <a:pt x="325703" y="321414"/>
                  </a:lnTo>
                  <a:lnTo>
                    <a:pt x="326398" y="323906"/>
                  </a:lnTo>
                  <a:lnTo>
                    <a:pt x="327105" y="326398"/>
                  </a:lnTo>
                  <a:lnTo>
                    <a:pt x="327825" y="328889"/>
                  </a:lnTo>
                  <a:lnTo>
                    <a:pt x="328562" y="331381"/>
                  </a:lnTo>
                  <a:lnTo>
                    <a:pt x="329314" y="333872"/>
                  </a:lnTo>
                  <a:lnTo>
                    <a:pt x="330077" y="336364"/>
                  </a:lnTo>
                  <a:lnTo>
                    <a:pt x="330854" y="338856"/>
                  </a:lnTo>
                  <a:lnTo>
                    <a:pt x="331649" y="341347"/>
                  </a:lnTo>
                  <a:lnTo>
                    <a:pt x="332455" y="343839"/>
                  </a:lnTo>
                  <a:lnTo>
                    <a:pt x="333273" y="346330"/>
                  </a:lnTo>
                  <a:lnTo>
                    <a:pt x="334109" y="348822"/>
                  </a:lnTo>
                  <a:lnTo>
                    <a:pt x="334958" y="351314"/>
                  </a:lnTo>
                  <a:lnTo>
                    <a:pt x="335819" y="353805"/>
                  </a:lnTo>
                  <a:lnTo>
                    <a:pt x="336693" y="356297"/>
                  </a:lnTo>
                  <a:lnTo>
                    <a:pt x="337583" y="358788"/>
                  </a:lnTo>
                  <a:lnTo>
                    <a:pt x="338485" y="361280"/>
                  </a:lnTo>
                  <a:lnTo>
                    <a:pt x="339398" y="363771"/>
                  </a:lnTo>
                  <a:lnTo>
                    <a:pt x="340327" y="366263"/>
                  </a:lnTo>
                  <a:lnTo>
                    <a:pt x="341268" y="368755"/>
                  </a:lnTo>
                  <a:lnTo>
                    <a:pt x="342220" y="371246"/>
                  </a:lnTo>
                  <a:lnTo>
                    <a:pt x="343183" y="373738"/>
                  </a:lnTo>
                  <a:lnTo>
                    <a:pt x="344161" y="376229"/>
                  </a:lnTo>
                  <a:lnTo>
                    <a:pt x="345149" y="378721"/>
                  </a:lnTo>
                  <a:lnTo>
                    <a:pt x="346146" y="381213"/>
                  </a:lnTo>
                  <a:lnTo>
                    <a:pt x="347157" y="383704"/>
                  </a:lnTo>
                  <a:lnTo>
                    <a:pt x="348177" y="386196"/>
                  </a:lnTo>
                  <a:lnTo>
                    <a:pt x="349205" y="388687"/>
                  </a:lnTo>
                  <a:lnTo>
                    <a:pt x="350242" y="391179"/>
                  </a:lnTo>
                  <a:lnTo>
                    <a:pt x="351291" y="393671"/>
                  </a:lnTo>
                  <a:lnTo>
                    <a:pt x="352345" y="396162"/>
                  </a:lnTo>
                  <a:lnTo>
                    <a:pt x="353406" y="398654"/>
                  </a:lnTo>
                  <a:lnTo>
                    <a:pt x="354474" y="401145"/>
                  </a:lnTo>
                  <a:lnTo>
                    <a:pt x="355549" y="403637"/>
                  </a:lnTo>
                  <a:lnTo>
                    <a:pt x="356628" y="406128"/>
                  </a:lnTo>
                  <a:lnTo>
                    <a:pt x="357710" y="408620"/>
                  </a:lnTo>
                  <a:lnTo>
                    <a:pt x="358798" y="411112"/>
                  </a:lnTo>
                  <a:lnTo>
                    <a:pt x="359887" y="413603"/>
                  </a:lnTo>
                  <a:lnTo>
                    <a:pt x="360978" y="416095"/>
                  </a:lnTo>
                  <a:lnTo>
                    <a:pt x="362069" y="418586"/>
                  </a:lnTo>
                  <a:lnTo>
                    <a:pt x="363161" y="421078"/>
                  </a:lnTo>
                  <a:lnTo>
                    <a:pt x="364251" y="423570"/>
                  </a:lnTo>
                  <a:lnTo>
                    <a:pt x="365341" y="426061"/>
                  </a:lnTo>
                  <a:lnTo>
                    <a:pt x="366426" y="428553"/>
                  </a:lnTo>
                  <a:lnTo>
                    <a:pt x="367508" y="431044"/>
                  </a:lnTo>
                  <a:lnTo>
                    <a:pt x="368587" y="433536"/>
                  </a:lnTo>
                  <a:lnTo>
                    <a:pt x="369659" y="436028"/>
                  </a:lnTo>
                  <a:lnTo>
                    <a:pt x="370725" y="438519"/>
                  </a:lnTo>
                  <a:lnTo>
                    <a:pt x="371784" y="441011"/>
                  </a:lnTo>
                  <a:lnTo>
                    <a:pt x="372838" y="443502"/>
                  </a:lnTo>
                  <a:lnTo>
                    <a:pt x="373879" y="445994"/>
                  </a:lnTo>
                  <a:lnTo>
                    <a:pt x="374914" y="448485"/>
                  </a:lnTo>
                  <a:lnTo>
                    <a:pt x="375940" y="450977"/>
                  </a:lnTo>
                  <a:lnTo>
                    <a:pt x="376955" y="453469"/>
                  </a:lnTo>
                  <a:lnTo>
                    <a:pt x="377959" y="455960"/>
                  </a:lnTo>
                  <a:lnTo>
                    <a:pt x="378954" y="458452"/>
                  </a:lnTo>
                  <a:lnTo>
                    <a:pt x="379940" y="460943"/>
                  </a:lnTo>
                  <a:lnTo>
                    <a:pt x="380910" y="463435"/>
                  </a:lnTo>
                  <a:lnTo>
                    <a:pt x="381871" y="465927"/>
                  </a:lnTo>
                  <a:lnTo>
                    <a:pt x="382823" y="468418"/>
                  </a:lnTo>
                  <a:lnTo>
                    <a:pt x="383762" y="470910"/>
                  </a:lnTo>
                  <a:lnTo>
                    <a:pt x="384690" y="473401"/>
                  </a:lnTo>
                  <a:lnTo>
                    <a:pt x="385608" y="475893"/>
                  </a:lnTo>
                  <a:lnTo>
                    <a:pt x="386518" y="478385"/>
                  </a:lnTo>
                  <a:lnTo>
                    <a:pt x="387414" y="480876"/>
                  </a:lnTo>
                  <a:lnTo>
                    <a:pt x="388303" y="483368"/>
                  </a:lnTo>
                  <a:lnTo>
                    <a:pt x="389184" y="485859"/>
                  </a:lnTo>
                  <a:lnTo>
                    <a:pt x="390057" y="488351"/>
                  </a:lnTo>
                  <a:lnTo>
                    <a:pt x="390921" y="490843"/>
                  </a:lnTo>
                  <a:lnTo>
                    <a:pt x="391779" y="493334"/>
                  </a:lnTo>
                  <a:lnTo>
                    <a:pt x="392632" y="495826"/>
                  </a:lnTo>
                  <a:lnTo>
                    <a:pt x="393479" y="498317"/>
                  </a:lnTo>
                  <a:lnTo>
                    <a:pt x="394321" y="500809"/>
                  </a:lnTo>
                  <a:lnTo>
                    <a:pt x="395161" y="503300"/>
                  </a:lnTo>
                  <a:lnTo>
                    <a:pt x="395998" y="505792"/>
                  </a:lnTo>
                  <a:lnTo>
                    <a:pt x="396833" y="508284"/>
                  </a:lnTo>
                  <a:lnTo>
                    <a:pt x="397667" y="510775"/>
                  </a:lnTo>
                  <a:lnTo>
                    <a:pt x="398501" y="513267"/>
                  </a:lnTo>
                  <a:lnTo>
                    <a:pt x="399336" y="515758"/>
                  </a:lnTo>
                  <a:lnTo>
                    <a:pt x="400172" y="518250"/>
                  </a:lnTo>
                  <a:lnTo>
                    <a:pt x="401010" y="520742"/>
                  </a:lnTo>
                  <a:lnTo>
                    <a:pt x="401851" y="523233"/>
                  </a:lnTo>
                  <a:lnTo>
                    <a:pt x="402695" y="525725"/>
                  </a:lnTo>
                  <a:lnTo>
                    <a:pt x="403543" y="528216"/>
                  </a:lnTo>
                  <a:lnTo>
                    <a:pt x="404395" y="530708"/>
                  </a:lnTo>
                  <a:lnTo>
                    <a:pt x="405252" y="533200"/>
                  </a:lnTo>
                  <a:lnTo>
                    <a:pt x="406113" y="535691"/>
                  </a:lnTo>
                  <a:lnTo>
                    <a:pt x="406979" y="538183"/>
                  </a:lnTo>
                  <a:lnTo>
                    <a:pt x="407850" y="540674"/>
                  </a:lnTo>
                  <a:lnTo>
                    <a:pt x="408728" y="543166"/>
                  </a:lnTo>
                  <a:lnTo>
                    <a:pt x="409610" y="545657"/>
                  </a:lnTo>
                  <a:lnTo>
                    <a:pt x="410496" y="548149"/>
                  </a:lnTo>
                  <a:lnTo>
                    <a:pt x="411388" y="550641"/>
                  </a:lnTo>
                  <a:lnTo>
                    <a:pt x="412285" y="553132"/>
                  </a:lnTo>
                  <a:lnTo>
                    <a:pt x="413185" y="555624"/>
                  </a:lnTo>
                  <a:lnTo>
                    <a:pt x="414088" y="558115"/>
                  </a:lnTo>
                  <a:lnTo>
                    <a:pt x="414996" y="560607"/>
                  </a:lnTo>
                  <a:lnTo>
                    <a:pt x="415906" y="563099"/>
                  </a:lnTo>
                  <a:lnTo>
                    <a:pt x="416818" y="565590"/>
                  </a:lnTo>
                  <a:lnTo>
                    <a:pt x="417732" y="568082"/>
                  </a:lnTo>
                  <a:lnTo>
                    <a:pt x="418646" y="570573"/>
                  </a:lnTo>
                  <a:lnTo>
                    <a:pt x="419561" y="573065"/>
                  </a:lnTo>
                  <a:lnTo>
                    <a:pt x="420475" y="575557"/>
                  </a:lnTo>
                  <a:lnTo>
                    <a:pt x="421388" y="578048"/>
                  </a:lnTo>
                  <a:lnTo>
                    <a:pt x="422298" y="580540"/>
                  </a:lnTo>
                  <a:lnTo>
                    <a:pt x="423207" y="583031"/>
                  </a:lnTo>
                  <a:lnTo>
                    <a:pt x="424111" y="585523"/>
                  </a:lnTo>
                  <a:lnTo>
                    <a:pt x="425011" y="588014"/>
                  </a:lnTo>
                  <a:lnTo>
                    <a:pt x="425906" y="590506"/>
                  </a:lnTo>
                  <a:lnTo>
                    <a:pt x="426797" y="592998"/>
                  </a:lnTo>
                  <a:lnTo>
                    <a:pt x="427679" y="595489"/>
                  </a:lnTo>
                  <a:lnTo>
                    <a:pt x="428556" y="597981"/>
                  </a:lnTo>
                  <a:lnTo>
                    <a:pt x="429426" y="600472"/>
                  </a:lnTo>
                  <a:lnTo>
                    <a:pt x="430288" y="602964"/>
                  </a:lnTo>
                  <a:lnTo>
                    <a:pt x="431140" y="605456"/>
                  </a:lnTo>
                  <a:lnTo>
                    <a:pt x="431986" y="607947"/>
                  </a:lnTo>
                  <a:lnTo>
                    <a:pt x="432823" y="610439"/>
                  </a:lnTo>
                  <a:lnTo>
                    <a:pt x="433647" y="612930"/>
                  </a:lnTo>
                  <a:lnTo>
                    <a:pt x="434464" y="615422"/>
                  </a:lnTo>
                  <a:lnTo>
                    <a:pt x="435272" y="617914"/>
                  </a:lnTo>
                  <a:lnTo>
                    <a:pt x="436069" y="620405"/>
                  </a:lnTo>
                  <a:lnTo>
                    <a:pt x="436855" y="622897"/>
                  </a:lnTo>
                  <a:lnTo>
                    <a:pt x="437632" y="625388"/>
                  </a:lnTo>
                  <a:lnTo>
                    <a:pt x="438401" y="627880"/>
                  </a:lnTo>
                  <a:lnTo>
                    <a:pt x="439156" y="630371"/>
                  </a:lnTo>
                  <a:lnTo>
                    <a:pt x="439902" y="632863"/>
                  </a:lnTo>
                  <a:lnTo>
                    <a:pt x="440639" y="635355"/>
                  </a:lnTo>
                  <a:lnTo>
                    <a:pt x="441366" y="637846"/>
                  </a:lnTo>
                  <a:lnTo>
                    <a:pt x="442081" y="640338"/>
                  </a:lnTo>
                  <a:lnTo>
                    <a:pt x="442788" y="642829"/>
                  </a:lnTo>
                  <a:lnTo>
                    <a:pt x="443082" y="643876"/>
                  </a:lnTo>
                  <a:lnTo>
                    <a:pt x="443487" y="645321"/>
                  </a:lnTo>
                  <a:lnTo>
                    <a:pt x="444172" y="647813"/>
                  </a:lnTo>
                  <a:lnTo>
                    <a:pt x="444848" y="650304"/>
                  </a:lnTo>
                  <a:lnTo>
                    <a:pt x="445517" y="652796"/>
                  </a:lnTo>
                  <a:lnTo>
                    <a:pt x="446175" y="655287"/>
                  </a:lnTo>
                  <a:lnTo>
                    <a:pt x="446821" y="657779"/>
                  </a:lnTo>
                  <a:lnTo>
                    <a:pt x="447459" y="660271"/>
                  </a:lnTo>
                  <a:lnTo>
                    <a:pt x="448088" y="662762"/>
                  </a:lnTo>
                  <a:lnTo>
                    <a:pt x="448703" y="665254"/>
                  </a:lnTo>
                  <a:lnTo>
                    <a:pt x="449308" y="667745"/>
                  </a:lnTo>
                  <a:lnTo>
                    <a:pt x="449903" y="670237"/>
                  </a:lnTo>
                  <a:lnTo>
                    <a:pt x="450486" y="672728"/>
                  </a:lnTo>
                  <a:lnTo>
                    <a:pt x="451055" y="675220"/>
                  </a:lnTo>
                  <a:lnTo>
                    <a:pt x="451612" y="677712"/>
                  </a:lnTo>
                  <a:lnTo>
                    <a:pt x="452158" y="680203"/>
                  </a:lnTo>
                  <a:lnTo>
                    <a:pt x="452684" y="682695"/>
                  </a:lnTo>
                  <a:lnTo>
                    <a:pt x="453195" y="685186"/>
                  </a:lnTo>
                  <a:lnTo>
                    <a:pt x="453692" y="687678"/>
                  </a:lnTo>
                  <a:lnTo>
                    <a:pt x="454171" y="690170"/>
                  </a:lnTo>
                  <a:lnTo>
                    <a:pt x="454626" y="692661"/>
                  </a:lnTo>
                  <a:lnTo>
                    <a:pt x="455064" y="695153"/>
                  </a:lnTo>
                  <a:lnTo>
                    <a:pt x="455484" y="697644"/>
                  </a:lnTo>
                  <a:lnTo>
                    <a:pt x="455873" y="700136"/>
                  </a:lnTo>
                  <a:lnTo>
                    <a:pt x="456238" y="702628"/>
                  </a:lnTo>
                  <a:lnTo>
                    <a:pt x="456580" y="705119"/>
                  </a:lnTo>
                  <a:lnTo>
                    <a:pt x="456893" y="707611"/>
                  </a:lnTo>
                  <a:lnTo>
                    <a:pt x="457169" y="710102"/>
                  </a:lnTo>
                  <a:lnTo>
                    <a:pt x="457417" y="712594"/>
                  </a:lnTo>
                  <a:lnTo>
                    <a:pt x="457637" y="715086"/>
                  </a:lnTo>
                  <a:lnTo>
                    <a:pt x="457811" y="717577"/>
                  </a:lnTo>
                  <a:lnTo>
                    <a:pt x="457947" y="720069"/>
                  </a:lnTo>
                  <a:lnTo>
                    <a:pt x="458049" y="722560"/>
                  </a:lnTo>
                  <a:lnTo>
                    <a:pt x="458110" y="725052"/>
                  </a:lnTo>
                  <a:lnTo>
                    <a:pt x="458116" y="727543"/>
                  </a:lnTo>
                  <a:lnTo>
                    <a:pt x="458083" y="730035"/>
                  </a:lnTo>
                  <a:lnTo>
                    <a:pt x="458009" y="732527"/>
                  </a:lnTo>
                  <a:lnTo>
                    <a:pt x="457873" y="735018"/>
                  </a:lnTo>
                  <a:lnTo>
                    <a:pt x="457686" y="737510"/>
                  </a:lnTo>
                  <a:lnTo>
                    <a:pt x="457454" y="740001"/>
                  </a:lnTo>
                  <a:lnTo>
                    <a:pt x="457169" y="742493"/>
                  </a:lnTo>
                  <a:lnTo>
                    <a:pt x="456812" y="744985"/>
                  </a:lnTo>
                  <a:lnTo>
                    <a:pt x="456406" y="747476"/>
                  </a:lnTo>
                  <a:lnTo>
                    <a:pt x="455949" y="749968"/>
                  </a:lnTo>
                  <a:lnTo>
                    <a:pt x="455419" y="752459"/>
                  </a:lnTo>
                  <a:lnTo>
                    <a:pt x="454827" y="754951"/>
                  </a:lnTo>
                  <a:lnTo>
                    <a:pt x="454181" y="757443"/>
                  </a:lnTo>
                  <a:lnTo>
                    <a:pt x="453477" y="759934"/>
                  </a:lnTo>
                  <a:lnTo>
                    <a:pt x="452689" y="762426"/>
                  </a:lnTo>
                  <a:lnTo>
                    <a:pt x="451847" y="764917"/>
                  </a:lnTo>
                  <a:lnTo>
                    <a:pt x="450950" y="767409"/>
                  </a:lnTo>
                  <a:lnTo>
                    <a:pt x="449976" y="769900"/>
                  </a:lnTo>
                  <a:lnTo>
                    <a:pt x="448935" y="772392"/>
                  </a:lnTo>
                  <a:lnTo>
                    <a:pt x="447839" y="774884"/>
                  </a:lnTo>
                  <a:lnTo>
                    <a:pt x="446685" y="777375"/>
                  </a:lnTo>
                  <a:lnTo>
                    <a:pt x="445447" y="779867"/>
                  </a:lnTo>
                  <a:lnTo>
                    <a:pt x="444156" y="782358"/>
                  </a:lnTo>
                  <a:lnTo>
                    <a:pt x="442813" y="784850"/>
                  </a:lnTo>
                  <a:lnTo>
                    <a:pt x="441398" y="787342"/>
                  </a:lnTo>
                  <a:lnTo>
                    <a:pt x="439920" y="789833"/>
                  </a:lnTo>
                  <a:lnTo>
                    <a:pt x="438393" y="792325"/>
                  </a:lnTo>
                  <a:lnTo>
                    <a:pt x="436817" y="794816"/>
                  </a:lnTo>
                  <a:lnTo>
                    <a:pt x="435165" y="797308"/>
                  </a:lnTo>
                  <a:lnTo>
                    <a:pt x="433469" y="799800"/>
                  </a:lnTo>
                  <a:lnTo>
                    <a:pt x="431730" y="802291"/>
                  </a:lnTo>
                  <a:lnTo>
                    <a:pt x="429935" y="804783"/>
                  </a:lnTo>
                  <a:lnTo>
                    <a:pt x="428088" y="807274"/>
                  </a:lnTo>
                  <a:lnTo>
                    <a:pt x="426205" y="809766"/>
                  </a:lnTo>
                  <a:lnTo>
                    <a:pt x="424284" y="812257"/>
                  </a:lnTo>
                  <a:lnTo>
                    <a:pt x="422309" y="814749"/>
                  </a:lnTo>
                  <a:lnTo>
                    <a:pt x="420303" y="817241"/>
                  </a:lnTo>
                  <a:lnTo>
                    <a:pt x="419829" y="817822"/>
                  </a:lnTo>
                  <a:lnTo>
                    <a:pt x="418268" y="819732"/>
                  </a:lnTo>
                  <a:lnTo>
                    <a:pt x="416198" y="822224"/>
                  </a:lnTo>
                  <a:lnTo>
                    <a:pt x="414095" y="824715"/>
                  </a:lnTo>
                  <a:lnTo>
                    <a:pt x="411971" y="827207"/>
                  </a:lnTo>
                  <a:lnTo>
                    <a:pt x="409826" y="829699"/>
                  </a:lnTo>
                  <a:lnTo>
                    <a:pt x="407654" y="832190"/>
                  </a:lnTo>
                  <a:lnTo>
                    <a:pt x="405468" y="834682"/>
                  </a:lnTo>
                  <a:lnTo>
                    <a:pt x="403271" y="837173"/>
                  </a:lnTo>
                  <a:lnTo>
                    <a:pt x="401060" y="839665"/>
                  </a:lnTo>
                  <a:lnTo>
                    <a:pt x="398842" y="842157"/>
                  </a:lnTo>
                  <a:lnTo>
                    <a:pt x="396620" y="844648"/>
                  </a:lnTo>
                  <a:lnTo>
                    <a:pt x="394396" y="847140"/>
                  </a:lnTo>
                  <a:lnTo>
                    <a:pt x="392175" y="849631"/>
                  </a:lnTo>
                  <a:lnTo>
                    <a:pt x="389960" y="852123"/>
                  </a:lnTo>
                  <a:lnTo>
                    <a:pt x="387752" y="854614"/>
                  </a:lnTo>
                  <a:lnTo>
                    <a:pt x="385556" y="857106"/>
                  </a:lnTo>
                  <a:lnTo>
                    <a:pt x="383379" y="859598"/>
                  </a:lnTo>
                  <a:lnTo>
                    <a:pt x="381219" y="862089"/>
                  </a:lnTo>
                  <a:lnTo>
                    <a:pt x="379077" y="864581"/>
                  </a:lnTo>
                  <a:lnTo>
                    <a:pt x="376970" y="867072"/>
                  </a:lnTo>
                  <a:lnTo>
                    <a:pt x="374891" y="869564"/>
                  </a:lnTo>
                  <a:lnTo>
                    <a:pt x="372842" y="872056"/>
                  </a:lnTo>
                  <a:lnTo>
                    <a:pt x="370830" y="874547"/>
                  </a:lnTo>
                  <a:lnTo>
                    <a:pt x="368870" y="877039"/>
                  </a:lnTo>
                  <a:lnTo>
                    <a:pt x="366949" y="879530"/>
                  </a:lnTo>
                  <a:lnTo>
                    <a:pt x="365069" y="882022"/>
                  </a:lnTo>
                  <a:lnTo>
                    <a:pt x="363259" y="884514"/>
                  </a:lnTo>
                  <a:lnTo>
                    <a:pt x="361507" y="887005"/>
                  </a:lnTo>
                  <a:lnTo>
                    <a:pt x="359808" y="889497"/>
                  </a:lnTo>
                  <a:lnTo>
                    <a:pt x="358175" y="891988"/>
                  </a:lnTo>
                  <a:lnTo>
                    <a:pt x="356634" y="894480"/>
                  </a:lnTo>
                  <a:lnTo>
                    <a:pt x="355159" y="896971"/>
                  </a:lnTo>
                  <a:lnTo>
                    <a:pt x="353754" y="899463"/>
                  </a:lnTo>
                  <a:lnTo>
                    <a:pt x="352459" y="901955"/>
                  </a:lnTo>
                  <a:lnTo>
                    <a:pt x="351257" y="904446"/>
                  </a:lnTo>
                  <a:lnTo>
                    <a:pt x="350139" y="906938"/>
                  </a:lnTo>
                  <a:lnTo>
                    <a:pt x="349122" y="909429"/>
                  </a:lnTo>
                  <a:lnTo>
                    <a:pt x="348246" y="911921"/>
                  </a:lnTo>
                  <a:lnTo>
                    <a:pt x="347470" y="914413"/>
                  </a:lnTo>
                  <a:lnTo>
                    <a:pt x="346796" y="916904"/>
                  </a:lnTo>
                  <a:lnTo>
                    <a:pt x="346282" y="919396"/>
                  </a:lnTo>
                  <a:lnTo>
                    <a:pt x="345906" y="921887"/>
                  </a:lnTo>
                  <a:lnTo>
                    <a:pt x="345650" y="924379"/>
                  </a:lnTo>
                  <a:lnTo>
                    <a:pt x="345535" y="926871"/>
                  </a:lnTo>
                  <a:lnTo>
                    <a:pt x="345620" y="929362"/>
                  </a:lnTo>
                  <a:lnTo>
                    <a:pt x="345845" y="931854"/>
                  </a:lnTo>
                  <a:lnTo>
                    <a:pt x="346211" y="934345"/>
                  </a:lnTo>
                  <a:lnTo>
                    <a:pt x="346790" y="936837"/>
                  </a:lnTo>
                  <a:lnTo>
                    <a:pt x="347559" y="939329"/>
                  </a:lnTo>
                  <a:lnTo>
                    <a:pt x="348488" y="941820"/>
                  </a:lnTo>
                  <a:lnTo>
                    <a:pt x="349596" y="944312"/>
                  </a:lnTo>
                  <a:lnTo>
                    <a:pt x="350971" y="946803"/>
                  </a:lnTo>
                  <a:lnTo>
                    <a:pt x="352523" y="949295"/>
                  </a:lnTo>
                  <a:lnTo>
                    <a:pt x="354255" y="951786"/>
                  </a:lnTo>
                  <a:lnTo>
                    <a:pt x="356248" y="954278"/>
                  </a:lnTo>
                  <a:lnTo>
                    <a:pt x="358479" y="956770"/>
                  </a:lnTo>
                  <a:lnTo>
                    <a:pt x="360903" y="959261"/>
                  </a:lnTo>
                  <a:lnTo>
                    <a:pt x="363537" y="961753"/>
                  </a:lnTo>
                  <a:lnTo>
                    <a:pt x="366489" y="964244"/>
                  </a:lnTo>
                  <a:lnTo>
                    <a:pt x="369645" y="966736"/>
                  </a:lnTo>
                  <a:lnTo>
                    <a:pt x="373005" y="969228"/>
                  </a:lnTo>
                  <a:lnTo>
                    <a:pt x="376647" y="971719"/>
                  </a:lnTo>
                  <a:lnTo>
                    <a:pt x="380554" y="974211"/>
                  </a:lnTo>
                  <a:lnTo>
                    <a:pt x="384667" y="976702"/>
                  </a:lnTo>
                  <a:lnTo>
                    <a:pt x="388991" y="979194"/>
                  </a:lnTo>
                  <a:lnTo>
                    <a:pt x="393645" y="981686"/>
                  </a:lnTo>
                  <a:lnTo>
                    <a:pt x="398497" y="984177"/>
                  </a:lnTo>
                  <a:lnTo>
                    <a:pt x="403545" y="986669"/>
                  </a:lnTo>
                  <a:lnTo>
                    <a:pt x="408851" y="989160"/>
                  </a:lnTo>
                  <a:lnTo>
                    <a:pt x="414397" y="991652"/>
                  </a:lnTo>
                  <a:lnTo>
                    <a:pt x="420120" y="994143"/>
                  </a:lnTo>
                  <a:lnTo>
                    <a:pt x="426016" y="996635"/>
                  </a:lnTo>
                  <a:lnTo>
                    <a:pt x="432177" y="999127"/>
                  </a:lnTo>
                  <a:lnTo>
                    <a:pt x="438483" y="1001618"/>
                  </a:lnTo>
                  <a:lnTo>
                    <a:pt x="444927" y="1004110"/>
                  </a:lnTo>
                  <a:lnTo>
                    <a:pt x="451540" y="1006601"/>
                  </a:lnTo>
                  <a:lnTo>
                    <a:pt x="458298" y="1009093"/>
                  </a:lnTo>
                  <a:lnTo>
                    <a:pt x="465150" y="1011585"/>
                  </a:lnTo>
                  <a:lnTo>
                    <a:pt x="472087" y="1014076"/>
                  </a:lnTo>
                  <a:lnTo>
                    <a:pt x="479128" y="1016568"/>
                  </a:lnTo>
                  <a:lnTo>
                    <a:pt x="486208" y="1019059"/>
                  </a:lnTo>
                  <a:lnTo>
                    <a:pt x="493316" y="1021551"/>
                  </a:lnTo>
                  <a:lnTo>
                    <a:pt x="500438" y="1024043"/>
                  </a:lnTo>
                  <a:lnTo>
                    <a:pt x="507537" y="1026534"/>
                  </a:lnTo>
                  <a:lnTo>
                    <a:pt x="514596" y="1029026"/>
                  </a:lnTo>
                  <a:lnTo>
                    <a:pt x="521607" y="1031517"/>
                  </a:lnTo>
                  <a:lnTo>
                    <a:pt x="528495" y="1034009"/>
                  </a:lnTo>
                  <a:lnTo>
                    <a:pt x="535267" y="1036500"/>
                  </a:lnTo>
                  <a:lnTo>
                    <a:pt x="541919" y="1038992"/>
                  </a:lnTo>
                  <a:lnTo>
                    <a:pt x="548396" y="1041484"/>
                  </a:lnTo>
                  <a:lnTo>
                    <a:pt x="554634" y="1043975"/>
                  </a:lnTo>
                  <a:lnTo>
                    <a:pt x="560678" y="1046467"/>
                  </a:lnTo>
                  <a:lnTo>
                    <a:pt x="566518" y="1048958"/>
                  </a:lnTo>
                  <a:lnTo>
                    <a:pt x="571999" y="1051450"/>
                  </a:lnTo>
                  <a:lnTo>
                    <a:pt x="577196" y="1053942"/>
                  </a:lnTo>
                  <a:lnTo>
                    <a:pt x="582123" y="1056433"/>
                  </a:lnTo>
                  <a:lnTo>
                    <a:pt x="586704" y="1058925"/>
                  </a:lnTo>
                  <a:lnTo>
                    <a:pt x="590838" y="1061416"/>
                  </a:lnTo>
                  <a:lnTo>
                    <a:pt x="594646" y="1063908"/>
                  </a:lnTo>
                  <a:lnTo>
                    <a:pt x="598120" y="1066400"/>
                  </a:lnTo>
                  <a:lnTo>
                    <a:pt x="601057" y="1068891"/>
                  </a:lnTo>
                  <a:lnTo>
                    <a:pt x="603580" y="1071383"/>
                  </a:lnTo>
                  <a:lnTo>
                    <a:pt x="605729" y="1073874"/>
                  </a:lnTo>
                  <a:lnTo>
                    <a:pt x="607428" y="1076366"/>
                  </a:lnTo>
                  <a:lnTo>
                    <a:pt x="608553" y="1078857"/>
                  </a:lnTo>
                  <a:lnTo>
                    <a:pt x="609282" y="1081349"/>
                  </a:lnTo>
                  <a:lnTo>
                    <a:pt x="609615" y="1083841"/>
                  </a:lnTo>
                  <a:lnTo>
                    <a:pt x="609591" y="1084065"/>
                  </a:lnTo>
                  <a:lnTo>
                    <a:pt x="609350" y="1086332"/>
                  </a:lnTo>
                  <a:lnTo>
                    <a:pt x="608625" y="1088824"/>
                  </a:lnTo>
                  <a:lnTo>
                    <a:pt x="607504" y="1091315"/>
                  </a:lnTo>
                  <a:lnTo>
                    <a:pt x="605931" y="1093807"/>
                  </a:lnTo>
                  <a:lnTo>
                    <a:pt x="603779" y="1096299"/>
                  </a:lnTo>
                  <a:lnTo>
                    <a:pt x="601253" y="1098790"/>
                  </a:lnTo>
                  <a:lnTo>
                    <a:pt x="598356" y="1101282"/>
                  </a:lnTo>
                  <a:lnTo>
                    <a:pt x="594936" y="1103773"/>
                  </a:lnTo>
                  <a:lnTo>
                    <a:pt x="591111" y="1106265"/>
                  </a:lnTo>
                  <a:lnTo>
                    <a:pt x="586958" y="1108757"/>
                  </a:lnTo>
                  <a:lnTo>
                    <a:pt x="582448" y="1111248"/>
                  </a:lnTo>
                  <a:lnTo>
                    <a:pt x="577484" y="1113740"/>
                  </a:lnTo>
                  <a:lnTo>
                    <a:pt x="572247" y="1116231"/>
                  </a:lnTo>
                  <a:lnTo>
                    <a:pt x="566747" y="1118723"/>
                  </a:lnTo>
                  <a:lnTo>
                    <a:pt x="560898" y="1121214"/>
                  </a:lnTo>
                  <a:lnTo>
                    <a:pt x="554788" y="1123706"/>
                  </a:lnTo>
                  <a:lnTo>
                    <a:pt x="548480" y="1126198"/>
                  </a:lnTo>
                  <a:lnTo>
                    <a:pt x="541972" y="1128689"/>
                  </a:lnTo>
                  <a:lnTo>
                    <a:pt x="535222" y="1131181"/>
                  </a:lnTo>
                  <a:lnTo>
                    <a:pt x="528345" y="1133672"/>
                  </a:lnTo>
                  <a:lnTo>
                    <a:pt x="521352" y="1136164"/>
                  </a:lnTo>
                  <a:lnTo>
                    <a:pt x="514228" y="1138656"/>
                  </a:lnTo>
                  <a:lnTo>
                    <a:pt x="507023" y="1141147"/>
                  </a:lnTo>
                  <a:lnTo>
                    <a:pt x="499773" y="1143639"/>
                  </a:lnTo>
                  <a:lnTo>
                    <a:pt x="492486" y="1146130"/>
                  </a:lnTo>
                  <a:lnTo>
                    <a:pt x="485187" y="1148622"/>
                  </a:lnTo>
                  <a:lnTo>
                    <a:pt x="477906" y="1151114"/>
                  </a:lnTo>
                  <a:lnTo>
                    <a:pt x="470652" y="1153605"/>
                  </a:lnTo>
                  <a:lnTo>
                    <a:pt x="463459" y="1156097"/>
                  </a:lnTo>
                  <a:lnTo>
                    <a:pt x="456351" y="1158588"/>
                  </a:lnTo>
                  <a:lnTo>
                    <a:pt x="449325" y="1161080"/>
                  </a:lnTo>
                  <a:lnTo>
                    <a:pt x="442388" y="1163572"/>
                  </a:lnTo>
                  <a:lnTo>
                    <a:pt x="435626" y="1166063"/>
                  </a:lnTo>
                  <a:lnTo>
                    <a:pt x="428987" y="1168555"/>
                  </a:lnTo>
                  <a:lnTo>
                    <a:pt x="422476" y="1171046"/>
                  </a:lnTo>
                  <a:lnTo>
                    <a:pt x="416149" y="1173538"/>
                  </a:lnTo>
                  <a:lnTo>
                    <a:pt x="410020" y="1176029"/>
                  </a:lnTo>
                  <a:lnTo>
                    <a:pt x="404048" y="1178521"/>
                  </a:lnTo>
                  <a:lnTo>
                    <a:pt x="398235" y="1181013"/>
                  </a:lnTo>
                  <a:lnTo>
                    <a:pt x="392699" y="1183504"/>
                  </a:lnTo>
                  <a:lnTo>
                    <a:pt x="387337" y="1185996"/>
                  </a:lnTo>
                  <a:lnTo>
                    <a:pt x="382150" y="1188487"/>
                  </a:lnTo>
                  <a:lnTo>
                    <a:pt x="377193" y="1190979"/>
                  </a:lnTo>
                  <a:lnTo>
                    <a:pt x="372478" y="1193471"/>
                  </a:lnTo>
                  <a:lnTo>
                    <a:pt x="367941" y="1195962"/>
                  </a:lnTo>
                  <a:lnTo>
                    <a:pt x="363583" y="1198454"/>
                  </a:lnTo>
                  <a:lnTo>
                    <a:pt x="359511" y="1200945"/>
                  </a:lnTo>
                  <a:lnTo>
                    <a:pt x="355621" y="1203437"/>
                  </a:lnTo>
                  <a:lnTo>
                    <a:pt x="351903" y="1205929"/>
                  </a:lnTo>
                  <a:lnTo>
                    <a:pt x="348401" y="1208420"/>
                  </a:lnTo>
                  <a:lnTo>
                    <a:pt x="345128" y="1210912"/>
                  </a:lnTo>
                  <a:lnTo>
                    <a:pt x="342016" y="1213403"/>
                  </a:lnTo>
                  <a:lnTo>
                    <a:pt x="339061" y="1215895"/>
                  </a:lnTo>
                  <a:lnTo>
                    <a:pt x="336348" y="1218386"/>
                  </a:lnTo>
                  <a:lnTo>
                    <a:pt x="333790" y="1220878"/>
                  </a:lnTo>
                  <a:lnTo>
                    <a:pt x="331374" y="1223370"/>
                  </a:lnTo>
                  <a:lnTo>
                    <a:pt x="329128" y="1225861"/>
                  </a:lnTo>
                  <a:lnTo>
                    <a:pt x="327064" y="1228353"/>
                  </a:lnTo>
                  <a:lnTo>
                    <a:pt x="325122" y="1230844"/>
                  </a:lnTo>
                  <a:lnTo>
                    <a:pt x="323301" y="1233336"/>
                  </a:lnTo>
                  <a:lnTo>
                    <a:pt x="321654" y="1235828"/>
                  </a:lnTo>
                  <a:lnTo>
                    <a:pt x="320122" y="1238319"/>
                  </a:lnTo>
                  <a:lnTo>
                    <a:pt x="318691" y="1240811"/>
                  </a:lnTo>
                  <a:lnTo>
                    <a:pt x="317376" y="1243302"/>
                  </a:lnTo>
                  <a:lnTo>
                    <a:pt x="316188" y="1245794"/>
                  </a:lnTo>
                  <a:lnTo>
                    <a:pt x="315083" y="1248286"/>
                  </a:lnTo>
                  <a:lnTo>
                    <a:pt x="314057" y="1250777"/>
                  </a:lnTo>
                  <a:lnTo>
                    <a:pt x="313143" y="1253269"/>
                  </a:lnTo>
                  <a:lnTo>
                    <a:pt x="312304" y="1255760"/>
                  </a:lnTo>
                  <a:lnTo>
                    <a:pt x="311529" y="1258252"/>
                  </a:lnTo>
                  <a:lnTo>
                    <a:pt x="310824" y="1260743"/>
                  </a:lnTo>
                  <a:lnTo>
                    <a:pt x="310198" y="1263235"/>
                  </a:lnTo>
                  <a:lnTo>
                    <a:pt x="309622" y="1265727"/>
                  </a:lnTo>
                  <a:lnTo>
                    <a:pt x="309093" y="1268218"/>
                  </a:lnTo>
                  <a:lnTo>
                    <a:pt x="308628" y="1270710"/>
                  </a:lnTo>
                  <a:lnTo>
                    <a:pt x="308207" y="1273201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9125" y="5078314"/>
              <a:ext cx="609615" cy="1242484"/>
            </a:xfrm>
            <a:custGeom>
              <a:avLst/>
              <a:pathLst>
                <a:path w="609615" h="1242484">
                  <a:moveTo>
                    <a:pt x="301389" y="1242484"/>
                  </a:moveTo>
                  <a:lnTo>
                    <a:pt x="300724" y="1240053"/>
                  </a:lnTo>
                  <a:lnTo>
                    <a:pt x="299917" y="1237621"/>
                  </a:lnTo>
                  <a:lnTo>
                    <a:pt x="298983" y="1235190"/>
                  </a:lnTo>
                  <a:lnTo>
                    <a:pt x="297909" y="1232758"/>
                  </a:lnTo>
                  <a:lnTo>
                    <a:pt x="296679" y="1230327"/>
                  </a:lnTo>
                  <a:lnTo>
                    <a:pt x="295264" y="1227896"/>
                  </a:lnTo>
                  <a:lnTo>
                    <a:pt x="293598" y="1225464"/>
                  </a:lnTo>
                  <a:lnTo>
                    <a:pt x="291709" y="1223033"/>
                  </a:lnTo>
                  <a:lnTo>
                    <a:pt x="289579" y="1220601"/>
                  </a:lnTo>
                  <a:lnTo>
                    <a:pt x="287188" y="1218170"/>
                  </a:lnTo>
                  <a:lnTo>
                    <a:pt x="284484" y="1215738"/>
                  </a:lnTo>
                  <a:lnTo>
                    <a:pt x="281391" y="1213307"/>
                  </a:lnTo>
                  <a:lnTo>
                    <a:pt x="277959" y="1210875"/>
                  </a:lnTo>
                  <a:lnTo>
                    <a:pt x="274167" y="1208444"/>
                  </a:lnTo>
                  <a:lnTo>
                    <a:pt x="269997" y="1206012"/>
                  </a:lnTo>
                  <a:lnTo>
                    <a:pt x="265370" y="1203581"/>
                  </a:lnTo>
                  <a:lnTo>
                    <a:pt x="260232" y="1201149"/>
                  </a:lnTo>
                  <a:lnTo>
                    <a:pt x="254652" y="1198718"/>
                  </a:lnTo>
                  <a:lnTo>
                    <a:pt x="248620" y="1196286"/>
                  </a:lnTo>
                  <a:lnTo>
                    <a:pt x="242125" y="1193855"/>
                  </a:lnTo>
                  <a:lnTo>
                    <a:pt x="235076" y="1191423"/>
                  </a:lnTo>
                  <a:lnTo>
                    <a:pt x="227478" y="1188992"/>
                  </a:lnTo>
                  <a:lnTo>
                    <a:pt x="219415" y="1186560"/>
                  </a:lnTo>
                  <a:lnTo>
                    <a:pt x="210895" y="1184129"/>
                  </a:lnTo>
                  <a:lnTo>
                    <a:pt x="201932" y="1181697"/>
                  </a:lnTo>
                  <a:lnTo>
                    <a:pt x="192458" y="1179266"/>
                  </a:lnTo>
                  <a:lnTo>
                    <a:pt x="182551" y="1176835"/>
                  </a:lnTo>
                  <a:lnTo>
                    <a:pt x="172301" y="1174403"/>
                  </a:lnTo>
                  <a:lnTo>
                    <a:pt x="161745" y="1171972"/>
                  </a:lnTo>
                  <a:lnTo>
                    <a:pt x="150924" y="1169540"/>
                  </a:lnTo>
                  <a:lnTo>
                    <a:pt x="139853" y="1167109"/>
                  </a:lnTo>
                  <a:lnTo>
                    <a:pt x="128654" y="1164677"/>
                  </a:lnTo>
                  <a:lnTo>
                    <a:pt x="117406" y="1162246"/>
                  </a:lnTo>
                  <a:lnTo>
                    <a:pt x="106173" y="1159814"/>
                  </a:lnTo>
                  <a:lnTo>
                    <a:pt x="95021" y="1157383"/>
                  </a:lnTo>
                  <a:lnTo>
                    <a:pt x="84101" y="1154951"/>
                  </a:lnTo>
                  <a:lnTo>
                    <a:pt x="73487" y="1152520"/>
                  </a:lnTo>
                  <a:lnTo>
                    <a:pt x="63243" y="1150088"/>
                  </a:lnTo>
                  <a:lnTo>
                    <a:pt x="53442" y="1147657"/>
                  </a:lnTo>
                  <a:lnTo>
                    <a:pt x="44154" y="1145225"/>
                  </a:lnTo>
                  <a:lnTo>
                    <a:pt x="35685" y="1142794"/>
                  </a:lnTo>
                  <a:lnTo>
                    <a:pt x="27950" y="1140362"/>
                  </a:lnTo>
                  <a:lnTo>
                    <a:pt x="20997" y="1137931"/>
                  </a:lnTo>
                  <a:lnTo>
                    <a:pt x="14880" y="1135499"/>
                  </a:lnTo>
                  <a:lnTo>
                    <a:pt x="9663" y="1133068"/>
                  </a:lnTo>
                  <a:lnTo>
                    <a:pt x="5720" y="1130636"/>
                  </a:lnTo>
                  <a:lnTo>
                    <a:pt x="2782" y="1128205"/>
                  </a:lnTo>
                  <a:lnTo>
                    <a:pt x="869" y="1125773"/>
                  </a:lnTo>
                  <a:lnTo>
                    <a:pt x="0" y="1123342"/>
                  </a:lnTo>
                  <a:lnTo>
                    <a:pt x="42" y="1122898"/>
                  </a:lnTo>
                  <a:lnTo>
                    <a:pt x="234" y="1120911"/>
                  </a:lnTo>
                  <a:lnTo>
                    <a:pt x="1828" y="1118479"/>
                  </a:lnTo>
                  <a:lnTo>
                    <a:pt x="4451" y="1116048"/>
                  </a:lnTo>
                  <a:lnTo>
                    <a:pt x="8076" y="1113616"/>
                  </a:lnTo>
                  <a:lnTo>
                    <a:pt x="12672" y="1111185"/>
                  </a:lnTo>
                  <a:lnTo>
                    <a:pt x="18277" y="1108753"/>
                  </a:lnTo>
                  <a:lnTo>
                    <a:pt x="24964" y="1106322"/>
                  </a:lnTo>
                  <a:lnTo>
                    <a:pt x="32431" y="1103890"/>
                  </a:lnTo>
                  <a:lnTo>
                    <a:pt x="40615" y="1101459"/>
                  </a:lnTo>
                  <a:lnTo>
                    <a:pt x="49453" y="1099027"/>
                  </a:lnTo>
                  <a:lnTo>
                    <a:pt x="58933" y="1096596"/>
                  </a:lnTo>
                  <a:lnTo>
                    <a:pt x="68981" y="1094164"/>
                  </a:lnTo>
                  <a:lnTo>
                    <a:pt x="79392" y="1091733"/>
                  </a:lnTo>
                  <a:lnTo>
                    <a:pt x="90095" y="1089301"/>
                  </a:lnTo>
                  <a:lnTo>
                    <a:pt x="101015" y="1086870"/>
                  </a:lnTo>
                  <a:lnTo>
                    <a:pt x="112083" y="1084438"/>
                  </a:lnTo>
                  <a:lnTo>
                    <a:pt x="123179" y="1082007"/>
                  </a:lnTo>
                  <a:lnTo>
                    <a:pt x="134214" y="1079575"/>
                  </a:lnTo>
                  <a:lnTo>
                    <a:pt x="145129" y="1077144"/>
                  </a:lnTo>
                  <a:lnTo>
                    <a:pt x="155865" y="1074712"/>
                  </a:lnTo>
                  <a:lnTo>
                    <a:pt x="166307" y="1072281"/>
                  </a:lnTo>
                  <a:lnTo>
                    <a:pt x="176385" y="1069850"/>
                  </a:lnTo>
                  <a:lnTo>
                    <a:pt x="186100" y="1067418"/>
                  </a:lnTo>
                  <a:lnTo>
                    <a:pt x="195418" y="1064987"/>
                  </a:lnTo>
                  <a:lnTo>
                    <a:pt x="204311" y="1062555"/>
                  </a:lnTo>
                  <a:lnTo>
                    <a:pt x="212642" y="1060124"/>
                  </a:lnTo>
                  <a:lnTo>
                    <a:pt x="220434" y="1057692"/>
                  </a:lnTo>
                  <a:lnTo>
                    <a:pt x="227733" y="1055261"/>
                  </a:lnTo>
                  <a:lnTo>
                    <a:pt x="234533" y="1052829"/>
                  </a:lnTo>
                  <a:lnTo>
                    <a:pt x="240832" y="1050398"/>
                  </a:lnTo>
                  <a:lnTo>
                    <a:pt x="246500" y="1047966"/>
                  </a:lnTo>
                  <a:lnTo>
                    <a:pt x="251639" y="1045535"/>
                  </a:lnTo>
                  <a:lnTo>
                    <a:pt x="256302" y="1043103"/>
                  </a:lnTo>
                  <a:lnTo>
                    <a:pt x="260500" y="1040672"/>
                  </a:lnTo>
                  <a:lnTo>
                    <a:pt x="264249" y="1038240"/>
                  </a:lnTo>
                  <a:lnTo>
                    <a:pt x="267442" y="1035809"/>
                  </a:lnTo>
                  <a:lnTo>
                    <a:pt x="270219" y="1033377"/>
                  </a:lnTo>
                  <a:lnTo>
                    <a:pt x="272616" y="1030946"/>
                  </a:lnTo>
                  <a:lnTo>
                    <a:pt x="274653" y="1028514"/>
                  </a:lnTo>
                  <a:lnTo>
                    <a:pt x="276350" y="1026083"/>
                  </a:lnTo>
                  <a:lnTo>
                    <a:pt x="277632" y="1023651"/>
                  </a:lnTo>
                  <a:lnTo>
                    <a:pt x="278629" y="1021220"/>
                  </a:lnTo>
                  <a:lnTo>
                    <a:pt x="279364" y="1018788"/>
                  </a:lnTo>
                  <a:lnTo>
                    <a:pt x="279853" y="1016357"/>
                  </a:lnTo>
                  <a:lnTo>
                    <a:pt x="280109" y="1013926"/>
                  </a:lnTo>
                  <a:lnTo>
                    <a:pt x="280099" y="1011494"/>
                  </a:lnTo>
                  <a:lnTo>
                    <a:pt x="279909" y="1009063"/>
                  </a:lnTo>
                  <a:lnTo>
                    <a:pt x="279552" y="1006631"/>
                  </a:lnTo>
                  <a:lnTo>
                    <a:pt x="279043" y="1004200"/>
                  </a:lnTo>
                  <a:lnTo>
                    <a:pt x="278386" y="1001768"/>
                  </a:lnTo>
                  <a:lnTo>
                    <a:pt x="277572" y="999337"/>
                  </a:lnTo>
                  <a:lnTo>
                    <a:pt x="276651" y="996905"/>
                  </a:lnTo>
                  <a:lnTo>
                    <a:pt x="275630" y="994474"/>
                  </a:lnTo>
                  <a:lnTo>
                    <a:pt x="274518" y="992042"/>
                  </a:lnTo>
                  <a:lnTo>
                    <a:pt x="273317" y="989611"/>
                  </a:lnTo>
                  <a:lnTo>
                    <a:pt x="272027" y="987179"/>
                  </a:lnTo>
                  <a:lnTo>
                    <a:pt x="270675" y="984748"/>
                  </a:lnTo>
                  <a:lnTo>
                    <a:pt x="269265" y="982316"/>
                  </a:lnTo>
                  <a:lnTo>
                    <a:pt x="267803" y="979885"/>
                  </a:lnTo>
                  <a:lnTo>
                    <a:pt x="266288" y="977453"/>
                  </a:lnTo>
                  <a:lnTo>
                    <a:pt x="264725" y="975022"/>
                  </a:lnTo>
                  <a:lnTo>
                    <a:pt x="263127" y="972590"/>
                  </a:lnTo>
                  <a:lnTo>
                    <a:pt x="261497" y="970159"/>
                  </a:lnTo>
                  <a:lnTo>
                    <a:pt x="259840" y="967727"/>
                  </a:lnTo>
                  <a:lnTo>
                    <a:pt x="258154" y="965296"/>
                  </a:lnTo>
                  <a:lnTo>
                    <a:pt x="256446" y="962865"/>
                  </a:lnTo>
                  <a:lnTo>
                    <a:pt x="254721" y="960433"/>
                  </a:lnTo>
                  <a:lnTo>
                    <a:pt x="252983" y="958002"/>
                  </a:lnTo>
                  <a:lnTo>
                    <a:pt x="251234" y="955570"/>
                  </a:lnTo>
                  <a:lnTo>
                    <a:pt x="249475" y="953139"/>
                  </a:lnTo>
                  <a:lnTo>
                    <a:pt x="247711" y="950707"/>
                  </a:lnTo>
                  <a:lnTo>
                    <a:pt x="245945" y="948276"/>
                  </a:lnTo>
                  <a:lnTo>
                    <a:pt x="244180" y="945844"/>
                  </a:lnTo>
                  <a:lnTo>
                    <a:pt x="242416" y="943413"/>
                  </a:lnTo>
                  <a:lnTo>
                    <a:pt x="240657" y="940981"/>
                  </a:lnTo>
                  <a:lnTo>
                    <a:pt x="238906" y="938550"/>
                  </a:lnTo>
                  <a:lnTo>
                    <a:pt x="237164" y="936118"/>
                  </a:lnTo>
                  <a:lnTo>
                    <a:pt x="235432" y="933687"/>
                  </a:lnTo>
                  <a:lnTo>
                    <a:pt x="233712" y="931255"/>
                  </a:lnTo>
                  <a:lnTo>
                    <a:pt x="232008" y="928824"/>
                  </a:lnTo>
                  <a:lnTo>
                    <a:pt x="230321" y="926392"/>
                  </a:lnTo>
                  <a:lnTo>
                    <a:pt x="228649" y="923961"/>
                  </a:lnTo>
                  <a:lnTo>
                    <a:pt x="226994" y="921529"/>
                  </a:lnTo>
                  <a:lnTo>
                    <a:pt x="225356" y="919098"/>
                  </a:lnTo>
                  <a:lnTo>
                    <a:pt x="223742" y="916666"/>
                  </a:lnTo>
                  <a:lnTo>
                    <a:pt x="222148" y="914235"/>
                  </a:lnTo>
                  <a:lnTo>
                    <a:pt x="220573" y="911803"/>
                  </a:lnTo>
                  <a:lnTo>
                    <a:pt x="219017" y="909372"/>
                  </a:lnTo>
                  <a:lnTo>
                    <a:pt x="217482" y="906941"/>
                  </a:lnTo>
                  <a:lnTo>
                    <a:pt x="215974" y="904509"/>
                  </a:lnTo>
                  <a:lnTo>
                    <a:pt x="214485" y="902078"/>
                  </a:lnTo>
                  <a:lnTo>
                    <a:pt x="213017" y="899646"/>
                  </a:lnTo>
                  <a:lnTo>
                    <a:pt x="211569" y="897215"/>
                  </a:lnTo>
                  <a:lnTo>
                    <a:pt x="210141" y="894783"/>
                  </a:lnTo>
                  <a:lnTo>
                    <a:pt x="208739" y="892352"/>
                  </a:lnTo>
                  <a:lnTo>
                    <a:pt x="207356" y="889920"/>
                  </a:lnTo>
                  <a:lnTo>
                    <a:pt x="205993" y="887489"/>
                  </a:lnTo>
                  <a:lnTo>
                    <a:pt x="204648" y="885057"/>
                  </a:lnTo>
                  <a:lnTo>
                    <a:pt x="203324" y="882626"/>
                  </a:lnTo>
                  <a:lnTo>
                    <a:pt x="202022" y="880194"/>
                  </a:lnTo>
                  <a:lnTo>
                    <a:pt x="200739" y="877763"/>
                  </a:lnTo>
                  <a:lnTo>
                    <a:pt x="199474" y="875331"/>
                  </a:lnTo>
                  <a:lnTo>
                    <a:pt x="198227" y="872900"/>
                  </a:lnTo>
                  <a:lnTo>
                    <a:pt x="196999" y="870468"/>
                  </a:lnTo>
                  <a:lnTo>
                    <a:pt x="195793" y="868037"/>
                  </a:lnTo>
                  <a:lnTo>
                    <a:pt x="194605" y="865605"/>
                  </a:lnTo>
                  <a:lnTo>
                    <a:pt x="193434" y="863174"/>
                  </a:lnTo>
                  <a:lnTo>
                    <a:pt x="193184" y="862647"/>
                  </a:lnTo>
                  <a:lnTo>
                    <a:pt x="192281" y="860742"/>
                  </a:lnTo>
                  <a:lnTo>
                    <a:pt x="191149" y="858311"/>
                  </a:lnTo>
                  <a:lnTo>
                    <a:pt x="190038" y="855880"/>
                  </a:lnTo>
                  <a:lnTo>
                    <a:pt x="188947" y="853448"/>
                  </a:lnTo>
                  <a:lnTo>
                    <a:pt x="187874" y="851017"/>
                  </a:lnTo>
                  <a:lnTo>
                    <a:pt x="186821" y="848585"/>
                  </a:lnTo>
                  <a:lnTo>
                    <a:pt x="185792" y="846154"/>
                  </a:lnTo>
                  <a:lnTo>
                    <a:pt x="184787" y="843722"/>
                  </a:lnTo>
                  <a:lnTo>
                    <a:pt x="183805" y="841291"/>
                  </a:lnTo>
                  <a:lnTo>
                    <a:pt x="182846" y="838859"/>
                  </a:lnTo>
                  <a:lnTo>
                    <a:pt x="181911" y="836428"/>
                  </a:lnTo>
                  <a:lnTo>
                    <a:pt x="181007" y="833996"/>
                  </a:lnTo>
                  <a:lnTo>
                    <a:pt x="180134" y="831565"/>
                  </a:lnTo>
                  <a:lnTo>
                    <a:pt x="179288" y="829133"/>
                  </a:lnTo>
                  <a:lnTo>
                    <a:pt x="178472" y="826702"/>
                  </a:lnTo>
                  <a:lnTo>
                    <a:pt x="177687" y="824270"/>
                  </a:lnTo>
                  <a:lnTo>
                    <a:pt x="176942" y="821839"/>
                  </a:lnTo>
                  <a:lnTo>
                    <a:pt x="176234" y="819407"/>
                  </a:lnTo>
                  <a:lnTo>
                    <a:pt x="175561" y="816976"/>
                  </a:lnTo>
                  <a:lnTo>
                    <a:pt x="174925" y="814544"/>
                  </a:lnTo>
                  <a:lnTo>
                    <a:pt x="174326" y="812113"/>
                  </a:lnTo>
                  <a:lnTo>
                    <a:pt x="173777" y="809681"/>
                  </a:lnTo>
                  <a:lnTo>
                    <a:pt x="173271" y="807250"/>
                  </a:lnTo>
                  <a:lnTo>
                    <a:pt x="172806" y="804818"/>
                  </a:lnTo>
                  <a:lnTo>
                    <a:pt x="172383" y="802387"/>
                  </a:lnTo>
                  <a:lnTo>
                    <a:pt x="172001" y="799956"/>
                  </a:lnTo>
                  <a:lnTo>
                    <a:pt x="171677" y="797524"/>
                  </a:lnTo>
                  <a:lnTo>
                    <a:pt x="171397" y="795093"/>
                  </a:lnTo>
                  <a:lnTo>
                    <a:pt x="171160" y="792661"/>
                  </a:lnTo>
                  <a:lnTo>
                    <a:pt x="170967" y="790230"/>
                  </a:lnTo>
                  <a:lnTo>
                    <a:pt x="170817" y="787798"/>
                  </a:lnTo>
                  <a:lnTo>
                    <a:pt x="170724" y="785367"/>
                  </a:lnTo>
                  <a:lnTo>
                    <a:pt x="170673" y="782935"/>
                  </a:lnTo>
                  <a:lnTo>
                    <a:pt x="170663" y="780504"/>
                  </a:lnTo>
                  <a:lnTo>
                    <a:pt x="170694" y="778072"/>
                  </a:lnTo>
                  <a:lnTo>
                    <a:pt x="170767" y="775641"/>
                  </a:lnTo>
                  <a:lnTo>
                    <a:pt x="170890" y="773209"/>
                  </a:lnTo>
                  <a:lnTo>
                    <a:pt x="171051" y="770778"/>
                  </a:lnTo>
                  <a:lnTo>
                    <a:pt x="171248" y="768346"/>
                  </a:lnTo>
                  <a:lnTo>
                    <a:pt x="171480" y="765915"/>
                  </a:lnTo>
                  <a:lnTo>
                    <a:pt x="171750" y="763483"/>
                  </a:lnTo>
                  <a:lnTo>
                    <a:pt x="172061" y="761052"/>
                  </a:lnTo>
                  <a:lnTo>
                    <a:pt x="172404" y="758620"/>
                  </a:lnTo>
                  <a:lnTo>
                    <a:pt x="172778" y="756189"/>
                  </a:lnTo>
                  <a:lnTo>
                    <a:pt x="173181" y="753757"/>
                  </a:lnTo>
                  <a:lnTo>
                    <a:pt x="173617" y="751326"/>
                  </a:lnTo>
                  <a:lnTo>
                    <a:pt x="174087" y="748895"/>
                  </a:lnTo>
                  <a:lnTo>
                    <a:pt x="174583" y="746463"/>
                  </a:lnTo>
                  <a:lnTo>
                    <a:pt x="175105" y="744032"/>
                  </a:lnTo>
                  <a:lnTo>
                    <a:pt x="175651" y="741600"/>
                  </a:lnTo>
                  <a:lnTo>
                    <a:pt x="176226" y="739169"/>
                  </a:lnTo>
                  <a:lnTo>
                    <a:pt x="176827" y="736737"/>
                  </a:lnTo>
                  <a:lnTo>
                    <a:pt x="177450" y="734306"/>
                  </a:lnTo>
                  <a:lnTo>
                    <a:pt x="178095" y="731874"/>
                  </a:lnTo>
                  <a:lnTo>
                    <a:pt x="178760" y="729443"/>
                  </a:lnTo>
                  <a:lnTo>
                    <a:pt x="179447" y="727011"/>
                  </a:lnTo>
                  <a:lnTo>
                    <a:pt x="180156" y="724580"/>
                  </a:lnTo>
                  <a:lnTo>
                    <a:pt x="180882" y="722148"/>
                  </a:lnTo>
                  <a:lnTo>
                    <a:pt x="181624" y="719717"/>
                  </a:lnTo>
                  <a:lnTo>
                    <a:pt x="182381" y="717285"/>
                  </a:lnTo>
                  <a:lnTo>
                    <a:pt x="183156" y="714854"/>
                  </a:lnTo>
                  <a:lnTo>
                    <a:pt x="183946" y="712422"/>
                  </a:lnTo>
                  <a:lnTo>
                    <a:pt x="184448" y="710897"/>
                  </a:lnTo>
                  <a:lnTo>
                    <a:pt x="184747" y="709991"/>
                  </a:lnTo>
                  <a:lnTo>
                    <a:pt x="185559" y="707559"/>
                  </a:lnTo>
                  <a:lnTo>
                    <a:pt x="186381" y="705128"/>
                  </a:lnTo>
                  <a:lnTo>
                    <a:pt x="187214" y="702696"/>
                  </a:lnTo>
                  <a:lnTo>
                    <a:pt x="188056" y="700265"/>
                  </a:lnTo>
                  <a:lnTo>
                    <a:pt x="188905" y="697833"/>
                  </a:lnTo>
                  <a:lnTo>
                    <a:pt x="189760" y="695402"/>
                  </a:lnTo>
                  <a:lnTo>
                    <a:pt x="190622" y="692971"/>
                  </a:lnTo>
                  <a:lnTo>
                    <a:pt x="191490" y="690539"/>
                  </a:lnTo>
                  <a:lnTo>
                    <a:pt x="192363" y="688108"/>
                  </a:lnTo>
                  <a:lnTo>
                    <a:pt x="193241" y="685676"/>
                  </a:lnTo>
                  <a:lnTo>
                    <a:pt x="194124" y="683245"/>
                  </a:lnTo>
                  <a:lnTo>
                    <a:pt x="195011" y="680813"/>
                  </a:lnTo>
                  <a:lnTo>
                    <a:pt x="195904" y="678382"/>
                  </a:lnTo>
                  <a:lnTo>
                    <a:pt x="196803" y="675950"/>
                  </a:lnTo>
                  <a:lnTo>
                    <a:pt x="197707" y="673519"/>
                  </a:lnTo>
                  <a:lnTo>
                    <a:pt x="198617" y="671087"/>
                  </a:lnTo>
                  <a:lnTo>
                    <a:pt x="199534" y="668656"/>
                  </a:lnTo>
                  <a:lnTo>
                    <a:pt x="200460" y="666224"/>
                  </a:lnTo>
                  <a:lnTo>
                    <a:pt x="201394" y="663793"/>
                  </a:lnTo>
                  <a:lnTo>
                    <a:pt x="202337" y="661361"/>
                  </a:lnTo>
                  <a:lnTo>
                    <a:pt x="203288" y="658930"/>
                  </a:lnTo>
                  <a:lnTo>
                    <a:pt x="204250" y="656498"/>
                  </a:lnTo>
                  <a:lnTo>
                    <a:pt x="205224" y="654067"/>
                  </a:lnTo>
                  <a:lnTo>
                    <a:pt x="206208" y="651635"/>
                  </a:lnTo>
                  <a:lnTo>
                    <a:pt x="207203" y="649204"/>
                  </a:lnTo>
                  <a:lnTo>
                    <a:pt x="208209" y="646772"/>
                  </a:lnTo>
                  <a:lnTo>
                    <a:pt x="209227" y="644341"/>
                  </a:lnTo>
                  <a:lnTo>
                    <a:pt x="210257" y="641910"/>
                  </a:lnTo>
                  <a:lnTo>
                    <a:pt x="211297" y="639478"/>
                  </a:lnTo>
                  <a:lnTo>
                    <a:pt x="212345" y="637047"/>
                  </a:lnTo>
                  <a:lnTo>
                    <a:pt x="213403" y="634615"/>
                  </a:lnTo>
                  <a:lnTo>
                    <a:pt x="214469" y="632184"/>
                  </a:lnTo>
                  <a:lnTo>
                    <a:pt x="215542" y="629752"/>
                  </a:lnTo>
                  <a:lnTo>
                    <a:pt x="216620" y="627321"/>
                  </a:lnTo>
                  <a:lnTo>
                    <a:pt x="217702" y="624889"/>
                  </a:lnTo>
                  <a:lnTo>
                    <a:pt x="218785" y="622458"/>
                  </a:lnTo>
                  <a:lnTo>
                    <a:pt x="219870" y="620026"/>
                  </a:lnTo>
                  <a:lnTo>
                    <a:pt x="220952" y="617595"/>
                  </a:lnTo>
                  <a:lnTo>
                    <a:pt x="222032" y="615163"/>
                  </a:lnTo>
                  <a:lnTo>
                    <a:pt x="223107" y="612732"/>
                  </a:lnTo>
                  <a:lnTo>
                    <a:pt x="224175" y="610300"/>
                  </a:lnTo>
                  <a:lnTo>
                    <a:pt x="225235" y="607869"/>
                  </a:lnTo>
                  <a:lnTo>
                    <a:pt x="226283" y="605437"/>
                  </a:lnTo>
                  <a:lnTo>
                    <a:pt x="227321" y="603006"/>
                  </a:lnTo>
                  <a:lnTo>
                    <a:pt x="228347" y="600574"/>
                  </a:lnTo>
                  <a:lnTo>
                    <a:pt x="229360" y="598143"/>
                  </a:lnTo>
                  <a:lnTo>
                    <a:pt x="230356" y="595711"/>
                  </a:lnTo>
                  <a:lnTo>
                    <a:pt x="231335" y="593280"/>
                  </a:lnTo>
                  <a:lnTo>
                    <a:pt x="232300" y="590848"/>
                  </a:lnTo>
                  <a:lnTo>
                    <a:pt x="233249" y="588417"/>
                  </a:lnTo>
                  <a:lnTo>
                    <a:pt x="234182" y="585986"/>
                  </a:lnTo>
                  <a:lnTo>
                    <a:pt x="235096" y="583554"/>
                  </a:lnTo>
                  <a:lnTo>
                    <a:pt x="235993" y="581123"/>
                  </a:lnTo>
                  <a:lnTo>
                    <a:pt x="236875" y="578691"/>
                  </a:lnTo>
                  <a:lnTo>
                    <a:pt x="237742" y="576260"/>
                  </a:lnTo>
                  <a:lnTo>
                    <a:pt x="238596" y="573828"/>
                  </a:lnTo>
                  <a:lnTo>
                    <a:pt x="239432" y="571397"/>
                  </a:lnTo>
                  <a:lnTo>
                    <a:pt x="240256" y="568965"/>
                  </a:lnTo>
                  <a:lnTo>
                    <a:pt x="241069" y="566534"/>
                  </a:lnTo>
                  <a:lnTo>
                    <a:pt x="241871" y="564102"/>
                  </a:lnTo>
                  <a:lnTo>
                    <a:pt x="242664" y="561671"/>
                  </a:lnTo>
                  <a:lnTo>
                    <a:pt x="243447" y="559239"/>
                  </a:lnTo>
                  <a:lnTo>
                    <a:pt x="244223" y="556808"/>
                  </a:lnTo>
                  <a:lnTo>
                    <a:pt x="244993" y="554376"/>
                  </a:lnTo>
                  <a:lnTo>
                    <a:pt x="245759" y="551945"/>
                  </a:lnTo>
                  <a:lnTo>
                    <a:pt x="246521" y="549513"/>
                  </a:lnTo>
                  <a:lnTo>
                    <a:pt x="247279" y="547082"/>
                  </a:lnTo>
                  <a:lnTo>
                    <a:pt x="248036" y="544650"/>
                  </a:lnTo>
                  <a:lnTo>
                    <a:pt x="248792" y="542219"/>
                  </a:lnTo>
                  <a:lnTo>
                    <a:pt x="249549" y="539787"/>
                  </a:lnTo>
                  <a:lnTo>
                    <a:pt x="250306" y="537356"/>
                  </a:lnTo>
                  <a:lnTo>
                    <a:pt x="251065" y="534925"/>
                  </a:lnTo>
                  <a:lnTo>
                    <a:pt x="251825" y="532493"/>
                  </a:lnTo>
                  <a:lnTo>
                    <a:pt x="252589" y="530062"/>
                  </a:lnTo>
                  <a:lnTo>
                    <a:pt x="253355" y="527630"/>
                  </a:lnTo>
                  <a:lnTo>
                    <a:pt x="254124" y="525199"/>
                  </a:lnTo>
                  <a:lnTo>
                    <a:pt x="254897" y="522767"/>
                  </a:lnTo>
                  <a:lnTo>
                    <a:pt x="255673" y="520336"/>
                  </a:lnTo>
                  <a:lnTo>
                    <a:pt x="256452" y="517904"/>
                  </a:lnTo>
                  <a:lnTo>
                    <a:pt x="257233" y="515473"/>
                  </a:lnTo>
                  <a:lnTo>
                    <a:pt x="258018" y="513041"/>
                  </a:lnTo>
                  <a:lnTo>
                    <a:pt x="258805" y="510610"/>
                  </a:lnTo>
                  <a:lnTo>
                    <a:pt x="259593" y="508178"/>
                  </a:lnTo>
                  <a:lnTo>
                    <a:pt x="260382" y="505747"/>
                  </a:lnTo>
                  <a:lnTo>
                    <a:pt x="261173" y="503315"/>
                  </a:lnTo>
                  <a:lnTo>
                    <a:pt x="261963" y="500884"/>
                  </a:lnTo>
                  <a:lnTo>
                    <a:pt x="262751" y="498452"/>
                  </a:lnTo>
                  <a:lnTo>
                    <a:pt x="263539" y="496021"/>
                  </a:lnTo>
                  <a:lnTo>
                    <a:pt x="264323" y="493589"/>
                  </a:lnTo>
                  <a:lnTo>
                    <a:pt x="265105" y="491158"/>
                  </a:lnTo>
                  <a:lnTo>
                    <a:pt x="265882" y="488726"/>
                  </a:lnTo>
                  <a:lnTo>
                    <a:pt x="266654" y="486295"/>
                  </a:lnTo>
                  <a:lnTo>
                    <a:pt x="267420" y="483863"/>
                  </a:lnTo>
                  <a:lnTo>
                    <a:pt x="268179" y="481432"/>
                  </a:lnTo>
                  <a:lnTo>
                    <a:pt x="268933" y="479001"/>
                  </a:lnTo>
                  <a:lnTo>
                    <a:pt x="269676" y="476569"/>
                  </a:lnTo>
                  <a:lnTo>
                    <a:pt x="270411" y="474138"/>
                  </a:lnTo>
                  <a:lnTo>
                    <a:pt x="271138" y="471706"/>
                  </a:lnTo>
                  <a:lnTo>
                    <a:pt x="271855" y="469275"/>
                  </a:lnTo>
                  <a:lnTo>
                    <a:pt x="272564" y="466843"/>
                  </a:lnTo>
                  <a:lnTo>
                    <a:pt x="273260" y="464412"/>
                  </a:lnTo>
                  <a:lnTo>
                    <a:pt x="273946" y="461980"/>
                  </a:lnTo>
                  <a:lnTo>
                    <a:pt x="274623" y="459549"/>
                  </a:lnTo>
                  <a:lnTo>
                    <a:pt x="275290" y="457117"/>
                  </a:lnTo>
                  <a:lnTo>
                    <a:pt x="275947" y="454686"/>
                  </a:lnTo>
                  <a:lnTo>
                    <a:pt x="276591" y="452254"/>
                  </a:lnTo>
                  <a:lnTo>
                    <a:pt x="277227" y="449823"/>
                  </a:lnTo>
                  <a:lnTo>
                    <a:pt x="277853" y="447391"/>
                  </a:lnTo>
                  <a:lnTo>
                    <a:pt x="278471" y="444960"/>
                  </a:lnTo>
                  <a:lnTo>
                    <a:pt x="279081" y="442528"/>
                  </a:lnTo>
                  <a:lnTo>
                    <a:pt x="279680" y="440097"/>
                  </a:lnTo>
                  <a:lnTo>
                    <a:pt x="280271" y="437665"/>
                  </a:lnTo>
                  <a:lnTo>
                    <a:pt x="280856" y="435234"/>
                  </a:lnTo>
                  <a:lnTo>
                    <a:pt x="281433" y="432802"/>
                  </a:lnTo>
                  <a:lnTo>
                    <a:pt x="282005" y="430371"/>
                  </a:lnTo>
                  <a:lnTo>
                    <a:pt x="282568" y="427940"/>
                  </a:lnTo>
                  <a:lnTo>
                    <a:pt x="283126" y="425508"/>
                  </a:lnTo>
                  <a:lnTo>
                    <a:pt x="283678" y="423077"/>
                  </a:lnTo>
                  <a:lnTo>
                    <a:pt x="284225" y="420645"/>
                  </a:lnTo>
                  <a:lnTo>
                    <a:pt x="284767" y="418214"/>
                  </a:lnTo>
                  <a:lnTo>
                    <a:pt x="285303" y="415782"/>
                  </a:lnTo>
                  <a:lnTo>
                    <a:pt x="285833" y="413351"/>
                  </a:lnTo>
                  <a:lnTo>
                    <a:pt x="286359" y="410919"/>
                  </a:lnTo>
                  <a:lnTo>
                    <a:pt x="286880" y="408488"/>
                  </a:lnTo>
                  <a:lnTo>
                    <a:pt x="287395" y="406056"/>
                  </a:lnTo>
                  <a:lnTo>
                    <a:pt x="287903" y="403625"/>
                  </a:lnTo>
                  <a:lnTo>
                    <a:pt x="288406" y="401193"/>
                  </a:lnTo>
                  <a:lnTo>
                    <a:pt x="288902" y="398762"/>
                  </a:lnTo>
                  <a:lnTo>
                    <a:pt x="289392" y="396330"/>
                  </a:lnTo>
                  <a:lnTo>
                    <a:pt x="289875" y="393899"/>
                  </a:lnTo>
                  <a:lnTo>
                    <a:pt x="290349" y="391467"/>
                  </a:lnTo>
                  <a:lnTo>
                    <a:pt x="290814" y="389036"/>
                  </a:lnTo>
                  <a:lnTo>
                    <a:pt x="291272" y="386604"/>
                  </a:lnTo>
                  <a:lnTo>
                    <a:pt x="291721" y="384173"/>
                  </a:lnTo>
                  <a:lnTo>
                    <a:pt x="292160" y="381741"/>
                  </a:lnTo>
                  <a:lnTo>
                    <a:pt x="292587" y="379310"/>
                  </a:lnTo>
                  <a:lnTo>
                    <a:pt x="293004" y="376878"/>
                  </a:lnTo>
                  <a:lnTo>
                    <a:pt x="293411" y="374447"/>
                  </a:lnTo>
                  <a:lnTo>
                    <a:pt x="293806" y="372016"/>
                  </a:lnTo>
                  <a:lnTo>
                    <a:pt x="294188" y="369584"/>
                  </a:lnTo>
                  <a:lnTo>
                    <a:pt x="294557" y="367153"/>
                  </a:lnTo>
                  <a:lnTo>
                    <a:pt x="294914" y="364721"/>
                  </a:lnTo>
                  <a:lnTo>
                    <a:pt x="295259" y="362290"/>
                  </a:lnTo>
                  <a:lnTo>
                    <a:pt x="295592" y="359858"/>
                  </a:lnTo>
                  <a:lnTo>
                    <a:pt x="295910" y="357427"/>
                  </a:lnTo>
                  <a:lnTo>
                    <a:pt x="296214" y="354995"/>
                  </a:lnTo>
                  <a:lnTo>
                    <a:pt x="296505" y="352564"/>
                  </a:lnTo>
                  <a:lnTo>
                    <a:pt x="296785" y="350132"/>
                  </a:lnTo>
                  <a:lnTo>
                    <a:pt x="297052" y="347701"/>
                  </a:lnTo>
                  <a:lnTo>
                    <a:pt x="297303" y="345269"/>
                  </a:lnTo>
                  <a:lnTo>
                    <a:pt x="297543" y="342838"/>
                  </a:lnTo>
                  <a:lnTo>
                    <a:pt x="297771" y="340406"/>
                  </a:lnTo>
                  <a:lnTo>
                    <a:pt x="297988" y="337975"/>
                  </a:lnTo>
                  <a:lnTo>
                    <a:pt x="298195" y="335543"/>
                  </a:lnTo>
                  <a:lnTo>
                    <a:pt x="298387" y="333112"/>
                  </a:lnTo>
                  <a:lnTo>
                    <a:pt x="298571" y="330680"/>
                  </a:lnTo>
                  <a:lnTo>
                    <a:pt x="298745" y="328249"/>
                  </a:lnTo>
                  <a:lnTo>
                    <a:pt x="298910" y="325817"/>
                  </a:lnTo>
                  <a:lnTo>
                    <a:pt x="299067" y="323386"/>
                  </a:lnTo>
                  <a:lnTo>
                    <a:pt x="299215" y="320955"/>
                  </a:lnTo>
                  <a:lnTo>
                    <a:pt x="299356" y="318523"/>
                  </a:lnTo>
                  <a:lnTo>
                    <a:pt x="299491" y="316092"/>
                  </a:lnTo>
                  <a:lnTo>
                    <a:pt x="299620" y="313660"/>
                  </a:lnTo>
                  <a:lnTo>
                    <a:pt x="299744" y="311229"/>
                  </a:lnTo>
                  <a:lnTo>
                    <a:pt x="299863" y="308797"/>
                  </a:lnTo>
                  <a:lnTo>
                    <a:pt x="299979" y="306366"/>
                  </a:lnTo>
                  <a:lnTo>
                    <a:pt x="300092" y="303934"/>
                  </a:lnTo>
                  <a:lnTo>
                    <a:pt x="300202" y="301503"/>
                  </a:lnTo>
                  <a:lnTo>
                    <a:pt x="300310" y="299071"/>
                  </a:lnTo>
                  <a:lnTo>
                    <a:pt x="300417" y="296640"/>
                  </a:lnTo>
                  <a:lnTo>
                    <a:pt x="300523" y="294208"/>
                  </a:lnTo>
                  <a:lnTo>
                    <a:pt x="300629" y="291777"/>
                  </a:lnTo>
                  <a:lnTo>
                    <a:pt x="300735" y="289345"/>
                  </a:lnTo>
                  <a:lnTo>
                    <a:pt x="300841" y="286914"/>
                  </a:lnTo>
                  <a:lnTo>
                    <a:pt x="300948" y="284482"/>
                  </a:lnTo>
                  <a:lnTo>
                    <a:pt x="301056" y="282051"/>
                  </a:lnTo>
                  <a:lnTo>
                    <a:pt x="301165" y="279619"/>
                  </a:lnTo>
                  <a:lnTo>
                    <a:pt x="301275" y="277188"/>
                  </a:lnTo>
                  <a:lnTo>
                    <a:pt x="301386" y="274756"/>
                  </a:lnTo>
                  <a:lnTo>
                    <a:pt x="301498" y="272325"/>
                  </a:lnTo>
                  <a:lnTo>
                    <a:pt x="301612" y="269893"/>
                  </a:lnTo>
                  <a:lnTo>
                    <a:pt x="301726" y="267462"/>
                  </a:lnTo>
                  <a:lnTo>
                    <a:pt x="301841" y="265031"/>
                  </a:lnTo>
                  <a:lnTo>
                    <a:pt x="301956" y="262599"/>
                  </a:lnTo>
                  <a:lnTo>
                    <a:pt x="302072" y="260168"/>
                  </a:lnTo>
                  <a:lnTo>
                    <a:pt x="302187" y="257736"/>
                  </a:lnTo>
                  <a:lnTo>
                    <a:pt x="302302" y="255305"/>
                  </a:lnTo>
                  <a:lnTo>
                    <a:pt x="302416" y="252873"/>
                  </a:lnTo>
                  <a:lnTo>
                    <a:pt x="302529" y="250442"/>
                  </a:lnTo>
                  <a:lnTo>
                    <a:pt x="302640" y="248010"/>
                  </a:lnTo>
                  <a:lnTo>
                    <a:pt x="302749" y="245579"/>
                  </a:lnTo>
                  <a:lnTo>
                    <a:pt x="302856" y="243147"/>
                  </a:lnTo>
                  <a:lnTo>
                    <a:pt x="302961" y="240716"/>
                  </a:lnTo>
                  <a:lnTo>
                    <a:pt x="303062" y="238284"/>
                  </a:lnTo>
                  <a:lnTo>
                    <a:pt x="303161" y="235853"/>
                  </a:lnTo>
                  <a:lnTo>
                    <a:pt x="303256" y="233421"/>
                  </a:lnTo>
                  <a:lnTo>
                    <a:pt x="303347" y="230990"/>
                  </a:lnTo>
                  <a:lnTo>
                    <a:pt x="303435" y="228558"/>
                  </a:lnTo>
                  <a:lnTo>
                    <a:pt x="303519" y="226127"/>
                  </a:lnTo>
                  <a:lnTo>
                    <a:pt x="303598" y="223695"/>
                  </a:lnTo>
                  <a:lnTo>
                    <a:pt x="303674" y="221264"/>
                  </a:lnTo>
                  <a:lnTo>
                    <a:pt x="303746" y="218832"/>
                  </a:lnTo>
                  <a:lnTo>
                    <a:pt x="303814" y="216401"/>
                  </a:lnTo>
                  <a:lnTo>
                    <a:pt x="303876" y="213970"/>
                  </a:lnTo>
                  <a:lnTo>
                    <a:pt x="303935" y="211538"/>
                  </a:lnTo>
                  <a:lnTo>
                    <a:pt x="303991" y="209107"/>
                  </a:lnTo>
                  <a:lnTo>
                    <a:pt x="304043" y="206675"/>
                  </a:lnTo>
                  <a:lnTo>
                    <a:pt x="304091" y="204244"/>
                  </a:lnTo>
                  <a:lnTo>
                    <a:pt x="304135" y="201812"/>
                  </a:lnTo>
                  <a:lnTo>
                    <a:pt x="304175" y="199381"/>
                  </a:lnTo>
                  <a:lnTo>
                    <a:pt x="304213" y="196949"/>
                  </a:lnTo>
                  <a:lnTo>
                    <a:pt x="304248" y="194518"/>
                  </a:lnTo>
                  <a:lnTo>
                    <a:pt x="304279" y="192086"/>
                  </a:lnTo>
                  <a:lnTo>
                    <a:pt x="304307" y="189655"/>
                  </a:lnTo>
                  <a:lnTo>
                    <a:pt x="304333" y="187223"/>
                  </a:lnTo>
                  <a:lnTo>
                    <a:pt x="304357" y="184792"/>
                  </a:lnTo>
                  <a:lnTo>
                    <a:pt x="304378" y="182360"/>
                  </a:lnTo>
                  <a:lnTo>
                    <a:pt x="304397" y="179929"/>
                  </a:lnTo>
                  <a:lnTo>
                    <a:pt x="304414" y="177497"/>
                  </a:lnTo>
                  <a:lnTo>
                    <a:pt x="304428" y="175066"/>
                  </a:lnTo>
                  <a:lnTo>
                    <a:pt x="304442" y="172634"/>
                  </a:lnTo>
                  <a:lnTo>
                    <a:pt x="304453" y="170203"/>
                  </a:lnTo>
                  <a:lnTo>
                    <a:pt x="304463" y="167771"/>
                  </a:lnTo>
                  <a:lnTo>
                    <a:pt x="304472" y="165340"/>
                  </a:lnTo>
                  <a:lnTo>
                    <a:pt x="304479" y="162908"/>
                  </a:lnTo>
                  <a:lnTo>
                    <a:pt x="304485" y="160477"/>
                  </a:lnTo>
                  <a:lnTo>
                    <a:pt x="304490" y="158046"/>
                  </a:lnTo>
                  <a:lnTo>
                    <a:pt x="304494" y="155614"/>
                  </a:lnTo>
                  <a:lnTo>
                    <a:pt x="304498" y="153183"/>
                  </a:lnTo>
                  <a:lnTo>
                    <a:pt x="304500" y="150751"/>
                  </a:lnTo>
                  <a:lnTo>
                    <a:pt x="304503" y="148320"/>
                  </a:lnTo>
                  <a:lnTo>
                    <a:pt x="304504" y="145888"/>
                  </a:lnTo>
                  <a:lnTo>
                    <a:pt x="304506" y="143457"/>
                  </a:lnTo>
                  <a:lnTo>
                    <a:pt x="304507" y="141025"/>
                  </a:lnTo>
                  <a:lnTo>
                    <a:pt x="304508" y="138594"/>
                  </a:lnTo>
                  <a:lnTo>
                    <a:pt x="304509" y="136162"/>
                  </a:lnTo>
                  <a:lnTo>
                    <a:pt x="304511" y="133731"/>
                  </a:lnTo>
                  <a:lnTo>
                    <a:pt x="304512" y="131299"/>
                  </a:lnTo>
                  <a:lnTo>
                    <a:pt x="304514" y="128868"/>
                  </a:lnTo>
                  <a:lnTo>
                    <a:pt x="304516" y="126436"/>
                  </a:lnTo>
                  <a:lnTo>
                    <a:pt x="304518" y="124005"/>
                  </a:lnTo>
                  <a:lnTo>
                    <a:pt x="304521" y="121573"/>
                  </a:lnTo>
                  <a:lnTo>
                    <a:pt x="304525" y="119142"/>
                  </a:lnTo>
                  <a:lnTo>
                    <a:pt x="304529" y="116710"/>
                  </a:lnTo>
                  <a:lnTo>
                    <a:pt x="304533" y="114279"/>
                  </a:lnTo>
                  <a:lnTo>
                    <a:pt x="304539" y="111847"/>
                  </a:lnTo>
                  <a:lnTo>
                    <a:pt x="304544" y="109416"/>
                  </a:lnTo>
                  <a:lnTo>
                    <a:pt x="304551" y="106985"/>
                  </a:lnTo>
                  <a:lnTo>
                    <a:pt x="304558" y="104553"/>
                  </a:lnTo>
                  <a:lnTo>
                    <a:pt x="304565" y="102122"/>
                  </a:lnTo>
                  <a:lnTo>
                    <a:pt x="304573" y="99690"/>
                  </a:lnTo>
                  <a:lnTo>
                    <a:pt x="304581" y="97259"/>
                  </a:lnTo>
                  <a:lnTo>
                    <a:pt x="304590" y="94827"/>
                  </a:lnTo>
                  <a:lnTo>
                    <a:pt x="304599" y="92396"/>
                  </a:lnTo>
                  <a:lnTo>
                    <a:pt x="304609" y="89964"/>
                  </a:lnTo>
                  <a:lnTo>
                    <a:pt x="304618" y="87533"/>
                  </a:lnTo>
                  <a:lnTo>
                    <a:pt x="304628" y="85101"/>
                  </a:lnTo>
                  <a:lnTo>
                    <a:pt x="304638" y="82670"/>
                  </a:lnTo>
                  <a:lnTo>
                    <a:pt x="304648" y="80238"/>
                  </a:lnTo>
                  <a:lnTo>
                    <a:pt x="304658" y="77807"/>
                  </a:lnTo>
                  <a:lnTo>
                    <a:pt x="304667" y="75375"/>
                  </a:lnTo>
                  <a:lnTo>
                    <a:pt x="304677" y="72944"/>
                  </a:lnTo>
                  <a:lnTo>
                    <a:pt x="304686" y="70512"/>
                  </a:lnTo>
                  <a:lnTo>
                    <a:pt x="304695" y="68081"/>
                  </a:lnTo>
                  <a:lnTo>
                    <a:pt x="304704" y="65649"/>
                  </a:lnTo>
                  <a:lnTo>
                    <a:pt x="304712" y="63218"/>
                  </a:lnTo>
                  <a:lnTo>
                    <a:pt x="304720" y="60786"/>
                  </a:lnTo>
                  <a:lnTo>
                    <a:pt x="304728" y="58355"/>
                  </a:lnTo>
                  <a:lnTo>
                    <a:pt x="304735" y="55923"/>
                  </a:lnTo>
                  <a:lnTo>
                    <a:pt x="304742" y="53492"/>
                  </a:lnTo>
                  <a:lnTo>
                    <a:pt x="304748" y="51061"/>
                  </a:lnTo>
                  <a:lnTo>
                    <a:pt x="304754" y="48629"/>
                  </a:lnTo>
                  <a:lnTo>
                    <a:pt x="304760" y="46198"/>
                  </a:lnTo>
                  <a:lnTo>
                    <a:pt x="304765" y="43766"/>
                  </a:lnTo>
                  <a:lnTo>
                    <a:pt x="304770" y="41335"/>
                  </a:lnTo>
                  <a:lnTo>
                    <a:pt x="304774" y="38903"/>
                  </a:lnTo>
                  <a:lnTo>
                    <a:pt x="304778" y="36472"/>
                  </a:lnTo>
                  <a:lnTo>
                    <a:pt x="304781" y="34040"/>
                  </a:lnTo>
                  <a:lnTo>
                    <a:pt x="304785" y="31609"/>
                  </a:lnTo>
                  <a:lnTo>
                    <a:pt x="304787" y="29177"/>
                  </a:lnTo>
                  <a:lnTo>
                    <a:pt x="304790" y="26746"/>
                  </a:lnTo>
                  <a:lnTo>
                    <a:pt x="304792" y="24314"/>
                  </a:lnTo>
                  <a:lnTo>
                    <a:pt x="304794" y="21883"/>
                  </a:lnTo>
                  <a:lnTo>
                    <a:pt x="304796" y="19451"/>
                  </a:lnTo>
                  <a:lnTo>
                    <a:pt x="304798" y="17020"/>
                  </a:lnTo>
                  <a:lnTo>
                    <a:pt x="304799" y="14588"/>
                  </a:lnTo>
                  <a:lnTo>
                    <a:pt x="304800" y="12157"/>
                  </a:lnTo>
                  <a:lnTo>
                    <a:pt x="304801" y="9725"/>
                  </a:lnTo>
                  <a:lnTo>
                    <a:pt x="304802" y="7294"/>
                  </a:lnTo>
                  <a:lnTo>
                    <a:pt x="304803" y="4862"/>
                  </a:lnTo>
                  <a:lnTo>
                    <a:pt x="304804" y="2431"/>
                  </a:lnTo>
                  <a:lnTo>
                    <a:pt x="304810" y="0"/>
                  </a:lnTo>
                  <a:lnTo>
                    <a:pt x="304811" y="2431"/>
                  </a:lnTo>
                  <a:lnTo>
                    <a:pt x="304811" y="4862"/>
                  </a:lnTo>
                  <a:lnTo>
                    <a:pt x="304812" y="7294"/>
                  </a:lnTo>
                  <a:lnTo>
                    <a:pt x="304813" y="9725"/>
                  </a:lnTo>
                  <a:lnTo>
                    <a:pt x="304814" y="12157"/>
                  </a:lnTo>
                  <a:lnTo>
                    <a:pt x="304815" y="14588"/>
                  </a:lnTo>
                  <a:lnTo>
                    <a:pt x="304817" y="17020"/>
                  </a:lnTo>
                  <a:lnTo>
                    <a:pt x="304818" y="19451"/>
                  </a:lnTo>
                  <a:lnTo>
                    <a:pt x="304820" y="21883"/>
                  </a:lnTo>
                  <a:lnTo>
                    <a:pt x="304822" y="24314"/>
                  </a:lnTo>
                  <a:lnTo>
                    <a:pt x="304824" y="26746"/>
                  </a:lnTo>
                  <a:lnTo>
                    <a:pt x="304827" y="29177"/>
                  </a:lnTo>
                  <a:lnTo>
                    <a:pt x="304830" y="31609"/>
                  </a:lnTo>
                  <a:lnTo>
                    <a:pt x="304833" y="34040"/>
                  </a:lnTo>
                  <a:lnTo>
                    <a:pt x="304836" y="36472"/>
                  </a:lnTo>
                  <a:lnTo>
                    <a:pt x="304840" y="38903"/>
                  </a:lnTo>
                  <a:lnTo>
                    <a:pt x="304845" y="41335"/>
                  </a:lnTo>
                  <a:lnTo>
                    <a:pt x="304849" y="43766"/>
                  </a:lnTo>
                  <a:lnTo>
                    <a:pt x="304854" y="46198"/>
                  </a:lnTo>
                  <a:lnTo>
                    <a:pt x="304860" y="48629"/>
                  </a:lnTo>
                  <a:lnTo>
                    <a:pt x="304866" y="51061"/>
                  </a:lnTo>
                  <a:lnTo>
                    <a:pt x="304872" y="53492"/>
                  </a:lnTo>
                  <a:lnTo>
                    <a:pt x="304879" y="55923"/>
                  </a:lnTo>
                  <a:lnTo>
                    <a:pt x="304886" y="58355"/>
                  </a:lnTo>
                  <a:lnTo>
                    <a:pt x="304894" y="60786"/>
                  </a:lnTo>
                  <a:lnTo>
                    <a:pt x="304902" y="63218"/>
                  </a:lnTo>
                  <a:lnTo>
                    <a:pt x="304910" y="65649"/>
                  </a:lnTo>
                  <a:lnTo>
                    <a:pt x="304919" y="68081"/>
                  </a:lnTo>
                  <a:lnTo>
                    <a:pt x="304928" y="70512"/>
                  </a:lnTo>
                  <a:lnTo>
                    <a:pt x="304937" y="72944"/>
                  </a:lnTo>
                  <a:lnTo>
                    <a:pt x="304947" y="75375"/>
                  </a:lnTo>
                  <a:lnTo>
                    <a:pt x="304957" y="77807"/>
                  </a:lnTo>
                  <a:lnTo>
                    <a:pt x="304966" y="80238"/>
                  </a:lnTo>
                  <a:lnTo>
                    <a:pt x="304976" y="82670"/>
                  </a:lnTo>
                  <a:lnTo>
                    <a:pt x="304986" y="85101"/>
                  </a:lnTo>
                  <a:lnTo>
                    <a:pt x="304996" y="87533"/>
                  </a:lnTo>
                  <a:lnTo>
                    <a:pt x="305005" y="89964"/>
                  </a:lnTo>
                  <a:lnTo>
                    <a:pt x="305015" y="92396"/>
                  </a:lnTo>
                  <a:lnTo>
                    <a:pt x="305024" y="94827"/>
                  </a:lnTo>
                  <a:lnTo>
                    <a:pt x="305033" y="97259"/>
                  </a:lnTo>
                  <a:lnTo>
                    <a:pt x="305041" y="99690"/>
                  </a:lnTo>
                  <a:lnTo>
                    <a:pt x="305049" y="102122"/>
                  </a:lnTo>
                  <a:lnTo>
                    <a:pt x="305057" y="104553"/>
                  </a:lnTo>
                  <a:lnTo>
                    <a:pt x="305064" y="106985"/>
                  </a:lnTo>
                  <a:lnTo>
                    <a:pt x="305070" y="109416"/>
                  </a:lnTo>
                  <a:lnTo>
                    <a:pt x="305076" y="111847"/>
                  </a:lnTo>
                  <a:lnTo>
                    <a:pt x="305081" y="114279"/>
                  </a:lnTo>
                  <a:lnTo>
                    <a:pt x="305085" y="116710"/>
                  </a:lnTo>
                  <a:lnTo>
                    <a:pt x="305090" y="119142"/>
                  </a:lnTo>
                  <a:lnTo>
                    <a:pt x="305093" y="121573"/>
                  </a:lnTo>
                  <a:lnTo>
                    <a:pt x="305096" y="124005"/>
                  </a:lnTo>
                  <a:lnTo>
                    <a:pt x="305098" y="126436"/>
                  </a:lnTo>
                  <a:lnTo>
                    <a:pt x="305101" y="128868"/>
                  </a:lnTo>
                  <a:lnTo>
                    <a:pt x="305102" y="131299"/>
                  </a:lnTo>
                  <a:lnTo>
                    <a:pt x="305104" y="133731"/>
                  </a:lnTo>
                  <a:lnTo>
                    <a:pt x="305105" y="136162"/>
                  </a:lnTo>
                  <a:lnTo>
                    <a:pt x="305106" y="138594"/>
                  </a:lnTo>
                  <a:lnTo>
                    <a:pt x="305107" y="141025"/>
                  </a:lnTo>
                  <a:lnTo>
                    <a:pt x="305108" y="143457"/>
                  </a:lnTo>
                  <a:lnTo>
                    <a:pt x="305110" y="145888"/>
                  </a:lnTo>
                  <a:lnTo>
                    <a:pt x="305112" y="148320"/>
                  </a:lnTo>
                  <a:lnTo>
                    <a:pt x="305114" y="150751"/>
                  </a:lnTo>
                  <a:lnTo>
                    <a:pt x="305117" y="153183"/>
                  </a:lnTo>
                  <a:lnTo>
                    <a:pt x="305120" y="155614"/>
                  </a:lnTo>
                  <a:lnTo>
                    <a:pt x="305124" y="158046"/>
                  </a:lnTo>
                  <a:lnTo>
                    <a:pt x="305129" y="160477"/>
                  </a:lnTo>
                  <a:lnTo>
                    <a:pt x="305135" y="162908"/>
                  </a:lnTo>
                  <a:lnTo>
                    <a:pt x="305143" y="165340"/>
                  </a:lnTo>
                  <a:lnTo>
                    <a:pt x="305151" y="167771"/>
                  </a:lnTo>
                  <a:lnTo>
                    <a:pt x="305161" y="170203"/>
                  </a:lnTo>
                  <a:lnTo>
                    <a:pt x="305173" y="172634"/>
                  </a:lnTo>
                  <a:lnTo>
                    <a:pt x="305186" y="175066"/>
                  </a:lnTo>
                  <a:lnTo>
                    <a:pt x="305201" y="177497"/>
                  </a:lnTo>
                  <a:lnTo>
                    <a:pt x="305217" y="179929"/>
                  </a:lnTo>
                  <a:lnTo>
                    <a:pt x="305236" y="182360"/>
                  </a:lnTo>
                  <a:lnTo>
                    <a:pt x="305257" y="184792"/>
                  </a:lnTo>
                  <a:lnTo>
                    <a:pt x="305281" y="187223"/>
                  </a:lnTo>
                  <a:lnTo>
                    <a:pt x="305307" y="189655"/>
                  </a:lnTo>
                  <a:lnTo>
                    <a:pt x="305335" y="192086"/>
                  </a:lnTo>
                  <a:lnTo>
                    <a:pt x="305367" y="194518"/>
                  </a:lnTo>
                  <a:lnTo>
                    <a:pt x="305401" y="196949"/>
                  </a:lnTo>
                  <a:lnTo>
                    <a:pt x="305439" y="199381"/>
                  </a:lnTo>
                  <a:lnTo>
                    <a:pt x="305480" y="201812"/>
                  </a:lnTo>
                  <a:lnTo>
                    <a:pt x="305523" y="204244"/>
                  </a:lnTo>
                  <a:lnTo>
                    <a:pt x="305572" y="206675"/>
                  </a:lnTo>
                  <a:lnTo>
                    <a:pt x="305623" y="209107"/>
                  </a:lnTo>
                  <a:lnTo>
                    <a:pt x="305679" y="211538"/>
                  </a:lnTo>
                  <a:lnTo>
                    <a:pt x="305738" y="213970"/>
                  </a:lnTo>
                  <a:lnTo>
                    <a:pt x="305801" y="216401"/>
                  </a:lnTo>
                  <a:lnTo>
                    <a:pt x="305869" y="218832"/>
                  </a:lnTo>
                  <a:lnTo>
                    <a:pt x="305940" y="221264"/>
                  </a:lnTo>
                  <a:lnTo>
                    <a:pt x="306016" y="223695"/>
                  </a:lnTo>
                  <a:lnTo>
                    <a:pt x="306096" y="226127"/>
                  </a:lnTo>
                  <a:lnTo>
                    <a:pt x="306179" y="228558"/>
                  </a:lnTo>
                  <a:lnTo>
                    <a:pt x="306267" y="230990"/>
                  </a:lnTo>
                  <a:lnTo>
                    <a:pt x="306359" y="233421"/>
                  </a:lnTo>
                  <a:lnTo>
                    <a:pt x="306454" y="235853"/>
                  </a:lnTo>
                  <a:lnTo>
                    <a:pt x="306552" y="238284"/>
                  </a:lnTo>
                  <a:lnTo>
                    <a:pt x="306653" y="240716"/>
                  </a:lnTo>
                  <a:lnTo>
                    <a:pt x="306758" y="243147"/>
                  </a:lnTo>
                  <a:lnTo>
                    <a:pt x="306865" y="245579"/>
                  </a:lnTo>
                  <a:lnTo>
                    <a:pt x="306974" y="248010"/>
                  </a:lnTo>
                  <a:lnTo>
                    <a:pt x="307086" y="250442"/>
                  </a:lnTo>
                  <a:lnTo>
                    <a:pt x="307198" y="252873"/>
                  </a:lnTo>
                  <a:lnTo>
                    <a:pt x="307312" y="255305"/>
                  </a:lnTo>
                  <a:lnTo>
                    <a:pt x="307427" y="257736"/>
                  </a:lnTo>
                  <a:lnTo>
                    <a:pt x="307543" y="260168"/>
                  </a:lnTo>
                  <a:lnTo>
                    <a:pt x="307658" y="262599"/>
                  </a:lnTo>
                  <a:lnTo>
                    <a:pt x="307773" y="265031"/>
                  </a:lnTo>
                  <a:lnTo>
                    <a:pt x="307888" y="267462"/>
                  </a:lnTo>
                  <a:lnTo>
                    <a:pt x="308002" y="269893"/>
                  </a:lnTo>
                  <a:lnTo>
                    <a:pt x="308116" y="272325"/>
                  </a:lnTo>
                  <a:lnTo>
                    <a:pt x="308228" y="274756"/>
                  </a:lnTo>
                  <a:lnTo>
                    <a:pt x="308339" y="277188"/>
                  </a:lnTo>
                  <a:lnTo>
                    <a:pt x="308449" y="279619"/>
                  </a:lnTo>
                  <a:lnTo>
                    <a:pt x="308558" y="282051"/>
                  </a:lnTo>
                  <a:lnTo>
                    <a:pt x="308666" y="284482"/>
                  </a:lnTo>
                  <a:lnTo>
                    <a:pt x="308773" y="286914"/>
                  </a:lnTo>
                  <a:lnTo>
                    <a:pt x="308879" y="289345"/>
                  </a:lnTo>
                  <a:lnTo>
                    <a:pt x="308985" y="291777"/>
                  </a:lnTo>
                  <a:lnTo>
                    <a:pt x="309091" y="294208"/>
                  </a:lnTo>
                  <a:lnTo>
                    <a:pt x="309197" y="296640"/>
                  </a:lnTo>
                  <a:lnTo>
                    <a:pt x="309304" y="299071"/>
                  </a:lnTo>
                  <a:lnTo>
                    <a:pt x="309412" y="301503"/>
                  </a:lnTo>
                  <a:lnTo>
                    <a:pt x="309523" y="303934"/>
                  </a:lnTo>
                  <a:lnTo>
                    <a:pt x="309635" y="306366"/>
                  </a:lnTo>
                  <a:lnTo>
                    <a:pt x="309751" y="308797"/>
                  </a:lnTo>
                  <a:lnTo>
                    <a:pt x="309870" y="311229"/>
                  </a:lnTo>
                  <a:lnTo>
                    <a:pt x="309994" y="313660"/>
                  </a:lnTo>
                  <a:lnTo>
                    <a:pt x="310123" y="316092"/>
                  </a:lnTo>
                  <a:lnTo>
                    <a:pt x="310258" y="318523"/>
                  </a:lnTo>
                  <a:lnTo>
                    <a:pt x="310399" y="320955"/>
                  </a:lnTo>
                  <a:lnTo>
                    <a:pt x="310547" y="323386"/>
                  </a:lnTo>
                  <a:lnTo>
                    <a:pt x="310704" y="325817"/>
                  </a:lnTo>
                  <a:lnTo>
                    <a:pt x="310869" y="328249"/>
                  </a:lnTo>
                  <a:lnTo>
                    <a:pt x="311044" y="330680"/>
                  </a:lnTo>
                  <a:lnTo>
                    <a:pt x="311227" y="333112"/>
                  </a:lnTo>
                  <a:lnTo>
                    <a:pt x="311420" y="335543"/>
                  </a:lnTo>
                  <a:lnTo>
                    <a:pt x="311626" y="337975"/>
                  </a:lnTo>
                  <a:lnTo>
                    <a:pt x="311843" y="340406"/>
                  </a:lnTo>
                  <a:lnTo>
                    <a:pt x="312071" y="342838"/>
                  </a:lnTo>
                  <a:lnTo>
                    <a:pt x="312311" y="345269"/>
                  </a:lnTo>
                  <a:lnTo>
                    <a:pt x="312562" y="347701"/>
                  </a:lnTo>
                  <a:lnTo>
                    <a:pt x="312830" y="350132"/>
                  </a:lnTo>
                  <a:lnTo>
                    <a:pt x="313109" y="352564"/>
                  </a:lnTo>
                  <a:lnTo>
                    <a:pt x="313401" y="354995"/>
                  </a:lnTo>
                  <a:lnTo>
                    <a:pt x="313705" y="357427"/>
                  </a:lnTo>
                  <a:lnTo>
                    <a:pt x="314022" y="359858"/>
                  </a:lnTo>
                  <a:lnTo>
                    <a:pt x="314355" y="362290"/>
                  </a:lnTo>
                  <a:lnTo>
                    <a:pt x="314700" y="364721"/>
                  </a:lnTo>
                  <a:lnTo>
                    <a:pt x="315057" y="367153"/>
                  </a:lnTo>
                  <a:lnTo>
                    <a:pt x="315426" y="369584"/>
                  </a:lnTo>
                  <a:lnTo>
                    <a:pt x="315808" y="372016"/>
                  </a:lnTo>
                  <a:lnTo>
                    <a:pt x="316204" y="374447"/>
                  </a:lnTo>
                  <a:lnTo>
                    <a:pt x="316610" y="376878"/>
                  </a:lnTo>
                  <a:lnTo>
                    <a:pt x="317027" y="379310"/>
                  </a:lnTo>
                  <a:lnTo>
                    <a:pt x="317454" y="381741"/>
                  </a:lnTo>
                  <a:lnTo>
                    <a:pt x="317893" y="384173"/>
                  </a:lnTo>
                  <a:lnTo>
                    <a:pt x="318342" y="386604"/>
                  </a:lnTo>
                  <a:lnTo>
                    <a:pt x="318800" y="389036"/>
                  </a:lnTo>
                  <a:lnTo>
                    <a:pt x="319266" y="391467"/>
                  </a:lnTo>
                  <a:lnTo>
                    <a:pt x="319740" y="393899"/>
                  </a:lnTo>
                  <a:lnTo>
                    <a:pt x="320222" y="396330"/>
                  </a:lnTo>
                  <a:lnTo>
                    <a:pt x="320712" y="398762"/>
                  </a:lnTo>
                  <a:lnTo>
                    <a:pt x="321209" y="401193"/>
                  </a:lnTo>
                  <a:lnTo>
                    <a:pt x="321711" y="403625"/>
                  </a:lnTo>
                  <a:lnTo>
                    <a:pt x="322219" y="406056"/>
                  </a:lnTo>
                  <a:lnTo>
                    <a:pt x="322734" y="408488"/>
                  </a:lnTo>
                  <a:lnTo>
                    <a:pt x="323255" y="410919"/>
                  </a:lnTo>
                  <a:lnTo>
                    <a:pt x="323781" y="413351"/>
                  </a:lnTo>
                  <a:lnTo>
                    <a:pt x="324312" y="415782"/>
                  </a:lnTo>
                  <a:lnTo>
                    <a:pt x="324847" y="418214"/>
                  </a:lnTo>
                  <a:lnTo>
                    <a:pt x="325389" y="420645"/>
                  </a:lnTo>
                  <a:lnTo>
                    <a:pt x="325936" y="423077"/>
                  </a:lnTo>
                  <a:lnTo>
                    <a:pt x="326488" y="425508"/>
                  </a:lnTo>
                  <a:lnTo>
                    <a:pt x="327046" y="427940"/>
                  </a:lnTo>
                  <a:lnTo>
                    <a:pt x="327610" y="430371"/>
                  </a:lnTo>
                  <a:lnTo>
                    <a:pt x="328181" y="432802"/>
                  </a:lnTo>
                  <a:lnTo>
                    <a:pt x="328759" y="435234"/>
                  </a:lnTo>
                  <a:lnTo>
                    <a:pt x="329343" y="437665"/>
                  </a:lnTo>
                  <a:lnTo>
                    <a:pt x="329935" y="440097"/>
                  </a:lnTo>
                  <a:lnTo>
                    <a:pt x="330534" y="442528"/>
                  </a:lnTo>
                  <a:lnTo>
                    <a:pt x="331143" y="444960"/>
                  </a:lnTo>
                  <a:lnTo>
                    <a:pt x="331761" y="447391"/>
                  </a:lnTo>
                  <a:lnTo>
                    <a:pt x="332387" y="449823"/>
                  </a:lnTo>
                  <a:lnTo>
                    <a:pt x="333023" y="452254"/>
                  </a:lnTo>
                  <a:lnTo>
                    <a:pt x="333667" y="454686"/>
                  </a:lnTo>
                  <a:lnTo>
                    <a:pt x="334325" y="457117"/>
                  </a:lnTo>
                  <a:lnTo>
                    <a:pt x="334991" y="459549"/>
                  </a:lnTo>
                  <a:lnTo>
                    <a:pt x="335668" y="461980"/>
                  </a:lnTo>
                  <a:lnTo>
                    <a:pt x="336354" y="464412"/>
                  </a:lnTo>
                  <a:lnTo>
                    <a:pt x="337050" y="466843"/>
                  </a:lnTo>
                  <a:lnTo>
                    <a:pt x="337759" y="469275"/>
                  </a:lnTo>
                  <a:lnTo>
                    <a:pt x="338476" y="471706"/>
                  </a:lnTo>
                  <a:lnTo>
                    <a:pt x="339203" y="474138"/>
                  </a:lnTo>
                  <a:lnTo>
                    <a:pt x="339938" y="476569"/>
                  </a:lnTo>
                  <a:lnTo>
                    <a:pt x="340682" y="479001"/>
                  </a:lnTo>
                  <a:lnTo>
                    <a:pt x="341435" y="481432"/>
                  </a:lnTo>
                  <a:lnTo>
                    <a:pt x="342195" y="483863"/>
                  </a:lnTo>
                  <a:lnTo>
                    <a:pt x="342961" y="486295"/>
                  </a:lnTo>
                  <a:lnTo>
                    <a:pt x="343732" y="488726"/>
                  </a:lnTo>
                  <a:lnTo>
                    <a:pt x="344509" y="491158"/>
                  </a:lnTo>
                  <a:lnTo>
                    <a:pt x="345291" y="493589"/>
                  </a:lnTo>
                  <a:lnTo>
                    <a:pt x="346076" y="496021"/>
                  </a:lnTo>
                  <a:lnTo>
                    <a:pt x="346863" y="498452"/>
                  </a:lnTo>
                  <a:lnTo>
                    <a:pt x="347652" y="500884"/>
                  </a:lnTo>
                  <a:lnTo>
                    <a:pt x="348442" y="503315"/>
                  </a:lnTo>
                  <a:lnTo>
                    <a:pt x="349232" y="505747"/>
                  </a:lnTo>
                  <a:lnTo>
                    <a:pt x="350021" y="508178"/>
                  </a:lnTo>
                  <a:lnTo>
                    <a:pt x="350810" y="510610"/>
                  </a:lnTo>
                  <a:lnTo>
                    <a:pt x="351597" y="513041"/>
                  </a:lnTo>
                  <a:lnTo>
                    <a:pt x="352381" y="515473"/>
                  </a:lnTo>
                  <a:lnTo>
                    <a:pt x="353163" y="517904"/>
                  </a:lnTo>
                  <a:lnTo>
                    <a:pt x="353942" y="520336"/>
                  </a:lnTo>
                  <a:lnTo>
                    <a:pt x="354717" y="522767"/>
                  </a:lnTo>
                  <a:lnTo>
                    <a:pt x="355490" y="525199"/>
                  </a:lnTo>
                  <a:lnTo>
                    <a:pt x="356260" y="527630"/>
                  </a:lnTo>
                  <a:lnTo>
                    <a:pt x="357025" y="530062"/>
                  </a:lnTo>
                  <a:lnTo>
                    <a:pt x="357789" y="532493"/>
                  </a:lnTo>
                  <a:lnTo>
                    <a:pt x="358550" y="534925"/>
                  </a:lnTo>
                  <a:lnTo>
                    <a:pt x="359309" y="537356"/>
                  </a:lnTo>
                  <a:lnTo>
                    <a:pt x="360066" y="539787"/>
                  </a:lnTo>
                  <a:lnTo>
                    <a:pt x="360822" y="542219"/>
                  </a:lnTo>
                  <a:lnTo>
                    <a:pt x="361578" y="544650"/>
                  </a:lnTo>
                  <a:lnTo>
                    <a:pt x="362335" y="547082"/>
                  </a:lnTo>
                  <a:lnTo>
                    <a:pt x="363094" y="549513"/>
                  </a:lnTo>
                  <a:lnTo>
                    <a:pt x="363855" y="551945"/>
                  </a:lnTo>
                  <a:lnTo>
                    <a:pt x="364621" y="554376"/>
                  </a:lnTo>
                  <a:lnTo>
                    <a:pt x="365391" y="556808"/>
                  </a:lnTo>
                  <a:lnTo>
                    <a:pt x="366167" y="559239"/>
                  </a:lnTo>
                  <a:lnTo>
                    <a:pt x="366950" y="561671"/>
                  </a:lnTo>
                  <a:lnTo>
                    <a:pt x="367743" y="564102"/>
                  </a:lnTo>
                  <a:lnTo>
                    <a:pt x="368546" y="566534"/>
                  </a:lnTo>
                  <a:lnTo>
                    <a:pt x="369359" y="568965"/>
                  </a:lnTo>
                  <a:lnTo>
                    <a:pt x="370182" y="571397"/>
                  </a:lnTo>
                  <a:lnTo>
                    <a:pt x="371019" y="573828"/>
                  </a:lnTo>
                  <a:lnTo>
                    <a:pt x="371872" y="576260"/>
                  </a:lnTo>
                  <a:lnTo>
                    <a:pt x="372740" y="578691"/>
                  </a:lnTo>
                  <a:lnTo>
                    <a:pt x="373622" y="581123"/>
                  </a:lnTo>
                  <a:lnTo>
                    <a:pt x="374519" y="583554"/>
                  </a:lnTo>
                  <a:lnTo>
                    <a:pt x="375432" y="585986"/>
                  </a:lnTo>
                  <a:lnTo>
                    <a:pt x="376365" y="588417"/>
                  </a:lnTo>
                  <a:lnTo>
                    <a:pt x="377314" y="590848"/>
                  </a:lnTo>
                  <a:lnTo>
                    <a:pt x="378279" y="593280"/>
                  </a:lnTo>
                  <a:lnTo>
                    <a:pt x="379258" y="595711"/>
                  </a:lnTo>
                  <a:lnTo>
                    <a:pt x="380254" y="598143"/>
                  </a:lnTo>
                  <a:lnTo>
                    <a:pt x="381267" y="600574"/>
                  </a:lnTo>
                  <a:lnTo>
                    <a:pt x="382293" y="603006"/>
                  </a:lnTo>
                  <a:lnTo>
                    <a:pt x="383331" y="605437"/>
                  </a:lnTo>
                  <a:lnTo>
                    <a:pt x="384379" y="607869"/>
                  </a:lnTo>
                  <a:lnTo>
                    <a:pt x="385439" y="610300"/>
                  </a:lnTo>
                  <a:lnTo>
                    <a:pt x="386508" y="612732"/>
                  </a:lnTo>
                  <a:lnTo>
                    <a:pt x="387582" y="615163"/>
                  </a:lnTo>
                  <a:lnTo>
                    <a:pt x="388662" y="617595"/>
                  </a:lnTo>
                  <a:lnTo>
                    <a:pt x="389744" y="620026"/>
                  </a:lnTo>
                  <a:lnTo>
                    <a:pt x="390829" y="622458"/>
                  </a:lnTo>
                  <a:lnTo>
                    <a:pt x="391913" y="624889"/>
                  </a:lnTo>
                  <a:lnTo>
                    <a:pt x="392994" y="627321"/>
                  </a:lnTo>
                  <a:lnTo>
                    <a:pt x="394072" y="629752"/>
                  </a:lnTo>
                  <a:lnTo>
                    <a:pt x="395145" y="632184"/>
                  </a:lnTo>
                  <a:lnTo>
                    <a:pt x="396211" y="634615"/>
                  </a:lnTo>
                  <a:lnTo>
                    <a:pt x="397269" y="637047"/>
                  </a:lnTo>
                  <a:lnTo>
                    <a:pt x="398318" y="639478"/>
                  </a:lnTo>
                  <a:lnTo>
                    <a:pt x="399358" y="641910"/>
                  </a:lnTo>
                  <a:lnTo>
                    <a:pt x="400388" y="644341"/>
                  </a:lnTo>
                  <a:lnTo>
                    <a:pt x="401405" y="646772"/>
                  </a:lnTo>
                  <a:lnTo>
                    <a:pt x="402411" y="649204"/>
                  </a:lnTo>
                  <a:lnTo>
                    <a:pt x="403406" y="651635"/>
                  </a:lnTo>
                  <a:lnTo>
                    <a:pt x="404391" y="654067"/>
                  </a:lnTo>
                  <a:lnTo>
                    <a:pt x="405365" y="656498"/>
                  </a:lnTo>
                  <a:lnTo>
                    <a:pt x="406326" y="658930"/>
                  </a:lnTo>
                  <a:lnTo>
                    <a:pt x="407278" y="661361"/>
                  </a:lnTo>
                  <a:lnTo>
                    <a:pt x="408220" y="663793"/>
                  </a:lnTo>
                  <a:lnTo>
                    <a:pt x="409154" y="666224"/>
                  </a:lnTo>
                  <a:lnTo>
                    <a:pt x="410080" y="668656"/>
                  </a:lnTo>
                  <a:lnTo>
                    <a:pt x="410997" y="671087"/>
                  </a:lnTo>
                  <a:lnTo>
                    <a:pt x="411907" y="673519"/>
                  </a:lnTo>
                  <a:lnTo>
                    <a:pt x="412811" y="675950"/>
                  </a:lnTo>
                  <a:lnTo>
                    <a:pt x="413710" y="678382"/>
                  </a:lnTo>
                  <a:lnTo>
                    <a:pt x="414604" y="680813"/>
                  </a:lnTo>
                  <a:lnTo>
                    <a:pt x="415491" y="683245"/>
                  </a:lnTo>
                  <a:lnTo>
                    <a:pt x="416373" y="685676"/>
                  </a:lnTo>
                  <a:lnTo>
                    <a:pt x="417251" y="688108"/>
                  </a:lnTo>
                  <a:lnTo>
                    <a:pt x="418124" y="690539"/>
                  </a:lnTo>
                  <a:lnTo>
                    <a:pt x="418993" y="692971"/>
                  </a:lnTo>
                  <a:lnTo>
                    <a:pt x="419854" y="695402"/>
                  </a:lnTo>
                  <a:lnTo>
                    <a:pt x="420709" y="697833"/>
                  </a:lnTo>
                  <a:lnTo>
                    <a:pt x="421558" y="700265"/>
                  </a:lnTo>
                  <a:lnTo>
                    <a:pt x="422400" y="702696"/>
                  </a:lnTo>
                  <a:lnTo>
                    <a:pt x="423234" y="705128"/>
                  </a:lnTo>
                  <a:lnTo>
                    <a:pt x="424056" y="707559"/>
                  </a:lnTo>
                  <a:lnTo>
                    <a:pt x="424868" y="709991"/>
                  </a:lnTo>
                  <a:lnTo>
                    <a:pt x="425166" y="710897"/>
                  </a:lnTo>
                  <a:lnTo>
                    <a:pt x="425669" y="712422"/>
                  </a:lnTo>
                  <a:lnTo>
                    <a:pt x="426458" y="714854"/>
                  </a:lnTo>
                  <a:lnTo>
                    <a:pt x="427233" y="717285"/>
                  </a:lnTo>
                  <a:lnTo>
                    <a:pt x="427990" y="719717"/>
                  </a:lnTo>
                  <a:lnTo>
                    <a:pt x="428732" y="722148"/>
                  </a:lnTo>
                  <a:lnTo>
                    <a:pt x="429458" y="724580"/>
                  </a:lnTo>
                  <a:lnTo>
                    <a:pt x="430167" y="727011"/>
                  </a:lnTo>
                  <a:lnTo>
                    <a:pt x="430855" y="729443"/>
                  </a:lnTo>
                  <a:lnTo>
                    <a:pt x="431519" y="731874"/>
                  </a:lnTo>
                  <a:lnTo>
                    <a:pt x="432164" y="734306"/>
                  </a:lnTo>
                  <a:lnTo>
                    <a:pt x="432787" y="736737"/>
                  </a:lnTo>
                  <a:lnTo>
                    <a:pt x="433389" y="739169"/>
                  </a:lnTo>
                  <a:lnTo>
                    <a:pt x="433963" y="741600"/>
                  </a:lnTo>
                  <a:lnTo>
                    <a:pt x="434510" y="744032"/>
                  </a:lnTo>
                  <a:lnTo>
                    <a:pt x="435031" y="746463"/>
                  </a:lnTo>
                  <a:lnTo>
                    <a:pt x="435527" y="748895"/>
                  </a:lnTo>
                  <a:lnTo>
                    <a:pt x="435997" y="751326"/>
                  </a:lnTo>
                  <a:lnTo>
                    <a:pt x="436433" y="753757"/>
                  </a:lnTo>
                  <a:lnTo>
                    <a:pt x="436837" y="756189"/>
                  </a:lnTo>
                  <a:lnTo>
                    <a:pt x="437210" y="758620"/>
                  </a:lnTo>
                  <a:lnTo>
                    <a:pt x="437553" y="761052"/>
                  </a:lnTo>
                  <a:lnTo>
                    <a:pt x="437865" y="763483"/>
                  </a:lnTo>
                  <a:lnTo>
                    <a:pt x="438134" y="765915"/>
                  </a:lnTo>
                  <a:lnTo>
                    <a:pt x="438367" y="768346"/>
                  </a:lnTo>
                  <a:lnTo>
                    <a:pt x="438564" y="770778"/>
                  </a:lnTo>
                  <a:lnTo>
                    <a:pt x="438724" y="773209"/>
                  </a:lnTo>
                  <a:lnTo>
                    <a:pt x="438847" y="775641"/>
                  </a:lnTo>
                  <a:lnTo>
                    <a:pt x="438920" y="778072"/>
                  </a:lnTo>
                  <a:lnTo>
                    <a:pt x="438951" y="780504"/>
                  </a:lnTo>
                  <a:lnTo>
                    <a:pt x="438941" y="782935"/>
                  </a:lnTo>
                  <a:lnTo>
                    <a:pt x="438890" y="785367"/>
                  </a:lnTo>
                  <a:lnTo>
                    <a:pt x="438797" y="787798"/>
                  </a:lnTo>
                  <a:lnTo>
                    <a:pt x="438648" y="790230"/>
                  </a:lnTo>
                  <a:lnTo>
                    <a:pt x="438454" y="792661"/>
                  </a:lnTo>
                  <a:lnTo>
                    <a:pt x="438217" y="795093"/>
                  </a:lnTo>
                  <a:lnTo>
                    <a:pt x="437937" y="797524"/>
                  </a:lnTo>
                  <a:lnTo>
                    <a:pt x="437613" y="799956"/>
                  </a:lnTo>
                  <a:lnTo>
                    <a:pt x="437232" y="802387"/>
                  </a:lnTo>
                  <a:lnTo>
                    <a:pt x="436808" y="804818"/>
                  </a:lnTo>
                  <a:lnTo>
                    <a:pt x="436343" y="807250"/>
                  </a:lnTo>
                  <a:lnTo>
                    <a:pt x="435837" y="809681"/>
                  </a:lnTo>
                  <a:lnTo>
                    <a:pt x="435288" y="812113"/>
                  </a:lnTo>
                  <a:lnTo>
                    <a:pt x="434690" y="814544"/>
                  </a:lnTo>
                  <a:lnTo>
                    <a:pt x="434053" y="816976"/>
                  </a:lnTo>
                  <a:lnTo>
                    <a:pt x="433381" y="819407"/>
                  </a:lnTo>
                  <a:lnTo>
                    <a:pt x="432673" y="821839"/>
                  </a:lnTo>
                  <a:lnTo>
                    <a:pt x="431927" y="824270"/>
                  </a:lnTo>
                  <a:lnTo>
                    <a:pt x="431142" y="826702"/>
                  </a:lnTo>
                  <a:lnTo>
                    <a:pt x="430326" y="829133"/>
                  </a:lnTo>
                  <a:lnTo>
                    <a:pt x="429481" y="831565"/>
                  </a:lnTo>
                  <a:lnTo>
                    <a:pt x="428607" y="833996"/>
                  </a:lnTo>
                  <a:lnTo>
                    <a:pt x="427703" y="836428"/>
                  </a:lnTo>
                  <a:lnTo>
                    <a:pt x="426768" y="838859"/>
                  </a:lnTo>
                  <a:lnTo>
                    <a:pt x="425809" y="841291"/>
                  </a:lnTo>
                  <a:lnTo>
                    <a:pt x="424827" y="843722"/>
                  </a:lnTo>
                  <a:lnTo>
                    <a:pt x="423823" y="846154"/>
                  </a:lnTo>
                  <a:lnTo>
                    <a:pt x="422794" y="848585"/>
                  </a:lnTo>
                  <a:lnTo>
                    <a:pt x="421740" y="851017"/>
                  </a:lnTo>
                  <a:lnTo>
                    <a:pt x="420668" y="853448"/>
                  </a:lnTo>
                  <a:lnTo>
                    <a:pt x="419576" y="855880"/>
                  </a:lnTo>
                  <a:lnTo>
                    <a:pt x="418465" y="858311"/>
                  </a:lnTo>
                  <a:lnTo>
                    <a:pt x="417333" y="860742"/>
                  </a:lnTo>
                  <a:lnTo>
                    <a:pt x="416430" y="862647"/>
                  </a:lnTo>
                  <a:lnTo>
                    <a:pt x="416180" y="863174"/>
                  </a:lnTo>
                  <a:lnTo>
                    <a:pt x="415009" y="865605"/>
                  </a:lnTo>
                  <a:lnTo>
                    <a:pt x="413821" y="868037"/>
                  </a:lnTo>
                  <a:lnTo>
                    <a:pt x="412615" y="870468"/>
                  </a:lnTo>
                  <a:lnTo>
                    <a:pt x="411387" y="872900"/>
                  </a:lnTo>
                  <a:lnTo>
                    <a:pt x="410140" y="875331"/>
                  </a:lnTo>
                  <a:lnTo>
                    <a:pt x="408875" y="877763"/>
                  </a:lnTo>
                  <a:lnTo>
                    <a:pt x="407592" y="880194"/>
                  </a:lnTo>
                  <a:lnTo>
                    <a:pt x="406291" y="882626"/>
                  </a:lnTo>
                  <a:lnTo>
                    <a:pt x="404966" y="885057"/>
                  </a:lnTo>
                  <a:lnTo>
                    <a:pt x="403622" y="887489"/>
                  </a:lnTo>
                  <a:lnTo>
                    <a:pt x="402258" y="889920"/>
                  </a:lnTo>
                  <a:lnTo>
                    <a:pt x="400875" y="892352"/>
                  </a:lnTo>
                  <a:lnTo>
                    <a:pt x="399473" y="894783"/>
                  </a:lnTo>
                  <a:lnTo>
                    <a:pt x="398046" y="897215"/>
                  </a:lnTo>
                  <a:lnTo>
                    <a:pt x="396597" y="899646"/>
                  </a:lnTo>
                  <a:lnTo>
                    <a:pt x="395129" y="902078"/>
                  </a:lnTo>
                  <a:lnTo>
                    <a:pt x="393641" y="904509"/>
                  </a:lnTo>
                  <a:lnTo>
                    <a:pt x="392132" y="906941"/>
                  </a:lnTo>
                  <a:lnTo>
                    <a:pt x="390597" y="909372"/>
                  </a:lnTo>
                  <a:lnTo>
                    <a:pt x="389042" y="911803"/>
                  </a:lnTo>
                  <a:lnTo>
                    <a:pt x="387467" y="914235"/>
                  </a:lnTo>
                  <a:lnTo>
                    <a:pt x="385872" y="916666"/>
                  </a:lnTo>
                  <a:lnTo>
                    <a:pt x="384259" y="919098"/>
                  </a:lnTo>
                  <a:lnTo>
                    <a:pt x="382621" y="921529"/>
                  </a:lnTo>
                  <a:lnTo>
                    <a:pt x="380965" y="923961"/>
                  </a:lnTo>
                  <a:lnTo>
                    <a:pt x="379294" y="926392"/>
                  </a:lnTo>
                  <a:lnTo>
                    <a:pt x="377606" y="928824"/>
                  </a:lnTo>
                  <a:lnTo>
                    <a:pt x="375902" y="931255"/>
                  </a:lnTo>
                  <a:lnTo>
                    <a:pt x="374182" y="933687"/>
                  </a:lnTo>
                  <a:lnTo>
                    <a:pt x="372450" y="936118"/>
                  </a:lnTo>
                  <a:lnTo>
                    <a:pt x="370708" y="938550"/>
                  </a:lnTo>
                  <a:lnTo>
                    <a:pt x="368957" y="940981"/>
                  </a:lnTo>
                  <a:lnTo>
                    <a:pt x="367199" y="943413"/>
                  </a:lnTo>
                  <a:lnTo>
                    <a:pt x="365435" y="945844"/>
                  </a:lnTo>
                  <a:lnTo>
                    <a:pt x="363669" y="948276"/>
                  </a:lnTo>
                  <a:lnTo>
                    <a:pt x="361903" y="950707"/>
                  </a:lnTo>
                  <a:lnTo>
                    <a:pt x="360139" y="953139"/>
                  </a:lnTo>
                  <a:lnTo>
                    <a:pt x="358380" y="955570"/>
                  </a:lnTo>
                  <a:lnTo>
                    <a:pt x="356631" y="958002"/>
                  </a:lnTo>
                  <a:lnTo>
                    <a:pt x="354893" y="960433"/>
                  </a:lnTo>
                  <a:lnTo>
                    <a:pt x="353169" y="962865"/>
                  </a:lnTo>
                  <a:lnTo>
                    <a:pt x="351460" y="965296"/>
                  </a:lnTo>
                  <a:lnTo>
                    <a:pt x="349775" y="967727"/>
                  </a:lnTo>
                  <a:lnTo>
                    <a:pt x="348117" y="970159"/>
                  </a:lnTo>
                  <a:lnTo>
                    <a:pt x="346488" y="972590"/>
                  </a:lnTo>
                  <a:lnTo>
                    <a:pt x="344890" y="975022"/>
                  </a:lnTo>
                  <a:lnTo>
                    <a:pt x="343326" y="977453"/>
                  </a:lnTo>
                  <a:lnTo>
                    <a:pt x="341812" y="979885"/>
                  </a:lnTo>
                  <a:lnTo>
                    <a:pt x="340350" y="982316"/>
                  </a:lnTo>
                  <a:lnTo>
                    <a:pt x="338940" y="984748"/>
                  </a:lnTo>
                  <a:lnTo>
                    <a:pt x="337587" y="987179"/>
                  </a:lnTo>
                  <a:lnTo>
                    <a:pt x="336297" y="989611"/>
                  </a:lnTo>
                  <a:lnTo>
                    <a:pt x="335096" y="992042"/>
                  </a:lnTo>
                  <a:lnTo>
                    <a:pt x="333984" y="994474"/>
                  </a:lnTo>
                  <a:lnTo>
                    <a:pt x="332964" y="996905"/>
                  </a:lnTo>
                  <a:lnTo>
                    <a:pt x="332042" y="999337"/>
                  </a:lnTo>
                  <a:lnTo>
                    <a:pt x="331228" y="1001768"/>
                  </a:lnTo>
                  <a:lnTo>
                    <a:pt x="330571" y="1004200"/>
                  </a:lnTo>
                  <a:lnTo>
                    <a:pt x="330062" y="1006631"/>
                  </a:lnTo>
                  <a:lnTo>
                    <a:pt x="329706" y="1009063"/>
                  </a:lnTo>
                  <a:lnTo>
                    <a:pt x="329515" y="1011494"/>
                  </a:lnTo>
                  <a:lnTo>
                    <a:pt x="329505" y="1013926"/>
                  </a:lnTo>
                  <a:lnTo>
                    <a:pt x="329761" y="1016357"/>
                  </a:lnTo>
                  <a:lnTo>
                    <a:pt x="330250" y="1018788"/>
                  </a:lnTo>
                  <a:lnTo>
                    <a:pt x="330985" y="1021220"/>
                  </a:lnTo>
                  <a:lnTo>
                    <a:pt x="331982" y="1023651"/>
                  </a:lnTo>
                  <a:lnTo>
                    <a:pt x="333264" y="1026083"/>
                  </a:lnTo>
                  <a:lnTo>
                    <a:pt x="334961" y="1028514"/>
                  </a:lnTo>
                  <a:lnTo>
                    <a:pt x="336999" y="1030946"/>
                  </a:lnTo>
                  <a:lnTo>
                    <a:pt x="339396" y="1033377"/>
                  </a:lnTo>
                  <a:lnTo>
                    <a:pt x="342172" y="1035809"/>
                  </a:lnTo>
                  <a:lnTo>
                    <a:pt x="345366" y="1038240"/>
                  </a:lnTo>
                  <a:lnTo>
                    <a:pt x="349114" y="1040672"/>
                  </a:lnTo>
                  <a:lnTo>
                    <a:pt x="353312" y="1043103"/>
                  </a:lnTo>
                  <a:lnTo>
                    <a:pt x="357975" y="1045535"/>
                  </a:lnTo>
                  <a:lnTo>
                    <a:pt x="363115" y="1047966"/>
                  </a:lnTo>
                  <a:lnTo>
                    <a:pt x="368783" y="1050398"/>
                  </a:lnTo>
                  <a:lnTo>
                    <a:pt x="375081" y="1052829"/>
                  </a:lnTo>
                  <a:lnTo>
                    <a:pt x="381881" y="1055261"/>
                  </a:lnTo>
                  <a:lnTo>
                    <a:pt x="389180" y="1057692"/>
                  </a:lnTo>
                  <a:lnTo>
                    <a:pt x="396972" y="1060124"/>
                  </a:lnTo>
                  <a:lnTo>
                    <a:pt x="405303" y="1062555"/>
                  </a:lnTo>
                  <a:lnTo>
                    <a:pt x="414196" y="1064987"/>
                  </a:lnTo>
                  <a:lnTo>
                    <a:pt x="423514" y="1067418"/>
                  </a:lnTo>
                  <a:lnTo>
                    <a:pt x="433229" y="1069850"/>
                  </a:lnTo>
                  <a:lnTo>
                    <a:pt x="443307" y="1072281"/>
                  </a:lnTo>
                  <a:lnTo>
                    <a:pt x="453749" y="1074712"/>
                  </a:lnTo>
                  <a:lnTo>
                    <a:pt x="464486" y="1077144"/>
                  </a:lnTo>
                  <a:lnTo>
                    <a:pt x="475400" y="1079575"/>
                  </a:lnTo>
                  <a:lnTo>
                    <a:pt x="486435" y="1082007"/>
                  </a:lnTo>
                  <a:lnTo>
                    <a:pt x="497531" y="1084438"/>
                  </a:lnTo>
                  <a:lnTo>
                    <a:pt x="508599" y="1086870"/>
                  </a:lnTo>
                  <a:lnTo>
                    <a:pt x="519519" y="1089301"/>
                  </a:lnTo>
                  <a:lnTo>
                    <a:pt x="530222" y="1091733"/>
                  </a:lnTo>
                  <a:lnTo>
                    <a:pt x="540634" y="1094164"/>
                  </a:lnTo>
                  <a:lnTo>
                    <a:pt x="550681" y="1096596"/>
                  </a:lnTo>
                  <a:lnTo>
                    <a:pt x="560161" y="1099027"/>
                  </a:lnTo>
                  <a:lnTo>
                    <a:pt x="568999" y="1101459"/>
                  </a:lnTo>
                  <a:lnTo>
                    <a:pt x="577184" y="1103890"/>
                  </a:lnTo>
                  <a:lnTo>
                    <a:pt x="584650" y="1106322"/>
                  </a:lnTo>
                  <a:lnTo>
                    <a:pt x="591337" y="1108753"/>
                  </a:lnTo>
                  <a:lnTo>
                    <a:pt x="596942" y="1111185"/>
                  </a:lnTo>
                  <a:lnTo>
                    <a:pt x="601539" y="1113616"/>
                  </a:lnTo>
                  <a:lnTo>
                    <a:pt x="605164" y="1116048"/>
                  </a:lnTo>
                  <a:lnTo>
                    <a:pt x="607786" y="1118479"/>
                  </a:lnTo>
                  <a:lnTo>
                    <a:pt x="609381" y="1120911"/>
                  </a:lnTo>
                  <a:lnTo>
                    <a:pt x="609572" y="1122898"/>
                  </a:lnTo>
                  <a:lnTo>
                    <a:pt x="609615" y="1123342"/>
                  </a:lnTo>
                  <a:lnTo>
                    <a:pt x="608745" y="1125773"/>
                  </a:lnTo>
                  <a:lnTo>
                    <a:pt x="606833" y="1128205"/>
                  </a:lnTo>
                  <a:lnTo>
                    <a:pt x="603894" y="1130636"/>
                  </a:lnTo>
                  <a:lnTo>
                    <a:pt x="599951" y="1133068"/>
                  </a:lnTo>
                  <a:lnTo>
                    <a:pt x="594734" y="1135499"/>
                  </a:lnTo>
                  <a:lnTo>
                    <a:pt x="588617" y="1137931"/>
                  </a:lnTo>
                  <a:lnTo>
                    <a:pt x="581664" y="1140362"/>
                  </a:lnTo>
                  <a:lnTo>
                    <a:pt x="573930" y="1142794"/>
                  </a:lnTo>
                  <a:lnTo>
                    <a:pt x="565460" y="1145225"/>
                  </a:lnTo>
                  <a:lnTo>
                    <a:pt x="556173" y="1147657"/>
                  </a:lnTo>
                  <a:lnTo>
                    <a:pt x="546371" y="1150088"/>
                  </a:lnTo>
                  <a:lnTo>
                    <a:pt x="536127" y="1152520"/>
                  </a:lnTo>
                  <a:lnTo>
                    <a:pt x="525514" y="1154951"/>
                  </a:lnTo>
                  <a:lnTo>
                    <a:pt x="514593" y="1157383"/>
                  </a:lnTo>
                  <a:lnTo>
                    <a:pt x="503441" y="1159814"/>
                  </a:lnTo>
                  <a:lnTo>
                    <a:pt x="492208" y="1162246"/>
                  </a:lnTo>
                  <a:lnTo>
                    <a:pt x="480960" y="1164677"/>
                  </a:lnTo>
                  <a:lnTo>
                    <a:pt x="469761" y="1167109"/>
                  </a:lnTo>
                  <a:lnTo>
                    <a:pt x="458690" y="1169540"/>
                  </a:lnTo>
                  <a:lnTo>
                    <a:pt x="447869" y="1171972"/>
                  </a:lnTo>
                  <a:lnTo>
                    <a:pt x="437313" y="1174403"/>
                  </a:lnTo>
                  <a:lnTo>
                    <a:pt x="427063" y="1176835"/>
                  </a:lnTo>
                  <a:lnTo>
                    <a:pt x="417157" y="1179266"/>
                  </a:lnTo>
                  <a:lnTo>
                    <a:pt x="407682" y="1181697"/>
                  </a:lnTo>
                  <a:lnTo>
                    <a:pt x="398719" y="1184129"/>
                  </a:lnTo>
                  <a:lnTo>
                    <a:pt x="390199" y="1186560"/>
                  </a:lnTo>
                  <a:lnTo>
                    <a:pt x="382136" y="1188992"/>
                  </a:lnTo>
                  <a:lnTo>
                    <a:pt x="374538" y="1191423"/>
                  </a:lnTo>
                  <a:lnTo>
                    <a:pt x="367490" y="1193855"/>
                  </a:lnTo>
                  <a:lnTo>
                    <a:pt x="360995" y="1196286"/>
                  </a:lnTo>
                  <a:lnTo>
                    <a:pt x="354962" y="1198718"/>
                  </a:lnTo>
                  <a:lnTo>
                    <a:pt x="349382" y="1201149"/>
                  </a:lnTo>
                  <a:lnTo>
                    <a:pt x="344244" y="1203581"/>
                  </a:lnTo>
                  <a:lnTo>
                    <a:pt x="339617" y="1206012"/>
                  </a:lnTo>
                  <a:lnTo>
                    <a:pt x="335447" y="1208444"/>
                  </a:lnTo>
                  <a:lnTo>
                    <a:pt x="331655" y="1210875"/>
                  </a:lnTo>
                  <a:lnTo>
                    <a:pt x="328223" y="1213307"/>
                  </a:lnTo>
                  <a:lnTo>
                    <a:pt x="325131" y="1215738"/>
                  </a:lnTo>
                  <a:lnTo>
                    <a:pt x="322427" y="1218170"/>
                  </a:lnTo>
                  <a:lnTo>
                    <a:pt x="320036" y="1220601"/>
                  </a:lnTo>
                  <a:lnTo>
                    <a:pt x="317905" y="1223033"/>
                  </a:lnTo>
                  <a:lnTo>
                    <a:pt x="316016" y="1225464"/>
                  </a:lnTo>
                  <a:lnTo>
                    <a:pt x="314350" y="1227896"/>
                  </a:lnTo>
                  <a:lnTo>
                    <a:pt x="312936" y="1230327"/>
                  </a:lnTo>
                  <a:lnTo>
                    <a:pt x="311706" y="1232758"/>
                  </a:lnTo>
                  <a:lnTo>
                    <a:pt x="310631" y="1235190"/>
                  </a:lnTo>
                  <a:lnTo>
                    <a:pt x="309697" y="1237621"/>
                  </a:lnTo>
                  <a:lnTo>
                    <a:pt x="308890" y="1240053"/>
                  </a:lnTo>
                  <a:lnTo>
                    <a:pt x="308225" y="1242484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226475" y="5231512"/>
              <a:ext cx="609615" cy="1120561"/>
            </a:xfrm>
            <a:custGeom>
              <a:avLst/>
              <a:pathLst>
                <a:path w="609615" h="1120561">
                  <a:moveTo>
                    <a:pt x="301427" y="1120561"/>
                  </a:moveTo>
                  <a:lnTo>
                    <a:pt x="300962" y="1118368"/>
                  </a:lnTo>
                  <a:lnTo>
                    <a:pt x="300447" y="1116175"/>
                  </a:lnTo>
                  <a:lnTo>
                    <a:pt x="299850" y="1113982"/>
                  </a:lnTo>
                  <a:lnTo>
                    <a:pt x="299192" y="1111789"/>
                  </a:lnTo>
                  <a:lnTo>
                    <a:pt x="298471" y="1109596"/>
                  </a:lnTo>
                  <a:lnTo>
                    <a:pt x="297666" y="1107403"/>
                  </a:lnTo>
                  <a:lnTo>
                    <a:pt x="296756" y="1105211"/>
                  </a:lnTo>
                  <a:lnTo>
                    <a:pt x="295761" y="1103018"/>
                  </a:lnTo>
                  <a:lnTo>
                    <a:pt x="294677" y="1100825"/>
                  </a:lnTo>
                  <a:lnTo>
                    <a:pt x="293467" y="1098632"/>
                  </a:lnTo>
                  <a:lnTo>
                    <a:pt x="292124" y="1096439"/>
                  </a:lnTo>
                  <a:lnTo>
                    <a:pt x="290668" y="1094246"/>
                  </a:lnTo>
                  <a:lnTo>
                    <a:pt x="289095" y="1092053"/>
                  </a:lnTo>
                  <a:lnTo>
                    <a:pt x="287339" y="1089860"/>
                  </a:lnTo>
                  <a:lnTo>
                    <a:pt x="285427" y="1087668"/>
                  </a:lnTo>
                  <a:lnTo>
                    <a:pt x="283371" y="1085475"/>
                  </a:lnTo>
                  <a:lnTo>
                    <a:pt x="281165" y="1083282"/>
                  </a:lnTo>
                  <a:lnTo>
                    <a:pt x="278710" y="1081089"/>
                  </a:lnTo>
                  <a:lnTo>
                    <a:pt x="276083" y="1078896"/>
                  </a:lnTo>
                  <a:lnTo>
                    <a:pt x="273279" y="1076703"/>
                  </a:lnTo>
                  <a:lnTo>
                    <a:pt x="270274" y="1074510"/>
                  </a:lnTo>
                  <a:lnTo>
                    <a:pt x="266991" y="1072317"/>
                  </a:lnTo>
                  <a:lnTo>
                    <a:pt x="263508" y="1070125"/>
                  </a:lnTo>
                  <a:lnTo>
                    <a:pt x="259822" y="1067932"/>
                  </a:lnTo>
                  <a:lnTo>
                    <a:pt x="255880" y="1065739"/>
                  </a:lnTo>
                  <a:lnTo>
                    <a:pt x="251652" y="1063546"/>
                  </a:lnTo>
                  <a:lnTo>
                    <a:pt x="247206" y="1061353"/>
                  </a:lnTo>
                  <a:lnTo>
                    <a:pt x="242539" y="1059160"/>
                  </a:lnTo>
                  <a:lnTo>
                    <a:pt x="237571" y="1056967"/>
                  </a:lnTo>
                  <a:lnTo>
                    <a:pt x="232333" y="1054774"/>
                  </a:lnTo>
                  <a:lnTo>
                    <a:pt x="226872" y="1052581"/>
                  </a:lnTo>
                  <a:lnTo>
                    <a:pt x="221189" y="1050389"/>
                  </a:lnTo>
                  <a:lnTo>
                    <a:pt x="215186" y="1048196"/>
                  </a:lnTo>
                  <a:lnTo>
                    <a:pt x="208952" y="1046003"/>
                  </a:lnTo>
                  <a:lnTo>
                    <a:pt x="202512" y="1043810"/>
                  </a:lnTo>
                  <a:lnTo>
                    <a:pt x="195865" y="1041617"/>
                  </a:lnTo>
                  <a:lnTo>
                    <a:pt x="188929" y="1039424"/>
                  </a:lnTo>
                  <a:lnTo>
                    <a:pt x="181821" y="1037231"/>
                  </a:lnTo>
                  <a:lnTo>
                    <a:pt x="174549" y="1035038"/>
                  </a:lnTo>
                  <a:lnTo>
                    <a:pt x="167100" y="1032846"/>
                  </a:lnTo>
                  <a:lnTo>
                    <a:pt x="159468" y="1030653"/>
                  </a:lnTo>
                  <a:lnTo>
                    <a:pt x="151728" y="1028460"/>
                  </a:lnTo>
                  <a:lnTo>
                    <a:pt x="143892" y="1026267"/>
                  </a:lnTo>
                  <a:lnTo>
                    <a:pt x="135959" y="1024074"/>
                  </a:lnTo>
                  <a:lnTo>
                    <a:pt x="127969" y="1021881"/>
                  </a:lnTo>
                  <a:lnTo>
                    <a:pt x="119959" y="1019688"/>
                  </a:lnTo>
                  <a:lnTo>
                    <a:pt x="111946" y="1017495"/>
                  </a:lnTo>
                  <a:lnTo>
                    <a:pt x="103968" y="1015303"/>
                  </a:lnTo>
                  <a:lnTo>
                    <a:pt x="96066" y="1013110"/>
                  </a:lnTo>
                  <a:lnTo>
                    <a:pt x="88251" y="1010917"/>
                  </a:lnTo>
                  <a:lnTo>
                    <a:pt x="80541" y="1008724"/>
                  </a:lnTo>
                  <a:lnTo>
                    <a:pt x="73047" y="1006531"/>
                  </a:lnTo>
                  <a:lnTo>
                    <a:pt x="65746" y="1004338"/>
                  </a:lnTo>
                  <a:lnTo>
                    <a:pt x="58648" y="1002145"/>
                  </a:lnTo>
                  <a:lnTo>
                    <a:pt x="51790" y="999952"/>
                  </a:lnTo>
                  <a:lnTo>
                    <a:pt x="45322" y="997760"/>
                  </a:lnTo>
                  <a:lnTo>
                    <a:pt x="39152" y="995567"/>
                  </a:lnTo>
                  <a:lnTo>
                    <a:pt x="33295" y="993374"/>
                  </a:lnTo>
                  <a:lnTo>
                    <a:pt x="27838" y="991181"/>
                  </a:lnTo>
                  <a:lnTo>
                    <a:pt x="22884" y="988988"/>
                  </a:lnTo>
                  <a:lnTo>
                    <a:pt x="18323" y="986795"/>
                  </a:lnTo>
                  <a:lnTo>
                    <a:pt x="14166" y="984602"/>
                  </a:lnTo>
                  <a:lnTo>
                    <a:pt x="10563" y="982409"/>
                  </a:lnTo>
                  <a:lnTo>
                    <a:pt x="7515" y="980216"/>
                  </a:lnTo>
                  <a:lnTo>
                    <a:pt x="4924" y="978024"/>
                  </a:lnTo>
                  <a:lnTo>
                    <a:pt x="2795" y="975831"/>
                  </a:lnTo>
                  <a:lnTo>
                    <a:pt x="1343" y="973638"/>
                  </a:lnTo>
                  <a:lnTo>
                    <a:pt x="431" y="971445"/>
                  </a:lnTo>
                  <a:lnTo>
                    <a:pt x="0" y="969252"/>
                  </a:lnTo>
                  <a:lnTo>
                    <a:pt x="48" y="967059"/>
                  </a:lnTo>
                  <a:lnTo>
                    <a:pt x="835" y="964866"/>
                  </a:lnTo>
                  <a:lnTo>
                    <a:pt x="2093" y="962673"/>
                  </a:lnTo>
                  <a:lnTo>
                    <a:pt x="3809" y="960481"/>
                  </a:lnTo>
                  <a:lnTo>
                    <a:pt x="6027" y="958288"/>
                  </a:lnTo>
                  <a:lnTo>
                    <a:pt x="8869" y="956095"/>
                  </a:lnTo>
                  <a:lnTo>
                    <a:pt x="12121" y="953902"/>
                  </a:lnTo>
                  <a:lnTo>
                    <a:pt x="15768" y="951709"/>
                  </a:lnTo>
                  <a:lnTo>
                    <a:pt x="19880" y="949516"/>
                  </a:lnTo>
                  <a:lnTo>
                    <a:pt x="24449" y="947323"/>
                  </a:lnTo>
                  <a:lnTo>
                    <a:pt x="29333" y="945130"/>
                  </a:lnTo>
                  <a:lnTo>
                    <a:pt x="34516" y="942938"/>
                  </a:lnTo>
                  <a:lnTo>
                    <a:pt x="40062" y="940745"/>
                  </a:lnTo>
                  <a:lnTo>
                    <a:pt x="45880" y="938552"/>
                  </a:lnTo>
                  <a:lnTo>
                    <a:pt x="51897" y="936359"/>
                  </a:lnTo>
                  <a:lnTo>
                    <a:pt x="58093" y="934166"/>
                  </a:lnTo>
                  <a:lnTo>
                    <a:pt x="64493" y="931973"/>
                  </a:lnTo>
                  <a:lnTo>
                    <a:pt x="70996" y="929780"/>
                  </a:lnTo>
                  <a:lnTo>
                    <a:pt x="77569" y="927587"/>
                  </a:lnTo>
                  <a:lnTo>
                    <a:pt x="84194" y="925395"/>
                  </a:lnTo>
                  <a:lnTo>
                    <a:pt x="90828" y="923202"/>
                  </a:lnTo>
                  <a:lnTo>
                    <a:pt x="97428" y="921009"/>
                  </a:lnTo>
                  <a:lnTo>
                    <a:pt x="103975" y="918816"/>
                  </a:lnTo>
                  <a:lnTo>
                    <a:pt x="110436" y="916623"/>
                  </a:lnTo>
                  <a:lnTo>
                    <a:pt x="116736" y="914430"/>
                  </a:lnTo>
                  <a:lnTo>
                    <a:pt x="122892" y="912237"/>
                  </a:lnTo>
                  <a:lnTo>
                    <a:pt x="128890" y="910044"/>
                  </a:lnTo>
                  <a:lnTo>
                    <a:pt x="134658" y="907851"/>
                  </a:lnTo>
                  <a:lnTo>
                    <a:pt x="140156" y="905659"/>
                  </a:lnTo>
                  <a:lnTo>
                    <a:pt x="145426" y="903466"/>
                  </a:lnTo>
                  <a:lnTo>
                    <a:pt x="150457" y="901273"/>
                  </a:lnTo>
                  <a:lnTo>
                    <a:pt x="155131" y="899080"/>
                  </a:lnTo>
                  <a:lnTo>
                    <a:pt x="159486" y="896887"/>
                  </a:lnTo>
                  <a:lnTo>
                    <a:pt x="163558" y="894694"/>
                  </a:lnTo>
                  <a:lnTo>
                    <a:pt x="167342" y="892501"/>
                  </a:lnTo>
                  <a:lnTo>
                    <a:pt x="170674" y="890308"/>
                  </a:lnTo>
                  <a:lnTo>
                    <a:pt x="173686" y="888116"/>
                  </a:lnTo>
                  <a:lnTo>
                    <a:pt x="176392" y="885923"/>
                  </a:lnTo>
                  <a:lnTo>
                    <a:pt x="178767" y="883730"/>
                  </a:lnTo>
                  <a:lnTo>
                    <a:pt x="180684" y="881537"/>
                  </a:lnTo>
                  <a:lnTo>
                    <a:pt x="182294" y="879344"/>
                  </a:lnTo>
                  <a:lnTo>
                    <a:pt x="183602" y="877151"/>
                  </a:lnTo>
                  <a:lnTo>
                    <a:pt x="184551" y="874958"/>
                  </a:lnTo>
                  <a:lnTo>
                    <a:pt x="185103" y="872765"/>
                  </a:lnTo>
                  <a:lnTo>
                    <a:pt x="185371" y="870573"/>
                  </a:lnTo>
                  <a:lnTo>
                    <a:pt x="185362" y="868380"/>
                  </a:lnTo>
                  <a:lnTo>
                    <a:pt x="185000" y="866187"/>
                  </a:lnTo>
                  <a:lnTo>
                    <a:pt x="184320" y="863994"/>
                  </a:lnTo>
                  <a:lnTo>
                    <a:pt x="183397" y="861801"/>
                  </a:lnTo>
                  <a:lnTo>
                    <a:pt x="182237" y="859608"/>
                  </a:lnTo>
                  <a:lnTo>
                    <a:pt x="180758" y="857415"/>
                  </a:lnTo>
                  <a:lnTo>
                    <a:pt x="179047" y="855222"/>
                  </a:lnTo>
                  <a:lnTo>
                    <a:pt x="177141" y="853029"/>
                  </a:lnTo>
                  <a:lnTo>
                    <a:pt x="175048" y="850837"/>
                  </a:lnTo>
                  <a:lnTo>
                    <a:pt x="172691" y="848644"/>
                  </a:lnTo>
                  <a:lnTo>
                    <a:pt x="170182" y="846451"/>
                  </a:lnTo>
                  <a:lnTo>
                    <a:pt x="167529" y="844258"/>
                  </a:lnTo>
                  <a:lnTo>
                    <a:pt x="164728" y="842065"/>
                  </a:lnTo>
                  <a:lnTo>
                    <a:pt x="161760" y="839872"/>
                  </a:lnTo>
                  <a:lnTo>
                    <a:pt x="159768" y="838449"/>
                  </a:lnTo>
                  <a:lnTo>
                    <a:pt x="158692" y="837679"/>
                  </a:lnTo>
                  <a:lnTo>
                    <a:pt x="155530" y="835486"/>
                  </a:lnTo>
                  <a:lnTo>
                    <a:pt x="152267" y="833294"/>
                  </a:lnTo>
                  <a:lnTo>
                    <a:pt x="148916" y="831101"/>
                  </a:lnTo>
                  <a:lnTo>
                    <a:pt x="145511" y="828908"/>
                  </a:lnTo>
                  <a:lnTo>
                    <a:pt x="142058" y="826715"/>
                  </a:lnTo>
                  <a:lnTo>
                    <a:pt x="138555" y="824522"/>
                  </a:lnTo>
                  <a:lnTo>
                    <a:pt x="135023" y="822329"/>
                  </a:lnTo>
                  <a:lnTo>
                    <a:pt x="131475" y="820136"/>
                  </a:lnTo>
                  <a:lnTo>
                    <a:pt x="127916" y="817943"/>
                  </a:lnTo>
                  <a:lnTo>
                    <a:pt x="124357" y="815751"/>
                  </a:lnTo>
                  <a:lnTo>
                    <a:pt x="120808" y="813558"/>
                  </a:lnTo>
                  <a:lnTo>
                    <a:pt x="117273" y="811365"/>
                  </a:lnTo>
                  <a:lnTo>
                    <a:pt x="113758" y="809172"/>
                  </a:lnTo>
                  <a:lnTo>
                    <a:pt x="110284" y="806979"/>
                  </a:lnTo>
                  <a:lnTo>
                    <a:pt x="106843" y="804786"/>
                  </a:lnTo>
                  <a:lnTo>
                    <a:pt x="103438" y="802593"/>
                  </a:lnTo>
                  <a:lnTo>
                    <a:pt x="100080" y="800400"/>
                  </a:lnTo>
                  <a:lnTo>
                    <a:pt x="96786" y="798208"/>
                  </a:lnTo>
                  <a:lnTo>
                    <a:pt x="93540" y="796015"/>
                  </a:lnTo>
                  <a:lnTo>
                    <a:pt x="90346" y="793822"/>
                  </a:lnTo>
                  <a:lnTo>
                    <a:pt x="87219" y="791629"/>
                  </a:lnTo>
                  <a:lnTo>
                    <a:pt x="84165" y="789436"/>
                  </a:lnTo>
                  <a:lnTo>
                    <a:pt x="81169" y="787243"/>
                  </a:lnTo>
                  <a:lnTo>
                    <a:pt x="78232" y="785050"/>
                  </a:lnTo>
                  <a:lnTo>
                    <a:pt x="75379" y="782857"/>
                  </a:lnTo>
                  <a:lnTo>
                    <a:pt x="72598" y="780664"/>
                  </a:lnTo>
                  <a:lnTo>
                    <a:pt x="69878" y="778472"/>
                  </a:lnTo>
                  <a:lnTo>
                    <a:pt x="67220" y="776279"/>
                  </a:lnTo>
                  <a:lnTo>
                    <a:pt x="64657" y="774086"/>
                  </a:lnTo>
                  <a:lnTo>
                    <a:pt x="62158" y="771893"/>
                  </a:lnTo>
                  <a:lnTo>
                    <a:pt x="59721" y="769700"/>
                  </a:lnTo>
                  <a:lnTo>
                    <a:pt x="57351" y="767507"/>
                  </a:lnTo>
                  <a:lnTo>
                    <a:pt x="55070" y="765314"/>
                  </a:lnTo>
                  <a:lnTo>
                    <a:pt x="52849" y="763121"/>
                  </a:lnTo>
                  <a:lnTo>
                    <a:pt x="50686" y="760929"/>
                  </a:lnTo>
                  <a:lnTo>
                    <a:pt x="48594" y="758736"/>
                  </a:lnTo>
                  <a:lnTo>
                    <a:pt x="46579" y="756543"/>
                  </a:lnTo>
                  <a:lnTo>
                    <a:pt x="44619" y="754350"/>
                  </a:lnTo>
                  <a:lnTo>
                    <a:pt x="42714" y="752157"/>
                  </a:lnTo>
                  <a:lnTo>
                    <a:pt x="40879" y="749964"/>
                  </a:lnTo>
                  <a:lnTo>
                    <a:pt x="39108" y="747771"/>
                  </a:lnTo>
                  <a:lnTo>
                    <a:pt x="37388" y="745578"/>
                  </a:lnTo>
                  <a:lnTo>
                    <a:pt x="35716" y="743386"/>
                  </a:lnTo>
                  <a:lnTo>
                    <a:pt x="34113" y="741193"/>
                  </a:lnTo>
                  <a:lnTo>
                    <a:pt x="32561" y="739000"/>
                  </a:lnTo>
                  <a:lnTo>
                    <a:pt x="31054" y="736807"/>
                  </a:lnTo>
                  <a:lnTo>
                    <a:pt x="29590" y="734614"/>
                  </a:lnTo>
                  <a:lnTo>
                    <a:pt x="28191" y="732421"/>
                  </a:lnTo>
                  <a:lnTo>
                    <a:pt x="26831" y="730228"/>
                  </a:lnTo>
                  <a:lnTo>
                    <a:pt x="25510" y="728035"/>
                  </a:lnTo>
                  <a:lnTo>
                    <a:pt x="24231" y="725843"/>
                  </a:lnTo>
                  <a:lnTo>
                    <a:pt x="23004" y="723650"/>
                  </a:lnTo>
                  <a:lnTo>
                    <a:pt x="21811" y="721457"/>
                  </a:lnTo>
                  <a:lnTo>
                    <a:pt x="20651" y="719264"/>
                  </a:lnTo>
                  <a:lnTo>
                    <a:pt x="19531" y="717071"/>
                  </a:lnTo>
                  <a:lnTo>
                    <a:pt x="18452" y="714878"/>
                  </a:lnTo>
                  <a:lnTo>
                    <a:pt x="17402" y="712685"/>
                  </a:lnTo>
                  <a:lnTo>
                    <a:pt x="16381" y="710492"/>
                  </a:lnTo>
                  <a:lnTo>
                    <a:pt x="15399" y="708299"/>
                  </a:lnTo>
                  <a:lnTo>
                    <a:pt x="14449" y="706107"/>
                  </a:lnTo>
                  <a:lnTo>
                    <a:pt x="13526" y="703914"/>
                  </a:lnTo>
                  <a:lnTo>
                    <a:pt x="12629" y="701721"/>
                  </a:lnTo>
                  <a:lnTo>
                    <a:pt x="11771" y="699528"/>
                  </a:lnTo>
                  <a:lnTo>
                    <a:pt x="10940" y="697335"/>
                  </a:lnTo>
                  <a:lnTo>
                    <a:pt x="10134" y="695142"/>
                  </a:lnTo>
                  <a:lnTo>
                    <a:pt x="9355" y="692949"/>
                  </a:lnTo>
                  <a:lnTo>
                    <a:pt x="8615" y="690756"/>
                  </a:lnTo>
                  <a:lnTo>
                    <a:pt x="7902" y="688564"/>
                  </a:lnTo>
                  <a:lnTo>
                    <a:pt x="7215" y="686371"/>
                  </a:lnTo>
                  <a:lnTo>
                    <a:pt x="6559" y="684178"/>
                  </a:lnTo>
                  <a:lnTo>
                    <a:pt x="6068" y="682428"/>
                  </a:lnTo>
                  <a:lnTo>
                    <a:pt x="5944" y="681985"/>
                  </a:lnTo>
                  <a:lnTo>
                    <a:pt x="5358" y="679792"/>
                  </a:lnTo>
                  <a:lnTo>
                    <a:pt x="4802" y="677599"/>
                  </a:lnTo>
                  <a:lnTo>
                    <a:pt x="4286" y="675406"/>
                  </a:lnTo>
                  <a:lnTo>
                    <a:pt x="3813" y="673213"/>
                  </a:lnTo>
                  <a:lnTo>
                    <a:pt x="3375" y="671021"/>
                  </a:lnTo>
                  <a:lnTo>
                    <a:pt x="2972" y="668828"/>
                  </a:lnTo>
                  <a:lnTo>
                    <a:pt x="2623" y="666635"/>
                  </a:lnTo>
                  <a:lnTo>
                    <a:pt x="2320" y="664442"/>
                  </a:lnTo>
                  <a:lnTo>
                    <a:pt x="2059" y="662249"/>
                  </a:lnTo>
                  <a:lnTo>
                    <a:pt x="1840" y="660056"/>
                  </a:lnTo>
                  <a:lnTo>
                    <a:pt x="1691" y="657863"/>
                  </a:lnTo>
                  <a:lnTo>
                    <a:pt x="1591" y="655670"/>
                  </a:lnTo>
                  <a:lnTo>
                    <a:pt x="1541" y="653477"/>
                  </a:lnTo>
                  <a:lnTo>
                    <a:pt x="1545" y="651285"/>
                  </a:lnTo>
                  <a:lnTo>
                    <a:pt x="1628" y="649092"/>
                  </a:lnTo>
                  <a:lnTo>
                    <a:pt x="1765" y="646899"/>
                  </a:lnTo>
                  <a:lnTo>
                    <a:pt x="1959" y="644706"/>
                  </a:lnTo>
                  <a:lnTo>
                    <a:pt x="2221" y="642513"/>
                  </a:lnTo>
                  <a:lnTo>
                    <a:pt x="2563" y="640320"/>
                  </a:lnTo>
                  <a:lnTo>
                    <a:pt x="2966" y="638127"/>
                  </a:lnTo>
                  <a:lnTo>
                    <a:pt x="3429" y="635934"/>
                  </a:lnTo>
                  <a:lnTo>
                    <a:pt x="3973" y="633742"/>
                  </a:lnTo>
                  <a:lnTo>
                    <a:pt x="4593" y="631549"/>
                  </a:lnTo>
                  <a:lnTo>
                    <a:pt x="5277" y="629356"/>
                  </a:lnTo>
                  <a:lnTo>
                    <a:pt x="6022" y="627163"/>
                  </a:lnTo>
                  <a:lnTo>
                    <a:pt x="6856" y="624970"/>
                  </a:lnTo>
                  <a:lnTo>
                    <a:pt x="7758" y="622777"/>
                  </a:lnTo>
                  <a:lnTo>
                    <a:pt x="8720" y="620584"/>
                  </a:lnTo>
                  <a:lnTo>
                    <a:pt x="9742" y="618391"/>
                  </a:lnTo>
                  <a:lnTo>
                    <a:pt x="10854" y="616199"/>
                  </a:lnTo>
                  <a:lnTo>
                    <a:pt x="12021" y="614006"/>
                  </a:lnTo>
                  <a:lnTo>
                    <a:pt x="13241" y="611813"/>
                  </a:lnTo>
                  <a:lnTo>
                    <a:pt x="14520" y="609620"/>
                  </a:lnTo>
                  <a:lnTo>
                    <a:pt x="15870" y="607427"/>
                  </a:lnTo>
                  <a:lnTo>
                    <a:pt x="17264" y="605234"/>
                  </a:lnTo>
                  <a:lnTo>
                    <a:pt x="18702" y="603041"/>
                  </a:lnTo>
                  <a:lnTo>
                    <a:pt x="20190" y="600848"/>
                  </a:lnTo>
                  <a:lnTo>
                    <a:pt x="21726" y="598656"/>
                  </a:lnTo>
                  <a:lnTo>
                    <a:pt x="23293" y="596463"/>
                  </a:lnTo>
                  <a:lnTo>
                    <a:pt x="24891" y="594270"/>
                  </a:lnTo>
                  <a:lnTo>
                    <a:pt x="26524" y="592077"/>
                  </a:lnTo>
                  <a:lnTo>
                    <a:pt x="28181" y="589884"/>
                  </a:lnTo>
                  <a:lnTo>
                    <a:pt x="29856" y="587691"/>
                  </a:lnTo>
                  <a:lnTo>
                    <a:pt x="31545" y="585498"/>
                  </a:lnTo>
                  <a:lnTo>
                    <a:pt x="33249" y="583305"/>
                  </a:lnTo>
                  <a:lnTo>
                    <a:pt x="34957" y="581112"/>
                  </a:lnTo>
                  <a:lnTo>
                    <a:pt x="36668" y="578920"/>
                  </a:lnTo>
                  <a:lnTo>
                    <a:pt x="38379" y="576727"/>
                  </a:lnTo>
                  <a:lnTo>
                    <a:pt x="40081" y="574534"/>
                  </a:lnTo>
                  <a:lnTo>
                    <a:pt x="41774" y="572341"/>
                  </a:lnTo>
                  <a:lnTo>
                    <a:pt x="43455" y="570148"/>
                  </a:lnTo>
                  <a:lnTo>
                    <a:pt x="45120" y="567955"/>
                  </a:lnTo>
                  <a:lnTo>
                    <a:pt x="46761" y="565762"/>
                  </a:lnTo>
                  <a:lnTo>
                    <a:pt x="48381" y="563569"/>
                  </a:lnTo>
                  <a:lnTo>
                    <a:pt x="49981" y="561377"/>
                  </a:lnTo>
                  <a:lnTo>
                    <a:pt x="51550" y="559184"/>
                  </a:lnTo>
                  <a:lnTo>
                    <a:pt x="53087" y="556991"/>
                  </a:lnTo>
                  <a:lnTo>
                    <a:pt x="54597" y="554798"/>
                  </a:lnTo>
                  <a:lnTo>
                    <a:pt x="56081" y="552605"/>
                  </a:lnTo>
                  <a:lnTo>
                    <a:pt x="57525" y="550412"/>
                  </a:lnTo>
                  <a:lnTo>
                    <a:pt x="58938" y="548219"/>
                  </a:lnTo>
                  <a:lnTo>
                    <a:pt x="60323" y="546026"/>
                  </a:lnTo>
                  <a:lnTo>
                    <a:pt x="61680" y="543834"/>
                  </a:lnTo>
                  <a:lnTo>
                    <a:pt x="62997" y="541641"/>
                  </a:lnTo>
                  <a:lnTo>
                    <a:pt x="63125" y="541423"/>
                  </a:lnTo>
                  <a:lnTo>
                    <a:pt x="64288" y="539448"/>
                  </a:lnTo>
                  <a:lnTo>
                    <a:pt x="65554" y="537255"/>
                  </a:lnTo>
                  <a:lnTo>
                    <a:pt x="66796" y="535062"/>
                  </a:lnTo>
                  <a:lnTo>
                    <a:pt x="68007" y="532869"/>
                  </a:lnTo>
                  <a:lnTo>
                    <a:pt x="69200" y="530676"/>
                  </a:lnTo>
                  <a:lnTo>
                    <a:pt x="70376" y="528483"/>
                  </a:lnTo>
                  <a:lnTo>
                    <a:pt x="71534" y="526290"/>
                  </a:lnTo>
                  <a:lnTo>
                    <a:pt x="72676" y="524098"/>
                  </a:lnTo>
                  <a:lnTo>
                    <a:pt x="73810" y="521905"/>
                  </a:lnTo>
                  <a:lnTo>
                    <a:pt x="74937" y="519712"/>
                  </a:lnTo>
                  <a:lnTo>
                    <a:pt x="76058" y="517519"/>
                  </a:lnTo>
                  <a:lnTo>
                    <a:pt x="77178" y="515326"/>
                  </a:lnTo>
                  <a:lnTo>
                    <a:pt x="78300" y="513133"/>
                  </a:lnTo>
                  <a:lnTo>
                    <a:pt x="79426" y="510940"/>
                  </a:lnTo>
                  <a:lnTo>
                    <a:pt x="80560" y="508747"/>
                  </a:lnTo>
                  <a:lnTo>
                    <a:pt x="81706" y="506555"/>
                  </a:lnTo>
                  <a:lnTo>
                    <a:pt x="82864" y="504362"/>
                  </a:lnTo>
                  <a:lnTo>
                    <a:pt x="84035" y="502169"/>
                  </a:lnTo>
                  <a:lnTo>
                    <a:pt x="85231" y="499976"/>
                  </a:lnTo>
                  <a:lnTo>
                    <a:pt x="86445" y="497783"/>
                  </a:lnTo>
                  <a:lnTo>
                    <a:pt x="87678" y="495590"/>
                  </a:lnTo>
                  <a:lnTo>
                    <a:pt x="88935" y="493397"/>
                  </a:lnTo>
                  <a:lnTo>
                    <a:pt x="90225" y="491204"/>
                  </a:lnTo>
                  <a:lnTo>
                    <a:pt x="91538" y="489012"/>
                  </a:lnTo>
                  <a:lnTo>
                    <a:pt x="92876" y="486819"/>
                  </a:lnTo>
                  <a:lnTo>
                    <a:pt x="94245" y="484626"/>
                  </a:lnTo>
                  <a:lnTo>
                    <a:pt x="95649" y="482433"/>
                  </a:lnTo>
                  <a:lnTo>
                    <a:pt x="97078" y="480240"/>
                  </a:lnTo>
                  <a:lnTo>
                    <a:pt x="98534" y="478047"/>
                  </a:lnTo>
                  <a:lnTo>
                    <a:pt x="100025" y="475854"/>
                  </a:lnTo>
                  <a:lnTo>
                    <a:pt x="101548" y="473661"/>
                  </a:lnTo>
                  <a:lnTo>
                    <a:pt x="103097" y="471469"/>
                  </a:lnTo>
                  <a:lnTo>
                    <a:pt x="104671" y="469276"/>
                  </a:lnTo>
                  <a:lnTo>
                    <a:pt x="106281" y="467083"/>
                  </a:lnTo>
                  <a:lnTo>
                    <a:pt x="107917" y="464890"/>
                  </a:lnTo>
                  <a:lnTo>
                    <a:pt x="109576" y="462697"/>
                  </a:lnTo>
                  <a:lnTo>
                    <a:pt x="111259" y="460504"/>
                  </a:lnTo>
                  <a:lnTo>
                    <a:pt x="112974" y="458311"/>
                  </a:lnTo>
                  <a:lnTo>
                    <a:pt x="114710" y="456118"/>
                  </a:lnTo>
                  <a:lnTo>
                    <a:pt x="116465" y="453925"/>
                  </a:lnTo>
                  <a:lnTo>
                    <a:pt x="118242" y="451733"/>
                  </a:lnTo>
                  <a:lnTo>
                    <a:pt x="120044" y="449540"/>
                  </a:lnTo>
                  <a:lnTo>
                    <a:pt x="121863" y="447347"/>
                  </a:lnTo>
                  <a:lnTo>
                    <a:pt x="123699" y="445154"/>
                  </a:lnTo>
                  <a:lnTo>
                    <a:pt x="125554" y="442961"/>
                  </a:lnTo>
                  <a:lnTo>
                    <a:pt x="127429" y="440768"/>
                  </a:lnTo>
                  <a:lnTo>
                    <a:pt x="129318" y="438575"/>
                  </a:lnTo>
                  <a:lnTo>
                    <a:pt x="131221" y="436382"/>
                  </a:lnTo>
                  <a:lnTo>
                    <a:pt x="133144" y="434190"/>
                  </a:lnTo>
                  <a:lnTo>
                    <a:pt x="135083" y="431997"/>
                  </a:lnTo>
                  <a:lnTo>
                    <a:pt x="137035" y="429804"/>
                  </a:lnTo>
                  <a:lnTo>
                    <a:pt x="139000" y="427611"/>
                  </a:lnTo>
                  <a:lnTo>
                    <a:pt x="140986" y="425418"/>
                  </a:lnTo>
                  <a:lnTo>
                    <a:pt x="142986" y="423225"/>
                  </a:lnTo>
                  <a:lnTo>
                    <a:pt x="145000" y="421032"/>
                  </a:lnTo>
                  <a:lnTo>
                    <a:pt x="147029" y="418839"/>
                  </a:lnTo>
                  <a:lnTo>
                    <a:pt x="149079" y="416647"/>
                  </a:lnTo>
                  <a:lnTo>
                    <a:pt x="151145" y="414454"/>
                  </a:lnTo>
                  <a:lnTo>
                    <a:pt x="153225" y="412261"/>
                  </a:lnTo>
                  <a:lnTo>
                    <a:pt x="155324" y="410068"/>
                  </a:lnTo>
                  <a:lnTo>
                    <a:pt x="157445" y="407875"/>
                  </a:lnTo>
                  <a:lnTo>
                    <a:pt x="159582" y="405682"/>
                  </a:lnTo>
                  <a:lnTo>
                    <a:pt x="161735" y="403489"/>
                  </a:lnTo>
                  <a:lnTo>
                    <a:pt x="163910" y="401296"/>
                  </a:lnTo>
                  <a:lnTo>
                    <a:pt x="166106" y="399104"/>
                  </a:lnTo>
                  <a:lnTo>
                    <a:pt x="168318" y="396911"/>
                  </a:lnTo>
                  <a:lnTo>
                    <a:pt x="170547" y="394718"/>
                  </a:lnTo>
                  <a:lnTo>
                    <a:pt x="172800" y="392525"/>
                  </a:lnTo>
                  <a:lnTo>
                    <a:pt x="175070" y="390332"/>
                  </a:lnTo>
                  <a:lnTo>
                    <a:pt x="177355" y="388139"/>
                  </a:lnTo>
                  <a:lnTo>
                    <a:pt x="179655" y="385946"/>
                  </a:lnTo>
                  <a:lnTo>
                    <a:pt x="181977" y="383753"/>
                  </a:lnTo>
                  <a:lnTo>
                    <a:pt x="184311" y="381560"/>
                  </a:lnTo>
                  <a:lnTo>
                    <a:pt x="186657" y="379368"/>
                  </a:lnTo>
                  <a:lnTo>
                    <a:pt x="189015" y="377175"/>
                  </a:lnTo>
                  <a:lnTo>
                    <a:pt x="191385" y="374982"/>
                  </a:lnTo>
                  <a:lnTo>
                    <a:pt x="193761" y="372789"/>
                  </a:lnTo>
                  <a:lnTo>
                    <a:pt x="196143" y="370596"/>
                  </a:lnTo>
                  <a:lnTo>
                    <a:pt x="198529" y="368403"/>
                  </a:lnTo>
                  <a:lnTo>
                    <a:pt x="200916" y="366210"/>
                  </a:lnTo>
                  <a:lnTo>
                    <a:pt x="203302" y="364017"/>
                  </a:lnTo>
                  <a:lnTo>
                    <a:pt x="205685" y="361825"/>
                  </a:lnTo>
                  <a:lnTo>
                    <a:pt x="208060" y="359632"/>
                  </a:lnTo>
                  <a:lnTo>
                    <a:pt x="210425" y="357439"/>
                  </a:lnTo>
                  <a:lnTo>
                    <a:pt x="212779" y="355246"/>
                  </a:lnTo>
                  <a:lnTo>
                    <a:pt x="215121" y="353053"/>
                  </a:lnTo>
                  <a:lnTo>
                    <a:pt x="217439" y="350860"/>
                  </a:lnTo>
                  <a:lnTo>
                    <a:pt x="219737" y="348667"/>
                  </a:lnTo>
                  <a:lnTo>
                    <a:pt x="222014" y="346474"/>
                  </a:lnTo>
                  <a:lnTo>
                    <a:pt x="224267" y="344282"/>
                  </a:lnTo>
                  <a:lnTo>
                    <a:pt x="226482" y="342089"/>
                  </a:lnTo>
                  <a:lnTo>
                    <a:pt x="228668" y="339896"/>
                  </a:lnTo>
                  <a:lnTo>
                    <a:pt x="230824" y="337703"/>
                  </a:lnTo>
                  <a:lnTo>
                    <a:pt x="232944" y="335510"/>
                  </a:lnTo>
                  <a:lnTo>
                    <a:pt x="235015" y="333317"/>
                  </a:lnTo>
                  <a:lnTo>
                    <a:pt x="237051" y="331124"/>
                  </a:lnTo>
                  <a:lnTo>
                    <a:pt x="239049" y="328931"/>
                  </a:lnTo>
                  <a:lnTo>
                    <a:pt x="240997" y="326738"/>
                  </a:lnTo>
                  <a:lnTo>
                    <a:pt x="242893" y="324546"/>
                  </a:lnTo>
                  <a:lnTo>
                    <a:pt x="244748" y="322353"/>
                  </a:lnTo>
                  <a:lnTo>
                    <a:pt x="246560" y="320160"/>
                  </a:lnTo>
                  <a:lnTo>
                    <a:pt x="248311" y="317967"/>
                  </a:lnTo>
                  <a:lnTo>
                    <a:pt x="250010" y="315774"/>
                  </a:lnTo>
                  <a:lnTo>
                    <a:pt x="251665" y="313581"/>
                  </a:lnTo>
                  <a:lnTo>
                    <a:pt x="253275" y="311388"/>
                  </a:lnTo>
                  <a:lnTo>
                    <a:pt x="254816" y="309195"/>
                  </a:lnTo>
                  <a:lnTo>
                    <a:pt x="256309" y="307003"/>
                  </a:lnTo>
                  <a:lnTo>
                    <a:pt x="257758" y="304810"/>
                  </a:lnTo>
                  <a:lnTo>
                    <a:pt x="259157" y="302617"/>
                  </a:lnTo>
                  <a:lnTo>
                    <a:pt x="260490" y="300424"/>
                  </a:lnTo>
                  <a:lnTo>
                    <a:pt x="261779" y="298231"/>
                  </a:lnTo>
                  <a:lnTo>
                    <a:pt x="263024" y="296038"/>
                  </a:lnTo>
                  <a:lnTo>
                    <a:pt x="264217" y="293845"/>
                  </a:lnTo>
                  <a:lnTo>
                    <a:pt x="265353" y="291652"/>
                  </a:lnTo>
                  <a:lnTo>
                    <a:pt x="266447" y="289460"/>
                  </a:lnTo>
                  <a:lnTo>
                    <a:pt x="267501" y="287267"/>
                  </a:lnTo>
                  <a:lnTo>
                    <a:pt x="268501" y="285074"/>
                  </a:lnTo>
                  <a:lnTo>
                    <a:pt x="269454" y="282881"/>
                  </a:lnTo>
                  <a:lnTo>
                    <a:pt x="270370" y="280688"/>
                  </a:lnTo>
                  <a:lnTo>
                    <a:pt x="271248" y="278495"/>
                  </a:lnTo>
                  <a:lnTo>
                    <a:pt x="272075" y="276302"/>
                  </a:lnTo>
                  <a:lnTo>
                    <a:pt x="272864" y="274109"/>
                  </a:lnTo>
                  <a:lnTo>
                    <a:pt x="273620" y="271917"/>
                  </a:lnTo>
                  <a:lnTo>
                    <a:pt x="274343" y="269724"/>
                  </a:lnTo>
                  <a:lnTo>
                    <a:pt x="275018" y="267531"/>
                  </a:lnTo>
                  <a:lnTo>
                    <a:pt x="275663" y="265338"/>
                  </a:lnTo>
                  <a:lnTo>
                    <a:pt x="276280" y="263145"/>
                  </a:lnTo>
                  <a:lnTo>
                    <a:pt x="276866" y="260952"/>
                  </a:lnTo>
                  <a:lnTo>
                    <a:pt x="277414" y="258759"/>
                  </a:lnTo>
                  <a:lnTo>
                    <a:pt x="277938" y="256566"/>
                  </a:lnTo>
                  <a:lnTo>
                    <a:pt x="278437" y="254373"/>
                  </a:lnTo>
                  <a:lnTo>
                    <a:pt x="278908" y="252181"/>
                  </a:lnTo>
                  <a:lnTo>
                    <a:pt x="279351" y="249988"/>
                  </a:lnTo>
                  <a:lnTo>
                    <a:pt x="279774" y="247795"/>
                  </a:lnTo>
                  <a:lnTo>
                    <a:pt x="280177" y="245602"/>
                  </a:lnTo>
                  <a:lnTo>
                    <a:pt x="280556" y="243409"/>
                  </a:lnTo>
                  <a:lnTo>
                    <a:pt x="280915" y="241216"/>
                  </a:lnTo>
                  <a:lnTo>
                    <a:pt x="281258" y="239023"/>
                  </a:lnTo>
                  <a:lnTo>
                    <a:pt x="281587" y="236830"/>
                  </a:lnTo>
                  <a:lnTo>
                    <a:pt x="281897" y="234638"/>
                  </a:lnTo>
                  <a:lnTo>
                    <a:pt x="282193" y="232445"/>
                  </a:lnTo>
                  <a:lnTo>
                    <a:pt x="282479" y="230252"/>
                  </a:lnTo>
                  <a:lnTo>
                    <a:pt x="282755" y="228059"/>
                  </a:lnTo>
                  <a:lnTo>
                    <a:pt x="283018" y="225866"/>
                  </a:lnTo>
                  <a:lnTo>
                    <a:pt x="283274" y="223673"/>
                  </a:lnTo>
                  <a:lnTo>
                    <a:pt x="283524" y="221480"/>
                  </a:lnTo>
                  <a:lnTo>
                    <a:pt x="283767" y="219287"/>
                  </a:lnTo>
                  <a:lnTo>
                    <a:pt x="284006" y="217095"/>
                  </a:lnTo>
                  <a:lnTo>
                    <a:pt x="284241" y="214902"/>
                  </a:lnTo>
                  <a:lnTo>
                    <a:pt x="284475" y="212709"/>
                  </a:lnTo>
                  <a:lnTo>
                    <a:pt x="284708" y="210516"/>
                  </a:lnTo>
                  <a:lnTo>
                    <a:pt x="284941" y="208323"/>
                  </a:lnTo>
                  <a:lnTo>
                    <a:pt x="285175" y="206130"/>
                  </a:lnTo>
                  <a:lnTo>
                    <a:pt x="285411" y="203937"/>
                  </a:lnTo>
                  <a:lnTo>
                    <a:pt x="285651" y="201744"/>
                  </a:lnTo>
                  <a:lnTo>
                    <a:pt x="285895" y="199552"/>
                  </a:lnTo>
                  <a:lnTo>
                    <a:pt x="286144" y="197359"/>
                  </a:lnTo>
                  <a:lnTo>
                    <a:pt x="286397" y="195166"/>
                  </a:lnTo>
                  <a:lnTo>
                    <a:pt x="286659" y="192973"/>
                  </a:lnTo>
                  <a:lnTo>
                    <a:pt x="286927" y="190780"/>
                  </a:lnTo>
                  <a:lnTo>
                    <a:pt x="287201" y="188587"/>
                  </a:lnTo>
                  <a:lnTo>
                    <a:pt x="287482" y="186394"/>
                  </a:lnTo>
                  <a:lnTo>
                    <a:pt x="287774" y="184201"/>
                  </a:lnTo>
                  <a:lnTo>
                    <a:pt x="288072" y="182008"/>
                  </a:lnTo>
                  <a:lnTo>
                    <a:pt x="288378" y="179816"/>
                  </a:lnTo>
                  <a:lnTo>
                    <a:pt x="288693" y="177623"/>
                  </a:lnTo>
                  <a:lnTo>
                    <a:pt x="289017" y="175430"/>
                  </a:lnTo>
                  <a:lnTo>
                    <a:pt x="289348" y="173237"/>
                  </a:lnTo>
                  <a:lnTo>
                    <a:pt x="289686" y="171044"/>
                  </a:lnTo>
                  <a:lnTo>
                    <a:pt x="290033" y="168851"/>
                  </a:lnTo>
                  <a:lnTo>
                    <a:pt x="290387" y="166658"/>
                  </a:lnTo>
                  <a:lnTo>
                    <a:pt x="290747" y="164465"/>
                  </a:lnTo>
                  <a:lnTo>
                    <a:pt x="291113" y="162273"/>
                  </a:lnTo>
                  <a:lnTo>
                    <a:pt x="291485" y="160080"/>
                  </a:lnTo>
                  <a:lnTo>
                    <a:pt x="291862" y="157887"/>
                  </a:lnTo>
                  <a:lnTo>
                    <a:pt x="292243" y="155694"/>
                  </a:lnTo>
                  <a:lnTo>
                    <a:pt x="292627" y="153501"/>
                  </a:lnTo>
                  <a:lnTo>
                    <a:pt x="293015" y="151308"/>
                  </a:lnTo>
                  <a:lnTo>
                    <a:pt x="293404" y="149115"/>
                  </a:lnTo>
                  <a:lnTo>
                    <a:pt x="293794" y="146922"/>
                  </a:lnTo>
                  <a:lnTo>
                    <a:pt x="294185" y="144730"/>
                  </a:lnTo>
                  <a:lnTo>
                    <a:pt x="294575" y="142537"/>
                  </a:lnTo>
                  <a:lnTo>
                    <a:pt x="294963" y="140344"/>
                  </a:lnTo>
                  <a:lnTo>
                    <a:pt x="295350" y="138151"/>
                  </a:lnTo>
                  <a:lnTo>
                    <a:pt x="295734" y="135958"/>
                  </a:lnTo>
                  <a:lnTo>
                    <a:pt x="296113" y="133765"/>
                  </a:lnTo>
                  <a:lnTo>
                    <a:pt x="296489" y="131572"/>
                  </a:lnTo>
                  <a:lnTo>
                    <a:pt x="296860" y="129379"/>
                  </a:lnTo>
                  <a:lnTo>
                    <a:pt x="297224" y="127186"/>
                  </a:lnTo>
                  <a:lnTo>
                    <a:pt x="297581" y="124994"/>
                  </a:lnTo>
                  <a:lnTo>
                    <a:pt x="297932" y="122801"/>
                  </a:lnTo>
                  <a:lnTo>
                    <a:pt x="298277" y="120608"/>
                  </a:lnTo>
                  <a:lnTo>
                    <a:pt x="298611" y="118415"/>
                  </a:lnTo>
                  <a:lnTo>
                    <a:pt x="298936" y="116222"/>
                  </a:lnTo>
                  <a:lnTo>
                    <a:pt x="299254" y="114029"/>
                  </a:lnTo>
                  <a:lnTo>
                    <a:pt x="299563" y="111836"/>
                  </a:lnTo>
                  <a:lnTo>
                    <a:pt x="299860" y="109643"/>
                  </a:lnTo>
                  <a:lnTo>
                    <a:pt x="300147" y="107451"/>
                  </a:lnTo>
                  <a:lnTo>
                    <a:pt x="300426" y="105258"/>
                  </a:lnTo>
                  <a:lnTo>
                    <a:pt x="300694" y="103065"/>
                  </a:lnTo>
                  <a:lnTo>
                    <a:pt x="300949" y="100872"/>
                  </a:lnTo>
                  <a:lnTo>
                    <a:pt x="301195" y="98679"/>
                  </a:lnTo>
                  <a:lnTo>
                    <a:pt x="301432" y="96486"/>
                  </a:lnTo>
                  <a:lnTo>
                    <a:pt x="301657" y="94293"/>
                  </a:lnTo>
                  <a:lnTo>
                    <a:pt x="301871" y="92100"/>
                  </a:lnTo>
                  <a:lnTo>
                    <a:pt x="302075" y="89908"/>
                  </a:lnTo>
                  <a:lnTo>
                    <a:pt x="302270" y="87715"/>
                  </a:lnTo>
                  <a:lnTo>
                    <a:pt x="302453" y="85522"/>
                  </a:lnTo>
                  <a:lnTo>
                    <a:pt x="302626" y="83329"/>
                  </a:lnTo>
                  <a:lnTo>
                    <a:pt x="302790" y="81136"/>
                  </a:lnTo>
                  <a:lnTo>
                    <a:pt x="302947" y="78943"/>
                  </a:lnTo>
                  <a:lnTo>
                    <a:pt x="303091" y="76750"/>
                  </a:lnTo>
                  <a:lnTo>
                    <a:pt x="303227" y="74557"/>
                  </a:lnTo>
                  <a:lnTo>
                    <a:pt x="303355" y="72365"/>
                  </a:lnTo>
                  <a:lnTo>
                    <a:pt x="303476" y="70172"/>
                  </a:lnTo>
                  <a:lnTo>
                    <a:pt x="303586" y="67979"/>
                  </a:lnTo>
                  <a:lnTo>
                    <a:pt x="303690" y="65786"/>
                  </a:lnTo>
                  <a:lnTo>
                    <a:pt x="303788" y="63593"/>
                  </a:lnTo>
                  <a:lnTo>
                    <a:pt x="303878" y="61400"/>
                  </a:lnTo>
                  <a:lnTo>
                    <a:pt x="303961" y="59207"/>
                  </a:lnTo>
                  <a:lnTo>
                    <a:pt x="304038" y="57014"/>
                  </a:lnTo>
                  <a:lnTo>
                    <a:pt x="304110" y="54821"/>
                  </a:lnTo>
                  <a:lnTo>
                    <a:pt x="304175" y="52629"/>
                  </a:lnTo>
                  <a:lnTo>
                    <a:pt x="304235" y="50436"/>
                  </a:lnTo>
                  <a:lnTo>
                    <a:pt x="304291" y="48243"/>
                  </a:lnTo>
                  <a:lnTo>
                    <a:pt x="304342" y="46050"/>
                  </a:lnTo>
                  <a:lnTo>
                    <a:pt x="304388" y="43857"/>
                  </a:lnTo>
                  <a:lnTo>
                    <a:pt x="304430" y="41664"/>
                  </a:lnTo>
                  <a:lnTo>
                    <a:pt x="304469" y="39471"/>
                  </a:lnTo>
                  <a:lnTo>
                    <a:pt x="304505" y="37278"/>
                  </a:lnTo>
                  <a:lnTo>
                    <a:pt x="304537" y="35086"/>
                  </a:lnTo>
                  <a:lnTo>
                    <a:pt x="304565" y="32893"/>
                  </a:lnTo>
                  <a:lnTo>
                    <a:pt x="304592" y="30700"/>
                  </a:lnTo>
                  <a:lnTo>
                    <a:pt x="304616" y="28507"/>
                  </a:lnTo>
                  <a:lnTo>
                    <a:pt x="304637" y="26314"/>
                  </a:lnTo>
                  <a:lnTo>
                    <a:pt x="304656" y="24121"/>
                  </a:lnTo>
                  <a:lnTo>
                    <a:pt x="304674" y="21928"/>
                  </a:lnTo>
                  <a:lnTo>
                    <a:pt x="304689" y="19735"/>
                  </a:lnTo>
                  <a:lnTo>
                    <a:pt x="304703" y="17543"/>
                  </a:lnTo>
                  <a:lnTo>
                    <a:pt x="304715" y="15350"/>
                  </a:lnTo>
                  <a:lnTo>
                    <a:pt x="304727" y="13157"/>
                  </a:lnTo>
                  <a:lnTo>
                    <a:pt x="304736" y="10964"/>
                  </a:lnTo>
                  <a:lnTo>
                    <a:pt x="304745" y="8771"/>
                  </a:lnTo>
                  <a:lnTo>
                    <a:pt x="304753" y="6578"/>
                  </a:lnTo>
                  <a:lnTo>
                    <a:pt x="304760" y="4385"/>
                  </a:lnTo>
                  <a:lnTo>
                    <a:pt x="304766" y="2192"/>
                  </a:lnTo>
                  <a:lnTo>
                    <a:pt x="304843" y="0"/>
                  </a:lnTo>
                  <a:lnTo>
                    <a:pt x="304849" y="2192"/>
                  </a:lnTo>
                  <a:lnTo>
                    <a:pt x="304854" y="4385"/>
                  </a:lnTo>
                  <a:lnTo>
                    <a:pt x="304861" y="6578"/>
                  </a:lnTo>
                  <a:lnTo>
                    <a:pt x="304869" y="8771"/>
                  </a:lnTo>
                  <a:lnTo>
                    <a:pt x="304878" y="10964"/>
                  </a:lnTo>
                  <a:lnTo>
                    <a:pt x="304888" y="13157"/>
                  </a:lnTo>
                  <a:lnTo>
                    <a:pt x="304899" y="15350"/>
                  </a:lnTo>
                  <a:lnTo>
                    <a:pt x="304911" y="17543"/>
                  </a:lnTo>
                  <a:lnTo>
                    <a:pt x="304925" y="19735"/>
                  </a:lnTo>
                  <a:lnTo>
                    <a:pt x="304941" y="21928"/>
                  </a:lnTo>
                  <a:lnTo>
                    <a:pt x="304958" y="24121"/>
                  </a:lnTo>
                  <a:lnTo>
                    <a:pt x="304977" y="26314"/>
                  </a:lnTo>
                  <a:lnTo>
                    <a:pt x="304998" y="28507"/>
                  </a:lnTo>
                  <a:lnTo>
                    <a:pt x="305022" y="30700"/>
                  </a:lnTo>
                  <a:lnTo>
                    <a:pt x="305049" y="32893"/>
                  </a:lnTo>
                  <a:lnTo>
                    <a:pt x="305078" y="35086"/>
                  </a:lnTo>
                  <a:lnTo>
                    <a:pt x="305109" y="37278"/>
                  </a:lnTo>
                  <a:lnTo>
                    <a:pt x="305145" y="39471"/>
                  </a:lnTo>
                  <a:lnTo>
                    <a:pt x="305184" y="41664"/>
                  </a:lnTo>
                  <a:lnTo>
                    <a:pt x="305226" y="43857"/>
                  </a:lnTo>
                  <a:lnTo>
                    <a:pt x="305272" y="46050"/>
                  </a:lnTo>
                  <a:lnTo>
                    <a:pt x="305324" y="48243"/>
                  </a:lnTo>
                  <a:lnTo>
                    <a:pt x="305379" y="50436"/>
                  </a:lnTo>
                  <a:lnTo>
                    <a:pt x="305439" y="52629"/>
                  </a:lnTo>
                  <a:lnTo>
                    <a:pt x="305504" y="54821"/>
                  </a:lnTo>
                  <a:lnTo>
                    <a:pt x="305576" y="57014"/>
                  </a:lnTo>
                  <a:lnTo>
                    <a:pt x="305654" y="59207"/>
                  </a:lnTo>
                  <a:lnTo>
                    <a:pt x="305736" y="61400"/>
                  </a:lnTo>
                  <a:lnTo>
                    <a:pt x="305826" y="63593"/>
                  </a:lnTo>
                  <a:lnTo>
                    <a:pt x="305924" y="65786"/>
                  </a:lnTo>
                  <a:lnTo>
                    <a:pt x="306028" y="67979"/>
                  </a:lnTo>
                  <a:lnTo>
                    <a:pt x="306138" y="70172"/>
                  </a:lnTo>
                  <a:lnTo>
                    <a:pt x="306259" y="72365"/>
                  </a:lnTo>
                  <a:lnTo>
                    <a:pt x="306388" y="74557"/>
                  </a:lnTo>
                  <a:lnTo>
                    <a:pt x="306524" y="76750"/>
                  </a:lnTo>
                  <a:lnTo>
                    <a:pt x="306668" y="78943"/>
                  </a:lnTo>
                  <a:lnTo>
                    <a:pt x="306824" y="81136"/>
                  </a:lnTo>
                  <a:lnTo>
                    <a:pt x="306988" y="83329"/>
                  </a:lnTo>
                  <a:lnTo>
                    <a:pt x="307161" y="85522"/>
                  </a:lnTo>
                  <a:lnTo>
                    <a:pt x="307344" y="87715"/>
                  </a:lnTo>
                  <a:lnTo>
                    <a:pt x="307539" y="89908"/>
                  </a:lnTo>
                  <a:lnTo>
                    <a:pt x="307744" y="92100"/>
                  </a:lnTo>
                  <a:lnTo>
                    <a:pt x="307957" y="94293"/>
                  </a:lnTo>
                  <a:lnTo>
                    <a:pt x="308182" y="96486"/>
                  </a:lnTo>
                  <a:lnTo>
                    <a:pt x="308419" y="98679"/>
                  </a:lnTo>
                  <a:lnTo>
                    <a:pt x="308665" y="100872"/>
                  </a:lnTo>
                  <a:lnTo>
                    <a:pt x="308920" y="103065"/>
                  </a:lnTo>
                  <a:lnTo>
                    <a:pt x="309188" y="105258"/>
                  </a:lnTo>
                  <a:lnTo>
                    <a:pt x="309467" y="107451"/>
                  </a:lnTo>
                  <a:lnTo>
                    <a:pt x="309754" y="109643"/>
                  </a:lnTo>
                  <a:lnTo>
                    <a:pt x="310051" y="111836"/>
                  </a:lnTo>
                  <a:lnTo>
                    <a:pt x="310360" y="114029"/>
                  </a:lnTo>
                  <a:lnTo>
                    <a:pt x="310678" y="116222"/>
                  </a:lnTo>
                  <a:lnTo>
                    <a:pt x="311003" y="118415"/>
                  </a:lnTo>
                  <a:lnTo>
                    <a:pt x="311337" y="120608"/>
                  </a:lnTo>
                  <a:lnTo>
                    <a:pt x="311682" y="122801"/>
                  </a:lnTo>
                  <a:lnTo>
                    <a:pt x="312033" y="124994"/>
                  </a:lnTo>
                  <a:lnTo>
                    <a:pt x="312390" y="127186"/>
                  </a:lnTo>
                  <a:lnTo>
                    <a:pt x="312754" y="129379"/>
                  </a:lnTo>
                  <a:lnTo>
                    <a:pt x="313125" y="131572"/>
                  </a:lnTo>
                  <a:lnTo>
                    <a:pt x="313501" y="133765"/>
                  </a:lnTo>
                  <a:lnTo>
                    <a:pt x="313880" y="135958"/>
                  </a:lnTo>
                  <a:lnTo>
                    <a:pt x="314264" y="138151"/>
                  </a:lnTo>
                  <a:lnTo>
                    <a:pt x="314651" y="140344"/>
                  </a:lnTo>
                  <a:lnTo>
                    <a:pt x="315040" y="142537"/>
                  </a:lnTo>
                  <a:lnTo>
                    <a:pt x="315430" y="144730"/>
                  </a:lnTo>
                  <a:lnTo>
                    <a:pt x="315820" y="146922"/>
                  </a:lnTo>
                  <a:lnTo>
                    <a:pt x="316210" y="149115"/>
                  </a:lnTo>
                  <a:lnTo>
                    <a:pt x="316599" y="151308"/>
                  </a:lnTo>
                  <a:lnTo>
                    <a:pt x="316987" y="153501"/>
                  </a:lnTo>
                  <a:lnTo>
                    <a:pt x="317371" y="155694"/>
                  </a:lnTo>
                  <a:lnTo>
                    <a:pt x="317752" y="157887"/>
                  </a:lnTo>
                  <a:lnTo>
                    <a:pt x="318129" y="160080"/>
                  </a:lnTo>
                  <a:lnTo>
                    <a:pt x="318501" y="162273"/>
                  </a:lnTo>
                  <a:lnTo>
                    <a:pt x="318867" y="164465"/>
                  </a:lnTo>
                  <a:lnTo>
                    <a:pt x="319227" y="166658"/>
                  </a:lnTo>
                  <a:lnTo>
                    <a:pt x="319581" y="168851"/>
                  </a:lnTo>
                  <a:lnTo>
                    <a:pt x="319928" y="171044"/>
                  </a:lnTo>
                  <a:lnTo>
                    <a:pt x="320266" y="173237"/>
                  </a:lnTo>
                  <a:lnTo>
                    <a:pt x="320597" y="175430"/>
                  </a:lnTo>
                  <a:lnTo>
                    <a:pt x="320921" y="177623"/>
                  </a:lnTo>
                  <a:lnTo>
                    <a:pt x="321236" y="179816"/>
                  </a:lnTo>
                  <a:lnTo>
                    <a:pt x="321542" y="182008"/>
                  </a:lnTo>
                  <a:lnTo>
                    <a:pt x="321840" y="184201"/>
                  </a:lnTo>
                  <a:lnTo>
                    <a:pt x="322132" y="186394"/>
                  </a:lnTo>
                  <a:lnTo>
                    <a:pt x="322413" y="188587"/>
                  </a:lnTo>
                  <a:lnTo>
                    <a:pt x="322688" y="190780"/>
                  </a:lnTo>
                  <a:lnTo>
                    <a:pt x="322955" y="192973"/>
                  </a:lnTo>
                  <a:lnTo>
                    <a:pt x="323217" y="195166"/>
                  </a:lnTo>
                  <a:lnTo>
                    <a:pt x="323470" y="197359"/>
                  </a:lnTo>
                  <a:lnTo>
                    <a:pt x="323719" y="199552"/>
                  </a:lnTo>
                  <a:lnTo>
                    <a:pt x="323963" y="201744"/>
                  </a:lnTo>
                  <a:lnTo>
                    <a:pt x="324203" y="203937"/>
                  </a:lnTo>
                  <a:lnTo>
                    <a:pt x="324439" y="206130"/>
                  </a:lnTo>
                  <a:lnTo>
                    <a:pt x="324673" y="208323"/>
                  </a:lnTo>
                  <a:lnTo>
                    <a:pt x="324907" y="210516"/>
                  </a:lnTo>
                  <a:lnTo>
                    <a:pt x="325139" y="212709"/>
                  </a:lnTo>
                  <a:lnTo>
                    <a:pt x="325373" y="214902"/>
                  </a:lnTo>
                  <a:lnTo>
                    <a:pt x="325609" y="217095"/>
                  </a:lnTo>
                  <a:lnTo>
                    <a:pt x="325847" y="219287"/>
                  </a:lnTo>
                  <a:lnTo>
                    <a:pt x="326091" y="221480"/>
                  </a:lnTo>
                  <a:lnTo>
                    <a:pt x="326340" y="223673"/>
                  </a:lnTo>
                  <a:lnTo>
                    <a:pt x="326596" y="225866"/>
                  </a:lnTo>
                  <a:lnTo>
                    <a:pt x="326859" y="228059"/>
                  </a:lnTo>
                  <a:lnTo>
                    <a:pt x="327135" y="230252"/>
                  </a:lnTo>
                  <a:lnTo>
                    <a:pt x="327421" y="232445"/>
                  </a:lnTo>
                  <a:lnTo>
                    <a:pt x="327718" y="234638"/>
                  </a:lnTo>
                  <a:lnTo>
                    <a:pt x="328027" y="236830"/>
                  </a:lnTo>
                  <a:lnTo>
                    <a:pt x="328356" y="239023"/>
                  </a:lnTo>
                  <a:lnTo>
                    <a:pt x="328700" y="241216"/>
                  </a:lnTo>
                  <a:lnTo>
                    <a:pt x="329059" y="243409"/>
                  </a:lnTo>
                  <a:lnTo>
                    <a:pt x="329437" y="245602"/>
                  </a:lnTo>
                  <a:lnTo>
                    <a:pt x="329841" y="247795"/>
                  </a:lnTo>
                  <a:lnTo>
                    <a:pt x="330264" y="249988"/>
                  </a:lnTo>
                  <a:lnTo>
                    <a:pt x="330706" y="252181"/>
                  </a:lnTo>
                  <a:lnTo>
                    <a:pt x="331177" y="254373"/>
                  </a:lnTo>
                  <a:lnTo>
                    <a:pt x="331677" y="256566"/>
                  </a:lnTo>
                  <a:lnTo>
                    <a:pt x="332200" y="258759"/>
                  </a:lnTo>
                  <a:lnTo>
                    <a:pt x="332748" y="260952"/>
                  </a:lnTo>
                  <a:lnTo>
                    <a:pt x="333334" y="263145"/>
                  </a:lnTo>
                  <a:lnTo>
                    <a:pt x="333951" y="265338"/>
                  </a:lnTo>
                  <a:lnTo>
                    <a:pt x="334596" y="267531"/>
                  </a:lnTo>
                  <a:lnTo>
                    <a:pt x="335271" y="269724"/>
                  </a:lnTo>
                  <a:lnTo>
                    <a:pt x="335994" y="271917"/>
                  </a:lnTo>
                  <a:lnTo>
                    <a:pt x="336750" y="274109"/>
                  </a:lnTo>
                  <a:lnTo>
                    <a:pt x="337539" y="276302"/>
                  </a:lnTo>
                  <a:lnTo>
                    <a:pt x="338366" y="278495"/>
                  </a:lnTo>
                  <a:lnTo>
                    <a:pt x="339245" y="280688"/>
                  </a:lnTo>
                  <a:lnTo>
                    <a:pt x="340160" y="282881"/>
                  </a:lnTo>
                  <a:lnTo>
                    <a:pt x="341113" y="285074"/>
                  </a:lnTo>
                  <a:lnTo>
                    <a:pt x="342113" y="287267"/>
                  </a:lnTo>
                  <a:lnTo>
                    <a:pt x="343167" y="289460"/>
                  </a:lnTo>
                  <a:lnTo>
                    <a:pt x="344261" y="291652"/>
                  </a:lnTo>
                  <a:lnTo>
                    <a:pt x="345397" y="293845"/>
                  </a:lnTo>
                  <a:lnTo>
                    <a:pt x="346590" y="296038"/>
                  </a:lnTo>
                  <a:lnTo>
                    <a:pt x="347835" y="298231"/>
                  </a:lnTo>
                  <a:lnTo>
                    <a:pt x="349124" y="300424"/>
                  </a:lnTo>
                  <a:lnTo>
                    <a:pt x="350457" y="302617"/>
                  </a:lnTo>
                  <a:lnTo>
                    <a:pt x="351857" y="304810"/>
                  </a:lnTo>
                  <a:lnTo>
                    <a:pt x="353305" y="307003"/>
                  </a:lnTo>
                  <a:lnTo>
                    <a:pt x="354799" y="309195"/>
                  </a:lnTo>
                  <a:lnTo>
                    <a:pt x="356339" y="311388"/>
                  </a:lnTo>
                  <a:lnTo>
                    <a:pt x="357949" y="313581"/>
                  </a:lnTo>
                  <a:lnTo>
                    <a:pt x="359604" y="315774"/>
                  </a:lnTo>
                  <a:lnTo>
                    <a:pt x="361304" y="317967"/>
                  </a:lnTo>
                  <a:lnTo>
                    <a:pt x="363055" y="320160"/>
                  </a:lnTo>
                  <a:lnTo>
                    <a:pt x="364867" y="322353"/>
                  </a:lnTo>
                  <a:lnTo>
                    <a:pt x="366721" y="324546"/>
                  </a:lnTo>
                  <a:lnTo>
                    <a:pt x="368617" y="326738"/>
                  </a:lnTo>
                  <a:lnTo>
                    <a:pt x="370565" y="328931"/>
                  </a:lnTo>
                  <a:lnTo>
                    <a:pt x="372563" y="331124"/>
                  </a:lnTo>
                  <a:lnTo>
                    <a:pt x="374599" y="333317"/>
                  </a:lnTo>
                  <a:lnTo>
                    <a:pt x="376670" y="335510"/>
                  </a:lnTo>
                  <a:lnTo>
                    <a:pt x="378790" y="337703"/>
                  </a:lnTo>
                  <a:lnTo>
                    <a:pt x="380946" y="339896"/>
                  </a:lnTo>
                  <a:lnTo>
                    <a:pt x="383132" y="342089"/>
                  </a:lnTo>
                  <a:lnTo>
                    <a:pt x="385347" y="344282"/>
                  </a:lnTo>
                  <a:lnTo>
                    <a:pt x="387601" y="346474"/>
                  </a:lnTo>
                  <a:lnTo>
                    <a:pt x="389878" y="348667"/>
                  </a:lnTo>
                  <a:lnTo>
                    <a:pt x="392175" y="350860"/>
                  </a:lnTo>
                  <a:lnTo>
                    <a:pt x="394494" y="353053"/>
                  </a:lnTo>
                  <a:lnTo>
                    <a:pt x="396835" y="355246"/>
                  </a:lnTo>
                  <a:lnTo>
                    <a:pt x="399189" y="357439"/>
                  </a:lnTo>
                  <a:lnTo>
                    <a:pt x="401554" y="359632"/>
                  </a:lnTo>
                  <a:lnTo>
                    <a:pt x="403929" y="361825"/>
                  </a:lnTo>
                  <a:lnTo>
                    <a:pt x="406312" y="364017"/>
                  </a:lnTo>
                  <a:lnTo>
                    <a:pt x="408698" y="366210"/>
                  </a:lnTo>
                  <a:lnTo>
                    <a:pt x="411085" y="368403"/>
                  </a:lnTo>
                  <a:lnTo>
                    <a:pt x="413471" y="370596"/>
                  </a:lnTo>
                  <a:lnTo>
                    <a:pt x="415853" y="372789"/>
                  </a:lnTo>
                  <a:lnTo>
                    <a:pt x="418230" y="374982"/>
                  </a:lnTo>
                  <a:lnTo>
                    <a:pt x="420600" y="377175"/>
                  </a:lnTo>
                  <a:lnTo>
                    <a:pt x="422957" y="379368"/>
                  </a:lnTo>
                  <a:lnTo>
                    <a:pt x="425303" y="381560"/>
                  </a:lnTo>
                  <a:lnTo>
                    <a:pt x="427637" y="383753"/>
                  </a:lnTo>
                  <a:lnTo>
                    <a:pt x="429959" y="385946"/>
                  </a:lnTo>
                  <a:lnTo>
                    <a:pt x="432259" y="388139"/>
                  </a:lnTo>
                  <a:lnTo>
                    <a:pt x="434545" y="390332"/>
                  </a:lnTo>
                  <a:lnTo>
                    <a:pt x="436815" y="392525"/>
                  </a:lnTo>
                  <a:lnTo>
                    <a:pt x="439067" y="394718"/>
                  </a:lnTo>
                  <a:lnTo>
                    <a:pt x="441296" y="396911"/>
                  </a:lnTo>
                  <a:lnTo>
                    <a:pt x="443509" y="399104"/>
                  </a:lnTo>
                  <a:lnTo>
                    <a:pt x="445704" y="401296"/>
                  </a:lnTo>
                  <a:lnTo>
                    <a:pt x="447879" y="403489"/>
                  </a:lnTo>
                  <a:lnTo>
                    <a:pt x="450032" y="405682"/>
                  </a:lnTo>
                  <a:lnTo>
                    <a:pt x="452169" y="407875"/>
                  </a:lnTo>
                  <a:lnTo>
                    <a:pt x="454290" y="410068"/>
                  </a:lnTo>
                  <a:lnTo>
                    <a:pt x="456389" y="412261"/>
                  </a:lnTo>
                  <a:lnTo>
                    <a:pt x="458469" y="414454"/>
                  </a:lnTo>
                  <a:lnTo>
                    <a:pt x="460535" y="416647"/>
                  </a:lnTo>
                  <a:lnTo>
                    <a:pt x="462585" y="418839"/>
                  </a:lnTo>
                  <a:lnTo>
                    <a:pt x="464615" y="421032"/>
                  </a:lnTo>
                  <a:lnTo>
                    <a:pt x="466628" y="423225"/>
                  </a:lnTo>
                  <a:lnTo>
                    <a:pt x="468629" y="425418"/>
                  </a:lnTo>
                  <a:lnTo>
                    <a:pt x="470614" y="427611"/>
                  </a:lnTo>
                  <a:lnTo>
                    <a:pt x="472580" y="429804"/>
                  </a:lnTo>
                  <a:lnTo>
                    <a:pt x="474532" y="431997"/>
                  </a:lnTo>
                  <a:lnTo>
                    <a:pt x="476470" y="434190"/>
                  </a:lnTo>
                  <a:lnTo>
                    <a:pt x="478393" y="436382"/>
                  </a:lnTo>
                  <a:lnTo>
                    <a:pt x="480296" y="438575"/>
                  </a:lnTo>
                  <a:lnTo>
                    <a:pt x="482185" y="440768"/>
                  </a:lnTo>
                  <a:lnTo>
                    <a:pt x="484060" y="442961"/>
                  </a:lnTo>
                  <a:lnTo>
                    <a:pt x="485916" y="445154"/>
                  </a:lnTo>
                  <a:lnTo>
                    <a:pt x="487751" y="447347"/>
                  </a:lnTo>
                  <a:lnTo>
                    <a:pt x="489570" y="449540"/>
                  </a:lnTo>
                  <a:lnTo>
                    <a:pt x="491372" y="451733"/>
                  </a:lnTo>
                  <a:lnTo>
                    <a:pt x="493149" y="453925"/>
                  </a:lnTo>
                  <a:lnTo>
                    <a:pt x="494905" y="456118"/>
                  </a:lnTo>
                  <a:lnTo>
                    <a:pt x="496640" y="458311"/>
                  </a:lnTo>
                  <a:lnTo>
                    <a:pt x="498355" y="460504"/>
                  </a:lnTo>
                  <a:lnTo>
                    <a:pt x="500038" y="462697"/>
                  </a:lnTo>
                  <a:lnTo>
                    <a:pt x="501697" y="464890"/>
                  </a:lnTo>
                  <a:lnTo>
                    <a:pt x="503333" y="467083"/>
                  </a:lnTo>
                  <a:lnTo>
                    <a:pt x="504944" y="469276"/>
                  </a:lnTo>
                  <a:lnTo>
                    <a:pt x="506518" y="471469"/>
                  </a:lnTo>
                  <a:lnTo>
                    <a:pt x="508066" y="473661"/>
                  </a:lnTo>
                  <a:lnTo>
                    <a:pt x="509589" y="475854"/>
                  </a:lnTo>
                  <a:lnTo>
                    <a:pt x="511080" y="478047"/>
                  </a:lnTo>
                  <a:lnTo>
                    <a:pt x="512536" y="480240"/>
                  </a:lnTo>
                  <a:lnTo>
                    <a:pt x="513966" y="482433"/>
                  </a:lnTo>
                  <a:lnTo>
                    <a:pt x="515369" y="484626"/>
                  </a:lnTo>
                  <a:lnTo>
                    <a:pt x="516738" y="486819"/>
                  </a:lnTo>
                  <a:lnTo>
                    <a:pt x="518076" y="489012"/>
                  </a:lnTo>
                  <a:lnTo>
                    <a:pt x="519389" y="491204"/>
                  </a:lnTo>
                  <a:lnTo>
                    <a:pt x="520679" y="493397"/>
                  </a:lnTo>
                  <a:lnTo>
                    <a:pt x="521936" y="495590"/>
                  </a:lnTo>
                  <a:lnTo>
                    <a:pt x="523169" y="497783"/>
                  </a:lnTo>
                  <a:lnTo>
                    <a:pt x="524384" y="499976"/>
                  </a:lnTo>
                  <a:lnTo>
                    <a:pt x="525579" y="502169"/>
                  </a:lnTo>
                  <a:lnTo>
                    <a:pt x="526750" y="504362"/>
                  </a:lnTo>
                  <a:lnTo>
                    <a:pt x="527908" y="506555"/>
                  </a:lnTo>
                  <a:lnTo>
                    <a:pt x="529054" y="508747"/>
                  </a:lnTo>
                  <a:lnTo>
                    <a:pt x="530189" y="510940"/>
                  </a:lnTo>
                  <a:lnTo>
                    <a:pt x="531314" y="513133"/>
                  </a:lnTo>
                  <a:lnTo>
                    <a:pt x="532436" y="515326"/>
                  </a:lnTo>
                  <a:lnTo>
                    <a:pt x="533557" y="517519"/>
                  </a:lnTo>
                  <a:lnTo>
                    <a:pt x="534678" y="519712"/>
                  </a:lnTo>
                  <a:lnTo>
                    <a:pt x="535804" y="521905"/>
                  </a:lnTo>
                  <a:lnTo>
                    <a:pt x="536938" y="524098"/>
                  </a:lnTo>
                  <a:lnTo>
                    <a:pt x="538080" y="526290"/>
                  </a:lnTo>
                  <a:lnTo>
                    <a:pt x="539239" y="528483"/>
                  </a:lnTo>
                  <a:lnTo>
                    <a:pt x="540414" y="530676"/>
                  </a:lnTo>
                  <a:lnTo>
                    <a:pt x="541607" y="532869"/>
                  </a:lnTo>
                  <a:lnTo>
                    <a:pt x="542818" y="535062"/>
                  </a:lnTo>
                  <a:lnTo>
                    <a:pt x="544060" y="537255"/>
                  </a:lnTo>
                  <a:lnTo>
                    <a:pt x="545327" y="539448"/>
                  </a:lnTo>
                  <a:lnTo>
                    <a:pt x="546489" y="541423"/>
                  </a:lnTo>
                  <a:lnTo>
                    <a:pt x="546617" y="541641"/>
                  </a:lnTo>
                  <a:lnTo>
                    <a:pt x="547934" y="543834"/>
                  </a:lnTo>
                  <a:lnTo>
                    <a:pt x="549292" y="546026"/>
                  </a:lnTo>
                  <a:lnTo>
                    <a:pt x="550676" y="548219"/>
                  </a:lnTo>
                  <a:lnTo>
                    <a:pt x="552089" y="550412"/>
                  </a:lnTo>
                  <a:lnTo>
                    <a:pt x="553534" y="552605"/>
                  </a:lnTo>
                  <a:lnTo>
                    <a:pt x="555017" y="554798"/>
                  </a:lnTo>
                  <a:lnTo>
                    <a:pt x="556528" y="556991"/>
                  </a:lnTo>
                  <a:lnTo>
                    <a:pt x="558064" y="559184"/>
                  </a:lnTo>
                  <a:lnTo>
                    <a:pt x="559634" y="561377"/>
                  </a:lnTo>
                  <a:lnTo>
                    <a:pt x="561233" y="563569"/>
                  </a:lnTo>
                  <a:lnTo>
                    <a:pt x="562853" y="565762"/>
                  </a:lnTo>
                  <a:lnTo>
                    <a:pt x="564494" y="567955"/>
                  </a:lnTo>
                  <a:lnTo>
                    <a:pt x="566159" y="570148"/>
                  </a:lnTo>
                  <a:lnTo>
                    <a:pt x="567841" y="572341"/>
                  </a:lnTo>
                  <a:lnTo>
                    <a:pt x="569533" y="574534"/>
                  </a:lnTo>
                  <a:lnTo>
                    <a:pt x="571236" y="576727"/>
                  </a:lnTo>
                  <a:lnTo>
                    <a:pt x="572946" y="578920"/>
                  </a:lnTo>
                  <a:lnTo>
                    <a:pt x="574657" y="581112"/>
                  </a:lnTo>
                  <a:lnTo>
                    <a:pt x="576366" y="583305"/>
                  </a:lnTo>
                  <a:lnTo>
                    <a:pt x="578069" y="585498"/>
                  </a:lnTo>
                  <a:lnTo>
                    <a:pt x="579759" y="587691"/>
                  </a:lnTo>
                  <a:lnTo>
                    <a:pt x="581433" y="589884"/>
                  </a:lnTo>
                  <a:lnTo>
                    <a:pt x="583091" y="592077"/>
                  </a:lnTo>
                  <a:lnTo>
                    <a:pt x="584723" y="594270"/>
                  </a:lnTo>
                  <a:lnTo>
                    <a:pt x="586321" y="596463"/>
                  </a:lnTo>
                  <a:lnTo>
                    <a:pt x="587889" y="598656"/>
                  </a:lnTo>
                  <a:lnTo>
                    <a:pt x="589424" y="600848"/>
                  </a:lnTo>
                  <a:lnTo>
                    <a:pt x="590912" y="603041"/>
                  </a:lnTo>
                  <a:lnTo>
                    <a:pt x="592350" y="605234"/>
                  </a:lnTo>
                  <a:lnTo>
                    <a:pt x="593745" y="607427"/>
                  </a:lnTo>
                  <a:lnTo>
                    <a:pt x="595094" y="609620"/>
                  </a:lnTo>
                  <a:lnTo>
                    <a:pt x="596373" y="611813"/>
                  </a:lnTo>
                  <a:lnTo>
                    <a:pt x="597594" y="614006"/>
                  </a:lnTo>
                  <a:lnTo>
                    <a:pt x="598760" y="616199"/>
                  </a:lnTo>
                  <a:lnTo>
                    <a:pt x="599872" y="618391"/>
                  </a:lnTo>
                  <a:lnTo>
                    <a:pt x="600894" y="620584"/>
                  </a:lnTo>
                  <a:lnTo>
                    <a:pt x="601856" y="622777"/>
                  </a:lnTo>
                  <a:lnTo>
                    <a:pt x="602759" y="624970"/>
                  </a:lnTo>
                  <a:lnTo>
                    <a:pt x="603593" y="627163"/>
                  </a:lnTo>
                  <a:lnTo>
                    <a:pt x="604338" y="629356"/>
                  </a:lnTo>
                  <a:lnTo>
                    <a:pt x="605021" y="631549"/>
                  </a:lnTo>
                  <a:lnTo>
                    <a:pt x="605642" y="633742"/>
                  </a:lnTo>
                  <a:lnTo>
                    <a:pt x="606186" y="635934"/>
                  </a:lnTo>
                  <a:lnTo>
                    <a:pt x="606649" y="638127"/>
                  </a:lnTo>
                  <a:lnTo>
                    <a:pt x="607051" y="640320"/>
                  </a:lnTo>
                  <a:lnTo>
                    <a:pt x="607393" y="642513"/>
                  </a:lnTo>
                  <a:lnTo>
                    <a:pt x="607655" y="644706"/>
                  </a:lnTo>
                  <a:lnTo>
                    <a:pt x="607849" y="646899"/>
                  </a:lnTo>
                  <a:lnTo>
                    <a:pt x="607986" y="649092"/>
                  </a:lnTo>
                  <a:lnTo>
                    <a:pt x="608069" y="651285"/>
                  </a:lnTo>
                  <a:lnTo>
                    <a:pt x="608073" y="653477"/>
                  </a:lnTo>
                  <a:lnTo>
                    <a:pt x="608023" y="655670"/>
                  </a:lnTo>
                  <a:lnTo>
                    <a:pt x="607923" y="657863"/>
                  </a:lnTo>
                  <a:lnTo>
                    <a:pt x="607774" y="660056"/>
                  </a:lnTo>
                  <a:lnTo>
                    <a:pt x="607556" y="662249"/>
                  </a:lnTo>
                  <a:lnTo>
                    <a:pt x="607295" y="664442"/>
                  </a:lnTo>
                  <a:lnTo>
                    <a:pt x="606992" y="666635"/>
                  </a:lnTo>
                  <a:lnTo>
                    <a:pt x="606642" y="668828"/>
                  </a:lnTo>
                  <a:lnTo>
                    <a:pt x="606240" y="671021"/>
                  </a:lnTo>
                  <a:lnTo>
                    <a:pt x="605801" y="673213"/>
                  </a:lnTo>
                  <a:lnTo>
                    <a:pt x="605328" y="675406"/>
                  </a:lnTo>
                  <a:lnTo>
                    <a:pt x="604813" y="677599"/>
                  </a:lnTo>
                  <a:lnTo>
                    <a:pt x="604257" y="679792"/>
                  </a:lnTo>
                  <a:lnTo>
                    <a:pt x="603671" y="681985"/>
                  </a:lnTo>
                  <a:lnTo>
                    <a:pt x="603546" y="682428"/>
                  </a:lnTo>
                  <a:lnTo>
                    <a:pt x="603055" y="684178"/>
                  </a:lnTo>
                  <a:lnTo>
                    <a:pt x="602400" y="686371"/>
                  </a:lnTo>
                  <a:lnTo>
                    <a:pt x="601713" y="688564"/>
                  </a:lnTo>
                  <a:lnTo>
                    <a:pt x="600999" y="690756"/>
                  </a:lnTo>
                  <a:lnTo>
                    <a:pt x="600259" y="692949"/>
                  </a:lnTo>
                  <a:lnTo>
                    <a:pt x="599480" y="695142"/>
                  </a:lnTo>
                  <a:lnTo>
                    <a:pt x="598675" y="697335"/>
                  </a:lnTo>
                  <a:lnTo>
                    <a:pt x="597844" y="699528"/>
                  </a:lnTo>
                  <a:lnTo>
                    <a:pt x="596985" y="701721"/>
                  </a:lnTo>
                  <a:lnTo>
                    <a:pt x="596088" y="703914"/>
                  </a:lnTo>
                  <a:lnTo>
                    <a:pt x="595165" y="706107"/>
                  </a:lnTo>
                  <a:lnTo>
                    <a:pt x="594215" y="708299"/>
                  </a:lnTo>
                  <a:lnTo>
                    <a:pt x="593233" y="710492"/>
                  </a:lnTo>
                  <a:lnTo>
                    <a:pt x="592212" y="712685"/>
                  </a:lnTo>
                  <a:lnTo>
                    <a:pt x="591163" y="714878"/>
                  </a:lnTo>
                  <a:lnTo>
                    <a:pt x="590083" y="717071"/>
                  </a:lnTo>
                  <a:lnTo>
                    <a:pt x="588963" y="719264"/>
                  </a:lnTo>
                  <a:lnTo>
                    <a:pt x="587803" y="721457"/>
                  </a:lnTo>
                  <a:lnTo>
                    <a:pt x="586610" y="723650"/>
                  </a:lnTo>
                  <a:lnTo>
                    <a:pt x="585383" y="725843"/>
                  </a:lnTo>
                  <a:lnTo>
                    <a:pt x="584104" y="728035"/>
                  </a:lnTo>
                  <a:lnTo>
                    <a:pt x="582783" y="730228"/>
                  </a:lnTo>
                  <a:lnTo>
                    <a:pt x="581423" y="732421"/>
                  </a:lnTo>
                  <a:lnTo>
                    <a:pt x="580024" y="734614"/>
                  </a:lnTo>
                  <a:lnTo>
                    <a:pt x="578560" y="736807"/>
                  </a:lnTo>
                  <a:lnTo>
                    <a:pt x="577053" y="739000"/>
                  </a:lnTo>
                  <a:lnTo>
                    <a:pt x="575501" y="741193"/>
                  </a:lnTo>
                  <a:lnTo>
                    <a:pt x="573898" y="743386"/>
                  </a:lnTo>
                  <a:lnTo>
                    <a:pt x="572227" y="745578"/>
                  </a:lnTo>
                  <a:lnTo>
                    <a:pt x="570506" y="747771"/>
                  </a:lnTo>
                  <a:lnTo>
                    <a:pt x="568735" y="749964"/>
                  </a:lnTo>
                  <a:lnTo>
                    <a:pt x="566900" y="752157"/>
                  </a:lnTo>
                  <a:lnTo>
                    <a:pt x="564995" y="754350"/>
                  </a:lnTo>
                  <a:lnTo>
                    <a:pt x="563035" y="756543"/>
                  </a:lnTo>
                  <a:lnTo>
                    <a:pt x="561020" y="758736"/>
                  </a:lnTo>
                  <a:lnTo>
                    <a:pt x="558928" y="760929"/>
                  </a:lnTo>
                  <a:lnTo>
                    <a:pt x="556766" y="763121"/>
                  </a:lnTo>
                  <a:lnTo>
                    <a:pt x="554544" y="765314"/>
                  </a:lnTo>
                  <a:lnTo>
                    <a:pt x="552264" y="767507"/>
                  </a:lnTo>
                  <a:lnTo>
                    <a:pt x="549893" y="769700"/>
                  </a:lnTo>
                  <a:lnTo>
                    <a:pt x="547456" y="771893"/>
                  </a:lnTo>
                  <a:lnTo>
                    <a:pt x="544957" y="774086"/>
                  </a:lnTo>
                  <a:lnTo>
                    <a:pt x="542394" y="776279"/>
                  </a:lnTo>
                  <a:lnTo>
                    <a:pt x="539736" y="778472"/>
                  </a:lnTo>
                  <a:lnTo>
                    <a:pt x="537017" y="780664"/>
                  </a:lnTo>
                  <a:lnTo>
                    <a:pt x="534235" y="782857"/>
                  </a:lnTo>
                  <a:lnTo>
                    <a:pt x="531382" y="785050"/>
                  </a:lnTo>
                  <a:lnTo>
                    <a:pt x="528445" y="787243"/>
                  </a:lnTo>
                  <a:lnTo>
                    <a:pt x="525449" y="789436"/>
                  </a:lnTo>
                  <a:lnTo>
                    <a:pt x="522395" y="791629"/>
                  </a:lnTo>
                  <a:lnTo>
                    <a:pt x="519269" y="793822"/>
                  </a:lnTo>
                  <a:lnTo>
                    <a:pt x="516074" y="796015"/>
                  </a:lnTo>
                  <a:lnTo>
                    <a:pt x="512828" y="798208"/>
                  </a:lnTo>
                  <a:lnTo>
                    <a:pt x="509534" y="800400"/>
                  </a:lnTo>
                  <a:lnTo>
                    <a:pt x="506176" y="802593"/>
                  </a:lnTo>
                  <a:lnTo>
                    <a:pt x="502771" y="804786"/>
                  </a:lnTo>
                  <a:lnTo>
                    <a:pt x="499330" y="806979"/>
                  </a:lnTo>
                  <a:lnTo>
                    <a:pt x="495856" y="809172"/>
                  </a:lnTo>
                  <a:lnTo>
                    <a:pt x="492341" y="811365"/>
                  </a:lnTo>
                  <a:lnTo>
                    <a:pt x="488806" y="813558"/>
                  </a:lnTo>
                  <a:lnTo>
                    <a:pt x="485257" y="815751"/>
                  </a:lnTo>
                  <a:lnTo>
                    <a:pt x="481698" y="817943"/>
                  </a:lnTo>
                  <a:lnTo>
                    <a:pt x="478139" y="820136"/>
                  </a:lnTo>
                  <a:lnTo>
                    <a:pt x="474591" y="822329"/>
                  </a:lnTo>
                  <a:lnTo>
                    <a:pt x="471060" y="824522"/>
                  </a:lnTo>
                  <a:lnTo>
                    <a:pt x="467556" y="826715"/>
                  </a:lnTo>
                  <a:lnTo>
                    <a:pt x="464103" y="828908"/>
                  </a:lnTo>
                  <a:lnTo>
                    <a:pt x="460698" y="831101"/>
                  </a:lnTo>
                  <a:lnTo>
                    <a:pt x="457347" y="833294"/>
                  </a:lnTo>
                  <a:lnTo>
                    <a:pt x="454085" y="835486"/>
                  </a:lnTo>
                  <a:lnTo>
                    <a:pt x="450923" y="837679"/>
                  </a:lnTo>
                  <a:lnTo>
                    <a:pt x="449846" y="838449"/>
                  </a:lnTo>
                  <a:lnTo>
                    <a:pt x="447854" y="839872"/>
                  </a:lnTo>
                  <a:lnTo>
                    <a:pt x="444886" y="842065"/>
                  </a:lnTo>
                  <a:lnTo>
                    <a:pt x="442085" y="844258"/>
                  </a:lnTo>
                  <a:lnTo>
                    <a:pt x="439432" y="846451"/>
                  </a:lnTo>
                  <a:lnTo>
                    <a:pt x="436923" y="848644"/>
                  </a:lnTo>
                  <a:lnTo>
                    <a:pt x="434567" y="850837"/>
                  </a:lnTo>
                  <a:lnTo>
                    <a:pt x="432473" y="853029"/>
                  </a:lnTo>
                  <a:lnTo>
                    <a:pt x="430567" y="855222"/>
                  </a:lnTo>
                  <a:lnTo>
                    <a:pt x="428857" y="857415"/>
                  </a:lnTo>
                  <a:lnTo>
                    <a:pt x="427377" y="859608"/>
                  </a:lnTo>
                  <a:lnTo>
                    <a:pt x="426217" y="861801"/>
                  </a:lnTo>
                  <a:lnTo>
                    <a:pt x="425294" y="863994"/>
                  </a:lnTo>
                  <a:lnTo>
                    <a:pt x="424615" y="866187"/>
                  </a:lnTo>
                  <a:lnTo>
                    <a:pt x="424252" y="868380"/>
                  </a:lnTo>
                  <a:lnTo>
                    <a:pt x="424243" y="870573"/>
                  </a:lnTo>
                  <a:lnTo>
                    <a:pt x="424512" y="872765"/>
                  </a:lnTo>
                  <a:lnTo>
                    <a:pt x="425063" y="874958"/>
                  </a:lnTo>
                  <a:lnTo>
                    <a:pt x="426013" y="877151"/>
                  </a:lnTo>
                  <a:lnTo>
                    <a:pt x="427320" y="879344"/>
                  </a:lnTo>
                  <a:lnTo>
                    <a:pt x="428931" y="881537"/>
                  </a:lnTo>
                  <a:lnTo>
                    <a:pt x="430847" y="883730"/>
                  </a:lnTo>
                  <a:lnTo>
                    <a:pt x="433222" y="885923"/>
                  </a:lnTo>
                  <a:lnTo>
                    <a:pt x="435928" y="888116"/>
                  </a:lnTo>
                  <a:lnTo>
                    <a:pt x="438941" y="890308"/>
                  </a:lnTo>
                  <a:lnTo>
                    <a:pt x="442273" y="892501"/>
                  </a:lnTo>
                  <a:lnTo>
                    <a:pt x="446056" y="894694"/>
                  </a:lnTo>
                  <a:lnTo>
                    <a:pt x="450128" y="896887"/>
                  </a:lnTo>
                  <a:lnTo>
                    <a:pt x="454483" y="899080"/>
                  </a:lnTo>
                  <a:lnTo>
                    <a:pt x="459157" y="901273"/>
                  </a:lnTo>
                  <a:lnTo>
                    <a:pt x="464189" y="903466"/>
                  </a:lnTo>
                  <a:lnTo>
                    <a:pt x="469459" y="905659"/>
                  </a:lnTo>
                  <a:lnTo>
                    <a:pt x="474957" y="907851"/>
                  </a:lnTo>
                  <a:lnTo>
                    <a:pt x="480724" y="910044"/>
                  </a:lnTo>
                  <a:lnTo>
                    <a:pt x="486722" y="912237"/>
                  </a:lnTo>
                  <a:lnTo>
                    <a:pt x="492879" y="914430"/>
                  </a:lnTo>
                  <a:lnTo>
                    <a:pt x="499179" y="916623"/>
                  </a:lnTo>
                  <a:lnTo>
                    <a:pt x="505639" y="918816"/>
                  </a:lnTo>
                  <a:lnTo>
                    <a:pt x="512187" y="921009"/>
                  </a:lnTo>
                  <a:lnTo>
                    <a:pt x="518786" y="923202"/>
                  </a:lnTo>
                  <a:lnTo>
                    <a:pt x="525421" y="925395"/>
                  </a:lnTo>
                  <a:lnTo>
                    <a:pt x="532045" y="927587"/>
                  </a:lnTo>
                  <a:lnTo>
                    <a:pt x="538619" y="929780"/>
                  </a:lnTo>
                  <a:lnTo>
                    <a:pt x="545121" y="931973"/>
                  </a:lnTo>
                  <a:lnTo>
                    <a:pt x="551521" y="934166"/>
                  </a:lnTo>
                  <a:lnTo>
                    <a:pt x="557717" y="936359"/>
                  </a:lnTo>
                  <a:lnTo>
                    <a:pt x="563734" y="938552"/>
                  </a:lnTo>
                  <a:lnTo>
                    <a:pt x="569553" y="940745"/>
                  </a:lnTo>
                  <a:lnTo>
                    <a:pt x="575098" y="942938"/>
                  </a:lnTo>
                  <a:lnTo>
                    <a:pt x="580281" y="945130"/>
                  </a:lnTo>
                  <a:lnTo>
                    <a:pt x="585165" y="947323"/>
                  </a:lnTo>
                  <a:lnTo>
                    <a:pt x="589734" y="949516"/>
                  </a:lnTo>
                  <a:lnTo>
                    <a:pt x="593846" y="951709"/>
                  </a:lnTo>
                  <a:lnTo>
                    <a:pt x="597494" y="953902"/>
                  </a:lnTo>
                  <a:lnTo>
                    <a:pt x="600745" y="956095"/>
                  </a:lnTo>
                  <a:lnTo>
                    <a:pt x="603587" y="958288"/>
                  </a:lnTo>
                  <a:lnTo>
                    <a:pt x="605805" y="960481"/>
                  </a:lnTo>
                  <a:lnTo>
                    <a:pt x="607522" y="962673"/>
                  </a:lnTo>
                  <a:lnTo>
                    <a:pt x="608779" y="964866"/>
                  </a:lnTo>
                  <a:lnTo>
                    <a:pt x="609566" y="967059"/>
                  </a:lnTo>
                  <a:lnTo>
                    <a:pt x="609615" y="969252"/>
                  </a:lnTo>
                  <a:lnTo>
                    <a:pt x="609183" y="971445"/>
                  </a:lnTo>
                  <a:lnTo>
                    <a:pt x="608272" y="973638"/>
                  </a:lnTo>
                  <a:lnTo>
                    <a:pt x="606820" y="975831"/>
                  </a:lnTo>
                  <a:lnTo>
                    <a:pt x="604690" y="978024"/>
                  </a:lnTo>
                  <a:lnTo>
                    <a:pt x="602099" y="980216"/>
                  </a:lnTo>
                  <a:lnTo>
                    <a:pt x="599051" y="982409"/>
                  </a:lnTo>
                  <a:lnTo>
                    <a:pt x="595449" y="984602"/>
                  </a:lnTo>
                  <a:lnTo>
                    <a:pt x="591291" y="986795"/>
                  </a:lnTo>
                  <a:lnTo>
                    <a:pt x="586730" y="988988"/>
                  </a:lnTo>
                  <a:lnTo>
                    <a:pt x="581776" y="991181"/>
                  </a:lnTo>
                  <a:lnTo>
                    <a:pt x="576319" y="993374"/>
                  </a:lnTo>
                  <a:lnTo>
                    <a:pt x="570462" y="995567"/>
                  </a:lnTo>
                  <a:lnTo>
                    <a:pt x="564292" y="997760"/>
                  </a:lnTo>
                  <a:lnTo>
                    <a:pt x="557824" y="999952"/>
                  </a:lnTo>
                  <a:lnTo>
                    <a:pt x="550966" y="1002145"/>
                  </a:lnTo>
                  <a:lnTo>
                    <a:pt x="543868" y="1004338"/>
                  </a:lnTo>
                  <a:lnTo>
                    <a:pt x="536567" y="1006531"/>
                  </a:lnTo>
                  <a:lnTo>
                    <a:pt x="529073" y="1008724"/>
                  </a:lnTo>
                  <a:lnTo>
                    <a:pt x="521364" y="1010917"/>
                  </a:lnTo>
                  <a:lnTo>
                    <a:pt x="513549" y="1013110"/>
                  </a:lnTo>
                  <a:lnTo>
                    <a:pt x="505646" y="1015303"/>
                  </a:lnTo>
                  <a:lnTo>
                    <a:pt x="497668" y="1017495"/>
                  </a:lnTo>
                  <a:lnTo>
                    <a:pt x="489655" y="1019688"/>
                  </a:lnTo>
                  <a:lnTo>
                    <a:pt x="481645" y="1021881"/>
                  </a:lnTo>
                  <a:lnTo>
                    <a:pt x="473656" y="1024074"/>
                  </a:lnTo>
                  <a:lnTo>
                    <a:pt x="465723" y="1026267"/>
                  </a:lnTo>
                  <a:lnTo>
                    <a:pt x="457886" y="1028460"/>
                  </a:lnTo>
                  <a:lnTo>
                    <a:pt x="450146" y="1030653"/>
                  </a:lnTo>
                  <a:lnTo>
                    <a:pt x="442514" y="1032846"/>
                  </a:lnTo>
                  <a:lnTo>
                    <a:pt x="435065" y="1035038"/>
                  </a:lnTo>
                  <a:lnTo>
                    <a:pt x="427793" y="1037231"/>
                  </a:lnTo>
                  <a:lnTo>
                    <a:pt x="420685" y="1039424"/>
                  </a:lnTo>
                  <a:lnTo>
                    <a:pt x="413749" y="1041617"/>
                  </a:lnTo>
                  <a:lnTo>
                    <a:pt x="407102" y="1043810"/>
                  </a:lnTo>
                  <a:lnTo>
                    <a:pt x="400662" y="1046003"/>
                  </a:lnTo>
                  <a:lnTo>
                    <a:pt x="394429" y="1048196"/>
                  </a:lnTo>
                  <a:lnTo>
                    <a:pt x="388425" y="1050389"/>
                  </a:lnTo>
                  <a:lnTo>
                    <a:pt x="382742" y="1052581"/>
                  </a:lnTo>
                  <a:lnTo>
                    <a:pt x="377281" y="1054774"/>
                  </a:lnTo>
                  <a:lnTo>
                    <a:pt x="372043" y="1056967"/>
                  </a:lnTo>
                  <a:lnTo>
                    <a:pt x="367075" y="1059160"/>
                  </a:lnTo>
                  <a:lnTo>
                    <a:pt x="362408" y="1061353"/>
                  </a:lnTo>
                  <a:lnTo>
                    <a:pt x="357962" y="1063546"/>
                  </a:lnTo>
                  <a:lnTo>
                    <a:pt x="353734" y="1065739"/>
                  </a:lnTo>
                  <a:lnTo>
                    <a:pt x="349792" y="1067932"/>
                  </a:lnTo>
                  <a:lnTo>
                    <a:pt x="346106" y="1070125"/>
                  </a:lnTo>
                  <a:lnTo>
                    <a:pt x="342624" y="1072317"/>
                  </a:lnTo>
                  <a:lnTo>
                    <a:pt x="339341" y="1074510"/>
                  </a:lnTo>
                  <a:lnTo>
                    <a:pt x="336335" y="1076703"/>
                  </a:lnTo>
                  <a:lnTo>
                    <a:pt x="333532" y="1078896"/>
                  </a:lnTo>
                  <a:lnTo>
                    <a:pt x="330904" y="1081089"/>
                  </a:lnTo>
                  <a:lnTo>
                    <a:pt x="328449" y="1083282"/>
                  </a:lnTo>
                  <a:lnTo>
                    <a:pt x="326243" y="1085475"/>
                  </a:lnTo>
                  <a:lnTo>
                    <a:pt x="324187" y="1087668"/>
                  </a:lnTo>
                  <a:lnTo>
                    <a:pt x="322275" y="1089860"/>
                  </a:lnTo>
                  <a:lnTo>
                    <a:pt x="320520" y="1092053"/>
                  </a:lnTo>
                  <a:lnTo>
                    <a:pt x="318946" y="1094246"/>
                  </a:lnTo>
                  <a:lnTo>
                    <a:pt x="317490" y="1096439"/>
                  </a:lnTo>
                  <a:lnTo>
                    <a:pt x="316148" y="1098632"/>
                  </a:lnTo>
                  <a:lnTo>
                    <a:pt x="314938" y="1100825"/>
                  </a:lnTo>
                  <a:lnTo>
                    <a:pt x="313853" y="1103018"/>
                  </a:lnTo>
                  <a:lnTo>
                    <a:pt x="312858" y="1105211"/>
                  </a:lnTo>
                  <a:lnTo>
                    <a:pt x="311948" y="1107403"/>
                  </a:lnTo>
                  <a:lnTo>
                    <a:pt x="311144" y="1109596"/>
                  </a:lnTo>
                  <a:lnTo>
                    <a:pt x="310422" y="1111789"/>
                  </a:lnTo>
                  <a:lnTo>
                    <a:pt x="309764" y="1113982"/>
                  </a:lnTo>
                  <a:lnTo>
                    <a:pt x="309168" y="1116175"/>
                  </a:lnTo>
                  <a:lnTo>
                    <a:pt x="308652" y="1118368"/>
                  </a:lnTo>
                  <a:lnTo>
                    <a:pt x="308187" y="1120561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4499232" y="5451425"/>
              <a:ext cx="0" cy="440363"/>
            </a:xfrm>
            <a:custGeom>
              <a:avLst/>
              <a:pathLst>
                <a:path w="0" h="440363">
                  <a:moveTo>
                    <a:pt x="0" y="44036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4499232" y="62012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48431" y="5891789"/>
              <a:ext cx="101602" cy="309423"/>
            </a:xfrm>
            <a:custGeom>
              <a:avLst/>
              <a:pathLst>
                <a:path w="101602" h="309423">
                  <a:moveTo>
                    <a:pt x="0" y="0"/>
                  </a:moveTo>
                  <a:lnTo>
                    <a:pt x="0" y="309423"/>
                  </a:lnTo>
                  <a:lnTo>
                    <a:pt x="101602" y="309423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4448431" y="6201213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5176582" y="5306284"/>
              <a:ext cx="0" cy="454740"/>
            </a:xfrm>
            <a:custGeom>
              <a:avLst/>
              <a:pathLst>
                <a:path w="0" h="454740">
                  <a:moveTo>
                    <a:pt x="0" y="45474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5176582" y="62012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125781" y="5761024"/>
              <a:ext cx="101602" cy="440188"/>
            </a:xfrm>
            <a:custGeom>
              <a:avLst/>
              <a:pathLst>
                <a:path w="101602" h="440188">
                  <a:moveTo>
                    <a:pt x="0" y="0"/>
                  </a:moveTo>
                  <a:lnTo>
                    <a:pt x="0" y="440188"/>
                  </a:lnTo>
                  <a:lnTo>
                    <a:pt x="101602" y="440188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5125781" y="5934969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5853932" y="5197901"/>
              <a:ext cx="0" cy="591311"/>
            </a:xfrm>
            <a:custGeom>
              <a:avLst/>
              <a:pathLst>
                <a:path w="0" h="591311">
                  <a:moveTo>
                    <a:pt x="0" y="59131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5853932" y="62012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803131" y="5789212"/>
              <a:ext cx="101602" cy="412000"/>
            </a:xfrm>
            <a:custGeom>
              <a:avLst/>
              <a:pathLst>
                <a:path w="101602" h="412000">
                  <a:moveTo>
                    <a:pt x="0" y="0"/>
                  </a:moveTo>
                  <a:lnTo>
                    <a:pt x="0" y="412000"/>
                  </a:lnTo>
                  <a:lnTo>
                    <a:pt x="101602" y="412000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5803131" y="5940962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6531283" y="5382373"/>
              <a:ext cx="0" cy="390563"/>
            </a:xfrm>
            <a:custGeom>
              <a:avLst/>
              <a:pathLst>
                <a:path w="0" h="390563">
                  <a:moveTo>
                    <a:pt x="0" y="39056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6531283" y="6069961"/>
              <a:ext cx="0" cy="131251"/>
            </a:xfrm>
            <a:custGeom>
              <a:avLst/>
              <a:pathLst>
                <a:path w="0" h="131251">
                  <a:moveTo>
                    <a:pt x="0" y="0"/>
                  </a:moveTo>
                  <a:lnTo>
                    <a:pt x="0" y="13125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80481" y="5772936"/>
              <a:ext cx="101602" cy="297025"/>
            </a:xfrm>
            <a:custGeom>
              <a:avLst/>
              <a:pathLst>
                <a:path w="101602" h="297025">
                  <a:moveTo>
                    <a:pt x="0" y="0"/>
                  </a:moveTo>
                  <a:lnTo>
                    <a:pt x="0" y="297025"/>
                  </a:lnTo>
                  <a:lnTo>
                    <a:pt x="101602" y="297025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6480481" y="5913940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465831" y="6031715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5143181" y="592545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820531" y="5923439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6497881" y="589027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tx271"/>
            <p:cNvSpPr/>
            <p:nvPr/>
          </p:nvSpPr>
          <p:spPr>
            <a:xfrm>
              <a:off x="6118815" y="4790117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272" name="pl272"/>
            <p:cNvSpPr/>
            <p:nvPr/>
          </p:nvSpPr>
          <p:spPr>
            <a:xfrm>
              <a:off x="5853932" y="4905568"/>
              <a:ext cx="0" cy="20087"/>
            </a:xfrm>
            <a:custGeom>
              <a:avLst/>
              <a:pathLst>
                <a:path w="0" h="20087">
                  <a:moveTo>
                    <a:pt x="0" y="2008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5853932" y="4905568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6531283" y="4905568"/>
              <a:ext cx="0" cy="20087"/>
            </a:xfrm>
            <a:custGeom>
              <a:avLst/>
              <a:pathLst>
                <a:path w="0" h="20087">
                  <a:moveTo>
                    <a:pt x="0" y="0"/>
                  </a:moveTo>
                  <a:lnTo>
                    <a:pt x="0" y="2008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tx275"/>
            <p:cNvSpPr/>
            <p:nvPr/>
          </p:nvSpPr>
          <p:spPr>
            <a:xfrm>
              <a:off x="5497701" y="4910642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276" name="pl276"/>
            <p:cNvSpPr/>
            <p:nvPr/>
          </p:nvSpPr>
          <p:spPr>
            <a:xfrm>
              <a:off x="5853932" y="5026093"/>
              <a:ext cx="0" cy="20087"/>
            </a:xfrm>
            <a:custGeom>
              <a:avLst/>
              <a:pathLst>
                <a:path w="0" h="20087">
                  <a:moveTo>
                    <a:pt x="0" y="2008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5176582" y="5026093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5176582" y="5026093"/>
              <a:ext cx="0" cy="20087"/>
            </a:xfrm>
            <a:custGeom>
              <a:avLst/>
              <a:pathLst>
                <a:path w="0" h="20087">
                  <a:moveTo>
                    <a:pt x="0" y="0"/>
                  </a:moveTo>
                  <a:lnTo>
                    <a:pt x="0" y="2008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tx279"/>
            <p:cNvSpPr/>
            <p:nvPr/>
          </p:nvSpPr>
          <p:spPr>
            <a:xfrm>
              <a:off x="5829335" y="4428542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280" name="pl280"/>
            <p:cNvSpPr/>
            <p:nvPr/>
          </p:nvSpPr>
          <p:spPr>
            <a:xfrm>
              <a:off x="6531283" y="4543993"/>
              <a:ext cx="0" cy="20087"/>
            </a:xfrm>
            <a:custGeom>
              <a:avLst/>
              <a:pathLst>
                <a:path w="0" h="20087">
                  <a:moveTo>
                    <a:pt x="0" y="2008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5176582" y="4543993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5176582" y="4543993"/>
              <a:ext cx="0" cy="20087"/>
            </a:xfrm>
            <a:custGeom>
              <a:avLst/>
              <a:pathLst>
                <a:path w="0" h="20087">
                  <a:moveTo>
                    <a:pt x="0" y="0"/>
                  </a:moveTo>
                  <a:lnTo>
                    <a:pt x="0" y="2008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tx283"/>
            <p:cNvSpPr/>
            <p:nvPr/>
          </p:nvSpPr>
          <p:spPr>
            <a:xfrm>
              <a:off x="5078193" y="4669592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284" name="pl284"/>
            <p:cNvSpPr/>
            <p:nvPr/>
          </p:nvSpPr>
          <p:spPr>
            <a:xfrm>
              <a:off x="5853932" y="4785043"/>
              <a:ext cx="0" cy="20087"/>
            </a:xfrm>
            <a:custGeom>
              <a:avLst/>
              <a:pathLst>
                <a:path w="0" h="20087">
                  <a:moveTo>
                    <a:pt x="0" y="2008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4499232" y="4785043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4499232" y="4785043"/>
              <a:ext cx="0" cy="20087"/>
            </a:xfrm>
            <a:custGeom>
              <a:avLst/>
              <a:pathLst>
                <a:path w="0" h="20087">
                  <a:moveTo>
                    <a:pt x="0" y="0"/>
                  </a:moveTo>
                  <a:lnTo>
                    <a:pt x="0" y="2008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tx287"/>
            <p:cNvSpPr/>
            <p:nvPr/>
          </p:nvSpPr>
          <p:spPr>
            <a:xfrm>
              <a:off x="5416868" y="4549067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288" name="pl288"/>
            <p:cNvSpPr/>
            <p:nvPr/>
          </p:nvSpPr>
          <p:spPr>
            <a:xfrm>
              <a:off x="6531283" y="4664518"/>
              <a:ext cx="0" cy="20087"/>
            </a:xfrm>
            <a:custGeom>
              <a:avLst/>
              <a:pathLst>
                <a:path w="0" h="20087">
                  <a:moveTo>
                    <a:pt x="0" y="2008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4499232" y="4664518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4499232" y="4664518"/>
              <a:ext cx="0" cy="20087"/>
            </a:xfrm>
            <a:custGeom>
              <a:avLst/>
              <a:pathLst>
                <a:path w="0" h="20087">
                  <a:moveTo>
                    <a:pt x="0" y="0"/>
                  </a:moveTo>
                  <a:lnTo>
                    <a:pt x="0" y="2008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tx291"/>
            <p:cNvSpPr/>
            <p:nvPr/>
          </p:nvSpPr>
          <p:spPr>
            <a:xfrm>
              <a:off x="4739518" y="5031167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292" name="pl292"/>
            <p:cNvSpPr/>
            <p:nvPr/>
          </p:nvSpPr>
          <p:spPr>
            <a:xfrm>
              <a:off x="5176582" y="5146618"/>
              <a:ext cx="0" cy="20087"/>
            </a:xfrm>
            <a:custGeom>
              <a:avLst/>
              <a:pathLst>
                <a:path w="0" h="20087">
                  <a:moveTo>
                    <a:pt x="0" y="2008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4499232" y="5146618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4499232" y="5146618"/>
              <a:ext cx="0" cy="20087"/>
            </a:xfrm>
            <a:custGeom>
              <a:avLst/>
              <a:pathLst>
                <a:path w="0" h="20087">
                  <a:moveTo>
                    <a:pt x="0" y="0"/>
                  </a:moveTo>
                  <a:lnTo>
                    <a:pt x="0" y="2008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4092822" y="3990086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4092822" y="7048247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4092822" y="940955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4092822" y="8697390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4092822" y="7985224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4092822" y="7273058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5515257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5515257" y="918474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5515257" y="918474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5337453" y="9184745"/>
              <a:ext cx="355608" cy="0"/>
            </a:xfrm>
            <a:custGeom>
              <a:avLst/>
              <a:pathLst>
                <a:path w="355608" h="0">
                  <a:moveTo>
                    <a:pt x="0" y="0"/>
                  </a:moveTo>
                  <a:lnTo>
                    <a:pt x="355608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5337453" y="9184745"/>
              <a:ext cx="355608" cy="0"/>
            </a:xfrm>
            <a:custGeom>
              <a:avLst/>
              <a:pathLst>
                <a:path w="355608" h="0">
                  <a:moveTo>
                    <a:pt x="0" y="0"/>
                  </a:moveTo>
                  <a:lnTo>
                    <a:pt x="355608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5481856" y="915134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4092822" y="7048247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7200575" y="931925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7200575" y="305306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7200575" y="2379719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7200575" y="1706372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7200575" y="103302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7606985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8284336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8961686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9639036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7302178" y="1969456"/>
              <a:ext cx="609615" cy="1217379"/>
            </a:xfrm>
            <a:custGeom>
              <a:avLst/>
              <a:pathLst>
                <a:path w="609615" h="1217379">
                  <a:moveTo>
                    <a:pt x="301400" y="1217379"/>
                  </a:moveTo>
                  <a:lnTo>
                    <a:pt x="300804" y="1214997"/>
                  </a:lnTo>
                  <a:lnTo>
                    <a:pt x="300127" y="1212615"/>
                  </a:lnTo>
                  <a:lnTo>
                    <a:pt x="299361" y="1210232"/>
                  </a:lnTo>
                  <a:lnTo>
                    <a:pt x="298497" y="1207850"/>
                  </a:lnTo>
                  <a:lnTo>
                    <a:pt x="297477" y="1205468"/>
                  </a:lnTo>
                  <a:lnTo>
                    <a:pt x="296330" y="1203085"/>
                  </a:lnTo>
                  <a:lnTo>
                    <a:pt x="295046" y="1200703"/>
                  </a:lnTo>
                  <a:lnTo>
                    <a:pt x="293616" y="1198321"/>
                  </a:lnTo>
                  <a:lnTo>
                    <a:pt x="291982" y="1195938"/>
                  </a:lnTo>
                  <a:lnTo>
                    <a:pt x="290138" y="1193556"/>
                  </a:lnTo>
                  <a:lnTo>
                    <a:pt x="288099" y="1191174"/>
                  </a:lnTo>
                  <a:lnTo>
                    <a:pt x="285851" y="1188791"/>
                  </a:lnTo>
                  <a:lnTo>
                    <a:pt x="283365" y="1186409"/>
                  </a:lnTo>
                  <a:lnTo>
                    <a:pt x="280556" y="1184027"/>
                  </a:lnTo>
                  <a:lnTo>
                    <a:pt x="277488" y="1181644"/>
                  </a:lnTo>
                  <a:lnTo>
                    <a:pt x="274147" y="1179262"/>
                  </a:lnTo>
                  <a:lnTo>
                    <a:pt x="270523" y="1176880"/>
                  </a:lnTo>
                  <a:lnTo>
                    <a:pt x="266501" y="1174497"/>
                  </a:lnTo>
                  <a:lnTo>
                    <a:pt x="262134" y="1172115"/>
                  </a:lnTo>
                  <a:lnTo>
                    <a:pt x="257440" y="1169733"/>
                  </a:lnTo>
                  <a:lnTo>
                    <a:pt x="252413" y="1167350"/>
                  </a:lnTo>
                  <a:lnTo>
                    <a:pt x="246989" y="1164968"/>
                  </a:lnTo>
                  <a:lnTo>
                    <a:pt x="241124" y="1162585"/>
                  </a:lnTo>
                  <a:lnTo>
                    <a:pt x="234905" y="1160203"/>
                  </a:lnTo>
                  <a:lnTo>
                    <a:pt x="228333" y="1157821"/>
                  </a:lnTo>
                  <a:lnTo>
                    <a:pt x="221409" y="1155438"/>
                  </a:lnTo>
                  <a:lnTo>
                    <a:pt x="214001" y="1153056"/>
                  </a:lnTo>
                  <a:lnTo>
                    <a:pt x="206255" y="1150674"/>
                  </a:lnTo>
                  <a:lnTo>
                    <a:pt x="198187" y="1148291"/>
                  </a:lnTo>
                  <a:lnTo>
                    <a:pt x="189811" y="1145909"/>
                  </a:lnTo>
                  <a:lnTo>
                    <a:pt x="181083" y="1143527"/>
                  </a:lnTo>
                  <a:lnTo>
                    <a:pt x="172053" y="1141144"/>
                  </a:lnTo>
                  <a:lnTo>
                    <a:pt x="162800" y="1138762"/>
                  </a:lnTo>
                  <a:lnTo>
                    <a:pt x="153349" y="1136380"/>
                  </a:lnTo>
                  <a:lnTo>
                    <a:pt x="143722" y="1133997"/>
                  </a:lnTo>
                  <a:lnTo>
                    <a:pt x="133941" y="1131615"/>
                  </a:lnTo>
                  <a:lnTo>
                    <a:pt x="124102" y="1129233"/>
                  </a:lnTo>
                  <a:lnTo>
                    <a:pt x="114244" y="1126850"/>
                  </a:lnTo>
                  <a:lnTo>
                    <a:pt x="104403" y="1124468"/>
                  </a:lnTo>
                  <a:lnTo>
                    <a:pt x="94667" y="1122086"/>
                  </a:lnTo>
                  <a:lnTo>
                    <a:pt x="85101" y="1119703"/>
                  </a:lnTo>
                  <a:lnTo>
                    <a:pt x="75739" y="1117321"/>
                  </a:lnTo>
                  <a:lnTo>
                    <a:pt x="66626" y="1114939"/>
                  </a:lnTo>
                  <a:lnTo>
                    <a:pt x="57853" y="1112556"/>
                  </a:lnTo>
                  <a:lnTo>
                    <a:pt x="49567" y="1110174"/>
                  </a:lnTo>
                  <a:lnTo>
                    <a:pt x="41721" y="1107791"/>
                  </a:lnTo>
                  <a:lnTo>
                    <a:pt x="34356" y="1105409"/>
                  </a:lnTo>
                  <a:lnTo>
                    <a:pt x="27514" y="1103027"/>
                  </a:lnTo>
                  <a:lnTo>
                    <a:pt x="21471" y="1100644"/>
                  </a:lnTo>
                  <a:lnTo>
                    <a:pt x="16096" y="1098262"/>
                  </a:lnTo>
                  <a:lnTo>
                    <a:pt x="11393" y="1095880"/>
                  </a:lnTo>
                  <a:lnTo>
                    <a:pt x="7389" y="1093497"/>
                  </a:lnTo>
                  <a:lnTo>
                    <a:pt x="4263" y="1091115"/>
                  </a:lnTo>
                  <a:lnTo>
                    <a:pt x="2061" y="1088733"/>
                  </a:lnTo>
                  <a:lnTo>
                    <a:pt x="637" y="1086350"/>
                  </a:lnTo>
                  <a:lnTo>
                    <a:pt x="0" y="1083968"/>
                  </a:lnTo>
                  <a:lnTo>
                    <a:pt x="26" y="1083609"/>
                  </a:lnTo>
                  <a:lnTo>
                    <a:pt x="176" y="1081586"/>
                  </a:lnTo>
                  <a:lnTo>
                    <a:pt x="1445" y="1079203"/>
                  </a:lnTo>
                  <a:lnTo>
                    <a:pt x="3491" y="1076821"/>
                  </a:lnTo>
                  <a:lnTo>
                    <a:pt x="6298" y="1074439"/>
                  </a:lnTo>
                  <a:lnTo>
                    <a:pt x="9851" y="1072056"/>
                  </a:lnTo>
                  <a:lnTo>
                    <a:pt x="14317" y="1069674"/>
                  </a:lnTo>
                  <a:lnTo>
                    <a:pt x="19549" y="1067292"/>
                  </a:lnTo>
                  <a:lnTo>
                    <a:pt x="25415" y="1064909"/>
                  </a:lnTo>
                  <a:lnTo>
                    <a:pt x="31880" y="1062527"/>
                  </a:lnTo>
                  <a:lnTo>
                    <a:pt x="38961" y="1060144"/>
                  </a:lnTo>
                  <a:lnTo>
                    <a:pt x="46688" y="1057762"/>
                  </a:lnTo>
                  <a:lnTo>
                    <a:pt x="54844" y="1055380"/>
                  </a:lnTo>
                  <a:lnTo>
                    <a:pt x="63385" y="1052997"/>
                  </a:lnTo>
                  <a:lnTo>
                    <a:pt x="72268" y="1050615"/>
                  </a:lnTo>
                  <a:lnTo>
                    <a:pt x="81516" y="1048233"/>
                  </a:lnTo>
                  <a:lnTo>
                    <a:pt x="90973" y="1045850"/>
                  </a:lnTo>
                  <a:lnTo>
                    <a:pt x="100577" y="1043468"/>
                  </a:lnTo>
                  <a:lnTo>
                    <a:pt x="110285" y="1041086"/>
                  </a:lnTo>
                  <a:lnTo>
                    <a:pt x="120051" y="1038703"/>
                  </a:lnTo>
                  <a:lnTo>
                    <a:pt x="129794" y="1036321"/>
                  </a:lnTo>
                  <a:lnTo>
                    <a:pt x="139465" y="1033939"/>
                  </a:lnTo>
                  <a:lnTo>
                    <a:pt x="149031" y="1031556"/>
                  </a:lnTo>
                  <a:lnTo>
                    <a:pt x="158456" y="1029174"/>
                  </a:lnTo>
                  <a:lnTo>
                    <a:pt x="167610" y="1026792"/>
                  </a:lnTo>
                  <a:lnTo>
                    <a:pt x="176528" y="1024409"/>
                  </a:lnTo>
                  <a:lnTo>
                    <a:pt x="185188" y="1022027"/>
                  </a:lnTo>
                  <a:lnTo>
                    <a:pt x="193568" y="1019645"/>
                  </a:lnTo>
                  <a:lnTo>
                    <a:pt x="201567" y="1017262"/>
                  </a:lnTo>
                  <a:lnTo>
                    <a:pt x="209181" y="1014880"/>
                  </a:lnTo>
                  <a:lnTo>
                    <a:pt x="216454" y="1012498"/>
                  </a:lnTo>
                  <a:lnTo>
                    <a:pt x="223376" y="1010115"/>
                  </a:lnTo>
                  <a:lnTo>
                    <a:pt x="229913" y="1007733"/>
                  </a:lnTo>
                  <a:lnTo>
                    <a:pt x="235965" y="1005350"/>
                  </a:lnTo>
                  <a:lnTo>
                    <a:pt x="241655" y="1002968"/>
                  </a:lnTo>
                  <a:lnTo>
                    <a:pt x="246986" y="1000586"/>
                  </a:lnTo>
                  <a:lnTo>
                    <a:pt x="251960" y="998203"/>
                  </a:lnTo>
                  <a:lnTo>
                    <a:pt x="256476" y="995821"/>
                  </a:lnTo>
                  <a:lnTo>
                    <a:pt x="260624" y="993439"/>
                  </a:lnTo>
                  <a:lnTo>
                    <a:pt x="264448" y="991056"/>
                  </a:lnTo>
                  <a:lnTo>
                    <a:pt x="267957" y="988674"/>
                  </a:lnTo>
                  <a:lnTo>
                    <a:pt x="271118" y="986292"/>
                  </a:lnTo>
                  <a:lnTo>
                    <a:pt x="273921" y="983909"/>
                  </a:lnTo>
                  <a:lnTo>
                    <a:pt x="276458" y="981527"/>
                  </a:lnTo>
                  <a:lnTo>
                    <a:pt x="278741" y="979145"/>
                  </a:lnTo>
                  <a:lnTo>
                    <a:pt x="280782" y="976762"/>
                  </a:lnTo>
                  <a:lnTo>
                    <a:pt x="282515" y="974380"/>
                  </a:lnTo>
                  <a:lnTo>
                    <a:pt x="284042" y="971998"/>
                  </a:lnTo>
                  <a:lnTo>
                    <a:pt x="285379" y="969615"/>
                  </a:lnTo>
                  <a:lnTo>
                    <a:pt x="286538" y="967233"/>
                  </a:lnTo>
                  <a:lnTo>
                    <a:pt x="287498" y="964851"/>
                  </a:lnTo>
                  <a:lnTo>
                    <a:pt x="288285" y="962468"/>
                  </a:lnTo>
                  <a:lnTo>
                    <a:pt x="288940" y="960086"/>
                  </a:lnTo>
                  <a:lnTo>
                    <a:pt x="289472" y="957704"/>
                  </a:lnTo>
                  <a:lnTo>
                    <a:pt x="289886" y="955321"/>
                  </a:lnTo>
                  <a:lnTo>
                    <a:pt x="290164" y="952939"/>
                  </a:lnTo>
                  <a:lnTo>
                    <a:pt x="290354" y="950556"/>
                  </a:lnTo>
                  <a:lnTo>
                    <a:pt x="290464" y="948174"/>
                  </a:lnTo>
                  <a:lnTo>
                    <a:pt x="290500" y="945792"/>
                  </a:lnTo>
                  <a:lnTo>
                    <a:pt x="290451" y="943409"/>
                  </a:lnTo>
                  <a:lnTo>
                    <a:pt x="290338" y="941027"/>
                  </a:lnTo>
                  <a:lnTo>
                    <a:pt x="290174" y="938645"/>
                  </a:lnTo>
                  <a:lnTo>
                    <a:pt x="289963" y="936262"/>
                  </a:lnTo>
                  <a:lnTo>
                    <a:pt x="289704" y="933880"/>
                  </a:lnTo>
                  <a:lnTo>
                    <a:pt x="289398" y="931498"/>
                  </a:lnTo>
                  <a:lnTo>
                    <a:pt x="289059" y="929115"/>
                  </a:lnTo>
                  <a:lnTo>
                    <a:pt x="288689" y="926733"/>
                  </a:lnTo>
                  <a:lnTo>
                    <a:pt x="288292" y="924351"/>
                  </a:lnTo>
                  <a:lnTo>
                    <a:pt x="287861" y="921968"/>
                  </a:lnTo>
                  <a:lnTo>
                    <a:pt x="287407" y="919586"/>
                  </a:lnTo>
                  <a:lnTo>
                    <a:pt x="286932" y="917204"/>
                  </a:lnTo>
                  <a:lnTo>
                    <a:pt x="286439" y="914821"/>
                  </a:lnTo>
                  <a:lnTo>
                    <a:pt x="285925" y="912439"/>
                  </a:lnTo>
                  <a:lnTo>
                    <a:pt x="285391" y="910057"/>
                  </a:lnTo>
                  <a:lnTo>
                    <a:pt x="284843" y="907674"/>
                  </a:lnTo>
                  <a:lnTo>
                    <a:pt x="284281" y="905292"/>
                  </a:lnTo>
                  <a:lnTo>
                    <a:pt x="283706" y="902910"/>
                  </a:lnTo>
                  <a:lnTo>
                    <a:pt x="283113" y="900527"/>
                  </a:lnTo>
                  <a:lnTo>
                    <a:pt x="282510" y="898145"/>
                  </a:lnTo>
                  <a:lnTo>
                    <a:pt x="281896" y="895762"/>
                  </a:lnTo>
                  <a:lnTo>
                    <a:pt x="281272" y="893380"/>
                  </a:lnTo>
                  <a:lnTo>
                    <a:pt x="280636" y="890998"/>
                  </a:lnTo>
                  <a:lnTo>
                    <a:pt x="279990" y="888615"/>
                  </a:lnTo>
                  <a:lnTo>
                    <a:pt x="279337" y="886233"/>
                  </a:lnTo>
                  <a:lnTo>
                    <a:pt x="278676" y="883851"/>
                  </a:lnTo>
                  <a:lnTo>
                    <a:pt x="278007" y="881468"/>
                  </a:lnTo>
                  <a:lnTo>
                    <a:pt x="277330" y="879086"/>
                  </a:lnTo>
                  <a:lnTo>
                    <a:pt x="276647" y="876704"/>
                  </a:lnTo>
                  <a:lnTo>
                    <a:pt x="275959" y="874321"/>
                  </a:lnTo>
                  <a:lnTo>
                    <a:pt x="275267" y="871939"/>
                  </a:lnTo>
                  <a:lnTo>
                    <a:pt x="274569" y="869557"/>
                  </a:lnTo>
                  <a:lnTo>
                    <a:pt x="273868" y="867174"/>
                  </a:lnTo>
                  <a:lnTo>
                    <a:pt x="273164" y="864792"/>
                  </a:lnTo>
                  <a:lnTo>
                    <a:pt x="272458" y="862410"/>
                  </a:lnTo>
                  <a:lnTo>
                    <a:pt x="271750" y="860027"/>
                  </a:lnTo>
                  <a:lnTo>
                    <a:pt x="271040" y="857645"/>
                  </a:lnTo>
                  <a:lnTo>
                    <a:pt x="270329" y="855263"/>
                  </a:lnTo>
                  <a:lnTo>
                    <a:pt x="269618" y="852880"/>
                  </a:lnTo>
                  <a:lnTo>
                    <a:pt x="268906" y="850498"/>
                  </a:lnTo>
                  <a:lnTo>
                    <a:pt x="268195" y="848115"/>
                  </a:lnTo>
                  <a:lnTo>
                    <a:pt x="267485" y="845733"/>
                  </a:lnTo>
                  <a:lnTo>
                    <a:pt x="266776" y="843351"/>
                  </a:lnTo>
                  <a:lnTo>
                    <a:pt x="266067" y="840968"/>
                  </a:lnTo>
                  <a:lnTo>
                    <a:pt x="265361" y="838586"/>
                  </a:lnTo>
                  <a:lnTo>
                    <a:pt x="264657" y="836204"/>
                  </a:lnTo>
                  <a:lnTo>
                    <a:pt x="263954" y="833821"/>
                  </a:lnTo>
                  <a:lnTo>
                    <a:pt x="263253" y="831439"/>
                  </a:lnTo>
                  <a:lnTo>
                    <a:pt x="262555" y="829057"/>
                  </a:lnTo>
                  <a:lnTo>
                    <a:pt x="261860" y="826674"/>
                  </a:lnTo>
                  <a:lnTo>
                    <a:pt x="261167" y="824292"/>
                  </a:lnTo>
                  <a:lnTo>
                    <a:pt x="260477" y="821910"/>
                  </a:lnTo>
                  <a:lnTo>
                    <a:pt x="259790" y="819527"/>
                  </a:lnTo>
                  <a:lnTo>
                    <a:pt x="259106" y="817145"/>
                  </a:lnTo>
                  <a:lnTo>
                    <a:pt x="258426" y="814763"/>
                  </a:lnTo>
                  <a:lnTo>
                    <a:pt x="257749" y="812380"/>
                  </a:lnTo>
                  <a:lnTo>
                    <a:pt x="257076" y="809998"/>
                  </a:lnTo>
                  <a:lnTo>
                    <a:pt x="256408" y="807616"/>
                  </a:lnTo>
                  <a:lnTo>
                    <a:pt x="255744" y="805233"/>
                  </a:lnTo>
                  <a:lnTo>
                    <a:pt x="255086" y="802851"/>
                  </a:lnTo>
                  <a:lnTo>
                    <a:pt x="254432" y="800469"/>
                  </a:lnTo>
                  <a:lnTo>
                    <a:pt x="253784" y="798086"/>
                  </a:lnTo>
                  <a:lnTo>
                    <a:pt x="253144" y="795704"/>
                  </a:lnTo>
                  <a:lnTo>
                    <a:pt x="252511" y="793321"/>
                  </a:lnTo>
                  <a:lnTo>
                    <a:pt x="251885" y="790939"/>
                  </a:lnTo>
                  <a:lnTo>
                    <a:pt x="251267" y="788557"/>
                  </a:lnTo>
                  <a:lnTo>
                    <a:pt x="250659" y="786174"/>
                  </a:lnTo>
                  <a:lnTo>
                    <a:pt x="250062" y="783792"/>
                  </a:lnTo>
                  <a:lnTo>
                    <a:pt x="249476" y="781410"/>
                  </a:lnTo>
                  <a:lnTo>
                    <a:pt x="248901" y="779027"/>
                  </a:lnTo>
                  <a:lnTo>
                    <a:pt x="248338" y="776645"/>
                  </a:lnTo>
                  <a:lnTo>
                    <a:pt x="247793" y="774263"/>
                  </a:lnTo>
                  <a:lnTo>
                    <a:pt x="247261" y="771880"/>
                  </a:lnTo>
                  <a:lnTo>
                    <a:pt x="246744" y="769498"/>
                  </a:lnTo>
                  <a:lnTo>
                    <a:pt x="246243" y="767116"/>
                  </a:lnTo>
                  <a:lnTo>
                    <a:pt x="245763" y="764733"/>
                  </a:lnTo>
                  <a:lnTo>
                    <a:pt x="245303" y="762351"/>
                  </a:lnTo>
                  <a:lnTo>
                    <a:pt x="244861" y="759969"/>
                  </a:lnTo>
                  <a:lnTo>
                    <a:pt x="244439" y="757586"/>
                  </a:lnTo>
                  <a:lnTo>
                    <a:pt x="244039" y="755204"/>
                  </a:lnTo>
                  <a:lnTo>
                    <a:pt x="243666" y="752822"/>
                  </a:lnTo>
                  <a:lnTo>
                    <a:pt x="243315" y="750439"/>
                  </a:lnTo>
                  <a:lnTo>
                    <a:pt x="242987" y="748057"/>
                  </a:lnTo>
                  <a:lnTo>
                    <a:pt x="242681" y="745675"/>
                  </a:lnTo>
                  <a:lnTo>
                    <a:pt x="242408" y="743292"/>
                  </a:lnTo>
                  <a:lnTo>
                    <a:pt x="242337" y="742606"/>
                  </a:lnTo>
                  <a:lnTo>
                    <a:pt x="242161" y="740910"/>
                  </a:lnTo>
                  <a:lnTo>
                    <a:pt x="241938" y="738527"/>
                  </a:lnTo>
                  <a:lnTo>
                    <a:pt x="241740" y="736145"/>
                  </a:lnTo>
                  <a:lnTo>
                    <a:pt x="241572" y="733763"/>
                  </a:lnTo>
                  <a:lnTo>
                    <a:pt x="241436" y="731380"/>
                  </a:lnTo>
                  <a:lnTo>
                    <a:pt x="241325" y="728998"/>
                  </a:lnTo>
                  <a:lnTo>
                    <a:pt x="241239" y="726616"/>
                  </a:lnTo>
                  <a:lnTo>
                    <a:pt x="241179" y="724233"/>
                  </a:lnTo>
                  <a:lnTo>
                    <a:pt x="241154" y="721851"/>
                  </a:lnTo>
                  <a:lnTo>
                    <a:pt x="241155" y="719469"/>
                  </a:lnTo>
                  <a:lnTo>
                    <a:pt x="241179" y="717086"/>
                  </a:lnTo>
                  <a:lnTo>
                    <a:pt x="241228" y="714704"/>
                  </a:lnTo>
                  <a:lnTo>
                    <a:pt x="241307" y="712322"/>
                  </a:lnTo>
                  <a:lnTo>
                    <a:pt x="241411" y="709939"/>
                  </a:lnTo>
                  <a:lnTo>
                    <a:pt x="241539" y="707557"/>
                  </a:lnTo>
                  <a:lnTo>
                    <a:pt x="241687" y="705175"/>
                  </a:lnTo>
                  <a:lnTo>
                    <a:pt x="241859" y="702792"/>
                  </a:lnTo>
                  <a:lnTo>
                    <a:pt x="242057" y="700410"/>
                  </a:lnTo>
                  <a:lnTo>
                    <a:pt x="242274" y="698028"/>
                  </a:lnTo>
                  <a:lnTo>
                    <a:pt x="242510" y="695645"/>
                  </a:lnTo>
                  <a:lnTo>
                    <a:pt x="242763" y="693263"/>
                  </a:lnTo>
                  <a:lnTo>
                    <a:pt x="243039" y="690881"/>
                  </a:lnTo>
                  <a:lnTo>
                    <a:pt x="243332" y="688498"/>
                  </a:lnTo>
                  <a:lnTo>
                    <a:pt x="243640" y="686116"/>
                  </a:lnTo>
                  <a:lnTo>
                    <a:pt x="243962" y="683733"/>
                  </a:lnTo>
                  <a:lnTo>
                    <a:pt x="244300" y="681351"/>
                  </a:lnTo>
                  <a:lnTo>
                    <a:pt x="244654" y="678969"/>
                  </a:lnTo>
                  <a:lnTo>
                    <a:pt x="245020" y="676586"/>
                  </a:lnTo>
                  <a:lnTo>
                    <a:pt x="245397" y="674204"/>
                  </a:lnTo>
                  <a:lnTo>
                    <a:pt x="245785" y="671822"/>
                  </a:lnTo>
                  <a:lnTo>
                    <a:pt x="246188" y="669439"/>
                  </a:lnTo>
                  <a:lnTo>
                    <a:pt x="246601" y="667057"/>
                  </a:lnTo>
                  <a:lnTo>
                    <a:pt x="247022" y="664675"/>
                  </a:lnTo>
                  <a:lnTo>
                    <a:pt x="247452" y="662292"/>
                  </a:lnTo>
                  <a:lnTo>
                    <a:pt x="247893" y="659910"/>
                  </a:lnTo>
                  <a:lnTo>
                    <a:pt x="248342" y="657528"/>
                  </a:lnTo>
                  <a:lnTo>
                    <a:pt x="248799" y="655145"/>
                  </a:lnTo>
                  <a:lnTo>
                    <a:pt x="249262" y="652763"/>
                  </a:lnTo>
                  <a:lnTo>
                    <a:pt x="249733" y="650381"/>
                  </a:lnTo>
                  <a:lnTo>
                    <a:pt x="250212" y="647998"/>
                  </a:lnTo>
                  <a:lnTo>
                    <a:pt x="250697" y="645616"/>
                  </a:lnTo>
                  <a:lnTo>
                    <a:pt x="251187" y="643234"/>
                  </a:lnTo>
                  <a:lnTo>
                    <a:pt x="251681" y="640851"/>
                  </a:lnTo>
                  <a:lnTo>
                    <a:pt x="252182" y="638469"/>
                  </a:lnTo>
                  <a:lnTo>
                    <a:pt x="252687" y="636086"/>
                  </a:lnTo>
                  <a:lnTo>
                    <a:pt x="253195" y="633704"/>
                  </a:lnTo>
                  <a:lnTo>
                    <a:pt x="253706" y="631322"/>
                  </a:lnTo>
                  <a:lnTo>
                    <a:pt x="254219" y="628939"/>
                  </a:lnTo>
                  <a:lnTo>
                    <a:pt x="254735" y="626557"/>
                  </a:lnTo>
                  <a:lnTo>
                    <a:pt x="255252" y="624175"/>
                  </a:lnTo>
                  <a:lnTo>
                    <a:pt x="255770" y="621792"/>
                  </a:lnTo>
                  <a:lnTo>
                    <a:pt x="256288" y="619410"/>
                  </a:lnTo>
                  <a:lnTo>
                    <a:pt x="256805" y="617028"/>
                  </a:lnTo>
                  <a:lnTo>
                    <a:pt x="257320" y="614645"/>
                  </a:lnTo>
                  <a:lnTo>
                    <a:pt x="257834" y="612263"/>
                  </a:lnTo>
                  <a:lnTo>
                    <a:pt x="258346" y="609881"/>
                  </a:lnTo>
                  <a:lnTo>
                    <a:pt x="258854" y="607498"/>
                  </a:lnTo>
                  <a:lnTo>
                    <a:pt x="259359" y="605116"/>
                  </a:lnTo>
                  <a:lnTo>
                    <a:pt x="259860" y="602734"/>
                  </a:lnTo>
                  <a:lnTo>
                    <a:pt x="260357" y="600351"/>
                  </a:lnTo>
                  <a:lnTo>
                    <a:pt x="260850" y="597969"/>
                  </a:lnTo>
                  <a:lnTo>
                    <a:pt x="261337" y="595587"/>
                  </a:lnTo>
                  <a:lnTo>
                    <a:pt x="261820" y="593204"/>
                  </a:lnTo>
                  <a:lnTo>
                    <a:pt x="262298" y="590822"/>
                  </a:lnTo>
                  <a:lnTo>
                    <a:pt x="262771" y="588440"/>
                  </a:lnTo>
                  <a:lnTo>
                    <a:pt x="263239" y="586057"/>
                  </a:lnTo>
                  <a:lnTo>
                    <a:pt x="263703" y="583675"/>
                  </a:lnTo>
                  <a:lnTo>
                    <a:pt x="264163" y="581292"/>
                  </a:lnTo>
                  <a:lnTo>
                    <a:pt x="264619" y="578910"/>
                  </a:lnTo>
                  <a:lnTo>
                    <a:pt x="265072" y="576528"/>
                  </a:lnTo>
                  <a:lnTo>
                    <a:pt x="265521" y="574145"/>
                  </a:lnTo>
                  <a:lnTo>
                    <a:pt x="265969" y="571763"/>
                  </a:lnTo>
                  <a:lnTo>
                    <a:pt x="266416" y="569381"/>
                  </a:lnTo>
                  <a:lnTo>
                    <a:pt x="266861" y="566998"/>
                  </a:lnTo>
                  <a:lnTo>
                    <a:pt x="267307" y="564616"/>
                  </a:lnTo>
                  <a:lnTo>
                    <a:pt x="267753" y="562234"/>
                  </a:lnTo>
                  <a:lnTo>
                    <a:pt x="268200" y="559851"/>
                  </a:lnTo>
                  <a:lnTo>
                    <a:pt x="268650" y="557469"/>
                  </a:lnTo>
                  <a:lnTo>
                    <a:pt x="269101" y="555087"/>
                  </a:lnTo>
                  <a:lnTo>
                    <a:pt x="269557" y="552704"/>
                  </a:lnTo>
                  <a:lnTo>
                    <a:pt x="270016" y="550322"/>
                  </a:lnTo>
                  <a:lnTo>
                    <a:pt x="270478" y="547940"/>
                  </a:lnTo>
                  <a:lnTo>
                    <a:pt x="270945" y="545557"/>
                  </a:lnTo>
                  <a:lnTo>
                    <a:pt x="271419" y="543175"/>
                  </a:lnTo>
                  <a:lnTo>
                    <a:pt x="271896" y="540793"/>
                  </a:lnTo>
                  <a:lnTo>
                    <a:pt x="272379" y="538410"/>
                  </a:lnTo>
                  <a:lnTo>
                    <a:pt x="272867" y="536028"/>
                  </a:lnTo>
                  <a:lnTo>
                    <a:pt x="273361" y="533646"/>
                  </a:lnTo>
                  <a:lnTo>
                    <a:pt x="273860" y="531263"/>
                  </a:lnTo>
                  <a:lnTo>
                    <a:pt x="274363" y="528881"/>
                  </a:lnTo>
                  <a:lnTo>
                    <a:pt x="274871" y="526498"/>
                  </a:lnTo>
                  <a:lnTo>
                    <a:pt x="275383" y="524116"/>
                  </a:lnTo>
                  <a:lnTo>
                    <a:pt x="275899" y="521734"/>
                  </a:lnTo>
                  <a:lnTo>
                    <a:pt x="276418" y="519351"/>
                  </a:lnTo>
                  <a:lnTo>
                    <a:pt x="276938" y="516969"/>
                  </a:lnTo>
                  <a:lnTo>
                    <a:pt x="277461" y="514587"/>
                  </a:lnTo>
                  <a:lnTo>
                    <a:pt x="277985" y="512204"/>
                  </a:lnTo>
                  <a:lnTo>
                    <a:pt x="278508" y="509822"/>
                  </a:lnTo>
                  <a:lnTo>
                    <a:pt x="279031" y="507440"/>
                  </a:lnTo>
                  <a:lnTo>
                    <a:pt x="279553" y="505057"/>
                  </a:lnTo>
                  <a:lnTo>
                    <a:pt x="280072" y="502675"/>
                  </a:lnTo>
                  <a:lnTo>
                    <a:pt x="280587" y="500293"/>
                  </a:lnTo>
                  <a:lnTo>
                    <a:pt x="281099" y="497910"/>
                  </a:lnTo>
                  <a:lnTo>
                    <a:pt x="281607" y="495528"/>
                  </a:lnTo>
                  <a:lnTo>
                    <a:pt x="282110" y="493146"/>
                  </a:lnTo>
                  <a:lnTo>
                    <a:pt x="282605" y="490763"/>
                  </a:lnTo>
                  <a:lnTo>
                    <a:pt x="283093" y="488381"/>
                  </a:lnTo>
                  <a:lnTo>
                    <a:pt x="283575" y="485999"/>
                  </a:lnTo>
                  <a:lnTo>
                    <a:pt x="284050" y="483616"/>
                  </a:lnTo>
                  <a:lnTo>
                    <a:pt x="284515" y="481234"/>
                  </a:lnTo>
                  <a:lnTo>
                    <a:pt x="284971" y="478852"/>
                  </a:lnTo>
                  <a:lnTo>
                    <a:pt x="285418" y="476469"/>
                  </a:lnTo>
                  <a:lnTo>
                    <a:pt x="285857" y="474087"/>
                  </a:lnTo>
                  <a:lnTo>
                    <a:pt x="286286" y="471704"/>
                  </a:lnTo>
                  <a:lnTo>
                    <a:pt x="286703" y="469322"/>
                  </a:lnTo>
                  <a:lnTo>
                    <a:pt x="287111" y="466940"/>
                  </a:lnTo>
                  <a:lnTo>
                    <a:pt x="287510" y="464557"/>
                  </a:lnTo>
                  <a:lnTo>
                    <a:pt x="287900" y="462175"/>
                  </a:lnTo>
                  <a:lnTo>
                    <a:pt x="288277" y="459793"/>
                  </a:lnTo>
                  <a:lnTo>
                    <a:pt x="288645" y="457410"/>
                  </a:lnTo>
                  <a:lnTo>
                    <a:pt x="289004" y="455028"/>
                  </a:lnTo>
                  <a:lnTo>
                    <a:pt x="289354" y="452646"/>
                  </a:lnTo>
                  <a:lnTo>
                    <a:pt x="289694" y="450263"/>
                  </a:lnTo>
                  <a:lnTo>
                    <a:pt x="290024" y="447881"/>
                  </a:lnTo>
                  <a:lnTo>
                    <a:pt x="290346" y="445499"/>
                  </a:lnTo>
                  <a:lnTo>
                    <a:pt x="290659" y="443116"/>
                  </a:lnTo>
                  <a:lnTo>
                    <a:pt x="290965" y="440734"/>
                  </a:lnTo>
                  <a:lnTo>
                    <a:pt x="291261" y="438352"/>
                  </a:lnTo>
                  <a:lnTo>
                    <a:pt x="291550" y="435969"/>
                  </a:lnTo>
                  <a:lnTo>
                    <a:pt x="291831" y="433587"/>
                  </a:lnTo>
                  <a:lnTo>
                    <a:pt x="292107" y="431205"/>
                  </a:lnTo>
                  <a:lnTo>
                    <a:pt x="292375" y="428822"/>
                  </a:lnTo>
                  <a:lnTo>
                    <a:pt x="292635" y="426440"/>
                  </a:lnTo>
                  <a:lnTo>
                    <a:pt x="292891" y="424057"/>
                  </a:lnTo>
                  <a:lnTo>
                    <a:pt x="293141" y="421675"/>
                  </a:lnTo>
                  <a:lnTo>
                    <a:pt x="293385" y="419293"/>
                  </a:lnTo>
                  <a:lnTo>
                    <a:pt x="293623" y="416910"/>
                  </a:lnTo>
                  <a:lnTo>
                    <a:pt x="293857" y="414528"/>
                  </a:lnTo>
                  <a:lnTo>
                    <a:pt x="294087" y="412146"/>
                  </a:lnTo>
                  <a:lnTo>
                    <a:pt x="294313" y="409763"/>
                  </a:lnTo>
                  <a:lnTo>
                    <a:pt x="294534" y="407381"/>
                  </a:lnTo>
                  <a:lnTo>
                    <a:pt x="294751" y="404999"/>
                  </a:lnTo>
                  <a:lnTo>
                    <a:pt x="294966" y="402616"/>
                  </a:lnTo>
                  <a:lnTo>
                    <a:pt x="295177" y="400234"/>
                  </a:lnTo>
                  <a:lnTo>
                    <a:pt x="295386" y="397852"/>
                  </a:lnTo>
                  <a:lnTo>
                    <a:pt x="295591" y="395469"/>
                  </a:lnTo>
                  <a:lnTo>
                    <a:pt x="295794" y="393087"/>
                  </a:lnTo>
                  <a:lnTo>
                    <a:pt x="295995" y="390705"/>
                  </a:lnTo>
                  <a:lnTo>
                    <a:pt x="296195" y="388322"/>
                  </a:lnTo>
                  <a:lnTo>
                    <a:pt x="296392" y="385940"/>
                  </a:lnTo>
                  <a:lnTo>
                    <a:pt x="296587" y="383558"/>
                  </a:lnTo>
                  <a:lnTo>
                    <a:pt x="296781" y="381175"/>
                  </a:lnTo>
                  <a:lnTo>
                    <a:pt x="296974" y="378793"/>
                  </a:lnTo>
                  <a:lnTo>
                    <a:pt x="297166" y="376411"/>
                  </a:lnTo>
                  <a:lnTo>
                    <a:pt x="297356" y="374028"/>
                  </a:lnTo>
                  <a:lnTo>
                    <a:pt x="297546" y="371646"/>
                  </a:lnTo>
                  <a:lnTo>
                    <a:pt x="297734" y="369263"/>
                  </a:lnTo>
                  <a:lnTo>
                    <a:pt x="297922" y="366881"/>
                  </a:lnTo>
                  <a:lnTo>
                    <a:pt x="298109" y="364499"/>
                  </a:lnTo>
                  <a:lnTo>
                    <a:pt x="298294" y="362116"/>
                  </a:lnTo>
                  <a:lnTo>
                    <a:pt x="298479" y="359734"/>
                  </a:lnTo>
                  <a:lnTo>
                    <a:pt x="298663" y="357352"/>
                  </a:lnTo>
                  <a:lnTo>
                    <a:pt x="298845" y="354969"/>
                  </a:lnTo>
                  <a:lnTo>
                    <a:pt x="299026" y="352587"/>
                  </a:lnTo>
                  <a:lnTo>
                    <a:pt x="299206" y="350205"/>
                  </a:lnTo>
                  <a:lnTo>
                    <a:pt x="299385" y="347822"/>
                  </a:lnTo>
                  <a:lnTo>
                    <a:pt x="299562" y="345440"/>
                  </a:lnTo>
                  <a:lnTo>
                    <a:pt x="299736" y="343058"/>
                  </a:lnTo>
                  <a:lnTo>
                    <a:pt x="299909" y="340675"/>
                  </a:lnTo>
                  <a:lnTo>
                    <a:pt x="300080" y="338293"/>
                  </a:lnTo>
                  <a:lnTo>
                    <a:pt x="300249" y="335911"/>
                  </a:lnTo>
                  <a:lnTo>
                    <a:pt x="300414" y="333528"/>
                  </a:lnTo>
                  <a:lnTo>
                    <a:pt x="300577" y="331146"/>
                  </a:lnTo>
                  <a:lnTo>
                    <a:pt x="300737" y="328764"/>
                  </a:lnTo>
                  <a:lnTo>
                    <a:pt x="300893" y="326381"/>
                  </a:lnTo>
                  <a:lnTo>
                    <a:pt x="301047" y="323999"/>
                  </a:lnTo>
                  <a:lnTo>
                    <a:pt x="301196" y="321617"/>
                  </a:lnTo>
                  <a:lnTo>
                    <a:pt x="301341" y="319234"/>
                  </a:lnTo>
                  <a:lnTo>
                    <a:pt x="301483" y="316852"/>
                  </a:lnTo>
                  <a:lnTo>
                    <a:pt x="301621" y="314469"/>
                  </a:lnTo>
                  <a:lnTo>
                    <a:pt x="301753" y="312087"/>
                  </a:lnTo>
                  <a:lnTo>
                    <a:pt x="301882" y="309705"/>
                  </a:lnTo>
                  <a:lnTo>
                    <a:pt x="302006" y="307322"/>
                  </a:lnTo>
                  <a:lnTo>
                    <a:pt x="302126" y="304940"/>
                  </a:lnTo>
                  <a:lnTo>
                    <a:pt x="302240" y="302558"/>
                  </a:lnTo>
                  <a:lnTo>
                    <a:pt x="302350" y="300175"/>
                  </a:lnTo>
                  <a:lnTo>
                    <a:pt x="302455" y="297793"/>
                  </a:lnTo>
                  <a:lnTo>
                    <a:pt x="302557" y="295411"/>
                  </a:lnTo>
                  <a:lnTo>
                    <a:pt x="302653" y="293028"/>
                  </a:lnTo>
                  <a:lnTo>
                    <a:pt x="302744" y="290646"/>
                  </a:lnTo>
                  <a:lnTo>
                    <a:pt x="302831" y="288264"/>
                  </a:lnTo>
                  <a:lnTo>
                    <a:pt x="302914" y="285881"/>
                  </a:lnTo>
                  <a:lnTo>
                    <a:pt x="302993" y="283499"/>
                  </a:lnTo>
                  <a:lnTo>
                    <a:pt x="303066" y="281117"/>
                  </a:lnTo>
                  <a:lnTo>
                    <a:pt x="303136" y="278734"/>
                  </a:lnTo>
                  <a:lnTo>
                    <a:pt x="303203" y="276352"/>
                  </a:lnTo>
                  <a:lnTo>
                    <a:pt x="303266" y="273970"/>
                  </a:lnTo>
                  <a:lnTo>
                    <a:pt x="303325" y="271587"/>
                  </a:lnTo>
                  <a:lnTo>
                    <a:pt x="303380" y="269205"/>
                  </a:lnTo>
                  <a:lnTo>
                    <a:pt x="303433" y="266823"/>
                  </a:lnTo>
                  <a:lnTo>
                    <a:pt x="303483" y="264440"/>
                  </a:lnTo>
                  <a:lnTo>
                    <a:pt x="303530" y="262058"/>
                  </a:lnTo>
                  <a:lnTo>
                    <a:pt x="303575" y="259675"/>
                  </a:lnTo>
                  <a:lnTo>
                    <a:pt x="303616" y="257293"/>
                  </a:lnTo>
                  <a:lnTo>
                    <a:pt x="303656" y="254911"/>
                  </a:lnTo>
                  <a:lnTo>
                    <a:pt x="303694" y="252528"/>
                  </a:lnTo>
                  <a:lnTo>
                    <a:pt x="303730" y="250146"/>
                  </a:lnTo>
                  <a:lnTo>
                    <a:pt x="303765" y="247764"/>
                  </a:lnTo>
                  <a:lnTo>
                    <a:pt x="303797" y="245381"/>
                  </a:lnTo>
                  <a:lnTo>
                    <a:pt x="303829" y="242999"/>
                  </a:lnTo>
                  <a:lnTo>
                    <a:pt x="303859" y="240617"/>
                  </a:lnTo>
                  <a:lnTo>
                    <a:pt x="303887" y="238234"/>
                  </a:lnTo>
                  <a:lnTo>
                    <a:pt x="303915" y="235852"/>
                  </a:lnTo>
                  <a:lnTo>
                    <a:pt x="303942" y="233470"/>
                  </a:lnTo>
                  <a:lnTo>
                    <a:pt x="303968" y="231087"/>
                  </a:lnTo>
                  <a:lnTo>
                    <a:pt x="303992" y="228705"/>
                  </a:lnTo>
                  <a:lnTo>
                    <a:pt x="304016" y="226323"/>
                  </a:lnTo>
                  <a:lnTo>
                    <a:pt x="304039" y="223940"/>
                  </a:lnTo>
                  <a:lnTo>
                    <a:pt x="304062" y="221558"/>
                  </a:lnTo>
                  <a:lnTo>
                    <a:pt x="304084" y="219176"/>
                  </a:lnTo>
                  <a:lnTo>
                    <a:pt x="304104" y="216793"/>
                  </a:lnTo>
                  <a:lnTo>
                    <a:pt x="304124" y="214411"/>
                  </a:lnTo>
                  <a:lnTo>
                    <a:pt x="304144" y="212028"/>
                  </a:lnTo>
                  <a:lnTo>
                    <a:pt x="304162" y="209646"/>
                  </a:lnTo>
                  <a:lnTo>
                    <a:pt x="304180" y="207264"/>
                  </a:lnTo>
                  <a:lnTo>
                    <a:pt x="304197" y="204881"/>
                  </a:lnTo>
                  <a:lnTo>
                    <a:pt x="304213" y="202499"/>
                  </a:lnTo>
                  <a:lnTo>
                    <a:pt x="304228" y="200117"/>
                  </a:lnTo>
                  <a:lnTo>
                    <a:pt x="304243" y="197734"/>
                  </a:lnTo>
                  <a:lnTo>
                    <a:pt x="304257" y="195352"/>
                  </a:lnTo>
                  <a:lnTo>
                    <a:pt x="304269" y="192970"/>
                  </a:lnTo>
                  <a:lnTo>
                    <a:pt x="304281" y="190587"/>
                  </a:lnTo>
                  <a:lnTo>
                    <a:pt x="304293" y="188205"/>
                  </a:lnTo>
                  <a:lnTo>
                    <a:pt x="304303" y="185823"/>
                  </a:lnTo>
                  <a:lnTo>
                    <a:pt x="304312" y="183440"/>
                  </a:lnTo>
                  <a:lnTo>
                    <a:pt x="304321" y="181058"/>
                  </a:lnTo>
                  <a:lnTo>
                    <a:pt x="304329" y="178676"/>
                  </a:lnTo>
                  <a:lnTo>
                    <a:pt x="304336" y="176293"/>
                  </a:lnTo>
                  <a:lnTo>
                    <a:pt x="304342" y="173911"/>
                  </a:lnTo>
                  <a:lnTo>
                    <a:pt x="304348" y="171529"/>
                  </a:lnTo>
                  <a:lnTo>
                    <a:pt x="304353" y="169146"/>
                  </a:lnTo>
                  <a:lnTo>
                    <a:pt x="304358" y="166764"/>
                  </a:lnTo>
                  <a:lnTo>
                    <a:pt x="304362" y="164382"/>
                  </a:lnTo>
                  <a:lnTo>
                    <a:pt x="304366" y="161999"/>
                  </a:lnTo>
                  <a:lnTo>
                    <a:pt x="304370" y="159617"/>
                  </a:lnTo>
                  <a:lnTo>
                    <a:pt x="304373" y="157234"/>
                  </a:lnTo>
                  <a:lnTo>
                    <a:pt x="304377" y="154852"/>
                  </a:lnTo>
                  <a:lnTo>
                    <a:pt x="304380" y="152470"/>
                  </a:lnTo>
                  <a:lnTo>
                    <a:pt x="304383" y="150087"/>
                  </a:lnTo>
                  <a:lnTo>
                    <a:pt x="304387" y="147705"/>
                  </a:lnTo>
                  <a:lnTo>
                    <a:pt x="304390" y="145323"/>
                  </a:lnTo>
                  <a:lnTo>
                    <a:pt x="304394" y="142940"/>
                  </a:lnTo>
                  <a:lnTo>
                    <a:pt x="304398" y="140558"/>
                  </a:lnTo>
                  <a:lnTo>
                    <a:pt x="304403" y="138176"/>
                  </a:lnTo>
                  <a:lnTo>
                    <a:pt x="304407" y="135793"/>
                  </a:lnTo>
                  <a:lnTo>
                    <a:pt x="304413" y="133411"/>
                  </a:lnTo>
                  <a:lnTo>
                    <a:pt x="304419" y="131029"/>
                  </a:lnTo>
                  <a:lnTo>
                    <a:pt x="304425" y="128646"/>
                  </a:lnTo>
                  <a:lnTo>
                    <a:pt x="304432" y="126264"/>
                  </a:lnTo>
                  <a:lnTo>
                    <a:pt x="304439" y="123882"/>
                  </a:lnTo>
                  <a:lnTo>
                    <a:pt x="304447" y="121499"/>
                  </a:lnTo>
                  <a:lnTo>
                    <a:pt x="304456" y="119117"/>
                  </a:lnTo>
                  <a:lnTo>
                    <a:pt x="304464" y="116735"/>
                  </a:lnTo>
                  <a:lnTo>
                    <a:pt x="304474" y="114352"/>
                  </a:lnTo>
                  <a:lnTo>
                    <a:pt x="304484" y="111970"/>
                  </a:lnTo>
                  <a:lnTo>
                    <a:pt x="304494" y="109588"/>
                  </a:lnTo>
                  <a:lnTo>
                    <a:pt x="304505" y="107205"/>
                  </a:lnTo>
                  <a:lnTo>
                    <a:pt x="304516" y="104823"/>
                  </a:lnTo>
                  <a:lnTo>
                    <a:pt x="304527" y="102440"/>
                  </a:lnTo>
                  <a:lnTo>
                    <a:pt x="304539" y="100058"/>
                  </a:lnTo>
                  <a:lnTo>
                    <a:pt x="304550" y="97676"/>
                  </a:lnTo>
                  <a:lnTo>
                    <a:pt x="304562" y="95293"/>
                  </a:lnTo>
                  <a:lnTo>
                    <a:pt x="304574" y="92911"/>
                  </a:lnTo>
                  <a:lnTo>
                    <a:pt x="304586" y="90529"/>
                  </a:lnTo>
                  <a:lnTo>
                    <a:pt x="304598" y="88146"/>
                  </a:lnTo>
                  <a:lnTo>
                    <a:pt x="304610" y="85764"/>
                  </a:lnTo>
                  <a:lnTo>
                    <a:pt x="304621" y="83382"/>
                  </a:lnTo>
                  <a:lnTo>
                    <a:pt x="304632" y="80999"/>
                  </a:lnTo>
                  <a:lnTo>
                    <a:pt x="304644" y="78617"/>
                  </a:lnTo>
                  <a:lnTo>
                    <a:pt x="304654" y="76235"/>
                  </a:lnTo>
                  <a:lnTo>
                    <a:pt x="304665" y="73852"/>
                  </a:lnTo>
                  <a:lnTo>
                    <a:pt x="304675" y="71470"/>
                  </a:lnTo>
                  <a:lnTo>
                    <a:pt x="304685" y="69088"/>
                  </a:lnTo>
                  <a:lnTo>
                    <a:pt x="304694" y="66705"/>
                  </a:lnTo>
                  <a:lnTo>
                    <a:pt x="304703" y="64323"/>
                  </a:lnTo>
                  <a:lnTo>
                    <a:pt x="304712" y="61941"/>
                  </a:lnTo>
                  <a:lnTo>
                    <a:pt x="304720" y="59558"/>
                  </a:lnTo>
                  <a:lnTo>
                    <a:pt x="304727" y="57176"/>
                  </a:lnTo>
                  <a:lnTo>
                    <a:pt x="304734" y="54794"/>
                  </a:lnTo>
                  <a:lnTo>
                    <a:pt x="304741" y="52411"/>
                  </a:lnTo>
                  <a:lnTo>
                    <a:pt x="304747" y="50029"/>
                  </a:lnTo>
                  <a:lnTo>
                    <a:pt x="304753" y="47646"/>
                  </a:lnTo>
                  <a:lnTo>
                    <a:pt x="304758" y="45264"/>
                  </a:lnTo>
                  <a:lnTo>
                    <a:pt x="304763" y="42882"/>
                  </a:lnTo>
                  <a:lnTo>
                    <a:pt x="304768" y="40499"/>
                  </a:lnTo>
                  <a:lnTo>
                    <a:pt x="304772" y="38117"/>
                  </a:lnTo>
                  <a:lnTo>
                    <a:pt x="304776" y="35735"/>
                  </a:lnTo>
                  <a:lnTo>
                    <a:pt x="304779" y="33352"/>
                  </a:lnTo>
                  <a:lnTo>
                    <a:pt x="304783" y="30970"/>
                  </a:lnTo>
                  <a:lnTo>
                    <a:pt x="304785" y="28588"/>
                  </a:lnTo>
                  <a:lnTo>
                    <a:pt x="304788" y="26205"/>
                  </a:lnTo>
                  <a:lnTo>
                    <a:pt x="304790" y="23823"/>
                  </a:lnTo>
                  <a:lnTo>
                    <a:pt x="304792" y="21441"/>
                  </a:lnTo>
                  <a:lnTo>
                    <a:pt x="304794" y="19058"/>
                  </a:lnTo>
                  <a:lnTo>
                    <a:pt x="304796" y="16676"/>
                  </a:lnTo>
                  <a:lnTo>
                    <a:pt x="304797" y="14294"/>
                  </a:lnTo>
                  <a:lnTo>
                    <a:pt x="304799" y="11911"/>
                  </a:lnTo>
                  <a:lnTo>
                    <a:pt x="304800" y="9529"/>
                  </a:lnTo>
                  <a:lnTo>
                    <a:pt x="304801" y="7147"/>
                  </a:lnTo>
                  <a:lnTo>
                    <a:pt x="304802" y="4764"/>
                  </a:lnTo>
                  <a:lnTo>
                    <a:pt x="304803" y="2382"/>
                  </a:lnTo>
                  <a:lnTo>
                    <a:pt x="304811" y="0"/>
                  </a:lnTo>
                  <a:lnTo>
                    <a:pt x="304812" y="2382"/>
                  </a:lnTo>
                  <a:lnTo>
                    <a:pt x="304812" y="4764"/>
                  </a:lnTo>
                  <a:lnTo>
                    <a:pt x="304813" y="7147"/>
                  </a:lnTo>
                  <a:lnTo>
                    <a:pt x="304814" y="9529"/>
                  </a:lnTo>
                  <a:lnTo>
                    <a:pt x="304815" y="11911"/>
                  </a:lnTo>
                  <a:lnTo>
                    <a:pt x="304817" y="14294"/>
                  </a:lnTo>
                  <a:lnTo>
                    <a:pt x="304818" y="16676"/>
                  </a:lnTo>
                  <a:lnTo>
                    <a:pt x="304820" y="19058"/>
                  </a:lnTo>
                  <a:lnTo>
                    <a:pt x="304822" y="21441"/>
                  </a:lnTo>
                  <a:lnTo>
                    <a:pt x="304824" y="23823"/>
                  </a:lnTo>
                  <a:lnTo>
                    <a:pt x="304826" y="26205"/>
                  </a:lnTo>
                  <a:lnTo>
                    <a:pt x="304829" y="28588"/>
                  </a:lnTo>
                  <a:lnTo>
                    <a:pt x="304832" y="30970"/>
                  </a:lnTo>
                  <a:lnTo>
                    <a:pt x="304835" y="33352"/>
                  </a:lnTo>
                  <a:lnTo>
                    <a:pt x="304838" y="35735"/>
                  </a:lnTo>
                  <a:lnTo>
                    <a:pt x="304842" y="38117"/>
                  </a:lnTo>
                  <a:lnTo>
                    <a:pt x="304846" y="40499"/>
                  </a:lnTo>
                  <a:lnTo>
                    <a:pt x="304851" y="42882"/>
                  </a:lnTo>
                  <a:lnTo>
                    <a:pt x="304856" y="45264"/>
                  </a:lnTo>
                  <a:lnTo>
                    <a:pt x="304861" y="47646"/>
                  </a:lnTo>
                  <a:lnTo>
                    <a:pt x="304867" y="50029"/>
                  </a:lnTo>
                  <a:lnTo>
                    <a:pt x="304873" y="52411"/>
                  </a:lnTo>
                  <a:lnTo>
                    <a:pt x="304880" y="54794"/>
                  </a:lnTo>
                  <a:lnTo>
                    <a:pt x="304887" y="57176"/>
                  </a:lnTo>
                  <a:lnTo>
                    <a:pt x="304895" y="59558"/>
                  </a:lnTo>
                  <a:lnTo>
                    <a:pt x="304903" y="61941"/>
                  </a:lnTo>
                  <a:lnTo>
                    <a:pt x="304911" y="64323"/>
                  </a:lnTo>
                  <a:lnTo>
                    <a:pt x="304920" y="66705"/>
                  </a:lnTo>
                  <a:lnTo>
                    <a:pt x="304929" y="69088"/>
                  </a:lnTo>
                  <a:lnTo>
                    <a:pt x="304939" y="71470"/>
                  </a:lnTo>
                  <a:lnTo>
                    <a:pt x="304949" y="73852"/>
                  </a:lnTo>
                  <a:lnTo>
                    <a:pt x="304960" y="76235"/>
                  </a:lnTo>
                  <a:lnTo>
                    <a:pt x="304971" y="78617"/>
                  </a:lnTo>
                  <a:lnTo>
                    <a:pt x="304982" y="80999"/>
                  </a:lnTo>
                  <a:lnTo>
                    <a:pt x="304993" y="83382"/>
                  </a:lnTo>
                  <a:lnTo>
                    <a:pt x="305005" y="85764"/>
                  </a:lnTo>
                  <a:lnTo>
                    <a:pt x="305016" y="88146"/>
                  </a:lnTo>
                  <a:lnTo>
                    <a:pt x="305028" y="90529"/>
                  </a:lnTo>
                  <a:lnTo>
                    <a:pt x="305040" y="92911"/>
                  </a:lnTo>
                  <a:lnTo>
                    <a:pt x="305052" y="95293"/>
                  </a:lnTo>
                  <a:lnTo>
                    <a:pt x="305064" y="97676"/>
                  </a:lnTo>
                  <a:lnTo>
                    <a:pt x="305076" y="100058"/>
                  </a:lnTo>
                  <a:lnTo>
                    <a:pt x="305087" y="102440"/>
                  </a:lnTo>
                  <a:lnTo>
                    <a:pt x="305098" y="104823"/>
                  </a:lnTo>
                  <a:lnTo>
                    <a:pt x="305109" y="107205"/>
                  </a:lnTo>
                  <a:lnTo>
                    <a:pt x="305120" y="109588"/>
                  </a:lnTo>
                  <a:lnTo>
                    <a:pt x="305130" y="111970"/>
                  </a:lnTo>
                  <a:lnTo>
                    <a:pt x="305140" y="114352"/>
                  </a:lnTo>
                  <a:lnTo>
                    <a:pt x="305150" y="116735"/>
                  </a:lnTo>
                  <a:lnTo>
                    <a:pt x="305159" y="119117"/>
                  </a:lnTo>
                  <a:lnTo>
                    <a:pt x="305167" y="121499"/>
                  </a:lnTo>
                  <a:lnTo>
                    <a:pt x="305175" y="123882"/>
                  </a:lnTo>
                  <a:lnTo>
                    <a:pt x="305183" y="126264"/>
                  </a:lnTo>
                  <a:lnTo>
                    <a:pt x="305189" y="128646"/>
                  </a:lnTo>
                  <a:lnTo>
                    <a:pt x="305196" y="131029"/>
                  </a:lnTo>
                  <a:lnTo>
                    <a:pt x="305201" y="133411"/>
                  </a:lnTo>
                  <a:lnTo>
                    <a:pt x="305207" y="135793"/>
                  </a:lnTo>
                  <a:lnTo>
                    <a:pt x="305212" y="138176"/>
                  </a:lnTo>
                  <a:lnTo>
                    <a:pt x="305216" y="140558"/>
                  </a:lnTo>
                  <a:lnTo>
                    <a:pt x="305220" y="142940"/>
                  </a:lnTo>
                  <a:lnTo>
                    <a:pt x="305224" y="145323"/>
                  </a:lnTo>
                  <a:lnTo>
                    <a:pt x="305228" y="147705"/>
                  </a:lnTo>
                  <a:lnTo>
                    <a:pt x="305231" y="150087"/>
                  </a:lnTo>
                  <a:lnTo>
                    <a:pt x="305234" y="152470"/>
                  </a:lnTo>
                  <a:lnTo>
                    <a:pt x="305238" y="154852"/>
                  </a:lnTo>
                  <a:lnTo>
                    <a:pt x="305241" y="157234"/>
                  </a:lnTo>
                  <a:lnTo>
                    <a:pt x="305244" y="159617"/>
                  </a:lnTo>
                  <a:lnTo>
                    <a:pt x="305248" y="161999"/>
                  </a:lnTo>
                  <a:lnTo>
                    <a:pt x="305252" y="164382"/>
                  </a:lnTo>
                  <a:lnTo>
                    <a:pt x="305256" y="166764"/>
                  </a:lnTo>
                  <a:lnTo>
                    <a:pt x="305261" y="169146"/>
                  </a:lnTo>
                  <a:lnTo>
                    <a:pt x="305266" y="171529"/>
                  </a:lnTo>
                  <a:lnTo>
                    <a:pt x="305272" y="173911"/>
                  </a:lnTo>
                  <a:lnTo>
                    <a:pt x="305279" y="176293"/>
                  </a:lnTo>
                  <a:lnTo>
                    <a:pt x="305286" y="178676"/>
                  </a:lnTo>
                  <a:lnTo>
                    <a:pt x="305294" y="181058"/>
                  </a:lnTo>
                  <a:lnTo>
                    <a:pt x="305302" y="183440"/>
                  </a:lnTo>
                  <a:lnTo>
                    <a:pt x="305312" y="185823"/>
                  </a:lnTo>
                  <a:lnTo>
                    <a:pt x="305322" y="188205"/>
                  </a:lnTo>
                  <a:lnTo>
                    <a:pt x="305333" y="190587"/>
                  </a:lnTo>
                  <a:lnTo>
                    <a:pt x="305345" y="192970"/>
                  </a:lnTo>
                  <a:lnTo>
                    <a:pt x="305358" y="195352"/>
                  </a:lnTo>
                  <a:lnTo>
                    <a:pt x="305371" y="197734"/>
                  </a:lnTo>
                  <a:lnTo>
                    <a:pt x="305386" y="200117"/>
                  </a:lnTo>
                  <a:lnTo>
                    <a:pt x="305401" y="202499"/>
                  </a:lnTo>
                  <a:lnTo>
                    <a:pt x="305417" y="204881"/>
                  </a:lnTo>
                  <a:lnTo>
                    <a:pt x="305434" y="207264"/>
                  </a:lnTo>
                  <a:lnTo>
                    <a:pt x="305452" y="209646"/>
                  </a:lnTo>
                  <a:lnTo>
                    <a:pt x="305471" y="212028"/>
                  </a:lnTo>
                  <a:lnTo>
                    <a:pt x="305490" y="214411"/>
                  </a:lnTo>
                  <a:lnTo>
                    <a:pt x="305510" y="216793"/>
                  </a:lnTo>
                  <a:lnTo>
                    <a:pt x="305531" y="219176"/>
                  </a:lnTo>
                  <a:lnTo>
                    <a:pt x="305552" y="221558"/>
                  </a:lnTo>
                  <a:lnTo>
                    <a:pt x="305575" y="223940"/>
                  </a:lnTo>
                  <a:lnTo>
                    <a:pt x="305598" y="226323"/>
                  </a:lnTo>
                  <a:lnTo>
                    <a:pt x="305622" y="228705"/>
                  </a:lnTo>
                  <a:lnTo>
                    <a:pt x="305647" y="231087"/>
                  </a:lnTo>
                  <a:lnTo>
                    <a:pt x="305672" y="233470"/>
                  </a:lnTo>
                  <a:lnTo>
                    <a:pt x="305699" y="235852"/>
                  </a:lnTo>
                  <a:lnTo>
                    <a:pt x="305727" y="238234"/>
                  </a:lnTo>
                  <a:lnTo>
                    <a:pt x="305755" y="240617"/>
                  </a:lnTo>
                  <a:lnTo>
                    <a:pt x="305786" y="242999"/>
                  </a:lnTo>
                  <a:lnTo>
                    <a:pt x="305817" y="245381"/>
                  </a:lnTo>
                  <a:lnTo>
                    <a:pt x="305850" y="247764"/>
                  </a:lnTo>
                  <a:lnTo>
                    <a:pt x="305884" y="250146"/>
                  </a:lnTo>
                  <a:lnTo>
                    <a:pt x="305920" y="252528"/>
                  </a:lnTo>
                  <a:lnTo>
                    <a:pt x="305958" y="254911"/>
                  </a:lnTo>
                  <a:lnTo>
                    <a:pt x="305998" y="257293"/>
                  </a:lnTo>
                  <a:lnTo>
                    <a:pt x="306040" y="259675"/>
                  </a:lnTo>
                  <a:lnTo>
                    <a:pt x="306084" y="262058"/>
                  </a:lnTo>
                  <a:lnTo>
                    <a:pt x="306131" y="264440"/>
                  </a:lnTo>
                  <a:lnTo>
                    <a:pt x="306181" y="266823"/>
                  </a:lnTo>
                  <a:lnTo>
                    <a:pt x="306234" y="269205"/>
                  </a:lnTo>
                  <a:lnTo>
                    <a:pt x="306289" y="271587"/>
                  </a:lnTo>
                  <a:lnTo>
                    <a:pt x="306349" y="273970"/>
                  </a:lnTo>
                  <a:lnTo>
                    <a:pt x="306412" y="276352"/>
                  </a:lnTo>
                  <a:lnTo>
                    <a:pt x="306478" y="278734"/>
                  </a:lnTo>
                  <a:lnTo>
                    <a:pt x="306548" y="281117"/>
                  </a:lnTo>
                  <a:lnTo>
                    <a:pt x="306622" y="283499"/>
                  </a:lnTo>
                  <a:lnTo>
                    <a:pt x="306701" y="285881"/>
                  </a:lnTo>
                  <a:lnTo>
                    <a:pt x="306783" y="288264"/>
                  </a:lnTo>
                  <a:lnTo>
                    <a:pt x="306870" y="290646"/>
                  </a:lnTo>
                  <a:lnTo>
                    <a:pt x="306961" y="293028"/>
                  </a:lnTo>
                  <a:lnTo>
                    <a:pt x="307058" y="295411"/>
                  </a:lnTo>
                  <a:lnTo>
                    <a:pt x="307159" y="297793"/>
                  </a:lnTo>
                  <a:lnTo>
                    <a:pt x="307264" y="300175"/>
                  </a:lnTo>
                  <a:lnTo>
                    <a:pt x="307374" y="302558"/>
                  </a:lnTo>
                  <a:lnTo>
                    <a:pt x="307489" y="304940"/>
                  </a:lnTo>
                  <a:lnTo>
                    <a:pt x="307609" y="307322"/>
                  </a:lnTo>
                  <a:lnTo>
                    <a:pt x="307733" y="309705"/>
                  </a:lnTo>
                  <a:lnTo>
                    <a:pt x="307861" y="312087"/>
                  </a:lnTo>
                  <a:lnTo>
                    <a:pt x="307994" y="314469"/>
                  </a:lnTo>
                  <a:lnTo>
                    <a:pt x="308132" y="316852"/>
                  </a:lnTo>
                  <a:lnTo>
                    <a:pt x="308273" y="319234"/>
                  </a:lnTo>
                  <a:lnTo>
                    <a:pt x="308419" y="321617"/>
                  </a:lnTo>
                  <a:lnTo>
                    <a:pt x="308568" y="323999"/>
                  </a:lnTo>
                  <a:lnTo>
                    <a:pt x="308721" y="326381"/>
                  </a:lnTo>
                  <a:lnTo>
                    <a:pt x="308878" y="328764"/>
                  </a:lnTo>
                  <a:lnTo>
                    <a:pt x="309038" y="331146"/>
                  </a:lnTo>
                  <a:lnTo>
                    <a:pt x="309200" y="333528"/>
                  </a:lnTo>
                  <a:lnTo>
                    <a:pt x="309366" y="335911"/>
                  </a:lnTo>
                  <a:lnTo>
                    <a:pt x="309534" y="338293"/>
                  </a:lnTo>
                  <a:lnTo>
                    <a:pt x="309705" y="340675"/>
                  </a:lnTo>
                  <a:lnTo>
                    <a:pt x="309878" y="343058"/>
                  </a:lnTo>
                  <a:lnTo>
                    <a:pt x="310053" y="345440"/>
                  </a:lnTo>
                  <a:lnTo>
                    <a:pt x="310230" y="347822"/>
                  </a:lnTo>
                  <a:lnTo>
                    <a:pt x="310408" y="350205"/>
                  </a:lnTo>
                  <a:lnTo>
                    <a:pt x="310588" y="352587"/>
                  </a:lnTo>
                  <a:lnTo>
                    <a:pt x="310769" y="354969"/>
                  </a:lnTo>
                  <a:lnTo>
                    <a:pt x="310952" y="357352"/>
                  </a:lnTo>
                  <a:lnTo>
                    <a:pt x="311135" y="359734"/>
                  </a:lnTo>
                  <a:lnTo>
                    <a:pt x="311320" y="362116"/>
                  </a:lnTo>
                  <a:lnTo>
                    <a:pt x="311506" y="364499"/>
                  </a:lnTo>
                  <a:lnTo>
                    <a:pt x="311692" y="366881"/>
                  </a:lnTo>
                  <a:lnTo>
                    <a:pt x="311880" y="369263"/>
                  </a:lnTo>
                  <a:lnTo>
                    <a:pt x="312068" y="371646"/>
                  </a:lnTo>
                  <a:lnTo>
                    <a:pt x="312258" y="374028"/>
                  </a:lnTo>
                  <a:lnTo>
                    <a:pt x="312448" y="376411"/>
                  </a:lnTo>
                  <a:lnTo>
                    <a:pt x="312640" y="378793"/>
                  </a:lnTo>
                  <a:lnTo>
                    <a:pt x="312833" y="381175"/>
                  </a:lnTo>
                  <a:lnTo>
                    <a:pt x="313027" y="383558"/>
                  </a:lnTo>
                  <a:lnTo>
                    <a:pt x="313223" y="385940"/>
                  </a:lnTo>
                  <a:lnTo>
                    <a:pt x="313420" y="388322"/>
                  </a:lnTo>
                  <a:lnTo>
                    <a:pt x="313619" y="390705"/>
                  </a:lnTo>
                  <a:lnTo>
                    <a:pt x="313820" y="393087"/>
                  </a:lnTo>
                  <a:lnTo>
                    <a:pt x="314023" y="395469"/>
                  </a:lnTo>
                  <a:lnTo>
                    <a:pt x="314229" y="397852"/>
                  </a:lnTo>
                  <a:lnTo>
                    <a:pt x="314437" y="400234"/>
                  </a:lnTo>
                  <a:lnTo>
                    <a:pt x="314648" y="402616"/>
                  </a:lnTo>
                  <a:lnTo>
                    <a:pt x="314863" y="404999"/>
                  </a:lnTo>
                  <a:lnTo>
                    <a:pt x="315080" y="407381"/>
                  </a:lnTo>
                  <a:lnTo>
                    <a:pt x="315301" y="409763"/>
                  </a:lnTo>
                  <a:lnTo>
                    <a:pt x="315527" y="412146"/>
                  </a:lnTo>
                  <a:lnTo>
                    <a:pt x="315757" y="414528"/>
                  </a:lnTo>
                  <a:lnTo>
                    <a:pt x="315991" y="416910"/>
                  </a:lnTo>
                  <a:lnTo>
                    <a:pt x="316229" y="419293"/>
                  </a:lnTo>
                  <a:lnTo>
                    <a:pt x="316474" y="421675"/>
                  </a:lnTo>
                  <a:lnTo>
                    <a:pt x="316724" y="424057"/>
                  </a:lnTo>
                  <a:lnTo>
                    <a:pt x="316979" y="426440"/>
                  </a:lnTo>
                  <a:lnTo>
                    <a:pt x="317240" y="428822"/>
                  </a:lnTo>
                  <a:lnTo>
                    <a:pt x="317508" y="431205"/>
                  </a:lnTo>
                  <a:lnTo>
                    <a:pt x="317783" y="433587"/>
                  </a:lnTo>
                  <a:lnTo>
                    <a:pt x="318065" y="435969"/>
                  </a:lnTo>
                  <a:lnTo>
                    <a:pt x="318353" y="438352"/>
                  </a:lnTo>
                  <a:lnTo>
                    <a:pt x="318649" y="440734"/>
                  </a:lnTo>
                  <a:lnTo>
                    <a:pt x="318955" y="443116"/>
                  </a:lnTo>
                  <a:lnTo>
                    <a:pt x="319269" y="445499"/>
                  </a:lnTo>
                  <a:lnTo>
                    <a:pt x="319590" y="447881"/>
                  </a:lnTo>
                  <a:lnTo>
                    <a:pt x="319920" y="450263"/>
                  </a:lnTo>
                  <a:lnTo>
                    <a:pt x="320260" y="452646"/>
                  </a:lnTo>
                  <a:lnTo>
                    <a:pt x="320610" y="455028"/>
                  </a:lnTo>
                  <a:lnTo>
                    <a:pt x="320969" y="457410"/>
                  </a:lnTo>
                  <a:lnTo>
                    <a:pt x="321337" y="459793"/>
                  </a:lnTo>
                  <a:lnTo>
                    <a:pt x="321715" y="462175"/>
                  </a:lnTo>
                  <a:lnTo>
                    <a:pt x="322104" y="464557"/>
                  </a:lnTo>
                  <a:lnTo>
                    <a:pt x="322503" y="466940"/>
                  </a:lnTo>
                  <a:lnTo>
                    <a:pt x="322911" y="469322"/>
                  </a:lnTo>
                  <a:lnTo>
                    <a:pt x="323328" y="471704"/>
                  </a:lnTo>
                  <a:lnTo>
                    <a:pt x="323758" y="474087"/>
                  </a:lnTo>
                  <a:lnTo>
                    <a:pt x="324196" y="476469"/>
                  </a:lnTo>
                  <a:lnTo>
                    <a:pt x="324644" y="478852"/>
                  </a:lnTo>
                  <a:lnTo>
                    <a:pt x="325099" y="481234"/>
                  </a:lnTo>
                  <a:lnTo>
                    <a:pt x="325564" y="483616"/>
                  </a:lnTo>
                  <a:lnTo>
                    <a:pt x="326039" y="485999"/>
                  </a:lnTo>
                  <a:lnTo>
                    <a:pt x="326521" y="488381"/>
                  </a:lnTo>
                  <a:lnTo>
                    <a:pt x="327009" y="490763"/>
                  </a:lnTo>
                  <a:lnTo>
                    <a:pt x="327505" y="493146"/>
                  </a:lnTo>
                  <a:lnTo>
                    <a:pt x="328007" y="495528"/>
                  </a:lnTo>
                  <a:lnTo>
                    <a:pt x="328515" y="497910"/>
                  </a:lnTo>
                  <a:lnTo>
                    <a:pt x="329027" y="500293"/>
                  </a:lnTo>
                  <a:lnTo>
                    <a:pt x="329542" y="502675"/>
                  </a:lnTo>
                  <a:lnTo>
                    <a:pt x="330062" y="505057"/>
                  </a:lnTo>
                  <a:lnTo>
                    <a:pt x="330583" y="507440"/>
                  </a:lnTo>
                  <a:lnTo>
                    <a:pt x="331106" y="509822"/>
                  </a:lnTo>
                  <a:lnTo>
                    <a:pt x="331630" y="512204"/>
                  </a:lnTo>
                  <a:lnTo>
                    <a:pt x="332153" y="514587"/>
                  </a:lnTo>
                  <a:lnTo>
                    <a:pt x="332676" y="516969"/>
                  </a:lnTo>
                  <a:lnTo>
                    <a:pt x="333197" y="519351"/>
                  </a:lnTo>
                  <a:lnTo>
                    <a:pt x="333715" y="521734"/>
                  </a:lnTo>
                  <a:lnTo>
                    <a:pt x="334232" y="524116"/>
                  </a:lnTo>
                  <a:lnTo>
                    <a:pt x="334743" y="526498"/>
                  </a:lnTo>
                  <a:lnTo>
                    <a:pt x="335251" y="528881"/>
                  </a:lnTo>
                  <a:lnTo>
                    <a:pt x="335754" y="531263"/>
                  </a:lnTo>
                  <a:lnTo>
                    <a:pt x="336254" y="533646"/>
                  </a:lnTo>
                  <a:lnTo>
                    <a:pt x="336747" y="536028"/>
                  </a:lnTo>
                  <a:lnTo>
                    <a:pt x="337235" y="538410"/>
                  </a:lnTo>
                  <a:lnTo>
                    <a:pt x="337718" y="540793"/>
                  </a:lnTo>
                  <a:lnTo>
                    <a:pt x="338196" y="543175"/>
                  </a:lnTo>
                  <a:lnTo>
                    <a:pt x="338669" y="545557"/>
                  </a:lnTo>
                  <a:lnTo>
                    <a:pt x="339136" y="547940"/>
                  </a:lnTo>
                  <a:lnTo>
                    <a:pt x="339599" y="550322"/>
                  </a:lnTo>
                  <a:lnTo>
                    <a:pt x="340058" y="552704"/>
                  </a:lnTo>
                  <a:lnTo>
                    <a:pt x="340513" y="555087"/>
                  </a:lnTo>
                  <a:lnTo>
                    <a:pt x="340965" y="557469"/>
                  </a:lnTo>
                  <a:lnTo>
                    <a:pt x="341414" y="559851"/>
                  </a:lnTo>
                  <a:lnTo>
                    <a:pt x="341861" y="562234"/>
                  </a:lnTo>
                  <a:lnTo>
                    <a:pt x="342307" y="564616"/>
                  </a:lnTo>
                  <a:lnTo>
                    <a:pt x="342753" y="566998"/>
                  </a:lnTo>
                  <a:lnTo>
                    <a:pt x="343198" y="569381"/>
                  </a:lnTo>
                  <a:lnTo>
                    <a:pt x="343645" y="571763"/>
                  </a:lnTo>
                  <a:lnTo>
                    <a:pt x="344093" y="574145"/>
                  </a:lnTo>
                  <a:lnTo>
                    <a:pt x="344543" y="576528"/>
                  </a:lnTo>
                  <a:lnTo>
                    <a:pt x="344995" y="578910"/>
                  </a:lnTo>
                  <a:lnTo>
                    <a:pt x="345452" y="581292"/>
                  </a:lnTo>
                  <a:lnTo>
                    <a:pt x="345911" y="583675"/>
                  </a:lnTo>
                  <a:lnTo>
                    <a:pt x="346375" y="586057"/>
                  </a:lnTo>
                  <a:lnTo>
                    <a:pt x="346843" y="588440"/>
                  </a:lnTo>
                  <a:lnTo>
                    <a:pt x="347317" y="590822"/>
                  </a:lnTo>
                  <a:lnTo>
                    <a:pt x="347795" y="593204"/>
                  </a:lnTo>
                  <a:lnTo>
                    <a:pt x="348277" y="595587"/>
                  </a:lnTo>
                  <a:lnTo>
                    <a:pt x="348764" y="597969"/>
                  </a:lnTo>
                  <a:lnTo>
                    <a:pt x="349257" y="600351"/>
                  </a:lnTo>
                  <a:lnTo>
                    <a:pt x="349754" y="602734"/>
                  </a:lnTo>
                  <a:lnTo>
                    <a:pt x="350255" y="605116"/>
                  </a:lnTo>
                  <a:lnTo>
                    <a:pt x="350760" y="607498"/>
                  </a:lnTo>
                  <a:lnTo>
                    <a:pt x="351268" y="609881"/>
                  </a:lnTo>
                  <a:lnTo>
                    <a:pt x="351780" y="612263"/>
                  </a:lnTo>
                  <a:lnTo>
                    <a:pt x="352294" y="614645"/>
                  </a:lnTo>
                  <a:lnTo>
                    <a:pt x="352810" y="617028"/>
                  </a:lnTo>
                  <a:lnTo>
                    <a:pt x="353327" y="619410"/>
                  </a:lnTo>
                  <a:lnTo>
                    <a:pt x="353844" y="621792"/>
                  </a:lnTo>
                  <a:lnTo>
                    <a:pt x="354362" y="624175"/>
                  </a:lnTo>
                  <a:lnTo>
                    <a:pt x="354879" y="626557"/>
                  </a:lnTo>
                  <a:lnTo>
                    <a:pt x="355395" y="628939"/>
                  </a:lnTo>
                  <a:lnTo>
                    <a:pt x="355909" y="631322"/>
                  </a:lnTo>
                  <a:lnTo>
                    <a:pt x="356420" y="633704"/>
                  </a:lnTo>
                  <a:lnTo>
                    <a:pt x="356928" y="636086"/>
                  </a:lnTo>
                  <a:lnTo>
                    <a:pt x="357432" y="638469"/>
                  </a:lnTo>
                  <a:lnTo>
                    <a:pt x="357933" y="640851"/>
                  </a:lnTo>
                  <a:lnTo>
                    <a:pt x="358428" y="643234"/>
                  </a:lnTo>
                  <a:lnTo>
                    <a:pt x="358918" y="645616"/>
                  </a:lnTo>
                  <a:lnTo>
                    <a:pt x="359402" y="647998"/>
                  </a:lnTo>
                  <a:lnTo>
                    <a:pt x="359881" y="650381"/>
                  </a:lnTo>
                  <a:lnTo>
                    <a:pt x="360352" y="652763"/>
                  </a:lnTo>
                  <a:lnTo>
                    <a:pt x="360815" y="655145"/>
                  </a:lnTo>
                  <a:lnTo>
                    <a:pt x="361272" y="657528"/>
                  </a:lnTo>
                  <a:lnTo>
                    <a:pt x="361722" y="659910"/>
                  </a:lnTo>
                  <a:lnTo>
                    <a:pt x="362162" y="662292"/>
                  </a:lnTo>
                  <a:lnTo>
                    <a:pt x="362592" y="664675"/>
                  </a:lnTo>
                  <a:lnTo>
                    <a:pt x="363014" y="667057"/>
                  </a:lnTo>
                  <a:lnTo>
                    <a:pt x="363426" y="669439"/>
                  </a:lnTo>
                  <a:lnTo>
                    <a:pt x="363829" y="671822"/>
                  </a:lnTo>
                  <a:lnTo>
                    <a:pt x="364217" y="674204"/>
                  </a:lnTo>
                  <a:lnTo>
                    <a:pt x="364595" y="676586"/>
                  </a:lnTo>
                  <a:lnTo>
                    <a:pt x="364961" y="678969"/>
                  </a:lnTo>
                  <a:lnTo>
                    <a:pt x="365314" y="681351"/>
                  </a:lnTo>
                  <a:lnTo>
                    <a:pt x="365653" y="683733"/>
                  </a:lnTo>
                  <a:lnTo>
                    <a:pt x="365975" y="686116"/>
                  </a:lnTo>
                  <a:lnTo>
                    <a:pt x="366283" y="688498"/>
                  </a:lnTo>
                  <a:lnTo>
                    <a:pt x="366575" y="690881"/>
                  </a:lnTo>
                  <a:lnTo>
                    <a:pt x="366851" y="693263"/>
                  </a:lnTo>
                  <a:lnTo>
                    <a:pt x="367104" y="695645"/>
                  </a:lnTo>
                  <a:lnTo>
                    <a:pt x="367340" y="698028"/>
                  </a:lnTo>
                  <a:lnTo>
                    <a:pt x="367557" y="700410"/>
                  </a:lnTo>
                  <a:lnTo>
                    <a:pt x="367755" y="702792"/>
                  </a:lnTo>
                  <a:lnTo>
                    <a:pt x="367927" y="705175"/>
                  </a:lnTo>
                  <a:lnTo>
                    <a:pt x="368076" y="707557"/>
                  </a:lnTo>
                  <a:lnTo>
                    <a:pt x="368203" y="709939"/>
                  </a:lnTo>
                  <a:lnTo>
                    <a:pt x="368308" y="712322"/>
                  </a:lnTo>
                  <a:lnTo>
                    <a:pt x="368386" y="714704"/>
                  </a:lnTo>
                  <a:lnTo>
                    <a:pt x="368435" y="717086"/>
                  </a:lnTo>
                  <a:lnTo>
                    <a:pt x="368460" y="719469"/>
                  </a:lnTo>
                  <a:lnTo>
                    <a:pt x="368460" y="721851"/>
                  </a:lnTo>
                  <a:lnTo>
                    <a:pt x="368435" y="724233"/>
                  </a:lnTo>
                  <a:lnTo>
                    <a:pt x="368375" y="726616"/>
                  </a:lnTo>
                  <a:lnTo>
                    <a:pt x="368290" y="728998"/>
                  </a:lnTo>
                  <a:lnTo>
                    <a:pt x="368179" y="731380"/>
                  </a:lnTo>
                  <a:lnTo>
                    <a:pt x="368042" y="733763"/>
                  </a:lnTo>
                  <a:lnTo>
                    <a:pt x="367874" y="736145"/>
                  </a:lnTo>
                  <a:lnTo>
                    <a:pt x="367676" y="738527"/>
                  </a:lnTo>
                  <a:lnTo>
                    <a:pt x="367454" y="740910"/>
                  </a:lnTo>
                  <a:lnTo>
                    <a:pt x="367277" y="742606"/>
                  </a:lnTo>
                  <a:lnTo>
                    <a:pt x="367206" y="743292"/>
                  </a:lnTo>
                  <a:lnTo>
                    <a:pt x="366933" y="745675"/>
                  </a:lnTo>
                  <a:lnTo>
                    <a:pt x="366628" y="748057"/>
                  </a:lnTo>
                  <a:lnTo>
                    <a:pt x="366299" y="750439"/>
                  </a:lnTo>
                  <a:lnTo>
                    <a:pt x="365948" y="752822"/>
                  </a:lnTo>
                  <a:lnTo>
                    <a:pt x="365576" y="755204"/>
                  </a:lnTo>
                  <a:lnTo>
                    <a:pt x="365176" y="757586"/>
                  </a:lnTo>
                  <a:lnTo>
                    <a:pt x="364753" y="759969"/>
                  </a:lnTo>
                  <a:lnTo>
                    <a:pt x="364312" y="762351"/>
                  </a:lnTo>
                  <a:lnTo>
                    <a:pt x="363851" y="764733"/>
                  </a:lnTo>
                  <a:lnTo>
                    <a:pt x="363371" y="767116"/>
                  </a:lnTo>
                  <a:lnTo>
                    <a:pt x="362870" y="769498"/>
                  </a:lnTo>
                  <a:lnTo>
                    <a:pt x="362353" y="771880"/>
                  </a:lnTo>
                  <a:lnTo>
                    <a:pt x="361822" y="774263"/>
                  </a:lnTo>
                  <a:lnTo>
                    <a:pt x="361276" y="776645"/>
                  </a:lnTo>
                  <a:lnTo>
                    <a:pt x="360713" y="779027"/>
                  </a:lnTo>
                  <a:lnTo>
                    <a:pt x="360138" y="781410"/>
                  </a:lnTo>
                  <a:lnTo>
                    <a:pt x="359552" y="783792"/>
                  </a:lnTo>
                  <a:lnTo>
                    <a:pt x="358956" y="786174"/>
                  </a:lnTo>
                  <a:lnTo>
                    <a:pt x="358348" y="788557"/>
                  </a:lnTo>
                  <a:lnTo>
                    <a:pt x="357730" y="790939"/>
                  </a:lnTo>
                  <a:lnTo>
                    <a:pt x="357104" y="793321"/>
                  </a:lnTo>
                  <a:lnTo>
                    <a:pt x="356471" y="795704"/>
                  </a:lnTo>
                  <a:lnTo>
                    <a:pt x="355831" y="798086"/>
                  </a:lnTo>
                  <a:lnTo>
                    <a:pt x="355182" y="800469"/>
                  </a:lnTo>
                  <a:lnTo>
                    <a:pt x="354529" y="802851"/>
                  </a:lnTo>
                  <a:lnTo>
                    <a:pt x="353870" y="805233"/>
                  </a:lnTo>
                  <a:lnTo>
                    <a:pt x="353207" y="807616"/>
                  </a:lnTo>
                  <a:lnTo>
                    <a:pt x="352538" y="809998"/>
                  </a:lnTo>
                  <a:lnTo>
                    <a:pt x="351865" y="812380"/>
                  </a:lnTo>
                  <a:lnTo>
                    <a:pt x="351188" y="814763"/>
                  </a:lnTo>
                  <a:lnTo>
                    <a:pt x="350508" y="817145"/>
                  </a:lnTo>
                  <a:lnTo>
                    <a:pt x="349825" y="819527"/>
                  </a:lnTo>
                  <a:lnTo>
                    <a:pt x="349137" y="821910"/>
                  </a:lnTo>
                  <a:lnTo>
                    <a:pt x="348447" y="824292"/>
                  </a:lnTo>
                  <a:lnTo>
                    <a:pt x="347754" y="826674"/>
                  </a:lnTo>
                  <a:lnTo>
                    <a:pt x="347059" y="829057"/>
                  </a:lnTo>
                  <a:lnTo>
                    <a:pt x="346361" y="831439"/>
                  </a:lnTo>
                  <a:lnTo>
                    <a:pt x="345660" y="833821"/>
                  </a:lnTo>
                  <a:lnTo>
                    <a:pt x="344958" y="836204"/>
                  </a:lnTo>
                  <a:lnTo>
                    <a:pt x="344253" y="838586"/>
                  </a:lnTo>
                  <a:lnTo>
                    <a:pt x="343547" y="840968"/>
                  </a:lnTo>
                  <a:lnTo>
                    <a:pt x="342839" y="843351"/>
                  </a:lnTo>
                  <a:lnTo>
                    <a:pt x="342129" y="845733"/>
                  </a:lnTo>
                  <a:lnTo>
                    <a:pt x="341419" y="848115"/>
                  </a:lnTo>
                  <a:lnTo>
                    <a:pt x="340708" y="850498"/>
                  </a:lnTo>
                  <a:lnTo>
                    <a:pt x="339997" y="852880"/>
                  </a:lnTo>
                  <a:lnTo>
                    <a:pt x="339285" y="855263"/>
                  </a:lnTo>
                  <a:lnTo>
                    <a:pt x="338575" y="857645"/>
                  </a:lnTo>
                  <a:lnTo>
                    <a:pt x="337865" y="860027"/>
                  </a:lnTo>
                  <a:lnTo>
                    <a:pt x="337156" y="862410"/>
                  </a:lnTo>
                  <a:lnTo>
                    <a:pt x="336450" y="864792"/>
                  </a:lnTo>
                  <a:lnTo>
                    <a:pt x="335746" y="867174"/>
                  </a:lnTo>
                  <a:lnTo>
                    <a:pt x="335045" y="869557"/>
                  </a:lnTo>
                  <a:lnTo>
                    <a:pt x="334347" y="871939"/>
                  </a:lnTo>
                  <a:lnTo>
                    <a:pt x="333655" y="874321"/>
                  </a:lnTo>
                  <a:lnTo>
                    <a:pt x="332967" y="876704"/>
                  </a:lnTo>
                  <a:lnTo>
                    <a:pt x="332285" y="879086"/>
                  </a:lnTo>
                  <a:lnTo>
                    <a:pt x="331608" y="881468"/>
                  </a:lnTo>
                  <a:lnTo>
                    <a:pt x="330939" y="883851"/>
                  </a:lnTo>
                  <a:lnTo>
                    <a:pt x="330277" y="886233"/>
                  </a:lnTo>
                  <a:lnTo>
                    <a:pt x="329624" y="888615"/>
                  </a:lnTo>
                  <a:lnTo>
                    <a:pt x="328978" y="890998"/>
                  </a:lnTo>
                  <a:lnTo>
                    <a:pt x="328342" y="893380"/>
                  </a:lnTo>
                  <a:lnTo>
                    <a:pt x="327718" y="895762"/>
                  </a:lnTo>
                  <a:lnTo>
                    <a:pt x="327104" y="898145"/>
                  </a:lnTo>
                  <a:lnTo>
                    <a:pt x="326501" y="900527"/>
                  </a:lnTo>
                  <a:lnTo>
                    <a:pt x="325909" y="902910"/>
                  </a:lnTo>
                  <a:lnTo>
                    <a:pt x="325333" y="905292"/>
                  </a:lnTo>
                  <a:lnTo>
                    <a:pt x="324771" y="907674"/>
                  </a:lnTo>
                  <a:lnTo>
                    <a:pt x="324223" y="910057"/>
                  </a:lnTo>
                  <a:lnTo>
                    <a:pt x="323690" y="912439"/>
                  </a:lnTo>
                  <a:lnTo>
                    <a:pt x="323175" y="914821"/>
                  </a:lnTo>
                  <a:lnTo>
                    <a:pt x="322682" y="917204"/>
                  </a:lnTo>
                  <a:lnTo>
                    <a:pt x="322208" y="919586"/>
                  </a:lnTo>
                  <a:lnTo>
                    <a:pt x="321754" y="921968"/>
                  </a:lnTo>
                  <a:lnTo>
                    <a:pt x="321323" y="924351"/>
                  </a:lnTo>
                  <a:lnTo>
                    <a:pt x="320925" y="926733"/>
                  </a:lnTo>
                  <a:lnTo>
                    <a:pt x="320556" y="929115"/>
                  </a:lnTo>
                  <a:lnTo>
                    <a:pt x="320216" y="931498"/>
                  </a:lnTo>
                  <a:lnTo>
                    <a:pt x="319910" y="933880"/>
                  </a:lnTo>
                  <a:lnTo>
                    <a:pt x="319651" y="936262"/>
                  </a:lnTo>
                  <a:lnTo>
                    <a:pt x="319440" y="938645"/>
                  </a:lnTo>
                  <a:lnTo>
                    <a:pt x="319276" y="941027"/>
                  </a:lnTo>
                  <a:lnTo>
                    <a:pt x="319163" y="943409"/>
                  </a:lnTo>
                  <a:lnTo>
                    <a:pt x="319114" y="945792"/>
                  </a:lnTo>
                  <a:lnTo>
                    <a:pt x="319150" y="948174"/>
                  </a:lnTo>
                  <a:lnTo>
                    <a:pt x="319260" y="950556"/>
                  </a:lnTo>
                  <a:lnTo>
                    <a:pt x="319450" y="952939"/>
                  </a:lnTo>
                  <a:lnTo>
                    <a:pt x="319728" y="955321"/>
                  </a:lnTo>
                  <a:lnTo>
                    <a:pt x="320142" y="957704"/>
                  </a:lnTo>
                  <a:lnTo>
                    <a:pt x="320674" y="960086"/>
                  </a:lnTo>
                  <a:lnTo>
                    <a:pt x="321329" y="962468"/>
                  </a:lnTo>
                  <a:lnTo>
                    <a:pt x="322116" y="964851"/>
                  </a:lnTo>
                  <a:lnTo>
                    <a:pt x="323077" y="967233"/>
                  </a:lnTo>
                  <a:lnTo>
                    <a:pt x="324236" y="969615"/>
                  </a:lnTo>
                  <a:lnTo>
                    <a:pt x="325573" y="971998"/>
                  </a:lnTo>
                  <a:lnTo>
                    <a:pt x="327099" y="974380"/>
                  </a:lnTo>
                  <a:lnTo>
                    <a:pt x="328832" y="976762"/>
                  </a:lnTo>
                  <a:lnTo>
                    <a:pt x="330873" y="979145"/>
                  </a:lnTo>
                  <a:lnTo>
                    <a:pt x="333156" y="981527"/>
                  </a:lnTo>
                  <a:lnTo>
                    <a:pt x="335693" y="983909"/>
                  </a:lnTo>
                  <a:lnTo>
                    <a:pt x="338496" y="986292"/>
                  </a:lnTo>
                  <a:lnTo>
                    <a:pt x="341658" y="988674"/>
                  </a:lnTo>
                  <a:lnTo>
                    <a:pt x="345166" y="991056"/>
                  </a:lnTo>
                  <a:lnTo>
                    <a:pt x="348990" y="993439"/>
                  </a:lnTo>
                  <a:lnTo>
                    <a:pt x="353138" y="995821"/>
                  </a:lnTo>
                  <a:lnTo>
                    <a:pt x="357654" y="998203"/>
                  </a:lnTo>
                  <a:lnTo>
                    <a:pt x="362628" y="1000586"/>
                  </a:lnTo>
                  <a:lnTo>
                    <a:pt x="367959" y="1002968"/>
                  </a:lnTo>
                  <a:lnTo>
                    <a:pt x="373649" y="1005350"/>
                  </a:lnTo>
                  <a:lnTo>
                    <a:pt x="379701" y="1007733"/>
                  </a:lnTo>
                  <a:lnTo>
                    <a:pt x="386239" y="1010115"/>
                  </a:lnTo>
                  <a:lnTo>
                    <a:pt x="393161" y="1012498"/>
                  </a:lnTo>
                  <a:lnTo>
                    <a:pt x="400433" y="1014880"/>
                  </a:lnTo>
                  <a:lnTo>
                    <a:pt x="408047" y="1017262"/>
                  </a:lnTo>
                  <a:lnTo>
                    <a:pt x="416047" y="1019645"/>
                  </a:lnTo>
                  <a:lnTo>
                    <a:pt x="424426" y="1022027"/>
                  </a:lnTo>
                  <a:lnTo>
                    <a:pt x="433086" y="1024409"/>
                  </a:lnTo>
                  <a:lnTo>
                    <a:pt x="442004" y="1026792"/>
                  </a:lnTo>
                  <a:lnTo>
                    <a:pt x="451159" y="1029174"/>
                  </a:lnTo>
                  <a:lnTo>
                    <a:pt x="460583" y="1031556"/>
                  </a:lnTo>
                  <a:lnTo>
                    <a:pt x="470149" y="1033939"/>
                  </a:lnTo>
                  <a:lnTo>
                    <a:pt x="479820" y="1036321"/>
                  </a:lnTo>
                  <a:lnTo>
                    <a:pt x="489563" y="1038703"/>
                  </a:lnTo>
                  <a:lnTo>
                    <a:pt x="499329" y="1041086"/>
                  </a:lnTo>
                  <a:lnTo>
                    <a:pt x="509037" y="1043468"/>
                  </a:lnTo>
                  <a:lnTo>
                    <a:pt x="518641" y="1045850"/>
                  </a:lnTo>
                  <a:lnTo>
                    <a:pt x="528099" y="1048233"/>
                  </a:lnTo>
                  <a:lnTo>
                    <a:pt x="537347" y="1050615"/>
                  </a:lnTo>
                  <a:lnTo>
                    <a:pt x="546230" y="1052997"/>
                  </a:lnTo>
                  <a:lnTo>
                    <a:pt x="554770" y="1055380"/>
                  </a:lnTo>
                  <a:lnTo>
                    <a:pt x="562926" y="1057762"/>
                  </a:lnTo>
                  <a:lnTo>
                    <a:pt x="570653" y="1060144"/>
                  </a:lnTo>
                  <a:lnTo>
                    <a:pt x="577734" y="1062527"/>
                  </a:lnTo>
                  <a:lnTo>
                    <a:pt x="584200" y="1064909"/>
                  </a:lnTo>
                  <a:lnTo>
                    <a:pt x="590065" y="1067292"/>
                  </a:lnTo>
                  <a:lnTo>
                    <a:pt x="595298" y="1069674"/>
                  </a:lnTo>
                  <a:lnTo>
                    <a:pt x="599763" y="1072056"/>
                  </a:lnTo>
                  <a:lnTo>
                    <a:pt x="603316" y="1074439"/>
                  </a:lnTo>
                  <a:lnTo>
                    <a:pt x="606124" y="1076821"/>
                  </a:lnTo>
                  <a:lnTo>
                    <a:pt x="608169" y="1079203"/>
                  </a:lnTo>
                  <a:lnTo>
                    <a:pt x="609438" y="1081586"/>
                  </a:lnTo>
                  <a:lnTo>
                    <a:pt x="609588" y="1083609"/>
                  </a:lnTo>
                  <a:lnTo>
                    <a:pt x="609615" y="1083968"/>
                  </a:lnTo>
                  <a:lnTo>
                    <a:pt x="608977" y="1086350"/>
                  </a:lnTo>
                  <a:lnTo>
                    <a:pt x="607553" y="1088733"/>
                  </a:lnTo>
                  <a:lnTo>
                    <a:pt x="605352" y="1091115"/>
                  </a:lnTo>
                  <a:lnTo>
                    <a:pt x="602225" y="1093497"/>
                  </a:lnTo>
                  <a:lnTo>
                    <a:pt x="598221" y="1095880"/>
                  </a:lnTo>
                  <a:lnTo>
                    <a:pt x="593518" y="1098262"/>
                  </a:lnTo>
                  <a:lnTo>
                    <a:pt x="588143" y="1100644"/>
                  </a:lnTo>
                  <a:lnTo>
                    <a:pt x="582101" y="1103027"/>
                  </a:lnTo>
                  <a:lnTo>
                    <a:pt x="575258" y="1105409"/>
                  </a:lnTo>
                  <a:lnTo>
                    <a:pt x="567894" y="1107791"/>
                  </a:lnTo>
                  <a:lnTo>
                    <a:pt x="560048" y="1110174"/>
                  </a:lnTo>
                  <a:lnTo>
                    <a:pt x="551761" y="1112556"/>
                  </a:lnTo>
                  <a:lnTo>
                    <a:pt x="542989" y="1114939"/>
                  </a:lnTo>
                  <a:lnTo>
                    <a:pt x="533875" y="1117321"/>
                  </a:lnTo>
                  <a:lnTo>
                    <a:pt x="524514" y="1119703"/>
                  </a:lnTo>
                  <a:lnTo>
                    <a:pt x="514947" y="1122086"/>
                  </a:lnTo>
                  <a:lnTo>
                    <a:pt x="505211" y="1124468"/>
                  </a:lnTo>
                  <a:lnTo>
                    <a:pt x="495371" y="1126850"/>
                  </a:lnTo>
                  <a:lnTo>
                    <a:pt x="485512" y="1129233"/>
                  </a:lnTo>
                  <a:lnTo>
                    <a:pt x="475673" y="1131615"/>
                  </a:lnTo>
                  <a:lnTo>
                    <a:pt x="465892" y="1133997"/>
                  </a:lnTo>
                  <a:lnTo>
                    <a:pt x="456265" y="1136380"/>
                  </a:lnTo>
                  <a:lnTo>
                    <a:pt x="446815" y="1138762"/>
                  </a:lnTo>
                  <a:lnTo>
                    <a:pt x="437561" y="1141144"/>
                  </a:lnTo>
                  <a:lnTo>
                    <a:pt x="428531" y="1143527"/>
                  </a:lnTo>
                  <a:lnTo>
                    <a:pt x="419803" y="1145909"/>
                  </a:lnTo>
                  <a:lnTo>
                    <a:pt x="411427" y="1148291"/>
                  </a:lnTo>
                  <a:lnTo>
                    <a:pt x="403360" y="1150674"/>
                  </a:lnTo>
                  <a:lnTo>
                    <a:pt x="395613" y="1153056"/>
                  </a:lnTo>
                  <a:lnTo>
                    <a:pt x="388205" y="1155438"/>
                  </a:lnTo>
                  <a:lnTo>
                    <a:pt x="381281" y="1157821"/>
                  </a:lnTo>
                  <a:lnTo>
                    <a:pt x="374709" y="1160203"/>
                  </a:lnTo>
                  <a:lnTo>
                    <a:pt x="368490" y="1162585"/>
                  </a:lnTo>
                  <a:lnTo>
                    <a:pt x="362625" y="1164968"/>
                  </a:lnTo>
                  <a:lnTo>
                    <a:pt x="357202" y="1167350"/>
                  </a:lnTo>
                  <a:lnTo>
                    <a:pt x="352174" y="1169733"/>
                  </a:lnTo>
                  <a:lnTo>
                    <a:pt x="347480" y="1172115"/>
                  </a:lnTo>
                  <a:lnTo>
                    <a:pt x="343113" y="1174497"/>
                  </a:lnTo>
                  <a:lnTo>
                    <a:pt x="339091" y="1176880"/>
                  </a:lnTo>
                  <a:lnTo>
                    <a:pt x="335467" y="1179262"/>
                  </a:lnTo>
                  <a:lnTo>
                    <a:pt x="332127" y="1181644"/>
                  </a:lnTo>
                  <a:lnTo>
                    <a:pt x="329058" y="1184027"/>
                  </a:lnTo>
                  <a:lnTo>
                    <a:pt x="326249" y="1186409"/>
                  </a:lnTo>
                  <a:lnTo>
                    <a:pt x="323763" y="1188791"/>
                  </a:lnTo>
                  <a:lnTo>
                    <a:pt x="321516" y="1191174"/>
                  </a:lnTo>
                  <a:lnTo>
                    <a:pt x="319476" y="1193556"/>
                  </a:lnTo>
                  <a:lnTo>
                    <a:pt x="317632" y="1195938"/>
                  </a:lnTo>
                  <a:lnTo>
                    <a:pt x="315999" y="1198321"/>
                  </a:lnTo>
                  <a:lnTo>
                    <a:pt x="314568" y="1200703"/>
                  </a:lnTo>
                  <a:lnTo>
                    <a:pt x="313284" y="1203085"/>
                  </a:lnTo>
                  <a:lnTo>
                    <a:pt x="312137" y="1205468"/>
                  </a:lnTo>
                  <a:lnTo>
                    <a:pt x="311117" y="1207850"/>
                  </a:lnTo>
                  <a:lnTo>
                    <a:pt x="310253" y="1210232"/>
                  </a:lnTo>
                  <a:lnTo>
                    <a:pt x="309487" y="1212615"/>
                  </a:lnTo>
                  <a:lnTo>
                    <a:pt x="308810" y="1214997"/>
                  </a:lnTo>
                  <a:lnTo>
                    <a:pt x="308215" y="1217379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7979528" y="2135243"/>
              <a:ext cx="609615" cy="1037002"/>
            </a:xfrm>
            <a:custGeom>
              <a:avLst/>
              <a:pathLst>
                <a:path w="609615" h="1037002">
                  <a:moveTo>
                    <a:pt x="301411" y="1037002"/>
                  </a:moveTo>
                  <a:lnTo>
                    <a:pt x="300845" y="1034973"/>
                  </a:lnTo>
                  <a:lnTo>
                    <a:pt x="300204" y="1032943"/>
                  </a:lnTo>
                  <a:lnTo>
                    <a:pt x="299483" y="1030914"/>
                  </a:lnTo>
                  <a:lnTo>
                    <a:pt x="298676" y="1028884"/>
                  </a:lnTo>
                  <a:lnTo>
                    <a:pt x="297726" y="1026855"/>
                  </a:lnTo>
                  <a:lnTo>
                    <a:pt x="296665" y="1024826"/>
                  </a:lnTo>
                  <a:lnTo>
                    <a:pt x="295483" y="1022796"/>
                  </a:lnTo>
                  <a:lnTo>
                    <a:pt x="294172" y="1020767"/>
                  </a:lnTo>
                  <a:lnTo>
                    <a:pt x="292671" y="1018738"/>
                  </a:lnTo>
                  <a:lnTo>
                    <a:pt x="290994" y="1016708"/>
                  </a:lnTo>
                  <a:lnTo>
                    <a:pt x="289146" y="1014679"/>
                  </a:lnTo>
                  <a:lnTo>
                    <a:pt x="287118" y="1012650"/>
                  </a:lnTo>
                  <a:lnTo>
                    <a:pt x="284854" y="1010620"/>
                  </a:lnTo>
                  <a:lnTo>
                    <a:pt x="282330" y="1008591"/>
                  </a:lnTo>
                  <a:lnTo>
                    <a:pt x="279580" y="1006562"/>
                  </a:lnTo>
                  <a:lnTo>
                    <a:pt x="276595" y="1004532"/>
                  </a:lnTo>
                  <a:lnTo>
                    <a:pt x="273337" y="1002503"/>
                  </a:lnTo>
                  <a:lnTo>
                    <a:pt x="269726" y="1000473"/>
                  </a:lnTo>
                  <a:lnTo>
                    <a:pt x="265836" y="998444"/>
                  </a:lnTo>
                  <a:lnTo>
                    <a:pt x="261660" y="996415"/>
                  </a:lnTo>
                  <a:lnTo>
                    <a:pt x="257191" y="994385"/>
                  </a:lnTo>
                  <a:lnTo>
                    <a:pt x="252287" y="992356"/>
                  </a:lnTo>
                  <a:lnTo>
                    <a:pt x="247064" y="990327"/>
                  </a:lnTo>
                  <a:lnTo>
                    <a:pt x="241524" y="988297"/>
                  </a:lnTo>
                  <a:lnTo>
                    <a:pt x="235665" y="986268"/>
                  </a:lnTo>
                  <a:lnTo>
                    <a:pt x="229385" y="984239"/>
                  </a:lnTo>
                  <a:lnTo>
                    <a:pt x="222745" y="982209"/>
                  </a:lnTo>
                  <a:lnTo>
                    <a:pt x="215791" y="980180"/>
                  </a:lnTo>
                  <a:lnTo>
                    <a:pt x="208529" y="978150"/>
                  </a:lnTo>
                  <a:lnTo>
                    <a:pt x="200912" y="976121"/>
                  </a:lnTo>
                  <a:lnTo>
                    <a:pt x="192944" y="974092"/>
                  </a:lnTo>
                  <a:lnTo>
                    <a:pt x="184715" y="972062"/>
                  </a:lnTo>
                  <a:lnTo>
                    <a:pt x="176240" y="970033"/>
                  </a:lnTo>
                  <a:lnTo>
                    <a:pt x="167521" y="968004"/>
                  </a:lnTo>
                  <a:lnTo>
                    <a:pt x="158542" y="965974"/>
                  </a:lnTo>
                  <a:lnTo>
                    <a:pt x="149409" y="963945"/>
                  </a:lnTo>
                  <a:lnTo>
                    <a:pt x="140150" y="961916"/>
                  </a:lnTo>
                  <a:lnTo>
                    <a:pt x="130790" y="959886"/>
                  </a:lnTo>
                  <a:lnTo>
                    <a:pt x="121359" y="957857"/>
                  </a:lnTo>
                  <a:lnTo>
                    <a:pt x="111934" y="955828"/>
                  </a:lnTo>
                  <a:lnTo>
                    <a:pt x="102552" y="953798"/>
                  </a:lnTo>
                  <a:lnTo>
                    <a:pt x="93245" y="951769"/>
                  </a:lnTo>
                  <a:lnTo>
                    <a:pt x="84105" y="949739"/>
                  </a:lnTo>
                  <a:lnTo>
                    <a:pt x="75191" y="947710"/>
                  </a:lnTo>
                  <a:lnTo>
                    <a:pt x="66518" y="945681"/>
                  </a:lnTo>
                  <a:lnTo>
                    <a:pt x="58124" y="943651"/>
                  </a:lnTo>
                  <a:lnTo>
                    <a:pt x="50112" y="941622"/>
                  </a:lnTo>
                  <a:lnTo>
                    <a:pt x="42597" y="939593"/>
                  </a:lnTo>
                  <a:lnTo>
                    <a:pt x="35525" y="937563"/>
                  </a:lnTo>
                  <a:lnTo>
                    <a:pt x="28927" y="935534"/>
                  </a:lnTo>
                  <a:lnTo>
                    <a:pt x="22866" y="933505"/>
                  </a:lnTo>
                  <a:lnTo>
                    <a:pt x="17586" y="931475"/>
                  </a:lnTo>
                  <a:lnTo>
                    <a:pt x="12912" y="929446"/>
                  </a:lnTo>
                  <a:lnTo>
                    <a:pt x="8867" y="927417"/>
                  </a:lnTo>
                  <a:lnTo>
                    <a:pt x="5471" y="925387"/>
                  </a:lnTo>
                  <a:lnTo>
                    <a:pt x="3012" y="923358"/>
                  </a:lnTo>
                  <a:lnTo>
                    <a:pt x="1297" y="921328"/>
                  </a:lnTo>
                  <a:lnTo>
                    <a:pt x="291" y="919299"/>
                  </a:lnTo>
                  <a:lnTo>
                    <a:pt x="79" y="917822"/>
                  </a:lnTo>
                  <a:lnTo>
                    <a:pt x="0" y="917270"/>
                  </a:lnTo>
                  <a:lnTo>
                    <a:pt x="614" y="915240"/>
                  </a:lnTo>
                  <a:lnTo>
                    <a:pt x="2067" y="913211"/>
                  </a:lnTo>
                  <a:lnTo>
                    <a:pt x="4220" y="911182"/>
                  </a:lnTo>
                  <a:lnTo>
                    <a:pt x="7062" y="909152"/>
                  </a:lnTo>
                  <a:lnTo>
                    <a:pt x="10672" y="907123"/>
                  </a:lnTo>
                  <a:lnTo>
                    <a:pt x="15109" y="905094"/>
                  </a:lnTo>
                  <a:lnTo>
                    <a:pt x="20148" y="903064"/>
                  </a:lnTo>
                  <a:lnTo>
                    <a:pt x="25764" y="901035"/>
                  </a:lnTo>
                  <a:lnTo>
                    <a:pt x="31944" y="899005"/>
                  </a:lnTo>
                  <a:lnTo>
                    <a:pt x="38822" y="896976"/>
                  </a:lnTo>
                  <a:lnTo>
                    <a:pt x="46137" y="894947"/>
                  </a:lnTo>
                  <a:lnTo>
                    <a:pt x="53853" y="892917"/>
                  </a:lnTo>
                  <a:lnTo>
                    <a:pt x="61936" y="890888"/>
                  </a:lnTo>
                  <a:lnTo>
                    <a:pt x="70436" y="888859"/>
                  </a:lnTo>
                  <a:lnTo>
                    <a:pt x="79196" y="886829"/>
                  </a:lnTo>
                  <a:lnTo>
                    <a:pt x="88154" y="884800"/>
                  </a:lnTo>
                  <a:lnTo>
                    <a:pt x="97272" y="882771"/>
                  </a:lnTo>
                  <a:lnTo>
                    <a:pt x="106525" y="880741"/>
                  </a:lnTo>
                  <a:lnTo>
                    <a:pt x="115833" y="878712"/>
                  </a:lnTo>
                  <a:lnTo>
                    <a:pt x="125139" y="876683"/>
                  </a:lnTo>
                  <a:lnTo>
                    <a:pt x="134413" y="874653"/>
                  </a:lnTo>
                  <a:lnTo>
                    <a:pt x="143607" y="872624"/>
                  </a:lnTo>
                  <a:lnTo>
                    <a:pt x="152639" y="870594"/>
                  </a:lnTo>
                  <a:lnTo>
                    <a:pt x="161508" y="868565"/>
                  </a:lnTo>
                  <a:lnTo>
                    <a:pt x="170190" y="866536"/>
                  </a:lnTo>
                  <a:lnTo>
                    <a:pt x="178660" y="864506"/>
                  </a:lnTo>
                  <a:lnTo>
                    <a:pt x="186778" y="862477"/>
                  </a:lnTo>
                  <a:lnTo>
                    <a:pt x="194623" y="860448"/>
                  </a:lnTo>
                  <a:lnTo>
                    <a:pt x="202180" y="858418"/>
                  </a:lnTo>
                  <a:lnTo>
                    <a:pt x="209439" y="856389"/>
                  </a:lnTo>
                  <a:lnTo>
                    <a:pt x="216277" y="854360"/>
                  </a:lnTo>
                  <a:lnTo>
                    <a:pt x="222753" y="852330"/>
                  </a:lnTo>
                  <a:lnTo>
                    <a:pt x="228897" y="850301"/>
                  </a:lnTo>
                  <a:lnTo>
                    <a:pt x="234708" y="848272"/>
                  </a:lnTo>
                  <a:lnTo>
                    <a:pt x="240108" y="846242"/>
                  </a:lnTo>
                  <a:lnTo>
                    <a:pt x="245100" y="844213"/>
                  </a:lnTo>
                  <a:lnTo>
                    <a:pt x="249763" y="842183"/>
                  </a:lnTo>
                  <a:lnTo>
                    <a:pt x="254100" y="840154"/>
                  </a:lnTo>
                  <a:lnTo>
                    <a:pt x="258085" y="838125"/>
                  </a:lnTo>
                  <a:lnTo>
                    <a:pt x="261658" y="836095"/>
                  </a:lnTo>
                  <a:lnTo>
                    <a:pt x="264935" y="834066"/>
                  </a:lnTo>
                  <a:lnTo>
                    <a:pt x="267926" y="832037"/>
                  </a:lnTo>
                  <a:lnTo>
                    <a:pt x="270638" y="830007"/>
                  </a:lnTo>
                  <a:lnTo>
                    <a:pt x="272976" y="827978"/>
                  </a:lnTo>
                  <a:lnTo>
                    <a:pt x="275066" y="825949"/>
                  </a:lnTo>
                  <a:lnTo>
                    <a:pt x="276922" y="823919"/>
                  </a:lnTo>
                  <a:lnTo>
                    <a:pt x="278553" y="821890"/>
                  </a:lnTo>
                  <a:lnTo>
                    <a:pt x="279910" y="819860"/>
                  </a:lnTo>
                  <a:lnTo>
                    <a:pt x="281050" y="817831"/>
                  </a:lnTo>
                  <a:lnTo>
                    <a:pt x="282010" y="815802"/>
                  </a:lnTo>
                  <a:lnTo>
                    <a:pt x="282800" y="813772"/>
                  </a:lnTo>
                  <a:lnTo>
                    <a:pt x="283400" y="811743"/>
                  </a:lnTo>
                  <a:lnTo>
                    <a:pt x="283823" y="809714"/>
                  </a:lnTo>
                  <a:lnTo>
                    <a:pt x="284116" y="807684"/>
                  </a:lnTo>
                  <a:lnTo>
                    <a:pt x="284285" y="805655"/>
                  </a:lnTo>
                  <a:lnTo>
                    <a:pt x="284315" y="804310"/>
                  </a:lnTo>
                  <a:lnTo>
                    <a:pt x="284331" y="803626"/>
                  </a:lnTo>
                  <a:lnTo>
                    <a:pt x="284239" y="801596"/>
                  </a:lnTo>
                  <a:lnTo>
                    <a:pt x="284055" y="799567"/>
                  </a:lnTo>
                  <a:lnTo>
                    <a:pt x="283787" y="797538"/>
                  </a:lnTo>
                  <a:lnTo>
                    <a:pt x="283441" y="795508"/>
                  </a:lnTo>
                  <a:lnTo>
                    <a:pt x="282996" y="793479"/>
                  </a:lnTo>
                  <a:lnTo>
                    <a:pt x="282488" y="791449"/>
                  </a:lnTo>
                  <a:lnTo>
                    <a:pt x="281924" y="789420"/>
                  </a:lnTo>
                  <a:lnTo>
                    <a:pt x="281309" y="787391"/>
                  </a:lnTo>
                  <a:lnTo>
                    <a:pt x="280633" y="785361"/>
                  </a:lnTo>
                  <a:lnTo>
                    <a:pt x="279913" y="783332"/>
                  </a:lnTo>
                  <a:lnTo>
                    <a:pt x="279156" y="781303"/>
                  </a:lnTo>
                  <a:lnTo>
                    <a:pt x="278367" y="779273"/>
                  </a:lnTo>
                  <a:lnTo>
                    <a:pt x="277544" y="777244"/>
                  </a:lnTo>
                  <a:lnTo>
                    <a:pt x="276689" y="775215"/>
                  </a:lnTo>
                  <a:lnTo>
                    <a:pt x="275814" y="773185"/>
                  </a:lnTo>
                  <a:lnTo>
                    <a:pt x="274918" y="771156"/>
                  </a:lnTo>
                  <a:lnTo>
                    <a:pt x="274005" y="769127"/>
                  </a:lnTo>
                  <a:lnTo>
                    <a:pt x="273072" y="767097"/>
                  </a:lnTo>
                  <a:lnTo>
                    <a:pt x="272128" y="765068"/>
                  </a:lnTo>
                  <a:lnTo>
                    <a:pt x="271174" y="763038"/>
                  </a:lnTo>
                  <a:lnTo>
                    <a:pt x="270210" y="761009"/>
                  </a:lnTo>
                  <a:lnTo>
                    <a:pt x="269238" y="758980"/>
                  </a:lnTo>
                  <a:lnTo>
                    <a:pt x="268260" y="756950"/>
                  </a:lnTo>
                  <a:lnTo>
                    <a:pt x="267278" y="754921"/>
                  </a:lnTo>
                  <a:lnTo>
                    <a:pt x="266293" y="752892"/>
                  </a:lnTo>
                  <a:lnTo>
                    <a:pt x="265305" y="750862"/>
                  </a:lnTo>
                  <a:lnTo>
                    <a:pt x="264316" y="748833"/>
                  </a:lnTo>
                  <a:lnTo>
                    <a:pt x="263327" y="746804"/>
                  </a:lnTo>
                  <a:lnTo>
                    <a:pt x="262338" y="744774"/>
                  </a:lnTo>
                  <a:lnTo>
                    <a:pt x="261350" y="742745"/>
                  </a:lnTo>
                  <a:lnTo>
                    <a:pt x="260363" y="740715"/>
                  </a:lnTo>
                  <a:lnTo>
                    <a:pt x="259378" y="738686"/>
                  </a:lnTo>
                  <a:lnTo>
                    <a:pt x="258394" y="736657"/>
                  </a:lnTo>
                  <a:lnTo>
                    <a:pt x="257412" y="734627"/>
                  </a:lnTo>
                  <a:lnTo>
                    <a:pt x="256433" y="732598"/>
                  </a:lnTo>
                  <a:lnTo>
                    <a:pt x="255454" y="730569"/>
                  </a:lnTo>
                  <a:lnTo>
                    <a:pt x="254478" y="728539"/>
                  </a:lnTo>
                  <a:lnTo>
                    <a:pt x="253502" y="726510"/>
                  </a:lnTo>
                  <a:lnTo>
                    <a:pt x="252528" y="724481"/>
                  </a:lnTo>
                  <a:lnTo>
                    <a:pt x="251553" y="722451"/>
                  </a:lnTo>
                  <a:lnTo>
                    <a:pt x="250579" y="720422"/>
                  </a:lnTo>
                  <a:lnTo>
                    <a:pt x="249604" y="718393"/>
                  </a:lnTo>
                  <a:lnTo>
                    <a:pt x="248629" y="716363"/>
                  </a:lnTo>
                  <a:lnTo>
                    <a:pt x="247651" y="714334"/>
                  </a:lnTo>
                  <a:lnTo>
                    <a:pt x="246671" y="712304"/>
                  </a:lnTo>
                  <a:lnTo>
                    <a:pt x="245689" y="710275"/>
                  </a:lnTo>
                  <a:lnTo>
                    <a:pt x="244703" y="708246"/>
                  </a:lnTo>
                  <a:lnTo>
                    <a:pt x="243713" y="706216"/>
                  </a:lnTo>
                  <a:lnTo>
                    <a:pt x="242719" y="704187"/>
                  </a:lnTo>
                  <a:lnTo>
                    <a:pt x="241721" y="702158"/>
                  </a:lnTo>
                  <a:lnTo>
                    <a:pt x="240719" y="700128"/>
                  </a:lnTo>
                  <a:lnTo>
                    <a:pt x="239711" y="698099"/>
                  </a:lnTo>
                  <a:lnTo>
                    <a:pt x="238698" y="696070"/>
                  </a:lnTo>
                  <a:lnTo>
                    <a:pt x="237681" y="694040"/>
                  </a:lnTo>
                  <a:lnTo>
                    <a:pt x="236660" y="692011"/>
                  </a:lnTo>
                  <a:lnTo>
                    <a:pt x="235634" y="689982"/>
                  </a:lnTo>
                  <a:lnTo>
                    <a:pt x="234605" y="687952"/>
                  </a:lnTo>
                  <a:lnTo>
                    <a:pt x="233572" y="685923"/>
                  </a:lnTo>
                  <a:lnTo>
                    <a:pt x="232538" y="683893"/>
                  </a:lnTo>
                  <a:lnTo>
                    <a:pt x="231503" y="681864"/>
                  </a:lnTo>
                  <a:lnTo>
                    <a:pt x="230467" y="679835"/>
                  </a:lnTo>
                  <a:lnTo>
                    <a:pt x="229432" y="677805"/>
                  </a:lnTo>
                  <a:lnTo>
                    <a:pt x="228400" y="675776"/>
                  </a:lnTo>
                  <a:lnTo>
                    <a:pt x="227372" y="673747"/>
                  </a:lnTo>
                  <a:lnTo>
                    <a:pt x="226350" y="671717"/>
                  </a:lnTo>
                  <a:lnTo>
                    <a:pt x="225335" y="669688"/>
                  </a:lnTo>
                  <a:lnTo>
                    <a:pt x="224329" y="667659"/>
                  </a:lnTo>
                  <a:lnTo>
                    <a:pt x="223332" y="665629"/>
                  </a:lnTo>
                  <a:lnTo>
                    <a:pt x="222352" y="663600"/>
                  </a:lnTo>
                  <a:lnTo>
                    <a:pt x="221386" y="661570"/>
                  </a:lnTo>
                  <a:lnTo>
                    <a:pt x="220435" y="659541"/>
                  </a:lnTo>
                  <a:lnTo>
                    <a:pt x="219501" y="657512"/>
                  </a:lnTo>
                  <a:lnTo>
                    <a:pt x="218591" y="655482"/>
                  </a:lnTo>
                  <a:lnTo>
                    <a:pt x="217705" y="653453"/>
                  </a:lnTo>
                  <a:lnTo>
                    <a:pt x="216842" y="651424"/>
                  </a:lnTo>
                  <a:lnTo>
                    <a:pt x="216002" y="649394"/>
                  </a:lnTo>
                  <a:lnTo>
                    <a:pt x="215193" y="647365"/>
                  </a:lnTo>
                  <a:lnTo>
                    <a:pt x="214417" y="645336"/>
                  </a:lnTo>
                  <a:lnTo>
                    <a:pt x="213671" y="643306"/>
                  </a:lnTo>
                  <a:lnTo>
                    <a:pt x="212954" y="641277"/>
                  </a:lnTo>
                  <a:lnTo>
                    <a:pt x="212270" y="639248"/>
                  </a:lnTo>
                  <a:lnTo>
                    <a:pt x="211631" y="637218"/>
                  </a:lnTo>
                  <a:lnTo>
                    <a:pt x="211025" y="635189"/>
                  </a:lnTo>
                  <a:lnTo>
                    <a:pt x="210452" y="633159"/>
                  </a:lnTo>
                  <a:lnTo>
                    <a:pt x="209915" y="631130"/>
                  </a:lnTo>
                  <a:lnTo>
                    <a:pt x="209427" y="629101"/>
                  </a:lnTo>
                  <a:lnTo>
                    <a:pt x="208976" y="627071"/>
                  </a:lnTo>
                  <a:lnTo>
                    <a:pt x="208561" y="625042"/>
                  </a:lnTo>
                  <a:lnTo>
                    <a:pt x="208182" y="623013"/>
                  </a:lnTo>
                  <a:lnTo>
                    <a:pt x="207851" y="620983"/>
                  </a:lnTo>
                  <a:lnTo>
                    <a:pt x="207561" y="618954"/>
                  </a:lnTo>
                  <a:lnTo>
                    <a:pt x="207307" y="616925"/>
                  </a:lnTo>
                  <a:lnTo>
                    <a:pt x="207089" y="614895"/>
                  </a:lnTo>
                  <a:lnTo>
                    <a:pt x="206913" y="612866"/>
                  </a:lnTo>
                  <a:lnTo>
                    <a:pt x="206781" y="610837"/>
                  </a:lnTo>
                  <a:lnTo>
                    <a:pt x="206683" y="608807"/>
                  </a:lnTo>
                  <a:lnTo>
                    <a:pt x="206618" y="606778"/>
                  </a:lnTo>
                  <a:lnTo>
                    <a:pt x="206589" y="604748"/>
                  </a:lnTo>
                  <a:lnTo>
                    <a:pt x="206604" y="602719"/>
                  </a:lnTo>
                  <a:lnTo>
                    <a:pt x="206649" y="600690"/>
                  </a:lnTo>
                  <a:lnTo>
                    <a:pt x="206725" y="598660"/>
                  </a:lnTo>
                  <a:lnTo>
                    <a:pt x="206829" y="596631"/>
                  </a:lnTo>
                  <a:lnTo>
                    <a:pt x="206973" y="594602"/>
                  </a:lnTo>
                  <a:lnTo>
                    <a:pt x="207144" y="592572"/>
                  </a:lnTo>
                  <a:lnTo>
                    <a:pt x="207341" y="590543"/>
                  </a:lnTo>
                  <a:lnTo>
                    <a:pt x="207562" y="588514"/>
                  </a:lnTo>
                  <a:lnTo>
                    <a:pt x="207813" y="586484"/>
                  </a:lnTo>
                  <a:lnTo>
                    <a:pt x="208089" y="584455"/>
                  </a:lnTo>
                  <a:lnTo>
                    <a:pt x="208385" y="582426"/>
                  </a:lnTo>
                  <a:lnTo>
                    <a:pt x="208700" y="580396"/>
                  </a:lnTo>
                  <a:lnTo>
                    <a:pt x="209036" y="578367"/>
                  </a:lnTo>
                  <a:lnTo>
                    <a:pt x="209286" y="576948"/>
                  </a:lnTo>
                  <a:lnTo>
                    <a:pt x="209393" y="576337"/>
                  </a:lnTo>
                  <a:lnTo>
                    <a:pt x="209765" y="574308"/>
                  </a:lnTo>
                  <a:lnTo>
                    <a:pt x="210151" y="572279"/>
                  </a:lnTo>
                  <a:lnTo>
                    <a:pt x="210549" y="570249"/>
                  </a:lnTo>
                  <a:lnTo>
                    <a:pt x="210964" y="568220"/>
                  </a:lnTo>
                  <a:lnTo>
                    <a:pt x="211387" y="566191"/>
                  </a:lnTo>
                  <a:lnTo>
                    <a:pt x="211819" y="564161"/>
                  </a:lnTo>
                  <a:lnTo>
                    <a:pt x="212259" y="562132"/>
                  </a:lnTo>
                  <a:lnTo>
                    <a:pt x="212706" y="560103"/>
                  </a:lnTo>
                  <a:lnTo>
                    <a:pt x="213159" y="558073"/>
                  </a:lnTo>
                  <a:lnTo>
                    <a:pt x="213615" y="556044"/>
                  </a:lnTo>
                  <a:lnTo>
                    <a:pt x="214073" y="554014"/>
                  </a:lnTo>
                  <a:lnTo>
                    <a:pt x="214534" y="551985"/>
                  </a:lnTo>
                  <a:lnTo>
                    <a:pt x="214995" y="549956"/>
                  </a:lnTo>
                  <a:lnTo>
                    <a:pt x="215456" y="547926"/>
                  </a:lnTo>
                  <a:lnTo>
                    <a:pt x="215916" y="545897"/>
                  </a:lnTo>
                  <a:lnTo>
                    <a:pt x="216374" y="543868"/>
                  </a:lnTo>
                  <a:lnTo>
                    <a:pt x="216829" y="541838"/>
                  </a:lnTo>
                  <a:lnTo>
                    <a:pt x="217281" y="539809"/>
                  </a:lnTo>
                  <a:lnTo>
                    <a:pt x="217730" y="537780"/>
                  </a:lnTo>
                  <a:lnTo>
                    <a:pt x="218176" y="535750"/>
                  </a:lnTo>
                  <a:lnTo>
                    <a:pt x="218616" y="533721"/>
                  </a:lnTo>
                  <a:lnTo>
                    <a:pt x="219054" y="531692"/>
                  </a:lnTo>
                  <a:lnTo>
                    <a:pt x="219488" y="529662"/>
                  </a:lnTo>
                  <a:lnTo>
                    <a:pt x="219919" y="527633"/>
                  </a:lnTo>
                  <a:lnTo>
                    <a:pt x="220346" y="525603"/>
                  </a:lnTo>
                  <a:lnTo>
                    <a:pt x="220771" y="523574"/>
                  </a:lnTo>
                  <a:lnTo>
                    <a:pt x="221196" y="521545"/>
                  </a:lnTo>
                  <a:lnTo>
                    <a:pt x="221619" y="519515"/>
                  </a:lnTo>
                  <a:lnTo>
                    <a:pt x="222043" y="517486"/>
                  </a:lnTo>
                  <a:lnTo>
                    <a:pt x="222469" y="515457"/>
                  </a:lnTo>
                  <a:lnTo>
                    <a:pt x="222898" y="513427"/>
                  </a:lnTo>
                  <a:lnTo>
                    <a:pt x="223330" y="511398"/>
                  </a:lnTo>
                  <a:lnTo>
                    <a:pt x="223768" y="509369"/>
                  </a:lnTo>
                  <a:lnTo>
                    <a:pt x="224214" y="507339"/>
                  </a:lnTo>
                  <a:lnTo>
                    <a:pt x="224669" y="505310"/>
                  </a:lnTo>
                  <a:lnTo>
                    <a:pt x="225133" y="503281"/>
                  </a:lnTo>
                  <a:lnTo>
                    <a:pt x="225608" y="501251"/>
                  </a:lnTo>
                  <a:lnTo>
                    <a:pt x="226100" y="499222"/>
                  </a:lnTo>
                  <a:lnTo>
                    <a:pt x="226606" y="497192"/>
                  </a:lnTo>
                  <a:lnTo>
                    <a:pt x="227128" y="495163"/>
                  </a:lnTo>
                  <a:lnTo>
                    <a:pt x="227665" y="493134"/>
                  </a:lnTo>
                  <a:lnTo>
                    <a:pt x="228226" y="491104"/>
                  </a:lnTo>
                  <a:lnTo>
                    <a:pt x="228808" y="489075"/>
                  </a:lnTo>
                  <a:lnTo>
                    <a:pt x="229410" y="487046"/>
                  </a:lnTo>
                  <a:lnTo>
                    <a:pt x="230033" y="485016"/>
                  </a:lnTo>
                  <a:lnTo>
                    <a:pt x="230682" y="482987"/>
                  </a:lnTo>
                  <a:lnTo>
                    <a:pt x="231358" y="480958"/>
                  </a:lnTo>
                  <a:lnTo>
                    <a:pt x="232058" y="478928"/>
                  </a:lnTo>
                  <a:lnTo>
                    <a:pt x="232780" y="476899"/>
                  </a:lnTo>
                  <a:lnTo>
                    <a:pt x="233528" y="474869"/>
                  </a:lnTo>
                  <a:lnTo>
                    <a:pt x="234308" y="472840"/>
                  </a:lnTo>
                  <a:lnTo>
                    <a:pt x="235111" y="470811"/>
                  </a:lnTo>
                  <a:lnTo>
                    <a:pt x="235936" y="468781"/>
                  </a:lnTo>
                  <a:lnTo>
                    <a:pt x="236785" y="466752"/>
                  </a:lnTo>
                  <a:lnTo>
                    <a:pt x="237663" y="464723"/>
                  </a:lnTo>
                  <a:lnTo>
                    <a:pt x="238563" y="462693"/>
                  </a:lnTo>
                  <a:lnTo>
                    <a:pt x="239483" y="460664"/>
                  </a:lnTo>
                  <a:lnTo>
                    <a:pt x="240421" y="458635"/>
                  </a:lnTo>
                  <a:lnTo>
                    <a:pt x="241383" y="456605"/>
                  </a:lnTo>
                  <a:lnTo>
                    <a:pt x="242362" y="454576"/>
                  </a:lnTo>
                  <a:lnTo>
                    <a:pt x="243356" y="452547"/>
                  </a:lnTo>
                  <a:lnTo>
                    <a:pt x="244363" y="450517"/>
                  </a:lnTo>
                  <a:lnTo>
                    <a:pt x="245384" y="448488"/>
                  </a:lnTo>
                  <a:lnTo>
                    <a:pt x="246417" y="446458"/>
                  </a:lnTo>
                  <a:lnTo>
                    <a:pt x="247457" y="444429"/>
                  </a:lnTo>
                  <a:lnTo>
                    <a:pt x="248503" y="442400"/>
                  </a:lnTo>
                  <a:lnTo>
                    <a:pt x="249555" y="440370"/>
                  </a:lnTo>
                  <a:lnTo>
                    <a:pt x="250610" y="438341"/>
                  </a:lnTo>
                  <a:lnTo>
                    <a:pt x="251666" y="436312"/>
                  </a:lnTo>
                  <a:lnTo>
                    <a:pt x="252721" y="434282"/>
                  </a:lnTo>
                  <a:lnTo>
                    <a:pt x="253774" y="432253"/>
                  </a:lnTo>
                  <a:lnTo>
                    <a:pt x="254821" y="430224"/>
                  </a:lnTo>
                  <a:lnTo>
                    <a:pt x="255862" y="428194"/>
                  </a:lnTo>
                  <a:lnTo>
                    <a:pt x="256896" y="426165"/>
                  </a:lnTo>
                  <a:lnTo>
                    <a:pt x="257922" y="424136"/>
                  </a:lnTo>
                  <a:lnTo>
                    <a:pt x="258936" y="422106"/>
                  </a:lnTo>
                  <a:lnTo>
                    <a:pt x="259938" y="420077"/>
                  </a:lnTo>
                  <a:lnTo>
                    <a:pt x="260927" y="418047"/>
                  </a:lnTo>
                  <a:lnTo>
                    <a:pt x="261904" y="416018"/>
                  </a:lnTo>
                  <a:lnTo>
                    <a:pt x="262866" y="413989"/>
                  </a:lnTo>
                  <a:lnTo>
                    <a:pt x="263810" y="411959"/>
                  </a:lnTo>
                  <a:lnTo>
                    <a:pt x="264739" y="409930"/>
                  </a:lnTo>
                  <a:lnTo>
                    <a:pt x="265653" y="407901"/>
                  </a:lnTo>
                  <a:lnTo>
                    <a:pt x="266551" y="405871"/>
                  </a:lnTo>
                  <a:lnTo>
                    <a:pt x="267428" y="403842"/>
                  </a:lnTo>
                  <a:lnTo>
                    <a:pt x="268288" y="401813"/>
                  </a:lnTo>
                  <a:lnTo>
                    <a:pt x="269133" y="399783"/>
                  </a:lnTo>
                  <a:lnTo>
                    <a:pt x="269961" y="397754"/>
                  </a:lnTo>
                  <a:lnTo>
                    <a:pt x="270768" y="395724"/>
                  </a:lnTo>
                  <a:lnTo>
                    <a:pt x="271558" y="393695"/>
                  </a:lnTo>
                  <a:lnTo>
                    <a:pt x="272333" y="391666"/>
                  </a:lnTo>
                  <a:lnTo>
                    <a:pt x="273093" y="389636"/>
                  </a:lnTo>
                  <a:lnTo>
                    <a:pt x="273834" y="387607"/>
                  </a:lnTo>
                  <a:lnTo>
                    <a:pt x="274558" y="385578"/>
                  </a:lnTo>
                  <a:lnTo>
                    <a:pt x="275267" y="383548"/>
                  </a:lnTo>
                  <a:lnTo>
                    <a:pt x="275963" y="381519"/>
                  </a:lnTo>
                  <a:lnTo>
                    <a:pt x="276643" y="379490"/>
                  </a:lnTo>
                  <a:lnTo>
                    <a:pt x="277307" y="377460"/>
                  </a:lnTo>
                  <a:lnTo>
                    <a:pt x="277958" y="375431"/>
                  </a:lnTo>
                  <a:lnTo>
                    <a:pt x="278596" y="373402"/>
                  </a:lnTo>
                  <a:lnTo>
                    <a:pt x="279223" y="371372"/>
                  </a:lnTo>
                  <a:lnTo>
                    <a:pt x="279833" y="369343"/>
                  </a:lnTo>
                  <a:lnTo>
                    <a:pt x="280433" y="367313"/>
                  </a:lnTo>
                  <a:lnTo>
                    <a:pt x="281021" y="365284"/>
                  </a:lnTo>
                  <a:lnTo>
                    <a:pt x="281600" y="363255"/>
                  </a:lnTo>
                  <a:lnTo>
                    <a:pt x="282165" y="361225"/>
                  </a:lnTo>
                  <a:lnTo>
                    <a:pt x="282719" y="359196"/>
                  </a:lnTo>
                  <a:lnTo>
                    <a:pt x="283263" y="357167"/>
                  </a:lnTo>
                  <a:lnTo>
                    <a:pt x="283799" y="355137"/>
                  </a:lnTo>
                  <a:lnTo>
                    <a:pt x="284323" y="353108"/>
                  </a:lnTo>
                  <a:lnTo>
                    <a:pt x="284836" y="351079"/>
                  </a:lnTo>
                  <a:lnTo>
                    <a:pt x="285341" y="349049"/>
                  </a:lnTo>
                  <a:lnTo>
                    <a:pt x="285837" y="347020"/>
                  </a:lnTo>
                  <a:lnTo>
                    <a:pt x="286323" y="344991"/>
                  </a:lnTo>
                  <a:lnTo>
                    <a:pt x="286799" y="342961"/>
                  </a:lnTo>
                  <a:lnTo>
                    <a:pt x="287266" y="340932"/>
                  </a:lnTo>
                  <a:lnTo>
                    <a:pt x="287724" y="338902"/>
                  </a:lnTo>
                  <a:lnTo>
                    <a:pt x="288175" y="336873"/>
                  </a:lnTo>
                  <a:lnTo>
                    <a:pt x="288614" y="334844"/>
                  </a:lnTo>
                  <a:lnTo>
                    <a:pt x="289045" y="332814"/>
                  </a:lnTo>
                  <a:lnTo>
                    <a:pt x="289468" y="330785"/>
                  </a:lnTo>
                  <a:lnTo>
                    <a:pt x="289882" y="328756"/>
                  </a:lnTo>
                  <a:lnTo>
                    <a:pt x="290286" y="326726"/>
                  </a:lnTo>
                  <a:lnTo>
                    <a:pt x="290681" y="324697"/>
                  </a:lnTo>
                  <a:lnTo>
                    <a:pt x="291068" y="322668"/>
                  </a:lnTo>
                  <a:lnTo>
                    <a:pt x="291447" y="320638"/>
                  </a:lnTo>
                  <a:lnTo>
                    <a:pt x="291816" y="318609"/>
                  </a:lnTo>
                  <a:lnTo>
                    <a:pt x="292175" y="316579"/>
                  </a:lnTo>
                  <a:lnTo>
                    <a:pt x="292527" y="314550"/>
                  </a:lnTo>
                  <a:lnTo>
                    <a:pt x="292870" y="312521"/>
                  </a:lnTo>
                  <a:lnTo>
                    <a:pt x="293206" y="310491"/>
                  </a:lnTo>
                  <a:lnTo>
                    <a:pt x="293530" y="308462"/>
                  </a:lnTo>
                  <a:lnTo>
                    <a:pt x="293847" y="306433"/>
                  </a:lnTo>
                  <a:lnTo>
                    <a:pt x="294156" y="304403"/>
                  </a:lnTo>
                  <a:lnTo>
                    <a:pt x="294458" y="302374"/>
                  </a:lnTo>
                  <a:lnTo>
                    <a:pt x="294749" y="300345"/>
                  </a:lnTo>
                  <a:lnTo>
                    <a:pt x="295032" y="298315"/>
                  </a:lnTo>
                  <a:lnTo>
                    <a:pt x="295309" y="296286"/>
                  </a:lnTo>
                  <a:lnTo>
                    <a:pt x="295578" y="294257"/>
                  </a:lnTo>
                  <a:lnTo>
                    <a:pt x="295838" y="292227"/>
                  </a:lnTo>
                  <a:lnTo>
                    <a:pt x="296091" y="290198"/>
                  </a:lnTo>
                  <a:lnTo>
                    <a:pt x="296337" y="288168"/>
                  </a:lnTo>
                  <a:lnTo>
                    <a:pt x="296576" y="286139"/>
                  </a:lnTo>
                  <a:lnTo>
                    <a:pt x="296808" y="284110"/>
                  </a:lnTo>
                  <a:lnTo>
                    <a:pt x="297033" y="282080"/>
                  </a:lnTo>
                  <a:lnTo>
                    <a:pt x="297252" y="280051"/>
                  </a:lnTo>
                  <a:lnTo>
                    <a:pt x="297465" y="278022"/>
                  </a:lnTo>
                  <a:lnTo>
                    <a:pt x="297672" y="275992"/>
                  </a:lnTo>
                  <a:lnTo>
                    <a:pt x="297872" y="273963"/>
                  </a:lnTo>
                  <a:lnTo>
                    <a:pt x="298068" y="271934"/>
                  </a:lnTo>
                  <a:lnTo>
                    <a:pt x="298259" y="269904"/>
                  </a:lnTo>
                  <a:lnTo>
                    <a:pt x="298445" y="267875"/>
                  </a:lnTo>
                  <a:lnTo>
                    <a:pt x="298625" y="265846"/>
                  </a:lnTo>
                  <a:lnTo>
                    <a:pt x="298801" y="263816"/>
                  </a:lnTo>
                  <a:lnTo>
                    <a:pt x="298974" y="261787"/>
                  </a:lnTo>
                  <a:lnTo>
                    <a:pt x="299143" y="259757"/>
                  </a:lnTo>
                  <a:lnTo>
                    <a:pt x="299308" y="257728"/>
                  </a:lnTo>
                  <a:lnTo>
                    <a:pt x="299469" y="255699"/>
                  </a:lnTo>
                  <a:lnTo>
                    <a:pt x="299627" y="253669"/>
                  </a:lnTo>
                  <a:lnTo>
                    <a:pt x="299783" y="251640"/>
                  </a:lnTo>
                  <a:lnTo>
                    <a:pt x="299936" y="249611"/>
                  </a:lnTo>
                  <a:lnTo>
                    <a:pt x="300086" y="247581"/>
                  </a:lnTo>
                  <a:lnTo>
                    <a:pt x="300234" y="245552"/>
                  </a:lnTo>
                  <a:lnTo>
                    <a:pt x="300380" y="243523"/>
                  </a:lnTo>
                  <a:lnTo>
                    <a:pt x="300524" y="241493"/>
                  </a:lnTo>
                  <a:lnTo>
                    <a:pt x="300666" y="239464"/>
                  </a:lnTo>
                  <a:lnTo>
                    <a:pt x="300806" y="237434"/>
                  </a:lnTo>
                  <a:lnTo>
                    <a:pt x="300944" y="235405"/>
                  </a:lnTo>
                  <a:lnTo>
                    <a:pt x="301081" y="233376"/>
                  </a:lnTo>
                  <a:lnTo>
                    <a:pt x="301215" y="231346"/>
                  </a:lnTo>
                  <a:lnTo>
                    <a:pt x="301348" y="229317"/>
                  </a:lnTo>
                  <a:lnTo>
                    <a:pt x="301480" y="227288"/>
                  </a:lnTo>
                  <a:lnTo>
                    <a:pt x="301610" y="225258"/>
                  </a:lnTo>
                  <a:lnTo>
                    <a:pt x="301738" y="223229"/>
                  </a:lnTo>
                  <a:lnTo>
                    <a:pt x="301864" y="221200"/>
                  </a:lnTo>
                  <a:lnTo>
                    <a:pt x="301988" y="219170"/>
                  </a:lnTo>
                  <a:lnTo>
                    <a:pt x="302110" y="217141"/>
                  </a:lnTo>
                  <a:lnTo>
                    <a:pt x="302230" y="215112"/>
                  </a:lnTo>
                  <a:lnTo>
                    <a:pt x="302347" y="213082"/>
                  </a:lnTo>
                  <a:lnTo>
                    <a:pt x="302462" y="211053"/>
                  </a:lnTo>
                  <a:lnTo>
                    <a:pt x="302574" y="209023"/>
                  </a:lnTo>
                  <a:lnTo>
                    <a:pt x="302684" y="206994"/>
                  </a:lnTo>
                  <a:lnTo>
                    <a:pt x="302791" y="204965"/>
                  </a:lnTo>
                  <a:lnTo>
                    <a:pt x="302894" y="202935"/>
                  </a:lnTo>
                  <a:lnTo>
                    <a:pt x="302995" y="200906"/>
                  </a:lnTo>
                  <a:lnTo>
                    <a:pt x="303092" y="198877"/>
                  </a:lnTo>
                  <a:lnTo>
                    <a:pt x="303185" y="196847"/>
                  </a:lnTo>
                  <a:lnTo>
                    <a:pt x="303275" y="194818"/>
                  </a:lnTo>
                  <a:lnTo>
                    <a:pt x="303361" y="192789"/>
                  </a:lnTo>
                  <a:lnTo>
                    <a:pt x="303444" y="190759"/>
                  </a:lnTo>
                  <a:lnTo>
                    <a:pt x="303522" y="188730"/>
                  </a:lnTo>
                  <a:lnTo>
                    <a:pt x="303596" y="186701"/>
                  </a:lnTo>
                  <a:lnTo>
                    <a:pt x="303666" y="184671"/>
                  </a:lnTo>
                  <a:lnTo>
                    <a:pt x="303733" y="182642"/>
                  </a:lnTo>
                  <a:lnTo>
                    <a:pt x="303796" y="180612"/>
                  </a:lnTo>
                  <a:lnTo>
                    <a:pt x="303854" y="178583"/>
                  </a:lnTo>
                  <a:lnTo>
                    <a:pt x="303908" y="176554"/>
                  </a:lnTo>
                  <a:lnTo>
                    <a:pt x="303959" y="174524"/>
                  </a:lnTo>
                  <a:lnTo>
                    <a:pt x="304006" y="172495"/>
                  </a:lnTo>
                  <a:lnTo>
                    <a:pt x="304048" y="170466"/>
                  </a:lnTo>
                  <a:lnTo>
                    <a:pt x="304087" y="168436"/>
                  </a:lnTo>
                  <a:lnTo>
                    <a:pt x="304123" y="166407"/>
                  </a:lnTo>
                  <a:lnTo>
                    <a:pt x="304156" y="164378"/>
                  </a:lnTo>
                  <a:lnTo>
                    <a:pt x="304185" y="162348"/>
                  </a:lnTo>
                  <a:lnTo>
                    <a:pt x="304211" y="160319"/>
                  </a:lnTo>
                  <a:lnTo>
                    <a:pt x="304234" y="158289"/>
                  </a:lnTo>
                  <a:lnTo>
                    <a:pt x="304255" y="156260"/>
                  </a:lnTo>
                  <a:lnTo>
                    <a:pt x="304273" y="154231"/>
                  </a:lnTo>
                  <a:lnTo>
                    <a:pt x="304288" y="152201"/>
                  </a:lnTo>
                  <a:lnTo>
                    <a:pt x="304302" y="150172"/>
                  </a:lnTo>
                  <a:lnTo>
                    <a:pt x="304314" y="148143"/>
                  </a:lnTo>
                  <a:lnTo>
                    <a:pt x="304324" y="146113"/>
                  </a:lnTo>
                  <a:lnTo>
                    <a:pt x="304332" y="144084"/>
                  </a:lnTo>
                  <a:lnTo>
                    <a:pt x="304339" y="142055"/>
                  </a:lnTo>
                  <a:lnTo>
                    <a:pt x="304345" y="140025"/>
                  </a:lnTo>
                  <a:lnTo>
                    <a:pt x="304351" y="137996"/>
                  </a:lnTo>
                  <a:lnTo>
                    <a:pt x="304355" y="135967"/>
                  </a:lnTo>
                  <a:lnTo>
                    <a:pt x="304359" y="133937"/>
                  </a:lnTo>
                  <a:lnTo>
                    <a:pt x="304363" y="131908"/>
                  </a:lnTo>
                  <a:lnTo>
                    <a:pt x="304366" y="129878"/>
                  </a:lnTo>
                  <a:lnTo>
                    <a:pt x="304370" y="127849"/>
                  </a:lnTo>
                  <a:lnTo>
                    <a:pt x="304373" y="125820"/>
                  </a:lnTo>
                  <a:lnTo>
                    <a:pt x="304376" y="123790"/>
                  </a:lnTo>
                  <a:lnTo>
                    <a:pt x="304380" y="121761"/>
                  </a:lnTo>
                  <a:lnTo>
                    <a:pt x="304384" y="119732"/>
                  </a:lnTo>
                  <a:lnTo>
                    <a:pt x="304389" y="117702"/>
                  </a:lnTo>
                  <a:lnTo>
                    <a:pt x="304394" y="115673"/>
                  </a:lnTo>
                  <a:lnTo>
                    <a:pt x="304399" y="113644"/>
                  </a:lnTo>
                  <a:lnTo>
                    <a:pt x="304405" y="111614"/>
                  </a:lnTo>
                  <a:lnTo>
                    <a:pt x="304412" y="109585"/>
                  </a:lnTo>
                  <a:lnTo>
                    <a:pt x="304419" y="107556"/>
                  </a:lnTo>
                  <a:lnTo>
                    <a:pt x="304427" y="105526"/>
                  </a:lnTo>
                  <a:lnTo>
                    <a:pt x="304436" y="103497"/>
                  </a:lnTo>
                  <a:lnTo>
                    <a:pt x="304445" y="101467"/>
                  </a:lnTo>
                  <a:lnTo>
                    <a:pt x="304454" y="99438"/>
                  </a:lnTo>
                  <a:lnTo>
                    <a:pt x="304464" y="97409"/>
                  </a:lnTo>
                  <a:lnTo>
                    <a:pt x="304475" y="95379"/>
                  </a:lnTo>
                  <a:lnTo>
                    <a:pt x="304486" y="93350"/>
                  </a:lnTo>
                  <a:lnTo>
                    <a:pt x="304497" y="91321"/>
                  </a:lnTo>
                  <a:lnTo>
                    <a:pt x="304509" y="89291"/>
                  </a:lnTo>
                  <a:lnTo>
                    <a:pt x="304521" y="87262"/>
                  </a:lnTo>
                  <a:lnTo>
                    <a:pt x="304533" y="85233"/>
                  </a:lnTo>
                  <a:lnTo>
                    <a:pt x="304545" y="83203"/>
                  </a:lnTo>
                  <a:lnTo>
                    <a:pt x="304558" y="81174"/>
                  </a:lnTo>
                  <a:lnTo>
                    <a:pt x="304570" y="79144"/>
                  </a:lnTo>
                  <a:lnTo>
                    <a:pt x="304582" y="77115"/>
                  </a:lnTo>
                  <a:lnTo>
                    <a:pt x="304595" y="75086"/>
                  </a:lnTo>
                  <a:lnTo>
                    <a:pt x="304607" y="73056"/>
                  </a:lnTo>
                  <a:lnTo>
                    <a:pt x="304618" y="71027"/>
                  </a:lnTo>
                  <a:lnTo>
                    <a:pt x="304630" y="68998"/>
                  </a:lnTo>
                  <a:lnTo>
                    <a:pt x="304641" y="66968"/>
                  </a:lnTo>
                  <a:lnTo>
                    <a:pt x="304652" y="64939"/>
                  </a:lnTo>
                  <a:lnTo>
                    <a:pt x="304663" y="62910"/>
                  </a:lnTo>
                  <a:lnTo>
                    <a:pt x="304673" y="60880"/>
                  </a:lnTo>
                  <a:lnTo>
                    <a:pt x="304683" y="58851"/>
                  </a:lnTo>
                  <a:lnTo>
                    <a:pt x="304692" y="56822"/>
                  </a:lnTo>
                  <a:lnTo>
                    <a:pt x="304701" y="54792"/>
                  </a:lnTo>
                  <a:lnTo>
                    <a:pt x="304710" y="52763"/>
                  </a:lnTo>
                  <a:lnTo>
                    <a:pt x="304718" y="50733"/>
                  </a:lnTo>
                  <a:lnTo>
                    <a:pt x="304726" y="48704"/>
                  </a:lnTo>
                  <a:lnTo>
                    <a:pt x="304733" y="46675"/>
                  </a:lnTo>
                  <a:lnTo>
                    <a:pt x="304740" y="44645"/>
                  </a:lnTo>
                  <a:lnTo>
                    <a:pt x="304746" y="42616"/>
                  </a:lnTo>
                  <a:lnTo>
                    <a:pt x="304752" y="40587"/>
                  </a:lnTo>
                  <a:lnTo>
                    <a:pt x="304757" y="38557"/>
                  </a:lnTo>
                  <a:lnTo>
                    <a:pt x="304762" y="36528"/>
                  </a:lnTo>
                  <a:lnTo>
                    <a:pt x="304767" y="34499"/>
                  </a:lnTo>
                  <a:lnTo>
                    <a:pt x="304771" y="32469"/>
                  </a:lnTo>
                  <a:lnTo>
                    <a:pt x="304775" y="30440"/>
                  </a:lnTo>
                  <a:lnTo>
                    <a:pt x="304778" y="28411"/>
                  </a:lnTo>
                  <a:lnTo>
                    <a:pt x="304781" y="26381"/>
                  </a:lnTo>
                  <a:lnTo>
                    <a:pt x="304784" y="24352"/>
                  </a:lnTo>
                  <a:lnTo>
                    <a:pt x="304787" y="22322"/>
                  </a:lnTo>
                  <a:lnTo>
                    <a:pt x="304789" y="20293"/>
                  </a:lnTo>
                  <a:lnTo>
                    <a:pt x="304792" y="18264"/>
                  </a:lnTo>
                  <a:lnTo>
                    <a:pt x="304793" y="16234"/>
                  </a:lnTo>
                  <a:lnTo>
                    <a:pt x="304795" y="14205"/>
                  </a:lnTo>
                  <a:lnTo>
                    <a:pt x="304797" y="12176"/>
                  </a:lnTo>
                  <a:lnTo>
                    <a:pt x="304798" y="10146"/>
                  </a:lnTo>
                  <a:lnTo>
                    <a:pt x="304799" y="8117"/>
                  </a:lnTo>
                  <a:lnTo>
                    <a:pt x="304800" y="6088"/>
                  </a:lnTo>
                  <a:lnTo>
                    <a:pt x="304801" y="4058"/>
                  </a:lnTo>
                  <a:lnTo>
                    <a:pt x="304802" y="2029"/>
                  </a:lnTo>
                  <a:lnTo>
                    <a:pt x="304811" y="0"/>
                  </a:lnTo>
                  <a:lnTo>
                    <a:pt x="304812" y="2029"/>
                  </a:lnTo>
                  <a:lnTo>
                    <a:pt x="304813" y="4058"/>
                  </a:lnTo>
                  <a:lnTo>
                    <a:pt x="304814" y="6088"/>
                  </a:lnTo>
                  <a:lnTo>
                    <a:pt x="304815" y="8117"/>
                  </a:lnTo>
                  <a:lnTo>
                    <a:pt x="304816" y="10146"/>
                  </a:lnTo>
                  <a:lnTo>
                    <a:pt x="304818" y="12176"/>
                  </a:lnTo>
                  <a:lnTo>
                    <a:pt x="304819" y="14205"/>
                  </a:lnTo>
                  <a:lnTo>
                    <a:pt x="304821" y="16234"/>
                  </a:lnTo>
                  <a:lnTo>
                    <a:pt x="304823" y="18264"/>
                  </a:lnTo>
                  <a:lnTo>
                    <a:pt x="304825" y="20293"/>
                  </a:lnTo>
                  <a:lnTo>
                    <a:pt x="304827" y="22322"/>
                  </a:lnTo>
                  <a:lnTo>
                    <a:pt x="304830" y="24352"/>
                  </a:lnTo>
                  <a:lnTo>
                    <a:pt x="304833" y="26381"/>
                  </a:lnTo>
                  <a:lnTo>
                    <a:pt x="304836" y="28411"/>
                  </a:lnTo>
                  <a:lnTo>
                    <a:pt x="304840" y="30440"/>
                  </a:lnTo>
                  <a:lnTo>
                    <a:pt x="304843" y="32469"/>
                  </a:lnTo>
                  <a:lnTo>
                    <a:pt x="304848" y="34499"/>
                  </a:lnTo>
                  <a:lnTo>
                    <a:pt x="304852" y="36528"/>
                  </a:lnTo>
                  <a:lnTo>
                    <a:pt x="304857" y="38557"/>
                  </a:lnTo>
                  <a:lnTo>
                    <a:pt x="304863" y="40587"/>
                  </a:lnTo>
                  <a:lnTo>
                    <a:pt x="304868" y="42616"/>
                  </a:lnTo>
                  <a:lnTo>
                    <a:pt x="304875" y="44645"/>
                  </a:lnTo>
                  <a:lnTo>
                    <a:pt x="304881" y="46675"/>
                  </a:lnTo>
                  <a:lnTo>
                    <a:pt x="304889" y="48704"/>
                  </a:lnTo>
                  <a:lnTo>
                    <a:pt x="304896" y="50733"/>
                  </a:lnTo>
                  <a:lnTo>
                    <a:pt x="304904" y="52763"/>
                  </a:lnTo>
                  <a:lnTo>
                    <a:pt x="304913" y="54792"/>
                  </a:lnTo>
                  <a:lnTo>
                    <a:pt x="304922" y="56822"/>
                  </a:lnTo>
                  <a:lnTo>
                    <a:pt x="304931" y="58851"/>
                  </a:lnTo>
                  <a:lnTo>
                    <a:pt x="304941" y="60880"/>
                  </a:lnTo>
                  <a:lnTo>
                    <a:pt x="304951" y="62910"/>
                  </a:lnTo>
                  <a:lnTo>
                    <a:pt x="304962" y="64939"/>
                  </a:lnTo>
                  <a:lnTo>
                    <a:pt x="304973" y="66968"/>
                  </a:lnTo>
                  <a:lnTo>
                    <a:pt x="304984" y="68998"/>
                  </a:lnTo>
                  <a:lnTo>
                    <a:pt x="304996" y="71027"/>
                  </a:lnTo>
                  <a:lnTo>
                    <a:pt x="305008" y="73056"/>
                  </a:lnTo>
                  <a:lnTo>
                    <a:pt x="305020" y="75086"/>
                  </a:lnTo>
                  <a:lnTo>
                    <a:pt x="305032" y="77115"/>
                  </a:lnTo>
                  <a:lnTo>
                    <a:pt x="305044" y="79144"/>
                  </a:lnTo>
                  <a:lnTo>
                    <a:pt x="305057" y="81174"/>
                  </a:lnTo>
                  <a:lnTo>
                    <a:pt x="305069" y="83203"/>
                  </a:lnTo>
                  <a:lnTo>
                    <a:pt x="305081" y="85233"/>
                  </a:lnTo>
                  <a:lnTo>
                    <a:pt x="305093" y="87262"/>
                  </a:lnTo>
                  <a:lnTo>
                    <a:pt x="305105" y="89291"/>
                  </a:lnTo>
                  <a:lnTo>
                    <a:pt x="305117" y="91321"/>
                  </a:lnTo>
                  <a:lnTo>
                    <a:pt x="305128" y="93350"/>
                  </a:lnTo>
                  <a:lnTo>
                    <a:pt x="305139" y="95379"/>
                  </a:lnTo>
                  <a:lnTo>
                    <a:pt x="305150" y="97409"/>
                  </a:lnTo>
                  <a:lnTo>
                    <a:pt x="305160" y="99438"/>
                  </a:lnTo>
                  <a:lnTo>
                    <a:pt x="305169" y="101467"/>
                  </a:lnTo>
                  <a:lnTo>
                    <a:pt x="305179" y="103497"/>
                  </a:lnTo>
                  <a:lnTo>
                    <a:pt x="305187" y="105526"/>
                  </a:lnTo>
                  <a:lnTo>
                    <a:pt x="305195" y="107556"/>
                  </a:lnTo>
                  <a:lnTo>
                    <a:pt x="305202" y="109585"/>
                  </a:lnTo>
                  <a:lnTo>
                    <a:pt x="305209" y="111614"/>
                  </a:lnTo>
                  <a:lnTo>
                    <a:pt x="305215" y="113644"/>
                  </a:lnTo>
                  <a:lnTo>
                    <a:pt x="305220" y="115673"/>
                  </a:lnTo>
                  <a:lnTo>
                    <a:pt x="305225" y="117702"/>
                  </a:lnTo>
                  <a:lnTo>
                    <a:pt x="305230" y="119732"/>
                  </a:lnTo>
                  <a:lnTo>
                    <a:pt x="305234" y="121761"/>
                  </a:lnTo>
                  <a:lnTo>
                    <a:pt x="305238" y="123790"/>
                  </a:lnTo>
                  <a:lnTo>
                    <a:pt x="305241" y="125820"/>
                  </a:lnTo>
                  <a:lnTo>
                    <a:pt x="305245" y="127849"/>
                  </a:lnTo>
                  <a:lnTo>
                    <a:pt x="305248" y="129878"/>
                  </a:lnTo>
                  <a:lnTo>
                    <a:pt x="305251" y="131908"/>
                  </a:lnTo>
                  <a:lnTo>
                    <a:pt x="305255" y="133937"/>
                  </a:lnTo>
                  <a:lnTo>
                    <a:pt x="305259" y="135967"/>
                  </a:lnTo>
                  <a:lnTo>
                    <a:pt x="305263" y="137996"/>
                  </a:lnTo>
                  <a:lnTo>
                    <a:pt x="305269" y="140025"/>
                  </a:lnTo>
                  <a:lnTo>
                    <a:pt x="305275" y="142055"/>
                  </a:lnTo>
                  <a:lnTo>
                    <a:pt x="305282" y="144084"/>
                  </a:lnTo>
                  <a:lnTo>
                    <a:pt x="305291" y="146113"/>
                  </a:lnTo>
                  <a:lnTo>
                    <a:pt x="305301" y="148143"/>
                  </a:lnTo>
                  <a:lnTo>
                    <a:pt x="305313" y="150172"/>
                  </a:lnTo>
                  <a:lnTo>
                    <a:pt x="305326" y="152201"/>
                  </a:lnTo>
                  <a:lnTo>
                    <a:pt x="305342" y="154231"/>
                  </a:lnTo>
                  <a:lnTo>
                    <a:pt x="305360" y="156260"/>
                  </a:lnTo>
                  <a:lnTo>
                    <a:pt x="305380" y="158289"/>
                  </a:lnTo>
                  <a:lnTo>
                    <a:pt x="305404" y="160319"/>
                  </a:lnTo>
                  <a:lnTo>
                    <a:pt x="305429" y="162348"/>
                  </a:lnTo>
                  <a:lnTo>
                    <a:pt x="305458" y="164378"/>
                  </a:lnTo>
                  <a:lnTo>
                    <a:pt x="305491" y="166407"/>
                  </a:lnTo>
                  <a:lnTo>
                    <a:pt x="305527" y="168436"/>
                  </a:lnTo>
                  <a:lnTo>
                    <a:pt x="305566" y="170466"/>
                  </a:lnTo>
                  <a:lnTo>
                    <a:pt x="305608" y="172495"/>
                  </a:lnTo>
                  <a:lnTo>
                    <a:pt x="305655" y="174524"/>
                  </a:lnTo>
                  <a:lnTo>
                    <a:pt x="305706" y="176554"/>
                  </a:lnTo>
                  <a:lnTo>
                    <a:pt x="305760" y="178583"/>
                  </a:lnTo>
                  <a:lnTo>
                    <a:pt x="305818" y="180612"/>
                  </a:lnTo>
                  <a:lnTo>
                    <a:pt x="305881" y="182642"/>
                  </a:lnTo>
                  <a:lnTo>
                    <a:pt x="305948" y="184671"/>
                  </a:lnTo>
                  <a:lnTo>
                    <a:pt x="306018" y="186701"/>
                  </a:lnTo>
                  <a:lnTo>
                    <a:pt x="306092" y="188730"/>
                  </a:lnTo>
                  <a:lnTo>
                    <a:pt x="306171" y="190759"/>
                  </a:lnTo>
                  <a:lnTo>
                    <a:pt x="306253" y="192789"/>
                  </a:lnTo>
                  <a:lnTo>
                    <a:pt x="306340" y="194818"/>
                  </a:lnTo>
                  <a:lnTo>
                    <a:pt x="306429" y="196847"/>
                  </a:lnTo>
                  <a:lnTo>
                    <a:pt x="306522" y="198877"/>
                  </a:lnTo>
                  <a:lnTo>
                    <a:pt x="306620" y="200906"/>
                  </a:lnTo>
                  <a:lnTo>
                    <a:pt x="306720" y="202935"/>
                  </a:lnTo>
                  <a:lnTo>
                    <a:pt x="306824" y="204965"/>
                  </a:lnTo>
                  <a:lnTo>
                    <a:pt x="306930" y="206994"/>
                  </a:lnTo>
                  <a:lnTo>
                    <a:pt x="307040" y="209023"/>
                  </a:lnTo>
                  <a:lnTo>
                    <a:pt x="307152" y="211053"/>
                  </a:lnTo>
                  <a:lnTo>
                    <a:pt x="307267" y="213082"/>
                  </a:lnTo>
                  <a:lnTo>
                    <a:pt x="307384" y="215112"/>
                  </a:lnTo>
                  <a:lnTo>
                    <a:pt x="307504" y="217141"/>
                  </a:lnTo>
                  <a:lnTo>
                    <a:pt x="307627" y="219170"/>
                  </a:lnTo>
                  <a:lnTo>
                    <a:pt x="307751" y="221200"/>
                  </a:lnTo>
                  <a:lnTo>
                    <a:pt x="307876" y="223229"/>
                  </a:lnTo>
                  <a:lnTo>
                    <a:pt x="308004" y="225258"/>
                  </a:lnTo>
                  <a:lnTo>
                    <a:pt x="308134" y="227288"/>
                  </a:lnTo>
                  <a:lnTo>
                    <a:pt x="308266" y="229317"/>
                  </a:lnTo>
                  <a:lnTo>
                    <a:pt x="308399" y="231346"/>
                  </a:lnTo>
                  <a:lnTo>
                    <a:pt x="308533" y="233376"/>
                  </a:lnTo>
                  <a:lnTo>
                    <a:pt x="308670" y="235405"/>
                  </a:lnTo>
                  <a:lnTo>
                    <a:pt x="308809" y="237434"/>
                  </a:lnTo>
                  <a:lnTo>
                    <a:pt x="308949" y="239464"/>
                  </a:lnTo>
                  <a:lnTo>
                    <a:pt x="309090" y="241493"/>
                  </a:lnTo>
                  <a:lnTo>
                    <a:pt x="309234" y="243523"/>
                  </a:lnTo>
                  <a:lnTo>
                    <a:pt x="309380" y="245552"/>
                  </a:lnTo>
                  <a:lnTo>
                    <a:pt x="309528" y="247581"/>
                  </a:lnTo>
                  <a:lnTo>
                    <a:pt x="309678" y="249611"/>
                  </a:lnTo>
                  <a:lnTo>
                    <a:pt x="309831" y="251640"/>
                  </a:lnTo>
                  <a:lnTo>
                    <a:pt x="309987" y="253669"/>
                  </a:lnTo>
                  <a:lnTo>
                    <a:pt x="310145" y="255699"/>
                  </a:lnTo>
                  <a:lnTo>
                    <a:pt x="310307" y="257728"/>
                  </a:lnTo>
                  <a:lnTo>
                    <a:pt x="310471" y="259757"/>
                  </a:lnTo>
                  <a:lnTo>
                    <a:pt x="310640" y="261787"/>
                  </a:lnTo>
                  <a:lnTo>
                    <a:pt x="310813" y="263816"/>
                  </a:lnTo>
                  <a:lnTo>
                    <a:pt x="310989" y="265846"/>
                  </a:lnTo>
                  <a:lnTo>
                    <a:pt x="311169" y="267875"/>
                  </a:lnTo>
                  <a:lnTo>
                    <a:pt x="311356" y="269904"/>
                  </a:lnTo>
                  <a:lnTo>
                    <a:pt x="311546" y="271934"/>
                  </a:lnTo>
                  <a:lnTo>
                    <a:pt x="311742" y="273963"/>
                  </a:lnTo>
                  <a:lnTo>
                    <a:pt x="311942" y="275992"/>
                  </a:lnTo>
                  <a:lnTo>
                    <a:pt x="312149" y="278022"/>
                  </a:lnTo>
                  <a:lnTo>
                    <a:pt x="312363" y="280051"/>
                  </a:lnTo>
                  <a:lnTo>
                    <a:pt x="312581" y="282080"/>
                  </a:lnTo>
                  <a:lnTo>
                    <a:pt x="312806" y="284110"/>
                  </a:lnTo>
                  <a:lnTo>
                    <a:pt x="313038" y="286139"/>
                  </a:lnTo>
                  <a:lnTo>
                    <a:pt x="313278" y="288168"/>
                  </a:lnTo>
                  <a:lnTo>
                    <a:pt x="313524" y="290198"/>
                  </a:lnTo>
                  <a:lnTo>
                    <a:pt x="313776" y="292227"/>
                  </a:lnTo>
                  <a:lnTo>
                    <a:pt x="314036" y="294257"/>
                  </a:lnTo>
                  <a:lnTo>
                    <a:pt x="314306" y="296286"/>
                  </a:lnTo>
                  <a:lnTo>
                    <a:pt x="314582" y="298315"/>
                  </a:lnTo>
                  <a:lnTo>
                    <a:pt x="314866" y="300345"/>
                  </a:lnTo>
                  <a:lnTo>
                    <a:pt x="315157" y="302374"/>
                  </a:lnTo>
                  <a:lnTo>
                    <a:pt x="315458" y="304403"/>
                  </a:lnTo>
                  <a:lnTo>
                    <a:pt x="315767" y="306433"/>
                  </a:lnTo>
                  <a:lnTo>
                    <a:pt x="316084" y="308462"/>
                  </a:lnTo>
                  <a:lnTo>
                    <a:pt x="316409" y="310491"/>
                  </a:lnTo>
                  <a:lnTo>
                    <a:pt x="316744" y="312521"/>
                  </a:lnTo>
                  <a:lnTo>
                    <a:pt x="317087" y="314550"/>
                  </a:lnTo>
                  <a:lnTo>
                    <a:pt x="317439" y="316579"/>
                  </a:lnTo>
                  <a:lnTo>
                    <a:pt x="317798" y="318609"/>
                  </a:lnTo>
                  <a:lnTo>
                    <a:pt x="318168" y="320638"/>
                  </a:lnTo>
                  <a:lnTo>
                    <a:pt x="318546" y="322668"/>
                  </a:lnTo>
                  <a:lnTo>
                    <a:pt x="318933" y="324697"/>
                  </a:lnTo>
                  <a:lnTo>
                    <a:pt x="319328" y="326726"/>
                  </a:lnTo>
                  <a:lnTo>
                    <a:pt x="319732" y="328756"/>
                  </a:lnTo>
                  <a:lnTo>
                    <a:pt x="320147" y="330785"/>
                  </a:lnTo>
                  <a:lnTo>
                    <a:pt x="320569" y="332814"/>
                  </a:lnTo>
                  <a:lnTo>
                    <a:pt x="321000" y="334844"/>
                  </a:lnTo>
                  <a:lnTo>
                    <a:pt x="321439" y="336873"/>
                  </a:lnTo>
                  <a:lnTo>
                    <a:pt x="321890" y="338902"/>
                  </a:lnTo>
                  <a:lnTo>
                    <a:pt x="322349" y="340932"/>
                  </a:lnTo>
                  <a:lnTo>
                    <a:pt x="322816" y="342961"/>
                  </a:lnTo>
                  <a:lnTo>
                    <a:pt x="323291" y="344991"/>
                  </a:lnTo>
                  <a:lnTo>
                    <a:pt x="323778" y="347020"/>
                  </a:lnTo>
                  <a:lnTo>
                    <a:pt x="324274" y="349049"/>
                  </a:lnTo>
                  <a:lnTo>
                    <a:pt x="324778" y="351079"/>
                  </a:lnTo>
                  <a:lnTo>
                    <a:pt x="325292" y="353108"/>
                  </a:lnTo>
                  <a:lnTo>
                    <a:pt x="325816" y="355137"/>
                  </a:lnTo>
                  <a:lnTo>
                    <a:pt x="326351" y="357167"/>
                  </a:lnTo>
                  <a:lnTo>
                    <a:pt x="326896" y="359196"/>
                  </a:lnTo>
                  <a:lnTo>
                    <a:pt x="327450" y="361225"/>
                  </a:lnTo>
                  <a:lnTo>
                    <a:pt x="328015" y="363255"/>
                  </a:lnTo>
                  <a:lnTo>
                    <a:pt x="328593" y="365284"/>
                  </a:lnTo>
                  <a:lnTo>
                    <a:pt x="329182" y="367313"/>
                  </a:lnTo>
                  <a:lnTo>
                    <a:pt x="329781" y="369343"/>
                  </a:lnTo>
                  <a:lnTo>
                    <a:pt x="330391" y="371372"/>
                  </a:lnTo>
                  <a:lnTo>
                    <a:pt x="331018" y="373402"/>
                  </a:lnTo>
                  <a:lnTo>
                    <a:pt x="331657" y="375431"/>
                  </a:lnTo>
                  <a:lnTo>
                    <a:pt x="332308" y="377460"/>
                  </a:lnTo>
                  <a:lnTo>
                    <a:pt x="332971" y="379490"/>
                  </a:lnTo>
                  <a:lnTo>
                    <a:pt x="333652" y="381519"/>
                  </a:lnTo>
                  <a:lnTo>
                    <a:pt x="334347" y="383548"/>
                  </a:lnTo>
                  <a:lnTo>
                    <a:pt x="335057" y="385578"/>
                  </a:lnTo>
                  <a:lnTo>
                    <a:pt x="335780" y="387607"/>
                  </a:lnTo>
                  <a:lnTo>
                    <a:pt x="336521" y="389636"/>
                  </a:lnTo>
                  <a:lnTo>
                    <a:pt x="337281" y="391666"/>
                  </a:lnTo>
                  <a:lnTo>
                    <a:pt x="338056" y="393695"/>
                  </a:lnTo>
                  <a:lnTo>
                    <a:pt x="338846" y="395724"/>
                  </a:lnTo>
                  <a:lnTo>
                    <a:pt x="339653" y="397754"/>
                  </a:lnTo>
                  <a:lnTo>
                    <a:pt x="340482" y="399783"/>
                  </a:lnTo>
                  <a:lnTo>
                    <a:pt x="341326" y="401813"/>
                  </a:lnTo>
                  <a:lnTo>
                    <a:pt x="342187" y="403842"/>
                  </a:lnTo>
                  <a:lnTo>
                    <a:pt x="343063" y="405871"/>
                  </a:lnTo>
                  <a:lnTo>
                    <a:pt x="343961" y="407901"/>
                  </a:lnTo>
                  <a:lnTo>
                    <a:pt x="344875" y="409930"/>
                  </a:lnTo>
                  <a:lnTo>
                    <a:pt x="345804" y="411959"/>
                  </a:lnTo>
                  <a:lnTo>
                    <a:pt x="346748" y="413989"/>
                  </a:lnTo>
                  <a:lnTo>
                    <a:pt x="347710" y="416018"/>
                  </a:lnTo>
                  <a:lnTo>
                    <a:pt x="348687" y="418047"/>
                  </a:lnTo>
                  <a:lnTo>
                    <a:pt x="349677" y="420077"/>
                  </a:lnTo>
                  <a:lnTo>
                    <a:pt x="350678" y="422106"/>
                  </a:lnTo>
                  <a:lnTo>
                    <a:pt x="351692" y="424136"/>
                  </a:lnTo>
                  <a:lnTo>
                    <a:pt x="352718" y="426165"/>
                  </a:lnTo>
                  <a:lnTo>
                    <a:pt x="353752" y="428194"/>
                  </a:lnTo>
                  <a:lnTo>
                    <a:pt x="354793" y="430224"/>
                  </a:lnTo>
                  <a:lnTo>
                    <a:pt x="355841" y="432253"/>
                  </a:lnTo>
                  <a:lnTo>
                    <a:pt x="356893" y="434282"/>
                  </a:lnTo>
                  <a:lnTo>
                    <a:pt x="357948" y="436312"/>
                  </a:lnTo>
                  <a:lnTo>
                    <a:pt x="359004" y="438341"/>
                  </a:lnTo>
                  <a:lnTo>
                    <a:pt x="360059" y="440370"/>
                  </a:lnTo>
                  <a:lnTo>
                    <a:pt x="361111" y="442400"/>
                  </a:lnTo>
                  <a:lnTo>
                    <a:pt x="362157" y="444429"/>
                  </a:lnTo>
                  <a:lnTo>
                    <a:pt x="363198" y="446458"/>
                  </a:lnTo>
                  <a:lnTo>
                    <a:pt x="364230" y="448488"/>
                  </a:lnTo>
                  <a:lnTo>
                    <a:pt x="365251" y="450517"/>
                  </a:lnTo>
                  <a:lnTo>
                    <a:pt x="366258" y="452547"/>
                  </a:lnTo>
                  <a:lnTo>
                    <a:pt x="367252" y="454576"/>
                  </a:lnTo>
                  <a:lnTo>
                    <a:pt x="368231" y="456605"/>
                  </a:lnTo>
                  <a:lnTo>
                    <a:pt x="369193" y="458635"/>
                  </a:lnTo>
                  <a:lnTo>
                    <a:pt x="370131" y="460664"/>
                  </a:lnTo>
                  <a:lnTo>
                    <a:pt x="371051" y="462693"/>
                  </a:lnTo>
                  <a:lnTo>
                    <a:pt x="371951" y="464723"/>
                  </a:lnTo>
                  <a:lnTo>
                    <a:pt x="372830" y="466752"/>
                  </a:lnTo>
                  <a:lnTo>
                    <a:pt x="373678" y="468781"/>
                  </a:lnTo>
                  <a:lnTo>
                    <a:pt x="374503" y="470811"/>
                  </a:lnTo>
                  <a:lnTo>
                    <a:pt x="375306" y="472840"/>
                  </a:lnTo>
                  <a:lnTo>
                    <a:pt x="376086" y="474869"/>
                  </a:lnTo>
                  <a:lnTo>
                    <a:pt x="376834" y="476899"/>
                  </a:lnTo>
                  <a:lnTo>
                    <a:pt x="377556" y="478928"/>
                  </a:lnTo>
                  <a:lnTo>
                    <a:pt x="378256" y="480958"/>
                  </a:lnTo>
                  <a:lnTo>
                    <a:pt x="378932" y="482987"/>
                  </a:lnTo>
                  <a:lnTo>
                    <a:pt x="379581" y="485016"/>
                  </a:lnTo>
                  <a:lnTo>
                    <a:pt x="380204" y="487046"/>
                  </a:lnTo>
                  <a:lnTo>
                    <a:pt x="380806" y="489075"/>
                  </a:lnTo>
                  <a:lnTo>
                    <a:pt x="381388" y="491104"/>
                  </a:lnTo>
                  <a:lnTo>
                    <a:pt x="381949" y="493134"/>
                  </a:lnTo>
                  <a:lnTo>
                    <a:pt x="382487" y="495163"/>
                  </a:lnTo>
                  <a:lnTo>
                    <a:pt x="383008" y="497192"/>
                  </a:lnTo>
                  <a:lnTo>
                    <a:pt x="383514" y="499222"/>
                  </a:lnTo>
                  <a:lnTo>
                    <a:pt x="384006" y="501251"/>
                  </a:lnTo>
                  <a:lnTo>
                    <a:pt x="384481" y="503281"/>
                  </a:lnTo>
                  <a:lnTo>
                    <a:pt x="384945" y="505310"/>
                  </a:lnTo>
                  <a:lnTo>
                    <a:pt x="385400" y="507339"/>
                  </a:lnTo>
                  <a:lnTo>
                    <a:pt x="385847" y="509369"/>
                  </a:lnTo>
                  <a:lnTo>
                    <a:pt x="386284" y="511398"/>
                  </a:lnTo>
                  <a:lnTo>
                    <a:pt x="386717" y="513427"/>
                  </a:lnTo>
                  <a:lnTo>
                    <a:pt x="387145" y="515457"/>
                  </a:lnTo>
                  <a:lnTo>
                    <a:pt x="387571" y="517486"/>
                  </a:lnTo>
                  <a:lnTo>
                    <a:pt x="387995" y="519515"/>
                  </a:lnTo>
                  <a:lnTo>
                    <a:pt x="388419" y="521545"/>
                  </a:lnTo>
                  <a:lnTo>
                    <a:pt x="388843" y="523574"/>
                  </a:lnTo>
                  <a:lnTo>
                    <a:pt x="389268" y="525603"/>
                  </a:lnTo>
                  <a:lnTo>
                    <a:pt x="389696" y="527633"/>
                  </a:lnTo>
                  <a:lnTo>
                    <a:pt x="390127" y="529662"/>
                  </a:lnTo>
                  <a:lnTo>
                    <a:pt x="390561" y="531692"/>
                  </a:lnTo>
                  <a:lnTo>
                    <a:pt x="390998" y="533721"/>
                  </a:lnTo>
                  <a:lnTo>
                    <a:pt x="391439" y="535750"/>
                  </a:lnTo>
                  <a:lnTo>
                    <a:pt x="391884" y="537780"/>
                  </a:lnTo>
                  <a:lnTo>
                    <a:pt x="392333" y="539809"/>
                  </a:lnTo>
                  <a:lnTo>
                    <a:pt x="392785" y="541838"/>
                  </a:lnTo>
                  <a:lnTo>
                    <a:pt x="393240" y="543868"/>
                  </a:lnTo>
                  <a:lnTo>
                    <a:pt x="393698" y="545897"/>
                  </a:lnTo>
                  <a:lnTo>
                    <a:pt x="394158" y="547926"/>
                  </a:lnTo>
                  <a:lnTo>
                    <a:pt x="394619" y="549956"/>
                  </a:lnTo>
                  <a:lnTo>
                    <a:pt x="395080" y="551985"/>
                  </a:lnTo>
                  <a:lnTo>
                    <a:pt x="395541" y="554014"/>
                  </a:lnTo>
                  <a:lnTo>
                    <a:pt x="396000" y="556044"/>
                  </a:lnTo>
                  <a:lnTo>
                    <a:pt x="396456" y="558073"/>
                  </a:lnTo>
                  <a:lnTo>
                    <a:pt x="396908" y="560103"/>
                  </a:lnTo>
                  <a:lnTo>
                    <a:pt x="397356" y="562132"/>
                  </a:lnTo>
                  <a:lnTo>
                    <a:pt x="397795" y="564161"/>
                  </a:lnTo>
                  <a:lnTo>
                    <a:pt x="398227" y="566191"/>
                  </a:lnTo>
                  <a:lnTo>
                    <a:pt x="398651" y="568220"/>
                  </a:lnTo>
                  <a:lnTo>
                    <a:pt x="399065" y="570249"/>
                  </a:lnTo>
                  <a:lnTo>
                    <a:pt x="399464" y="572279"/>
                  </a:lnTo>
                  <a:lnTo>
                    <a:pt x="399849" y="574308"/>
                  </a:lnTo>
                  <a:lnTo>
                    <a:pt x="400221" y="576337"/>
                  </a:lnTo>
                  <a:lnTo>
                    <a:pt x="400329" y="576948"/>
                  </a:lnTo>
                  <a:lnTo>
                    <a:pt x="400578" y="578367"/>
                  </a:lnTo>
                  <a:lnTo>
                    <a:pt x="400914" y="580396"/>
                  </a:lnTo>
                  <a:lnTo>
                    <a:pt x="401230" y="582426"/>
                  </a:lnTo>
                  <a:lnTo>
                    <a:pt x="401526" y="584455"/>
                  </a:lnTo>
                  <a:lnTo>
                    <a:pt x="401802" y="586484"/>
                  </a:lnTo>
                  <a:lnTo>
                    <a:pt x="402052" y="588514"/>
                  </a:lnTo>
                  <a:lnTo>
                    <a:pt x="402273" y="590543"/>
                  </a:lnTo>
                  <a:lnTo>
                    <a:pt x="402470" y="592572"/>
                  </a:lnTo>
                  <a:lnTo>
                    <a:pt x="402641" y="594602"/>
                  </a:lnTo>
                  <a:lnTo>
                    <a:pt x="402785" y="596631"/>
                  </a:lnTo>
                  <a:lnTo>
                    <a:pt x="402890" y="598660"/>
                  </a:lnTo>
                  <a:lnTo>
                    <a:pt x="402965" y="600690"/>
                  </a:lnTo>
                  <a:lnTo>
                    <a:pt x="403011" y="602719"/>
                  </a:lnTo>
                  <a:lnTo>
                    <a:pt x="403025" y="604748"/>
                  </a:lnTo>
                  <a:lnTo>
                    <a:pt x="402996" y="606778"/>
                  </a:lnTo>
                  <a:lnTo>
                    <a:pt x="402932" y="608807"/>
                  </a:lnTo>
                  <a:lnTo>
                    <a:pt x="402834" y="610837"/>
                  </a:lnTo>
                  <a:lnTo>
                    <a:pt x="402701" y="612866"/>
                  </a:lnTo>
                  <a:lnTo>
                    <a:pt x="402525" y="614895"/>
                  </a:lnTo>
                  <a:lnTo>
                    <a:pt x="402307" y="616925"/>
                  </a:lnTo>
                  <a:lnTo>
                    <a:pt x="402053" y="618954"/>
                  </a:lnTo>
                  <a:lnTo>
                    <a:pt x="401764" y="620983"/>
                  </a:lnTo>
                  <a:lnTo>
                    <a:pt x="401432" y="623013"/>
                  </a:lnTo>
                  <a:lnTo>
                    <a:pt x="401053" y="625042"/>
                  </a:lnTo>
                  <a:lnTo>
                    <a:pt x="400639" y="627071"/>
                  </a:lnTo>
                  <a:lnTo>
                    <a:pt x="400188" y="629101"/>
                  </a:lnTo>
                  <a:lnTo>
                    <a:pt x="399700" y="631130"/>
                  </a:lnTo>
                  <a:lnTo>
                    <a:pt x="399162" y="633159"/>
                  </a:lnTo>
                  <a:lnTo>
                    <a:pt x="398590" y="635189"/>
                  </a:lnTo>
                  <a:lnTo>
                    <a:pt x="397983" y="637218"/>
                  </a:lnTo>
                  <a:lnTo>
                    <a:pt x="397344" y="639248"/>
                  </a:lnTo>
                  <a:lnTo>
                    <a:pt x="396660" y="641277"/>
                  </a:lnTo>
                  <a:lnTo>
                    <a:pt x="395943" y="643306"/>
                  </a:lnTo>
                  <a:lnTo>
                    <a:pt x="395197" y="645336"/>
                  </a:lnTo>
                  <a:lnTo>
                    <a:pt x="394422" y="647365"/>
                  </a:lnTo>
                  <a:lnTo>
                    <a:pt x="393612" y="649394"/>
                  </a:lnTo>
                  <a:lnTo>
                    <a:pt x="392772" y="651424"/>
                  </a:lnTo>
                  <a:lnTo>
                    <a:pt x="391909" y="653453"/>
                  </a:lnTo>
                  <a:lnTo>
                    <a:pt x="391023" y="655482"/>
                  </a:lnTo>
                  <a:lnTo>
                    <a:pt x="390114" y="657512"/>
                  </a:lnTo>
                  <a:lnTo>
                    <a:pt x="389179" y="659541"/>
                  </a:lnTo>
                  <a:lnTo>
                    <a:pt x="388229" y="661570"/>
                  </a:lnTo>
                  <a:lnTo>
                    <a:pt x="387262" y="663600"/>
                  </a:lnTo>
                  <a:lnTo>
                    <a:pt x="386282" y="665629"/>
                  </a:lnTo>
                  <a:lnTo>
                    <a:pt x="385285" y="667659"/>
                  </a:lnTo>
                  <a:lnTo>
                    <a:pt x="384279" y="669688"/>
                  </a:lnTo>
                  <a:lnTo>
                    <a:pt x="383264" y="671717"/>
                  </a:lnTo>
                  <a:lnTo>
                    <a:pt x="382243" y="673747"/>
                  </a:lnTo>
                  <a:lnTo>
                    <a:pt x="381214" y="675776"/>
                  </a:lnTo>
                  <a:lnTo>
                    <a:pt x="380182" y="677805"/>
                  </a:lnTo>
                  <a:lnTo>
                    <a:pt x="379147" y="679835"/>
                  </a:lnTo>
                  <a:lnTo>
                    <a:pt x="378112" y="681864"/>
                  </a:lnTo>
                  <a:lnTo>
                    <a:pt x="377076" y="683893"/>
                  </a:lnTo>
                  <a:lnTo>
                    <a:pt x="376042" y="685923"/>
                  </a:lnTo>
                  <a:lnTo>
                    <a:pt x="375010" y="687952"/>
                  </a:lnTo>
                  <a:lnTo>
                    <a:pt x="373980" y="689982"/>
                  </a:lnTo>
                  <a:lnTo>
                    <a:pt x="372954" y="692011"/>
                  </a:lnTo>
                  <a:lnTo>
                    <a:pt x="371933" y="694040"/>
                  </a:lnTo>
                  <a:lnTo>
                    <a:pt x="370916" y="696070"/>
                  </a:lnTo>
                  <a:lnTo>
                    <a:pt x="369903" y="698099"/>
                  </a:lnTo>
                  <a:lnTo>
                    <a:pt x="368895" y="700128"/>
                  </a:lnTo>
                  <a:lnTo>
                    <a:pt x="367893" y="702158"/>
                  </a:lnTo>
                  <a:lnTo>
                    <a:pt x="366895" y="704187"/>
                  </a:lnTo>
                  <a:lnTo>
                    <a:pt x="365901" y="706216"/>
                  </a:lnTo>
                  <a:lnTo>
                    <a:pt x="364911" y="708246"/>
                  </a:lnTo>
                  <a:lnTo>
                    <a:pt x="363926" y="710275"/>
                  </a:lnTo>
                  <a:lnTo>
                    <a:pt x="362943" y="712304"/>
                  </a:lnTo>
                  <a:lnTo>
                    <a:pt x="361963" y="714334"/>
                  </a:lnTo>
                  <a:lnTo>
                    <a:pt x="360986" y="716363"/>
                  </a:lnTo>
                  <a:lnTo>
                    <a:pt x="360010" y="718393"/>
                  </a:lnTo>
                  <a:lnTo>
                    <a:pt x="359035" y="720422"/>
                  </a:lnTo>
                  <a:lnTo>
                    <a:pt x="358061" y="722451"/>
                  </a:lnTo>
                  <a:lnTo>
                    <a:pt x="357087" y="724481"/>
                  </a:lnTo>
                  <a:lnTo>
                    <a:pt x="356112" y="726510"/>
                  </a:lnTo>
                  <a:lnTo>
                    <a:pt x="355137" y="728539"/>
                  </a:lnTo>
                  <a:lnTo>
                    <a:pt x="354160" y="730569"/>
                  </a:lnTo>
                  <a:lnTo>
                    <a:pt x="353182" y="732598"/>
                  </a:lnTo>
                  <a:lnTo>
                    <a:pt x="352202" y="734627"/>
                  </a:lnTo>
                  <a:lnTo>
                    <a:pt x="351220" y="736657"/>
                  </a:lnTo>
                  <a:lnTo>
                    <a:pt x="350237" y="738686"/>
                  </a:lnTo>
                  <a:lnTo>
                    <a:pt x="349251" y="740715"/>
                  </a:lnTo>
                  <a:lnTo>
                    <a:pt x="348265" y="742745"/>
                  </a:lnTo>
                  <a:lnTo>
                    <a:pt x="347276" y="744774"/>
                  </a:lnTo>
                  <a:lnTo>
                    <a:pt x="346287" y="746804"/>
                  </a:lnTo>
                  <a:lnTo>
                    <a:pt x="345298" y="748833"/>
                  </a:lnTo>
                  <a:lnTo>
                    <a:pt x="344309" y="750862"/>
                  </a:lnTo>
                  <a:lnTo>
                    <a:pt x="343322" y="752892"/>
                  </a:lnTo>
                  <a:lnTo>
                    <a:pt x="342336" y="754921"/>
                  </a:lnTo>
                  <a:lnTo>
                    <a:pt x="341354" y="756950"/>
                  </a:lnTo>
                  <a:lnTo>
                    <a:pt x="340376" y="758980"/>
                  </a:lnTo>
                  <a:lnTo>
                    <a:pt x="339404" y="761009"/>
                  </a:lnTo>
                  <a:lnTo>
                    <a:pt x="338441" y="763038"/>
                  </a:lnTo>
                  <a:lnTo>
                    <a:pt x="337486" y="765068"/>
                  </a:lnTo>
                  <a:lnTo>
                    <a:pt x="336542" y="767097"/>
                  </a:lnTo>
                  <a:lnTo>
                    <a:pt x="335609" y="769127"/>
                  </a:lnTo>
                  <a:lnTo>
                    <a:pt x="334696" y="771156"/>
                  </a:lnTo>
                  <a:lnTo>
                    <a:pt x="333801" y="773185"/>
                  </a:lnTo>
                  <a:lnTo>
                    <a:pt x="332925" y="775215"/>
                  </a:lnTo>
                  <a:lnTo>
                    <a:pt x="332070" y="777244"/>
                  </a:lnTo>
                  <a:lnTo>
                    <a:pt x="331247" y="779273"/>
                  </a:lnTo>
                  <a:lnTo>
                    <a:pt x="330458" y="781303"/>
                  </a:lnTo>
                  <a:lnTo>
                    <a:pt x="329702" y="783332"/>
                  </a:lnTo>
                  <a:lnTo>
                    <a:pt x="328981" y="785361"/>
                  </a:lnTo>
                  <a:lnTo>
                    <a:pt x="328306" y="787391"/>
                  </a:lnTo>
                  <a:lnTo>
                    <a:pt x="327690" y="789420"/>
                  </a:lnTo>
                  <a:lnTo>
                    <a:pt x="327126" y="791449"/>
                  </a:lnTo>
                  <a:lnTo>
                    <a:pt x="326618" y="793479"/>
                  </a:lnTo>
                  <a:lnTo>
                    <a:pt x="326174" y="795508"/>
                  </a:lnTo>
                  <a:lnTo>
                    <a:pt x="325827" y="797538"/>
                  </a:lnTo>
                  <a:lnTo>
                    <a:pt x="325559" y="799567"/>
                  </a:lnTo>
                  <a:lnTo>
                    <a:pt x="325376" y="801596"/>
                  </a:lnTo>
                  <a:lnTo>
                    <a:pt x="325283" y="803626"/>
                  </a:lnTo>
                  <a:lnTo>
                    <a:pt x="325299" y="804310"/>
                  </a:lnTo>
                  <a:lnTo>
                    <a:pt x="325329" y="805655"/>
                  </a:lnTo>
                  <a:lnTo>
                    <a:pt x="325499" y="807684"/>
                  </a:lnTo>
                  <a:lnTo>
                    <a:pt x="325791" y="809714"/>
                  </a:lnTo>
                  <a:lnTo>
                    <a:pt x="326214" y="811743"/>
                  </a:lnTo>
                  <a:lnTo>
                    <a:pt x="326815" y="813772"/>
                  </a:lnTo>
                  <a:lnTo>
                    <a:pt x="327604" y="815802"/>
                  </a:lnTo>
                  <a:lnTo>
                    <a:pt x="328565" y="817831"/>
                  </a:lnTo>
                  <a:lnTo>
                    <a:pt x="329705" y="819860"/>
                  </a:lnTo>
                  <a:lnTo>
                    <a:pt x="331062" y="821890"/>
                  </a:lnTo>
                  <a:lnTo>
                    <a:pt x="332692" y="823919"/>
                  </a:lnTo>
                  <a:lnTo>
                    <a:pt x="334548" y="825949"/>
                  </a:lnTo>
                  <a:lnTo>
                    <a:pt x="336638" y="827978"/>
                  </a:lnTo>
                  <a:lnTo>
                    <a:pt x="338976" y="830007"/>
                  </a:lnTo>
                  <a:lnTo>
                    <a:pt x="341688" y="832037"/>
                  </a:lnTo>
                  <a:lnTo>
                    <a:pt x="344679" y="834066"/>
                  </a:lnTo>
                  <a:lnTo>
                    <a:pt x="347956" y="836095"/>
                  </a:lnTo>
                  <a:lnTo>
                    <a:pt x="351529" y="838125"/>
                  </a:lnTo>
                  <a:lnTo>
                    <a:pt x="355514" y="840154"/>
                  </a:lnTo>
                  <a:lnTo>
                    <a:pt x="359852" y="842183"/>
                  </a:lnTo>
                  <a:lnTo>
                    <a:pt x="364514" y="844213"/>
                  </a:lnTo>
                  <a:lnTo>
                    <a:pt x="369506" y="846242"/>
                  </a:lnTo>
                  <a:lnTo>
                    <a:pt x="374907" y="848272"/>
                  </a:lnTo>
                  <a:lnTo>
                    <a:pt x="380717" y="850301"/>
                  </a:lnTo>
                  <a:lnTo>
                    <a:pt x="386861" y="852330"/>
                  </a:lnTo>
                  <a:lnTo>
                    <a:pt x="393337" y="854360"/>
                  </a:lnTo>
                  <a:lnTo>
                    <a:pt x="400176" y="856389"/>
                  </a:lnTo>
                  <a:lnTo>
                    <a:pt x="407434" y="858418"/>
                  </a:lnTo>
                  <a:lnTo>
                    <a:pt x="414992" y="860448"/>
                  </a:lnTo>
                  <a:lnTo>
                    <a:pt x="422836" y="862477"/>
                  </a:lnTo>
                  <a:lnTo>
                    <a:pt x="430955" y="864506"/>
                  </a:lnTo>
                  <a:lnTo>
                    <a:pt x="439425" y="866536"/>
                  </a:lnTo>
                  <a:lnTo>
                    <a:pt x="448106" y="868565"/>
                  </a:lnTo>
                  <a:lnTo>
                    <a:pt x="456975" y="870594"/>
                  </a:lnTo>
                  <a:lnTo>
                    <a:pt x="466007" y="872624"/>
                  </a:lnTo>
                  <a:lnTo>
                    <a:pt x="475201" y="874653"/>
                  </a:lnTo>
                  <a:lnTo>
                    <a:pt x="484475" y="876683"/>
                  </a:lnTo>
                  <a:lnTo>
                    <a:pt x="493782" y="878712"/>
                  </a:lnTo>
                  <a:lnTo>
                    <a:pt x="503089" y="880741"/>
                  </a:lnTo>
                  <a:lnTo>
                    <a:pt x="512342" y="882771"/>
                  </a:lnTo>
                  <a:lnTo>
                    <a:pt x="521461" y="884800"/>
                  </a:lnTo>
                  <a:lnTo>
                    <a:pt x="530418" y="886829"/>
                  </a:lnTo>
                  <a:lnTo>
                    <a:pt x="539179" y="888859"/>
                  </a:lnTo>
                  <a:lnTo>
                    <a:pt x="547678" y="890888"/>
                  </a:lnTo>
                  <a:lnTo>
                    <a:pt x="555761" y="892917"/>
                  </a:lnTo>
                  <a:lnTo>
                    <a:pt x="563477" y="894947"/>
                  </a:lnTo>
                  <a:lnTo>
                    <a:pt x="570792" y="896976"/>
                  </a:lnTo>
                  <a:lnTo>
                    <a:pt x="577670" y="899005"/>
                  </a:lnTo>
                  <a:lnTo>
                    <a:pt x="583851" y="901035"/>
                  </a:lnTo>
                  <a:lnTo>
                    <a:pt x="589466" y="903064"/>
                  </a:lnTo>
                  <a:lnTo>
                    <a:pt x="594505" y="905094"/>
                  </a:lnTo>
                  <a:lnTo>
                    <a:pt x="598942" y="907123"/>
                  </a:lnTo>
                  <a:lnTo>
                    <a:pt x="602553" y="909152"/>
                  </a:lnTo>
                  <a:lnTo>
                    <a:pt x="605394" y="911182"/>
                  </a:lnTo>
                  <a:lnTo>
                    <a:pt x="607547" y="913211"/>
                  </a:lnTo>
                  <a:lnTo>
                    <a:pt x="609000" y="915240"/>
                  </a:lnTo>
                  <a:lnTo>
                    <a:pt x="609615" y="917270"/>
                  </a:lnTo>
                  <a:lnTo>
                    <a:pt x="609535" y="917822"/>
                  </a:lnTo>
                  <a:lnTo>
                    <a:pt x="609323" y="919299"/>
                  </a:lnTo>
                  <a:lnTo>
                    <a:pt x="608317" y="921328"/>
                  </a:lnTo>
                  <a:lnTo>
                    <a:pt x="606603" y="923358"/>
                  </a:lnTo>
                  <a:lnTo>
                    <a:pt x="604143" y="925387"/>
                  </a:lnTo>
                  <a:lnTo>
                    <a:pt x="600747" y="927417"/>
                  </a:lnTo>
                  <a:lnTo>
                    <a:pt x="596702" y="929446"/>
                  </a:lnTo>
                  <a:lnTo>
                    <a:pt x="592028" y="931475"/>
                  </a:lnTo>
                  <a:lnTo>
                    <a:pt x="586748" y="933505"/>
                  </a:lnTo>
                  <a:lnTo>
                    <a:pt x="580688" y="935534"/>
                  </a:lnTo>
                  <a:lnTo>
                    <a:pt x="574090" y="937563"/>
                  </a:lnTo>
                  <a:lnTo>
                    <a:pt x="567017" y="939593"/>
                  </a:lnTo>
                  <a:lnTo>
                    <a:pt x="559502" y="941622"/>
                  </a:lnTo>
                  <a:lnTo>
                    <a:pt x="551490" y="943651"/>
                  </a:lnTo>
                  <a:lnTo>
                    <a:pt x="543096" y="945681"/>
                  </a:lnTo>
                  <a:lnTo>
                    <a:pt x="534424" y="947710"/>
                  </a:lnTo>
                  <a:lnTo>
                    <a:pt x="525509" y="949739"/>
                  </a:lnTo>
                  <a:lnTo>
                    <a:pt x="516369" y="951769"/>
                  </a:lnTo>
                  <a:lnTo>
                    <a:pt x="507063" y="953798"/>
                  </a:lnTo>
                  <a:lnTo>
                    <a:pt x="497680" y="955828"/>
                  </a:lnTo>
                  <a:lnTo>
                    <a:pt x="488255" y="957857"/>
                  </a:lnTo>
                  <a:lnTo>
                    <a:pt x="478824" y="959886"/>
                  </a:lnTo>
                  <a:lnTo>
                    <a:pt x="469464" y="961916"/>
                  </a:lnTo>
                  <a:lnTo>
                    <a:pt x="460205" y="963945"/>
                  </a:lnTo>
                  <a:lnTo>
                    <a:pt x="451073" y="965974"/>
                  </a:lnTo>
                  <a:lnTo>
                    <a:pt x="442093" y="968004"/>
                  </a:lnTo>
                  <a:lnTo>
                    <a:pt x="433374" y="970033"/>
                  </a:lnTo>
                  <a:lnTo>
                    <a:pt x="424899" y="972062"/>
                  </a:lnTo>
                  <a:lnTo>
                    <a:pt x="416670" y="974092"/>
                  </a:lnTo>
                  <a:lnTo>
                    <a:pt x="408702" y="976121"/>
                  </a:lnTo>
                  <a:lnTo>
                    <a:pt x="401085" y="978150"/>
                  </a:lnTo>
                  <a:lnTo>
                    <a:pt x="393823" y="980180"/>
                  </a:lnTo>
                  <a:lnTo>
                    <a:pt x="386869" y="982209"/>
                  </a:lnTo>
                  <a:lnTo>
                    <a:pt x="380229" y="984239"/>
                  </a:lnTo>
                  <a:lnTo>
                    <a:pt x="373949" y="986268"/>
                  </a:lnTo>
                  <a:lnTo>
                    <a:pt x="368090" y="988297"/>
                  </a:lnTo>
                  <a:lnTo>
                    <a:pt x="362550" y="990327"/>
                  </a:lnTo>
                  <a:lnTo>
                    <a:pt x="357327" y="992356"/>
                  </a:lnTo>
                  <a:lnTo>
                    <a:pt x="352424" y="994385"/>
                  </a:lnTo>
                  <a:lnTo>
                    <a:pt x="347954" y="996415"/>
                  </a:lnTo>
                  <a:lnTo>
                    <a:pt x="343779" y="998444"/>
                  </a:lnTo>
                  <a:lnTo>
                    <a:pt x="339889" y="1000473"/>
                  </a:lnTo>
                  <a:lnTo>
                    <a:pt x="336277" y="1002503"/>
                  </a:lnTo>
                  <a:lnTo>
                    <a:pt x="333019" y="1004532"/>
                  </a:lnTo>
                  <a:lnTo>
                    <a:pt x="330034" y="1006562"/>
                  </a:lnTo>
                  <a:lnTo>
                    <a:pt x="327284" y="1008591"/>
                  </a:lnTo>
                  <a:lnTo>
                    <a:pt x="324761" y="1010620"/>
                  </a:lnTo>
                  <a:lnTo>
                    <a:pt x="322497" y="1012650"/>
                  </a:lnTo>
                  <a:lnTo>
                    <a:pt x="320469" y="1014679"/>
                  </a:lnTo>
                  <a:lnTo>
                    <a:pt x="318621" y="1016708"/>
                  </a:lnTo>
                  <a:lnTo>
                    <a:pt x="316943" y="1018738"/>
                  </a:lnTo>
                  <a:lnTo>
                    <a:pt x="315443" y="1020767"/>
                  </a:lnTo>
                  <a:lnTo>
                    <a:pt x="314132" y="1022796"/>
                  </a:lnTo>
                  <a:lnTo>
                    <a:pt x="312950" y="1024826"/>
                  </a:lnTo>
                  <a:lnTo>
                    <a:pt x="311888" y="1026855"/>
                  </a:lnTo>
                  <a:lnTo>
                    <a:pt x="310938" y="1028884"/>
                  </a:lnTo>
                  <a:lnTo>
                    <a:pt x="310131" y="1030914"/>
                  </a:lnTo>
                  <a:lnTo>
                    <a:pt x="309410" y="1032943"/>
                  </a:lnTo>
                  <a:lnTo>
                    <a:pt x="308770" y="1034973"/>
                  </a:lnTo>
                  <a:lnTo>
                    <a:pt x="308203" y="1037002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8656878" y="2200165"/>
              <a:ext cx="609615" cy="1006118"/>
            </a:xfrm>
            <a:custGeom>
              <a:avLst/>
              <a:pathLst>
                <a:path w="609615" h="1006118">
                  <a:moveTo>
                    <a:pt x="301432" y="1006118"/>
                  </a:moveTo>
                  <a:lnTo>
                    <a:pt x="301017" y="1004149"/>
                  </a:lnTo>
                  <a:lnTo>
                    <a:pt x="300566" y="1002180"/>
                  </a:lnTo>
                  <a:lnTo>
                    <a:pt x="300070" y="1000211"/>
                  </a:lnTo>
                  <a:lnTo>
                    <a:pt x="299508" y="998242"/>
                  </a:lnTo>
                  <a:lnTo>
                    <a:pt x="298899" y="996273"/>
                  </a:lnTo>
                  <a:lnTo>
                    <a:pt x="298240" y="994304"/>
                  </a:lnTo>
                  <a:lnTo>
                    <a:pt x="297498" y="992335"/>
                  </a:lnTo>
                  <a:lnTo>
                    <a:pt x="296688" y="990366"/>
                  </a:lnTo>
                  <a:lnTo>
                    <a:pt x="295815" y="988397"/>
                  </a:lnTo>
                  <a:lnTo>
                    <a:pt x="294861" y="986428"/>
                  </a:lnTo>
                  <a:lnTo>
                    <a:pt x="293801" y="984459"/>
                  </a:lnTo>
                  <a:lnTo>
                    <a:pt x="292664" y="982491"/>
                  </a:lnTo>
                  <a:lnTo>
                    <a:pt x="291446" y="980522"/>
                  </a:lnTo>
                  <a:lnTo>
                    <a:pt x="290090" y="978553"/>
                  </a:lnTo>
                  <a:lnTo>
                    <a:pt x="288632" y="976584"/>
                  </a:lnTo>
                  <a:lnTo>
                    <a:pt x="287077" y="974615"/>
                  </a:lnTo>
                  <a:lnTo>
                    <a:pt x="285391" y="972646"/>
                  </a:lnTo>
                  <a:lnTo>
                    <a:pt x="283553" y="970677"/>
                  </a:lnTo>
                  <a:lnTo>
                    <a:pt x="281600" y="968708"/>
                  </a:lnTo>
                  <a:lnTo>
                    <a:pt x="279530" y="966739"/>
                  </a:lnTo>
                  <a:lnTo>
                    <a:pt x="277255" y="964770"/>
                  </a:lnTo>
                  <a:lnTo>
                    <a:pt x="274844" y="962801"/>
                  </a:lnTo>
                  <a:lnTo>
                    <a:pt x="272298" y="960832"/>
                  </a:lnTo>
                  <a:lnTo>
                    <a:pt x="269568" y="958864"/>
                  </a:lnTo>
                  <a:lnTo>
                    <a:pt x="266642" y="956895"/>
                  </a:lnTo>
                  <a:lnTo>
                    <a:pt x="263567" y="954926"/>
                  </a:lnTo>
                  <a:lnTo>
                    <a:pt x="260337" y="952957"/>
                  </a:lnTo>
                  <a:lnTo>
                    <a:pt x="256847" y="950988"/>
                  </a:lnTo>
                  <a:lnTo>
                    <a:pt x="253196" y="949019"/>
                  </a:lnTo>
                  <a:lnTo>
                    <a:pt x="249382" y="947050"/>
                  </a:lnTo>
                  <a:lnTo>
                    <a:pt x="245342" y="945081"/>
                  </a:lnTo>
                  <a:lnTo>
                    <a:pt x="241084" y="943112"/>
                  </a:lnTo>
                  <a:lnTo>
                    <a:pt x="236659" y="941143"/>
                  </a:lnTo>
                  <a:lnTo>
                    <a:pt x="232055" y="939174"/>
                  </a:lnTo>
                  <a:lnTo>
                    <a:pt x="227181" y="937205"/>
                  </a:lnTo>
                  <a:lnTo>
                    <a:pt x="222141" y="935236"/>
                  </a:lnTo>
                  <a:lnTo>
                    <a:pt x="216937" y="933268"/>
                  </a:lnTo>
                  <a:lnTo>
                    <a:pt x="211502" y="931299"/>
                  </a:lnTo>
                  <a:lnTo>
                    <a:pt x="205872" y="929330"/>
                  </a:lnTo>
                  <a:lnTo>
                    <a:pt x="200090" y="927361"/>
                  </a:lnTo>
                  <a:lnTo>
                    <a:pt x="194142" y="925392"/>
                  </a:lnTo>
                  <a:lnTo>
                    <a:pt x="187977" y="923423"/>
                  </a:lnTo>
                  <a:lnTo>
                    <a:pt x="181682" y="921454"/>
                  </a:lnTo>
                  <a:lnTo>
                    <a:pt x="175263" y="919485"/>
                  </a:lnTo>
                  <a:lnTo>
                    <a:pt x="168674" y="917516"/>
                  </a:lnTo>
                  <a:lnTo>
                    <a:pt x="161967" y="915547"/>
                  </a:lnTo>
                  <a:lnTo>
                    <a:pt x="155171" y="913578"/>
                  </a:lnTo>
                  <a:lnTo>
                    <a:pt x="148280" y="911609"/>
                  </a:lnTo>
                  <a:lnTo>
                    <a:pt x="141295" y="909641"/>
                  </a:lnTo>
                  <a:lnTo>
                    <a:pt x="134266" y="907672"/>
                  </a:lnTo>
                  <a:lnTo>
                    <a:pt x="127200" y="905703"/>
                  </a:lnTo>
                  <a:lnTo>
                    <a:pt x="120106" y="903734"/>
                  </a:lnTo>
                  <a:lnTo>
                    <a:pt x="113019" y="901765"/>
                  </a:lnTo>
                  <a:lnTo>
                    <a:pt x="105951" y="899796"/>
                  </a:lnTo>
                  <a:lnTo>
                    <a:pt x="98922" y="897827"/>
                  </a:lnTo>
                  <a:lnTo>
                    <a:pt x="91978" y="895858"/>
                  </a:lnTo>
                  <a:lnTo>
                    <a:pt x="85113" y="893889"/>
                  </a:lnTo>
                  <a:lnTo>
                    <a:pt x="78336" y="891920"/>
                  </a:lnTo>
                  <a:lnTo>
                    <a:pt x="71740" y="889951"/>
                  </a:lnTo>
                  <a:lnTo>
                    <a:pt x="65297" y="887982"/>
                  </a:lnTo>
                  <a:lnTo>
                    <a:pt x="59007" y="886013"/>
                  </a:lnTo>
                  <a:lnTo>
                    <a:pt x="52930" y="884045"/>
                  </a:lnTo>
                  <a:lnTo>
                    <a:pt x="47130" y="882076"/>
                  </a:lnTo>
                  <a:lnTo>
                    <a:pt x="41543" y="880107"/>
                  </a:lnTo>
                  <a:lnTo>
                    <a:pt x="36179" y="878138"/>
                  </a:lnTo>
                  <a:lnTo>
                    <a:pt x="31219" y="876169"/>
                  </a:lnTo>
                  <a:lnTo>
                    <a:pt x="26539" y="874200"/>
                  </a:lnTo>
                  <a:lnTo>
                    <a:pt x="22137" y="872231"/>
                  </a:lnTo>
                  <a:lnTo>
                    <a:pt x="18119" y="870262"/>
                  </a:lnTo>
                  <a:lnTo>
                    <a:pt x="14523" y="868293"/>
                  </a:lnTo>
                  <a:lnTo>
                    <a:pt x="11247" y="866324"/>
                  </a:lnTo>
                  <a:lnTo>
                    <a:pt x="8300" y="864355"/>
                  </a:lnTo>
                  <a:lnTo>
                    <a:pt x="5923" y="862386"/>
                  </a:lnTo>
                  <a:lnTo>
                    <a:pt x="3896" y="860418"/>
                  </a:lnTo>
                  <a:lnTo>
                    <a:pt x="2224" y="858449"/>
                  </a:lnTo>
                  <a:lnTo>
                    <a:pt x="1044" y="856480"/>
                  </a:lnTo>
                  <a:lnTo>
                    <a:pt x="340" y="854511"/>
                  </a:lnTo>
                  <a:lnTo>
                    <a:pt x="61" y="852900"/>
                  </a:lnTo>
                  <a:lnTo>
                    <a:pt x="0" y="852542"/>
                  </a:lnTo>
                  <a:lnTo>
                    <a:pt x="45" y="850573"/>
                  </a:lnTo>
                  <a:lnTo>
                    <a:pt x="680" y="848604"/>
                  </a:lnTo>
                  <a:lnTo>
                    <a:pt x="1671" y="846635"/>
                  </a:lnTo>
                  <a:lnTo>
                    <a:pt x="3018" y="844666"/>
                  </a:lnTo>
                  <a:lnTo>
                    <a:pt x="4860" y="842697"/>
                  </a:lnTo>
                  <a:lnTo>
                    <a:pt x="7126" y="840728"/>
                  </a:lnTo>
                  <a:lnTo>
                    <a:pt x="9720" y="838759"/>
                  </a:lnTo>
                  <a:lnTo>
                    <a:pt x="12670" y="836790"/>
                  </a:lnTo>
                  <a:lnTo>
                    <a:pt x="16098" y="834822"/>
                  </a:lnTo>
                  <a:lnTo>
                    <a:pt x="19812" y="832853"/>
                  </a:lnTo>
                  <a:lnTo>
                    <a:pt x="23805" y="830884"/>
                  </a:lnTo>
                  <a:lnTo>
                    <a:pt x="28184" y="828915"/>
                  </a:lnTo>
                  <a:lnTo>
                    <a:pt x="32849" y="826946"/>
                  </a:lnTo>
                  <a:lnTo>
                    <a:pt x="37736" y="824977"/>
                  </a:lnTo>
                  <a:lnTo>
                    <a:pt x="42869" y="823008"/>
                  </a:lnTo>
                  <a:lnTo>
                    <a:pt x="48280" y="821039"/>
                  </a:lnTo>
                  <a:lnTo>
                    <a:pt x="53850" y="819070"/>
                  </a:lnTo>
                  <a:lnTo>
                    <a:pt x="59571" y="817101"/>
                  </a:lnTo>
                  <a:lnTo>
                    <a:pt x="65484" y="815132"/>
                  </a:lnTo>
                  <a:lnTo>
                    <a:pt x="71509" y="813163"/>
                  </a:lnTo>
                  <a:lnTo>
                    <a:pt x="77616" y="811195"/>
                  </a:lnTo>
                  <a:lnTo>
                    <a:pt x="83806" y="809226"/>
                  </a:lnTo>
                  <a:lnTo>
                    <a:pt x="90052" y="807257"/>
                  </a:lnTo>
                  <a:lnTo>
                    <a:pt x="96314" y="805288"/>
                  </a:lnTo>
                  <a:lnTo>
                    <a:pt x="102585" y="803319"/>
                  </a:lnTo>
                  <a:lnTo>
                    <a:pt x="108829" y="801350"/>
                  </a:lnTo>
                  <a:lnTo>
                    <a:pt x="115027" y="799381"/>
                  </a:lnTo>
                  <a:lnTo>
                    <a:pt x="121172" y="797412"/>
                  </a:lnTo>
                  <a:lnTo>
                    <a:pt x="127233" y="795443"/>
                  </a:lnTo>
                  <a:lnTo>
                    <a:pt x="133167" y="793474"/>
                  </a:lnTo>
                  <a:lnTo>
                    <a:pt x="138997" y="791505"/>
                  </a:lnTo>
                  <a:lnTo>
                    <a:pt x="144716" y="789536"/>
                  </a:lnTo>
                  <a:lnTo>
                    <a:pt x="150224" y="787567"/>
                  </a:lnTo>
                  <a:lnTo>
                    <a:pt x="155579" y="785599"/>
                  </a:lnTo>
                  <a:lnTo>
                    <a:pt x="160782" y="783630"/>
                  </a:lnTo>
                  <a:lnTo>
                    <a:pt x="165775" y="781661"/>
                  </a:lnTo>
                  <a:lnTo>
                    <a:pt x="170531" y="779692"/>
                  </a:lnTo>
                  <a:lnTo>
                    <a:pt x="175108" y="777723"/>
                  </a:lnTo>
                  <a:lnTo>
                    <a:pt x="179501" y="775754"/>
                  </a:lnTo>
                  <a:lnTo>
                    <a:pt x="183571" y="773785"/>
                  </a:lnTo>
                  <a:lnTo>
                    <a:pt x="187444" y="771816"/>
                  </a:lnTo>
                  <a:lnTo>
                    <a:pt x="191118" y="769847"/>
                  </a:lnTo>
                  <a:lnTo>
                    <a:pt x="194516" y="767878"/>
                  </a:lnTo>
                  <a:lnTo>
                    <a:pt x="197645" y="765909"/>
                  </a:lnTo>
                  <a:lnTo>
                    <a:pt x="200569" y="763940"/>
                  </a:lnTo>
                  <a:lnTo>
                    <a:pt x="203278" y="761972"/>
                  </a:lnTo>
                  <a:lnTo>
                    <a:pt x="205654" y="760003"/>
                  </a:lnTo>
                  <a:lnTo>
                    <a:pt x="207829" y="758034"/>
                  </a:lnTo>
                  <a:lnTo>
                    <a:pt x="209803" y="756065"/>
                  </a:lnTo>
                  <a:lnTo>
                    <a:pt x="211497" y="754096"/>
                  </a:lnTo>
                  <a:lnTo>
                    <a:pt x="212948" y="752127"/>
                  </a:lnTo>
                  <a:lnTo>
                    <a:pt x="214209" y="750158"/>
                  </a:lnTo>
                  <a:lnTo>
                    <a:pt x="215265" y="748189"/>
                  </a:lnTo>
                  <a:lnTo>
                    <a:pt x="216036" y="746220"/>
                  </a:lnTo>
                  <a:lnTo>
                    <a:pt x="216635" y="744251"/>
                  </a:lnTo>
                  <a:lnTo>
                    <a:pt x="217064" y="742282"/>
                  </a:lnTo>
                  <a:lnTo>
                    <a:pt x="217251" y="740313"/>
                  </a:lnTo>
                  <a:lnTo>
                    <a:pt x="217251" y="738344"/>
                  </a:lnTo>
                  <a:lnTo>
                    <a:pt x="217099" y="736376"/>
                  </a:lnTo>
                  <a:lnTo>
                    <a:pt x="216780" y="734407"/>
                  </a:lnTo>
                  <a:lnTo>
                    <a:pt x="216250" y="732438"/>
                  </a:lnTo>
                  <a:lnTo>
                    <a:pt x="215591" y="730469"/>
                  </a:lnTo>
                  <a:lnTo>
                    <a:pt x="214806" y="728500"/>
                  </a:lnTo>
                  <a:lnTo>
                    <a:pt x="213841" y="726531"/>
                  </a:lnTo>
                  <a:lnTo>
                    <a:pt x="212748" y="724562"/>
                  </a:lnTo>
                  <a:lnTo>
                    <a:pt x="211551" y="722593"/>
                  </a:lnTo>
                  <a:lnTo>
                    <a:pt x="210232" y="720624"/>
                  </a:lnTo>
                  <a:lnTo>
                    <a:pt x="208779" y="718655"/>
                  </a:lnTo>
                  <a:lnTo>
                    <a:pt x="207240" y="716686"/>
                  </a:lnTo>
                  <a:lnTo>
                    <a:pt x="205620" y="714717"/>
                  </a:lnTo>
                  <a:lnTo>
                    <a:pt x="203883" y="712749"/>
                  </a:lnTo>
                  <a:lnTo>
                    <a:pt x="202071" y="710780"/>
                  </a:lnTo>
                  <a:lnTo>
                    <a:pt x="200196" y="708811"/>
                  </a:lnTo>
                  <a:lnTo>
                    <a:pt x="198246" y="706842"/>
                  </a:lnTo>
                  <a:lnTo>
                    <a:pt x="196222" y="704873"/>
                  </a:lnTo>
                  <a:lnTo>
                    <a:pt x="194152" y="702904"/>
                  </a:lnTo>
                  <a:lnTo>
                    <a:pt x="192036" y="700935"/>
                  </a:lnTo>
                  <a:lnTo>
                    <a:pt x="189858" y="698966"/>
                  </a:lnTo>
                  <a:lnTo>
                    <a:pt x="187644" y="696997"/>
                  </a:lnTo>
                  <a:lnTo>
                    <a:pt x="185400" y="695028"/>
                  </a:lnTo>
                  <a:lnTo>
                    <a:pt x="183120" y="693059"/>
                  </a:lnTo>
                  <a:lnTo>
                    <a:pt x="180810" y="691090"/>
                  </a:lnTo>
                  <a:lnTo>
                    <a:pt x="178481" y="689121"/>
                  </a:lnTo>
                  <a:lnTo>
                    <a:pt x="176135" y="687153"/>
                  </a:lnTo>
                  <a:lnTo>
                    <a:pt x="173767" y="685184"/>
                  </a:lnTo>
                  <a:lnTo>
                    <a:pt x="171390" y="683215"/>
                  </a:lnTo>
                  <a:lnTo>
                    <a:pt x="169006" y="681246"/>
                  </a:lnTo>
                  <a:lnTo>
                    <a:pt x="166615" y="679277"/>
                  </a:lnTo>
                  <a:lnTo>
                    <a:pt x="164222" y="677308"/>
                  </a:lnTo>
                  <a:lnTo>
                    <a:pt x="161829" y="675339"/>
                  </a:lnTo>
                  <a:lnTo>
                    <a:pt x="159438" y="673370"/>
                  </a:lnTo>
                  <a:lnTo>
                    <a:pt x="157053" y="671401"/>
                  </a:lnTo>
                  <a:lnTo>
                    <a:pt x="154676" y="669432"/>
                  </a:lnTo>
                  <a:lnTo>
                    <a:pt x="152305" y="667463"/>
                  </a:lnTo>
                  <a:lnTo>
                    <a:pt x="149948" y="665494"/>
                  </a:lnTo>
                  <a:lnTo>
                    <a:pt x="147605" y="663526"/>
                  </a:lnTo>
                  <a:lnTo>
                    <a:pt x="145273" y="661557"/>
                  </a:lnTo>
                  <a:lnTo>
                    <a:pt x="142956" y="659588"/>
                  </a:lnTo>
                  <a:lnTo>
                    <a:pt x="140662" y="657619"/>
                  </a:lnTo>
                  <a:lnTo>
                    <a:pt x="138383" y="655650"/>
                  </a:lnTo>
                  <a:lnTo>
                    <a:pt x="136120" y="653681"/>
                  </a:lnTo>
                  <a:lnTo>
                    <a:pt x="133882" y="651712"/>
                  </a:lnTo>
                  <a:lnTo>
                    <a:pt x="131665" y="649743"/>
                  </a:lnTo>
                  <a:lnTo>
                    <a:pt x="129467" y="647774"/>
                  </a:lnTo>
                  <a:lnTo>
                    <a:pt x="127290" y="645805"/>
                  </a:lnTo>
                  <a:lnTo>
                    <a:pt x="125143" y="643836"/>
                  </a:lnTo>
                  <a:lnTo>
                    <a:pt x="123015" y="641867"/>
                  </a:lnTo>
                  <a:lnTo>
                    <a:pt x="120907" y="639898"/>
                  </a:lnTo>
                  <a:lnTo>
                    <a:pt x="118829" y="637930"/>
                  </a:lnTo>
                  <a:lnTo>
                    <a:pt x="116775" y="635961"/>
                  </a:lnTo>
                  <a:lnTo>
                    <a:pt x="114742" y="633992"/>
                  </a:lnTo>
                  <a:lnTo>
                    <a:pt x="112733" y="632023"/>
                  </a:lnTo>
                  <a:lnTo>
                    <a:pt x="110755" y="630054"/>
                  </a:lnTo>
                  <a:lnTo>
                    <a:pt x="108797" y="628085"/>
                  </a:lnTo>
                  <a:lnTo>
                    <a:pt x="106859" y="626116"/>
                  </a:lnTo>
                  <a:lnTo>
                    <a:pt x="104954" y="624147"/>
                  </a:lnTo>
                  <a:lnTo>
                    <a:pt x="103071" y="622178"/>
                  </a:lnTo>
                  <a:lnTo>
                    <a:pt x="101209" y="620209"/>
                  </a:lnTo>
                  <a:lnTo>
                    <a:pt x="99372" y="618240"/>
                  </a:lnTo>
                  <a:lnTo>
                    <a:pt x="97565" y="616271"/>
                  </a:lnTo>
                  <a:lnTo>
                    <a:pt x="95777" y="614303"/>
                  </a:lnTo>
                  <a:lnTo>
                    <a:pt x="94009" y="612334"/>
                  </a:lnTo>
                  <a:lnTo>
                    <a:pt x="92274" y="610365"/>
                  </a:lnTo>
                  <a:lnTo>
                    <a:pt x="90560" y="608396"/>
                  </a:lnTo>
                  <a:lnTo>
                    <a:pt x="88867" y="606427"/>
                  </a:lnTo>
                  <a:lnTo>
                    <a:pt x="87199" y="604458"/>
                  </a:lnTo>
                  <a:lnTo>
                    <a:pt x="86219" y="603281"/>
                  </a:lnTo>
                  <a:lnTo>
                    <a:pt x="85560" y="602489"/>
                  </a:lnTo>
                  <a:lnTo>
                    <a:pt x="83941" y="600520"/>
                  </a:lnTo>
                  <a:lnTo>
                    <a:pt x="82342" y="598551"/>
                  </a:lnTo>
                  <a:lnTo>
                    <a:pt x="80779" y="596582"/>
                  </a:lnTo>
                  <a:lnTo>
                    <a:pt x="79237" y="594613"/>
                  </a:lnTo>
                  <a:lnTo>
                    <a:pt x="77717" y="592644"/>
                  </a:lnTo>
                  <a:lnTo>
                    <a:pt x="76226" y="590675"/>
                  </a:lnTo>
                  <a:lnTo>
                    <a:pt x="74766" y="588707"/>
                  </a:lnTo>
                  <a:lnTo>
                    <a:pt x="73328" y="586738"/>
                  </a:lnTo>
                  <a:lnTo>
                    <a:pt x="71916" y="584769"/>
                  </a:lnTo>
                  <a:lnTo>
                    <a:pt x="70544" y="582800"/>
                  </a:lnTo>
                  <a:lnTo>
                    <a:pt x="69197" y="580831"/>
                  </a:lnTo>
                  <a:lnTo>
                    <a:pt x="67877" y="578862"/>
                  </a:lnTo>
                  <a:lnTo>
                    <a:pt x="66595" y="576893"/>
                  </a:lnTo>
                  <a:lnTo>
                    <a:pt x="65350" y="574924"/>
                  </a:lnTo>
                  <a:lnTo>
                    <a:pt x="64134" y="572955"/>
                  </a:lnTo>
                  <a:lnTo>
                    <a:pt x="62950" y="570986"/>
                  </a:lnTo>
                  <a:lnTo>
                    <a:pt x="61818" y="569017"/>
                  </a:lnTo>
                  <a:lnTo>
                    <a:pt x="60720" y="567048"/>
                  </a:lnTo>
                  <a:lnTo>
                    <a:pt x="59655" y="565080"/>
                  </a:lnTo>
                  <a:lnTo>
                    <a:pt x="58643" y="563111"/>
                  </a:lnTo>
                  <a:lnTo>
                    <a:pt x="57677" y="561142"/>
                  </a:lnTo>
                  <a:lnTo>
                    <a:pt x="56750" y="559173"/>
                  </a:lnTo>
                  <a:lnTo>
                    <a:pt x="55868" y="557204"/>
                  </a:lnTo>
                  <a:lnTo>
                    <a:pt x="55050" y="555235"/>
                  </a:lnTo>
                  <a:lnTo>
                    <a:pt x="54277" y="553266"/>
                  </a:lnTo>
                  <a:lnTo>
                    <a:pt x="53548" y="551297"/>
                  </a:lnTo>
                  <a:lnTo>
                    <a:pt x="52889" y="549328"/>
                  </a:lnTo>
                  <a:lnTo>
                    <a:pt x="52286" y="547359"/>
                  </a:lnTo>
                  <a:lnTo>
                    <a:pt x="51733" y="545390"/>
                  </a:lnTo>
                  <a:lnTo>
                    <a:pt x="51240" y="543421"/>
                  </a:lnTo>
                  <a:lnTo>
                    <a:pt x="50825" y="541452"/>
                  </a:lnTo>
                  <a:lnTo>
                    <a:pt x="50465" y="539484"/>
                  </a:lnTo>
                  <a:lnTo>
                    <a:pt x="50159" y="537515"/>
                  </a:lnTo>
                  <a:lnTo>
                    <a:pt x="49940" y="535546"/>
                  </a:lnTo>
                  <a:lnTo>
                    <a:pt x="49787" y="533577"/>
                  </a:lnTo>
                  <a:lnTo>
                    <a:pt x="49692" y="531608"/>
                  </a:lnTo>
                  <a:lnTo>
                    <a:pt x="49671" y="529639"/>
                  </a:lnTo>
                  <a:lnTo>
                    <a:pt x="49738" y="527670"/>
                  </a:lnTo>
                  <a:lnTo>
                    <a:pt x="49866" y="525701"/>
                  </a:lnTo>
                  <a:lnTo>
                    <a:pt x="50057" y="523732"/>
                  </a:lnTo>
                  <a:lnTo>
                    <a:pt x="50349" y="521763"/>
                  </a:lnTo>
                  <a:lnTo>
                    <a:pt x="50709" y="519794"/>
                  </a:lnTo>
                  <a:lnTo>
                    <a:pt x="51133" y="517825"/>
                  </a:lnTo>
                  <a:lnTo>
                    <a:pt x="51641" y="515857"/>
                  </a:lnTo>
                  <a:lnTo>
                    <a:pt x="52238" y="513888"/>
                  </a:lnTo>
                  <a:lnTo>
                    <a:pt x="52900" y="511919"/>
                  </a:lnTo>
                  <a:lnTo>
                    <a:pt x="53627" y="509950"/>
                  </a:lnTo>
                  <a:lnTo>
                    <a:pt x="54461" y="507981"/>
                  </a:lnTo>
                  <a:lnTo>
                    <a:pt x="55361" y="506012"/>
                  </a:lnTo>
                  <a:lnTo>
                    <a:pt x="56324" y="504043"/>
                  </a:lnTo>
                  <a:lnTo>
                    <a:pt x="57373" y="502074"/>
                  </a:lnTo>
                  <a:lnTo>
                    <a:pt x="58505" y="500105"/>
                  </a:lnTo>
                  <a:lnTo>
                    <a:pt x="59700" y="498136"/>
                  </a:lnTo>
                  <a:lnTo>
                    <a:pt x="60957" y="496167"/>
                  </a:lnTo>
                  <a:lnTo>
                    <a:pt x="62314" y="494198"/>
                  </a:lnTo>
                  <a:lnTo>
                    <a:pt x="63729" y="492229"/>
                  </a:lnTo>
                  <a:lnTo>
                    <a:pt x="65203" y="490261"/>
                  </a:lnTo>
                  <a:lnTo>
                    <a:pt x="66755" y="488292"/>
                  </a:lnTo>
                  <a:lnTo>
                    <a:pt x="68377" y="486323"/>
                  </a:lnTo>
                  <a:lnTo>
                    <a:pt x="70070" y="484335"/>
                  </a:lnTo>
                  <a:lnTo>
                    <a:pt x="71785" y="482385"/>
                  </a:lnTo>
                  <a:lnTo>
                    <a:pt x="73597" y="480416"/>
                  </a:lnTo>
                  <a:lnTo>
                    <a:pt x="75456" y="478447"/>
                  </a:lnTo>
                  <a:lnTo>
                    <a:pt x="77362" y="476478"/>
                  </a:lnTo>
                  <a:lnTo>
                    <a:pt x="79333" y="474509"/>
                  </a:lnTo>
                  <a:lnTo>
                    <a:pt x="81354" y="472540"/>
                  </a:lnTo>
                  <a:lnTo>
                    <a:pt x="83416" y="470571"/>
                  </a:lnTo>
                  <a:lnTo>
                    <a:pt x="85521" y="468602"/>
                  </a:lnTo>
                  <a:lnTo>
                    <a:pt x="87680" y="466634"/>
                  </a:lnTo>
                  <a:lnTo>
                    <a:pt x="89872" y="464665"/>
                  </a:lnTo>
                  <a:lnTo>
                    <a:pt x="92096" y="462696"/>
                  </a:lnTo>
                  <a:lnTo>
                    <a:pt x="94362" y="460727"/>
                  </a:lnTo>
                  <a:lnTo>
                    <a:pt x="96658" y="458758"/>
                  </a:lnTo>
                  <a:lnTo>
                    <a:pt x="98977" y="456789"/>
                  </a:lnTo>
                  <a:lnTo>
                    <a:pt x="101322" y="454820"/>
                  </a:lnTo>
                  <a:lnTo>
                    <a:pt x="103694" y="452851"/>
                  </a:lnTo>
                  <a:lnTo>
                    <a:pt x="106081" y="450882"/>
                  </a:lnTo>
                  <a:lnTo>
                    <a:pt x="108482" y="448913"/>
                  </a:lnTo>
                  <a:lnTo>
                    <a:pt x="110900" y="446944"/>
                  </a:lnTo>
                  <a:lnTo>
                    <a:pt x="113326" y="444975"/>
                  </a:lnTo>
                  <a:lnTo>
                    <a:pt x="115758" y="443006"/>
                  </a:lnTo>
                  <a:lnTo>
                    <a:pt x="118195" y="441038"/>
                  </a:lnTo>
                  <a:lnTo>
                    <a:pt x="120633" y="439069"/>
                  </a:lnTo>
                  <a:lnTo>
                    <a:pt x="123069" y="437100"/>
                  </a:lnTo>
                  <a:lnTo>
                    <a:pt x="125501" y="435131"/>
                  </a:lnTo>
                  <a:lnTo>
                    <a:pt x="127924" y="433162"/>
                  </a:lnTo>
                  <a:lnTo>
                    <a:pt x="130336" y="431193"/>
                  </a:lnTo>
                  <a:lnTo>
                    <a:pt x="132739" y="429224"/>
                  </a:lnTo>
                  <a:lnTo>
                    <a:pt x="135125" y="427255"/>
                  </a:lnTo>
                  <a:lnTo>
                    <a:pt x="137491" y="425286"/>
                  </a:lnTo>
                  <a:lnTo>
                    <a:pt x="139840" y="423317"/>
                  </a:lnTo>
                  <a:lnTo>
                    <a:pt x="142171" y="421348"/>
                  </a:lnTo>
                  <a:lnTo>
                    <a:pt x="144469" y="419379"/>
                  </a:lnTo>
                  <a:lnTo>
                    <a:pt x="146744" y="417411"/>
                  </a:lnTo>
                  <a:lnTo>
                    <a:pt x="148996" y="415442"/>
                  </a:lnTo>
                  <a:lnTo>
                    <a:pt x="151216" y="413473"/>
                  </a:lnTo>
                  <a:lnTo>
                    <a:pt x="153401" y="411504"/>
                  </a:lnTo>
                  <a:lnTo>
                    <a:pt x="155560" y="409535"/>
                  </a:lnTo>
                  <a:lnTo>
                    <a:pt x="157690" y="407566"/>
                  </a:lnTo>
                  <a:lnTo>
                    <a:pt x="159774" y="405597"/>
                  </a:lnTo>
                  <a:lnTo>
                    <a:pt x="161827" y="403628"/>
                  </a:lnTo>
                  <a:lnTo>
                    <a:pt x="163852" y="401659"/>
                  </a:lnTo>
                  <a:lnTo>
                    <a:pt x="165834" y="399690"/>
                  </a:lnTo>
                  <a:lnTo>
                    <a:pt x="167777" y="397721"/>
                  </a:lnTo>
                  <a:lnTo>
                    <a:pt x="169690" y="395752"/>
                  </a:lnTo>
                  <a:lnTo>
                    <a:pt x="171570" y="393783"/>
                  </a:lnTo>
                  <a:lnTo>
                    <a:pt x="173402" y="391815"/>
                  </a:lnTo>
                  <a:lnTo>
                    <a:pt x="175203" y="389846"/>
                  </a:lnTo>
                  <a:lnTo>
                    <a:pt x="176975" y="387877"/>
                  </a:lnTo>
                  <a:lnTo>
                    <a:pt x="178704" y="385908"/>
                  </a:lnTo>
                  <a:lnTo>
                    <a:pt x="180398" y="383939"/>
                  </a:lnTo>
                  <a:lnTo>
                    <a:pt x="182065" y="381970"/>
                  </a:lnTo>
                  <a:lnTo>
                    <a:pt x="183701" y="380001"/>
                  </a:lnTo>
                  <a:lnTo>
                    <a:pt x="185296" y="378032"/>
                  </a:lnTo>
                  <a:lnTo>
                    <a:pt x="186866" y="376063"/>
                  </a:lnTo>
                  <a:lnTo>
                    <a:pt x="188412" y="374094"/>
                  </a:lnTo>
                  <a:lnTo>
                    <a:pt x="189924" y="372125"/>
                  </a:lnTo>
                  <a:lnTo>
                    <a:pt x="191410" y="370156"/>
                  </a:lnTo>
                  <a:lnTo>
                    <a:pt x="192875" y="368188"/>
                  </a:lnTo>
                  <a:lnTo>
                    <a:pt x="194317" y="366219"/>
                  </a:lnTo>
                  <a:lnTo>
                    <a:pt x="195732" y="364250"/>
                  </a:lnTo>
                  <a:lnTo>
                    <a:pt x="197130" y="362281"/>
                  </a:lnTo>
                  <a:lnTo>
                    <a:pt x="198512" y="360312"/>
                  </a:lnTo>
                  <a:lnTo>
                    <a:pt x="199872" y="358343"/>
                  </a:lnTo>
                  <a:lnTo>
                    <a:pt x="201217" y="356374"/>
                  </a:lnTo>
                  <a:lnTo>
                    <a:pt x="202549" y="354405"/>
                  </a:lnTo>
                  <a:lnTo>
                    <a:pt x="203868" y="352436"/>
                  </a:lnTo>
                  <a:lnTo>
                    <a:pt x="205173" y="350467"/>
                  </a:lnTo>
                  <a:lnTo>
                    <a:pt x="206469" y="348498"/>
                  </a:lnTo>
                  <a:lnTo>
                    <a:pt x="207756" y="346529"/>
                  </a:lnTo>
                  <a:lnTo>
                    <a:pt x="209033" y="344560"/>
                  </a:lnTo>
                  <a:lnTo>
                    <a:pt x="210302" y="342592"/>
                  </a:lnTo>
                  <a:lnTo>
                    <a:pt x="211567" y="340623"/>
                  </a:lnTo>
                  <a:lnTo>
                    <a:pt x="212824" y="338654"/>
                  </a:lnTo>
                  <a:lnTo>
                    <a:pt x="214076" y="336685"/>
                  </a:lnTo>
                  <a:lnTo>
                    <a:pt x="215324" y="334716"/>
                  </a:lnTo>
                  <a:lnTo>
                    <a:pt x="216569" y="332747"/>
                  </a:lnTo>
                  <a:lnTo>
                    <a:pt x="217808" y="330778"/>
                  </a:lnTo>
                  <a:lnTo>
                    <a:pt x="219044" y="328809"/>
                  </a:lnTo>
                  <a:lnTo>
                    <a:pt x="220278" y="326840"/>
                  </a:lnTo>
                  <a:lnTo>
                    <a:pt x="221508" y="324871"/>
                  </a:lnTo>
                  <a:lnTo>
                    <a:pt x="222733" y="322902"/>
                  </a:lnTo>
                  <a:lnTo>
                    <a:pt x="223956" y="320933"/>
                  </a:lnTo>
                  <a:lnTo>
                    <a:pt x="225176" y="318965"/>
                  </a:lnTo>
                  <a:lnTo>
                    <a:pt x="226390" y="316996"/>
                  </a:lnTo>
                  <a:lnTo>
                    <a:pt x="227600" y="315027"/>
                  </a:lnTo>
                  <a:lnTo>
                    <a:pt x="228806" y="313058"/>
                  </a:lnTo>
                  <a:lnTo>
                    <a:pt x="230006" y="311089"/>
                  </a:lnTo>
                  <a:lnTo>
                    <a:pt x="231199" y="309120"/>
                  </a:lnTo>
                  <a:lnTo>
                    <a:pt x="232387" y="307151"/>
                  </a:lnTo>
                  <a:lnTo>
                    <a:pt x="233569" y="305182"/>
                  </a:lnTo>
                  <a:lnTo>
                    <a:pt x="234740" y="303213"/>
                  </a:lnTo>
                  <a:lnTo>
                    <a:pt x="235904" y="301244"/>
                  </a:lnTo>
                  <a:lnTo>
                    <a:pt x="237061" y="299275"/>
                  </a:lnTo>
                  <a:lnTo>
                    <a:pt x="238206" y="297306"/>
                  </a:lnTo>
                  <a:lnTo>
                    <a:pt x="239341" y="295337"/>
                  </a:lnTo>
                  <a:lnTo>
                    <a:pt x="240466" y="293369"/>
                  </a:lnTo>
                  <a:lnTo>
                    <a:pt x="241581" y="291400"/>
                  </a:lnTo>
                  <a:lnTo>
                    <a:pt x="242680" y="289431"/>
                  </a:lnTo>
                  <a:lnTo>
                    <a:pt x="243768" y="287462"/>
                  </a:lnTo>
                  <a:lnTo>
                    <a:pt x="244846" y="285493"/>
                  </a:lnTo>
                  <a:lnTo>
                    <a:pt x="245907" y="283524"/>
                  </a:lnTo>
                  <a:lnTo>
                    <a:pt x="246954" y="281555"/>
                  </a:lnTo>
                  <a:lnTo>
                    <a:pt x="247990" y="279586"/>
                  </a:lnTo>
                  <a:lnTo>
                    <a:pt x="249012" y="277617"/>
                  </a:lnTo>
                  <a:lnTo>
                    <a:pt x="250015" y="275648"/>
                  </a:lnTo>
                  <a:lnTo>
                    <a:pt x="251006" y="273679"/>
                  </a:lnTo>
                  <a:lnTo>
                    <a:pt x="251986" y="271710"/>
                  </a:lnTo>
                  <a:lnTo>
                    <a:pt x="252946" y="269742"/>
                  </a:lnTo>
                  <a:lnTo>
                    <a:pt x="253892" y="267773"/>
                  </a:lnTo>
                  <a:lnTo>
                    <a:pt x="254827" y="265804"/>
                  </a:lnTo>
                  <a:lnTo>
                    <a:pt x="255747" y="263835"/>
                  </a:lnTo>
                  <a:lnTo>
                    <a:pt x="256649" y="261866"/>
                  </a:lnTo>
                  <a:lnTo>
                    <a:pt x="257541" y="259897"/>
                  </a:lnTo>
                  <a:lnTo>
                    <a:pt x="258420" y="257928"/>
                  </a:lnTo>
                  <a:lnTo>
                    <a:pt x="259283" y="255959"/>
                  </a:lnTo>
                  <a:lnTo>
                    <a:pt x="260134" y="253990"/>
                  </a:lnTo>
                  <a:lnTo>
                    <a:pt x="260974" y="252021"/>
                  </a:lnTo>
                  <a:lnTo>
                    <a:pt x="261802" y="250052"/>
                  </a:lnTo>
                  <a:lnTo>
                    <a:pt x="262616" y="248083"/>
                  </a:lnTo>
                  <a:lnTo>
                    <a:pt x="263421" y="246114"/>
                  </a:lnTo>
                  <a:lnTo>
                    <a:pt x="264218" y="244146"/>
                  </a:lnTo>
                  <a:lnTo>
                    <a:pt x="265000" y="242177"/>
                  </a:lnTo>
                  <a:lnTo>
                    <a:pt x="265775" y="240208"/>
                  </a:lnTo>
                  <a:lnTo>
                    <a:pt x="266541" y="238239"/>
                  </a:lnTo>
                  <a:lnTo>
                    <a:pt x="267298" y="236270"/>
                  </a:lnTo>
                  <a:lnTo>
                    <a:pt x="268046" y="234301"/>
                  </a:lnTo>
                  <a:lnTo>
                    <a:pt x="268788" y="232332"/>
                  </a:lnTo>
                  <a:lnTo>
                    <a:pt x="269523" y="230363"/>
                  </a:lnTo>
                  <a:lnTo>
                    <a:pt x="270248" y="228394"/>
                  </a:lnTo>
                  <a:lnTo>
                    <a:pt x="270968" y="226425"/>
                  </a:lnTo>
                  <a:lnTo>
                    <a:pt x="271683" y="224456"/>
                  </a:lnTo>
                  <a:lnTo>
                    <a:pt x="272390" y="222487"/>
                  </a:lnTo>
                  <a:lnTo>
                    <a:pt x="273092" y="220519"/>
                  </a:lnTo>
                  <a:lnTo>
                    <a:pt x="273789" y="218550"/>
                  </a:lnTo>
                  <a:lnTo>
                    <a:pt x="274481" y="216581"/>
                  </a:lnTo>
                  <a:lnTo>
                    <a:pt x="275166" y="214612"/>
                  </a:lnTo>
                  <a:lnTo>
                    <a:pt x="275847" y="212643"/>
                  </a:lnTo>
                  <a:lnTo>
                    <a:pt x="276524" y="210674"/>
                  </a:lnTo>
                  <a:lnTo>
                    <a:pt x="277195" y="208705"/>
                  </a:lnTo>
                  <a:lnTo>
                    <a:pt x="277861" y="206736"/>
                  </a:lnTo>
                  <a:lnTo>
                    <a:pt x="278523" y="204767"/>
                  </a:lnTo>
                  <a:lnTo>
                    <a:pt x="279180" y="202798"/>
                  </a:lnTo>
                  <a:lnTo>
                    <a:pt x="279830" y="200829"/>
                  </a:lnTo>
                  <a:lnTo>
                    <a:pt x="280476" y="198860"/>
                  </a:lnTo>
                  <a:lnTo>
                    <a:pt x="281117" y="196891"/>
                  </a:lnTo>
                  <a:lnTo>
                    <a:pt x="281752" y="194923"/>
                  </a:lnTo>
                  <a:lnTo>
                    <a:pt x="282381" y="192954"/>
                  </a:lnTo>
                  <a:lnTo>
                    <a:pt x="283005" y="190985"/>
                  </a:lnTo>
                  <a:lnTo>
                    <a:pt x="283623" y="189016"/>
                  </a:lnTo>
                  <a:lnTo>
                    <a:pt x="284232" y="187047"/>
                  </a:lnTo>
                  <a:lnTo>
                    <a:pt x="284837" y="185078"/>
                  </a:lnTo>
                  <a:lnTo>
                    <a:pt x="285435" y="183109"/>
                  </a:lnTo>
                  <a:lnTo>
                    <a:pt x="286025" y="181140"/>
                  </a:lnTo>
                  <a:lnTo>
                    <a:pt x="286607" y="179171"/>
                  </a:lnTo>
                  <a:lnTo>
                    <a:pt x="287182" y="177202"/>
                  </a:lnTo>
                  <a:lnTo>
                    <a:pt x="287750" y="175233"/>
                  </a:lnTo>
                  <a:lnTo>
                    <a:pt x="288308" y="173264"/>
                  </a:lnTo>
                  <a:lnTo>
                    <a:pt x="288858" y="171296"/>
                  </a:lnTo>
                  <a:lnTo>
                    <a:pt x="289401" y="169327"/>
                  </a:lnTo>
                  <a:lnTo>
                    <a:pt x="289932" y="167358"/>
                  </a:lnTo>
                  <a:lnTo>
                    <a:pt x="290455" y="165389"/>
                  </a:lnTo>
                  <a:lnTo>
                    <a:pt x="290970" y="163420"/>
                  </a:lnTo>
                  <a:lnTo>
                    <a:pt x="291474" y="161451"/>
                  </a:lnTo>
                  <a:lnTo>
                    <a:pt x="291967" y="159482"/>
                  </a:lnTo>
                  <a:lnTo>
                    <a:pt x="292452" y="157513"/>
                  </a:lnTo>
                  <a:lnTo>
                    <a:pt x="292927" y="155544"/>
                  </a:lnTo>
                  <a:lnTo>
                    <a:pt x="293389" y="153575"/>
                  </a:lnTo>
                  <a:lnTo>
                    <a:pt x="293841" y="151606"/>
                  </a:lnTo>
                  <a:lnTo>
                    <a:pt x="294285" y="149637"/>
                  </a:lnTo>
                  <a:lnTo>
                    <a:pt x="294717" y="147668"/>
                  </a:lnTo>
                  <a:lnTo>
                    <a:pt x="295136" y="145700"/>
                  </a:lnTo>
                  <a:lnTo>
                    <a:pt x="295546" y="143731"/>
                  </a:lnTo>
                  <a:lnTo>
                    <a:pt x="295947" y="141762"/>
                  </a:lnTo>
                  <a:lnTo>
                    <a:pt x="296333" y="139793"/>
                  </a:lnTo>
                  <a:lnTo>
                    <a:pt x="296709" y="137824"/>
                  </a:lnTo>
                  <a:lnTo>
                    <a:pt x="297076" y="135855"/>
                  </a:lnTo>
                  <a:lnTo>
                    <a:pt x="297431" y="133886"/>
                  </a:lnTo>
                  <a:lnTo>
                    <a:pt x="297774" y="131917"/>
                  </a:lnTo>
                  <a:lnTo>
                    <a:pt x="298107" y="129948"/>
                  </a:lnTo>
                  <a:lnTo>
                    <a:pt x="298431" y="127979"/>
                  </a:lnTo>
                  <a:lnTo>
                    <a:pt x="298741" y="126010"/>
                  </a:lnTo>
                  <a:lnTo>
                    <a:pt x="299041" y="124041"/>
                  </a:lnTo>
                  <a:lnTo>
                    <a:pt x="299333" y="122073"/>
                  </a:lnTo>
                  <a:lnTo>
                    <a:pt x="299612" y="120104"/>
                  </a:lnTo>
                  <a:lnTo>
                    <a:pt x="299881" y="118135"/>
                  </a:lnTo>
                  <a:lnTo>
                    <a:pt x="300141" y="116166"/>
                  </a:lnTo>
                  <a:lnTo>
                    <a:pt x="300392" y="114197"/>
                  </a:lnTo>
                  <a:lnTo>
                    <a:pt x="300630" y="112228"/>
                  </a:lnTo>
                  <a:lnTo>
                    <a:pt x="300860" y="110259"/>
                  </a:lnTo>
                  <a:lnTo>
                    <a:pt x="301082" y="108290"/>
                  </a:lnTo>
                  <a:lnTo>
                    <a:pt x="301292" y="106321"/>
                  </a:lnTo>
                  <a:lnTo>
                    <a:pt x="301494" y="104352"/>
                  </a:lnTo>
                  <a:lnTo>
                    <a:pt x="301688" y="102383"/>
                  </a:lnTo>
                  <a:lnTo>
                    <a:pt x="301874" y="100414"/>
                  </a:lnTo>
                  <a:lnTo>
                    <a:pt x="302048" y="98445"/>
                  </a:lnTo>
                  <a:lnTo>
                    <a:pt x="302217" y="96477"/>
                  </a:lnTo>
                  <a:lnTo>
                    <a:pt x="302378" y="94508"/>
                  </a:lnTo>
                  <a:lnTo>
                    <a:pt x="302530" y="92539"/>
                  </a:lnTo>
                  <a:lnTo>
                    <a:pt x="302674" y="90570"/>
                  </a:lnTo>
                  <a:lnTo>
                    <a:pt x="302812" y="88601"/>
                  </a:lnTo>
                  <a:lnTo>
                    <a:pt x="302943" y="86632"/>
                  </a:lnTo>
                  <a:lnTo>
                    <a:pt x="303066" y="84663"/>
                  </a:lnTo>
                  <a:lnTo>
                    <a:pt x="303183" y="82694"/>
                  </a:lnTo>
                  <a:lnTo>
                    <a:pt x="303295" y="80725"/>
                  </a:lnTo>
                  <a:lnTo>
                    <a:pt x="303399" y="78756"/>
                  </a:lnTo>
                  <a:lnTo>
                    <a:pt x="303497" y="76787"/>
                  </a:lnTo>
                  <a:lnTo>
                    <a:pt x="303591" y="74818"/>
                  </a:lnTo>
                  <a:lnTo>
                    <a:pt x="303679" y="72850"/>
                  </a:lnTo>
                  <a:lnTo>
                    <a:pt x="303760" y="70881"/>
                  </a:lnTo>
                  <a:lnTo>
                    <a:pt x="303838" y="68912"/>
                  </a:lnTo>
                  <a:lnTo>
                    <a:pt x="303912" y="66943"/>
                  </a:lnTo>
                  <a:lnTo>
                    <a:pt x="303979" y="64974"/>
                  </a:lnTo>
                  <a:lnTo>
                    <a:pt x="304043" y="63005"/>
                  </a:lnTo>
                  <a:lnTo>
                    <a:pt x="304103" y="61036"/>
                  </a:lnTo>
                  <a:lnTo>
                    <a:pt x="304158" y="59067"/>
                  </a:lnTo>
                  <a:lnTo>
                    <a:pt x="304210" y="57098"/>
                  </a:lnTo>
                  <a:lnTo>
                    <a:pt x="304259" y="55129"/>
                  </a:lnTo>
                  <a:lnTo>
                    <a:pt x="304304" y="53160"/>
                  </a:lnTo>
                  <a:lnTo>
                    <a:pt x="304346" y="51191"/>
                  </a:lnTo>
                  <a:lnTo>
                    <a:pt x="304384" y="49222"/>
                  </a:lnTo>
                  <a:lnTo>
                    <a:pt x="304421" y="47254"/>
                  </a:lnTo>
                  <a:lnTo>
                    <a:pt x="304454" y="45285"/>
                  </a:lnTo>
                  <a:lnTo>
                    <a:pt x="304485" y="43316"/>
                  </a:lnTo>
                  <a:lnTo>
                    <a:pt x="304513" y="41347"/>
                  </a:lnTo>
                  <a:lnTo>
                    <a:pt x="304540" y="39378"/>
                  </a:lnTo>
                  <a:lnTo>
                    <a:pt x="304564" y="37409"/>
                  </a:lnTo>
                  <a:lnTo>
                    <a:pt x="304586" y="35440"/>
                  </a:lnTo>
                  <a:lnTo>
                    <a:pt x="304607" y="33471"/>
                  </a:lnTo>
                  <a:lnTo>
                    <a:pt x="304626" y="31502"/>
                  </a:lnTo>
                  <a:lnTo>
                    <a:pt x="304643" y="29533"/>
                  </a:lnTo>
                  <a:lnTo>
                    <a:pt x="304659" y="27564"/>
                  </a:lnTo>
                  <a:lnTo>
                    <a:pt x="304674" y="25595"/>
                  </a:lnTo>
                  <a:lnTo>
                    <a:pt x="304687" y="23627"/>
                  </a:lnTo>
                  <a:lnTo>
                    <a:pt x="304699" y="21658"/>
                  </a:lnTo>
                  <a:lnTo>
                    <a:pt x="304710" y="19689"/>
                  </a:lnTo>
                  <a:lnTo>
                    <a:pt x="304720" y="17720"/>
                  </a:lnTo>
                  <a:lnTo>
                    <a:pt x="304729" y="15751"/>
                  </a:lnTo>
                  <a:lnTo>
                    <a:pt x="304737" y="13782"/>
                  </a:lnTo>
                  <a:lnTo>
                    <a:pt x="304744" y="11813"/>
                  </a:lnTo>
                  <a:lnTo>
                    <a:pt x="304751" y="9844"/>
                  </a:lnTo>
                  <a:lnTo>
                    <a:pt x="304757" y="7875"/>
                  </a:lnTo>
                  <a:lnTo>
                    <a:pt x="304763" y="5906"/>
                  </a:lnTo>
                  <a:lnTo>
                    <a:pt x="304767" y="3937"/>
                  </a:lnTo>
                  <a:lnTo>
                    <a:pt x="304772" y="1968"/>
                  </a:lnTo>
                  <a:lnTo>
                    <a:pt x="304838" y="0"/>
                  </a:lnTo>
                  <a:lnTo>
                    <a:pt x="304842" y="1968"/>
                  </a:lnTo>
                  <a:lnTo>
                    <a:pt x="304847" y="3937"/>
                  </a:lnTo>
                  <a:lnTo>
                    <a:pt x="304852" y="5906"/>
                  </a:lnTo>
                  <a:lnTo>
                    <a:pt x="304857" y="7875"/>
                  </a:lnTo>
                  <a:lnTo>
                    <a:pt x="304863" y="9844"/>
                  </a:lnTo>
                  <a:lnTo>
                    <a:pt x="304870" y="11813"/>
                  </a:lnTo>
                  <a:lnTo>
                    <a:pt x="304877" y="13782"/>
                  </a:lnTo>
                  <a:lnTo>
                    <a:pt x="304886" y="15751"/>
                  </a:lnTo>
                  <a:lnTo>
                    <a:pt x="304895" y="17720"/>
                  </a:lnTo>
                  <a:lnTo>
                    <a:pt x="304905" y="19689"/>
                  </a:lnTo>
                  <a:lnTo>
                    <a:pt x="304916" y="21658"/>
                  </a:lnTo>
                  <a:lnTo>
                    <a:pt x="304928" y="23627"/>
                  </a:lnTo>
                  <a:lnTo>
                    <a:pt x="304941" y="25595"/>
                  </a:lnTo>
                  <a:lnTo>
                    <a:pt x="304955" y="27564"/>
                  </a:lnTo>
                  <a:lnTo>
                    <a:pt x="304971" y="29533"/>
                  </a:lnTo>
                  <a:lnTo>
                    <a:pt x="304988" y="31502"/>
                  </a:lnTo>
                  <a:lnTo>
                    <a:pt x="305007" y="33471"/>
                  </a:lnTo>
                  <a:lnTo>
                    <a:pt x="305028" y="35440"/>
                  </a:lnTo>
                  <a:lnTo>
                    <a:pt x="305050" y="37409"/>
                  </a:lnTo>
                  <a:lnTo>
                    <a:pt x="305074" y="39378"/>
                  </a:lnTo>
                  <a:lnTo>
                    <a:pt x="305101" y="41347"/>
                  </a:lnTo>
                  <a:lnTo>
                    <a:pt x="305129" y="43316"/>
                  </a:lnTo>
                  <a:lnTo>
                    <a:pt x="305160" y="45285"/>
                  </a:lnTo>
                  <a:lnTo>
                    <a:pt x="305193" y="47254"/>
                  </a:lnTo>
                  <a:lnTo>
                    <a:pt x="305230" y="49222"/>
                  </a:lnTo>
                  <a:lnTo>
                    <a:pt x="305269" y="51191"/>
                  </a:lnTo>
                  <a:lnTo>
                    <a:pt x="305310" y="53160"/>
                  </a:lnTo>
                  <a:lnTo>
                    <a:pt x="305356" y="55129"/>
                  </a:lnTo>
                  <a:lnTo>
                    <a:pt x="305404" y="57098"/>
                  </a:lnTo>
                  <a:lnTo>
                    <a:pt x="305456" y="59067"/>
                  </a:lnTo>
                  <a:lnTo>
                    <a:pt x="305512" y="61036"/>
                  </a:lnTo>
                  <a:lnTo>
                    <a:pt x="305572" y="63005"/>
                  </a:lnTo>
                  <a:lnTo>
                    <a:pt x="305635" y="64974"/>
                  </a:lnTo>
                  <a:lnTo>
                    <a:pt x="305703" y="66943"/>
                  </a:lnTo>
                  <a:lnTo>
                    <a:pt x="305776" y="68912"/>
                  </a:lnTo>
                  <a:lnTo>
                    <a:pt x="305854" y="70881"/>
                  </a:lnTo>
                  <a:lnTo>
                    <a:pt x="305936" y="72850"/>
                  </a:lnTo>
                  <a:lnTo>
                    <a:pt x="306023" y="74818"/>
                  </a:lnTo>
                  <a:lnTo>
                    <a:pt x="306117" y="76787"/>
                  </a:lnTo>
                  <a:lnTo>
                    <a:pt x="306215" y="78756"/>
                  </a:lnTo>
                  <a:lnTo>
                    <a:pt x="306319" y="80725"/>
                  </a:lnTo>
                  <a:lnTo>
                    <a:pt x="306431" y="82694"/>
                  </a:lnTo>
                  <a:lnTo>
                    <a:pt x="306548" y="84663"/>
                  </a:lnTo>
                  <a:lnTo>
                    <a:pt x="306671" y="86632"/>
                  </a:lnTo>
                  <a:lnTo>
                    <a:pt x="306802" y="88601"/>
                  </a:lnTo>
                  <a:lnTo>
                    <a:pt x="306940" y="90570"/>
                  </a:lnTo>
                  <a:lnTo>
                    <a:pt x="307085" y="92539"/>
                  </a:lnTo>
                  <a:lnTo>
                    <a:pt x="307236" y="94508"/>
                  </a:lnTo>
                  <a:lnTo>
                    <a:pt x="307398" y="96477"/>
                  </a:lnTo>
                  <a:lnTo>
                    <a:pt x="307566" y="98445"/>
                  </a:lnTo>
                  <a:lnTo>
                    <a:pt x="307741" y="100414"/>
                  </a:lnTo>
                  <a:lnTo>
                    <a:pt x="307926" y="102383"/>
                  </a:lnTo>
                  <a:lnTo>
                    <a:pt x="308121" y="104352"/>
                  </a:lnTo>
                  <a:lnTo>
                    <a:pt x="308322" y="106321"/>
                  </a:lnTo>
                  <a:lnTo>
                    <a:pt x="308533" y="108290"/>
                  </a:lnTo>
                  <a:lnTo>
                    <a:pt x="308755" y="110259"/>
                  </a:lnTo>
                  <a:lnTo>
                    <a:pt x="308985" y="112228"/>
                  </a:lnTo>
                  <a:lnTo>
                    <a:pt x="309222" y="114197"/>
                  </a:lnTo>
                  <a:lnTo>
                    <a:pt x="309473" y="116166"/>
                  </a:lnTo>
                  <a:lnTo>
                    <a:pt x="309733" y="118135"/>
                  </a:lnTo>
                  <a:lnTo>
                    <a:pt x="310002" y="120104"/>
                  </a:lnTo>
                  <a:lnTo>
                    <a:pt x="310281" y="122073"/>
                  </a:lnTo>
                  <a:lnTo>
                    <a:pt x="310573" y="124041"/>
                  </a:lnTo>
                  <a:lnTo>
                    <a:pt x="310874" y="126010"/>
                  </a:lnTo>
                  <a:lnTo>
                    <a:pt x="311183" y="127979"/>
                  </a:lnTo>
                  <a:lnTo>
                    <a:pt x="311507" y="129948"/>
                  </a:lnTo>
                  <a:lnTo>
                    <a:pt x="311841" y="131917"/>
                  </a:lnTo>
                  <a:lnTo>
                    <a:pt x="312183" y="133886"/>
                  </a:lnTo>
                  <a:lnTo>
                    <a:pt x="312538" y="135855"/>
                  </a:lnTo>
                  <a:lnTo>
                    <a:pt x="312905" y="137824"/>
                  </a:lnTo>
                  <a:lnTo>
                    <a:pt x="313281" y="139793"/>
                  </a:lnTo>
                  <a:lnTo>
                    <a:pt x="313667" y="141762"/>
                  </a:lnTo>
                  <a:lnTo>
                    <a:pt x="314068" y="143731"/>
                  </a:lnTo>
                  <a:lnTo>
                    <a:pt x="314478" y="145700"/>
                  </a:lnTo>
                  <a:lnTo>
                    <a:pt x="314898" y="147668"/>
                  </a:lnTo>
                  <a:lnTo>
                    <a:pt x="315329" y="149637"/>
                  </a:lnTo>
                  <a:lnTo>
                    <a:pt x="315773" y="151606"/>
                  </a:lnTo>
                  <a:lnTo>
                    <a:pt x="316225" y="153575"/>
                  </a:lnTo>
                  <a:lnTo>
                    <a:pt x="316687" y="155544"/>
                  </a:lnTo>
                  <a:lnTo>
                    <a:pt x="317163" y="157513"/>
                  </a:lnTo>
                  <a:lnTo>
                    <a:pt x="317647" y="159482"/>
                  </a:lnTo>
                  <a:lnTo>
                    <a:pt x="318140" y="161451"/>
                  </a:lnTo>
                  <a:lnTo>
                    <a:pt x="318644" y="163420"/>
                  </a:lnTo>
                  <a:lnTo>
                    <a:pt x="319159" y="165389"/>
                  </a:lnTo>
                  <a:lnTo>
                    <a:pt x="319682" y="167358"/>
                  </a:lnTo>
                  <a:lnTo>
                    <a:pt x="320213" y="169327"/>
                  </a:lnTo>
                  <a:lnTo>
                    <a:pt x="320756" y="171296"/>
                  </a:lnTo>
                  <a:lnTo>
                    <a:pt x="321307" y="173264"/>
                  </a:lnTo>
                  <a:lnTo>
                    <a:pt x="321864" y="175233"/>
                  </a:lnTo>
                  <a:lnTo>
                    <a:pt x="322432" y="177202"/>
                  </a:lnTo>
                  <a:lnTo>
                    <a:pt x="323008" y="179171"/>
                  </a:lnTo>
                  <a:lnTo>
                    <a:pt x="323590" y="181140"/>
                  </a:lnTo>
                  <a:lnTo>
                    <a:pt x="324179" y="183109"/>
                  </a:lnTo>
                  <a:lnTo>
                    <a:pt x="324778" y="185078"/>
                  </a:lnTo>
                  <a:lnTo>
                    <a:pt x="325382" y="187047"/>
                  </a:lnTo>
                  <a:lnTo>
                    <a:pt x="325992" y="189016"/>
                  </a:lnTo>
                  <a:lnTo>
                    <a:pt x="326610" y="190985"/>
                  </a:lnTo>
                  <a:lnTo>
                    <a:pt x="327234" y="192954"/>
                  </a:lnTo>
                  <a:lnTo>
                    <a:pt x="327862" y="194923"/>
                  </a:lnTo>
                  <a:lnTo>
                    <a:pt x="328497" y="196891"/>
                  </a:lnTo>
                  <a:lnTo>
                    <a:pt x="329138" y="198860"/>
                  </a:lnTo>
                  <a:lnTo>
                    <a:pt x="329784" y="200829"/>
                  </a:lnTo>
                  <a:lnTo>
                    <a:pt x="330435" y="202798"/>
                  </a:lnTo>
                  <a:lnTo>
                    <a:pt x="331092" y="204767"/>
                  </a:lnTo>
                  <a:lnTo>
                    <a:pt x="331753" y="206736"/>
                  </a:lnTo>
                  <a:lnTo>
                    <a:pt x="332419" y="208705"/>
                  </a:lnTo>
                  <a:lnTo>
                    <a:pt x="333090" y="210674"/>
                  </a:lnTo>
                  <a:lnTo>
                    <a:pt x="333767" y="212643"/>
                  </a:lnTo>
                  <a:lnTo>
                    <a:pt x="334448" y="214612"/>
                  </a:lnTo>
                  <a:lnTo>
                    <a:pt x="335133" y="216581"/>
                  </a:lnTo>
                  <a:lnTo>
                    <a:pt x="335825" y="218550"/>
                  </a:lnTo>
                  <a:lnTo>
                    <a:pt x="336522" y="220519"/>
                  </a:lnTo>
                  <a:lnTo>
                    <a:pt x="337224" y="222487"/>
                  </a:lnTo>
                  <a:lnTo>
                    <a:pt x="337932" y="224456"/>
                  </a:lnTo>
                  <a:lnTo>
                    <a:pt x="338646" y="226425"/>
                  </a:lnTo>
                  <a:lnTo>
                    <a:pt x="339366" y="228394"/>
                  </a:lnTo>
                  <a:lnTo>
                    <a:pt x="340092" y="230363"/>
                  </a:lnTo>
                  <a:lnTo>
                    <a:pt x="340827" y="232332"/>
                  </a:lnTo>
                  <a:lnTo>
                    <a:pt x="341568" y="234301"/>
                  </a:lnTo>
                  <a:lnTo>
                    <a:pt x="342316" y="236270"/>
                  </a:lnTo>
                  <a:lnTo>
                    <a:pt x="343073" y="238239"/>
                  </a:lnTo>
                  <a:lnTo>
                    <a:pt x="343840" y="240208"/>
                  </a:lnTo>
                  <a:lnTo>
                    <a:pt x="344614" y="242177"/>
                  </a:lnTo>
                  <a:lnTo>
                    <a:pt x="345397" y="244146"/>
                  </a:lnTo>
                  <a:lnTo>
                    <a:pt x="346193" y="246114"/>
                  </a:lnTo>
                  <a:lnTo>
                    <a:pt x="346998" y="248083"/>
                  </a:lnTo>
                  <a:lnTo>
                    <a:pt x="347812" y="250052"/>
                  </a:lnTo>
                  <a:lnTo>
                    <a:pt x="348640" y="252021"/>
                  </a:lnTo>
                  <a:lnTo>
                    <a:pt x="349481" y="253990"/>
                  </a:lnTo>
                  <a:lnTo>
                    <a:pt x="350331" y="255959"/>
                  </a:lnTo>
                  <a:lnTo>
                    <a:pt x="351194" y="257928"/>
                  </a:lnTo>
                  <a:lnTo>
                    <a:pt x="352074" y="259897"/>
                  </a:lnTo>
                  <a:lnTo>
                    <a:pt x="352965" y="261866"/>
                  </a:lnTo>
                  <a:lnTo>
                    <a:pt x="353868" y="263835"/>
                  </a:lnTo>
                  <a:lnTo>
                    <a:pt x="354787" y="265804"/>
                  </a:lnTo>
                  <a:lnTo>
                    <a:pt x="355722" y="267773"/>
                  </a:lnTo>
                  <a:lnTo>
                    <a:pt x="356668" y="269742"/>
                  </a:lnTo>
                  <a:lnTo>
                    <a:pt x="357629" y="271710"/>
                  </a:lnTo>
                  <a:lnTo>
                    <a:pt x="358608" y="273679"/>
                  </a:lnTo>
                  <a:lnTo>
                    <a:pt x="359599" y="275648"/>
                  </a:lnTo>
                  <a:lnTo>
                    <a:pt x="360603" y="277617"/>
                  </a:lnTo>
                  <a:lnTo>
                    <a:pt x="361624" y="279586"/>
                  </a:lnTo>
                  <a:lnTo>
                    <a:pt x="362660" y="281555"/>
                  </a:lnTo>
                  <a:lnTo>
                    <a:pt x="363707" y="283524"/>
                  </a:lnTo>
                  <a:lnTo>
                    <a:pt x="364769" y="285493"/>
                  </a:lnTo>
                  <a:lnTo>
                    <a:pt x="365846" y="287462"/>
                  </a:lnTo>
                  <a:lnTo>
                    <a:pt x="366935" y="289431"/>
                  </a:lnTo>
                  <a:lnTo>
                    <a:pt x="368034" y="291400"/>
                  </a:lnTo>
                  <a:lnTo>
                    <a:pt x="369148" y="293369"/>
                  </a:lnTo>
                  <a:lnTo>
                    <a:pt x="370274" y="295337"/>
                  </a:lnTo>
                  <a:lnTo>
                    <a:pt x="371408" y="297306"/>
                  </a:lnTo>
                  <a:lnTo>
                    <a:pt x="372553" y="299275"/>
                  </a:lnTo>
                  <a:lnTo>
                    <a:pt x="373710" y="301244"/>
                  </a:lnTo>
                  <a:lnTo>
                    <a:pt x="374874" y="303213"/>
                  </a:lnTo>
                  <a:lnTo>
                    <a:pt x="376045" y="305182"/>
                  </a:lnTo>
                  <a:lnTo>
                    <a:pt x="377227" y="307151"/>
                  </a:lnTo>
                  <a:lnTo>
                    <a:pt x="378415" y="309120"/>
                  </a:lnTo>
                  <a:lnTo>
                    <a:pt x="379608" y="311089"/>
                  </a:lnTo>
                  <a:lnTo>
                    <a:pt x="380808" y="313058"/>
                  </a:lnTo>
                  <a:lnTo>
                    <a:pt x="382014" y="315027"/>
                  </a:lnTo>
                  <a:lnTo>
                    <a:pt x="383225" y="316996"/>
                  </a:lnTo>
                  <a:lnTo>
                    <a:pt x="384438" y="318965"/>
                  </a:lnTo>
                  <a:lnTo>
                    <a:pt x="385658" y="320933"/>
                  </a:lnTo>
                  <a:lnTo>
                    <a:pt x="386881" y="322902"/>
                  </a:lnTo>
                  <a:lnTo>
                    <a:pt x="388107" y="324871"/>
                  </a:lnTo>
                  <a:lnTo>
                    <a:pt x="389336" y="326840"/>
                  </a:lnTo>
                  <a:lnTo>
                    <a:pt x="390570" y="328809"/>
                  </a:lnTo>
                  <a:lnTo>
                    <a:pt x="391806" y="330778"/>
                  </a:lnTo>
                  <a:lnTo>
                    <a:pt x="393045" y="332747"/>
                  </a:lnTo>
                  <a:lnTo>
                    <a:pt x="394290" y="334716"/>
                  </a:lnTo>
                  <a:lnTo>
                    <a:pt x="395538" y="336685"/>
                  </a:lnTo>
                  <a:lnTo>
                    <a:pt x="396790" y="338654"/>
                  </a:lnTo>
                  <a:lnTo>
                    <a:pt x="398048" y="340623"/>
                  </a:lnTo>
                  <a:lnTo>
                    <a:pt x="399312" y="342592"/>
                  </a:lnTo>
                  <a:lnTo>
                    <a:pt x="400582" y="344560"/>
                  </a:lnTo>
                  <a:lnTo>
                    <a:pt x="401858" y="346529"/>
                  </a:lnTo>
                  <a:lnTo>
                    <a:pt x="403146" y="348498"/>
                  </a:lnTo>
                  <a:lnTo>
                    <a:pt x="404442" y="350467"/>
                  </a:lnTo>
                  <a:lnTo>
                    <a:pt x="405746" y="352436"/>
                  </a:lnTo>
                  <a:lnTo>
                    <a:pt x="407065" y="354405"/>
                  </a:lnTo>
                  <a:lnTo>
                    <a:pt x="408398" y="356374"/>
                  </a:lnTo>
                  <a:lnTo>
                    <a:pt x="409742" y="358343"/>
                  </a:lnTo>
                  <a:lnTo>
                    <a:pt x="411102" y="360312"/>
                  </a:lnTo>
                  <a:lnTo>
                    <a:pt x="412484" y="362281"/>
                  </a:lnTo>
                  <a:lnTo>
                    <a:pt x="413882" y="364250"/>
                  </a:lnTo>
                  <a:lnTo>
                    <a:pt x="415297" y="366219"/>
                  </a:lnTo>
                  <a:lnTo>
                    <a:pt x="416739" y="368188"/>
                  </a:lnTo>
                  <a:lnTo>
                    <a:pt x="418204" y="370156"/>
                  </a:lnTo>
                  <a:lnTo>
                    <a:pt x="419690" y="372125"/>
                  </a:lnTo>
                  <a:lnTo>
                    <a:pt x="421202" y="374094"/>
                  </a:lnTo>
                  <a:lnTo>
                    <a:pt x="422748" y="376063"/>
                  </a:lnTo>
                  <a:lnTo>
                    <a:pt x="424318" y="378032"/>
                  </a:lnTo>
                  <a:lnTo>
                    <a:pt x="425913" y="380001"/>
                  </a:lnTo>
                  <a:lnTo>
                    <a:pt x="427549" y="381970"/>
                  </a:lnTo>
                  <a:lnTo>
                    <a:pt x="429216" y="383939"/>
                  </a:lnTo>
                  <a:lnTo>
                    <a:pt x="430910" y="385908"/>
                  </a:lnTo>
                  <a:lnTo>
                    <a:pt x="432640" y="387877"/>
                  </a:lnTo>
                  <a:lnTo>
                    <a:pt x="434411" y="389846"/>
                  </a:lnTo>
                  <a:lnTo>
                    <a:pt x="436213" y="391815"/>
                  </a:lnTo>
                  <a:lnTo>
                    <a:pt x="438044" y="393783"/>
                  </a:lnTo>
                  <a:lnTo>
                    <a:pt x="439924" y="395752"/>
                  </a:lnTo>
                  <a:lnTo>
                    <a:pt x="441837" y="397721"/>
                  </a:lnTo>
                  <a:lnTo>
                    <a:pt x="443780" y="399690"/>
                  </a:lnTo>
                  <a:lnTo>
                    <a:pt x="445763" y="401659"/>
                  </a:lnTo>
                  <a:lnTo>
                    <a:pt x="447787" y="403628"/>
                  </a:lnTo>
                  <a:lnTo>
                    <a:pt x="449841" y="405597"/>
                  </a:lnTo>
                  <a:lnTo>
                    <a:pt x="451924" y="407566"/>
                  </a:lnTo>
                  <a:lnTo>
                    <a:pt x="454055" y="409535"/>
                  </a:lnTo>
                  <a:lnTo>
                    <a:pt x="456213" y="411504"/>
                  </a:lnTo>
                  <a:lnTo>
                    <a:pt x="458398" y="413473"/>
                  </a:lnTo>
                  <a:lnTo>
                    <a:pt x="460618" y="415442"/>
                  </a:lnTo>
                  <a:lnTo>
                    <a:pt x="462870" y="417411"/>
                  </a:lnTo>
                  <a:lnTo>
                    <a:pt x="465146" y="419379"/>
                  </a:lnTo>
                  <a:lnTo>
                    <a:pt x="467444" y="421348"/>
                  </a:lnTo>
                  <a:lnTo>
                    <a:pt x="469775" y="423317"/>
                  </a:lnTo>
                  <a:lnTo>
                    <a:pt x="472123" y="425286"/>
                  </a:lnTo>
                  <a:lnTo>
                    <a:pt x="474489" y="427255"/>
                  </a:lnTo>
                  <a:lnTo>
                    <a:pt x="476876" y="429224"/>
                  </a:lnTo>
                  <a:lnTo>
                    <a:pt x="479278" y="431193"/>
                  </a:lnTo>
                  <a:lnTo>
                    <a:pt x="481691" y="433162"/>
                  </a:lnTo>
                  <a:lnTo>
                    <a:pt x="484113" y="435131"/>
                  </a:lnTo>
                  <a:lnTo>
                    <a:pt x="486546" y="437100"/>
                  </a:lnTo>
                  <a:lnTo>
                    <a:pt x="488981" y="439069"/>
                  </a:lnTo>
                  <a:lnTo>
                    <a:pt x="491419" y="441038"/>
                  </a:lnTo>
                  <a:lnTo>
                    <a:pt x="493856" y="443006"/>
                  </a:lnTo>
                  <a:lnTo>
                    <a:pt x="496288" y="444975"/>
                  </a:lnTo>
                  <a:lnTo>
                    <a:pt x="498714" y="446944"/>
                  </a:lnTo>
                  <a:lnTo>
                    <a:pt x="501132" y="448913"/>
                  </a:lnTo>
                  <a:lnTo>
                    <a:pt x="503533" y="450882"/>
                  </a:lnTo>
                  <a:lnTo>
                    <a:pt x="505921" y="452851"/>
                  </a:lnTo>
                  <a:lnTo>
                    <a:pt x="508292" y="454820"/>
                  </a:lnTo>
                  <a:lnTo>
                    <a:pt x="510637" y="456789"/>
                  </a:lnTo>
                  <a:lnTo>
                    <a:pt x="512957" y="458758"/>
                  </a:lnTo>
                  <a:lnTo>
                    <a:pt x="515252" y="460727"/>
                  </a:lnTo>
                  <a:lnTo>
                    <a:pt x="517519" y="462696"/>
                  </a:lnTo>
                  <a:lnTo>
                    <a:pt x="519742" y="464665"/>
                  </a:lnTo>
                  <a:lnTo>
                    <a:pt x="521934" y="466634"/>
                  </a:lnTo>
                  <a:lnTo>
                    <a:pt x="524094" y="468602"/>
                  </a:lnTo>
                  <a:lnTo>
                    <a:pt x="526199" y="470571"/>
                  </a:lnTo>
                  <a:lnTo>
                    <a:pt x="528260" y="472540"/>
                  </a:lnTo>
                  <a:lnTo>
                    <a:pt x="530282" y="474509"/>
                  </a:lnTo>
                  <a:lnTo>
                    <a:pt x="532252" y="476478"/>
                  </a:lnTo>
                  <a:lnTo>
                    <a:pt x="534158" y="478447"/>
                  </a:lnTo>
                  <a:lnTo>
                    <a:pt x="536017" y="480416"/>
                  </a:lnTo>
                  <a:lnTo>
                    <a:pt x="537829" y="482385"/>
                  </a:lnTo>
                  <a:lnTo>
                    <a:pt x="539561" y="484354"/>
                  </a:lnTo>
                  <a:lnTo>
                    <a:pt x="541237" y="486323"/>
                  </a:lnTo>
                  <a:lnTo>
                    <a:pt x="542859" y="488292"/>
                  </a:lnTo>
                  <a:lnTo>
                    <a:pt x="544412" y="490261"/>
                  </a:lnTo>
                  <a:lnTo>
                    <a:pt x="545885" y="492229"/>
                  </a:lnTo>
                  <a:lnTo>
                    <a:pt x="547300" y="494198"/>
                  </a:lnTo>
                  <a:lnTo>
                    <a:pt x="548657" y="496167"/>
                  </a:lnTo>
                  <a:lnTo>
                    <a:pt x="549914" y="498136"/>
                  </a:lnTo>
                  <a:lnTo>
                    <a:pt x="551109" y="500105"/>
                  </a:lnTo>
                  <a:lnTo>
                    <a:pt x="552241" y="502074"/>
                  </a:lnTo>
                  <a:lnTo>
                    <a:pt x="553290" y="504043"/>
                  </a:lnTo>
                  <a:lnTo>
                    <a:pt x="554254" y="506012"/>
                  </a:lnTo>
                  <a:lnTo>
                    <a:pt x="555153" y="507981"/>
                  </a:lnTo>
                  <a:lnTo>
                    <a:pt x="555987" y="509950"/>
                  </a:lnTo>
                  <a:lnTo>
                    <a:pt x="556714" y="511919"/>
                  </a:lnTo>
                  <a:lnTo>
                    <a:pt x="557376" y="513888"/>
                  </a:lnTo>
                  <a:lnTo>
                    <a:pt x="557973" y="515857"/>
                  </a:lnTo>
                  <a:lnTo>
                    <a:pt x="558481" y="517825"/>
                  </a:lnTo>
                  <a:lnTo>
                    <a:pt x="558905" y="519794"/>
                  </a:lnTo>
                  <a:lnTo>
                    <a:pt x="559266" y="521763"/>
                  </a:lnTo>
                  <a:lnTo>
                    <a:pt x="559558" y="523732"/>
                  </a:lnTo>
                  <a:lnTo>
                    <a:pt x="559748" y="525701"/>
                  </a:lnTo>
                  <a:lnTo>
                    <a:pt x="559877" y="527670"/>
                  </a:lnTo>
                  <a:lnTo>
                    <a:pt x="559943" y="529639"/>
                  </a:lnTo>
                  <a:lnTo>
                    <a:pt x="559922" y="531608"/>
                  </a:lnTo>
                  <a:lnTo>
                    <a:pt x="559828" y="533577"/>
                  </a:lnTo>
                  <a:lnTo>
                    <a:pt x="559674" y="535546"/>
                  </a:lnTo>
                  <a:lnTo>
                    <a:pt x="559456" y="537515"/>
                  </a:lnTo>
                  <a:lnTo>
                    <a:pt x="559150" y="539484"/>
                  </a:lnTo>
                  <a:lnTo>
                    <a:pt x="558789" y="541452"/>
                  </a:lnTo>
                  <a:lnTo>
                    <a:pt x="558374" y="543421"/>
                  </a:lnTo>
                  <a:lnTo>
                    <a:pt x="557881" y="545390"/>
                  </a:lnTo>
                  <a:lnTo>
                    <a:pt x="557328" y="547359"/>
                  </a:lnTo>
                  <a:lnTo>
                    <a:pt x="556726" y="549328"/>
                  </a:lnTo>
                  <a:lnTo>
                    <a:pt x="556066" y="551297"/>
                  </a:lnTo>
                  <a:lnTo>
                    <a:pt x="555337" y="553266"/>
                  </a:lnTo>
                  <a:lnTo>
                    <a:pt x="554564" y="555235"/>
                  </a:lnTo>
                  <a:lnTo>
                    <a:pt x="553747" y="557204"/>
                  </a:lnTo>
                  <a:lnTo>
                    <a:pt x="552865" y="559173"/>
                  </a:lnTo>
                  <a:lnTo>
                    <a:pt x="551937" y="561142"/>
                  </a:lnTo>
                  <a:lnTo>
                    <a:pt x="550971" y="563111"/>
                  </a:lnTo>
                  <a:lnTo>
                    <a:pt x="549959" y="565080"/>
                  </a:lnTo>
                  <a:lnTo>
                    <a:pt x="548894" y="567048"/>
                  </a:lnTo>
                  <a:lnTo>
                    <a:pt x="547796" y="569017"/>
                  </a:lnTo>
                  <a:lnTo>
                    <a:pt x="546664" y="570986"/>
                  </a:lnTo>
                  <a:lnTo>
                    <a:pt x="545481" y="572955"/>
                  </a:lnTo>
                  <a:lnTo>
                    <a:pt x="544265" y="574924"/>
                  </a:lnTo>
                  <a:lnTo>
                    <a:pt x="543019" y="576893"/>
                  </a:lnTo>
                  <a:lnTo>
                    <a:pt x="541737" y="578862"/>
                  </a:lnTo>
                  <a:lnTo>
                    <a:pt x="540417" y="580831"/>
                  </a:lnTo>
                  <a:lnTo>
                    <a:pt x="539071" y="582800"/>
                  </a:lnTo>
                  <a:lnTo>
                    <a:pt x="537699" y="584769"/>
                  </a:lnTo>
                  <a:lnTo>
                    <a:pt x="536286" y="586738"/>
                  </a:lnTo>
                  <a:lnTo>
                    <a:pt x="534849" y="588707"/>
                  </a:lnTo>
                  <a:lnTo>
                    <a:pt x="533388" y="590675"/>
                  </a:lnTo>
                  <a:lnTo>
                    <a:pt x="531898" y="592644"/>
                  </a:lnTo>
                  <a:lnTo>
                    <a:pt x="530377" y="594613"/>
                  </a:lnTo>
                  <a:lnTo>
                    <a:pt x="528835" y="596582"/>
                  </a:lnTo>
                  <a:lnTo>
                    <a:pt x="527272" y="598551"/>
                  </a:lnTo>
                  <a:lnTo>
                    <a:pt x="525673" y="600520"/>
                  </a:lnTo>
                  <a:lnTo>
                    <a:pt x="524054" y="602489"/>
                  </a:lnTo>
                  <a:lnTo>
                    <a:pt x="523395" y="603281"/>
                  </a:lnTo>
                  <a:lnTo>
                    <a:pt x="522415" y="604458"/>
                  </a:lnTo>
                  <a:lnTo>
                    <a:pt x="520747" y="606427"/>
                  </a:lnTo>
                  <a:lnTo>
                    <a:pt x="519054" y="608396"/>
                  </a:lnTo>
                  <a:lnTo>
                    <a:pt x="517340" y="610365"/>
                  </a:lnTo>
                  <a:lnTo>
                    <a:pt x="515605" y="612334"/>
                  </a:lnTo>
                  <a:lnTo>
                    <a:pt x="513837" y="614303"/>
                  </a:lnTo>
                  <a:lnTo>
                    <a:pt x="512050" y="616271"/>
                  </a:lnTo>
                  <a:lnTo>
                    <a:pt x="510242" y="618240"/>
                  </a:lnTo>
                  <a:lnTo>
                    <a:pt x="508405" y="620209"/>
                  </a:lnTo>
                  <a:lnTo>
                    <a:pt x="506543" y="622178"/>
                  </a:lnTo>
                  <a:lnTo>
                    <a:pt x="504660" y="624147"/>
                  </a:lnTo>
                  <a:lnTo>
                    <a:pt x="502755" y="626116"/>
                  </a:lnTo>
                  <a:lnTo>
                    <a:pt x="500818" y="628085"/>
                  </a:lnTo>
                  <a:lnTo>
                    <a:pt x="498860" y="630054"/>
                  </a:lnTo>
                  <a:lnTo>
                    <a:pt x="496881" y="632023"/>
                  </a:lnTo>
                  <a:lnTo>
                    <a:pt x="494872" y="633992"/>
                  </a:lnTo>
                  <a:lnTo>
                    <a:pt x="492839" y="635961"/>
                  </a:lnTo>
                  <a:lnTo>
                    <a:pt x="490785" y="637930"/>
                  </a:lnTo>
                  <a:lnTo>
                    <a:pt x="488707" y="639898"/>
                  </a:lnTo>
                  <a:lnTo>
                    <a:pt x="486599" y="641867"/>
                  </a:lnTo>
                  <a:lnTo>
                    <a:pt x="484472" y="643836"/>
                  </a:lnTo>
                  <a:lnTo>
                    <a:pt x="482324" y="645805"/>
                  </a:lnTo>
                  <a:lnTo>
                    <a:pt x="480147" y="647774"/>
                  </a:lnTo>
                  <a:lnTo>
                    <a:pt x="477949" y="649743"/>
                  </a:lnTo>
                  <a:lnTo>
                    <a:pt x="475732" y="651712"/>
                  </a:lnTo>
                  <a:lnTo>
                    <a:pt x="473494" y="653681"/>
                  </a:lnTo>
                  <a:lnTo>
                    <a:pt x="471231" y="655650"/>
                  </a:lnTo>
                  <a:lnTo>
                    <a:pt x="468953" y="657619"/>
                  </a:lnTo>
                  <a:lnTo>
                    <a:pt x="466658" y="659588"/>
                  </a:lnTo>
                  <a:lnTo>
                    <a:pt x="464341" y="661557"/>
                  </a:lnTo>
                  <a:lnTo>
                    <a:pt x="462010" y="663526"/>
                  </a:lnTo>
                  <a:lnTo>
                    <a:pt x="459666" y="665494"/>
                  </a:lnTo>
                  <a:lnTo>
                    <a:pt x="457309" y="667463"/>
                  </a:lnTo>
                  <a:lnTo>
                    <a:pt x="454939" y="669432"/>
                  </a:lnTo>
                  <a:lnTo>
                    <a:pt x="452561" y="671401"/>
                  </a:lnTo>
                  <a:lnTo>
                    <a:pt x="450177" y="673370"/>
                  </a:lnTo>
                  <a:lnTo>
                    <a:pt x="447785" y="675339"/>
                  </a:lnTo>
                  <a:lnTo>
                    <a:pt x="445392" y="677308"/>
                  </a:lnTo>
                  <a:lnTo>
                    <a:pt x="442999" y="679277"/>
                  </a:lnTo>
                  <a:lnTo>
                    <a:pt x="440608" y="681246"/>
                  </a:lnTo>
                  <a:lnTo>
                    <a:pt x="438224" y="683215"/>
                  </a:lnTo>
                  <a:lnTo>
                    <a:pt x="435847" y="685184"/>
                  </a:lnTo>
                  <a:lnTo>
                    <a:pt x="433479" y="687153"/>
                  </a:lnTo>
                  <a:lnTo>
                    <a:pt x="431133" y="689121"/>
                  </a:lnTo>
                  <a:lnTo>
                    <a:pt x="428804" y="691090"/>
                  </a:lnTo>
                  <a:lnTo>
                    <a:pt x="426494" y="693059"/>
                  </a:lnTo>
                  <a:lnTo>
                    <a:pt x="424214" y="695028"/>
                  </a:lnTo>
                  <a:lnTo>
                    <a:pt x="421970" y="696997"/>
                  </a:lnTo>
                  <a:lnTo>
                    <a:pt x="419757" y="698966"/>
                  </a:lnTo>
                  <a:lnTo>
                    <a:pt x="417578" y="700935"/>
                  </a:lnTo>
                  <a:lnTo>
                    <a:pt x="415462" y="702904"/>
                  </a:lnTo>
                  <a:lnTo>
                    <a:pt x="413392" y="704873"/>
                  </a:lnTo>
                  <a:lnTo>
                    <a:pt x="411368" y="706842"/>
                  </a:lnTo>
                  <a:lnTo>
                    <a:pt x="409419" y="708811"/>
                  </a:lnTo>
                  <a:lnTo>
                    <a:pt x="407543" y="710780"/>
                  </a:lnTo>
                  <a:lnTo>
                    <a:pt x="405732" y="712749"/>
                  </a:lnTo>
                  <a:lnTo>
                    <a:pt x="403994" y="714717"/>
                  </a:lnTo>
                  <a:lnTo>
                    <a:pt x="402374" y="716686"/>
                  </a:lnTo>
                  <a:lnTo>
                    <a:pt x="400836" y="718655"/>
                  </a:lnTo>
                  <a:lnTo>
                    <a:pt x="399382" y="720624"/>
                  </a:lnTo>
                  <a:lnTo>
                    <a:pt x="398064" y="722593"/>
                  </a:lnTo>
                  <a:lnTo>
                    <a:pt x="396866" y="724562"/>
                  </a:lnTo>
                  <a:lnTo>
                    <a:pt x="395774" y="726531"/>
                  </a:lnTo>
                  <a:lnTo>
                    <a:pt x="394808" y="728500"/>
                  </a:lnTo>
                  <a:lnTo>
                    <a:pt x="394023" y="730469"/>
                  </a:lnTo>
                  <a:lnTo>
                    <a:pt x="393364" y="732438"/>
                  </a:lnTo>
                  <a:lnTo>
                    <a:pt x="392835" y="734407"/>
                  </a:lnTo>
                  <a:lnTo>
                    <a:pt x="392515" y="736376"/>
                  </a:lnTo>
                  <a:lnTo>
                    <a:pt x="392364" y="738344"/>
                  </a:lnTo>
                  <a:lnTo>
                    <a:pt x="392363" y="740313"/>
                  </a:lnTo>
                  <a:lnTo>
                    <a:pt x="392551" y="742282"/>
                  </a:lnTo>
                  <a:lnTo>
                    <a:pt x="392979" y="744251"/>
                  </a:lnTo>
                  <a:lnTo>
                    <a:pt x="393578" y="746220"/>
                  </a:lnTo>
                  <a:lnTo>
                    <a:pt x="394349" y="748189"/>
                  </a:lnTo>
                  <a:lnTo>
                    <a:pt x="395405" y="750158"/>
                  </a:lnTo>
                  <a:lnTo>
                    <a:pt x="396667" y="752127"/>
                  </a:lnTo>
                  <a:lnTo>
                    <a:pt x="398117" y="754096"/>
                  </a:lnTo>
                  <a:lnTo>
                    <a:pt x="399811" y="756065"/>
                  </a:lnTo>
                  <a:lnTo>
                    <a:pt x="401785" y="758034"/>
                  </a:lnTo>
                  <a:lnTo>
                    <a:pt x="403960" y="760003"/>
                  </a:lnTo>
                  <a:lnTo>
                    <a:pt x="406336" y="761972"/>
                  </a:lnTo>
                  <a:lnTo>
                    <a:pt x="409045" y="763940"/>
                  </a:lnTo>
                  <a:lnTo>
                    <a:pt x="411969" y="765909"/>
                  </a:lnTo>
                  <a:lnTo>
                    <a:pt x="415098" y="767878"/>
                  </a:lnTo>
                  <a:lnTo>
                    <a:pt x="418496" y="769847"/>
                  </a:lnTo>
                  <a:lnTo>
                    <a:pt x="422170" y="771816"/>
                  </a:lnTo>
                  <a:lnTo>
                    <a:pt x="426043" y="773785"/>
                  </a:lnTo>
                  <a:lnTo>
                    <a:pt x="430114" y="775754"/>
                  </a:lnTo>
                  <a:lnTo>
                    <a:pt x="434507" y="777723"/>
                  </a:lnTo>
                  <a:lnTo>
                    <a:pt x="439083" y="779692"/>
                  </a:lnTo>
                  <a:lnTo>
                    <a:pt x="443839" y="781661"/>
                  </a:lnTo>
                  <a:lnTo>
                    <a:pt x="448832" y="783630"/>
                  </a:lnTo>
                  <a:lnTo>
                    <a:pt x="454036" y="785599"/>
                  </a:lnTo>
                  <a:lnTo>
                    <a:pt x="459391" y="787567"/>
                  </a:lnTo>
                  <a:lnTo>
                    <a:pt x="464899" y="789536"/>
                  </a:lnTo>
                  <a:lnTo>
                    <a:pt x="470617" y="791505"/>
                  </a:lnTo>
                  <a:lnTo>
                    <a:pt x="476447" y="793474"/>
                  </a:lnTo>
                  <a:lnTo>
                    <a:pt x="482381" y="795443"/>
                  </a:lnTo>
                  <a:lnTo>
                    <a:pt x="488442" y="797412"/>
                  </a:lnTo>
                  <a:lnTo>
                    <a:pt x="494587" y="799381"/>
                  </a:lnTo>
                  <a:lnTo>
                    <a:pt x="500785" y="801350"/>
                  </a:lnTo>
                  <a:lnTo>
                    <a:pt x="507029" y="803319"/>
                  </a:lnTo>
                  <a:lnTo>
                    <a:pt x="513300" y="805288"/>
                  </a:lnTo>
                  <a:lnTo>
                    <a:pt x="519562" y="807257"/>
                  </a:lnTo>
                  <a:lnTo>
                    <a:pt x="525809" y="809226"/>
                  </a:lnTo>
                  <a:lnTo>
                    <a:pt x="531998" y="811195"/>
                  </a:lnTo>
                  <a:lnTo>
                    <a:pt x="538106" y="813163"/>
                  </a:lnTo>
                  <a:lnTo>
                    <a:pt x="544130" y="815132"/>
                  </a:lnTo>
                  <a:lnTo>
                    <a:pt x="550043" y="817101"/>
                  </a:lnTo>
                  <a:lnTo>
                    <a:pt x="555764" y="819070"/>
                  </a:lnTo>
                  <a:lnTo>
                    <a:pt x="561335" y="821039"/>
                  </a:lnTo>
                  <a:lnTo>
                    <a:pt x="566746" y="823008"/>
                  </a:lnTo>
                  <a:lnTo>
                    <a:pt x="571878" y="824977"/>
                  </a:lnTo>
                  <a:lnTo>
                    <a:pt x="576765" y="826946"/>
                  </a:lnTo>
                  <a:lnTo>
                    <a:pt x="581430" y="828915"/>
                  </a:lnTo>
                  <a:lnTo>
                    <a:pt x="585809" y="830884"/>
                  </a:lnTo>
                  <a:lnTo>
                    <a:pt x="589802" y="832853"/>
                  </a:lnTo>
                  <a:lnTo>
                    <a:pt x="593516" y="834822"/>
                  </a:lnTo>
                  <a:lnTo>
                    <a:pt x="596944" y="836790"/>
                  </a:lnTo>
                  <a:lnTo>
                    <a:pt x="599895" y="838759"/>
                  </a:lnTo>
                  <a:lnTo>
                    <a:pt x="602488" y="840728"/>
                  </a:lnTo>
                  <a:lnTo>
                    <a:pt x="604754" y="842697"/>
                  </a:lnTo>
                  <a:lnTo>
                    <a:pt x="606597" y="844666"/>
                  </a:lnTo>
                  <a:lnTo>
                    <a:pt x="607943" y="846635"/>
                  </a:lnTo>
                  <a:lnTo>
                    <a:pt x="608935" y="848604"/>
                  </a:lnTo>
                  <a:lnTo>
                    <a:pt x="609569" y="850573"/>
                  </a:lnTo>
                  <a:lnTo>
                    <a:pt x="609615" y="852542"/>
                  </a:lnTo>
                  <a:lnTo>
                    <a:pt x="609553" y="852900"/>
                  </a:lnTo>
                  <a:lnTo>
                    <a:pt x="609274" y="854511"/>
                  </a:lnTo>
                  <a:lnTo>
                    <a:pt x="608570" y="856480"/>
                  </a:lnTo>
                  <a:lnTo>
                    <a:pt x="607391" y="858449"/>
                  </a:lnTo>
                  <a:lnTo>
                    <a:pt x="605718" y="860418"/>
                  </a:lnTo>
                  <a:lnTo>
                    <a:pt x="603692" y="862386"/>
                  </a:lnTo>
                  <a:lnTo>
                    <a:pt x="601314" y="864355"/>
                  </a:lnTo>
                  <a:lnTo>
                    <a:pt x="598367" y="866324"/>
                  </a:lnTo>
                  <a:lnTo>
                    <a:pt x="595092" y="868293"/>
                  </a:lnTo>
                  <a:lnTo>
                    <a:pt x="591495" y="870262"/>
                  </a:lnTo>
                  <a:lnTo>
                    <a:pt x="587477" y="872231"/>
                  </a:lnTo>
                  <a:lnTo>
                    <a:pt x="583075" y="874200"/>
                  </a:lnTo>
                  <a:lnTo>
                    <a:pt x="578396" y="876169"/>
                  </a:lnTo>
                  <a:lnTo>
                    <a:pt x="573435" y="878138"/>
                  </a:lnTo>
                  <a:lnTo>
                    <a:pt x="568071" y="880107"/>
                  </a:lnTo>
                  <a:lnTo>
                    <a:pt x="562485" y="882076"/>
                  </a:lnTo>
                  <a:lnTo>
                    <a:pt x="556684" y="884045"/>
                  </a:lnTo>
                  <a:lnTo>
                    <a:pt x="550608" y="886013"/>
                  </a:lnTo>
                  <a:lnTo>
                    <a:pt x="544317" y="887982"/>
                  </a:lnTo>
                  <a:lnTo>
                    <a:pt x="537875" y="889951"/>
                  </a:lnTo>
                  <a:lnTo>
                    <a:pt x="531278" y="891920"/>
                  </a:lnTo>
                  <a:lnTo>
                    <a:pt x="524501" y="893889"/>
                  </a:lnTo>
                  <a:lnTo>
                    <a:pt x="517637" y="895858"/>
                  </a:lnTo>
                  <a:lnTo>
                    <a:pt x="510693" y="897827"/>
                  </a:lnTo>
                  <a:lnTo>
                    <a:pt x="503663" y="899796"/>
                  </a:lnTo>
                  <a:lnTo>
                    <a:pt x="496595" y="901765"/>
                  </a:lnTo>
                  <a:lnTo>
                    <a:pt x="489508" y="903734"/>
                  </a:lnTo>
                  <a:lnTo>
                    <a:pt x="482415" y="905703"/>
                  </a:lnTo>
                  <a:lnTo>
                    <a:pt x="475348" y="907672"/>
                  </a:lnTo>
                  <a:lnTo>
                    <a:pt x="468319" y="909641"/>
                  </a:lnTo>
                  <a:lnTo>
                    <a:pt x="461335" y="911609"/>
                  </a:lnTo>
                  <a:lnTo>
                    <a:pt x="454443" y="913578"/>
                  </a:lnTo>
                  <a:lnTo>
                    <a:pt x="447647" y="915547"/>
                  </a:lnTo>
                  <a:lnTo>
                    <a:pt x="440940" y="917516"/>
                  </a:lnTo>
                  <a:lnTo>
                    <a:pt x="434351" y="919485"/>
                  </a:lnTo>
                  <a:lnTo>
                    <a:pt x="427932" y="921454"/>
                  </a:lnTo>
                  <a:lnTo>
                    <a:pt x="421638" y="923423"/>
                  </a:lnTo>
                  <a:lnTo>
                    <a:pt x="415472" y="925392"/>
                  </a:lnTo>
                  <a:lnTo>
                    <a:pt x="409524" y="927361"/>
                  </a:lnTo>
                  <a:lnTo>
                    <a:pt x="403742" y="929330"/>
                  </a:lnTo>
                  <a:lnTo>
                    <a:pt x="398112" y="931299"/>
                  </a:lnTo>
                  <a:lnTo>
                    <a:pt x="392677" y="933268"/>
                  </a:lnTo>
                  <a:lnTo>
                    <a:pt x="387473" y="935236"/>
                  </a:lnTo>
                  <a:lnTo>
                    <a:pt x="382433" y="937205"/>
                  </a:lnTo>
                  <a:lnTo>
                    <a:pt x="377559" y="939174"/>
                  </a:lnTo>
                  <a:lnTo>
                    <a:pt x="372955" y="941143"/>
                  </a:lnTo>
                  <a:lnTo>
                    <a:pt x="368530" y="943112"/>
                  </a:lnTo>
                  <a:lnTo>
                    <a:pt x="364273" y="945081"/>
                  </a:lnTo>
                  <a:lnTo>
                    <a:pt x="360232" y="947050"/>
                  </a:lnTo>
                  <a:lnTo>
                    <a:pt x="356418" y="949019"/>
                  </a:lnTo>
                  <a:lnTo>
                    <a:pt x="352767" y="950988"/>
                  </a:lnTo>
                  <a:lnTo>
                    <a:pt x="349277" y="952957"/>
                  </a:lnTo>
                  <a:lnTo>
                    <a:pt x="346048" y="954926"/>
                  </a:lnTo>
                  <a:lnTo>
                    <a:pt x="342972" y="956895"/>
                  </a:lnTo>
                  <a:lnTo>
                    <a:pt x="340046" y="958864"/>
                  </a:lnTo>
                  <a:lnTo>
                    <a:pt x="337316" y="960832"/>
                  </a:lnTo>
                  <a:lnTo>
                    <a:pt x="334771" y="962801"/>
                  </a:lnTo>
                  <a:lnTo>
                    <a:pt x="332359" y="964770"/>
                  </a:lnTo>
                  <a:lnTo>
                    <a:pt x="330084" y="966739"/>
                  </a:lnTo>
                  <a:lnTo>
                    <a:pt x="328014" y="968708"/>
                  </a:lnTo>
                  <a:lnTo>
                    <a:pt x="326061" y="970677"/>
                  </a:lnTo>
                  <a:lnTo>
                    <a:pt x="324223" y="972646"/>
                  </a:lnTo>
                  <a:lnTo>
                    <a:pt x="322538" y="974615"/>
                  </a:lnTo>
                  <a:lnTo>
                    <a:pt x="320982" y="976584"/>
                  </a:lnTo>
                  <a:lnTo>
                    <a:pt x="319524" y="978553"/>
                  </a:lnTo>
                  <a:lnTo>
                    <a:pt x="318168" y="980522"/>
                  </a:lnTo>
                  <a:lnTo>
                    <a:pt x="316951" y="982491"/>
                  </a:lnTo>
                  <a:lnTo>
                    <a:pt x="315813" y="984459"/>
                  </a:lnTo>
                  <a:lnTo>
                    <a:pt x="314753" y="986428"/>
                  </a:lnTo>
                  <a:lnTo>
                    <a:pt x="313799" y="988397"/>
                  </a:lnTo>
                  <a:lnTo>
                    <a:pt x="312927" y="990366"/>
                  </a:lnTo>
                  <a:lnTo>
                    <a:pt x="312116" y="992335"/>
                  </a:lnTo>
                  <a:lnTo>
                    <a:pt x="311374" y="994304"/>
                  </a:lnTo>
                  <a:lnTo>
                    <a:pt x="310716" y="996273"/>
                  </a:lnTo>
                  <a:lnTo>
                    <a:pt x="310106" y="998242"/>
                  </a:lnTo>
                  <a:lnTo>
                    <a:pt x="309544" y="1000211"/>
                  </a:lnTo>
                  <a:lnTo>
                    <a:pt x="309048" y="1002180"/>
                  </a:lnTo>
                  <a:lnTo>
                    <a:pt x="308597" y="1004149"/>
                  </a:lnTo>
                  <a:lnTo>
                    <a:pt x="308182" y="1006118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9334229" y="2021702"/>
              <a:ext cx="609615" cy="1310486"/>
            </a:xfrm>
            <a:custGeom>
              <a:avLst/>
              <a:pathLst>
                <a:path w="609615" h="1310486">
                  <a:moveTo>
                    <a:pt x="301432" y="1310486"/>
                  </a:moveTo>
                  <a:lnTo>
                    <a:pt x="301145" y="1307921"/>
                  </a:lnTo>
                  <a:lnTo>
                    <a:pt x="300835" y="1305357"/>
                  </a:lnTo>
                  <a:lnTo>
                    <a:pt x="300497" y="1302792"/>
                  </a:lnTo>
                  <a:lnTo>
                    <a:pt x="300143" y="1300228"/>
                  </a:lnTo>
                  <a:lnTo>
                    <a:pt x="299755" y="1297663"/>
                  </a:lnTo>
                  <a:lnTo>
                    <a:pt x="299341" y="1295098"/>
                  </a:lnTo>
                  <a:lnTo>
                    <a:pt x="298908" y="1292534"/>
                  </a:lnTo>
                  <a:lnTo>
                    <a:pt x="298427" y="1289969"/>
                  </a:lnTo>
                  <a:lnTo>
                    <a:pt x="297923" y="1287405"/>
                  </a:lnTo>
                  <a:lnTo>
                    <a:pt x="297390" y="1284840"/>
                  </a:lnTo>
                  <a:lnTo>
                    <a:pt x="296806" y="1282276"/>
                  </a:lnTo>
                  <a:lnTo>
                    <a:pt x="296196" y="1279711"/>
                  </a:lnTo>
                  <a:lnTo>
                    <a:pt x="295544" y="1277147"/>
                  </a:lnTo>
                  <a:lnTo>
                    <a:pt x="294842" y="1274582"/>
                  </a:lnTo>
                  <a:lnTo>
                    <a:pt x="294111" y="1272017"/>
                  </a:lnTo>
                  <a:lnTo>
                    <a:pt x="293320" y="1269453"/>
                  </a:lnTo>
                  <a:lnTo>
                    <a:pt x="292482" y="1266888"/>
                  </a:lnTo>
                  <a:lnTo>
                    <a:pt x="291610" y="1264324"/>
                  </a:lnTo>
                  <a:lnTo>
                    <a:pt x="290660" y="1261759"/>
                  </a:lnTo>
                  <a:lnTo>
                    <a:pt x="289667" y="1259195"/>
                  </a:lnTo>
                  <a:lnTo>
                    <a:pt x="288629" y="1256630"/>
                  </a:lnTo>
                  <a:lnTo>
                    <a:pt x="287505" y="1254066"/>
                  </a:lnTo>
                  <a:lnTo>
                    <a:pt x="286338" y="1251501"/>
                  </a:lnTo>
                  <a:lnTo>
                    <a:pt x="285105" y="1248936"/>
                  </a:lnTo>
                  <a:lnTo>
                    <a:pt x="283791" y="1246372"/>
                  </a:lnTo>
                  <a:lnTo>
                    <a:pt x="282430" y="1243807"/>
                  </a:lnTo>
                  <a:lnTo>
                    <a:pt x="280980" y="1241243"/>
                  </a:lnTo>
                  <a:lnTo>
                    <a:pt x="279456" y="1238678"/>
                  </a:lnTo>
                  <a:lnTo>
                    <a:pt x="277880" y="1236114"/>
                  </a:lnTo>
                  <a:lnTo>
                    <a:pt x="276190" y="1233549"/>
                  </a:lnTo>
                  <a:lnTo>
                    <a:pt x="274436" y="1230985"/>
                  </a:lnTo>
                  <a:lnTo>
                    <a:pt x="272617" y="1228420"/>
                  </a:lnTo>
                  <a:lnTo>
                    <a:pt x="270674" y="1225855"/>
                  </a:lnTo>
                  <a:lnTo>
                    <a:pt x="268670" y="1223291"/>
                  </a:lnTo>
                  <a:lnTo>
                    <a:pt x="266579" y="1220726"/>
                  </a:lnTo>
                  <a:lnTo>
                    <a:pt x="264373" y="1218162"/>
                  </a:lnTo>
                  <a:lnTo>
                    <a:pt x="262105" y="1215597"/>
                  </a:lnTo>
                  <a:lnTo>
                    <a:pt x="259722" y="1213033"/>
                  </a:lnTo>
                  <a:lnTo>
                    <a:pt x="257239" y="1210468"/>
                  </a:lnTo>
                  <a:lnTo>
                    <a:pt x="254690" y="1207904"/>
                  </a:lnTo>
                  <a:lnTo>
                    <a:pt x="252000" y="1205339"/>
                  </a:lnTo>
                  <a:lnTo>
                    <a:pt x="249228" y="1202775"/>
                  </a:lnTo>
                  <a:lnTo>
                    <a:pt x="246381" y="1200210"/>
                  </a:lnTo>
                  <a:lnTo>
                    <a:pt x="243381" y="1197645"/>
                  </a:lnTo>
                  <a:lnTo>
                    <a:pt x="240311" y="1195081"/>
                  </a:lnTo>
                  <a:lnTo>
                    <a:pt x="237144" y="1192516"/>
                  </a:lnTo>
                  <a:lnTo>
                    <a:pt x="233844" y="1189952"/>
                  </a:lnTo>
                  <a:lnTo>
                    <a:pt x="230474" y="1187387"/>
                  </a:lnTo>
                  <a:lnTo>
                    <a:pt x="226985" y="1184823"/>
                  </a:lnTo>
                  <a:lnTo>
                    <a:pt x="223387" y="1182258"/>
                  </a:lnTo>
                  <a:lnTo>
                    <a:pt x="219720" y="1179694"/>
                  </a:lnTo>
                  <a:lnTo>
                    <a:pt x="215915" y="1177129"/>
                  </a:lnTo>
                  <a:lnTo>
                    <a:pt x="212026" y="1174564"/>
                  </a:lnTo>
                  <a:lnTo>
                    <a:pt x="208069" y="1172000"/>
                  </a:lnTo>
                  <a:lnTo>
                    <a:pt x="203966" y="1169435"/>
                  </a:lnTo>
                  <a:lnTo>
                    <a:pt x="199801" y="1166871"/>
                  </a:lnTo>
                  <a:lnTo>
                    <a:pt x="195554" y="1164306"/>
                  </a:lnTo>
                  <a:lnTo>
                    <a:pt x="191192" y="1161742"/>
                  </a:lnTo>
                  <a:lnTo>
                    <a:pt x="186774" y="1159177"/>
                  </a:lnTo>
                  <a:lnTo>
                    <a:pt x="182265" y="1156613"/>
                  </a:lnTo>
                  <a:lnTo>
                    <a:pt x="177673" y="1154048"/>
                  </a:lnTo>
                  <a:lnTo>
                    <a:pt x="173032" y="1151483"/>
                  </a:lnTo>
                  <a:lnTo>
                    <a:pt x="168301" y="1148919"/>
                  </a:lnTo>
                  <a:lnTo>
                    <a:pt x="163515" y="1146354"/>
                  </a:lnTo>
                  <a:lnTo>
                    <a:pt x="158689" y="1143790"/>
                  </a:lnTo>
                  <a:lnTo>
                    <a:pt x="153783" y="1141225"/>
                  </a:lnTo>
                  <a:lnTo>
                    <a:pt x="148848" y="1138661"/>
                  </a:lnTo>
                  <a:lnTo>
                    <a:pt x="143876" y="1136096"/>
                  </a:lnTo>
                  <a:lnTo>
                    <a:pt x="138860" y="1133532"/>
                  </a:lnTo>
                  <a:lnTo>
                    <a:pt x="133827" y="1130967"/>
                  </a:lnTo>
                  <a:lnTo>
                    <a:pt x="128771" y="1128403"/>
                  </a:lnTo>
                  <a:lnTo>
                    <a:pt x="123703" y="1125838"/>
                  </a:lnTo>
                  <a:lnTo>
                    <a:pt x="118631" y="1123273"/>
                  </a:lnTo>
                  <a:lnTo>
                    <a:pt x="113561" y="1120709"/>
                  </a:lnTo>
                  <a:lnTo>
                    <a:pt x="108504" y="1118144"/>
                  </a:lnTo>
                  <a:lnTo>
                    <a:pt x="103457" y="1115580"/>
                  </a:lnTo>
                  <a:lnTo>
                    <a:pt x="98451" y="1113015"/>
                  </a:lnTo>
                  <a:lnTo>
                    <a:pt x="93473" y="1110451"/>
                  </a:lnTo>
                  <a:lnTo>
                    <a:pt x="88529" y="1107886"/>
                  </a:lnTo>
                  <a:lnTo>
                    <a:pt x="83659" y="1105322"/>
                  </a:lnTo>
                  <a:lnTo>
                    <a:pt x="78832" y="1102757"/>
                  </a:lnTo>
                  <a:lnTo>
                    <a:pt x="74075" y="1100192"/>
                  </a:lnTo>
                  <a:lnTo>
                    <a:pt x="69413" y="1097628"/>
                  </a:lnTo>
                  <a:lnTo>
                    <a:pt x="64810" y="1095063"/>
                  </a:lnTo>
                  <a:lnTo>
                    <a:pt x="60325" y="1092499"/>
                  </a:lnTo>
                  <a:lnTo>
                    <a:pt x="55945" y="1089934"/>
                  </a:lnTo>
                  <a:lnTo>
                    <a:pt x="51638" y="1087370"/>
                  </a:lnTo>
                  <a:lnTo>
                    <a:pt x="47509" y="1084805"/>
                  </a:lnTo>
                  <a:lnTo>
                    <a:pt x="43481" y="1082241"/>
                  </a:lnTo>
                  <a:lnTo>
                    <a:pt x="39560" y="1079676"/>
                  </a:lnTo>
                  <a:lnTo>
                    <a:pt x="35849" y="1077111"/>
                  </a:lnTo>
                  <a:lnTo>
                    <a:pt x="32242" y="1074547"/>
                  </a:lnTo>
                  <a:lnTo>
                    <a:pt x="28794" y="1071982"/>
                  </a:lnTo>
                  <a:lnTo>
                    <a:pt x="25552" y="1069418"/>
                  </a:lnTo>
                  <a:lnTo>
                    <a:pt x="22428" y="1066853"/>
                  </a:lnTo>
                  <a:lnTo>
                    <a:pt x="19521" y="1064289"/>
                  </a:lnTo>
                  <a:lnTo>
                    <a:pt x="16806" y="1061724"/>
                  </a:lnTo>
                  <a:lnTo>
                    <a:pt x="14218" y="1059160"/>
                  </a:lnTo>
                  <a:lnTo>
                    <a:pt x="11912" y="1056595"/>
                  </a:lnTo>
                  <a:lnTo>
                    <a:pt x="9769" y="1054030"/>
                  </a:lnTo>
                  <a:lnTo>
                    <a:pt x="7781" y="1051466"/>
                  </a:lnTo>
                  <a:lnTo>
                    <a:pt x="6103" y="1048901"/>
                  </a:lnTo>
                  <a:lnTo>
                    <a:pt x="4570" y="1046337"/>
                  </a:lnTo>
                  <a:lnTo>
                    <a:pt x="3245" y="1043772"/>
                  </a:lnTo>
                  <a:lnTo>
                    <a:pt x="2196" y="1041208"/>
                  </a:lnTo>
                  <a:lnTo>
                    <a:pt x="1297" y="1038643"/>
                  </a:lnTo>
                  <a:lnTo>
                    <a:pt x="658" y="1036079"/>
                  </a:lnTo>
                  <a:lnTo>
                    <a:pt x="254" y="1033514"/>
                  </a:lnTo>
                  <a:lnTo>
                    <a:pt x="41" y="1031363"/>
                  </a:lnTo>
                  <a:lnTo>
                    <a:pt x="0" y="1030950"/>
                  </a:lnTo>
                  <a:lnTo>
                    <a:pt x="55" y="1028385"/>
                  </a:lnTo>
                  <a:lnTo>
                    <a:pt x="295" y="1025820"/>
                  </a:lnTo>
                  <a:lnTo>
                    <a:pt x="695" y="1023256"/>
                  </a:lnTo>
                  <a:lnTo>
                    <a:pt x="1424" y="1020691"/>
                  </a:lnTo>
                  <a:lnTo>
                    <a:pt x="2296" y="1018127"/>
                  </a:lnTo>
                  <a:lnTo>
                    <a:pt x="3368" y="1015562"/>
                  </a:lnTo>
                  <a:lnTo>
                    <a:pt x="4710" y="1012998"/>
                  </a:lnTo>
                  <a:lnTo>
                    <a:pt x="6189" y="1010433"/>
                  </a:lnTo>
                  <a:lnTo>
                    <a:pt x="7899" y="1007869"/>
                  </a:lnTo>
                  <a:lnTo>
                    <a:pt x="9818" y="1005304"/>
                  </a:lnTo>
                  <a:lnTo>
                    <a:pt x="11866" y="1002739"/>
                  </a:lnTo>
                  <a:lnTo>
                    <a:pt x="14162" y="1000175"/>
                  </a:lnTo>
                  <a:lnTo>
                    <a:pt x="16611" y="997610"/>
                  </a:lnTo>
                  <a:lnTo>
                    <a:pt x="19178" y="995046"/>
                  </a:lnTo>
                  <a:lnTo>
                    <a:pt x="21996" y="992481"/>
                  </a:lnTo>
                  <a:lnTo>
                    <a:pt x="24915" y="989917"/>
                  </a:lnTo>
                  <a:lnTo>
                    <a:pt x="27969" y="987352"/>
                  </a:lnTo>
                  <a:lnTo>
                    <a:pt x="31205" y="984788"/>
                  </a:lnTo>
                  <a:lnTo>
                    <a:pt x="34528" y="982223"/>
                  </a:lnTo>
                  <a:lnTo>
                    <a:pt x="37986" y="979658"/>
                  </a:lnTo>
                  <a:lnTo>
                    <a:pt x="41568" y="977094"/>
                  </a:lnTo>
                  <a:lnTo>
                    <a:pt x="45218" y="974529"/>
                  </a:lnTo>
                  <a:lnTo>
                    <a:pt x="48993" y="971965"/>
                  </a:lnTo>
                  <a:lnTo>
                    <a:pt x="52840" y="969400"/>
                  </a:lnTo>
                  <a:lnTo>
                    <a:pt x="56739" y="966836"/>
                  </a:lnTo>
                  <a:lnTo>
                    <a:pt x="60734" y="964271"/>
                  </a:lnTo>
                  <a:lnTo>
                    <a:pt x="64763" y="961707"/>
                  </a:lnTo>
                  <a:lnTo>
                    <a:pt x="68833" y="959142"/>
                  </a:lnTo>
                  <a:lnTo>
                    <a:pt x="72947" y="956577"/>
                  </a:lnTo>
                  <a:lnTo>
                    <a:pt x="77074" y="954013"/>
                  </a:lnTo>
                  <a:lnTo>
                    <a:pt x="81219" y="951448"/>
                  </a:lnTo>
                  <a:lnTo>
                    <a:pt x="85364" y="948884"/>
                  </a:lnTo>
                  <a:lnTo>
                    <a:pt x="89506" y="946319"/>
                  </a:lnTo>
                  <a:lnTo>
                    <a:pt x="93629" y="943755"/>
                  </a:lnTo>
                  <a:lnTo>
                    <a:pt x="97725" y="941190"/>
                  </a:lnTo>
                  <a:lnTo>
                    <a:pt x="101800" y="938626"/>
                  </a:lnTo>
                  <a:lnTo>
                    <a:pt x="105809" y="936061"/>
                  </a:lnTo>
                  <a:lnTo>
                    <a:pt x="109777" y="933497"/>
                  </a:lnTo>
                  <a:lnTo>
                    <a:pt x="113698" y="930932"/>
                  </a:lnTo>
                  <a:lnTo>
                    <a:pt x="117519" y="928367"/>
                  </a:lnTo>
                  <a:lnTo>
                    <a:pt x="121286" y="925803"/>
                  </a:lnTo>
                  <a:lnTo>
                    <a:pt x="124969" y="923238"/>
                  </a:lnTo>
                  <a:lnTo>
                    <a:pt x="128537" y="920674"/>
                  </a:lnTo>
                  <a:lnTo>
                    <a:pt x="132039" y="918109"/>
                  </a:lnTo>
                  <a:lnTo>
                    <a:pt x="135410" y="915545"/>
                  </a:lnTo>
                  <a:lnTo>
                    <a:pt x="138668" y="912980"/>
                  </a:lnTo>
                  <a:lnTo>
                    <a:pt x="141847" y="910416"/>
                  </a:lnTo>
                  <a:lnTo>
                    <a:pt x="144846" y="907851"/>
                  </a:lnTo>
                  <a:lnTo>
                    <a:pt x="147742" y="905286"/>
                  </a:lnTo>
                  <a:lnTo>
                    <a:pt x="150535" y="902722"/>
                  </a:lnTo>
                  <a:lnTo>
                    <a:pt x="153127" y="900157"/>
                  </a:lnTo>
                  <a:lnTo>
                    <a:pt x="155621" y="897593"/>
                  </a:lnTo>
                  <a:lnTo>
                    <a:pt x="157972" y="895028"/>
                  </a:lnTo>
                  <a:lnTo>
                    <a:pt x="160137" y="892464"/>
                  </a:lnTo>
                  <a:lnTo>
                    <a:pt x="162200" y="889899"/>
                  </a:lnTo>
                  <a:lnTo>
                    <a:pt x="164077" y="887335"/>
                  </a:lnTo>
                  <a:lnTo>
                    <a:pt x="165793" y="884770"/>
                  </a:lnTo>
                  <a:lnTo>
                    <a:pt x="167403" y="882205"/>
                  </a:lnTo>
                  <a:lnTo>
                    <a:pt x="168788" y="879641"/>
                  </a:lnTo>
                  <a:lnTo>
                    <a:pt x="170043" y="877076"/>
                  </a:lnTo>
                  <a:lnTo>
                    <a:pt x="171179" y="874512"/>
                  </a:lnTo>
                  <a:lnTo>
                    <a:pt x="172077" y="871947"/>
                  </a:lnTo>
                  <a:lnTo>
                    <a:pt x="172868" y="869383"/>
                  </a:lnTo>
                  <a:lnTo>
                    <a:pt x="173507" y="866818"/>
                  </a:lnTo>
                  <a:lnTo>
                    <a:pt x="173945" y="864254"/>
                  </a:lnTo>
                  <a:lnTo>
                    <a:pt x="174279" y="861689"/>
                  </a:lnTo>
                  <a:lnTo>
                    <a:pt x="174433" y="859125"/>
                  </a:lnTo>
                  <a:lnTo>
                    <a:pt x="174426" y="856560"/>
                  </a:lnTo>
                  <a:lnTo>
                    <a:pt x="174318" y="853995"/>
                  </a:lnTo>
                  <a:lnTo>
                    <a:pt x="174008" y="851431"/>
                  </a:lnTo>
                  <a:lnTo>
                    <a:pt x="173577" y="848866"/>
                  </a:lnTo>
                  <a:lnTo>
                    <a:pt x="173046" y="846302"/>
                  </a:lnTo>
                  <a:lnTo>
                    <a:pt x="172308" y="843737"/>
                  </a:lnTo>
                  <a:lnTo>
                    <a:pt x="171482" y="841173"/>
                  </a:lnTo>
                  <a:lnTo>
                    <a:pt x="170538" y="838608"/>
                  </a:lnTo>
                  <a:lnTo>
                    <a:pt x="169432" y="836044"/>
                  </a:lnTo>
                  <a:lnTo>
                    <a:pt x="168247" y="833479"/>
                  </a:lnTo>
                  <a:lnTo>
                    <a:pt x="166931" y="830914"/>
                  </a:lnTo>
                  <a:lnTo>
                    <a:pt x="165498" y="828350"/>
                  </a:lnTo>
                  <a:lnTo>
                    <a:pt x="163994" y="825785"/>
                  </a:lnTo>
                  <a:lnTo>
                    <a:pt x="162358" y="823221"/>
                  </a:lnTo>
                  <a:lnTo>
                    <a:pt x="160641" y="820656"/>
                  </a:lnTo>
                  <a:lnTo>
                    <a:pt x="158864" y="818092"/>
                  </a:lnTo>
                  <a:lnTo>
                    <a:pt x="156960" y="815527"/>
                  </a:lnTo>
                  <a:lnTo>
                    <a:pt x="155008" y="812963"/>
                  </a:lnTo>
                  <a:lnTo>
                    <a:pt x="152992" y="810398"/>
                  </a:lnTo>
                  <a:lnTo>
                    <a:pt x="150893" y="807833"/>
                  </a:lnTo>
                  <a:lnTo>
                    <a:pt x="148755" y="805269"/>
                  </a:lnTo>
                  <a:lnTo>
                    <a:pt x="146560" y="802704"/>
                  </a:lnTo>
                  <a:lnTo>
                    <a:pt x="144315" y="800140"/>
                  </a:lnTo>
                  <a:lnTo>
                    <a:pt x="142044" y="797575"/>
                  </a:lnTo>
                  <a:lnTo>
                    <a:pt x="139982" y="795290"/>
                  </a:lnTo>
                  <a:lnTo>
                    <a:pt x="139730" y="795011"/>
                  </a:lnTo>
                  <a:lnTo>
                    <a:pt x="137393" y="792446"/>
                  </a:lnTo>
                  <a:lnTo>
                    <a:pt x="135040" y="789882"/>
                  </a:lnTo>
                  <a:lnTo>
                    <a:pt x="132666" y="787317"/>
                  </a:lnTo>
                  <a:lnTo>
                    <a:pt x="130289" y="784752"/>
                  </a:lnTo>
                  <a:lnTo>
                    <a:pt x="127907" y="782188"/>
                  </a:lnTo>
                  <a:lnTo>
                    <a:pt x="125532" y="779623"/>
                  </a:lnTo>
                  <a:lnTo>
                    <a:pt x="123164" y="777059"/>
                  </a:lnTo>
                  <a:lnTo>
                    <a:pt x="120810" y="774494"/>
                  </a:lnTo>
                  <a:lnTo>
                    <a:pt x="118483" y="771930"/>
                  </a:lnTo>
                  <a:lnTo>
                    <a:pt x="116173" y="769365"/>
                  </a:lnTo>
                  <a:lnTo>
                    <a:pt x="113902" y="766801"/>
                  </a:lnTo>
                  <a:lnTo>
                    <a:pt x="111669" y="764236"/>
                  </a:lnTo>
                  <a:lnTo>
                    <a:pt x="109462" y="761672"/>
                  </a:lnTo>
                  <a:lnTo>
                    <a:pt x="107324" y="759107"/>
                  </a:lnTo>
                  <a:lnTo>
                    <a:pt x="105227" y="756542"/>
                  </a:lnTo>
                  <a:lnTo>
                    <a:pt x="103173" y="753978"/>
                  </a:lnTo>
                  <a:lnTo>
                    <a:pt x="101206" y="751413"/>
                  </a:lnTo>
                  <a:lnTo>
                    <a:pt x="99283" y="748849"/>
                  </a:lnTo>
                  <a:lnTo>
                    <a:pt x="97428" y="746284"/>
                  </a:lnTo>
                  <a:lnTo>
                    <a:pt x="95661" y="743720"/>
                  </a:lnTo>
                  <a:lnTo>
                    <a:pt x="93945" y="741155"/>
                  </a:lnTo>
                  <a:lnTo>
                    <a:pt x="92326" y="738591"/>
                  </a:lnTo>
                  <a:lnTo>
                    <a:pt x="90789" y="736026"/>
                  </a:lnTo>
                  <a:lnTo>
                    <a:pt x="89309" y="733461"/>
                  </a:lnTo>
                  <a:lnTo>
                    <a:pt x="87955" y="730897"/>
                  </a:lnTo>
                  <a:lnTo>
                    <a:pt x="86672" y="728332"/>
                  </a:lnTo>
                  <a:lnTo>
                    <a:pt x="85459" y="725768"/>
                  </a:lnTo>
                  <a:lnTo>
                    <a:pt x="84384" y="723203"/>
                  </a:lnTo>
                  <a:lnTo>
                    <a:pt x="83373" y="720639"/>
                  </a:lnTo>
                  <a:lnTo>
                    <a:pt x="82457" y="718074"/>
                  </a:lnTo>
                  <a:lnTo>
                    <a:pt x="81665" y="715510"/>
                  </a:lnTo>
                  <a:lnTo>
                    <a:pt x="80939" y="712945"/>
                  </a:lnTo>
                  <a:lnTo>
                    <a:pt x="80332" y="710380"/>
                  </a:lnTo>
                  <a:lnTo>
                    <a:pt x="79830" y="707816"/>
                  </a:lnTo>
                  <a:lnTo>
                    <a:pt x="79396" y="705251"/>
                  </a:lnTo>
                  <a:lnTo>
                    <a:pt x="79226" y="703752"/>
                  </a:lnTo>
                  <a:lnTo>
                    <a:pt x="79104" y="702687"/>
                  </a:lnTo>
                  <a:lnTo>
                    <a:pt x="78896" y="700122"/>
                  </a:lnTo>
                  <a:lnTo>
                    <a:pt x="78762" y="697558"/>
                  </a:lnTo>
                  <a:lnTo>
                    <a:pt x="78778" y="694993"/>
                  </a:lnTo>
                  <a:lnTo>
                    <a:pt x="78861" y="692429"/>
                  </a:lnTo>
                  <a:lnTo>
                    <a:pt x="79038" y="689864"/>
                  </a:lnTo>
                  <a:lnTo>
                    <a:pt x="79342" y="687300"/>
                  </a:lnTo>
                  <a:lnTo>
                    <a:pt x="79710" y="684735"/>
                  </a:lnTo>
                  <a:lnTo>
                    <a:pt x="80189" y="682170"/>
                  </a:lnTo>
                  <a:lnTo>
                    <a:pt x="80769" y="679606"/>
                  </a:lnTo>
                  <a:lnTo>
                    <a:pt x="81411" y="677041"/>
                  </a:lnTo>
                  <a:lnTo>
                    <a:pt x="82178" y="674477"/>
                  </a:lnTo>
                  <a:lnTo>
                    <a:pt x="83021" y="671912"/>
                  </a:lnTo>
                  <a:lnTo>
                    <a:pt x="83924" y="669348"/>
                  </a:lnTo>
                  <a:lnTo>
                    <a:pt x="84959" y="666783"/>
                  </a:lnTo>
                  <a:lnTo>
                    <a:pt x="86048" y="664219"/>
                  </a:lnTo>
                  <a:lnTo>
                    <a:pt x="87210" y="661654"/>
                  </a:lnTo>
                  <a:lnTo>
                    <a:pt x="88476" y="659089"/>
                  </a:lnTo>
                  <a:lnTo>
                    <a:pt x="89792" y="656525"/>
                  </a:lnTo>
                  <a:lnTo>
                    <a:pt x="91190" y="653960"/>
                  </a:lnTo>
                  <a:lnTo>
                    <a:pt x="92667" y="651396"/>
                  </a:lnTo>
                  <a:lnTo>
                    <a:pt x="94189" y="648831"/>
                  </a:lnTo>
                  <a:lnTo>
                    <a:pt x="95798" y="646267"/>
                  </a:lnTo>
                  <a:lnTo>
                    <a:pt x="97463" y="643702"/>
                  </a:lnTo>
                  <a:lnTo>
                    <a:pt x="99169" y="641138"/>
                  </a:lnTo>
                  <a:lnTo>
                    <a:pt x="100963" y="638573"/>
                  </a:lnTo>
                  <a:lnTo>
                    <a:pt x="102794" y="636008"/>
                  </a:lnTo>
                  <a:lnTo>
                    <a:pt x="104671" y="633444"/>
                  </a:lnTo>
                  <a:lnTo>
                    <a:pt x="106614" y="630879"/>
                  </a:lnTo>
                  <a:lnTo>
                    <a:pt x="108587" y="628315"/>
                  </a:lnTo>
                  <a:lnTo>
                    <a:pt x="110609" y="625750"/>
                  </a:lnTo>
                  <a:lnTo>
                    <a:pt x="112677" y="623186"/>
                  </a:lnTo>
                  <a:lnTo>
                    <a:pt x="114771" y="620621"/>
                  </a:lnTo>
                  <a:lnTo>
                    <a:pt x="116911" y="618057"/>
                  </a:lnTo>
                  <a:lnTo>
                    <a:pt x="119082" y="615492"/>
                  </a:lnTo>
                  <a:lnTo>
                    <a:pt x="121274" y="612927"/>
                  </a:lnTo>
                  <a:lnTo>
                    <a:pt x="123508" y="610363"/>
                  </a:lnTo>
                  <a:lnTo>
                    <a:pt x="125760" y="607798"/>
                  </a:lnTo>
                  <a:lnTo>
                    <a:pt x="128033" y="605234"/>
                  </a:lnTo>
                  <a:lnTo>
                    <a:pt x="130334" y="602669"/>
                  </a:lnTo>
                  <a:lnTo>
                    <a:pt x="132647" y="600105"/>
                  </a:lnTo>
                  <a:lnTo>
                    <a:pt x="134979" y="597540"/>
                  </a:lnTo>
                  <a:lnTo>
                    <a:pt x="137326" y="594976"/>
                  </a:lnTo>
                  <a:lnTo>
                    <a:pt x="139682" y="592411"/>
                  </a:lnTo>
                  <a:lnTo>
                    <a:pt x="142051" y="589847"/>
                  </a:lnTo>
                  <a:lnTo>
                    <a:pt x="144428" y="587282"/>
                  </a:lnTo>
                  <a:lnTo>
                    <a:pt x="146809" y="584717"/>
                  </a:lnTo>
                  <a:lnTo>
                    <a:pt x="149196" y="582153"/>
                  </a:lnTo>
                  <a:lnTo>
                    <a:pt x="151585" y="579588"/>
                  </a:lnTo>
                  <a:lnTo>
                    <a:pt x="153975" y="577024"/>
                  </a:lnTo>
                  <a:lnTo>
                    <a:pt x="156364" y="574459"/>
                  </a:lnTo>
                  <a:lnTo>
                    <a:pt x="158751" y="571895"/>
                  </a:lnTo>
                  <a:lnTo>
                    <a:pt x="161134" y="569330"/>
                  </a:lnTo>
                  <a:lnTo>
                    <a:pt x="163510" y="566766"/>
                  </a:lnTo>
                  <a:lnTo>
                    <a:pt x="165881" y="564201"/>
                  </a:lnTo>
                  <a:lnTo>
                    <a:pt x="168243" y="561636"/>
                  </a:lnTo>
                  <a:lnTo>
                    <a:pt x="170594" y="559072"/>
                  </a:lnTo>
                  <a:lnTo>
                    <a:pt x="172938" y="556507"/>
                  </a:lnTo>
                  <a:lnTo>
                    <a:pt x="175265" y="553943"/>
                  </a:lnTo>
                  <a:lnTo>
                    <a:pt x="177581" y="551378"/>
                  </a:lnTo>
                  <a:lnTo>
                    <a:pt x="179886" y="548814"/>
                  </a:lnTo>
                  <a:lnTo>
                    <a:pt x="182169" y="546249"/>
                  </a:lnTo>
                  <a:lnTo>
                    <a:pt x="184440" y="543685"/>
                  </a:lnTo>
                  <a:lnTo>
                    <a:pt x="186694" y="541120"/>
                  </a:lnTo>
                  <a:lnTo>
                    <a:pt x="188925" y="538555"/>
                  </a:lnTo>
                  <a:lnTo>
                    <a:pt x="191142" y="535991"/>
                  </a:lnTo>
                  <a:lnTo>
                    <a:pt x="193336" y="533426"/>
                  </a:lnTo>
                  <a:lnTo>
                    <a:pt x="195508" y="530862"/>
                  </a:lnTo>
                  <a:lnTo>
                    <a:pt x="197665" y="528297"/>
                  </a:lnTo>
                  <a:lnTo>
                    <a:pt x="199791" y="525733"/>
                  </a:lnTo>
                  <a:lnTo>
                    <a:pt x="201896" y="523168"/>
                  </a:lnTo>
                  <a:lnTo>
                    <a:pt x="203985" y="520604"/>
                  </a:lnTo>
                  <a:lnTo>
                    <a:pt x="206037" y="518039"/>
                  </a:lnTo>
                  <a:lnTo>
                    <a:pt x="208071" y="515475"/>
                  </a:lnTo>
                  <a:lnTo>
                    <a:pt x="210082" y="512910"/>
                  </a:lnTo>
                  <a:lnTo>
                    <a:pt x="212058" y="510345"/>
                  </a:lnTo>
                  <a:lnTo>
                    <a:pt x="214016" y="507781"/>
                  </a:lnTo>
                  <a:lnTo>
                    <a:pt x="215943" y="505216"/>
                  </a:lnTo>
                  <a:lnTo>
                    <a:pt x="217840" y="502652"/>
                  </a:lnTo>
                  <a:lnTo>
                    <a:pt x="219717" y="500087"/>
                  </a:lnTo>
                  <a:lnTo>
                    <a:pt x="221556" y="497523"/>
                  </a:lnTo>
                  <a:lnTo>
                    <a:pt x="223369" y="494958"/>
                  </a:lnTo>
                  <a:lnTo>
                    <a:pt x="225163" y="492394"/>
                  </a:lnTo>
                  <a:lnTo>
                    <a:pt x="226910" y="489829"/>
                  </a:lnTo>
                  <a:lnTo>
                    <a:pt x="228636" y="487264"/>
                  </a:lnTo>
                  <a:lnTo>
                    <a:pt x="230336" y="484700"/>
                  </a:lnTo>
                  <a:lnTo>
                    <a:pt x="231995" y="482135"/>
                  </a:lnTo>
                  <a:lnTo>
                    <a:pt x="233633" y="479571"/>
                  </a:lnTo>
                  <a:lnTo>
                    <a:pt x="235237" y="477006"/>
                  </a:lnTo>
                  <a:lnTo>
                    <a:pt x="236805" y="474442"/>
                  </a:lnTo>
                  <a:lnTo>
                    <a:pt x="238353" y="471877"/>
                  </a:lnTo>
                  <a:lnTo>
                    <a:pt x="239859" y="469313"/>
                  </a:lnTo>
                  <a:lnTo>
                    <a:pt x="241336" y="466748"/>
                  </a:lnTo>
                  <a:lnTo>
                    <a:pt x="242792" y="464183"/>
                  </a:lnTo>
                  <a:lnTo>
                    <a:pt x="244199" y="461619"/>
                  </a:lnTo>
                  <a:lnTo>
                    <a:pt x="245584" y="459054"/>
                  </a:lnTo>
                  <a:lnTo>
                    <a:pt x="246942" y="456490"/>
                  </a:lnTo>
                  <a:lnTo>
                    <a:pt x="248256" y="453925"/>
                  </a:lnTo>
                  <a:lnTo>
                    <a:pt x="249548" y="451361"/>
                  </a:lnTo>
                  <a:lnTo>
                    <a:pt x="250807" y="448796"/>
                  </a:lnTo>
                  <a:lnTo>
                    <a:pt x="252029" y="446232"/>
                  </a:lnTo>
                  <a:lnTo>
                    <a:pt x="253229" y="443667"/>
                  </a:lnTo>
                  <a:lnTo>
                    <a:pt x="254390" y="441102"/>
                  </a:lnTo>
                  <a:lnTo>
                    <a:pt x="255520" y="438538"/>
                  </a:lnTo>
                  <a:lnTo>
                    <a:pt x="256630" y="435973"/>
                  </a:lnTo>
                  <a:lnTo>
                    <a:pt x="257694" y="433409"/>
                  </a:lnTo>
                  <a:lnTo>
                    <a:pt x="258735" y="430844"/>
                  </a:lnTo>
                  <a:lnTo>
                    <a:pt x="259751" y="428280"/>
                  </a:lnTo>
                  <a:lnTo>
                    <a:pt x="260724" y="425715"/>
                  </a:lnTo>
                  <a:lnTo>
                    <a:pt x="261677" y="423151"/>
                  </a:lnTo>
                  <a:lnTo>
                    <a:pt x="262600" y="420586"/>
                  </a:lnTo>
                  <a:lnTo>
                    <a:pt x="263488" y="418022"/>
                  </a:lnTo>
                  <a:lnTo>
                    <a:pt x="264356" y="415457"/>
                  </a:lnTo>
                  <a:lnTo>
                    <a:pt x="265188" y="412892"/>
                  </a:lnTo>
                  <a:lnTo>
                    <a:pt x="265993" y="410328"/>
                  </a:lnTo>
                  <a:lnTo>
                    <a:pt x="266780" y="407763"/>
                  </a:lnTo>
                  <a:lnTo>
                    <a:pt x="267526" y="405199"/>
                  </a:lnTo>
                  <a:lnTo>
                    <a:pt x="268252" y="402634"/>
                  </a:lnTo>
                  <a:lnTo>
                    <a:pt x="268957" y="400070"/>
                  </a:lnTo>
                  <a:lnTo>
                    <a:pt x="269625" y="397505"/>
                  </a:lnTo>
                  <a:lnTo>
                    <a:pt x="270276" y="394941"/>
                  </a:lnTo>
                  <a:lnTo>
                    <a:pt x="270902" y="392376"/>
                  </a:lnTo>
                  <a:lnTo>
                    <a:pt x="271498" y="389811"/>
                  </a:lnTo>
                  <a:lnTo>
                    <a:pt x="272078" y="387247"/>
                  </a:lnTo>
                  <a:lnTo>
                    <a:pt x="272631" y="384682"/>
                  </a:lnTo>
                  <a:lnTo>
                    <a:pt x="273160" y="382118"/>
                  </a:lnTo>
                  <a:lnTo>
                    <a:pt x="273675" y="379553"/>
                  </a:lnTo>
                  <a:lnTo>
                    <a:pt x="274160" y="376989"/>
                  </a:lnTo>
                  <a:lnTo>
                    <a:pt x="274628" y="374424"/>
                  </a:lnTo>
                  <a:lnTo>
                    <a:pt x="275082" y="371860"/>
                  </a:lnTo>
                  <a:lnTo>
                    <a:pt x="275507" y="369295"/>
                  </a:lnTo>
                  <a:lnTo>
                    <a:pt x="275919" y="366730"/>
                  </a:lnTo>
                  <a:lnTo>
                    <a:pt x="276315" y="364166"/>
                  </a:lnTo>
                  <a:lnTo>
                    <a:pt x="276689" y="361601"/>
                  </a:lnTo>
                  <a:lnTo>
                    <a:pt x="277052" y="359037"/>
                  </a:lnTo>
                  <a:lnTo>
                    <a:pt x="277397" y="356472"/>
                  </a:lnTo>
                  <a:lnTo>
                    <a:pt x="277727" y="353908"/>
                  </a:lnTo>
                  <a:lnTo>
                    <a:pt x="278047" y="351343"/>
                  </a:lnTo>
                  <a:lnTo>
                    <a:pt x="278348" y="348779"/>
                  </a:lnTo>
                  <a:lnTo>
                    <a:pt x="278639" y="346214"/>
                  </a:lnTo>
                  <a:lnTo>
                    <a:pt x="278922" y="343650"/>
                  </a:lnTo>
                  <a:lnTo>
                    <a:pt x="279188" y="341085"/>
                  </a:lnTo>
                  <a:lnTo>
                    <a:pt x="279447" y="338520"/>
                  </a:lnTo>
                  <a:lnTo>
                    <a:pt x="279697" y="335956"/>
                  </a:lnTo>
                  <a:lnTo>
                    <a:pt x="279936" y="333391"/>
                  </a:lnTo>
                  <a:lnTo>
                    <a:pt x="280169" y="330827"/>
                  </a:lnTo>
                  <a:lnTo>
                    <a:pt x="280395" y="328262"/>
                  </a:lnTo>
                  <a:lnTo>
                    <a:pt x="280613" y="325698"/>
                  </a:lnTo>
                  <a:lnTo>
                    <a:pt x="280827" y="323133"/>
                  </a:lnTo>
                  <a:lnTo>
                    <a:pt x="281034" y="320569"/>
                  </a:lnTo>
                  <a:lnTo>
                    <a:pt x="281237" y="318004"/>
                  </a:lnTo>
                  <a:lnTo>
                    <a:pt x="281438" y="315439"/>
                  </a:lnTo>
                  <a:lnTo>
                    <a:pt x="281633" y="312875"/>
                  </a:lnTo>
                  <a:lnTo>
                    <a:pt x="281828" y="310310"/>
                  </a:lnTo>
                  <a:lnTo>
                    <a:pt x="282020" y="307746"/>
                  </a:lnTo>
                  <a:lnTo>
                    <a:pt x="282211" y="305181"/>
                  </a:lnTo>
                  <a:lnTo>
                    <a:pt x="282401" y="302617"/>
                  </a:lnTo>
                  <a:lnTo>
                    <a:pt x="282592" y="300052"/>
                  </a:lnTo>
                  <a:lnTo>
                    <a:pt x="282782" y="297488"/>
                  </a:lnTo>
                  <a:lnTo>
                    <a:pt x="282973" y="294923"/>
                  </a:lnTo>
                  <a:lnTo>
                    <a:pt x="283166" y="292358"/>
                  </a:lnTo>
                  <a:lnTo>
                    <a:pt x="283361" y="289794"/>
                  </a:lnTo>
                  <a:lnTo>
                    <a:pt x="283557" y="287229"/>
                  </a:lnTo>
                  <a:lnTo>
                    <a:pt x="283757" y="284665"/>
                  </a:lnTo>
                  <a:lnTo>
                    <a:pt x="283959" y="282100"/>
                  </a:lnTo>
                  <a:lnTo>
                    <a:pt x="284164" y="279536"/>
                  </a:lnTo>
                  <a:lnTo>
                    <a:pt x="284374" y="276971"/>
                  </a:lnTo>
                  <a:lnTo>
                    <a:pt x="284586" y="274407"/>
                  </a:lnTo>
                  <a:lnTo>
                    <a:pt x="284803" y="271842"/>
                  </a:lnTo>
                  <a:lnTo>
                    <a:pt x="285025" y="269277"/>
                  </a:lnTo>
                  <a:lnTo>
                    <a:pt x="285250" y="266713"/>
                  </a:lnTo>
                  <a:lnTo>
                    <a:pt x="285480" y="264148"/>
                  </a:lnTo>
                  <a:lnTo>
                    <a:pt x="285715" y="261584"/>
                  </a:lnTo>
                  <a:lnTo>
                    <a:pt x="285954" y="259019"/>
                  </a:lnTo>
                  <a:lnTo>
                    <a:pt x="286199" y="256455"/>
                  </a:lnTo>
                  <a:lnTo>
                    <a:pt x="286448" y="253890"/>
                  </a:lnTo>
                  <a:lnTo>
                    <a:pt x="286701" y="251326"/>
                  </a:lnTo>
                  <a:lnTo>
                    <a:pt x="286961" y="248761"/>
                  </a:lnTo>
                  <a:lnTo>
                    <a:pt x="287224" y="246197"/>
                  </a:lnTo>
                  <a:lnTo>
                    <a:pt x="287492" y="243632"/>
                  </a:lnTo>
                  <a:lnTo>
                    <a:pt x="287765" y="241067"/>
                  </a:lnTo>
                  <a:lnTo>
                    <a:pt x="288041" y="238503"/>
                  </a:lnTo>
                  <a:lnTo>
                    <a:pt x="288323" y="235938"/>
                  </a:lnTo>
                  <a:lnTo>
                    <a:pt x="288608" y="233374"/>
                  </a:lnTo>
                  <a:lnTo>
                    <a:pt x="288896" y="230809"/>
                  </a:lnTo>
                  <a:lnTo>
                    <a:pt x="289189" y="228245"/>
                  </a:lnTo>
                  <a:lnTo>
                    <a:pt x="289485" y="225680"/>
                  </a:lnTo>
                  <a:lnTo>
                    <a:pt x="289783" y="223116"/>
                  </a:lnTo>
                  <a:lnTo>
                    <a:pt x="290086" y="220551"/>
                  </a:lnTo>
                  <a:lnTo>
                    <a:pt x="290390" y="217986"/>
                  </a:lnTo>
                  <a:lnTo>
                    <a:pt x="290696" y="215422"/>
                  </a:lnTo>
                  <a:lnTo>
                    <a:pt x="291005" y="212857"/>
                  </a:lnTo>
                  <a:lnTo>
                    <a:pt x="291314" y="210293"/>
                  </a:lnTo>
                  <a:lnTo>
                    <a:pt x="291626" y="207728"/>
                  </a:lnTo>
                  <a:lnTo>
                    <a:pt x="291938" y="205164"/>
                  </a:lnTo>
                  <a:lnTo>
                    <a:pt x="292251" y="202599"/>
                  </a:lnTo>
                  <a:lnTo>
                    <a:pt x="292564" y="200035"/>
                  </a:lnTo>
                  <a:lnTo>
                    <a:pt x="292877" y="197470"/>
                  </a:lnTo>
                  <a:lnTo>
                    <a:pt x="293190" y="194905"/>
                  </a:lnTo>
                  <a:lnTo>
                    <a:pt x="293501" y="192341"/>
                  </a:lnTo>
                  <a:lnTo>
                    <a:pt x="293812" y="189776"/>
                  </a:lnTo>
                  <a:lnTo>
                    <a:pt x="294122" y="187212"/>
                  </a:lnTo>
                  <a:lnTo>
                    <a:pt x="294429" y="184647"/>
                  </a:lnTo>
                  <a:lnTo>
                    <a:pt x="294735" y="182083"/>
                  </a:lnTo>
                  <a:lnTo>
                    <a:pt x="295039" y="179518"/>
                  </a:lnTo>
                  <a:lnTo>
                    <a:pt x="295339" y="176954"/>
                  </a:lnTo>
                  <a:lnTo>
                    <a:pt x="295638" y="174389"/>
                  </a:lnTo>
                  <a:lnTo>
                    <a:pt x="295932" y="171825"/>
                  </a:lnTo>
                  <a:lnTo>
                    <a:pt x="296223" y="169260"/>
                  </a:lnTo>
                  <a:lnTo>
                    <a:pt x="296511" y="166695"/>
                  </a:lnTo>
                  <a:lnTo>
                    <a:pt x="296794" y="164131"/>
                  </a:lnTo>
                  <a:lnTo>
                    <a:pt x="297073" y="161566"/>
                  </a:lnTo>
                  <a:lnTo>
                    <a:pt x="297348" y="159002"/>
                  </a:lnTo>
                  <a:lnTo>
                    <a:pt x="297618" y="156437"/>
                  </a:lnTo>
                  <a:lnTo>
                    <a:pt x="297883" y="153873"/>
                  </a:lnTo>
                  <a:lnTo>
                    <a:pt x="298144" y="151308"/>
                  </a:lnTo>
                  <a:lnTo>
                    <a:pt x="298398" y="148744"/>
                  </a:lnTo>
                  <a:lnTo>
                    <a:pt x="298649" y="146179"/>
                  </a:lnTo>
                  <a:lnTo>
                    <a:pt x="298892" y="143614"/>
                  </a:lnTo>
                  <a:lnTo>
                    <a:pt x="299131" y="141050"/>
                  </a:lnTo>
                  <a:lnTo>
                    <a:pt x="299365" y="138485"/>
                  </a:lnTo>
                  <a:lnTo>
                    <a:pt x="299591" y="135921"/>
                  </a:lnTo>
                  <a:lnTo>
                    <a:pt x="299813" y="133356"/>
                  </a:lnTo>
                  <a:lnTo>
                    <a:pt x="300029" y="130792"/>
                  </a:lnTo>
                  <a:lnTo>
                    <a:pt x="300237" y="128227"/>
                  </a:lnTo>
                  <a:lnTo>
                    <a:pt x="300442" y="125663"/>
                  </a:lnTo>
                  <a:lnTo>
                    <a:pt x="300639" y="123098"/>
                  </a:lnTo>
                  <a:lnTo>
                    <a:pt x="300830" y="120533"/>
                  </a:lnTo>
                  <a:lnTo>
                    <a:pt x="301017" y="117969"/>
                  </a:lnTo>
                  <a:lnTo>
                    <a:pt x="301195" y="115404"/>
                  </a:lnTo>
                  <a:lnTo>
                    <a:pt x="301369" y="112840"/>
                  </a:lnTo>
                  <a:lnTo>
                    <a:pt x="301538" y="110275"/>
                  </a:lnTo>
                  <a:lnTo>
                    <a:pt x="301698" y="107711"/>
                  </a:lnTo>
                  <a:lnTo>
                    <a:pt x="301854" y="105146"/>
                  </a:lnTo>
                  <a:lnTo>
                    <a:pt x="302006" y="102582"/>
                  </a:lnTo>
                  <a:lnTo>
                    <a:pt x="302149" y="100017"/>
                  </a:lnTo>
                  <a:lnTo>
                    <a:pt x="302288" y="97452"/>
                  </a:lnTo>
                  <a:lnTo>
                    <a:pt x="302422" y="94888"/>
                  </a:lnTo>
                  <a:lnTo>
                    <a:pt x="302549" y="92323"/>
                  </a:lnTo>
                  <a:lnTo>
                    <a:pt x="302673" y="89759"/>
                  </a:lnTo>
                  <a:lnTo>
                    <a:pt x="302790" y="87194"/>
                  </a:lnTo>
                  <a:lnTo>
                    <a:pt x="302903" y="84630"/>
                  </a:lnTo>
                  <a:lnTo>
                    <a:pt x="303011" y="82065"/>
                  </a:lnTo>
                  <a:lnTo>
                    <a:pt x="303113" y="79501"/>
                  </a:lnTo>
                  <a:lnTo>
                    <a:pt x="303211" y="76936"/>
                  </a:lnTo>
                  <a:lnTo>
                    <a:pt x="303306" y="74372"/>
                  </a:lnTo>
                  <a:lnTo>
                    <a:pt x="303394" y="71807"/>
                  </a:lnTo>
                  <a:lnTo>
                    <a:pt x="303479" y="69242"/>
                  </a:lnTo>
                  <a:lnTo>
                    <a:pt x="303560" y="66678"/>
                  </a:lnTo>
                  <a:lnTo>
                    <a:pt x="303636" y="64113"/>
                  </a:lnTo>
                  <a:lnTo>
                    <a:pt x="303710" y="61549"/>
                  </a:lnTo>
                  <a:lnTo>
                    <a:pt x="303778" y="58984"/>
                  </a:lnTo>
                  <a:lnTo>
                    <a:pt x="303843" y="56420"/>
                  </a:lnTo>
                  <a:lnTo>
                    <a:pt x="303906" y="53855"/>
                  </a:lnTo>
                  <a:lnTo>
                    <a:pt x="303964" y="51291"/>
                  </a:lnTo>
                  <a:lnTo>
                    <a:pt x="304019" y="48726"/>
                  </a:lnTo>
                  <a:lnTo>
                    <a:pt x="304072" y="46161"/>
                  </a:lnTo>
                  <a:lnTo>
                    <a:pt x="304121" y="43597"/>
                  </a:lnTo>
                  <a:lnTo>
                    <a:pt x="304168" y="41032"/>
                  </a:lnTo>
                  <a:lnTo>
                    <a:pt x="304212" y="38468"/>
                  </a:lnTo>
                  <a:lnTo>
                    <a:pt x="304253" y="35903"/>
                  </a:lnTo>
                  <a:lnTo>
                    <a:pt x="304292" y="33339"/>
                  </a:lnTo>
                  <a:lnTo>
                    <a:pt x="304328" y="30774"/>
                  </a:lnTo>
                  <a:lnTo>
                    <a:pt x="304362" y="28210"/>
                  </a:lnTo>
                  <a:lnTo>
                    <a:pt x="304394" y="25645"/>
                  </a:lnTo>
                  <a:lnTo>
                    <a:pt x="304424" y="23080"/>
                  </a:lnTo>
                  <a:lnTo>
                    <a:pt x="304452" y="20516"/>
                  </a:lnTo>
                  <a:lnTo>
                    <a:pt x="304479" y="17951"/>
                  </a:lnTo>
                  <a:lnTo>
                    <a:pt x="304503" y="15387"/>
                  </a:lnTo>
                  <a:lnTo>
                    <a:pt x="304526" y="12822"/>
                  </a:lnTo>
                  <a:lnTo>
                    <a:pt x="304548" y="10258"/>
                  </a:lnTo>
                  <a:lnTo>
                    <a:pt x="304567" y="7693"/>
                  </a:lnTo>
                  <a:lnTo>
                    <a:pt x="304586" y="5129"/>
                  </a:lnTo>
                  <a:lnTo>
                    <a:pt x="304604" y="2564"/>
                  </a:lnTo>
                  <a:lnTo>
                    <a:pt x="304619" y="0"/>
                  </a:lnTo>
                  <a:lnTo>
                    <a:pt x="304995" y="0"/>
                  </a:lnTo>
                  <a:lnTo>
                    <a:pt x="305011" y="2564"/>
                  </a:lnTo>
                  <a:lnTo>
                    <a:pt x="305028" y="5129"/>
                  </a:lnTo>
                  <a:lnTo>
                    <a:pt x="305047" y="7693"/>
                  </a:lnTo>
                  <a:lnTo>
                    <a:pt x="305066" y="10258"/>
                  </a:lnTo>
                  <a:lnTo>
                    <a:pt x="305088" y="12822"/>
                  </a:lnTo>
                  <a:lnTo>
                    <a:pt x="305111" y="15387"/>
                  </a:lnTo>
                  <a:lnTo>
                    <a:pt x="305135" y="17951"/>
                  </a:lnTo>
                  <a:lnTo>
                    <a:pt x="305162" y="20516"/>
                  </a:lnTo>
                  <a:lnTo>
                    <a:pt x="305190" y="23080"/>
                  </a:lnTo>
                  <a:lnTo>
                    <a:pt x="305220" y="25645"/>
                  </a:lnTo>
                  <a:lnTo>
                    <a:pt x="305252" y="28210"/>
                  </a:lnTo>
                  <a:lnTo>
                    <a:pt x="305286" y="30774"/>
                  </a:lnTo>
                  <a:lnTo>
                    <a:pt x="305323" y="33339"/>
                  </a:lnTo>
                  <a:lnTo>
                    <a:pt x="305362" y="35903"/>
                  </a:lnTo>
                  <a:lnTo>
                    <a:pt x="305402" y="38468"/>
                  </a:lnTo>
                  <a:lnTo>
                    <a:pt x="305446" y="41032"/>
                  </a:lnTo>
                  <a:lnTo>
                    <a:pt x="305493" y="43597"/>
                  </a:lnTo>
                  <a:lnTo>
                    <a:pt x="305542" y="46161"/>
                  </a:lnTo>
                  <a:lnTo>
                    <a:pt x="305595" y="48726"/>
                  </a:lnTo>
                  <a:lnTo>
                    <a:pt x="305650" y="51291"/>
                  </a:lnTo>
                  <a:lnTo>
                    <a:pt x="305708" y="53855"/>
                  </a:lnTo>
                  <a:lnTo>
                    <a:pt x="305771" y="56420"/>
                  </a:lnTo>
                  <a:lnTo>
                    <a:pt x="305836" y="58984"/>
                  </a:lnTo>
                  <a:lnTo>
                    <a:pt x="305905" y="61549"/>
                  </a:lnTo>
                  <a:lnTo>
                    <a:pt x="305978" y="64113"/>
                  </a:lnTo>
                  <a:lnTo>
                    <a:pt x="306054" y="66678"/>
                  </a:lnTo>
                  <a:lnTo>
                    <a:pt x="306135" y="69242"/>
                  </a:lnTo>
                  <a:lnTo>
                    <a:pt x="306220" y="71807"/>
                  </a:lnTo>
                  <a:lnTo>
                    <a:pt x="306308" y="74372"/>
                  </a:lnTo>
                  <a:lnTo>
                    <a:pt x="306403" y="76936"/>
                  </a:lnTo>
                  <a:lnTo>
                    <a:pt x="306501" y="79501"/>
                  </a:lnTo>
                  <a:lnTo>
                    <a:pt x="306603" y="82065"/>
                  </a:lnTo>
                  <a:lnTo>
                    <a:pt x="306712" y="84630"/>
                  </a:lnTo>
                  <a:lnTo>
                    <a:pt x="306824" y="87194"/>
                  </a:lnTo>
                  <a:lnTo>
                    <a:pt x="306941" y="89759"/>
                  </a:lnTo>
                  <a:lnTo>
                    <a:pt x="307065" y="92323"/>
                  </a:lnTo>
                  <a:lnTo>
                    <a:pt x="307192" y="94888"/>
                  </a:lnTo>
                  <a:lnTo>
                    <a:pt x="307326" y="97452"/>
                  </a:lnTo>
                  <a:lnTo>
                    <a:pt x="307465" y="100017"/>
                  </a:lnTo>
                  <a:lnTo>
                    <a:pt x="307609" y="102582"/>
                  </a:lnTo>
                  <a:lnTo>
                    <a:pt x="307760" y="105146"/>
                  </a:lnTo>
                  <a:lnTo>
                    <a:pt x="307916" y="107711"/>
                  </a:lnTo>
                  <a:lnTo>
                    <a:pt x="308076" y="110275"/>
                  </a:lnTo>
                  <a:lnTo>
                    <a:pt x="308246" y="112840"/>
                  </a:lnTo>
                  <a:lnTo>
                    <a:pt x="308419" y="115404"/>
                  </a:lnTo>
                  <a:lnTo>
                    <a:pt x="308598" y="117969"/>
                  </a:lnTo>
                  <a:lnTo>
                    <a:pt x="308784" y="120533"/>
                  </a:lnTo>
                  <a:lnTo>
                    <a:pt x="308975" y="123098"/>
                  </a:lnTo>
                  <a:lnTo>
                    <a:pt x="309173" y="125663"/>
                  </a:lnTo>
                  <a:lnTo>
                    <a:pt x="309377" y="128227"/>
                  </a:lnTo>
                  <a:lnTo>
                    <a:pt x="309585" y="130792"/>
                  </a:lnTo>
                  <a:lnTo>
                    <a:pt x="309802" y="133356"/>
                  </a:lnTo>
                  <a:lnTo>
                    <a:pt x="310023" y="135921"/>
                  </a:lnTo>
                  <a:lnTo>
                    <a:pt x="310249" y="138485"/>
                  </a:lnTo>
                  <a:lnTo>
                    <a:pt x="310483" y="141050"/>
                  </a:lnTo>
                  <a:lnTo>
                    <a:pt x="310722" y="143614"/>
                  </a:lnTo>
                  <a:lnTo>
                    <a:pt x="310965" y="146179"/>
                  </a:lnTo>
                  <a:lnTo>
                    <a:pt x="311216" y="148744"/>
                  </a:lnTo>
                  <a:lnTo>
                    <a:pt x="311471" y="151308"/>
                  </a:lnTo>
                  <a:lnTo>
                    <a:pt x="311731" y="153873"/>
                  </a:lnTo>
                  <a:lnTo>
                    <a:pt x="311997" y="156437"/>
                  </a:lnTo>
                  <a:lnTo>
                    <a:pt x="312266" y="159002"/>
                  </a:lnTo>
                  <a:lnTo>
                    <a:pt x="312541" y="161566"/>
                  </a:lnTo>
                  <a:lnTo>
                    <a:pt x="312821" y="164131"/>
                  </a:lnTo>
                  <a:lnTo>
                    <a:pt x="313103" y="166695"/>
                  </a:lnTo>
                  <a:lnTo>
                    <a:pt x="313391" y="169260"/>
                  </a:lnTo>
                  <a:lnTo>
                    <a:pt x="313682" y="171825"/>
                  </a:lnTo>
                  <a:lnTo>
                    <a:pt x="313977" y="174389"/>
                  </a:lnTo>
                  <a:lnTo>
                    <a:pt x="314275" y="176954"/>
                  </a:lnTo>
                  <a:lnTo>
                    <a:pt x="314575" y="179518"/>
                  </a:lnTo>
                  <a:lnTo>
                    <a:pt x="314879" y="182083"/>
                  </a:lnTo>
                  <a:lnTo>
                    <a:pt x="315185" y="184647"/>
                  </a:lnTo>
                  <a:lnTo>
                    <a:pt x="315492" y="187212"/>
                  </a:lnTo>
                  <a:lnTo>
                    <a:pt x="315802" y="189776"/>
                  </a:lnTo>
                  <a:lnTo>
                    <a:pt x="316113" y="192341"/>
                  </a:lnTo>
                  <a:lnTo>
                    <a:pt x="316425" y="194905"/>
                  </a:lnTo>
                  <a:lnTo>
                    <a:pt x="316737" y="197470"/>
                  </a:lnTo>
                  <a:lnTo>
                    <a:pt x="317050" y="200035"/>
                  </a:lnTo>
                  <a:lnTo>
                    <a:pt x="317364" y="202599"/>
                  </a:lnTo>
                  <a:lnTo>
                    <a:pt x="317676" y="205164"/>
                  </a:lnTo>
                  <a:lnTo>
                    <a:pt x="317989" y="207728"/>
                  </a:lnTo>
                  <a:lnTo>
                    <a:pt x="318300" y="210293"/>
                  </a:lnTo>
                  <a:lnTo>
                    <a:pt x="318610" y="212857"/>
                  </a:lnTo>
                  <a:lnTo>
                    <a:pt x="318918" y="215422"/>
                  </a:lnTo>
                  <a:lnTo>
                    <a:pt x="319225" y="217986"/>
                  </a:lnTo>
                  <a:lnTo>
                    <a:pt x="319529" y="220551"/>
                  </a:lnTo>
                  <a:lnTo>
                    <a:pt x="319831" y="223116"/>
                  </a:lnTo>
                  <a:lnTo>
                    <a:pt x="320129" y="225680"/>
                  </a:lnTo>
                  <a:lnTo>
                    <a:pt x="320425" y="228245"/>
                  </a:lnTo>
                  <a:lnTo>
                    <a:pt x="320718" y="230809"/>
                  </a:lnTo>
                  <a:lnTo>
                    <a:pt x="321006" y="233374"/>
                  </a:lnTo>
                  <a:lnTo>
                    <a:pt x="321292" y="235938"/>
                  </a:lnTo>
                  <a:lnTo>
                    <a:pt x="321573" y="238503"/>
                  </a:lnTo>
                  <a:lnTo>
                    <a:pt x="321849" y="241067"/>
                  </a:lnTo>
                  <a:lnTo>
                    <a:pt x="322123" y="243632"/>
                  </a:lnTo>
                  <a:lnTo>
                    <a:pt x="322390" y="246197"/>
                  </a:lnTo>
                  <a:lnTo>
                    <a:pt x="322653" y="248761"/>
                  </a:lnTo>
                  <a:lnTo>
                    <a:pt x="322913" y="251326"/>
                  </a:lnTo>
                  <a:lnTo>
                    <a:pt x="323166" y="253890"/>
                  </a:lnTo>
                  <a:lnTo>
                    <a:pt x="323415" y="256455"/>
                  </a:lnTo>
                  <a:lnTo>
                    <a:pt x="323661" y="259019"/>
                  </a:lnTo>
                  <a:lnTo>
                    <a:pt x="323899" y="261584"/>
                  </a:lnTo>
                  <a:lnTo>
                    <a:pt x="324134" y="264148"/>
                  </a:lnTo>
                  <a:lnTo>
                    <a:pt x="324365" y="266713"/>
                  </a:lnTo>
                  <a:lnTo>
                    <a:pt x="324589" y="269277"/>
                  </a:lnTo>
                  <a:lnTo>
                    <a:pt x="324811" y="271842"/>
                  </a:lnTo>
                  <a:lnTo>
                    <a:pt x="325028" y="274407"/>
                  </a:lnTo>
                  <a:lnTo>
                    <a:pt x="325240" y="276971"/>
                  </a:lnTo>
                  <a:lnTo>
                    <a:pt x="325450" y="279536"/>
                  </a:lnTo>
                  <a:lnTo>
                    <a:pt x="325655" y="282100"/>
                  </a:lnTo>
                  <a:lnTo>
                    <a:pt x="325857" y="284665"/>
                  </a:lnTo>
                  <a:lnTo>
                    <a:pt x="326057" y="287229"/>
                  </a:lnTo>
                  <a:lnTo>
                    <a:pt x="326253" y="289794"/>
                  </a:lnTo>
                  <a:lnTo>
                    <a:pt x="326448" y="292358"/>
                  </a:lnTo>
                  <a:lnTo>
                    <a:pt x="326641" y="294923"/>
                  </a:lnTo>
                  <a:lnTo>
                    <a:pt x="326832" y="297488"/>
                  </a:lnTo>
                  <a:lnTo>
                    <a:pt x="327023" y="300052"/>
                  </a:lnTo>
                  <a:lnTo>
                    <a:pt x="327213" y="302617"/>
                  </a:lnTo>
                  <a:lnTo>
                    <a:pt x="327403" y="305181"/>
                  </a:lnTo>
                  <a:lnTo>
                    <a:pt x="327594" y="307746"/>
                  </a:lnTo>
                  <a:lnTo>
                    <a:pt x="327786" y="310310"/>
                  </a:lnTo>
                  <a:lnTo>
                    <a:pt x="327981" y="312875"/>
                  </a:lnTo>
                  <a:lnTo>
                    <a:pt x="328177" y="315439"/>
                  </a:lnTo>
                  <a:lnTo>
                    <a:pt x="328377" y="318004"/>
                  </a:lnTo>
                  <a:lnTo>
                    <a:pt x="328580" y="320569"/>
                  </a:lnTo>
                  <a:lnTo>
                    <a:pt x="328788" y="323133"/>
                  </a:lnTo>
                  <a:lnTo>
                    <a:pt x="329002" y="325698"/>
                  </a:lnTo>
                  <a:lnTo>
                    <a:pt x="329220" y="328262"/>
                  </a:lnTo>
                  <a:lnTo>
                    <a:pt x="329445" y="330827"/>
                  </a:lnTo>
                  <a:lnTo>
                    <a:pt x="329678" y="333391"/>
                  </a:lnTo>
                  <a:lnTo>
                    <a:pt x="329917" y="335956"/>
                  </a:lnTo>
                  <a:lnTo>
                    <a:pt x="330167" y="338520"/>
                  </a:lnTo>
                  <a:lnTo>
                    <a:pt x="330426" y="341085"/>
                  </a:lnTo>
                  <a:lnTo>
                    <a:pt x="330692" y="343650"/>
                  </a:lnTo>
                  <a:lnTo>
                    <a:pt x="330975" y="346214"/>
                  </a:lnTo>
                  <a:lnTo>
                    <a:pt x="331266" y="348779"/>
                  </a:lnTo>
                  <a:lnTo>
                    <a:pt x="331567" y="351343"/>
                  </a:lnTo>
                  <a:lnTo>
                    <a:pt x="331887" y="353908"/>
                  </a:lnTo>
                  <a:lnTo>
                    <a:pt x="332217" y="356472"/>
                  </a:lnTo>
                  <a:lnTo>
                    <a:pt x="332562" y="359037"/>
                  </a:lnTo>
                  <a:lnTo>
                    <a:pt x="332925" y="361601"/>
                  </a:lnTo>
                  <a:lnTo>
                    <a:pt x="333299" y="364166"/>
                  </a:lnTo>
                  <a:lnTo>
                    <a:pt x="333695" y="366730"/>
                  </a:lnTo>
                  <a:lnTo>
                    <a:pt x="334108" y="369295"/>
                  </a:lnTo>
                  <a:lnTo>
                    <a:pt x="334533" y="371860"/>
                  </a:lnTo>
                  <a:lnTo>
                    <a:pt x="334986" y="374424"/>
                  </a:lnTo>
                  <a:lnTo>
                    <a:pt x="335454" y="376989"/>
                  </a:lnTo>
                  <a:lnTo>
                    <a:pt x="335939" y="379553"/>
                  </a:lnTo>
                  <a:lnTo>
                    <a:pt x="336454" y="382118"/>
                  </a:lnTo>
                  <a:lnTo>
                    <a:pt x="336984" y="384682"/>
                  </a:lnTo>
                  <a:lnTo>
                    <a:pt x="337536" y="387247"/>
                  </a:lnTo>
                  <a:lnTo>
                    <a:pt x="338116" y="389811"/>
                  </a:lnTo>
                  <a:lnTo>
                    <a:pt x="338713" y="392376"/>
                  </a:lnTo>
                  <a:lnTo>
                    <a:pt x="339339" y="394941"/>
                  </a:lnTo>
                  <a:lnTo>
                    <a:pt x="339989" y="397505"/>
                  </a:lnTo>
                  <a:lnTo>
                    <a:pt x="340657" y="400070"/>
                  </a:lnTo>
                  <a:lnTo>
                    <a:pt x="341362" y="402634"/>
                  </a:lnTo>
                  <a:lnTo>
                    <a:pt x="342088" y="405199"/>
                  </a:lnTo>
                  <a:lnTo>
                    <a:pt x="342835" y="407763"/>
                  </a:lnTo>
                  <a:lnTo>
                    <a:pt x="343621" y="410328"/>
                  </a:lnTo>
                  <a:lnTo>
                    <a:pt x="344426" y="412892"/>
                  </a:lnTo>
                  <a:lnTo>
                    <a:pt x="345259" y="415457"/>
                  </a:lnTo>
                  <a:lnTo>
                    <a:pt x="346127" y="418022"/>
                  </a:lnTo>
                  <a:lnTo>
                    <a:pt x="347014" y="420586"/>
                  </a:lnTo>
                  <a:lnTo>
                    <a:pt x="347937" y="423151"/>
                  </a:lnTo>
                  <a:lnTo>
                    <a:pt x="348890" y="425715"/>
                  </a:lnTo>
                  <a:lnTo>
                    <a:pt x="349864" y="428280"/>
                  </a:lnTo>
                  <a:lnTo>
                    <a:pt x="350880" y="430844"/>
                  </a:lnTo>
                  <a:lnTo>
                    <a:pt x="351921" y="433409"/>
                  </a:lnTo>
                  <a:lnTo>
                    <a:pt x="352984" y="435973"/>
                  </a:lnTo>
                  <a:lnTo>
                    <a:pt x="354094" y="438538"/>
                  </a:lnTo>
                  <a:lnTo>
                    <a:pt x="355225" y="441102"/>
                  </a:lnTo>
                  <a:lnTo>
                    <a:pt x="356385" y="443667"/>
                  </a:lnTo>
                  <a:lnTo>
                    <a:pt x="357586" y="446232"/>
                  </a:lnTo>
                  <a:lnTo>
                    <a:pt x="358807" y="448796"/>
                  </a:lnTo>
                  <a:lnTo>
                    <a:pt x="360066" y="451361"/>
                  </a:lnTo>
                  <a:lnTo>
                    <a:pt x="361359" y="453925"/>
                  </a:lnTo>
                  <a:lnTo>
                    <a:pt x="362673" y="456490"/>
                  </a:lnTo>
                  <a:lnTo>
                    <a:pt x="364030" y="459054"/>
                  </a:lnTo>
                  <a:lnTo>
                    <a:pt x="365415" y="461619"/>
                  </a:lnTo>
                  <a:lnTo>
                    <a:pt x="366822" y="464183"/>
                  </a:lnTo>
                  <a:lnTo>
                    <a:pt x="368278" y="466748"/>
                  </a:lnTo>
                  <a:lnTo>
                    <a:pt x="369755" y="469313"/>
                  </a:lnTo>
                  <a:lnTo>
                    <a:pt x="371261" y="471877"/>
                  </a:lnTo>
                  <a:lnTo>
                    <a:pt x="372809" y="474442"/>
                  </a:lnTo>
                  <a:lnTo>
                    <a:pt x="374377" y="477006"/>
                  </a:lnTo>
                  <a:lnTo>
                    <a:pt x="375981" y="479571"/>
                  </a:lnTo>
                  <a:lnTo>
                    <a:pt x="377619" y="482135"/>
                  </a:lnTo>
                  <a:lnTo>
                    <a:pt x="379278" y="484700"/>
                  </a:lnTo>
                  <a:lnTo>
                    <a:pt x="380978" y="487264"/>
                  </a:lnTo>
                  <a:lnTo>
                    <a:pt x="382705" y="489829"/>
                  </a:lnTo>
                  <a:lnTo>
                    <a:pt x="384452" y="492394"/>
                  </a:lnTo>
                  <a:lnTo>
                    <a:pt x="386245" y="494958"/>
                  </a:lnTo>
                  <a:lnTo>
                    <a:pt x="388058" y="497523"/>
                  </a:lnTo>
                  <a:lnTo>
                    <a:pt x="389897" y="500087"/>
                  </a:lnTo>
                  <a:lnTo>
                    <a:pt x="391774" y="502652"/>
                  </a:lnTo>
                  <a:lnTo>
                    <a:pt x="393671" y="505216"/>
                  </a:lnTo>
                  <a:lnTo>
                    <a:pt x="395598" y="507781"/>
                  </a:lnTo>
                  <a:lnTo>
                    <a:pt x="397556" y="510345"/>
                  </a:lnTo>
                  <a:lnTo>
                    <a:pt x="399532" y="512910"/>
                  </a:lnTo>
                  <a:lnTo>
                    <a:pt x="401543" y="515475"/>
                  </a:lnTo>
                  <a:lnTo>
                    <a:pt x="403577" y="518039"/>
                  </a:lnTo>
                  <a:lnTo>
                    <a:pt x="405629" y="520604"/>
                  </a:lnTo>
                  <a:lnTo>
                    <a:pt x="407718" y="523168"/>
                  </a:lnTo>
                  <a:lnTo>
                    <a:pt x="409824" y="525733"/>
                  </a:lnTo>
                  <a:lnTo>
                    <a:pt x="411949" y="528297"/>
                  </a:lnTo>
                  <a:lnTo>
                    <a:pt x="414106" y="530862"/>
                  </a:lnTo>
                  <a:lnTo>
                    <a:pt x="416278" y="533426"/>
                  </a:lnTo>
                  <a:lnTo>
                    <a:pt x="418472" y="535991"/>
                  </a:lnTo>
                  <a:lnTo>
                    <a:pt x="420690" y="538555"/>
                  </a:lnTo>
                  <a:lnTo>
                    <a:pt x="422920" y="541120"/>
                  </a:lnTo>
                  <a:lnTo>
                    <a:pt x="425175" y="543685"/>
                  </a:lnTo>
                  <a:lnTo>
                    <a:pt x="427446" y="546249"/>
                  </a:lnTo>
                  <a:lnTo>
                    <a:pt x="429728" y="548814"/>
                  </a:lnTo>
                  <a:lnTo>
                    <a:pt x="432033" y="551378"/>
                  </a:lnTo>
                  <a:lnTo>
                    <a:pt x="434349" y="553943"/>
                  </a:lnTo>
                  <a:lnTo>
                    <a:pt x="436676" y="556507"/>
                  </a:lnTo>
                  <a:lnTo>
                    <a:pt x="439020" y="559072"/>
                  </a:lnTo>
                  <a:lnTo>
                    <a:pt x="441372" y="561636"/>
                  </a:lnTo>
                  <a:lnTo>
                    <a:pt x="443733" y="564201"/>
                  </a:lnTo>
                  <a:lnTo>
                    <a:pt x="446105" y="566766"/>
                  </a:lnTo>
                  <a:lnTo>
                    <a:pt x="448481" y="569330"/>
                  </a:lnTo>
                  <a:lnTo>
                    <a:pt x="450864" y="571895"/>
                  </a:lnTo>
                  <a:lnTo>
                    <a:pt x="453250" y="574459"/>
                  </a:lnTo>
                  <a:lnTo>
                    <a:pt x="455639" y="577024"/>
                  </a:lnTo>
                  <a:lnTo>
                    <a:pt x="458029" y="579588"/>
                  </a:lnTo>
                  <a:lnTo>
                    <a:pt x="460418" y="582153"/>
                  </a:lnTo>
                  <a:lnTo>
                    <a:pt x="462806" y="584717"/>
                  </a:lnTo>
                  <a:lnTo>
                    <a:pt x="465187" y="587282"/>
                  </a:lnTo>
                  <a:lnTo>
                    <a:pt x="467563" y="589847"/>
                  </a:lnTo>
                  <a:lnTo>
                    <a:pt x="469932" y="592411"/>
                  </a:lnTo>
                  <a:lnTo>
                    <a:pt x="472288" y="594976"/>
                  </a:lnTo>
                  <a:lnTo>
                    <a:pt x="474635" y="597540"/>
                  </a:lnTo>
                  <a:lnTo>
                    <a:pt x="476967" y="600105"/>
                  </a:lnTo>
                  <a:lnTo>
                    <a:pt x="479280" y="602669"/>
                  </a:lnTo>
                  <a:lnTo>
                    <a:pt x="481582" y="605234"/>
                  </a:lnTo>
                  <a:lnTo>
                    <a:pt x="483854" y="607798"/>
                  </a:lnTo>
                  <a:lnTo>
                    <a:pt x="486106" y="610363"/>
                  </a:lnTo>
                  <a:lnTo>
                    <a:pt x="488340" y="612927"/>
                  </a:lnTo>
                  <a:lnTo>
                    <a:pt x="490532" y="615492"/>
                  </a:lnTo>
                  <a:lnTo>
                    <a:pt x="492703" y="618057"/>
                  </a:lnTo>
                  <a:lnTo>
                    <a:pt x="494844" y="620621"/>
                  </a:lnTo>
                  <a:lnTo>
                    <a:pt x="496938" y="623186"/>
                  </a:lnTo>
                  <a:lnTo>
                    <a:pt x="499005" y="625750"/>
                  </a:lnTo>
                  <a:lnTo>
                    <a:pt x="501027" y="628315"/>
                  </a:lnTo>
                  <a:lnTo>
                    <a:pt x="503001" y="630879"/>
                  </a:lnTo>
                  <a:lnTo>
                    <a:pt x="504944" y="633444"/>
                  </a:lnTo>
                  <a:lnTo>
                    <a:pt x="506820" y="636008"/>
                  </a:lnTo>
                  <a:lnTo>
                    <a:pt x="508651" y="638573"/>
                  </a:lnTo>
                  <a:lnTo>
                    <a:pt x="510445" y="641138"/>
                  </a:lnTo>
                  <a:lnTo>
                    <a:pt x="512151" y="643702"/>
                  </a:lnTo>
                  <a:lnTo>
                    <a:pt x="513816" y="646267"/>
                  </a:lnTo>
                  <a:lnTo>
                    <a:pt x="515425" y="648831"/>
                  </a:lnTo>
                  <a:lnTo>
                    <a:pt x="516948" y="651396"/>
                  </a:lnTo>
                  <a:lnTo>
                    <a:pt x="518424" y="653960"/>
                  </a:lnTo>
                  <a:lnTo>
                    <a:pt x="519822" y="656525"/>
                  </a:lnTo>
                  <a:lnTo>
                    <a:pt x="521138" y="659089"/>
                  </a:lnTo>
                  <a:lnTo>
                    <a:pt x="522404" y="661654"/>
                  </a:lnTo>
                  <a:lnTo>
                    <a:pt x="523567" y="664219"/>
                  </a:lnTo>
                  <a:lnTo>
                    <a:pt x="524656" y="666783"/>
                  </a:lnTo>
                  <a:lnTo>
                    <a:pt x="525690" y="669348"/>
                  </a:lnTo>
                  <a:lnTo>
                    <a:pt x="526594" y="671912"/>
                  </a:lnTo>
                  <a:lnTo>
                    <a:pt x="527437" y="674477"/>
                  </a:lnTo>
                  <a:lnTo>
                    <a:pt x="528203" y="677041"/>
                  </a:lnTo>
                  <a:lnTo>
                    <a:pt x="528846" y="679606"/>
                  </a:lnTo>
                  <a:lnTo>
                    <a:pt x="529425" y="682170"/>
                  </a:lnTo>
                  <a:lnTo>
                    <a:pt x="529904" y="684735"/>
                  </a:lnTo>
                  <a:lnTo>
                    <a:pt x="530273" y="687300"/>
                  </a:lnTo>
                  <a:lnTo>
                    <a:pt x="530576" y="689864"/>
                  </a:lnTo>
                  <a:lnTo>
                    <a:pt x="530753" y="692429"/>
                  </a:lnTo>
                  <a:lnTo>
                    <a:pt x="530836" y="694993"/>
                  </a:lnTo>
                  <a:lnTo>
                    <a:pt x="530853" y="697558"/>
                  </a:lnTo>
                  <a:lnTo>
                    <a:pt x="530718" y="700122"/>
                  </a:lnTo>
                  <a:lnTo>
                    <a:pt x="530510" y="702687"/>
                  </a:lnTo>
                  <a:lnTo>
                    <a:pt x="530389" y="703752"/>
                  </a:lnTo>
                  <a:lnTo>
                    <a:pt x="530218" y="705251"/>
                  </a:lnTo>
                  <a:lnTo>
                    <a:pt x="529784" y="707816"/>
                  </a:lnTo>
                  <a:lnTo>
                    <a:pt x="529282" y="710380"/>
                  </a:lnTo>
                  <a:lnTo>
                    <a:pt x="528676" y="712945"/>
                  </a:lnTo>
                  <a:lnTo>
                    <a:pt x="527950" y="715510"/>
                  </a:lnTo>
                  <a:lnTo>
                    <a:pt x="527157" y="718074"/>
                  </a:lnTo>
                  <a:lnTo>
                    <a:pt x="526241" y="720639"/>
                  </a:lnTo>
                  <a:lnTo>
                    <a:pt x="525230" y="723203"/>
                  </a:lnTo>
                  <a:lnTo>
                    <a:pt x="524155" y="725768"/>
                  </a:lnTo>
                  <a:lnTo>
                    <a:pt x="522942" y="728332"/>
                  </a:lnTo>
                  <a:lnTo>
                    <a:pt x="521660" y="730897"/>
                  </a:lnTo>
                  <a:lnTo>
                    <a:pt x="520305" y="733461"/>
                  </a:lnTo>
                  <a:lnTo>
                    <a:pt x="518825" y="736026"/>
                  </a:lnTo>
                  <a:lnTo>
                    <a:pt x="517289" y="738591"/>
                  </a:lnTo>
                  <a:lnTo>
                    <a:pt x="515669" y="741155"/>
                  </a:lnTo>
                  <a:lnTo>
                    <a:pt x="513953" y="743720"/>
                  </a:lnTo>
                  <a:lnTo>
                    <a:pt x="512187" y="746284"/>
                  </a:lnTo>
                  <a:lnTo>
                    <a:pt x="510332" y="748849"/>
                  </a:lnTo>
                  <a:lnTo>
                    <a:pt x="508409" y="751413"/>
                  </a:lnTo>
                  <a:lnTo>
                    <a:pt x="506441" y="753978"/>
                  </a:lnTo>
                  <a:lnTo>
                    <a:pt x="504387" y="756542"/>
                  </a:lnTo>
                  <a:lnTo>
                    <a:pt x="502290" y="759107"/>
                  </a:lnTo>
                  <a:lnTo>
                    <a:pt x="500152" y="761672"/>
                  </a:lnTo>
                  <a:lnTo>
                    <a:pt x="497945" y="764236"/>
                  </a:lnTo>
                  <a:lnTo>
                    <a:pt x="495712" y="766801"/>
                  </a:lnTo>
                  <a:lnTo>
                    <a:pt x="493441" y="769365"/>
                  </a:lnTo>
                  <a:lnTo>
                    <a:pt x="491131" y="771930"/>
                  </a:lnTo>
                  <a:lnTo>
                    <a:pt x="488804" y="774494"/>
                  </a:lnTo>
                  <a:lnTo>
                    <a:pt x="486450" y="777059"/>
                  </a:lnTo>
                  <a:lnTo>
                    <a:pt x="484082" y="779623"/>
                  </a:lnTo>
                  <a:lnTo>
                    <a:pt x="481707" y="782188"/>
                  </a:lnTo>
                  <a:lnTo>
                    <a:pt x="479326" y="784752"/>
                  </a:lnTo>
                  <a:lnTo>
                    <a:pt x="476948" y="787317"/>
                  </a:lnTo>
                  <a:lnTo>
                    <a:pt x="474574" y="789882"/>
                  </a:lnTo>
                  <a:lnTo>
                    <a:pt x="472222" y="792446"/>
                  </a:lnTo>
                  <a:lnTo>
                    <a:pt x="469885" y="795011"/>
                  </a:lnTo>
                  <a:lnTo>
                    <a:pt x="469632" y="795290"/>
                  </a:lnTo>
                  <a:lnTo>
                    <a:pt x="467570" y="797575"/>
                  </a:lnTo>
                  <a:lnTo>
                    <a:pt x="465299" y="800140"/>
                  </a:lnTo>
                  <a:lnTo>
                    <a:pt x="463054" y="802704"/>
                  </a:lnTo>
                  <a:lnTo>
                    <a:pt x="460859" y="805269"/>
                  </a:lnTo>
                  <a:lnTo>
                    <a:pt x="458722" y="807833"/>
                  </a:lnTo>
                  <a:lnTo>
                    <a:pt x="456622" y="810398"/>
                  </a:lnTo>
                  <a:lnTo>
                    <a:pt x="454606" y="812963"/>
                  </a:lnTo>
                  <a:lnTo>
                    <a:pt x="452654" y="815527"/>
                  </a:lnTo>
                  <a:lnTo>
                    <a:pt x="450751" y="818092"/>
                  </a:lnTo>
                  <a:lnTo>
                    <a:pt x="448973" y="820656"/>
                  </a:lnTo>
                  <a:lnTo>
                    <a:pt x="447256" y="823221"/>
                  </a:lnTo>
                  <a:lnTo>
                    <a:pt x="445620" y="825785"/>
                  </a:lnTo>
                  <a:lnTo>
                    <a:pt x="444116" y="828350"/>
                  </a:lnTo>
                  <a:lnTo>
                    <a:pt x="442683" y="830914"/>
                  </a:lnTo>
                  <a:lnTo>
                    <a:pt x="441368" y="833479"/>
                  </a:lnTo>
                  <a:lnTo>
                    <a:pt x="440182" y="836044"/>
                  </a:lnTo>
                  <a:lnTo>
                    <a:pt x="439077" y="838608"/>
                  </a:lnTo>
                  <a:lnTo>
                    <a:pt x="438132" y="841173"/>
                  </a:lnTo>
                  <a:lnTo>
                    <a:pt x="437306" y="843737"/>
                  </a:lnTo>
                  <a:lnTo>
                    <a:pt x="436568" y="846302"/>
                  </a:lnTo>
                  <a:lnTo>
                    <a:pt x="436037" y="848866"/>
                  </a:lnTo>
                  <a:lnTo>
                    <a:pt x="435606" y="851431"/>
                  </a:lnTo>
                  <a:lnTo>
                    <a:pt x="435296" y="853995"/>
                  </a:lnTo>
                  <a:lnTo>
                    <a:pt x="435188" y="856560"/>
                  </a:lnTo>
                  <a:lnTo>
                    <a:pt x="435181" y="859125"/>
                  </a:lnTo>
                  <a:lnTo>
                    <a:pt x="435335" y="861689"/>
                  </a:lnTo>
                  <a:lnTo>
                    <a:pt x="435669" y="864254"/>
                  </a:lnTo>
                  <a:lnTo>
                    <a:pt x="436107" y="866818"/>
                  </a:lnTo>
                  <a:lnTo>
                    <a:pt x="436747" y="869383"/>
                  </a:lnTo>
                  <a:lnTo>
                    <a:pt x="437538" y="871947"/>
                  </a:lnTo>
                  <a:lnTo>
                    <a:pt x="438436" y="874512"/>
                  </a:lnTo>
                  <a:lnTo>
                    <a:pt x="439572" y="877076"/>
                  </a:lnTo>
                  <a:lnTo>
                    <a:pt x="440826" y="879641"/>
                  </a:lnTo>
                  <a:lnTo>
                    <a:pt x="442211" y="882205"/>
                  </a:lnTo>
                  <a:lnTo>
                    <a:pt x="443822" y="884770"/>
                  </a:lnTo>
                  <a:lnTo>
                    <a:pt x="445538" y="887335"/>
                  </a:lnTo>
                  <a:lnTo>
                    <a:pt x="447415" y="889899"/>
                  </a:lnTo>
                  <a:lnTo>
                    <a:pt x="449477" y="892464"/>
                  </a:lnTo>
                  <a:lnTo>
                    <a:pt x="451642" y="895028"/>
                  </a:lnTo>
                  <a:lnTo>
                    <a:pt x="453993" y="897593"/>
                  </a:lnTo>
                  <a:lnTo>
                    <a:pt x="456488" y="900157"/>
                  </a:lnTo>
                  <a:lnTo>
                    <a:pt x="459079" y="902722"/>
                  </a:lnTo>
                  <a:lnTo>
                    <a:pt x="461872" y="905286"/>
                  </a:lnTo>
                  <a:lnTo>
                    <a:pt x="464769" y="907851"/>
                  </a:lnTo>
                  <a:lnTo>
                    <a:pt x="467767" y="910416"/>
                  </a:lnTo>
                  <a:lnTo>
                    <a:pt x="470946" y="912980"/>
                  </a:lnTo>
                  <a:lnTo>
                    <a:pt x="474204" y="915545"/>
                  </a:lnTo>
                  <a:lnTo>
                    <a:pt x="477575" y="918109"/>
                  </a:lnTo>
                  <a:lnTo>
                    <a:pt x="481077" y="920674"/>
                  </a:lnTo>
                  <a:lnTo>
                    <a:pt x="484646" y="923238"/>
                  </a:lnTo>
                  <a:lnTo>
                    <a:pt x="488328" y="925803"/>
                  </a:lnTo>
                  <a:lnTo>
                    <a:pt x="492095" y="928367"/>
                  </a:lnTo>
                  <a:lnTo>
                    <a:pt x="495916" y="930932"/>
                  </a:lnTo>
                  <a:lnTo>
                    <a:pt x="499837" y="933497"/>
                  </a:lnTo>
                  <a:lnTo>
                    <a:pt x="503805" y="936061"/>
                  </a:lnTo>
                  <a:lnTo>
                    <a:pt x="507815" y="938626"/>
                  </a:lnTo>
                  <a:lnTo>
                    <a:pt x="511890" y="941190"/>
                  </a:lnTo>
                  <a:lnTo>
                    <a:pt x="515985" y="943755"/>
                  </a:lnTo>
                  <a:lnTo>
                    <a:pt x="520108" y="946319"/>
                  </a:lnTo>
                  <a:lnTo>
                    <a:pt x="524250" y="948884"/>
                  </a:lnTo>
                  <a:lnTo>
                    <a:pt x="528396" y="951448"/>
                  </a:lnTo>
                  <a:lnTo>
                    <a:pt x="532540" y="954013"/>
                  </a:lnTo>
                  <a:lnTo>
                    <a:pt x="536668" y="956577"/>
                  </a:lnTo>
                  <a:lnTo>
                    <a:pt x="540781" y="959142"/>
                  </a:lnTo>
                  <a:lnTo>
                    <a:pt x="544851" y="961707"/>
                  </a:lnTo>
                  <a:lnTo>
                    <a:pt x="548880" y="964271"/>
                  </a:lnTo>
                  <a:lnTo>
                    <a:pt x="552876" y="966836"/>
                  </a:lnTo>
                  <a:lnTo>
                    <a:pt x="556775" y="969400"/>
                  </a:lnTo>
                  <a:lnTo>
                    <a:pt x="560621" y="971965"/>
                  </a:lnTo>
                  <a:lnTo>
                    <a:pt x="564396" y="974529"/>
                  </a:lnTo>
                  <a:lnTo>
                    <a:pt x="568047" y="977094"/>
                  </a:lnTo>
                  <a:lnTo>
                    <a:pt x="571628" y="979658"/>
                  </a:lnTo>
                  <a:lnTo>
                    <a:pt x="575087" y="982223"/>
                  </a:lnTo>
                  <a:lnTo>
                    <a:pt x="578409" y="984788"/>
                  </a:lnTo>
                  <a:lnTo>
                    <a:pt x="581646" y="987352"/>
                  </a:lnTo>
                  <a:lnTo>
                    <a:pt x="584699" y="989917"/>
                  </a:lnTo>
                  <a:lnTo>
                    <a:pt x="587618" y="992481"/>
                  </a:lnTo>
                  <a:lnTo>
                    <a:pt x="590437" y="995046"/>
                  </a:lnTo>
                  <a:lnTo>
                    <a:pt x="593004" y="997610"/>
                  </a:lnTo>
                  <a:lnTo>
                    <a:pt x="595452" y="1000175"/>
                  </a:lnTo>
                  <a:lnTo>
                    <a:pt x="597749" y="1002739"/>
                  </a:lnTo>
                  <a:lnTo>
                    <a:pt x="599796" y="1005304"/>
                  </a:lnTo>
                  <a:lnTo>
                    <a:pt x="601715" y="1007869"/>
                  </a:lnTo>
                  <a:lnTo>
                    <a:pt x="603425" y="1010433"/>
                  </a:lnTo>
                  <a:lnTo>
                    <a:pt x="604904" y="1012998"/>
                  </a:lnTo>
                  <a:lnTo>
                    <a:pt x="606246" y="1015562"/>
                  </a:lnTo>
                  <a:lnTo>
                    <a:pt x="607318" y="1018127"/>
                  </a:lnTo>
                  <a:lnTo>
                    <a:pt x="608191" y="1020691"/>
                  </a:lnTo>
                  <a:lnTo>
                    <a:pt x="608919" y="1023256"/>
                  </a:lnTo>
                  <a:lnTo>
                    <a:pt x="609319" y="1025820"/>
                  </a:lnTo>
                  <a:lnTo>
                    <a:pt x="609559" y="1028385"/>
                  </a:lnTo>
                  <a:lnTo>
                    <a:pt x="609615" y="1030950"/>
                  </a:lnTo>
                  <a:lnTo>
                    <a:pt x="609574" y="1031363"/>
                  </a:lnTo>
                  <a:lnTo>
                    <a:pt x="609360" y="1033514"/>
                  </a:lnTo>
                  <a:lnTo>
                    <a:pt x="608956" y="1036079"/>
                  </a:lnTo>
                  <a:lnTo>
                    <a:pt x="608318" y="1038643"/>
                  </a:lnTo>
                  <a:lnTo>
                    <a:pt x="607418" y="1041208"/>
                  </a:lnTo>
                  <a:lnTo>
                    <a:pt x="606369" y="1043772"/>
                  </a:lnTo>
                  <a:lnTo>
                    <a:pt x="605045" y="1046337"/>
                  </a:lnTo>
                  <a:lnTo>
                    <a:pt x="603511" y="1048901"/>
                  </a:lnTo>
                  <a:lnTo>
                    <a:pt x="601833" y="1051466"/>
                  </a:lnTo>
                  <a:lnTo>
                    <a:pt x="599845" y="1054030"/>
                  </a:lnTo>
                  <a:lnTo>
                    <a:pt x="597702" y="1056595"/>
                  </a:lnTo>
                  <a:lnTo>
                    <a:pt x="595396" y="1059160"/>
                  </a:lnTo>
                  <a:lnTo>
                    <a:pt x="592809" y="1061724"/>
                  </a:lnTo>
                  <a:lnTo>
                    <a:pt x="590093" y="1064289"/>
                  </a:lnTo>
                  <a:lnTo>
                    <a:pt x="587187" y="1066853"/>
                  </a:lnTo>
                  <a:lnTo>
                    <a:pt x="584062" y="1069418"/>
                  </a:lnTo>
                  <a:lnTo>
                    <a:pt x="580821" y="1071982"/>
                  </a:lnTo>
                  <a:lnTo>
                    <a:pt x="577373" y="1074547"/>
                  </a:lnTo>
                  <a:lnTo>
                    <a:pt x="573766" y="1077111"/>
                  </a:lnTo>
                  <a:lnTo>
                    <a:pt x="570054" y="1079676"/>
                  </a:lnTo>
                  <a:lnTo>
                    <a:pt x="566133" y="1082241"/>
                  </a:lnTo>
                  <a:lnTo>
                    <a:pt x="562105" y="1084805"/>
                  </a:lnTo>
                  <a:lnTo>
                    <a:pt x="557976" y="1087370"/>
                  </a:lnTo>
                  <a:lnTo>
                    <a:pt x="553669" y="1089934"/>
                  </a:lnTo>
                  <a:lnTo>
                    <a:pt x="549289" y="1092499"/>
                  </a:lnTo>
                  <a:lnTo>
                    <a:pt x="544804" y="1095063"/>
                  </a:lnTo>
                  <a:lnTo>
                    <a:pt x="540201" y="1097628"/>
                  </a:lnTo>
                  <a:lnTo>
                    <a:pt x="535539" y="1100192"/>
                  </a:lnTo>
                  <a:lnTo>
                    <a:pt x="530782" y="1102757"/>
                  </a:lnTo>
                  <a:lnTo>
                    <a:pt x="525955" y="1105322"/>
                  </a:lnTo>
                  <a:lnTo>
                    <a:pt x="521085" y="1107886"/>
                  </a:lnTo>
                  <a:lnTo>
                    <a:pt x="516141" y="1110451"/>
                  </a:lnTo>
                  <a:lnTo>
                    <a:pt x="511163" y="1113015"/>
                  </a:lnTo>
                  <a:lnTo>
                    <a:pt x="506157" y="1115580"/>
                  </a:lnTo>
                  <a:lnTo>
                    <a:pt x="501110" y="1118144"/>
                  </a:lnTo>
                  <a:lnTo>
                    <a:pt x="496053" y="1120709"/>
                  </a:lnTo>
                  <a:lnTo>
                    <a:pt x="490983" y="1123273"/>
                  </a:lnTo>
                  <a:lnTo>
                    <a:pt x="485911" y="1125838"/>
                  </a:lnTo>
                  <a:lnTo>
                    <a:pt x="480843" y="1128403"/>
                  </a:lnTo>
                  <a:lnTo>
                    <a:pt x="475787" y="1130967"/>
                  </a:lnTo>
                  <a:lnTo>
                    <a:pt x="470755" y="1133532"/>
                  </a:lnTo>
                  <a:lnTo>
                    <a:pt x="465739" y="1136096"/>
                  </a:lnTo>
                  <a:lnTo>
                    <a:pt x="460767" y="1138661"/>
                  </a:lnTo>
                  <a:lnTo>
                    <a:pt x="455831" y="1141225"/>
                  </a:lnTo>
                  <a:lnTo>
                    <a:pt x="450926" y="1143790"/>
                  </a:lnTo>
                  <a:lnTo>
                    <a:pt x="446099" y="1146354"/>
                  </a:lnTo>
                  <a:lnTo>
                    <a:pt x="441314" y="1148919"/>
                  </a:lnTo>
                  <a:lnTo>
                    <a:pt x="436582" y="1151483"/>
                  </a:lnTo>
                  <a:lnTo>
                    <a:pt x="431941" y="1154048"/>
                  </a:lnTo>
                  <a:lnTo>
                    <a:pt x="427349" y="1156613"/>
                  </a:lnTo>
                  <a:lnTo>
                    <a:pt x="422840" y="1159177"/>
                  </a:lnTo>
                  <a:lnTo>
                    <a:pt x="418422" y="1161742"/>
                  </a:lnTo>
                  <a:lnTo>
                    <a:pt x="414060" y="1164306"/>
                  </a:lnTo>
                  <a:lnTo>
                    <a:pt x="409813" y="1166871"/>
                  </a:lnTo>
                  <a:lnTo>
                    <a:pt x="405648" y="1169435"/>
                  </a:lnTo>
                  <a:lnTo>
                    <a:pt x="401545" y="1172000"/>
                  </a:lnTo>
                  <a:lnTo>
                    <a:pt x="397588" y="1174564"/>
                  </a:lnTo>
                  <a:lnTo>
                    <a:pt x="393699" y="1177129"/>
                  </a:lnTo>
                  <a:lnTo>
                    <a:pt x="389894" y="1179694"/>
                  </a:lnTo>
                  <a:lnTo>
                    <a:pt x="386227" y="1182258"/>
                  </a:lnTo>
                  <a:lnTo>
                    <a:pt x="382629" y="1184823"/>
                  </a:lnTo>
                  <a:lnTo>
                    <a:pt x="379140" y="1187387"/>
                  </a:lnTo>
                  <a:lnTo>
                    <a:pt x="375770" y="1189952"/>
                  </a:lnTo>
                  <a:lnTo>
                    <a:pt x="372470" y="1192516"/>
                  </a:lnTo>
                  <a:lnTo>
                    <a:pt x="369303" y="1195081"/>
                  </a:lnTo>
                  <a:lnTo>
                    <a:pt x="366233" y="1197645"/>
                  </a:lnTo>
                  <a:lnTo>
                    <a:pt x="363233" y="1200210"/>
                  </a:lnTo>
                  <a:lnTo>
                    <a:pt x="360386" y="1202775"/>
                  </a:lnTo>
                  <a:lnTo>
                    <a:pt x="357614" y="1205339"/>
                  </a:lnTo>
                  <a:lnTo>
                    <a:pt x="354925" y="1207904"/>
                  </a:lnTo>
                  <a:lnTo>
                    <a:pt x="352376" y="1210468"/>
                  </a:lnTo>
                  <a:lnTo>
                    <a:pt x="349892" y="1213033"/>
                  </a:lnTo>
                  <a:lnTo>
                    <a:pt x="347510" y="1215597"/>
                  </a:lnTo>
                  <a:lnTo>
                    <a:pt x="345241" y="1218162"/>
                  </a:lnTo>
                  <a:lnTo>
                    <a:pt x="343035" y="1220726"/>
                  </a:lnTo>
                  <a:lnTo>
                    <a:pt x="340944" y="1223291"/>
                  </a:lnTo>
                  <a:lnTo>
                    <a:pt x="338941" y="1225855"/>
                  </a:lnTo>
                  <a:lnTo>
                    <a:pt x="336997" y="1228420"/>
                  </a:lnTo>
                  <a:lnTo>
                    <a:pt x="335179" y="1230985"/>
                  </a:lnTo>
                  <a:lnTo>
                    <a:pt x="333424" y="1233549"/>
                  </a:lnTo>
                  <a:lnTo>
                    <a:pt x="331734" y="1236114"/>
                  </a:lnTo>
                  <a:lnTo>
                    <a:pt x="330159" y="1238678"/>
                  </a:lnTo>
                  <a:lnTo>
                    <a:pt x="328634" y="1241243"/>
                  </a:lnTo>
                  <a:lnTo>
                    <a:pt x="327185" y="1243807"/>
                  </a:lnTo>
                  <a:lnTo>
                    <a:pt x="325823" y="1246372"/>
                  </a:lnTo>
                  <a:lnTo>
                    <a:pt x="324509" y="1248936"/>
                  </a:lnTo>
                  <a:lnTo>
                    <a:pt x="323277" y="1251501"/>
                  </a:lnTo>
                  <a:lnTo>
                    <a:pt x="322110" y="1254066"/>
                  </a:lnTo>
                  <a:lnTo>
                    <a:pt x="320985" y="1256630"/>
                  </a:lnTo>
                  <a:lnTo>
                    <a:pt x="319947" y="1259195"/>
                  </a:lnTo>
                  <a:lnTo>
                    <a:pt x="318954" y="1261759"/>
                  </a:lnTo>
                  <a:lnTo>
                    <a:pt x="318004" y="1264324"/>
                  </a:lnTo>
                  <a:lnTo>
                    <a:pt x="317132" y="1266888"/>
                  </a:lnTo>
                  <a:lnTo>
                    <a:pt x="316294" y="1269453"/>
                  </a:lnTo>
                  <a:lnTo>
                    <a:pt x="315504" y="1272017"/>
                  </a:lnTo>
                  <a:lnTo>
                    <a:pt x="314772" y="1274582"/>
                  </a:lnTo>
                  <a:lnTo>
                    <a:pt x="314070" y="1277147"/>
                  </a:lnTo>
                  <a:lnTo>
                    <a:pt x="313418" y="1279711"/>
                  </a:lnTo>
                  <a:lnTo>
                    <a:pt x="312808" y="1282276"/>
                  </a:lnTo>
                  <a:lnTo>
                    <a:pt x="312224" y="1284840"/>
                  </a:lnTo>
                  <a:lnTo>
                    <a:pt x="311691" y="1287405"/>
                  </a:lnTo>
                  <a:lnTo>
                    <a:pt x="311187" y="1289969"/>
                  </a:lnTo>
                  <a:lnTo>
                    <a:pt x="310706" y="1292534"/>
                  </a:lnTo>
                  <a:lnTo>
                    <a:pt x="310273" y="1295098"/>
                  </a:lnTo>
                  <a:lnTo>
                    <a:pt x="309859" y="1297663"/>
                  </a:lnTo>
                  <a:lnTo>
                    <a:pt x="309471" y="1300228"/>
                  </a:lnTo>
                  <a:lnTo>
                    <a:pt x="309117" y="1302792"/>
                  </a:lnTo>
                  <a:lnTo>
                    <a:pt x="308780" y="1305357"/>
                  </a:lnTo>
                  <a:lnTo>
                    <a:pt x="308469" y="1307921"/>
                  </a:lnTo>
                  <a:lnTo>
                    <a:pt x="308182" y="1310486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7606985" y="2233241"/>
              <a:ext cx="0" cy="478821"/>
            </a:xfrm>
            <a:custGeom>
              <a:avLst/>
              <a:pathLst>
                <a:path w="0" h="478821">
                  <a:moveTo>
                    <a:pt x="0" y="47882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7606985" y="305306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7556184" y="2712063"/>
              <a:ext cx="101602" cy="341002"/>
            </a:xfrm>
            <a:custGeom>
              <a:avLst/>
              <a:pathLst>
                <a:path w="101602" h="341002">
                  <a:moveTo>
                    <a:pt x="0" y="0"/>
                  </a:moveTo>
                  <a:lnTo>
                    <a:pt x="0" y="341002"/>
                  </a:lnTo>
                  <a:lnTo>
                    <a:pt x="101602" y="341002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7556184" y="3053066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8284336" y="2254422"/>
              <a:ext cx="0" cy="457768"/>
            </a:xfrm>
            <a:custGeom>
              <a:avLst/>
              <a:pathLst>
                <a:path w="0" h="457768">
                  <a:moveTo>
                    <a:pt x="0" y="45776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8284336" y="305306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8233534" y="2712191"/>
              <a:ext cx="101602" cy="340874"/>
            </a:xfrm>
            <a:custGeom>
              <a:avLst/>
              <a:pathLst>
                <a:path w="101602" h="340874">
                  <a:moveTo>
                    <a:pt x="0" y="0"/>
                  </a:moveTo>
                  <a:lnTo>
                    <a:pt x="0" y="340874"/>
                  </a:lnTo>
                  <a:lnTo>
                    <a:pt x="101602" y="340874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8233534" y="2939553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8961686" y="2353382"/>
              <a:ext cx="0" cy="331118"/>
            </a:xfrm>
            <a:custGeom>
              <a:avLst/>
              <a:pathLst>
                <a:path w="0" h="331118">
                  <a:moveTo>
                    <a:pt x="0" y="3311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8961686" y="305306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8910885" y="2684500"/>
              <a:ext cx="101602" cy="368565"/>
            </a:xfrm>
            <a:custGeom>
              <a:avLst/>
              <a:pathLst>
                <a:path w="101602" h="368565">
                  <a:moveTo>
                    <a:pt x="0" y="0"/>
                  </a:moveTo>
                  <a:lnTo>
                    <a:pt x="0" y="368565"/>
                  </a:lnTo>
                  <a:lnTo>
                    <a:pt x="101602" y="368565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8910885" y="2803446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9639036" y="2300824"/>
              <a:ext cx="0" cy="424630"/>
            </a:xfrm>
            <a:custGeom>
              <a:avLst/>
              <a:pathLst>
                <a:path w="0" h="424630">
                  <a:moveTo>
                    <a:pt x="0" y="42463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9639036" y="305306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9588235" y="2725454"/>
              <a:ext cx="101602" cy="327611"/>
            </a:xfrm>
            <a:custGeom>
              <a:avLst/>
              <a:pathLst>
                <a:path w="101602" h="327611">
                  <a:moveTo>
                    <a:pt x="0" y="0"/>
                  </a:moveTo>
                  <a:lnTo>
                    <a:pt x="0" y="327611"/>
                  </a:lnTo>
                  <a:lnTo>
                    <a:pt x="101602" y="327611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9588235" y="2816993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7573584" y="286355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8250934" y="284507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8928285" y="278960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9605635" y="2823501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tx341"/>
            <p:cNvSpPr/>
            <p:nvPr/>
          </p:nvSpPr>
          <p:spPr>
            <a:xfrm>
              <a:off x="9282805" y="1712322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342" name="pl342"/>
            <p:cNvSpPr/>
            <p:nvPr/>
          </p:nvSpPr>
          <p:spPr>
            <a:xfrm>
              <a:off x="8961686" y="1827774"/>
              <a:ext cx="0" cy="18996"/>
            </a:xfrm>
            <a:custGeom>
              <a:avLst/>
              <a:pathLst>
                <a:path w="0" h="18996">
                  <a:moveTo>
                    <a:pt x="0" y="1899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8961686" y="1827774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9639036" y="1827774"/>
              <a:ext cx="0" cy="18996"/>
            </a:xfrm>
            <a:custGeom>
              <a:avLst/>
              <a:pathLst>
                <a:path w="0" h="18996">
                  <a:moveTo>
                    <a:pt x="0" y="0"/>
                  </a:moveTo>
                  <a:lnTo>
                    <a:pt x="0" y="1899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tx345"/>
            <p:cNvSpPr/>
            <p:nvPr/>
          </p:nvSpPr>
          <p:spPr>
            <a:xfrm>
              <a:off x="8524621" y="1826303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346" name="pl346"/>
            <p:cNvSpPr/>
            <p:nvPr/>
          </p:nvSpPr>
          <p:spPr>
            <a:xfrm>
              <a:off x="8961686" y="1941754"/>
              <a:ext cx="0" cy="18996"/>
            </a:xfrm>
            <a:custGeom>
              <a:avLst/>
              <a:pathLst>
                <a:path w="0" h="18996">
                  <a:moveTo>
                    <a:pt x="0" y="1899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8284336" y="1941754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8284336" y="1941754"/>
              <a:ext cx="0" cy="18996"/>
            </a:xfrm>
            <a:custGeom>
              <a:avLst/>
              <a:pathLst>
                <a:path w="0" h="18996">
                  <a:moveTo>
                    <a:pt x="0" y="0"/>
                  </a:moveTo>
                  <a:lnTo>
                    <a:pt x="0" y="1899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tx349"/>
            <p:cNvSpPr/>
            <p:nvPr/>
          </p:nvSpPr>
          <p:spPr>
            <a:xfrm>
              <a:off x="8944130" y="1370380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350" name="pl350"/>
            <p:cNvSpPr/>
            <p:nvPr/>
          </p:nvSpPr>
          <p:spPr>
            <a:xfrm>
              <a:off x="9639036" y="1485832"/>
              <a:ext cx="0" cy="18996"/>
            </a:xfrm>
            <a:custGeom>
              <a:avLst/>
              <a:pathLst>
                <a:path w="0" h="18996">
                  <a:moveTo>
                    <a:pt x="0" y="1899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8284336" y="1485832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8284336" y="1485832"/>
              <a:ext cx="0" cy="18996"/>
            </a:xfrm>
            <a:custGeom>
              <a:avLst/>
              <a:pathLst>
                <a:path w="0" h="18996">
                  <a:moveTo>
                    <a:pt x="0" y="0"/>
                  </a:moveTo>
                  <a:lnTo>
                    <a:pt x="0" y="1899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tx353"/>
            <p:cNvSpPr/>
            <p:nvPr/>
          </p:nvSpPr>
          <p:spPr>
            <a:xfrm>
              <a:off x="8185946" y="1598342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354" name="pl354"/>
            <p:cNvSpPr/>
            <p:nvPr/>
          </p:nvSpPr>
          <p:spPr>
            <a:xfrm>
              <a:off x="8961686" y="1713793"/>
              <a:ext cx="0" cy="18996"/>
            </a:xfrm>
            <a:custGeom>
              <a:avLst/>
              <a:pathLst>
                <a:path w="0" h="18996">
                  <a:moveTo>
                    <a:pt x="0" y="1899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7606985" y="1713793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7606985" y="1713793"/>
              <a:ext cx="0" cy="18996"/>
            </a:xfrm>
            <a:custGeom>
              <a:avLst/>
              <a:pathLst>
                <a:path w="0" h="18996">
                  <a:moveTo>
                    <a:pt x="0" y="0"/>
                  </a:moveTo>
                  <a:lnTo>
                    <a:pt x="0" y="1899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tx357"/>
            <p:cNvSpPr/>
            <p:nvPr/>
          </p:nvSpPr>
          <p:spPr>
            <a:xfrm>
              <a:off x="8605454" y="1484361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358" name="pl358"/>
            <p:cNvSpPr/>
            <p:nvPr/>
          </p:nvSpPr>
          <p:spPr>
            <a:xfrm>
              <a:off x="9639036" y="1599812"/>
              <a:ext cx="0" cy="18996"/>
            </a:xfrm>
            <a:custGeom>
              <a:avLst/>
              <a:pathLst>
                <a:path w="0" h="18996">
                  <a:moveTo>
                    <a:pt x="0" y="1899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7606985" y="1599812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7606985" y="1599812"/>
              <a:ext cx="0" cy="18996"/>
            </a:xfrm>
            <a:custGeom>
              <a:avLst/>
              <a:pathLst>
                <a:path w="0" h="18996">
                  <a:moveTo>
                    <a:pt x="0" y="0"/>
                  </a:moveTo>
                  <a:lnTo>
                    <a:pt x="0" y="1899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tx361"/>
            <p:cNvSpPr/>
            <p:nvPr/>
          </p:nvSpPr>
          <p:spPr>
            <a:xfrm>
              <a:off x="7871868" y="1940284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362" name="pl362"/>
            <p:cNvSpPr/>
            <p:nvPr/>
          </p:nvSpPr>
          <p:spPr>
            <a:xfrm>
              <a:off x="8284336" y="2055735"/>
              <a:ext cx="0" cy="18996"/>
            </a:xfrm>
            <a:custGeom>
              <a:avLst/>
              <a:pathLst>
                <a:path w="0" h="18996">
                  <a:moveTo>
                    <a:pt x="0" y="1899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7606985" y="2055735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7606985" y="2055735"/>
              <a:ext cx="0" cy="18996"/>
            </a:xfrm>
            <a:custGeom>
              <a:avLst/>
              <a:pathLst>
                <a:path w="0" h="18996">
                  <a:moveTo>
                    <a:pt x="0" y="0"/>
                  </a:moveTo>
                  <a:lnTo>
                    <a:pt x="0" y="1899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7200575" y="931925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7200575" y="3990086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7200575" y="6102274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7200575" y="5554087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7200575" y="5005899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7200575" y="4457711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7976449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9269572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7394544" y="4543993"/>
              <a:ext cx="1163810" cy="1714198"/>
            </a:xfrm>
            <a:custGeom>
              <a:avLst/>
              <a:pathLst>
                <a:path w="1163810" h="1714198">
                  <a:moveTo>
                    <a:pt x="575412" y="1714198"/>
                  </a:moveTo>
                  <a:lnTo>
                    <a:pt x="574023" y="1710843"/>
                  </a:lnTo>
                  <a:lnTo>
                    <a:pt x="572395" y="1707489"/>
                  </a:lnTo>
                  <a:lnTo>
                    <a:pt x="570499" y="1704134"/>
                  </a:lnTo>
                  <a:lnTo>
                    <a:pt x="568303" y="1700779"/>
                  </a:lnTo>
                  <a:lnTo>
                    <a:pt x="565709" y="1697425"/>
                  </a:lnTo>
                  <a:lnTo>
                    <a:pt x="562658" y="1694070"/>
                  </a:lnTo>
                  <a:lnTo>
                    <a:pt x="559161" y="1690716"/>
                  </a:lnTo>
                  <a:lnTo>
                    <a:pt x="555177" y="1687361"/>
                  </a:lnTo>
                  <a:lnTo>
                    <a:pt x="550662" y="1684006"/>
                  </a:lnTo>
                  <a:lnTo>
                    <a:pt x="545489" y="1680652"/>
                  </a:lnTo>
                  <a:lnTo>
                    <a:pt x="539538" y="1677297"/>
                  </a:lnTo>
                  <a:lnTo>
                    <a:pt x="532876" y="1673943"/>
                  </a:lnTo>
                  <a:lnTo>
                    <a:pt x="525458" y="1670588"/>
                  </a:lnTo>
                  <a:lnTo>
                    <a:pt x="517240" y="1667233"/>
                  </a:lnTo>
                  <a:lnTo>
                    <a:pt x="508098" y="1663879"/>
                  </a:lnTo>
                  <a:lnTo>
                    <a:pt x="497842" y="1660524"/>
                  </a:lnTo>
                  <a:lnTo>
                    <a:pt x="486638" y="1657170"/>
                  </a:lnTo>
                  <a:lnTo>
                    <a:pt x="474461" y="1653815"/>
                  </a:lnTo>
                  <a:lnTo>
                    <a:pt x="461291" y="1650460"/>
                  </a:lnTo>
                  <a:lnTo>
                    <a:pt x="447065" y="1647106"/>
                  </a:lnTo>
                  <a:lnTo>
                    <a:pt x="431552" y="1643751"/>
                  </a:lnTo>
                  <a:lnTo>
                    <a:pt x="415044" y="1640397"/>
                  </a:lnTo>
                  <a:lnTo>
                    <a:pt x="397568" y="1637042"/>
                  </a:lnTo>
                  <a:lnTo>
                    <a:pt x="379157" y="1633688"/>
                  </a:lnTo>
                  <a:lnTo>
                    <a:pt x="359848" y="1630333"/>
                  </a:lnTo>
                  <a:lnTo>
                    <a:pt x="339492" y="1626978"/>
                  </a:lnTo>
                  <a:lnTo>
                    <a:pt x="318452" y="1623624"/>
                  </a:lnTo>
                  <a:lnTo>
                    <a:pt x="296828" y="1620269"/>
                  </a:lnTo>
                  <a:lnTo>
                    <a:pt x="274725" y="1616915"/>
                  </a:lnTo>
                  <a:lnTo>
                    <a:pt x="252259" y="1613560"/>
                  </a:lnTo>
                  <a:lnTo>
                    <a:pt x="229567" y="1610205"/>
                  </a:lnTo>
                  <a:lnTo>
                    <a:pt x="206914" y="1606851"/>
                  </a:lnTo>
                  <a:lnTo>
                    <a:pt x="184463" y="1603496"/>
                  </a:lnTo>
                  <a:lnTo>
                    <a:pt x="162373" y="1600142"/>
                  </a:lnTo>
                  <a:lnTo>
                    <a:pt x="140810" y="1596787"/>
                  </a:lnTo>
                  <a:lnTo>
                    <a:pt x="120194" y="1593432"/>
                  </a:lnTo>
                  <a:lnTo>
                    <a:pt x="100653" y="1590078"/>
                  </a:lnTo>
                  <a:lnTo>
                    <a:pt x="82296" y="1586723"/>
                  </a:lnTo>
                  <a:lnTo>
                    <a:pt x="65282" y="1583369"/>
                  </a:lnTo>
                  <a:lnTo>
                    <a:pt x="49764" y="1580014"/>
                  </a:lnTo>
                  <a:lnTo>
                    <a:pt x="36280" y="1576659"/>
                  </a:lnTo>
                  <a:lnTo>
                    <a:pt x="24860" y="1573305"/>
                  </a:lnTo>
                  <a:lnTo>
                    <a:pt x="15418" y="1569950"/>
                  </a:lnTo>
                  <a:lnTo>
                    <a:pt x="8038" y="1566596"/>
                  </a:lnTo>
                  <a:lnTo>
                    <a:pt x="2792" y="1563241"/>
                  </a:lnTo>
                  <a:lnTo>
                    <a:pt x="119" y="1559886"/>
                  </a:lnTo>
                  <a:lnTo>
                    <a:pt x="0" y="1556532"/>
                  </a:lnTo>
                  <a:lnTo>
                    <a:pt x="2093" y="1553177"/>
                  </a:lnTo>
                  <a:lnTo>
                    <a:pt x="6368" y="1549823"/>
                  </a:lnTo>
                  <a:lnTo>
                    <a:pt x="12778" y="1546468"/>
                  </a:lnTo>
                  <a:lnTo>
                    <a:pt x="21514" y="1543113"/>
                  </a:lnTo>
                  <a:lnTo>
                    <a:pt x="32527" y="1539759"/>
                  </a:lnTo>
                  <a:lnTo>
                    <a:pt x="45306" y="1536404"/>
                  </a:lnTo>
                  <a:lnTo>
                    <a:pt x="59720" y="1533050"/>
                  </a:lnTo>
                  <a:lnTo>
                    <a:pt x="75626" y="1529695"/>
                  </a:lnTo>
                  <a:lnTo>
                    <a:pt x="92974" y="1526340"/>
                  </a:lnTo>
                  <a:lnTo>
                    <a:pt x="111642" y="1522986"/>
                  </a:lnTo>
                  <a:lnTo>
                    <a:pt x="131158" y="1519631"/>
                  </a:lnTo>
                  <a:lnTo>
                    <a:pt x="151349" y="1516277"/>
                  </a:lnTo>
                  <a:lnTo>
                    <a:pt x="172041" y="1512922"/>
                  </a:lnTo>
                  <a:lnTo>
                    <a:pt x="193068" y="1509567"/>
                  </a:lnTo>
                  <a:lnTo>
                    <a:pt x="214187" y="1506213"/>
                  </a:lnTo>
                  <a:lnTo>
                    <a:pt x="235161" y="1502858"/>
                  </a:lnTo>
                  <a:lnTo>
                    <a:pt x="255848" y="1499504"/>
                  </a:lnTo>
                  <a:lnTo>
                    <a:pt x="276109" y="1496149"/>
                  </a:lnTo>
                  <a:lnTo>
                    <a:pt x="295807" y="1492794"/>
                  </a:lnTo>
                  <a:lnTo>
                    <a:pt x="314565" y="1489440"/>
                  </a:lnTo>
                  <a:lnTo>
                    <a:pt x="332468" y="1486085"/>
                  </a:lnTo>
                  <a:lnTo>
                    <a:pt x="349441" y="1482731"/>
                  </a:lnTo>
                  <a:lnTo>
                    <a:pt x="365419" y="1479376"/>
                  </a:lnTo>
                  <a:lnTo>
                    <a:pt x="380344" y="1476022"/>
                  </a:lnTo>
                  <a:lnTo>
                    <a:pt x="393834" y="1472667"/>
                  </a:lnTo>
                  <a:lnTo>
                    <a:pt x="406153" y="1469312"/>
                  </a:lnTo>
                  <a:lnTo>
                    <a:pt x="417323" y="1465958"/>
                  </a:lnTo>
                  <a:lnTo>
                    <a:pt x="427343" y="1462603"/>
                  </a:lnTo>
                  <a:lnTo>
                    <a:pt x="436219" y="1459249"/>
                  </a:lnTo>
                  <a:lnTo>
                    <a:pt x="443688" y="1455894"/>
                  </a:lnTo>
                  <a:lnTo>
                    <a:pt x="450005" y="1452539"/>
                  </a:lnTo>
                  <a:lnTo>
                    <a:pt x="455276" y="1449185"/>
                  </a:lnTo>
                  <a:lnTo>
                    <a:pt x="459539" y="1445830"/>
                  </a:lnTo>
                  <a:lnTo>
                    <a:pt x="462833" y="1442476"/>
                  </a:lnTo>
                  <a:lnTo>
                    <a:pt x="465017" y="1439121"/>
                  </a:lnTo>
                  <a:lnTo>
                    <a:pt x="466268" y="1435766"/>
                  </a:lnTo>
                  <a:lnTo>
                    <a:pt x="466727" y="1432412"/>
                  </a:lnTo>
                  <a:lnTo>
                    <a:pt x="466441" y="1429057"/>
                  </a:lnTo>
                  <a:lnTo>
                    <a:pt x="465454" y="1425703"/>
                  </a:lnTo>
                  <a:lnTo>
                    <a:pt x="463710" y="1422348"/>
                  </a:lnTo>
                  <a:lnTo>
                    <a:pt x="461304" y="1418993"/>
                  </a:lnTo>
                  <a:lnTo>
                    <a:pt x="458370" y="1415639"/>
                  </a:lnTo>
                  <a:lnTo>
                    <a:pt x="454946" y="1412284"/>
                  </a:lnTo>
                  <a:lnTo>
                    <a:pt x="451071" y="1408930"/>
                  </a:lnTo>
                  <a:lnTo>
                    <a:pt x="446731" y="1405575"/>
                  </a:lnTo>
                  <a:lnTo>
                    <a:pt x="441968" y="1402220"/>
                  </a:lnTo>
                  <a:lnTo>
                    <a:pt x="436886" y="1398866"/>
                  </a:lnTo>
                  <a:lnTo>
                    <a:pt x="431515" y="1395511"/>
                  </a:lnTo>
                  <a:lnTo>
                    <a:pt x="425880" y="1392157"/>
                  </a:lnTo>
                  <a:lnTo>
                    <a:pt x="419991" y="1388802"/>
                  </a:lnTo>
                  <a:lnTo>
                    <a:pt x="413862" y="1385447"/>
                  </a:lnTo>
                  <a:lnTo>
                    <a:pt x="407567" y="1382093"/>
                  </a:lnTo>
                  <a:lnTo>
                    <a:pt x="401125" y="1378738"/>
                  </a:lnTo>
                  <a:lnTo>
                    <a:pt x="394559" y="1375384"/>
                  </a:lnTo>
                  <a:lnTo>
                    <a:pt x="387882" y="1372029"/>
                  </a:lnTo>
                  <a:lnTo>
                    <a:pt x="381107" y="1368674"/>
                  </a:lnTo>
                  <a:lnTo>
                    <a:pt x="374280" y="1365320"/>
                  </a:lnTo>
                  <a:lnTo>
                    <a:pt x="367415" y="1361965"/>
                  </a:lnTo>
                  <a:lnTo>
                    <a:pt x="360528" y="1358611"/>
                  </a:lnTo>
                  <a:lnTo>
                    <a:pt x="353637" y="1355256"/>
                  </a:lnTo>
                  <a:lnTo>
                    <a:pt x="346766" y="1351901"/>
                  </a:lnTo>
                  <a:lnTo>
                    <a:pt x="339933" y="1348547"/>
                  </a:lnTo>
                  <a:lnTo>
                    <a:pt x="333149" y="1345192"/>
                  </a:lnTo>
                  <a:lnTo>
                    <a:pt x="326428" y="1341838"/>
                  </a:lnTo>
                  <a:lnTo>
                    <a:pt x="319782" y="1338483"/>
                  </a:lnTo>
                  <a:lnTo>
                    <a:pt x="313258" y="1335129"/>
                  </a:lnTo>
                  <a:lnTo>
                    <a:pt x="306845" y="1331774"/>
                  </a:lnTo>
                  <a:lnTo>
                    <a:pt x="300551" y="1328419"/>
                  </a:lnTo>
                  <a:lnTo>
                    <a:pt x="294388" y="1325065"/>
                  </a:lnTo>
                  <a:lnTo>
                    <a:pt x="288364" y="1321710"/>
                  </a:lnTo>
                  <a:lnTo>
                    <a:pt x="284326" y="1319388"/>
                  </a:lnTo>
                  <a:lnTo>
                    <a:pt x="282531" y="1318356"/>
                  </a:lnTo>
                  <a:lnTo>
                    <a:pt x="276870" y="1315001"/>
                  </a:lnTo>
                  <a:lnTo>
                    <a:pt x="271380" y="1311646"/>
                  </a:lnTo>
                  <a:lnTo>
                    <a:pt x="266066" y="1308292"/>
                  </a:lnTo>
                  <a:lnTo>
                    <a:pt x="260934" y="1304937"/>
                  </a:lnTo>
                  <a:lnTo>
                    <a:pt x="256031" y="1301583"/>
                  </a:lnTo>
                  <a:lnTo>
                    <a:pt x="251339" y="1298228"/>
                  </a:lnTo>
                  <a:lnTo>
                    <a:pt x="246843" y="1294873"/>
                  </a:lnTo>
                  <a:lnTo>
                    <a:pt x="242543" y="1291519"/>
                  </a:lnTo>
                  <a:lnTo>
                    <a:pt x="238440" y="1288164"/>
                  </a:lnTo>
                  <a:lnTo>
                    <a:pt x="234571" y="1284810"/>
                  </a:lnTo>
                  <a:lnTo>
                    <a:pt x="230922" y="1281455"/>
                  </a:lnTo>
                  <a:lnTo>
                    <a:pt x="227464" y="1278100"/>
                  </a:lnTo>
                  <a:lnTo>
                    <a:pt x="224194" y="1274746"/>
                  </a:lnTo>
                  <a:lnTo>
                    <a:pt x="221107" y="1271391"/>
                  </a:lnTo>
                  <a:lnTo>
                    <a:pt x="218223" y="1268037"/>
                  </a:lnTo>
                  <a:lnTo>
                    <a:pt x="215536" y="1264682"/>
                  </a:lnTo>
                  <a:lnTo>
                    <a:pt x="213009" y="1261327"/>
                  </a:lnTo>
                  <a:lnTo>
                    <a:pt x="210633" y="1257973"/>
                  </a:lnTo>
                  <a:lnTo>
                    <a:pt x="208400" y="1254618"/>
                  </a:lnTo>
                  <a:lnTo>
                    <a:pt x="206314" y="1251264"/>
                  </a:lnTo>
                  <a:lnTo>
                    <a:pt x="204373" y="1247909"/>
                  </a:lnTo>
                  <a:lnTo>
                    <a:pt x="202540" y="1244554"/>
                  </a:lnTo>
                  <a:lnTo>
                    <a:pt x="200804" y="1241200"/>
                  </a:lnTo>
                  <a:lnTo>
                    <a:pt x="199156" y="1237845"/>
                  </a:lnTo>
                  <a:lnTo>
                    <a:pt x="197588" y="1234491"/>
                  </a:lnTo>
                  <a:lnTo>
                    <a:pt x="196099" y="1231136"/>
                  </a:lnTo>
                  <a:lnTo>
                    <a:pt x="194659" y="1227781"/>
                  </a:lnTo>
                  <a:lnTo>
                    <a:pt x="193258" y="1224427"/>
                  </a:lnTo>
                  <a:lnTo>
                    <a:pt x="191888" y="1221072"/>
                  </a:lnTo>
                  <a:lnTo>
                    <a:pt x="190541" y="1217718"/>
                  </a:lnTo>
                  <a:lnTo>
                    <a:pt x="189207" y="1214363"/>
                  </a:lnTo>
                  <a:lnTo>
                    <a:pt x="187874" y="1211008"/>
                  </a:lnTo>
                  <a:lnTo>
                    <a:pt x="186536" y="1207654"/>
                  </a:lnTo>
                  <a:lnTo>
                    <a:pt x="185187" y="1204299"/>
                  </a:lnTo>
                  <a:lnTo>
                    <a:pt x="183821" y="1200945"/>
                  </a:lnTo>
                  <a:lnTo>
                    <a:pt x="182428" y="1197590"/>
                  </a:lnTo>
                  <a:lnTo>
                    <a:pt x="181008" y="1194235"/>
                  </a:lnTo>
                  <a:lnTo>
                    <a:pt x="179561" y="1190881"/>
                  </a:lnTo>
                  <a:lnTo>
                    <a:pt x="178085" y="1187526"/>
                  </a:lnTo>
                  <a:lnTo>
                    <a:pt x="176581" y="1184172"/>
                  </a:lnTo>
                  <a:lnTo>
                    <a:pt x="175040" y="1180817"/>
                  </a:lnTo>
                  <a:lnTo>
                    <a:pt x="173473" y="1177463"/>
                  </a:lnTo>
                  <a:lnTo>
                    <a:pt x="171881" y="1174108"/>
                  </a:lnTo>
                  <a:lnTo>
                    <a:pt x="170269" y="1170753"/>
                  </a:lnTo>
                  <a:lnTo>
                    <a:pt x="168640" y="1167399"/>
                  </a:lnTo>
                  <a:lnTo>
                    <a:pt x="166996" y="1164044"/>
                  </a:lnTo>
                  <a:lnTo>
                    <a:pt x="165345" y="1160690"/>
                  </a:lnTo>
                  <a:lnTo>
                    <a:pt x="163695" y="1157335"/>
                  </a:lnTo>
                  <a:lnTo>
                    <a:pt x="162048" y="1153980"/>
                  </a:lnTo>
                  <a:lnTo>
                    <a:pt x="160412" y="1150626"/>
                  </a:lnTo>
                  <a:lnTo>
                    <a:pt x="158794" y="1147271"/>
                  </a:lnTo>
                  <a:lnTo>
                    <a:pt x="157202" y="1143917"/>
                  </a:lnTo>
                  <a:lnTo>
                    <a:pt x="155640" y="1140562"/>
                  </a:lnTo>
                  <a:lnTo>
                    <a:pt x="154110" y="1137207"/>
                  </a:lnTo>
                  <a:lnTo>
                    <a:pt x="152617" y="1133853"/>
                  </a:lnTo>
                  <a:lnTo>
                    <a:pt x="151172" y="1130498"/>
                  </a:lnTo>
                  <a:lnTo>
                    <a:pt x="149780" y="1127144"/>
                  </a:lnTo>
                  <a:lnTo>
                    <a:pt x="148438" y="1123789"/>
                  </a:lnTo>
                  <a:lnTo>
                    <a:pt x="147145" y="1120434"/>
                  </a:lnTo>
                  <a:lnTo>
                    <a:pt x="145904" y="1117080"/>
                  </a:lnTo>
                  <a:lnTo>
                    <a:pt x="144722" y="1113725"/>
                  </a:lnTo>
                  <a:lnTo>
                    <a:pt x="143602" y="1110371"/>
                  </a:lnTo>
                  <a:lnTo>
                    <a:pt x="142533" y="1107016"/>
                  </a:lnTo>
                  <a:lnTo>
                    <a:pt x="141514" y="1103661"/>
                  </a:lnTo>
                  <a:lnTo>
                    <a:pt x="140542" y="1100307"/>
                  </a:lnTo>
                  <a:lnTo>
                    <a:pt x="139620" y="1096952"/>
                  </a:lnTo>
                  <a:lnTo>
                    <a:pt x="138749" y="1093598"/>
                  </a:lnTo>
                  <a:lnTo>
                    <a:pt x="137916" y="1090243"/>
                  </a:lnTo>
                  <a:lnTo>
                    <a:pt x="137119" y="1086888"/>
                  </a:lnTo>
                  <a:lnTo>
                    <a:pt x="136355" y="1083534"/>
                  </a:lnTo>
                  <a:lnTo>
                    <a:pt x="135621" y="1080179"/>
                  </a:lnTo>
                  <a:lnTo>
                    <a:pt x="135176" y="1078043"/>
                  </a:lnTo>
                  <a:lnTo>
                    <a:pt x="134921" y="1076825"/>
                  </a:lnTo>
                  <a:lnTo>
                    <a:pt x="134246" y="1073470"/>
                  </a:lnTo>
                  <a:lnTo>
                    <a:pt x="133592" y="1070115"/>
                  </a:lnTo>
                  <a:lnTo>
                    <a:pt x="132960" y="1066761"/>
                  </a:lnTo>
                  <a:lnTo>
                    <a:pt x="132349" y="1063406"/>
                  </a:lnTo>
                  <a:lnTo>
                    <a:pt x="131766" y="1060052"/>
                  </a:lnTo>
                  <a:lnTo>
                    <a:pt x="131205" y="1056697"/>
                  </a:lnTo>
                  <a:lnTo>
                    <a:pt x="130668" y="1053342"/>
                  </a:lnTo>
                  <a:lnTo>
                    <a:pt x="130157" y="1049988"/>
                  </a:lnTo>
                  <a:lnTo>
                    <a:pt x="129676" y="1046633"/>
                  </a:lnTo>
                  <a:lnTo>
                    <a:pt x="129236" y="1043279"/>
                  </a:lnTo>
                  <a:lnTo>
                    <a:pt x="128836" y="1039924"/>
                  </a:lnTo>
                  <a:lnTo>
                    <a:pt x="128478" y="1036570"/>
                  </a:lnTo>
                  <a:lnTo>
                    <a:pt x="128166" y="1033215"/>
                  </a:lnTo>
                  <a:lnTo>
                    <a:pt x="127904" y="1029860"/>
                  </a:lnTo>
                  <a:lnTo>
                    <a:pt x="127710" y="1026506"/>
                  </a:lnTo>
                  <a:lnTo>
                    <a:pt x="127582" y="1023151"/>
                  </a:lnTo>
                  <a:lnTo>
                    <a:pt x="127519" y="1019797"/>
                  </a:lnTo>
                  <a:lnTo>
                    <a:pt x="127523" y="1016442"/>
                  </a:lnTo>
                  <a:lnTo>
                    <a:pt x="127597" y="1013087"/>
                  </a:lnTo>
                  <a:lnTo>
                    <a:pt x="127758" y="1009733"/>
                  </a:lnTo>
                  <a:lnTo>
                    <a:pt x="128002" y="1006378"/>
                  </a:lnTo>
                  <a:lnTo>
                    <a:pt x="128323" y="1003024"/>
                  </a:lnTo>
                  <a:lnTo>
                    <a:pt x="128718" y="999669"/>
                  </a:lnTo>
                  <a:lnTo>
                    <a:pt x="129189" y="996314"/>
                  </a:lnTo>
                  <a:lnTo>
                    <a:pt x="129745" y="992960"/>
                  </a:lnTo>
                  <a:lnTo>
                    <a:pt x="130384" y="989605"/>
                  </a:lnTo>
                  <a:lnTo>
                    <a:pt x="131092" y="986251"/>
                  </a:lnTo>
                  <a:lnTo>
                    <a:pt x="131866" y="982896"/>
                  </a:lnTo>
                  <a:lnTo>
                    <a:pt x="132703" y="979541"/>
                  </a:lnTo>
                  <a:lnTo>
                    <a:pt x="133608" y="976187"/>
                  </a:lnTo>
                  <a:lnTo>
                    <a:pt x="134578" y="972832"/>
                  </a:lnTo>
                  <a:lnTo>
                    <a:pt x="135600" y="969478"/>
                  </a:lnTo>
                  <a:lnTo>
                    <a:pt x="136670" y="966123"/>
                  </a:lnTo>
                  <a:lnTo>
                    <a:pt x="137786" y="962768"/>
                  </a:lnTo>
                  <a:lnTo>
                    <a:pt x="138947" y="959414"/>
                  </a:lnTo>
                  <a:lnTo>
                    <a:pt x="140156" y="956059"/>
                  </a:lnTo>
                  <a:lnTo>
                    <a:pt x="141401" y="952705"/>
                  </a:lnTo>
                  <a:lnTo>
                    <a:pt x="142680" y="949350"/>
                  </a:lnTo>
                  <a:lnTo>
                    <a:pt x="143993" y="945995"/>
                  </a:lnTo>
                  <a:lnTo>
                    <a:pt x="145340" y="942641"/>
                  </a:lnTo>
                  <a:lnTo>
                    <a:pt x="146726" y="939286"/>
                  </a:lnTo>
                  <a:lnTo>
                    <a:pt x="148144" y="935932"/>
                  </a:lnTo>
                  <a:lnTo>
                    <a:pt x="149594" y="932577"/>
                  </a:lnTo>
                  <a:lnTo>
                    <a:pt x="151075" y="929222"/>
                  </a:lnTo>
                  <a:lnTo>
                    <a:pt x="152588" y="925868"/>
                  </a:lnTo>
                  <a:lnTo>
                    <a:pt x="154146" y="922513"/>
                  </a:lnTo>
                  <a:lnTo>
                    <a:pt x="155738" y="919159"/>
                  </a:lnTo>
                  <a:lnTo>
                    <a:pt x="157365" y="915804"/>
                  </a:lnTo>
                  <a:lnTo>
                    <a:pt x="159028" y="912449"/>
                  </a:lnTo>
                  <a:lnTo>
                    <a:pt x="160726" y="909095"/>
                  </a:lnTo>
                  <a:lnTo>
                    <a:pt x="162472" y="905740"/>
                  </a:lnTo>
                  <a:lnTo>
                    <a:pt x="164255" y="902386"/>
                  </a:lnTo>
                  <a:lnTo>
                    <a:pt x="166074" y="899031"/>
                  </a:lnTo>
                  <a:lnTo>
                    <a:pt x="167928" y="895676"/>
                  </a:lnTo>
                  <a:lnTo>
                    <a:pt x="169815" y="892322"/>
                  </a:lnTo>
                  <a:lnTo>
                    <a:pt x="171741" y="888967"/>
                  </a:lnTo>
                  <a:lnTo>
                    <a:pt x="173698" y="885613"/>
                  </a:lnTo>
                  <a:lnTo>
                    <a:pt x="175680" y="882258"/>
                  </a:lnTo>
                  <a:lnTo>
                    <a:pt x="177685" y="878904"/>
                  </a:lnTo>
                  <a:lnTo>
                    <a:pt x="179710" y="875549"/>
                  </a:lnTo>
                  <a:lnTo>
                    <a:pt x="181752" y="872194"/>
                  </a:lnTo>
                  <a:lnTo>
                    <a:pt x="183805" y="868840"/>
                  </a:lnTo>
                  <a:lnTo>
                    <a:pt x="185862" y="865485"/>
                  </a:lnTo>
                  <a:lnTo>
                    <a:pt x="187920" y="862131"/>
                  </a:lnTo>
                  <a:lnTo>
                    <a:pt x="189974" y="858776"/>
                  </a:lnTo>
                  <a:lnTo>
                    <a:pt x="192019" y="855421"/>
                  </a:lnTo>
                  <a:lnTo>
                    <a:pt x="192103" y="855282"/>
                  </a:lnTo>
                  <a:lnTo>
                    <a:pt x="194047" y="852067"/>
                  </a:lnTo>
                  <a:lnTo>
                    <a:pt x="196056" y="848712"/>
                  </a:lnTo>
                  <a:lnTo>
                    <a:pt x="198043" y="845358"/>
                  </a:lnTo>
                  <a:lnTo>
                    <a:pt x="200006" y="842003"/>
                  </a:lnTo>
                  <a:lnTo>
                    <a:pt x="201937" y="838648"/>
                  </a:lnTo>
                  <a:lnTo>
                    <a:pt x="203831" y="835294"/>
                  </a:lnTo>
                  <a:lnTo>
                    <a:pt x="205692" y="831939"/>
                  </a:lnTo>
                  <a:lnTo>
                    <a:pt x="207521" y="828585"/>
                  </a:lnTo>
                  <a:lnTo>
                    <a:pt x="209316" y="825230"/>
                  </a:lnTo>
                  <a:lnTo>
                    <a:pt x="211076" y="821875"/>
                  </a:lnTo>
                  <a:lnTo>
                    <a:pt x="212799" y="818521"/>
                  </a:lnTo>
                  <a:lnTo>
                    <a:pt x="214494" y="815166"/>
                  </a:lnTo>
                  <a:lnTo>
                    <a:pt x="216164" y="811812"/>
                  </a:lnTo>
                  <a:lnTo>
                    <a:pt x="217813" y="808457"/>
                  </a:lnTo>
                  <a:lnTo>
                    <a:pt x="219444" y="805102"/>
                  </a:lnTo>
                  <a:lnTo>
                    <a:pt x="221061" y="801748"/>
                  </a:lnTo>
                  <a:lnTo>
                    <a:pt x="222675" y="798393"/>
                  </a:lnTo>
                  <a:lnTo>
                    <a:pt x="224292" y="795039"/>
                  </a:lnTo>
                  <a:lnTo>
                    <a:pt x="225915" y="791684"/>
                  </a:lnTo>
                  <a:lnTo>
                    <a:pt x="227553" y="788329"/>
                  </a:lnTo>
                  <a:lnTo>
                    <a:pt x="229221" y="784975"/>
                  </a:lnTo>
                  <a:lnTo>
                    <a:pt x="230920" y="781620"/>
                  </a:lnTo>
                  <a:lnTo>
                    <a:pt x="232657" y="778266"/>
                  </a:lnTo>
                  <a:lnTo>
                    <a:pt x="234437" y="774911"/>
                  </a:lnTo>
                  <a:lnTo>
                    <a:pt x="236267" y="771556"/>
                  </a:lnTo>
                  <a:lnTo>
                    <a:pt x="238170" y="768202"/>
                  </a:lnTo>
                  <a:lnTo>
                    <a:pt x="240140" y="764847"/>
                  </a:lnTo>
                  <a:lnTo>
                    <a:pt x="242179" y="761493"/>
                  </a:lnTo>
                  <a:lnTo>
                    <a:pt x="244290" y="758138"/>
                  </a:lnTo>
                  <a:lnTo>
                    <a:pt x="246478" y="754783"/>
                  </a:lnTo>
                  <a:lnTo>
                    <a:pt x="248765" y="751429"/>
                  </a:lnTo>
                  <a:lnTo>
                    <a:pt x="251141" y="748074"/>
                  </a:lnTo>
                  <a:lnTo>
                    <a:pt x="253602" y="744720"/>
                  </a:lnTo>
                  <a:lnTo>
                    <a:pt x="256147" y="741365"/>
                  </a:lnTo>
                  <a:lnTo>
                    <a:pt x="258778" y="738011"/>
                  </a:lnTo>
                  <a:lnTo>
                    <a:pt x="261510" y="734656"/>
                  </a:lnTo>
                  <a:lnTo>
                    <a:pt x="264334" y="731301"/>
                  </a:lnTo>
                  <a:lnTo>
                    <a:pt x="267238" y="727947"/>
                  </a:lnTo>
                  <a:lnTo>
                    <a:pt x="270219" y="724592"/>
                  </a:lnTo>
                  <a:lnTo>
                    <a:pt x="273275" y="721238"/>
                  </a:lnTo>
                  <a:lnTo>
                    <a:pt x="276414" y="717883"/>
                  </a:lnTo>
                  <a:lnTo>
                    <a:pt x="279627" y="714528"/>
                  </a:lnTo>
                  <a:lnTo>
                    <a:pt x="282901" y="711174"/>
                  </a:lnTo>
                  <a:lnTo>
                    <a:pt x="286231" y="707819"/>
                  </a:lnTo>
                  <a:lnTo>
                    <a:pt x="289612" y="704465"/>
                  </a:lnTo>
                  <a:lnTo>
                    <a:pt x="293045" y="701110"/>
                  </a:lnTo>
                  <a:lnTo>
                    <a:pt x="296527" y="697755"/>
                  </a:lnTo>
                  <a:lnTo>
                    <a:pt x="300043" y="694401"/>
                  </a:lnTo>
                  <a:lnTo>
                    <a:pt x="303590" y="691046"/>
                  </a:lnTo>
                  <a:lnTo>
                    <a:pt x="307163" y="687692"/>
                  </a:lnTo>
                  <a:lnTo>
                    <a:pt x="310760" y="684337"/>
                  </a:lnTo>
                  <a:lnTo>
                    <a:pt x="314379" y="680982"/>
                  </a:lnTo>
                  <a:lnTo>
                    <a:pt x="318010" y="677628"/>
                  </a:lnTo>
                  <a:lnTo>
                    <a:pt x="321653" y="674273"/>
                  </a:lnTo>
                  <a:lnTo>
                    <a:pt x="325303" y="670919"/>
                  </a:lnTo>
                  <a:lnTo>
                    <a:pt x="328959" y="667564"/>
                  </a:lnTo>
                  <a:lnTo>
                    <a:pt x="332619" y="664209"/>
                  </a:lnTo>
                  <a:lnTo>
                    <a:pt x="336280" y="660855"/>
                  </a:lnTo>
                  <a:lnTo>
                    <a:pt x="339941" y="657500"/>
                  </a:lnTo>
                  <a:lnTo>
                    <a:pt x="343600" y="654146"/>
                  </a:lnTo>
                  <a:lnTo>
                    <a:pt x="347258" y="650791"/>
                  </a:lnTo>
                  <a:lnTo>
                    <a:pt x="350913" y="647436"/>
                  </a:lnTo>
                  <a:lnTo>
                    <a:pt x="354564" y="644082"/>
                  </a:lnTo>
                  <a:lnTo>
                    <a:pt x="358211" y="640727"/>
                  </a:lnTo>
                  <a:lnTo>
                    <a:pt x="361855" y="637373"/>
                  </a:lnTo>
                  <a:lnTo>
                    <a:pt x="365494" y="634018"/>
                  </a:lnTo>
                  <a:lnTo>
                    <a:pt x="369127" y="630663"/>
                  </a:lnTo>
                  <a:lnTo>
                    <a:pt x="372755" y="627309"/>
                  </a:lnTo>
                  <a:lnTo>
                    <a:pt x="376376" y="623954"/>
                  </a:lnTo>
                  <a:lnTo>
                    <a:pt x="379990" y="620600"/>
                  </a:lnTo>
                  <a:lnTo>
                    <a:pt x="383597" y="617245"/>
                  </a:lnTo>
                  <a:lnTo>
                    <a:pt x="387192" y="613890"/>
                  </a:lnTo>
                  <a:lnTo>
                    <a:pt x="390775" y="610536"/>
                  </a:lnTo>
                  <a:lnTo>
                    <a:pt x="394345" y="607181"/>
                  </a:lnTo>
                  <a:lnTo>
                    <a:pt x="397899" y="603827"/>
                  </a:lnTo>
                  <a:lnTo>
                    <a:pt x="401437" y="600472"/>
                  </a:lnTo>
                  <a:lnTo>
                    <a:pt x="404952" y="597117"/>
                  </a:lnTo>
                  <a:lnTo>
                    <a:pt x="408441" y="593763"/>
                  </a:lnTo>
                  <a:lnTo>
                    <a:pt x="411905" y="590408"/>
                  </a:lnTo>
                  <a:lnTo>
                    <a:pt x="415340" y="587054"/>
                  </a:lnTo>
                  <a:lnTo>
                    <a:pt x="418745" y="583699"/>
                  </a:lnTo>
                  <a:lnTo>
                    <a:pt x="422111" y="580345"/>
                  </a:lnTo>
                  <a:lnTo>
                    <a:pt x="425434" y="576990"/>
                  </a:lnTo>
                  <a:lnTo>
                    <a:pt x="428718" y="573635"/>
                  </a:lnTo>
                  <a:lnTo>
                    <a:pt x="431960" y="570281"/>
                  </a:lnTo>
                  <a:lnTo>
                    <a:pt x="435158" y="566926"/>
                  </a:lnTo>
                  <a:lnTo>
                    <a:pt x="438305" y="563572"/>
                  </a:lnTo>
                  <a:lnTo>
                    <a:pt x="441395" y="560217"/>
                  </a:lnTo>
                  <a:lnTo>
                    <a:pt x="444435" y="556862"/>
                  </a:lnTo>
                  <a:lnTo>
                    <a:pt x="447426" y="553508"/>
                  </a:lnTo>
                  <a:lnTo>
                    <a:pt x="450367" y="550153"/>
                  </a:lnTo>
                  <a:lnTo>
                    <a:pt x="453253" y="546799"/>
                  </a:lnTo>
                  <a:lnTo>
                    <a:pt x="456077" y="543444"/>
                  </a:lnTo>
                  <a:lnTo>
                    <a:pt x="458852" y="540089"/>
                  </a:lnTo>
                  <a:lnTo>
                    <a:pt x="461579" y="536735"/>
                  </a:lnTo>
                  <a:lnTo>
                    <a:pt x="464259" y="533380"/>
                  </a:lnTo>
                  <a:lnTo>
                    <a:pt x="466891" y="530026"/>
                  </a:lnTo>
                  <a:lnTo>
                    <a:pt x="469468" y="526671"/>
                  </a:lnTo>
                  <a:lnTo>
                    <a:pt x="472006" y="523316"/>
                  </a:lnTo>
                  <a:lnTo>
                    <a:pt x="474504" y="519962"/>
                  </a:lnTo>
                  <a:lnTo>
                    <a:pt x="476967" y="516607"/>
                  </a:lnTo>
                  <a:lnTo>
                    <a:pt x="479395" y="513253"/>
                  </a:lnTo>
                  <a:lnTo>
                    <a:pt x="481782" y="509898"/>
                  </a:lnTo>
                  <a:lnTo>
                    <a:pt x="484141" y="506543"/>
                  </a:lnTo>
                  <a:lnTo>
                    <a:pt x="486473" y="503189"/>
                  </a:lnTo>
                  <a:lnTo>
                    <a:pt x="488780" y="499834"/>
                  </a:lnTo>
                  <a:lnTo>
                    <a:pt x="491064" y="496480"/>
                  </a:lnTo>
                  <a:lnTo>
                    <a:pt x="493321" y="493125"/>
                  </a:lnTo>
                  <a:lnTo>
                    <a:pt x="495556" y="489770"/>
                  </a:lnTo>
                  <a:lnTo>
                    <a:pt x="497772" y="486416"/>
                  </a:lnTo>
                  <a:lnTo>
                    <a:pt x="499969" y="483061"/>
                  </a:lnTo>
                  <a:lnTo>
                    <a:pt x="502147" y="479707"/>
                  </a:lnTo>
                  <a:lnTo>
                    <a:pt x="504300" y="476352"/>
                  </a:lnTo>
                  <a:lnTo>
                    <a:pt x="506433" y="472997"/>
                  </a:lnTo>
                  <a:lnTo>
                    <a:pt x="508545" y="469643"/>
                  </a:lnTo>
                  <a:lnTo>
                    <a:pt x="510634" y="466288"/>
                  </a:lnTo>
                  <a:lnTo>
                    <a:pt x="512702" y="462934"/>
                  </a:lnTo>
                  <a:lnTo>
                    <a:pt x="514739" y="459579"/>
                  </a:lnTo>
                  <a:lnTo>
                    <a:pt x="516747" y="456224"/>
                  </a:lnTo>
                  <a:lnTo>
                    <a:pt x="518727" y="452870"/>
                  </a:lnTo>
                  <a:lnTo>
                    <a:pt x="520677" y="449515"/>
                  </a:lnTo>
                  <a:lnTo>
                    <a:pt x="522596" y="446161"/>
                  </a:lnTo>
                  <a:lnTo>
                    <a:pt x="524477" y="442806"/>
                  </a:lnTo>
                  <a:lnTo>
                    <a:pt x="526317" y="439452"/>
                  </a:lnTo>
                  <a:lnTo>
                    <a:pt x="528121" y="436097"/>
                  </a:lnTo>
                  <a:lnTo>
                    <a:pt x="529888" y="432742"/>
                  </a:lnTo>
                  <a:lnTo>
                    <a:pt x="531616" y="429388"/>
                  </a:lnTo>
                  <a:lnTo>
                    <a:pt x="533299" y="426033"/>
                  </a:lnTo>
                  <a:lnTo>
                    <a:pt x="534935" y="422679"/>
                  </a:lnTo>
                  <a:lnTo>
                    <a:pt x="536531" y="419324"/>
                  </a:lnTo>
                  <a:lnTo>
                    <a:pt x="538086" y="415969"/>
                  </a:lnTo>
                  <a:lnTo>
                    <a:pt x="539600" y="412615"/>
                  </a:lnTo>
                  <a:lnTo>
                    <a:pt x="541070" y="409260"/>
                  </a:lnTo>
                  <a:lnTo>
                    <a:pt x="542491" y="405906"/>
                  </a:lnTo>
                  <a:lnTo>
                    <a:pt x="543874" y="402551"/>
                  </a:lnTo>
                  <a:lnTo>
                    <a:pt x="545218" y="399196"/>
                  </a:lnTo>
                  <a:lnTo>
                    <a:pt x="546525" y="395842"/>
                  </a:lnTo>
                  <a:lnTo>
                    <a:pt x="547793" y="392487"/>
                  </a:lnTo>
                  <a:lnTo>
                    <a:pt x="549017" y="389133"/>
                  </a:lnTo>
                  <a:lnTo>
                    <a:pt x="550208" y="385778"/>
                  </a:lnTo>
                  <a:lnTo>
                    <a:pt x="551366" y="382423"/>
                  </a:lnTo>
                  <a:lnTo>
                    <a:pt x="552493" y="379069"/>
                  </a:lnTo>
                  <a:lnTo>
                    <a:pt x="553589" y="375714"/>
                  </a:lnTo>
                  <a:lnTo>
                    <a:pt x="554647" y="372360"/>
                  </a:lnTo>
                  <a:lnTo>
                    <a:pt x="555678" y="369005"/>
                  </a:lnTo>
                  <a:lnTo>
                    <a:pt x="556683" y="365650"/>
                  </a:lnTo>
                  <a:lnTo>
                    <a:pt x="557662" y="362296"/>
                  </a:lnTo>
                  <a:lnTo>
                    <a:pt x="558617" y="358941"/>
                  </a:lnTo>
                  <a:lnTo>
                    <a:pt x="559540" y="355587"/>
                  </a:lnTo>
                  <a:lnTo>
                    <a:pt x="560440" y="352232"/>
                  </a:lnTo>
                  <a:lnTo>
                    <a:pt x="561318" y="348877"/>
                  </a:lnTo>
                  <a:lnTo>
                    <a:pt x="562174" y="345523"/>
                  </a:lnTo>
                  <a:lnTo>
                    <a:pt x="563008" y="342168"/>
                  </a:lnTo>
                  <a:lnTo>
                    <a:pt x="563814" y="338814"/>
                  </a:lnTo>
                  <a:lnTo>
                    <a:pt x="564599" y="335459"/>
                  </a:lnTo>
                  <a:lnTo>
                    <a:pt x="565362" y="332104"/>
                  </a:lnTo>
                  <a:lnTo>
                    <a:pt x="566105" y="328750"/>
                  </a:lnTo>
                  <a:lnTo>
                    <a:pt x="566826" y="325395"/>
                  </a:lnTo>
                  <a:lnTo>
                    <a:pt x="567521" y="322041"/>
                  </a:lnTo>
                  <a:lnTo>
                    <a:pt x="568193" y="318686"/>
                  </a:lnTo>
                  <a:lnTo>
                    <a:pt x="568843" y="315331"/>
                  </a:lnTo>
                  <a:lnTo>
                    <a:pt x="569472" y="311977"/>
                  </a:lnTo>
                  <a:lnTo>
                    <a:pt x="570079" y="308622"/>
                  </a:lnTo>
                  <a:lnTo>
                    <a:pt x="570660" y="305268"/>
                  </a:lnTo>
                  <a:lnTo>
                    <a:pt x="571215" y="301913"/>
                  </a:lnTo>
                  <a:lnTo>
                    <a:pt x="571748" y="298558"/>
                  </a:lnTo>
                  <a:lnTo>
                    <a:pt x="572259" y="295204"/>
                  </a:lnTo>
                  <a:lnTo>
                    <a:pt x="572747" y="291849"/>
                  </a:lnTo>
                  <a:lnTo>
                    <a:pt x="573209" y="288495"/>
                  </a:lnTo>
                  <a:lnTo>
                    <a:pt x="573644" y="285140"/>
                  </a:lnTo>
                  <a:lnTo>
                    <a:pt x="574057" y="281786"/>
                  </a:lnTo>
                  <a:lnTo>
                    <a:pt x="574448" y="278431"/>
                  </a:lnTo>
                  <a:lnTo>
                    <a:pt x="574816" y="275076"/>
                  </a:lnTo>
                  <a:lnTo>
                    <a:pt x="575161" y="271722"/>
                  </a:lnTo>
                  <a:lnTo>
                    <a:pt x="575479" y="268367"/>
                  </a:lnTo>
                  <a:lnTo>
                    <a:pt x="575776" y="265013"/>
                  </a:lnTo>
                  <a:lnTo>
                    <a:pt x="576053" y="261658"/>
                  </a:lnTo>
                  <a:lnTo>
                    <a:pt x="576310" y="258303"/>
                  </a:lnTo>
                  <a:lnTo>
                    <a:pt x="576546" y="254949"/>
                  </a:lnTo>
                  <a:lnTo>
                    <a:pt x="576760" y="251594"/>
                  </a:lnTo>
                  <a:lnTo>
                    <a:pt x="576956" y="248240"/>
                  </a:lnTo>
                  <a:lnTo>
                    <a:pt x="577136" y="244885"/>
                  </a:lnTo>
                  <a:lnTo>
                    <a:pt x="577300" y="241530"/>
                  </a:lnTo>
                  <a:lnTo>
                    <a:pt x="577449" y="238176"/>
                  </a:lnTo>
                  <a:lnTo>
                    <a:pt x="577581" y="234821"/>
                  </a:lnTo>
                  <a:lnTo>
                    <a:pt x="577700" y="231467"/>
                  </a:lnTo>
                  <a:lnTo>
                    <a:pt x="577809" y="228112"/>
                  </a:lnTo>
                  <a:lnTo>
                    <a:pt x="577908" y="224757"/>
                  </a:lnTo>
                  <a:lnTo>
                    <a:pt x="577998" y="221403"/>
                  </a:lnTo>
                  <a:lnTo>
                    <a:pt x="578078" y="218048"/>
                  </a:lnTo>
                  <a:lnTo>
                    <a:pt x="578152" y="214694"/>
                  </a:lnTo>
                  <a:lnTo>
                    <a:pt x="578221" y="211339"/>
                  </a:lnTo>
                  <a:lnTo>
                    <a:pt x="578287" y="207984"/>
                  </a:lnTo>
                  <a:lnTo>
                    <a:pt x="578349" y="204630"/>
                  </a:lnTo>
                  <a:lnTo>
                    <a:pt x="578409" y="201275"/>
                  </a:lnTo>
                  <a:lnTo>
                    <a:pt x="578468" y="197921"/>
                  </a:lnTo>
                  <a:lnTo>
                    <a:pt x="578527" y="194566"/>
                  </a:lnTo>
                  <a:lnTo>
                    <a:pt x="578587" y="191211"/>
                  </a:lnTo>
                  <a:lnTo>
                    <a:pt x="578649" y="187857"/>
                  </a:lnTo>
                  <a:lnTo>
                    <a:pt x="578713" y="184502"/>
                  </a:lnTo>
                  <a:lnTo>
                    <a:pt x="578780" y="181148"/>
                  </a:lnTo>
                  <a:lnTo>
                    <a:pt x="578851" y="177793"/>
                  </a:lnTo>
                  <a:lnTo>
                    <a:pt x="578924" y="174438"/>
                  </a:lnTo>
                  <a:lnTo>
                    <a:pt x="579001" y="171084"/>
                  </a:lnTo>
                  <a:lnTo>
                    <a:pt x="579083" y="167729"/>
                  </a:lnTo>
                  <a:lnTo>
                    <a:pt x="579169" y="164375"/>
                  </a:lnTo>
                  <a:lnTo>
                    <a:pt x="579258" y="161020"/>
                  </a:lnTo>
                  <a:lnTo>
                    <a:pt x="579350" y="157665"/>
                  </a:lnTo>
                  <a:lnTo>
                    <a:pt x="579445" y="154311"/>
                  </a:lnTo>
                  <a:lnTo>
                    <a:pt x="579544" y="150956"/>
                  </a:lnTo>
                  <a:lnTo>
                    <a:pt x="579645" y="147602"/>
                  </a:lnTo>
                  <a:lnTo>
                    <a:pt x="579748" y="144247"/>
                  </a:lnTo>
                  <a:lnTo>
                    <a:pt x="579852" y="140893"/>
                  </a:lnTo>
                  <a:lnTo>
                    <a:pt x="579958" y="137538"/>
                  </a:lnTo>
                  <a:lnTo>
                    <a:pt x="580063" y="134183"/>
                  </a:lnTo>
                  <a:lnTo>
                    <a:pt x="580169" y="130829"/>
                  </a:lnTo>
                  <a:lnTo>
                    <a:pt x="580273" y="127474"/>
                  </a:lnTo>
                  <a:lnTo>
                    <a:pt x="580377" y="124120"/>
                  </a:lnTo>
                  <a:lnTo>
                    <a:pt x="580479" y="120765"/>
                  </a:lnTo>
                  <a:lnTo>
                    <a:pt x="580578" y="117410"/>
                  </a:lnTo>
                  <a:lnTo>
                    <a:pt x="580675" y="114056"/>
                  </a:lnTo>
                  <a:lnTo>
                    <a:pt x="580768" y="110701"/>
                  </a:lnTo>
                  <a:lnTo>
                    <a:pt x="580858" y="107347"/>
                  </a:lnTo>
                  <a:lnTo>
                    <a:pt x="580945" y="103992"/>
                  </a:lnTo>
                  <a:lnTo>
                    <a:pt x="581027" y="100637"/>
                  </a:lnTo>
                  <a:lnTo>
                    <a:pt x="581105" y="97283"/>
                  </a:lnTo>
                  <a:lnTo>
                    <a:pt x="581178" y="93928"/>
                  </a:lnTo>
                  <a:lnTo>
                    <a:pt x="581248" y="90574"/>
                  </a:lnTo>
                  <a:lnTo>
                    <a:pt x="581313" y="87219"/>
                  </a:lnTo>
                  <a:lnTo>
                    <a:pt x="581374" y="83864"/>
                  </a:lnTo>
                  <a:lnTo>
                    <a:pt x="581429" y="80510"/>
                  </a:lnTo>
                  <a:lnTo>
                    <a:pt x="581481" y="77155"/>
                  </a:lnTo>
                  <a:lnTo>
                    <a:pt x="581528" y="73801"/>
                  </a:lnTo>
                  <a:lnTo>
                    <a:pt x="581572" y="70446"/>
                  </a:lnTo>
                  <a:lnTo>
                    <a:pt x="581611" y="67091"/>
                  </a:lnTo>
                  <a:lnTo>
                    <a:pt x="581647" y="63737"/>
                  </a:lnTo>
                  <a:lnTo>
                    <a:pt x="581679" y="60382"/>
                  </a:lnTo>
                  <a:lnTo>
                    <a:pt x="581708" y="57028"/>
                  </a:lnTo>
                  <a:lnTo>
                    <a:pt x="581734" y="53673"/>
                  </a:lnTo>
                  <a:lnTo>
                    <a:pt x="581757" y="50318"/>
                  </a:lnTo>
                  <a:lnTo>
                    <a:pt x="581777" y="46964"/>
                  </a:lnTo>
                  <a:lnTo>
                    <a:pt x="581795" y="43609"/>
                  </a:lnTo>
                  <a:lnTo>
                    <a:pt x="581811" y="40255"/>
                  </a:lnTo>
                  <a:lnTo>
                    <a:pt x="581825" y="36900"/>
                  </a:lnTo>
                  <a:lnTo>
                    <a:pt x="581837" y="33545"/>
                  </a:lnTo>
                  <a:lnTo>
                    <a:pt x="581848" y="30191"/>
                  </a:lnTo>
                  <a:lnTo>
                    <a:pt x="581857" y="26836"/>
                  </a:lnTo>
                  <a:lnTo>
                    <a:pt x="581864" y="23482"/>
                  </a:lnTo>
                  <a:lnTo>
                    <a:pt x="581871" y="20127"/>
                  </a:lnTo>
                  <a:lnTo>
                    <a:pt x="581877" y="16772"/>
                  </a:lnTo>
                  <a:lnTo>
                    <a:pt x="581882" y="13418"/>
                  </a:lnTo>
                  <a:lnTo>
                    <a:pt x="581886" y="10063"/>
                  </a:lnTo>
                  <a:lnTo>
                    <a:pt x="581889" y="6709"/>
                  </a:lnTo>
                  <a:lnTo>
                    <a:pt x="581892" y="3354"/>
                  </a:lnTo>
                  <a:lnTo>
                    <a:pt x="581916" y="0"/>
                  </a:lnTo>
                  <a:lnTo>
                    <a:pt x="581918" y="3354"/>
                  </a:lnTo>
                  <a:lnTo>
                    <a:pt x="581921" y="6709"/>
                  </a:lnTo>
                  <a:lnTo>
                    <a:pt x="581924" y="10063"/>
                  </a:lnTo>
                  <a:lnTo>
                    <a:pt x="581928" y="13418"/>
                  </a:lnTo>
                  <a:lnTo>
                    <a:pt x="581933" y="16772"/>
                  </a:lnTo>
                  <a:lnTo>
                    <a:pt x="581939" y="20127"/>
                  </a:lnTo>
                  <a:lnTo>
                    <a:pt x="581946" y="23482"/>
                  </a:lnTo>
                  <a:lnTo>
                    <a:pt x="581953" y="26836"/>
                  </a:lnTo>
                  <a:lnTo>
                    <a:pt x="581962" y="30191"/>
                  </a:lnTo>
                  <a:lnTo>
                    <a:pt x="581973" y="33545"/>
                  </a:lnTo>
                  <a:lnTo>
                    <a:pt x="581985" y="36900"/>
                  </a:lnTo>
                  <a:lnTo>
                    <a:pt x="581999" y="40255"/>
                  </a:lnTo>
                  <a:lnTo>
                    <a:pt x="582015" y="43609"/>
                  </a:lnTo>
                  <a:lnTo>
                    <a:pt x="582033" y="46964"/>
                  </a:lnTo>
                  <a:lnTo>
                    <a:pt x="582053" y="50318"/>
                  </a:lnTo>
                  <a:lnTo>
                    <a:pt x="582076" y="53673"/>
                  </a:lnTo>
                  <a:lnTo>
                    <a:pt x="582102" y="57028"/>
                  </a:lnTo>
                  <a:lnTo>
                    <a:pt x="582131" y="60382"/>
                  </a:lnTo>
                  <a:lnTo>
                    <a:pt x="582163" y="63737"/>
                  </a:lnTo>
                  <a:lnTo>
                    <a:pt x="582199" y="67091"/>
                  </a:lnTo>
                  <a:lnTo>
                    <a:pt x="582238" y="70446"/>
                  </a:lnTo>
                  <a:lnTo>
                    <a:pt x="582282" y="73801"/>
                  </a:lnTo>
                  <a:lnTo>
                    <a:pt x="582329" y="77155"/>
                  </a:lnTo>
                  <a:lnTo>
                    <a:pt x="582381" y="80510"/>
                  </a:lnTo>
                  <a:lnTo>
                    <a:pt x="582436" y="83864"/>
                  </a:lnTo>
                  <a:lnTo>
                    <a:pt x="582497" y="87219"/>
                  </a:lnTo>
                  <a:lnTo>
                    <a:pt x="582562" y="90574"/>
                  </a:lnTo>
                  <a:lnTo>
                    <a:pt x="582632" y="93928"/>
                  </a:lnTo>
                  <a:lnTo>
                    <a:pt x="582705" y="97283"/>
                  </a:lnTo>
                  <a:lnTo>
                    <a:pt x="582783" y="100637"/>
                  </a:lnTo>
                  <a:lnTo>
                    <a:pt x="582865" y="103992"/>
                  </a:lnTo>
                  <a:lnTo>
                    <a:pt x="582952" y="107347"/>
                  </a:lnTo>
                  <a:lnTo>
                    <a:pt x="583042" y="110701"/>
                  </a:lnTo>
                  <a:lnTo>
                    <a:pt x="583135" y="114056"/>
                  </a:lnTo>
                  <a:lnTo>
                    <a:pt x="583232" y="117410"/>
                  </a:lnTo>
                  <a:lnTo>
                    <a:pt x="583331" y="120765"/>
                  </a:lnTo>
                  <a:lnTo>
                    <a:pt x="583433" y="124120"/>
                  </a:lnTo>
                  <a:lnTo>
                    <a:pt x="583536" y="127474"/>
                  </a:lnTo>
                  <a:lnTo>
                    <a:pt x="583641" y="130829"/>
                  </a:lnTo>
                  <a:lnTo>
                    <a:pt x="583747" y="134183"/>
                  </a:lnTo>
                  <a:lnTo>
                    <a:pt x="583852" y="137538"/>
                  </a:lnTo>
                  <a:lnTo>
                    <a:pt x="583958" y="140893"/>
                  </a:lnTo>
                  <a:lnTo>
                    <a:pt x="584062" y="144247"/>
                  </a:lnTo>
                  <a:lnTo>
                    <a:pt x="584165" y="147602"/>
                  </a:lnTo>
                  <a:lnTo>
                    <a:pt x="584266" y="150956"/>
                  </a:lnTo>
                  <a:lnTo>
                    <a:pt x="584365" y="154311"/>
                  </a:lnTo>
                  <a:lnTo>
                    <a:pt x="584460" y="157665"/>
                  </a:lnTo>
                  <a:lnTo>
                    <a:pt x="584552" y="161020"/>
                  </a:lnTo>
                  <a:lnTo>
                    <a:pt x="584641" y="164375"/>
                  </a:lnTo>
                  <a:lnTo>
                    <a:pt x="584727" y="167729"/>
                  </a:lnTo>
                  <a:lnTo>
                    <a:pt x="584808" y="171084"/>
                  </a:lnTo>
                  <a:lnTo>
                    <a:pt x="584886" y="174438"/>
                  </a:lnTo>
                  <a:lnTo>
                    <a:pt x="584959" y="177793"/>
                  </a:lnTo>
                  <a:lnTo>
                    <a:pt x="585030" y="181148"/>
                  </a:lnTo>
                  <a:lnTo>
                    <a:pt x="585097" y="184502"/>
                  </a:lnTo>
                  <a:lnTo>
                    <a:pt x="585161" y="187857"/>
                  </a:lnTo>
                  <a:lnTo>
                    <a:pt x="585223" y="191211"/>
                  </a:lnTo>
                  <a:lnTo>
                    <a:pt x="585283" y="194566"/>
                  </a:lnTo>
                  <a:lnTo>
                    <a:pt x="585342" y="197921"/>
                  </a:lnTo>
                  <a:lnTo>
                    <a:pt x="585401" y="201275"/>
                  </a:lnTo>
                  <a:lnTo>
                    <a:pt x="585461" y="204630"/>
                  </a:lnTo>
                  <a:lnTo>
                    <a:pt x="585523" y="207984"/>
                  </a:lnTo>
                  <a:lnTo>
                    <a:pt x="585588" y="211339"/>
                  </a:lnTo>
                  <a:lnTo>
                    <a:pt x="585658" y="214694"/>
                  </a:lnTo>
                  <a:lnTo>
                    <a:pt x="585732" y="218048"/>
                  </a:lnTo>
                  <a:lnTo>
                    <a:pt x="585812" y="221403"/>
                  </a:lnTo>
                  <a:lnTo>
                    <a:pt x="585902" y="224757"/>
                  </a:lnTo>
                  <a:lnTo>
                    <a:pt x="586001" y="228112"/>
                  </a:lnTo>
                  <a:lnTo>
                    <a:pt x="586109" y="231467"/>
                  </a:lnTo>
                  <a:lnTo>
                    <a:pt x="586229" y="234821"/>
                  </a:lnTo>
                  <a:lnTo>
                    <a:pt x="586361" y="238176"/>
                  </a:lnTo>
                  <a:lnTo>
                    <a:pt x="586510" y="241530"/>
                  </a:lnTo>
                  <a:lnTo>
                    <a:pt x="586674" y="244885"/>
                  </a:lnTo>
                  <a:lnTo>
                    <a:pt x="586854" y="248240"/>
                  </a:lnTo>
                  <a:lnTo>
                    <a:pt x="587050" y="251594"/>
                  </a:lnTo>
                  <a:lnTo>
                    <a:pt x="587264" y="254949"/>
                  </a:lnTo>
                  <a:lnTo>
                    <a:pt x="587500" y="258303"/>
                  </a:lnTo>
                  <a:lnTo>
                    <a:pt x="587757" y="261658"/>
                  </a:lnTo>
                  <a:lnTo>
                    <a:pt x="588034" y="265013"/>
                  </a:lnTo>
                  <a:lnTo>
                    <a:pt x="588331" y="268367"/>
                  </a:lnTo>
                  <a:lnTo>
                    <a:pt x="588649" y="271722"/>
                  </a:lnTo>
                  <a:lnTo>
                    <a:pt x="588994" y="275076"/>
                  </a:lnTo>
                  <a:lnTo>
                    <a:pt x="589362" y="278431"/>
                  </a:lnTo>
                  <a:lnTo>
                    <a:pt x="589753" y="281786"/>
                  </a:lnTo>
                  <a:lnTo>
                    <a:pt x="590166" y="285140"/>
                  </a:lnTo>
                  <a:lnTo>
                    <a:pt x="590601" y="288495"/>
                  </a:lnTo>
                  <a:lnTo>
                    <a:pt x="591063" y="291849"/>
                  </a:lnTo>
                  <a:lnTo>
                    <a:pt x="591551" y="295204"/>
                  </a:lnTo>
                  <a:lnTo>
                    <a:pt x="592062" y="298558"/>
                  </a:lnTo>
                  <a:lnTo>
                    <a:pt x="592595" y="301913"/>
                  </a:lnTo>
                  <a:lnTo>
                    <a:pt x="593150" y="305268"/>
                  </a:lnTo>
                  <a:lnTo>
                    <a:pt x="593731" y="308622"/>
                  </a:lnTo>
                  <a:lnTo>
                    <a:pt x="594338" y="311977"/>
                  </a:lnTo>
                  <a:lnTo>
                    <a:pt x="594966" y="315331"/>
                  </a:lnTo>
                  <a:lnTo>
                    <a:pt x="595617" y="318686"/>
                  </a:lnTo>
                  <a:lnTo>
                    <a:pt x="596289" y="322041"/>
                  </a:lnTo>
                  <a:lnTo>
                    <a:pt x="596984" y="325395"/>
                  </a:lnTo>
                  <a:lnTo>
                    <a:pt x="597705" y="328750"/>
                  </a:lnTo>
                  <a:lnTo>
                    <a:pt x="598448" y="332104"/>
                  </a:lnTo>
                  <a:lnTo>
                    <a:pt x="599211" y="335459"/>
                  </a:lnTo>
                  <a:lnTo>
                    <a:pt x="599995" y="338814"/>
                  </a:lnTo>
                  <a:lnTo>
                    <a:pt x="600802" y="342168"/>
                  </a:lnTo>
                  <a:lnTo>
                    <a:pt x="601636" y="345523"/>
                  </a:lnTo>
                  <a:lnTo>
                    <a:pt x="602492" y="348877"/>
                  </a:lnTo>
                  <a:lnTo>
                    <a:pt x="603369" y="352232"/>
                  </a:lnTo>
                  <a:lnTo>
                    <a:pt x="604270" y="355587"/>
                  </a:lnTo>
                  <a:lnTo>
                    <a:pt x="605193" y="358941"/>
                  </a:lnTo>
                  <a:lnTo>
                    <a:pt x="606148" y="362296"/>
                  </a:lnTo>
                  <a:lnTo>
                    <a:pt x="607127" y="365650"/>
                  </a:lnTo>
                  <a:lnTo>
                    <a:pt x="608132" y="369005"/>
                  </a:lnTo>
                  <a:lnTo>
                    <a:pt x="609163" y="372360"/>
                  </a:lnTo>
                  <a:lnTo>
                    <a:pt x="610221" y="375714"/>
                  </a:lnTo>
                  <a:lnTo>
                    <a:pt x="611317" y="379069"/>
                  </a:lnTo>
                  <a:lnTo>
                    <a:pt x="612444" y="382423"/>
                  </a:lnTo>
                  <a:lnTo>
                    <a:pt x="613602" y="385778"/>
                  </a:lnTo>
                  <a:lnTo>
                    <a:pt x="614793" y="389133"/>
                  </a:lnTo>
                  <a:lnTo>
                    <a:pt x="616017" y="392487"/>
                  </a:lnTo>
                  <a:lnTo>
                    <a:pt x="617285" y="395842"/>
                  </a:lnTo>
                  <a:lnTo>
                    <a:pt x="618592" y="399196"/>
                  </a:lnTo>
                  <a:lnTo>
                    <a:pt x="619936" y="402551"/>
                  </a:lnTo>
                  <a:lnTo>
                    <a:pt x="621319" y="405906"/>
                  </a:lnTo>
                  <a:lnTo>
                    <a:pt x="622740" y="409260"/>
                  </a:lnTo>
                  <a:lnTo>
                    <a:pt x="624210" y="412615"/>
                  </a:lnTo>
                  <a:lnTo>
                    <a:pt x="625724" y="415969"/>
                  </a:lnTo>
                  <a:lnTo>
                    <a:pt x="627279" y="419324"/>
                  </a:lnTo>
                  <a:lnTo>
                    <a:pt x="628875" y="422679"/>
                  </a:lnTo>
                  <a:lnTo>
                    <a:pt x="630511" y="426033"/>
                  </a:lnTo>
                  <a:lnTo>
                    <a:pt x="632194" y="429388"/>
                  </a:lnTo>
                  <a:lnTo>
                    <a:pt x="633922" y="432742"/>
                  </a:lnTo>
                  <a:lnTo>
                    <a:pt x="635689" y="436097"/>
                  </a:lnTo>
                  <a:lnTo>
                    <a:pt x="637493" y="439452"/>
                  </a:lnTo>
                  <a:lnTo>
                    <a:pt x="639333" y="442806"/>
                  </a:lnTo>
                  <a:lnTo>
                    <a:pt x="641214" y="446161"/>
                  </a:lnTo>
                  <a:lnTo>
                    <a:pt x="643133" y="449515"/>
                  </a:lnTo>
                  <a:lnTo>
                    <a:pt x="645083" y="452870"/>
                  </a:lnTo>
                  <a:lnTo>
                    <a:pt x="647063" y="456224"/>
                  </a:lnTo>
                  <a:lnTo>
                    <a:pt x="649071" y="459579"/>
                  </a:lnTo>
                  <a:lnTo>
                    <a:pt x="651108" y="462934"/>
                  </a:lnTo>
                  <a:lnTo>
                    <a:pt x="653175" y="466288"/>
                  </a:lnTo>
                  <a:lnTo>
                    <a:pt x="655265" y="469643"/>
                  </a:lnTo>
                  <a:lnTo>
                    <a:pt x="657377" y="472997"/>
                  </a:lnTo>
                  <a:lnTo>
                    <a:pt x="659510" y="476352"/>
                  </a:lnTo>
                  <a:lnTo>
                    <a:pt x="661663" y="479707"/>
                  </a:lnTo>
                  <a:lnTo>
                    <a:pt x="663841" y="483061"/>
                  </a:lnTo>
                  <a:lnTo>
                    <a:pt x="666038" y="486416"/>
                  </a:lnTo>
                  <a:lnTo>
                    <a:pt x="668254" y="489770"/>
                  </a:lnTo>
                  <a:lnTo>
                    <a:pt x="670489" y="493125"/>
                  </a:lnTo>
                  <a:lnTo>
                    <a:pt x="672746" y="496480"/>
                  </a:lnTo>
                  <a:lnTo>
                    <a:pt x="675030" y="499834"/>
                  </a:lnTo>
                  <a:lnTo>
                    <a:pt x="677337" y="503189"/>
                  </a:lnTo>
                  <a:lnTo>
                    <a:pt x="679669" y="506543"/>
                  </a:lnTo>
                  <a:lnTo>
                    <a:pt x="682028" y="509898"/>
                  </a:lnTo>
                  <a:lnTo>
                    <a:pt x="684415" y="513253"/>
                  </a:lnTo>
                  <a:lnTo>
                    <a:pt x="686843" y="516607"/>
                  </a:lnTo>
                  <a:lnTo>
                    <a:pt x="689306" y="519962"/>
                  </a:lnTo>
                  <a:lnTo>
                    <a:pt x="691804" y="523316"/>
                  </a:lnTo>
                  <a:lnTo>
                    <a:pt x="694341" y="526671"/>
                  </a:lnTo>
                  <a:lnTo>
                    <a:pt x="696919" y="530026"/>
                  </a:lnTo>
                  <a:lnTo>
                    <a:pt x="699551" y="533380"/>
                  </a:lnTo>
                  <a:lnTo>
                    <a:pt x="702231" y="536735"/>
                  </a:lnTo>
                  <a:lnTo>
                    <a:pt x="704958" y="540089"/>
                  </a:lnTo>
                  <a:lnTo>
                    <a:pt x="707733" y="543444"/>
                  </a:lnTo>
                  <a:lnTo>
                    <a:pt x="710557" y="546799"/>
                  </a:lnTo>
                  <a:lnTo>
                    <a:pt x="713443" y="550153"/>
                  </a:lnTo>
                  <a:lnTo>
                    <a:pt x="716384" y="553508"/>
                  </a:lnTo>
                  <a:lnTo>
                    <a:pt x="719375" y="556862"/>
                  </a:lnTo>
                  <a:lnTo>
                    <a:pt x="722415" y="560217"/>
                  </a:lnTo>
                  <a:lnTo>
                    <a:pt x="725505" y="563572"/>
                  </a:lnTo>
                  <a:lnTo>
                    <a:pt x="728652" y="566926"/>
                  </a:lnTo>
                  <a:lnTo>
                    <a:pt x="731850" y="570281"/>
                  </a:lnTo>
                  <a:lnTo>
                    <a:pt x="735092" y="573635"/>
                  </a:lnTo>
                  <a:lnTo>
                    <a:pt x="738376" y="576990"/>
                  </a:lnTo>
                  <a:lnTo>
                    <a:pt x="741699" y="580345"/>
                  </a:lnTo>
                  <a:lnTo>
                    <a:pt x="745065" y="583699"/>
                  </a:lnTo>
                  <a:lnTo>
                    <a:pt x="748470" y="587054"/>
                  </a:lnTo>
                  <a:lnTo>
                    <a:pt x="751905" y="590408"/>
                  </a:lnTo>
                  <a:lnTo>
                    <a:pt x="755369" y="593763"/>
                  </a:lnTo>
                  <a:lnTo>
                    <a:pt x="758858" y="597117"/>
                  </a:lnTo>
                  <a:lnTo>
                    <a:pt x="762372" y="600472"/>
                  </a:lnTo>
                  <a:lnTo>
                    <a:pt x="765911" y="603827"/>
                  </a:lnTo>
                  <a:lnTo>
                    <a:pt x="769465" y="607181"/>
                  </a:lnTo>
                  <a:lnTo>
                    <a:pt x="773035" y="610536"/>
                  </a:lnTo>
                  <a:lnTo>
                    <a:pt x="776618" y="613890"/>
                  </a:lnTo>
                  <a:lnTo>
                    <a:pt x="780213" y="617245"/>
                  </a:lnTo>
                  <a:lnTo>
                    <a:pt x="783820" y="620600"/>
                  </a:lnTo>
                  <a:lnTo>
                    <a:pt x="787434" y="623954"/>
                  </a:lnTo>
                  <a:lnTo>
                    <a:pt x="791055" y="627309"/>
                  </a:lnTo>
                  <a:lnTo>
                    <a:pt x="794683" y="630663"/>
                  </a:lnTo>
                  <a:lnTo>
                    <a:pt x="798316" y="634018"/>
                  </a:lnTo>
                  <a:lnTo>
                    <a:pt x="801955" y="637373"/>
                  </a:lnTo>
                  <a:lnTo>
                    <a:pt x="805599" y="640727"/>
                  </a:lnTo>
                  <a:lnTo>
                    <a:pt x="809246" y="644082"/>
                  </a:lnTo>
                  <a:lnTo>
                    <a:pt x="812897" y="647436"/>
                  </a:lnTo>
                  <a:lnTo>
                    <a:pt x="816552" y="650791"/>
                  </a:lnTo>
                  <a:lnTo>
                    <a:pt x="820210" y="654146"/>
                  </a:lnTo>
                  <a:lnTo>
                    <a:pt x="823869" y="657500"/>
                  </a:lnTo>
                  <a:lnTo>
                    <a:pt x="827530" y="660855"/>
                  </a:lnTo>
                  <a:lnTo>
                    <a:pt x="831191" y="664209"/>
                  </a:lnTo>
                  <a:lnTo>
                    <a:pt x="834851" y="667564"/>
                  </a:lnTo>
                  <a:lnTo>
                    <a:pt x="838507" y="670919"/>
                  </a:lnTo>
                  <a:lnTo>
                    <a:pt x="842157" y="674273"/>
                  </a:lnTo>
                  <a:lnTo>
                    <a:pt x="845800" y="677628"/>
                  </a:lnTo>
                  <a:lnTo>
                    <a:pt x="849431" y="680982"/>
                  </a:lnTo>
                  <a:lnTo>
                    <a:pt x="853050" y="684337"/>
                  </a:lnTo>
                  <a:lnTo>
                    <a:pt x="856647" y="687692"/>
                  </a:lnTo>
                  <a:lnTo>
                    <a:pt x="860220" y="691046"/>
                  </a:lnTo>
                  <a:lnTo>
                    <a:pt x="863767" y="694401"/>
                  </a:lnTo>
                  <a:lnTo>
                    <a:pt x="867283" y="697755"/>
                  </a:lnTo>
                  <a:lnTo>
                    <a:pt x="870764" y="701110"/>
                  </a:lnTo>
                  <a:lnTo>
                    <a:pt x="874198" y="704465"/>
                  </a:lnTo>
                  <a:lnTo>
                    <a:pt x="877579" y="707819"/>
                  </a:lnTo>
                  <a:lnTo>
                    <a:pt x="880909" y="711174"/>
                  </a:lnTo>
                  <a:lnTo>
                    <a:pt x="884183" y="714528"/>
                  </a:lnTo>
                  <a:lnTo>
                    <a:pt x="887396" y="717883"/>
                  </a:lnTo>
                  <a:lnTo>
                    <a:pt x="890534" y="721238"/>
                  </a:lnTo>
                  <a:lnTo>
                    <a:pt x="893591" y="724592"/>
                  </a:lnTo>
                  <a:lnTo>
                    <a:pt x="896572" y="727947"/>
                  </a:lnTo>
                  <a:lnTo>
                    <a:pt x="899476" y="731301"/>
                  </a:lnTo>
                  <a:lnTo>
                    <a:pt x="902300" y="734656"/>
                  </a:lnTo>
                  <a:lnTo>
                    <a:pt x="905032" y="738011"/>
                  </a:lnTo>
                  <a:lnTo>
                    <a:pt x="907663" y="741365"/>
                  </a:lnTo>
                  <a:lnTo>
                    <a:pt x="910208" y="744720"/>
                  </a:lnTo>
                  <a:lnTo>
                    <a:pt x="912669" y="748074"/>
                  </a:lnTo>
                  <a:lnTo>
                    <a:pt x="915045" y="751429"/>
                  </a:lnTo>
                  <a:lnTo>
                    <a:pt x="917332" y="754783"/>
                  </a:lnTo>
                  <a:lnTo>
                    <a:pt x="919520" y="758138"/>
                  </a:lnTo>
                  <a:lnTo>
                    <a:pt x="921631" y="761493"/>
                  </a:lnTo>
                  <a:lnTo>
                    <a:pt x="923670" y="764847"/>
                  </a:lnTo>
                  <a:lnTo>
                    <a:pt x="925640" y="768202"/>
                  </a:lnTo>
                  <a:lnTo>
                    <a:pt x="927543" y="771556"/>
                  </a:lnTo>
                  <a:lnTo>
                    <a:pt x="929373" y="774911"/>
                  </a:lnTo>
                  <a:lnTo>
                    <a:pt x="931153" y="778266"/>
                  </a:lnTo>
                  <a:lnTo>
                    <a:pt x="932890" y="781620"/>
                  </a:lnTo>
                  <a:lnTo>
                    <a:pt x="934589" y="784975"/>
                  </a:lnTo>
                  <a:lnTo>
                    <a:pt x="936257" y="788329"/>
                  </a:lnTo>
                  <a:lnTo>
                    <a:pt x="937894" y="791684"/>
                  </a:lnTo>
                  <a:lnTo>
                    <a:pt x="939518" y="795039"/>
                  </a:lnTo>
                  <a:lnTo>
                    <a:pt x="941134" y="798393"/>
                  </a:lnTo>
                  <a:lnTo>
                    <a:pt x="942748" y="801748"/>
                  </a:lnTo>
                  <a:lnTo>
                    <a:pt x="944366" y="805102"/>
                  </a:lnTo>
                  <a:lnTo>
                    <a:pt x="945997" y="808457"/>
                  </a:lnTo>
                  <a:lnTo>
                    <a:pt x="947646" y="811812"/>
                  </a:lnTo>
                  <a:lnTo>
                    <a:pt x="949316" y="815166"/>
                  </a:lnTo>
                  <a:lnTo>
                    <a:pt x="951011" y="818521"/>
                  </a:lnTo>
                  <a:lnTo>
                    <a:pt x="952733" y="821875"/>
                  </a:lnTo>
                  <a:lnTo>
                    <a:pt x="954494" y="825230"/>
                  </a:lnTo>
                  <a:lnTo>
                    <a:pt x="956289" y="828585"/>
                  </a:lnTo>
                  <a:lnTo>
                    <a:pt x="958118" y="831939"/>
                  </a:lnTo>
                  <a:lnTo>
                    <a:pt x="959979" y="835294"/>
                  </a:lnTo>
                  <a:lnTo>
                    <a:pt x="961873" y="838648"/>
                  </a:lnTo>
                  <a:lnTo>
                    <a:pt x="963804" y="842003"/>
                  </a:lnTo>
                  <a:lnTo>
                    <a:pt x="965767" y="845358"/>
                  </a:lnTo>
                  <a:lnTo>
                    <a:pt x="967754" y="848712"/>
                  </a:lnTo>
                  <a:lnTo>
                    <a:pt x="969763" y="852067"/>
                  </a:lnTo>
                  <a:lnTo>
                    <a:pt x="971707" y="855282"/>
                  </a:lnTo>
                  <a:lnTo>
                    <a:pt x="971791" y="855421"/>
                  </a:lnTo>
                  <a:lnTo>
                    <a:pt x="973835" y="858776"/>
                  </a:lnTo>
                  <a:lnTo>
                    <a:pt x="975890" y="862131"/>
                  </a:lnTo>
                  <a:lnTo>
                    <a:pt x="977948" y="865485"/>
                  </a:lnTo>
                  <a:lnTo>
                    <a:pt x="980005" y="868840"/>
                  </a:lnTo>
                  <a:lnTo>
                    <a:pt x="982058" y="872194"/>
                  </a:lnTo>
                  <a:lnTo>
                    <a:pt x="984100" y="875549"/>
                  </a:lnTo>
                  <a:lnTo>
                    <a:pt x="986125" y="878904"/>
                  </a:lnTo>
                  <a:lnTo>
                    <a:pt x="988130" y="882258"/>
                  </a:lnTo>
                  <a:lnTo>
                    <a:pt x="990112" y="885613"/>
                  </a:lnTo>
                  <a:lnTo>
                    <a:pt x="992069" y="888967"/>
                  </a:lnTo>
                  <a:lnTo>
                    <a:pt x="993995" y="892322"/>
                  </a:lnTo>
                  <a:lnTo>
                    <a:pt x="995882" y="895676"/>
                  </a:lnTo>
                  <a:lnTo>
                    <a:pt x="997736" y="899031"/>
                  </a:lnTo>
                  <a:lnTo>
                    <a:pt x="999555" y="902386"/>
                  </a:lnTo>
                  <a:lnTo>
                    <a:pt x="1001338" y="905740"/>
                  </a:lnTo>
                  <a:lnTo>
                    <a:pt x="1003083" y="909095"/>
                  </a:lnTo>
                  <a:lnTo>
                    <a:pt x="1004782" y="912449"/>
                  </a:lnTo>
                  <a:lnTo>
                    <a:pt x="1006445" y="915804"/>
                  </a:lnTo>
                  <a:lnTo>
                    <a:pt x="1008072" y="919159"/>
                  </a:lnTo>
                  <a:lnTo>
                    <a:pt x="1009664" y="922513"/>
                  </a:lnTo>
                  <a:lnTo>
                    <a:pt x="1011222" y="925868"/>
                  </a:lnTo>
                  <a:lnTo>
                    <a:pt x="1012735" y="929222"/>
                  </a:lnTo>
                  <a:lnTo>
                    <a:pt x="1014216" y="932577"/>
                  </a:lnTo>
                  <a:lnTo>
                    <a:pt x="1015666" y="935932"/>
                  </a:lnTo>
                  <a:lnTo>
                    <a:pt x="1017084" y="939286"/>
                  </a:lnTo>
                  <a:lnTo>
                    <a:pt x="1018470" y="942641"/>
                  </a:lnTo>
                  <a:lnTo>
                    <a:pt x="1019817" y="945995"/>
                  </a:lnTo>
                  <a:lnTo>
                    <a:pt x="1021130" y="949350"/>
                  </a:lnTo>
                  <a:lnTo>
                    <a:pt x="1022409" y="952705"/>
                  </a:lnTo>
                  <a:lnTo>
                    <a:pt x="1023654" y="956059"/>
                  </a:lnTo>
                  <a:lnTo>
                    <a:pt x="1024863" y="959414"/>
                  </a:lnTo>
                  <a:lnTo>
                    <a:pt x="1026024" y="962768"/>
                  </a:lnTo>
                  <a:lnTo>
                    <a:pt x="1027140" y="966123"/>
                  </a:lnTo>
                  <a:lnTo>
                    <a:pt x="1028210" y="969478"/>
                  </a:lnTo>
                  <a:lnTo>
                    <a:pt x="1029232" y="972832"/>
                  </a:lnTo>
                  <a:lnTo>
                    <a:pt x="1030202" y="976187"/>
                  </a:lnTo>
                  <a:lnTo>
                    <a:pt x="1031106" y="979541"/>
                  </a:lnTo>
                  <a:lnTo>
                    <a:pt x="1031944" y="982896"/>
                  </a:lnTo>
                  <a:lnTo>
                    <a:pt x="1032718" y="986251"/>
                  </a:lnTo>
                  <a:lnTo>
                    <a:pt x="1033426" y="989605"/>
                  </a:lnTo>
                  <a:lnTo>
                    <a:pt x="1034065" y="992960"/>
                  </a:lnTo>
                  <a:lnTo>
                    <a:pt x="1034621" y="996314"/>
                  </a:lnTo>
                  <a:lnTo>
                    <a:pt x="1035091" y="999669"/>
                  </a:lnTo>
                  <a:lnTo>
                    <a:pt x="1035487" y="1003024"/>
                  </a:lnTo>
                  <a:lnTo>
                    <a:pt x="1035807" y="1006378"/>
                  </a:lnTo>
                  <a:lnTo>
                    <a:pt x="1036052" y="1009733"/>
                  </a:lnTo>
                  <a:lnTo>
                    <a:pt x="1036213" y="1013087"/>
                  </a:lnTo>
                  <a:lnTo>
                    <a:pt x="1036287" y="1016442"/>
                  </a:lnTo>
                  <a:lnTo>
                    <a:pt x="1036291" y="1019797"/>
                  </a:lnTo>
                  <a:lnTo>
                    <a:pt x="1036228" y="1023151"/>
                  </a:lnTo>
                  <a:lnTo>
                    <a:pt x="1036100" y="1026506"/>
                  </a:lnTo>
                  <a:lnTo>
                    <a:pt x="1035906" y="1029860"/>
                  </a:lnTo>
                  <a:lnTo>
                    <a:pt x="1035644" y="1033215"/>
                  </a:lnTo>
                  <a:lnTo>
                    <a:pt x="1035332" y="1036570"/>
                  </a:lnTo>
                  <a:lnTo>
                    <a:pt x="1034974" y="1039924"/>
                  </a:lnTo>
                  <a:lnTo>
                    <a:pt x="1034574" y="1043279"/>
                  </a:lnTo>
                  <a:lnTo>
                    <a:pt x="1034134" y="1046633"/>
                  </a:lnTo>
                  <a:lnTo>
                    <a:pt x="1033653" y="1049988"/>
                  </a:lnTo>
                  <a:lnTo>
                    <a:pt x="1033142" y="1053342"/>
                  </a:lnTo>
                  <a:lnTo>
                    <a:pt x="1032605" y="1056697"/>
                  </a:lnTo>
                  <a:lnTo>
                    <a:pt x="1032044" y="1060052"/>
                  </a:lnTo>
                  <a:lnTo>
                    <a:pt x="1031461" y="1063406"/>
                  </a:lnTo>
                  <a:lnTo>
                    <a:pt x="1030850" y="1066761"/>
                  </a:lnTo>
                  <a:lnTo>
                    <a:pt x="1030218" y="1070115"/>
                  </a:lnTo>
                  <a:lnTo>
                    <a:pt x="1029564" y="1073470"/>
                  </a:lnTo>
                  <a:lnTo>
                    <a:pt x="1028888" y="1076825"/>
                  </a:lnTo>
                  <a:lnTo>
                    <a:pt x="1028634" y="1078043"/>
                  </a:lnTo>
                  <a:lnTo>
                    <a:pt x="1028189" y="1080179"/>
                  </a:lnTo>
                  <a:lnTo>
                    <a:pt x="1027455" y="1083534"/>
                  </a:lnTo>
                  <a:lnTo>
                    <a:pt x="1026691" y="1086888"/>
                  </a:lnTo>
                  <a:lnTo>
                    <a:pt x="1025894" y="1090243"/>
                  </a:lnTo>
                  <a:lnTo>
                    <a:pt x="1025061" y="1093598"/>
                  </a:lnTo>
                  <a:lnTo>
                    <a:pt x="1024190" y="1096952"/>
                  </a:lnTo>
                  <a:lnTo>
                    <a:pt x="1023268" y="1100307"/>
                  </a:lnTo>
                  <a:lnTo>
                    <a:pt x="1022296" y="1103661"/>
                  </a:lnTo>
                  <a:lnTo>
                    <a:pt x="1021277" y="1107016"/>
                  </a:lnTo>
                  <a:lnTo>
                    <a:pt x="1020208" y="1110371"/>
                  </a:lnTo>
                  <a:lnTo>
                    <a:pt x="1019088" y="1113725"/>
                  </a:lnTo>
                  <a:lnTo>
                    <a:pt x="1017905" y="1117080"/>
                  </a:lnTo>
                  <a:lnTo>
                    <a:pt x="1016665" y="1120434"/>
                  </a:lnTo>
                  <a:lnTo>
                    <a:pt x="1015372" y="1123789"/>
                  </a:lnTo>
                  <a:lnTo>
                    <a:pt x="1014030" y="1127144"/>
                  </a:lnTo>
                  <a:lnTo>
                    <a:pt x="1012638" y="1130498"/>
                  </a:lnTo>
                  <a:lnTo>
                    <a:pt x="1011193" y="1133853"/>
                  </a:lnTo>
                  <a:lnTo>
                    <a:pt x="1009700" y="1137207"/>
                  </a:lnTo>
                  <a:lnTo>
                    <a:pt x="1008170" y="1140562"/>
                  </a:lnTo>
                  <a:lnTo>
                    <a:pt x="1006608" y="1143917"/>
                  </a:lnTo>
                  <a:lnTo>
                    <a:pt x="1005016" y="1147271"/>
                  </a:lnTo>
                  <a:lnTo>
                    <a:pt x="1003398" y="1150626"/>
                  </a:lnTo>
                  <a:lnTo>
                    <a:pt x="1001762" y="1153980"/>
                  </a:lnTo>
                  <a:lnTo>
                    <a:pt x="1000115" y="1157335"/>
                  </a:lnTo>
                  <a:lnTo>
                    <a:pt x="998464" y="1160690"/>
                  </a:lnTo>
                  <a:lnTo>
                    <a:pt x="996814" y="1164044"/>
                  </a:lnTo>
                  <a:lnTo>
                    <a:pt x="995170" y="1167399"/>
                  </a:lnTo>
                  <a:lnTo>
                    <a:pt x="993541" y="1170753"/>
                  </a:lnTo>
                  <a:lnTo>
                    <a:pt x="991929" y="1174108"/>
                  </a:lnTo>
                  <a:lnTo>
                    <a:pt x="990337" y="1177463"/>
                  </a:lnTo>
                  <a:lnTo>
                    <a:pt x="988769" y="1180817"/>
                  </a:lnTo>
                  <a:lnTo>
                    <a:pt x="987229" y="1184172"/>
                  </a:lnTo>
                  <a:lnTo>
                    <a:pt x="985725" y="1187526"/>
                  </a:lnTo>
                  <a:lnTo>
                    <a:pt x="984249" y="1190881"/>
                  </a:lnTo>
                  <a:lnTo>
                    <a:pt x="982802" y="1194235"/>
                  </a:lnTo>
                  <a:lnTo>
                    <a:pt x="981382" y="1197590"/>
                  </a:lnTo>
                  <a:lnTo>
                    <a:pt x="979989" y="1200945"/>
                  </a:lnTo>
                  <a:lnTo>
                    <a:pt x="978623" y="1204299"/>
                  </a:lnTo>
                  <a:lnTo>
                    <a:pt x="977274" y="1207654"/>
                  </a:lnTo>
                  <a:lnTo>
                    <a:pt x="975935" y="1211008"/>
                  </a:lnTo>
                  <a:lnTo>
                    <a:pt x="974602" y="1214363"/>
                  </a:lnTo>
                  <a:lnTo>
                    <a:pt x="973269" y="1217718"/>
                  </a:lnTo>
                  <a:lnTo>
                    <a:pt x="971922" y="1221072"/>
                  </a:lnTo>
                  <a:lnTo>
                    <a:pt x="970552" y="1224427"/>
                  </a:lnTo>
                  <a:lnTo>
                    <a:pt x="969151" y="1227781"/>
                  </a:lnTo>
                  <a:lnTo>
                    <a:pt x="967711" y="1231136"/>
                  </a:lnTo>
                  <a:lnTo>
                    <a:pt x="966222" y="1234491"/>
                  </a:lnTo>
                  <a:lnTo>
                    <a:pt x="964654" y="1237845"/>
                  </a:lnTo>
                  <a:lnTo>
                    <a:pt x="963006" y="1241200"/>
                  </a:lnTo>
                  <a:lnTo>
                    <a:pt x="961270" y="1244554"/>
                  </a:lnTo>
                  <a:lnTo>
                    <a:pt x="959436" y="1247909"/>
                  </a:lnTo>
                  <a:lnTo>
                    <a:pt x="957496" y="1251264"/>
                  </a:lnTo>
                  <a:lnTo>
                    <a:pt x="955410" y="1254618"/>
                  </a:lnTo>
                  <a:lnTo>
                    <a:pt x="953177" y="1257973"/>
                  </a:lnTo>
                  <a:lnTo>
                    <a:pt x="950801" y="1261327"/>
                  </a:lnTo>
                  <a:lnTo>
                    <a:pt x="948274" y="1264682"/>
                  </a:lnTo>
                  <a:lnTo>
                    <a:pt x="945587" y="1268037"/>
                  </a:lnTo>
                  <a:lnTo>
                    <a:pt x="942703" y="1271391"/>
                  </a:lnTo>
                  <a:lnTo>
                    <a:pt x="939616" y="1274746"/>
                  </a:lnTo>
                  <a:lnTo>
                    <a:pt x="936346" y="1278100"/>
                  </a:lnTo>
                  <a:lnTo>
                    <a:pt x="932888" y="1281455"/>
                  </a:lnTo>
                  <a:lnTo>
                    <a:pt x="929239" y="1284810"/>
                  </a:lnTo>
                  <a:lnTo>
                    <a:pt x="925369" y="1288164"/>
                  </a:lnTo>
                  <a:lnTo>
                    <a:pt x="921267" y="1291519"/>
                  </a:lnTo>
                  <a:lnTo>
                    <a:pt x="916967" y="1294873"/>
                  </a:lnTo>
                  <a:lnTo>
                    <a:pt x="912471" y="1298228"/>
                  </a:lnTo>
                  <a:lnTo>
                    <a:pt x="907779" y="1301583"/>
                  </a:lnTo>
                  <a:lnTo>
                    <a:pt x="902876" y="1304937"/>
                  </a:lnTo>
                  <a:lnTo>
                    <a:pt x="897744" y="1308292"/>
                  </a:lnTo>
                  <a:lnTo>
                    <a:pt x="892430" y="1311646"/>
                  </a:lnTo>
                  <a:lnTo>
                    <a:pt x="886940" y="1315001"/>
                  </a:lnTo>
                  <a:lnTo>
                    <a:pt x="881279" y="1318356"/>
                  </a:lnTo>
                  <a:lnTo>
                    <a:pt x="879484" y="1319388"/>
                  </a:lnTo>
                  <a:lnTo>
                    <a:pt x="875446" y="1321710"/>
                  </a:lnTo>
                  <a:lnTo>
                    <a:pt x="869422" y="1325065"/>
                  </a:lnTo>
                  <a:lnTo>
                    <a:pt x="863259" y="1328419"/>
                  </a:lnTo>
                  <a:lnTo>
                    <a:pt x="856965" y="1331774"/>
                  </a:lnTo>
                  <a:lnTo>
                    <a:pt x="850552" y="1335129"/>
                  </a:lnTo>
                  <a:lnTo>
                    <a:pt x="844027" y="1338483"/>
                  </a:lnTo>
                  <a:lnTo>
                    <a:pt x="837382" y="1341838"/>
                  </a:lnTo>
                  <a:lnTo>
                    <a:pt x="830661" y="1345192"/>
                  </a:lnTo>
                  <a:lnTo>
                    <a:pt x="823877" y="1348547"/>
                  </a:lnTo>
                  <a:lnTo>
                    <a:pt x="817044" y="1351901"/>
                  </a:lnTo>
                  <a:lnTo>
                    <a:pt x="810173" y="1355256"/>
                  </a:lnTo>
                  <a:lnTo>
                    <a:pt x="803282" y="1358611"/>
                  </a:lnTo>
                  <a:lnTo>
                    <a:pt x="796395" y="1361965"/>
                  </a:lnTo>
                  <a:lnTo>
                    <a:pt x="789530" y="1365320"/>
                  </a:lnTo>
                  <a:lnTo>
                    <a:pt x="782703" y="1368674"/>
                  </a:lnTo>
                  <a:lnTo>
                    <a:pt x="775928" y="1372029"/>
                  </a:lnTo>
                  <a:lnTo>
                    <a:pt x="769251" y="1375384"/>
                  </a:lnTo>
                  <a:lnTo>
                    <a:pt x="762685" y="1378738"/>
                  </a:lnTo>
                  <a:lnTo>
                    <a:pt x="756243" y="1382093"/>
                  </a:lnTo>
                  <a:lnTo>
                    <a:pt x="749948" y="1385447"/>
                  </a:lnTo>
                  <a:lnTo>
                    <a:pt x="743819" y="1388802"/>
                  </a:lnTo>
                  <a:lnTo>
                    <a:pt x="737930" y="1392157"/>
                  </a:lnTo>
                  <a:lnTo>
                    <a:pt x="732295" y="1395511"/>
                  </a:lnTo>
                  <a:lnTo>
                    <a:pt x="726923" y="1398866"/>
                  </a:lnTo>
                  <a:lnTo>
                    <a:pt x="721842" y="1402220"/>
                  </a:lnTo>
                  <a:lnTo>
                    <a:pt x="717079" y="1405575"/>
                  </a:lnTo>
                  <a:lnTo>
                    <a:pt x="712739" y="1408930"/>
                  </a:lnTo>
                  <a:lnTo>
                    <a:pt x="708864" y="1412284"/>
                  </a:lnTo>
                  <a:lnTo>
                    <a:pt x="705440" y="1415639"/>
                  </a:lnTo>
                  <a:lnTo>
                    <a:pt x="702506" y="1418993"/>
                  </a:lnTo>
                  <a:lnTo>
                    <a:pt x="700100" y="1422348"/>
                  </a:lnTo>
                  <a:lnTo>
                    <a:pt x="698356" y="1425703"/>
                  </a:lnTo>
                  <a:lnTo>
                    <a:pt x="697369" y="1429057"/>
                  </a:lnTo>
                  <a:lnTo>
                    <a:pt x="697082" y="1432412"/>
                  </a:lnTo>
                  <a:lnTo>
                    <a:pt x="697542" y="1435766"/>
                  </a:lnTo>
                  <a:lnTo>
                    <a:pt x="698793" y="1439121"/>
                  </a:lnTo>
                  <a:lnTo>
                    <a:pt x="700977" y="1442476"/>
                  </a:lnTo>
                  <a:lnTo>
                    <a:pt x="704271" y="1445830"/>
                  </a:lnTo>
                  <a:lnTo>
                    <a:pt x="708534" y="1449185"/>
                  </a:lnTo>
                  <a:lnTo>
                    <a:pt x="713805" y="1452539"/>
                  </a:lnTo>
                  <a:lnTo>
                    <a:pt x="720122" y="1455894"/>
                  </a:lnTo>
                  <a:lnTo>
                    <a:pt x="727591" y="1459249"/>
                  </a:lnTo>
                  <a:lnTo>
                    <a:pt x="736467" y="1462603"/>
                  </a:lnTo>
                  <a:lnTo>
                    <a:pt x="746487" y="1465958"/>
                  </a:lnTo>
                  <a:lnTo>
                    <a:pt x="757657" y="1469312"/>
                  </a:lnTo>
                  <a:lnTo>
                    <a:pt x="769976" y="1472667"/>
                  </a:lnTo>
                  <a:lnTo>
                    <a:pt x="783466" y="1476022"/>
                  </a:lnTo>
                  <a:lnTo>
                    <a:pt x="798391" y="1479376"/>
                  </a:lnTo>
                  <a:lnTo>
                    <a:pt x="814368" y="1482731"/>
                  </a:lnTo>
                  <a:lnTo>
                    <a:pt x="831342" y="1486085"/>
                  </a:lnTo>
                  <a:lnTo>
                    <a:pt x="849245" y="1489440"/>
                  </a:lnTo>
                  <a:lnTo>
                    <a:pt x="868003" y="1492794"/>
                  </a:lnTo>
                  <a:lnTo>
                    <a:pt x="887701" y="1496149"/>
                  </a:lnTo>
                  <a:lnTo>
                    <a:pt x="907962" y="1499504"/>
                  </a:lnTo>
                  <a:lnTo>
                    <a:pt x="928649" y="1502858"/>
                  </a:lnTo>
                  <a:lnTo>
                    <a:pt x="949623" y="1506213"/>
                  </a:lnTo>
                  <a:lnTo>
                    <a:pt x="970742" y="1509567"/>
                  </a:lnTo>
                  <a:lnTo>
                    <a:pt x="991769" y="1512922"/>
                  </a:lnTo>
                  <a:lnTo>
                    <a:pt x="1012461" y="1516277"/>
                  </a:lnTo>
                  <a:lnTo>
                    <a:pt x="1032652" y="1519631"/>
                  </a:lnTo>
                  <a:lnTo>
                    <a:pt x="1052168" y="1522986"/>
                  </a:lnTo>
                  <a:lnTo>
                    <a:pt x="1070836" y="1526340"/>
                  </a:lnTo>
                  <a:lnTo>
                    <a:pt x="1088184" y="1529695"/>
                  </a:lnTo>
                  <a:lnTo>
                    <a:pt x="1104090" y="1533050"/>
                  </a:lnTo>
                  <a:lnTo>
                    <a:pt x="1118504" y="1536404"/>
                  </a:lnTo>
                  <a:lnTo>
                    <a:pt x="1131283" y="1539759"/>
                  </a:lnTo>
                  <a:lnTo>
                    <a:pt x="1142296" y="1543113"/>
                  </a:lnTo>
                  <a:lnTo>
                    <a:pt x="1151032" y="1546468"/>
                  </a:lnTo>
                  <a:lnTo>
                    <a:pt x="1157442" y="1549823"/>
                  </a:lnTo>
                  <a:lnTo>
                    <a:pt x="1161717" y="1553177"/>
                  </a:lnTo>
                  <a:lnTo>
                    <a:pt x="1163810" y="1556532"/>
                  </a:lnTo>
                  <a:lnTo>
                    <a:pt x="1163691" y="1559886"/>
                  </a:lnTo>
                  <a:lnTo>
                    <a:pt x="1161018" y="1563241"/>
                  </a:lnTo>
                  <a:lnTo>
                    <a:pt x="1155772" y="1566596"/>
                  </a:lnTo>
                  <a:lnTo>
                    <a:pt x="1148392" y="1569950"/>
                  </a:lnTo>
                  <a:lnTo>
                    <a:pt x="1138950" y="1573305"/>
                  </a:lnTo>
                  <a:lnTo>
                    <a:pt x="1127530" y="1576659"/>
                  </a:lnTo>
                  <a:lnTo>
                    <a:pt x="1114046" y="1580014"/>
                  </a:lnTo>
                  <a:lnTo>
                    <a:pt x="1098528" y="1583369"/>
                  </a:lnTo>
                  <a:lnTo>
                    <a:pt x="1081514" y="1586723"/>
                  </a:lnTo>
                  <a:lnTo>
                    <a:pt x="1063157" y="1590078"/>
                  </a:lnTo>
                  <a:lnTo>
                    <a:pt x="1043616" y="1593432"/>
                  </a:lnTo>
                  <a:lnTo>
                    <a:pt x="1023000" y="1596787"/>
                  </a:lnTo>
                  <a:lnTo>
                    <a:pt x="1001437" y="1600142"/>
                  </a:lnTo>
                  <a:lnTo>
                    <a:pt x="979347" y="1603496"/>
                  </a:lnTo>
                  <a:lnTo>
                    <a:pt x="956896" y="1606851"/>
                  </a:lnTo>
                  <a:lnTo>
                    <a:pt x="934243" y="1610205"/>
                  </a:lnTo>
                  <a:lnTo>
                    <a:pt x="911551" y="1613560"/>
                  </a:lnTo>
                  <a:lnTo>
                    <a:pt x="889085" y="1616915"/>
                  </a:lnTo>
                  <a:lnTo>
                    <a:pt x="866982" y="1620269"/>
                  </a:lnTo>
                  <a:lnTo>
                    <a:pt x="845357" y="1623624"/>
                  </a:lnTo>
                  <a:lnTo>
                    <a:pt x="824318" y="1626978"/>
                  </a:lnTo>
                  <a:lnTo>
                    <a:pt x="803962" y="1630333"/>
                  </a:lnTo>
                  <a:lnTo>
                    <a:pt x="784653" y="1633688"/>
                  </a:lnTo>
                  <a:lnTo>
                    <a:pt x="766242" y="1637042"/>
                  </a:lnTo>
                  <a:lnTo>
                    <a:pt x="748766" y="1640397"/>
                  </a:lnTo>
                  <a:lnTo>
                    <a:pt x="732258" y="1643751"/>
                  </a:lnTo>
                  <a:lnTo>
                    <a:pt x="716745" y="1647106"/>
                  </a:lnTo>
                  <a:lnTo>
                    <a:pt x="702519" y="1650460"/>
                  </a:lnTo>
                  <a:lnTo>
                    <a:pt x="689349" y="1653815"/>
                  </a:lnTo>
                  <a:lnTo>
                    <a:pt x="677172" y="1657170"/>
                  </a:lnTo>
                  <a:lnTo>
                    <a:pt x="665968" y="1660524"/>
                  </a:lnTo>
                  <a:lnTo>
                    <a:pt x="655712" y="1663879"/>
                  </a:lnTo>
                  <a:lnTo>
                    <a:pt x="646570" y="1667233"/>
                  </a:lnTo>
                  <a:lnTo>
                    <a:pt x="638352" y="1670588"/>
                  </a:lnTo>
                  <a:lnTo>
                    <a:pt x="630933" y="1673943"/>
                  </a:lnTo>
                  <a:lnTo>
                    <a:pt x="624272" y="1677297"/>
                  </a:lnTo>
                  <a:lnTo>
                    <a:pt x="618321" y="1680652"/>
                  </a:lnTo>
                  <a:lnTo>
                    <a:pt x="613147" y="1684006"/>
                  </a:lnTo>
                  <a:lnTo>
                    <a:pt x="608633" y="1687361"/>
                  </a:lnTo>
                  <a:lnTo>
                    <a:pt x="604649" y="1690716"/>
                  </a:lnTo>
                  <a:lnTo>
                    <a:pt x="601152" y="1694070"/>
                  </a:lnTo>
                  <a:lnTo>
                    <a:pt x="598101" y="1697425"/>
                  </a:lnTo>
                  <a:lnTo>
                    <a:pt x="595507" y="1700779"/>
                  </a:lnTo>
                  <a:lnTo>
                    <a:pt x="593311" y="1704134"/>
                  </a:lnTo>
                  <a:lnTo>
                    <a:pt x="591415" y="1707489"/>
                  </a:lnTo>
                  <a:lnTo>
                    <a:pt x="589787" y="1710843"/>
                  </a:lnTo>
                  <a:lnTo>
                    <a:pt x="588398" y="1714198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8687667" y="4682053"/>
              <a:ext cx="1163810" cy="1708295"/>
            </a:xfrm>
            <a:custGeom>
              <a:avLst/>
              <a:pathLst>
                <a:path w="1163810" h="1708295">
                  <a:moveTo>
                    <a:pt x="575591" y="1708295"/>
                  </a:moveTo>
                  <a:lnTo>
                    <a:pt x="574911" y="1704952"/>
                  </a:lnTo>
                  <a:lnTo>
                    <a:pt x="574142" y="1701609"/>
                  </a:lnTo>
                  <a:lnTo>
                    <a:pt x="573315" y="1698266"/>
                  </a:lnTo>
                  <a:lnTo>
                    <a:pt x="572428" y="1694923"/>
                  </a:lnTo>
                  <a:lnTo>
                    <a:pt x="571425" y="1691580"/>
                  </a:lnTo>
                  <a:lnTo>
                    <a:pt x="570346" y="1688237"/>
                  </a:lnTo>
                  <a:lnTo>
                    <a:pt x="569192" y="1684894"/>
                  </a:lnTo>
                  <a:lnTo>
                    <a:pt x="567911" y="1681551"/>
                  </a:lnTo>
                  <a:lnTo>
                    <a:pt x="566521" y="1678208"/>
                  </a:lnTo>
                  <a:lnTo>
                    <a:pt x="565040" y="1674865"/>
                  </a:lnTo>
                  <a:lnTo>
                    <a:pt x="563421" y="1671522"/>
                  </a:lnTo>
                  <a:lnTo>
                    <a:pt x="561654" y="1668179"/>
                  </a:lnTo>
                  <a:lnTo>
                    <a:pt x="559776" y="1664836"/>
                  </a:lnTo>
                  <a:lnTo>
                    <a:pt x="557756" y="1661493"/>
                  </a:lnTo>
                  <a:lnTo>
                    <a:pt x="555538" y="1658150"/>
                  </a:lnTo>
                  <a:lnTo>
                    <a:pt x="553187" y="1654807"/>
                  </a:lnTo>
                  <a:lnTo>
                    <a:pt x="550696" y="1651464"/>
                  </a:lnTo>
                  <a:lnTo>
                    <a:pt x="547947" y="1648121"/>
                  </a:lnTo>
                  <a:lnTo>
                    <a:pt x="545044" y="1644778"/>
                  </a:lnTo>
                  <a:lnTo>
                    <a:pt x="541984" y="1641435"/>
                  </a:lnTo>
                  <a:lnTo>
                    <a:pt x="538646" y="1638092"/>
                  </a:lnTo>
                  <a:lnTo>
                    <a:pt x="535108" y="1634748"/>
                  </a:lnTo>
                  <a:lnTo>
                    <a:pt x="531390" y="1631405"/>
                  </a:lnTo>
                  <a:lnTo>
                    <a:pt x="527394" y="1628062"/>
                  </a:lnTo>
                  <a:lnTo>
                    <a:pt x="523139" y="1624719"/>
                  </a:lnTo>
                  <a:lnTo>
                    <a:pt x="518683" y="1621376"/>
                  </a:lnTo>
                  <a:lnTo>
                    <a:pt x="513958" y="1618033"/>
                  </a:lnTo>
                  <a:lnTo>
                    <a:pt x="508910" y="1614690"/>
                  </a:lnTo>
                  <a:lnTo>
                    <a:pt x="503644" y="1611347"/>
                  </a:lnTo>
                  <a:lnTo>
                    <a:pt x="498125" y="1608004"/>
                  </a:lnTo>
                  <a:lnTo>
                    <a:pt x="492220" y="1604661"/>
                  </a:lnTo>
                  <a:lnTo>
                    <a:pt x="486080" y="1601318"/>
                  </a:lnTo>
                  <a:lnTo>
                    <a:pt x="479705" y="1597975"/>
                  </a:lnTo>
                  <a:lnTo>
                    <a:pt x="472905" y="1594632"/>
                  </a:lnTo>
                  <a:lnTo>
                    <a:pt x="465850" y="1591289"/>
                  </a:lnTo>
                  <a:lnTo>
                    <a:pt x="458550" y="1587946"/>
                  </a:lnTo>
                  <a:lnTo>
                    <a:pt x="450862" y="1584603"/>
                  </a:lnTo>
                  <a:lnTo>
                    <a:pt x="442872" y="1581260"/>
                  </a:lnTo>
                  <a:lnTo>
                    <a:pt x="434637" y="1577917"/>
                  </a:lnTo>
                  <a:lnTo>
                    <a:pt x="426061" y="1574574"/>
                  </a:lnTo>
                  <a:lnTo>
                    <a:pt x="417147" y="1571231"/>
                  </a:lnTo>
                  <a:lnTo>
                    <a:pt x="407997" y="1567888"/>
                  </a:lnTo>
                  <a:lnTo>
                    <a:pt x="398563" y="1564545"/>
                  </a:lnTo>
                  <a:lnTo>
                    <a:pt x="388771" y="1561202"/>
                  </a:lnTo>
                  <a:lnTo>
                    <a:pt x="378763" y="1557858"/>
                  </a:lnTo>
                  <a:lnTo>
                    <a:pt x="368533" y="1554515"/>
                  </a:lnTo>
                  <a:lnTo>
                    <a:pt x="357948" y="1551172"/>
                  </a:lnTo>
                  <a:lnTo>
                    <a:pt x="347178" y="1547829"/>
                  </a:lnTo>
                  <a:lnTo>
                    <a:pt x="336227" y="1544486"/>
                  </a:lnTo>
                  <a:lnTo>
                    <a:pt x="324999" y="1541143"/>
                  </a:lnTo>
                  <a:lnTo>
                    <a:pt x="313606" y="1537800"/>
                  </a:lnTo>
                  <a:lnTo>
                    <a:pt x="302077" y="1534457"/>
                  </a:lnTo>
                  <a:lnTo>
                    <a:pt x="290367" y="1531114"/>
                  </a:lnTo>
                  <a:lnTo>
                    <a:pt x="278531" y="1527771"/>
                  </a:lnTo>
                  <a:lnTo>
                    <a:pt x="266614" y="1524428"/>
                  </a:lnTo>
                  <a:lnTo>
                    <a:pt x="254609" y="1521085"/>
                  </a:lnTo>
                  <a:lnTo>
                    <a:pt x="242548" y="1517742"/>
                  </a:lnTo>
                  <a:lnTo>
                    <a:pt x="230472" y="1514399"/>
                  </a:lnTo>
                  <a:lnTo>
                    <a:pt x="218390" y="1511056"/>
                  </a:lnTo>
                  <a:lnTo>
                    <a:pt x="206355" y="1507713"/>
                  </a:lnTo>
                  <a:lnTo>
                    <a:pt x="194379" y="1504370"/>
                  </a:lnTo>
                  <a:lnTo>
                    <a:pt x="182468" y="1501027"/>
                  </a:lnTo>
                  <a:lnTo>
                    <a:pt x="170730" y="1497684"/>
                  </a:lnTo>
                  <a:lnTo>
                    <a:pt x="159135" y="1494341"/>
                  </a:lnTo>
                  <a:lnTo>
                    <a:pt x="147683" y="1490998"/>
                  </a:lnTo>
                  <a:lnTo>
                    <a:pt x="136501" y="1487655"/>
                  </a:lnTo>
                  <a:lnTo>
                    <a:pt x="125578" y="1484311"/>
                  </a:lnTo>
                  <a:lnTo>
                    <a:pt x="114877" y="1480968"/>
                  </a:lnTo>
                  <a:lnTo>
                    <a:pt x="104516" y="1477625"/>
                  </a:lnTo>
                  <a:lnTo>
                    <a:pt x="94553" y="1474282"/>
                  </a:lnTo>
                  <a:lnTo>
                    <a:pt x="84889" y="1470939"/>
                  </a:lnTo>
                  <a:lnTo>
                    <a:pt x="75603" y="1467596"/>
                  </a:lnTo>
                  <a:lnTo>
                    <a:pt x="66873" y="1464253"/>
                  </a:lnTo>
                  <a:lnTo>
                    <a:pt x="58511" y="1460910"/>
                  </a:lnTo>
                  <a:lnTo>
                    <a:pt x="50533" y="1457567"/>
                  </a:lnTo>
                  <a:lnTo>
                    <a:pt x="43277" y="1454224"/>
                  </a:lnTo>
                  <a:lnTo>
                    <a:pt x="36447" y="1450881"/>
                  </a:lnTo>
                  <a:lnTo>
                    <a:pt x="30048" y="1447538"/>
                  </a:lnTo>
                  <a:lnTo>
                    <a:pt x="24394" y="1444195"/>
                  </a:lnTo>
                  <a:lnTo>
                    <a:pt x="19281" y="1440852"/>
                  </a:lnTo>
                  <a:lnTo>
                    <a:pt x="14640" y="1437509"/>
                  </a:lnTo>
                  <a:lnTo>
                    <a:pt x="10710" y="1434166"/>
                  </a:lnTo>
                  <a:lnTo>
                    <a:pt x="7440" y="1430823"/>
                  </a:lnTo>
                  <a:lnTo>
                    <a:pt x="4666" y="1427480"/>
                  </a:lnTo>
                  <a:lnTo>
                    <a:pt x="2537" y="1424137"/>
                  </a:lnTo>
                  <a:lnTo>
                    <a:pt x="1173" y="1420794"/>
                  </a:lnTo>
                  <a:lnTo>
                    <a:pt x="1024" y="1420221"/>
                  </a:lnTo>
                  <a:lnTo>
                    <a:pt x="308" y="1417451"/>
                  </a:lnTo>
                  <a:lnTo>
                    <a:pt x="0" y="1414108"/>
                  </a:lnTo>
                  <a:lnTo>
                    <a:pt x="534" y="1410764"/>
                  </a:lnTo>
                  <a:lnTo>
                    <a:pt x="1553" y="1407421"/>
                  </a:lnTo>
                  <a:lnTo>
                    <a:pt x="3056" y="1404078"/>
                  </a:lnTo>
                  <a:lnTo>
                    <a:pt x="5379" y="1400735"/>
                  </a:lnTo>
                  <a:lnTo>
                    <a:pt x="8187" y="1397392"/>
                  </a:lnTo>
                  <a:lnTo>
                    <a:pt x="11442" y="1394049"/>
                  </a:lnTo>
                  <a:lnTo>
                    <a:pt x="15371" y="1390706"/>
                  </a:lnTo>
                  <a:lnTo>
                    <a:pt x="19810" y="1387363"/>
                  </a:lnTo>
                  <a:lnTo>
                    <a:pt x="24643" y="1384020"/>
                  </a:lnTo>
                  <a:lnTo>
                    <a:pt x="29999" y="1380677"/>
                  </a:lnTo>
                  <a:lnTo>
                    <a:pt x="35855" y="1377334"/>
                  </a:lnTo>
                  <a:lnTo>
                    <a:pt x="42038" y="1373991"/>
                  </a:lnTo>
                  <a:lnTo>
                    <a:pt x="48599" y="1370648"/>
                  </a:lnTo>
                  <a:lnTo>
                    <a:pt x="55615" y="1367305"/>
                  </a:lnTo>
                  <a:lnTo>
                    <a:pt x="62881" y="1363962"/>
                  </a:lnTo>
                  <a:lnTo>
                    <a:pt x="70395" y="1360619"/>
                  </a:lnTo>
                  <a:lnTo>
                    <a:pt x="78281" y="1357276"/>
                  </a:lnTo>
                  <a:lnTo>
                    <a:pt x="86335" y="1353933"/>
                  </a:lnTo>
                  <a:lnTo>
                    <a:pt x="94552" y="1350590"/>
                  </a:lnTo>
                  <a:lnTo>
                    <a:pt x="102982" y="1347247"/>
                  </a:lnTo>
                  <a:lnTo>
                    <a:pt x="111519" y="1343904"/>
                  </a:lnTo>
                  <a:lnTo>
                    <a:pt x="120133" y="1340561"/>
                  </a:lnTo>
                  <a:lnTo>
                    <a:pt x="128826" y="1337217"/>
                  </a:lnTo>
                  <a:lnTo>
                    <a:pt x="137541" y="1333874"/>
                  </a:lnTo>
                  <a:lnTo>
                    <a:pt x="146254" y="1330531"/>
                  </a:lnTo>
                  <a:lnTo>
                    <a:pt x="154942" y="1327188"/>
                  </a:lnTo>
                  <a:lnTo>
                    <a:pt x="163548" y="1323845"/>
                  </a:lnTo>
                  <a:lnTo>
                    <a:pt x="172078" y="1320502"/>
                  </a:lnTo>
                  <a:lnTo>
                    <a:pt x="180513" y="1317159"/>
                  </a:lnTo>
                  <a:lnTo>
                    <a:pt x="188751" y="1313816"/>
                  </a:lnTo>
                  <a:lnTo>
                    <a:pt x="196848" y="1310473"/>
                  </a:lnTo>
                  <a:lnTo>
                    <a:pt x="204800" y="1307130"/>
                  </a:lnTo>
                  <a:lnTo>
                    <a:pt x="212460" y="1303787"/>
                  </a:lnTo>
                  <a:lnTo>
                    <a:pt x="219915" y="1300444"/>
                  </a:lnTo>
                  <a:lnTo>
                    <a:pt x="227173" y="1297101"/>
                  </a:lnTo>
                  <a:lnTo>
                    <a:pt x="234107" y="1293758"/>
                  </a:lnTo>
                  <a:lnTo>
                    <a:pt x="240753" y="1290415"/>
                  </a:lnTo>
                  <a:lnTo>
                    <a:pt x="247167" y="1287072"/>
                  </a:lnTo>
                  <a:lnTo>
                    <a:pt x="253252" y="1283729"/>
                  </a:lnTo>
                  <a:lnTo>
                    <a:pt x="258973" y="1280386"/>
                  </a:lnTo>
                  <a:lnTo>
                    <a:pt x="264438" y="1277043"/>
                  </a:lnTo>
                  <a:lnTo>
                    <a:pt x="269595" y="1273700"/>
                  </a:lnTo>
                  <a:lnTo>
                    <a:pt x="274321" y="1270357"/>
                  </a:lnTo>
                  <a:lnTo>
                    <a:pt x="278780" y="1267014"/>
                  </a:lnTo>
                  <a:lnTo>
                    <a:pt x="282972" y="1263670"/>
                  </a:lnTo>
                  <a:lnTo>
                    <a:pt x="286677" y="1260327"/>
                  </a:lnTo>
                  <a:lnTo>
                    <a:pt x="290117" y="1256984"/>
                  </a:lnTo>
                  <a:lnTo>
                    <a:pt x="293293" y="1253641"/>
                  </a:lnTo>
                  <a:lnTo>
                    <a:pt x="296041" y="1250298"/>
                  </a:lnTo>
                  <a:lnTo>
                    <a:pt x="298487" y="1246955"/>
                  </a:lnTo>
                  <a:lnTo>
                    <a:pt x="300681" y="1243612"/>
                  </a:lnTo>
                  <a:lnTo>
                    <a:pt x="302515" y="1240269"/>
                  </a:lnTo>
                  <a:lnTo>
                    <a:pt x="304024" y="1236926"/>
                  </a:lnTo>
                  <a:lnTo>
                    <a:pt x="305300" y="1233583"/>
                  </a:lnTo>
                  <a:lnTo>
                    <a:pt x="306287" y="1230240"/>
                  </a:lnTo>
                  <a:lnTo>
                    <a:pt x="306939" y="1226897"/>
                  </a:lnTo>
                  <a:lnTo>
                    <a:pt x="307384" y="1223554"/>
                  </a:lnTo>
                  <a:lnTo>
                    <a:pt x="307607" y="1220211"/>
                  </a:lnTo>
                  <a:lnTo>
                    <a:pt x="307499" y="1216868"/>
                  </a:lnTo>
                  <a:lnTo>
                    <a:pt x="307213" y="1213525"/>
                  </a:lnTo>
                  <a:lnTo>
                    <a:pt x="306750" y="1210182"/>
                  </a:lnTo>
                  <a:lnTo>
                    <a:pt x="306005" y="1206839"/>
                  </a:lnTo>
                  <a:lnTo>
                    <a:pt x="305094" y="1203496"/>
                  </a:lnTo>
                  <a:lnTo>
                    <a:pt x="304037" y="1200153"/>
                  </a:lnTo>
                  <a:lnTo>
                    <a:pt x="302768" y="1196810"/>
                  </a:lnTo>
                  <a:lnTo>
                    <a:pt x="301341" y="1193467"/>
                  </a:lnTo>
                  <a:lnTo>
                    <a:pt x="299796" y="1190124"/>
                  </a:lnTo>
                  <a:lnTo>
                    <a:pt x="298100" y="1186780"/>
                  </a:lnTo>
                  <a:lnTo>
                    <a:pt x="296259" y="1183437"/>
                  </a:lnTo>
                  <a:lnTo>
                    <a:pt x="294326" y="1180094"/>
                  </a:lnTo>
                  <a:lnTo>
                    <a:pt x="292291" y="1176751"/>
                  </a:lnTo>
                  <a:lnTo>
                    <a:pt x="290129" y="1173408"/>
                  </a:lnTo>
                  <a:lnTo>
                    <a:pt x="287900" y="1170065"/>
                  </a:lnTo>
                  <a:lnTo>
                    <a:pt x="285603" y="1166722"/>
                  </a:lnTo>
                  <a:lnTo>
                    <a:pt x="283203" y="1163379"/>
                  </a:lnTo>
                  <a:lnTo>
                    <a:pt x="280754" y="1160036"/>
                  </a:lnTo>
                  <a:lnTo>
                    <a:pt x="278257" y="1156693"/>
                  </a:lnTo>
                  <a:lnTo>
                    <a:pt x="275693" y="1153350"/>
                  </a:lnTo>
                  <a:lnTo>
                    <a:pt x="273088" y="1150007"/>
                  </a:lnTo>
                  <a:lnTo>
                    <a:pt x="270450" y="1146664"/>
                  </a:lnTo>
                  <a:lnTo>
                    <a:pt x="267771" y="1143321"/>
                  </a:lnTo>
                  <a:lnTo>
                    <a:pt x="265060" y="1139978"/>
                  </a:lnTo>
                  <a:lnTo>
                    <a:pt x="262328" y="1136635"/>
                  </a:lnTo>
                  <a:lnTo>
                    <a:pt x="259572" y="1133292"/>
                  </a:lnTo>
                  <a:lnTo>
                    <a:pt x="256792" y="1129949"/>
                  </a:lnTo>
                  <a:lnTo>
                    <a:pt x="253999" y="1126606"/>
                  </a:lnTo>
                  <a:lnTo>
                    <a:pt x="251192" y="1123263"/>
                  </a:lnTo>
                  <a:lnTo>
                    <a:pt x="248368" y="1119920"/>
                  </a:lnTo>
                  <a:lnTo>
                    <a:pt x="245536" y="1116577"/>
                  </a:lnTo>
                  <a:lnTo>
                    <a:pt x="242697" y="1113233"/>
                  </a:lnTo>
                  <a:lnTo>
                    <a:pt x="239846" y="1109890"/>
                  </a:lnTo>
                  <a:lnTo>
                    <a:pt x="236989" y="1106547"/>
                  </a:lnTo>
                  <a:lnTo>
                    <a:pt x="234127" y="1103204"/>
                  </a:lnTo>
                  <a:lnTo>
                    <a:pt x="231258" y="1099861"/>
                  </a:lnTo>
                  <a:lnTo>
                    <a:pt x="228384" y="1096518"/>
                  </a:lnTo>
                  <a:lnTo>
                    <a:pt x="225507" y="1093175"/>
                  </a:lnTo>
                  <a:lnTo>
                    <a:pt x="222625" y="1089832"/>
                  </a:lnTo>
                  <a:lnTo>
                    <a:pt x="219738" y="1086489"/>
                  </a:lnTo>
                  <a:lnTo>
                    <a:pt x="216849" y="1083146"/>
                  </a:lnTo>
                  <a:lnTo>
                    <a:pt x="213957" y="1079803"/>
                  </a:lnTo>
                  <a:lnTo>
                    <a:pt x="211062" y="1076460"/>
                  </a:lnTo>
                  <a:lnTo>
                    <a:pt x="208165" y="1073117"/>
                  </a:lnTo>
                  <a:lnTo>
                    <a:pt x="205266" y="1069774"/>
                  </a:lnTo>
                  <a:lnTo>
                    <a:pt x="202367" y="1066431"/>
                  </a:lnTo>
                  <a:lnTo>
                    <a:pt x="199467" y="1063088"/>
                  </a:lnTo>
                  <a:lnTo>
                    <a:pt x="196568" y="1059745"/>
                  </a:lnTo>
                  <a:lnTo>
                    <a:pt x="193672" y="1056402"/>
                  </a:lnTo>
                  <a:lnTo>
                    <a:pt x="190779" y="1053059"/>
                  </a:lnTo>
                  <a:lnTo>
                    <a:pt x="187889" y="1049716"/>
                  </a:lnTo>
                  <a:lnTo>
                    <a:pt x="185007" y="1046373"/>
                  </a:lnTo>
                  <a:lnTo>
                    <a:pt x="182134" y="1043030"/>
                  </a:lnTo>
                  <a:lnTo>
                    <a:pt x="179270" y="1039686"/>
                  </a:lnTo>
                  <a:lnTo>
                    <a:pt x="176417" y="1036343"/>
                  </a:lnTo>
                  <a:lnTo>
                    <a:pt x="173583" y="1033000"/>
                  </a:lnTo>
                  <a:lnTo>
                    <a:pt x="170763" y="1029657"/>
                  </a:lnTo>
                  <a:lnTo>
                    <a:pt x="167959" y="1026314"/>
                  </a:lnTo>
                  <a:lnTo>
                    <a:pt x="165188" y="1022971"/>
                  </a:lnTo>
                  <a:lnTo>
                    <a:pt x="162439" y="1019628"/>
                  </a:lnTo>
                  <a:lnTo>
                    <a:pt x="159713" y="1016285"/>
                  </a:lnTo>
                  <a:lnTo>
                    <a:pt x="157030" y="1012942"/>
                  </a:lnTo>
                  <a:lnTo>
                    <a:pt x="154381" y="1009599"/>
                  </a:lnTo>
                  <a:lnTo>
                    <a:pt x="151764" y="1006256"/>
                  </a:lnTo>
                  <a:lnTo>
                    <a:pt x="149199" y="1002913"/>
                  </a:lnTo>
                  <a:lnTo>
                    <a:pt x="146684" y="999570"/>
                  </a:lnTo>
                  <a:lnTo>
                    <a:pt x="144210" y="996227"/>
                  </a:lnTo>
                  <a:lnTo>
                    <a:pt x="141794" y="992884"/>
                  </a:lnTo>
                  <a:lnTo>
                    <a:pt x="139449" y="989541"/>
                  </a:lnTo>
                  <a:lnTo>
                    <a:pt x="137154" y="986198"/>
                  </a:lnTo>
                  <a:lnTo>
                    <a:pt x="135763" y="984116"/>
                  </a:lnTo>
                  <a:lnTo>
                    <a:pt x="134920" y="982855"/>
                  </a:lnTo>
                  <a:lnTo>
                    <a:pt x="132781" y="979512"/>
                  </a:lnTo>
                  <a:lnTo>
                    <a:pt x="130702" y="976169"/>
                  </a:lnTo>
                  <a:lnTo>
                    <a:pt x="128684" y="972826"/>
                  </a:lnTo>
                  <a:lnTo>
                    <a:pt x="126784" y="969483"/>
                  </a:lnTo>
                  <a:lnTo>
                    <a:pt x="124954" y="966139"/>
                  </a:lnTo>
                  <a:lnTo>
                    <a:pt x="123196" y="962796"/>
                  </a:lnTo>
                  <a:lnTo>
                    <a:pt x="121554" y="959453"/>
                  </a:lnTo>
                  <a:lnTo>
                    <a:pt x="120005" y="956110"/>
                  </a:lnTo>
                  <a:lnTo>
                    <a:pt x="118535" y="952767"/>
                  </a:lnTo>
                  <a:lnTo>
                    <a:pt x="117178" y="949424"/>
                  </a:lnTo>
                  <a:lnTo>
                    <a:pt x="115936" y="946081"/>
                  </a:lnTo>
                  <a:lnTo>
                    <a:pt x="114778" y="942738"/>
                  </a:lnTo>
                  <a:lnTo>
                    <a:pt x="113725" y="939395"/>
                  </a:lnTo>
                  <a:lnTo>
                    <a:pt x="112810" y="936052"/>
                  </a:lnTo>
                  <a:lnTo>
                    <a:pt x="111982" y="932709"/>
                  </a:lnTo>
                  <a:lnTo>
                    <a:pt x="111248" y="929366"/>
                  </a:lnTo>
                  <a:lnTo>
                    <a:pt x="110672" y="926023"/>
                  </a:lnTo>
                  <a:lnTo>
                    <a:pt x="110186" y="922680"/>
                  </a:lnTo>
                  <a:lnTo>
                    <a:pt x="109790" y="919337"/>
                  </a:lnTo>
                  <a:lnTo>
                    <a:pt x="109546" y="915994"/>
                  </a:lnTo>
                  <a:lnTo>
                    <a:pt x="109403" y="912651"/>
                  </a:lnTo>
                  <a:lnTo>
                    <a:pt x="109350" y="909308"/>
                  </a:lnTo>
                  <a:lnTo>
                    <a:pt x="109431" y="905965"/>
                  </a:lnTo>
                  <a:lnTo>
                    <a:pt x="109627" y="902622"/>
                  </a:lnTo>
                  <a:lnTo>
                    <a:pt x="109910" y="899279"/>
                  </a:lnTo>
                  <a:lnTo>
                    <a:pt x="110306" y="895936"/>
                  </a:lnTo>
                  <a:lnTo>
                    <a:pt x="110828" y="892593"/>
                  </a:lnTo>
                  <a:lnTo>
                    <a:pt x="111431" y="889249"/>
                  </a:lnTo>
                  <a:lnTo>
                    <a:pt x="112127" y="885906"/>
                  </a:lnTo>
                  <a:lnTo>
                    <a:pt x="112954" y="882563"/>
                  </a:lnTo>
                  <a:lnTo>
                    <a:pt x="113856" y="879220"/>
                  </a:lnTo>
                  <a:lnTo>
                    <a:pt x="114833" y="875877"/>
                  </a:lnTo>
                  <a:lnTo>
                    <a:pt x="115936" y="872534"/>
                  </a:lnTo>
                  <a:lnTo>
                    <a:pt x="117109" y="869191"/>
                  </a:lnTo>
                  <a:lnTo>
                    <a:pt x="118348" y="865848"/>
                  </a:lnTo>
                  <a:lnTo>
                    <a:pt x="119688" y="862505"/>
                  </a:lnTo>
                  <a:lnTo>
                    <a:pt x="121099" y="859162"/>
                  </a:lnTo>
                  <a:lnTo>
                    <a:pt x="122566" y="855819"/>
                  </a:lnTo>
                  <a:lnTo>
                    <a:pt x="124110" y="852476"/>
                  </a:lnTo>
                  <a:lnTo>
                    <a:pt x="125723" y="849133"/>
                  </a:lnTo>
                  <a:lnTo>
                    <a:pt x="127382" y="845790"/>
                  </a:lnTo>
                  <a:lnTo>
                    <a:pt x="129095" y="842447"/>
                  </a:lnTo>
                  <a:lnTo>
                    <a:pt x="130871" y="839104"/>
                  </a:lnTo>
                  <a:lnTo>
                    <a:pt x="132682" y="835761"/>
                  </a:lnTo>
                  <a:lnTo>
                    <a:pt x="134529" y="832418"/>
                  </a:lnTo>
                  <a:lnTo>
                    <a:pt x="136428" y="829075"/>
                  </a:lnTo>
                  <a:lnTo>
                    <a:pt x="138352" y="825732"/>
                  </a:lnTo>
                  <a:lnTo>
                    <a:pt x="140299" y="822389"/>
                  </a:lnTo>
                  <a:lnTo>
                    <a:pt x="142279" y="819046"/>
                  </a:lnTo>
                  <a:lnTo>
                    <a:pt x="144276" y="815702"/>
                  </a:lnTo>
                  <a:lnTo>
                    <a:pt x="146286" y="812359"/>
                  </a:lnTo>
                  <a:lnTo>
                    <a:pt x="148312" y="809016"/>
                  </a:lnTo>
                  <a:lnTo>
                    <a:pt x="150345" y="805673"/>
                  </a:lnTo>
                  <a:lnTo>
                    <a:pt x="152382" y="802330"/>
                  </a:lnTo>
                  <a:lnTo>
                    <a:pt x="154421" y="798987"/>
                  </a:lnTo>
                  <a:lnTo>
                    <a:pt x="156456" y="795644"/>
                  </a:lnTo>
                  <a:lnTo>
                    <a:pt x="158486" y="792301"/>
                  </a:lnTo>
                  <a:lnTo>
                    <a:pt x="160509" y="788958"/>
                  </a:lnTo>
                  <a:lnTo>
                    <a:pt x="162515" y="785615"/>
                  </a:lnTo>
                  <a:lnTo>
                    <a:pt x="164510" y="782272"/>
                  </a:lnTo>
                  <a:lnTo>
                    <a:pt x="166491" y="778929"/>
                  </a:lnTo>
                  <a:lnTo>
                    <a:pt x="168445" y="775586"/>
                  </a:lnTo>
                  <a:lnTo>
                    <a:pt x="170380" y="772243"/>
                  </a:lnTo>
                  <a:lnTo>
                    <a:pt x="172297" y="768900"/>
                  </a:lnTo>
                  <a:lnTo>
                    <a:pt x="174181" y="765557"/>
                  </a:lnTo>
                  <a:lnTo>
                    <a:pt x="176039" y="762214"/>
                  </a:lnTo>
                  <a:lnTo>
                    <a:pt x="177875" y="758871"/>
                  </a:lnTo>
                  <a:lnTo>
                    <a:pt x="179678" y="755528"/>
                  </a:lnTo>
                  <a:lnTo>
                    <a:pt x="180339" y="754280"/>
                  </a:lnTo>
                  <a:lnTo>
                    <a:pt x="181448" y="752185"/>
                  </a:lnTo>
                  <a:lnTo>
                    <a:pt x="183194" y="748842"/>
                  </a:lnTo>
                  <a:lnTo>
                    <a:pt x="184910" y="745499"/>
                  </a:lnTo>
                  <a:lnTo>
                    <a:pt x="186588" y="742155"/>
                  </a:lnTo>
                  <a:lnTo>
                    <a:pt x="188242" y="738812"/>
                  </a:lnTo>
                  <a:lnTo>
                    <a:pt x="189871" y="735469"/>
                  </a:lnTo>
                  <a:lnTo>
                    <a:pt x="191460" y="732126"/>
                  </a:lnTo>
                  <a:lnTo>
                    <a:pt x="193027" y="728783"/>
                  </a:lnTo>
                  <a:lnTo>
                    <a:pt x="194573" y="725440"/>
                  </a:lnTo>
                  <a:lnTo>
                    <a:pt x="196087" y="722097"/>
                  </a:lnTo>
                  <a:lnTo>
                    <a:pt x="197580" y="718754"/>
                  </a:lnTo>
                  <a:lnTo>
                    <a:pt x="199057" y="715411"/>
                  </a:lnTo>
                  <a:lnTo>
                    <a:pt x="200512" y="712068"/>
                  </a:lnTo>
                  <a:lnTo>
                    <a:pt x="201952" y="708725"/>
                  </a:lnTo>
                  <a:lnTo>
                    <a:pt x="203381" y="705382"/>
                  </a:lnTo>
                  <a:lnTo>
                    <a:pt x="204799" y="702039"/>
                  </a:lnTo>
                  <a:lnTo>
                    <a:pt x="206209" y="698696"/>
                  </a:lnTo>
                  <a:lnTo>
                    <a:pt x="207618" y="695353"/>
                  </a:lnTo>
                  <a:lnTo>
                    <a:pt x="209025" y="692010"/>
                  </a:lnTo>
                  <a:lnTo>
                    <a:pt x="210438" y="688667"/>
                  </a:lnTo>
                  <a:lnTo>
                    <a:pt x="211857" y="685324"/>
                  </a:lnTo>
                  <a:lnTo>
                    <a:pt x="213285" y="681981"/>
                  </a:lnTo>
                  <a:lnTo>
                    <a:pt x="214733" y="678638"/>
                  </a:lnTo>
                  <a:lnTo>
                    <a:pt x="216198" y="675295"/>
                  </a:lnTo>
                  <a:lnTo>
                    <a:pt x="217681" y="671952"/>
                  </a:lnTo>
                  <a:lnTo>
                    <a:pt x="219197" y="668608"/>
                  </a:lnTo>
                  <a:lnTo>
                    <a:pt x="220745" y="665265"/>
                  </a:lnTo>
                  <a:lnTo>
                    <a:pt x="222320" y="661922"/>
                  </a:lnTo>
                  <a:lnTo>
                    <a:pt x="223937" y="658579"/>
                  </a:lnTo>
                  <a:lnTo>
                    <a:pt x="225603" y="655236"/>
                  </a:lnTo>
                  <a:lnTo>
                    <a:pt x="227305" y="651893"/>
                  </a:lnTo>
                  <a:lnTo>
                    <a:pt x="229054" y="648550"/>
                  </a:lnTo>
                  <a:lnTo>
                    <a:pt x="230871" y="645207"/>
                  </a:lnTo>
                  <a:lnTo>
                    <a:pt x="232732" y="641864"/>
                  </a:lnTo>
                  <a:lnTo>
                    <a:pt x="234641" y="638521"/>
                  </a:lnTo>
                  <a:lnTo>
                    <a:pt x="236637" y="635178"/>
                  </a:lnTo>
                  <a:lnTo>
                    <a:pt x="238684" y="631835"/>
                  </a:lnTo>
                  <a:lnTo>
                    <a:pt x="240783" y="628492"/>
                  </a:lnTo>
                  <a:lnTo>
                    <a:pt x="242972" y="625149"/>
                  </a:lnTo>
                  <a:lnTo>
                    <a:pt x="245225" y="621806"/>
                  </a:lnTo>
                  <a:lnTo>
                    <a:pt x="247534" y="618463"/>
                  </a:lnTo>
                  <a:lnTo>
                    <a:pt x="249926" y="615120"/>
                  </a:lnTo>
                  <a:lnTo>
                    <a:pt x="252397" y="611777"/>
                  </a:lnTo>
                  <a:lnTo>
                    <a:pt x="254924" y="608434"/>
                  </a:lnTo>
                  <a:lnTo>
                    <a:pt x="257526" y="605091"/>
                  </a:lnTo>
                  <a:lnTo>
                    <a:pt x="260216" y="601748"/>
                  </a:lnTo>
                  <a:lnTo>
                    <a:pt x="262962" y="598405"/>
                  </a:lnTo>
                  <a:lnTo>
                    <a:pt x="265770" y="595062"/>
                  </a:lnTo>
                  <a:lnTo>
                    <a:pt x="268672" y="591718"/>
                  </a:lnTo>
                  <a:lnTo>
                    <a:pt x="271627" y="588375"/>
                  </a:lnTo>
                  <a:lnTo>
                    <a:pt x="274634" y="585032"/>
                  </a:lnTo>
                  <a:lnTo>
                    <a:pt x="277728" y="581689"/>
                  </a:lnTo>
                  <a:lnTo>
                    <a:pt x="280872" y="578346"/>
                  </a:lnTo>
                  <a:lnTo>
                    <a:pt x="284062" y="575003"/>
                  </a:lnTo>
                  <a:lnTo>
                    <a:pt x="287320" y="571660"/>
                  </a:lnTo>
                  <a:lnTo>
                    <a:pt x="290627" y="568317"/>
                  </a:lnTo>
                  <a:lnTo>
                    <a:pt x="293971" y="564974"/>
                  </a:lnTo>
                  <a:lnTo>
                    <a:pt x="297364" y="561631"/>
                  </a:lnTo>
                  <a:lnTo>
                    <a:pt x="300800" y="558288"/>
                  </a:lnTo>
                  <a:lnTo>
                    <a:pt x="304264" y="554945"/>
                  </a:lnTo>
                  <a:lnTo>
                    <a:pt x="307758" y="551602"/>
                  </a:lnTo>
                  <a:lnTo>
                    <a:pt x="311285" y="548259"/>
                  </a:lnTo>
                  <a:lnTo>
                    <a:pt x="314829" y="544916"/>
                  </a:lnTo>
                  <a:lnTo>
                    <a:pt x="318387" y="541573"/>
                  </a:lnTo>
                  <a:lnTo>
                    <a:pt x="321965" y="538230"/>
                  </a:lnTo>
                  <a:lnTo>
                    <a:pt x="325547" y="534887"/>
                  </a:lnTo>
                  <a:lnTo>
                    <a:pt x="329133" y="531544"/>
                  </a:lnTo>
                  <a:lnTo>
                    <a:pt x="332719" y="528201"/>
                  </a:lnTo>
                  <a:lnTo>
                    <a:pt x="336299" y="524858"/>
                  </a:lnTo>
                  <a:lnTo>
                    <a:pt x="339873" y="521515"/>
                  </a:lnTo>
                  <a:lnTo>
                    <a:pt x="343432" y="518171"/>
                  </a:lnTo>
                  <a:lnTo>
                    <a:pt x="346971" y="514828"/>
                  </a:lnTo>
                  <a:lnTo>
                    <a:pt x="350495" y="511485"/>
                  </a:lnTo>
                  <a:lnTo>
                    <a:pt x="353994" y="508142"/>
                  </a:lnTo>
                  <a:lnTo>
                    <a:pt x="357460" y="504799"/>
                  </a:lnTo>
                  <a:lnTo>
                    <a:pt x="360900" y="501456"/>
                  </a:lnTo>
                  <a:lnTo>
                    <a:pt x="364313" y="498113"/>
                  </a:lnTo>
                  <a:lnTo>
                    <a:pt x="367676" y="494770"/>
                  </a:lnTo>
                  <a:lnTo>
                    <a:pt x="371008" y="491427"/>
                  </a:lnTo>
                  <a:lnTo>
                    <a:pt x="374309" y="488084"/>
                  </a:lnTo>
                  <a:lnTo>
                    <a:pt x="377553" y="484741"/>
                  </a:lnTo>
                  <a:lnTo>
                    <a:pt x="380758" y="481398"/>
                  </a:lnTo>
                  <a:lnTo>
                    <a:pt x="383928" y="478055"/>
                  </a:lnTo>
                  <a:lnTo>
                    <a:pt x="387042" y="474712"/>
                  </a:lnTo>
                  <a:lnTo>
                    <a:pt x="390110" y="471369"/>
                  </a:lnTo>
                  <a:lnTo>
                    <a:pt x="393141" y="468026"/>
                  </a:lnTo>
                  <a:lnTo>
                    <a:pt x="396121" y="464683"/>
                  </a:lnTo>
                  <a:lnTo>
                    <a:pt x="399048" y="461340"/>
                  </a:lnTo>
                  <a:lnTo>
                    <a:pt x="401938" y="457997"/>
                  </a:lnTo>
                  <a:lnTo>
                    <a:pt x="404786" y="454654"/>
                  </a:lnTo>
                  <a:lnTo>
                    <a:pt x="407576" y="451311"/>
                  </a:lnTo>
                  <a:lnTo>
                    <a:pt x="410332" y="447968"/>
                  </a:lnTo>
                  <a:lnTo>
                    <a:pt x="413055" y="444624"/>
                  </a:lnTo>
                  <a:lnTo>
                    <a:pt x="415719" y="441281"/>
                  </a:lnTo>
                  <a:lnTo>
                    <a:pt x="418352" y="437938"/>
                  </a:lnTo>
                  <a:lnTo>
                    <a:pt x="420955" y="434595"/>
                  </a:lnTo>
                  <a:lnTo>
                    <a:pt x="423513" y="431252"/>
                  </a:lnTo>
                  <a:lnTo>
                    <a:pt x="426040" y="427909"/>
                  </a:lnTo>
                  <a:lnTo>
                    <a:pt x="428542" y="424566"/>
                  </a:lnTo>
                  <a:lnTo>
                    <a:pt x="431010" y="421223"/>
                  </a:lnTo>
                  <a:lnTo>
                    <a:pt x="433449" y="417880"/>
                  </a:lnTo>
                  <a:lnTo>
                    <a:pt x="435868" y="414537"/>
                  </a:lnTo>
                  <a:lnTo>
                    <a:pt x="438264" y="411194"/>
                  </a:lnTo>
                  <a:lnTo>
                    <a:pt x="440636" y="407851"/>
                  </a:lnTo>
                  <a:lnTo>
                    <a:pt x="442993" y="404508"/>
                  </a:lnTo>
                  <a:lnTo>
                    <a:pt x="445335" y="401165"/>
                  </a:lnTo>
                  <a:lnTo>
                    <a:pt x="447658" y="397822"/>
                  </a:lnTo>
                  <a:lnTo>
                    <a:pt x="449972" y="394479"/>
                  </a:lnTo>
                  <a:lnTo>
                    <a:pt x="452276" y="391136"/>
                  </a:lnTo>
                  <a:lnTo>
                    <a:pt x="454569" y="387793"/>
                  </a:lnTo>
                  <a:lnTo>
                    <a:pt x="456856" y="384450"/>
                  </a:lnTo>
                  <a:lnTo>
                    <a:pt x="459138" y="381107"/>
                  </a:lnTo>
                  <a:lnTo>
                    <a:pt x="461415" y="377764"/>
                  </a:lnTo>
                  <a:lnTo>
                    <a:pt x="463688" y="374421"/>
                  </a:lnTo>
                  <a:lnTo>
                    <a:pt x="465959" y="371077"/>
                  </a:lnTo>
                  <a:lnTo>
                    <a:pt x="468229" y="367734"/>
                  </a:lnTo>
                  <a:lnTo>
                    <a:pt x="470498" y="364391"/>
                  </a:lnTo>
                  <a:lnTo>
                    <a:pt x="472766" y="361048"/>
                  </a:lnTo>
                  <a:lnTo>
                    <a:pt x="475034" y="357705"/>
                  </a:lnTo>
                  <a:lnTo>
                    <a:pt x="477303" y="354362"/>
                  </a:lnTo>
                  <a:lnTo>
                    <a:pt x="479571" y="351019"/>
                  </a:lnTo>
                  <a:lnTo>
                    <a:pt x="481840" y="347676"/>
                  </a:lnTo>
                  <a:lnTo>
                    <a:pt x="484107" y="344333"/>
                  </a:lnTo>
                  <a:lnTo>
                    <a:pt x="486374" y="340990"/>
                  </a:lnTo>
                  <a:lnTo>
                    <a:pt x="488639" y="337647"/>
                  </a:lnTo>
                  <a:lnTo>
                    <a:pt x="490901" y="334304"/>
                  </a:lnTo>
                  <a:lnTo>
                    <a:pt x="493159" y="330961"/>
                  </a:lnTo>
                  <a:lnTo>
                    <a:pt x="495414" y="327618"/>
                  </a:lnTo>
                  <a:lnTo>
                    <a:pt x="497663" y="324275"/>
                  </a:lnTo>
                  <a:lnTo>
                    <a:pt x="499903" y="320932"/>
                  </a:lnTo>
                  <a:lnTo>
                    <a:pt x="502137" y="317589"/>
                  </a:lnTo>
                  <a:lnTo>
                    <a:pt x="504361" y="314246"/>
                  </a:lnTo>
                  <a:lnTo>
                    <a:pt x="506570" y="310903"/>
                  </a:lnTo>
                  <a:lnTo>
                    <a:pt x="508768" y="307560"/>
                  </a:lnTo>
                  <a:lnTo>
                    <a:pt x="510955" y="304217"/>
                  </a:lnTo>
                  <a:lnTo>
                    <a:pt x="513118" y="300874"/>
                  </a:lnTo>
                  <a:lnTo>
                    <a:pt x="515267" y="297531"/>
                  </a:lnTo>
                  <a:lnTo>
                    <a:pt x="517400" y="294187"/>
                  </a:lnTo>
                  <a:lnTo>
                    <a:pt x="519503" y="290844"/>
                  </a:lnTo>
                  <a:lnTo>
                    <a:pt x="521585" y="287501"/>
                  </a:lnTo>
                  <a:lnTo>
                    <a:pt x="523647" y="284158"/>
                  </a:lnTo>
                  <a:lnTo>
                    <a:pt x="525677" y="280815"/>
                  </a:lnTo>
                  <a:lnTo>
                    <a:pt x="527677" y="277472"/>
                  </a:lnTo>
                  <a:lnTo>
                    <a:pt x="529653" y="274129"/>
                  </a:lnTo>
                  <a:lnTo>
                    <a:pt x="531595" y="270786"/>
                  </a:lnTo>
                  <a:lnTo>
                    <a:pt x="533498" y="267443"/>
                  </a:lnTo>
                  <a:lnTo>
                    <a:pt x="535374" y="264100"/>
                  </a:lnTo>
                  <a:lnTo>
                    <a:pt x="537216" y="260757"/>
                  </a:lnTo>
                  <a:lnTo>
                    <a:pt x="539009" y="257414"/>
                  </a:lnTo>
                  <a:lnTo>
                    <a:pt x="540772" y="254071"/>
                  </a:lnTo>
                  <a:lnTo>
                    <a:pt x="542503" y="250728"/>
                  </a:lnTo>
                  <a:lnTo>
                    <a:pt x="544177" y="247385"/>
                  </a:lnTo>
                  <a:lnTo>
                    <a:pt x="545816" y="244042"/>
                  </a:lnTo>
                  <a:lnTo>
                    <a:pt x="547423" y="240699"/>
                  </a:lnTo>
                  <a:lnTo>
                    <a:pt x="548975" y="237356"/>
                  </a:lnTo>
                  <a:lnTo>
                    <a:pt x="550485" y="234013"/>
                  </a:lnTo>
                  <a:lnTo>
                    <a:pt x="551960" y="230670"/>
                  </a:lnTo>
                  <a:lnTo>
                    <a:pt x="553386" y="227327"/>
                  </a:lnTo>
                  <a:lnTo>
                    <a:pt x="554762" y="223984"/>
                  </a:lnTo>
                  <a:lnTo>
                    <a:pt x="556103" y="220640"/>
                  </a:lnTo>
                  <a:lnTo>
                    <a:pt x="557401" y="217297"/>
                  </a:lnTo>
                  <a:lnTo>
                    <a:pt x="558643" y="213954"/>
                  </a:lnTo>
                  <a:lnTo>
                    <a:pt x="559849" y="210611"/>
                  </a:lnTo>
                  <a:lnTo>
                    <a:pt x="561019" y="207268"/>
                  </a:lnTo>
                  <a:lnTo>
                    <a:pt x="562128" y="203925"/>
                  </a:lnTo>
                  <a:lnTo>
                    <a:pt x="563202" y="200582"/>
                  </a:lnTo>
                  <a:lnTo>
                    <a:pt x="564243" y="197239"/>
                  </a:lnTo>
                  <a:lnTo>
                    <a:pt x="565227" y="193896"/>
                  </a:lnTo>
                  <a:lnTo>
                    <a:pt x="566174" y="190553"/>
                  </a:lnTo>
                  <a:lnTo>
                    <a:pt x="567088" y="187210"/>
                  </a:lnTo>
                  <a:lnTo>
                    <a:pt x="567955" y="183867"/>
                  </a:lnTo>
                  <a:lnTo>
                    <a:pt x="568781" y="180524"/>
                  </a:lnTo>
                  <a:lnTo>
                    <a:pt x="569577" y="177181"/>
                  </a:lnTo>
                  <a:lnTo>
                    <a:pt x="570333" y="173838"/>
                  </a:lnTo>
                  <a:lnTo>
                    <a:pt x="571046" y="170495"/>
                  </a:lnTo>
                  <a:lnTo>
                    <a:pt x="571732" y="167152"/>
                  </a:lnTo>
                  <a:lnTo>
                    <a:pt x="572385" y="163809"/>
                  </a:lnTo>
                  <a:lnTo>
                    <a:pt x="572995" y="160466"/>
                  </a:lnTo>
                  <a:lnTo>
                    <a:pt x="573579" y="157123"/>
                  </a:lnTo>
                  <a:lnTo>
                    <a:pt x="574138" y="153780"/>
                  </a:lnTo>
                  <a:lnTo>
                    <a:pt x="574655" y="150437"/>
                  </a:lnTo>
                  <a:lnTo>
                    <a:pt x="575148" y="147093"/>
                  </a:lnTo>
                  <a:lnTo>
                    <a:pt x="575619" y="143750"/>
                  </a:lnTo>
                  <a:lnTo>
                    <a:pt x="576055" y="140407"/>
                  </a:lnTo>
                  <a:lnTo>
                    <a:pt x="576467" y="137064"/>
                  </a:lnTo>
                  <a:lnTo>
                    <a:pt x="576860" y="133721"/>
                  </a:lnTo>
                  <a:lnTo>
                    <a:pt x="577225" y="130378"/>
                  </a:lnTo>
                  <a:lnTo>
                    <a:pt x="577566" y="127035"/>
                  </a:lnTo>
                  <a:lnTo>
                    <a:pt x="577890" y="123692"/>
                  </a:lnTo>
                  <a:lnTo>
                    <a:pt x="578193" y="120349"/>
                  </a:lnTo>
                  <a:lnTo>
                    <a:pt x="578472" y="117006"/>
                  </a:lnTo>
                  <a:lnTo>
                    <a:pt x="578737" y="113663"/>
                  </a:lnTo>
                  <a:lnTo>
                    <a:pt x="578986" y="110320"/>
                  </a:lnTo>
                  <a:lnTo>
                    <a:pt x="579212" y="106977"/>
                  </a:lnTo>
                  <a:lnTo>
                    <a:pt x="579426" y="103634"/>
                  </a:lnTo>
                  <a:lnTo>
                    <a:pt x="579628" y="100291"/>
                  </a:lnTo>
                  <a:lnTo>
                    <a:pt x="579811" y="96948"/>
                  </a:lnTo>
                  <a:lnTo>
                    <a:pt x="579982" y="93605"/>
                  </a:lnTo>
                  <a:lnTo>
                    <a:pt x="580144" y="90262"/>
                  </a:lnTo>
                  <a:lnTo>
                    <a:pt x="580291" y="86919"/>
                  </a:lnTo>
                  <a:lnTo>
                    <a:pt x="580427" y="83576"/>
                  </a:lnTo>
                  <a:lnTo>
                    <a:pt x="580554" y="80233"/>
                  </a:lnTo>
                  <a:lnTo>
                    <a:pt x="580672" y="76890"/>
                  </a:lnTo>
                  <a:lnTo>
                    <a:pt x="580778" y="73546"/>
                  </a:lnTo>
                  <a:lnTo>
                    <a:pt x="580878" y="70203"/>
                  </a:lnTo>
                  <a:lnTo>
                    <a:pt x="580971" y="66860"/>
                  </a:lnTo>
                  <a:lnTo>
                    <a:pt x="581054" y="63517"/>
                  </a:lnTo>
                  <a:lnTo>
                    <a:pt x="581131" y="60174"/>
                  </a:lnTo>
                  <a:lnTo>
                    <a:pt x="581204" y="56831"/>
                  </a:lnTo>
                  <a:lnTo>
                    <a:pt x="581268" y="53488"/>
                  </a:lnTo>
                  <a:lnTo>
                    <a:pt x="581327" y="50145"/>
                  </a:lnTo>
                  <a:lnTo>
                    <a:pt x="581383" y="46802"/>
                  </a:lnTo>
                  <a:lnTo>
                    <a:pt x="581432" y="43459"/>
                  </a:lnTo>
                  <a:lnTo>
                    <a:pt x="581477" y="40116"/>
                  </a:lnTo>
                  <a:lnTo>
                    <a:pt x="581519" y="36773"/>
                  </a:lnTo>
                  <a:lnTo>
                    <a:pt x="581557" y="33430"/>
                  </a:lnTo>
                  <a:lnTo>
                    <a:pt x="581591" y="30087"/>
                  </a:lnTo>
                  <a:lnTo>
                    <a:pt x="581623" y="26744"/>
                  </a:lnTo>
                  <a:lnTo>
                    <a:pt x="581652" y="23401"/>
                  </a:lnTo>
                  <a:lnTo>
                    <a:pt x="581677" y="20058"/>
                  </a:lnTo>
                  <a:lnTo>
                    <a:pt x="581700" y="16715"/>
                  </a:lnTo>
                  <a:lnTo>
                    <a:pt x="581722" y="13372"/>
                  </a:lnTo>
                  <a:lnTo>
                    <a:pt x="581741" y="10029"/>
                  </a:lnTo>
                  <a:lnTo>
                    <a:pt x="581758" y="6686"/>
                  </a:lnTo>
                  <a:lnTo>
                    <a:pt x="581774" y="3343"/>
                  </a:lnTo>
                  <a:lnTo>
                    <a:pt x="581788" y="0"/>
                  </a:lnTo>
                  <a:lnTo>
                    <a:pt x="582022" y="0"/>
                  </a:lnTo>
                  <a:lnTo>
                    <a:pt x="582036" y="3343"/>
                  </a:lnTo>
                  <a:lnTo>
                    <a:pt x="582052" y="6686"/>
                  </a:lnTo>
                  <a:lnTo>
                    <a:pt x="582069" y="10029"/>
                  </a:lnTo>
                  <a:lnTo>
                    <a:pt x="582088" y="13372"/>
                  </a:lnTo>
                  <a:lnTo>
                    <a:pt x="582109" y="16715"/>
                  </a:lnTo>
                  <a:lnTo>
                    <a:pt x="582133" y="20058"/>
                  </a:lnTo>
                  <a:lnTo>
                    <a:pt x="582158" y="23401"/>
                  </a:lnTo>
                  <a:lnTo>
                    <a:pt x="582187" y="26744"/>
                  </a:lnTo>
                  <a:lnTo>
                    <a:pt x="582219" y="30087"/>
                  </a:lnTo>
                  <a:lnTo>
                    <a:pt x="582253" y="33430"/>
                  </a:lnTo>
                  <a:lnTo>
                    <a:pt x="582291" y="36773"/>
                  </a:lnTo>
                  <a:lnTo>
                    <a:pt x="582333" y="40116"/>
                  </a:lnTo>
                  <a:lnTo>
                    <a:pt x="582378" y="43459"/>
                  </a:lnTo>
                  <a:lnTo>
                    <a:pt x="582427" y="46802"/>
                  </a:lnTo>
                  <a:lnTo>
                    <a:pt x="582483" y="50145"/>
                  </a:lnTo>
                  <a:lnTo>
                    <a:pt x="582542" y="53488"/>
                  </a:lnTo>
                  <a:lnTo>
                    <a:pt x="582606" y="56831"/>
                  </a:lnTo>
                  <a:lnTo>
                    <a:pt x="582679" y="60174"/>
                  </a:lnTo>
                  <a:lnTo>
                    <a:pt x="582756" y="63517"/>
                  </a:lnTo>
                  <a:lnTo>
                    <a:pt x="582839" y="66860"/>
                  </a:lnTo>
                  <a:lnTo>
                    <a:pt x="582932" y="70203"/>
                  </a:lnTo>
                  <a:lnTo>
                    <a:pt x="583032" y="73546"/>
                  </a:lnTo>
                  <a:lnTo>
                    <a:pt x="583138" y="76890"/>
                  </a:lnTo>
                  <a:lnTo>
                    <a:pt x="583256" y="80233"/>
                  </a:lnTo>
                  <a:lnTo>
                    <a:pt x="583383" y="83576"/>
                  </a:lnTo>
                  <a:lnTo>
                    <a:pt x="583519" y="86919"/>
                  </a:lnTo>
                  <a:lnTo>
                    <a:pt x="583666" y="90262"/>
                  </a:lnTo>
                  <a:lnTo>
                    <a:pt x="583828" y="93605"/>
                  </a:lnTo>
                  <a:lnTo>
                    <a:pt x="583999" y="96948"/>
                  </a:lnTo>
                  <a:lnTo>
                    <a:pt x="584182" y="100291"/>
                  </a:lnTo>
                  <a:lnTo>
                    <a:pt x="584384" y="103634"/>
                  </a:lnTo>
                  <a:lnTo>
                    <a:pt x="584598" y="106977"/>
                  </a:lnTo>
                  <a:lnTo>
                    <a:pt x="584824" y="110320"/>
                  </a:lnTo>
                  <a:lnTo>
                    <a:pt x="585073" y="113663"/>
                  </a:lnTo>
                  <a:lnTo>
                    <a:pt x="585338" y="117006"/>
                  </a:lnTo>
                  <a:lnTo>
                    <a:pt x="585617" y="120349"/>
                  </a:lnTo>
                  <a:lnTo>
                    <a:pt x="585920" y="123692"/>
                  </a:lnTo>
                  <a:lnTo>
                    <a:pt x="586244" y="127035"/>
                  </a:lnTo>
                  <a:lnTo>
                    <a:pt x="586585" y="130378"/>
                  </a:lnTo>
                  <a:lnTo>
                    <a:pt x="586950" y="133721"/>
                  </a:lnTo>
                  <a:lnTo>
                    <a:pt x="587343" y="137064"/>
                  </a:lnTo>
                  <a:lnTo>
                    <a:pt x="587755" y="140407"/>
                  </a:lnTo>
                  <a:lnTo>
                    <a:pt x="588191" y="143750"/>
                  </a:lnTo>
                  <a:lnTo>
                    <a:pt x="588662" y="147093"/>
                  </a:lnTo>
                  <a:lnTo>
                    <a:pt x="589155" y="150437"/>
                  </a:lnTo>
                  <a:lnTo>
                    <a:pt x="589672" y="153780"/>
                  </a:lnTo>
                  <a:lnTo>
                    <a:pt x="590231" y="157123"/>
                  </a:lnTo>
                  <a:lnTo>
                    <a:pt x="590815" y="160466"/>
                  </a:lnTo>
                  <a:lnTo>
                    <a:pt x="591425" y="163809"/>
                  </a:lnTo>
                  <a:lnTo>
                    <a:pt x="592078" y="167152"/>
                  </a:lnTo>
                  <a:lnTo>
                    <a:pt x="592764" y="170495"/>
                  </a:lnTo>
                  <a:lnTo>
                    <a:pt x="593477" y="173838"/>
                  </a:lnTo>
                  <a:lnTo>
                    <a:pt x="594233" y="177181"/>
                  </a:lnTo>
                  <a:lnTo>
                    <a:pt x="595029" y="180524"/>
                  </a:lnTo>
                  <a:lnTo>
                    <a:pt x="595855" y="183867"/>
                  </a:lnTo>
                  <a:lnTo>
                    <a:pt x="596722" y="187210"/>
                  </a:lnTo>
                  <a:lnTo>
                    <a:pt x="597636" y="190553"/>
                  </a:lnTo>
                  <a:lnTo>
                    <a:pt x="598583" y="193896"/>
                  </a:lnTo>
                  <a:lnTo>
                    <a:pt x="599567" y="197239"/>
                  </a:lnTo>
                  <a:lnTo>
                    <a:pt x="600608" y="200582"/>
                  </a:lnTo>
                  <a:lnTo>
                    <a:pt x="601682" y="203925"/>
                  </a:lnTo>
                  <a:lnTo>
                    <a:pt x="602791" y="207268"/>
                  </a:lnTo>
                  <a:lnTo>
                    <a:pt x="603961" y="210611"/>
                  </a:lnTo>
                  <a:lnTo>
                    <a:pt x="605167" y="213954"/>
                  </a:lnTo>
                  <a:lnTo>
                    <a:pt x="606409" y="217297"/>
                  </a:lnTo>
                  <a:lnTo>
                    <a:pt x="607707" y="220640"/>
                  </a:lnTo>
                  <a:lnTo>
                    <a:pt x="609048" y="223984"/>
                  </a:lnTo>
                  <a:lnTo>
                    <a:pt x="610424" y="227327"/>
                  </a:lnTo>
                  <a:lnTo>
                    <a:pt x="611850" y="230670"/>
                  </a:lnTo>
                  <a:lnTo>
                    <a:pt x="613325" y="234013"/>
                  </a:lnTo>
                  <a:lnTo>
                    <a:pt x="614835" y="237356"/>
                  </a:lnTo>
                  <a:lnTo>
                    <a:pt x="616387" y="240699"/>
                  </a:lnTo>
                  <a:lnTo>
                    <a:pt x="617994" y="244042"/>
                  </a:lnTo>
                  <a:lnTo>
                    <a:pt x="619633" y="247385"/>
                  </a:lnTo>
                  <a:lnTo>
                    <a:pt x="621307" y="250728"/>
                  </a:lnTo>
                  <a:lnTo>
                    <a:pt x="623038" y="254071"/>
                  </a:lnTo>
                  <a:lnTo>
                    <a:pt x="624801" y="257414"/>
                  </a:lnTo>
                  <a:lnTo>
                    <a:pt x="626594" y="260757"/>
                  </a:lnTo>
                  <a:lnTo>
                    <a:pt x="628436" y="264100"/>
                  </a:lnTo>
                  <a:lnTo>
                    <a:pt x="630312" y="267443"/>
                  </a:lnTo>
                  <a:lnTo>
                    <a:pt x="632215" y="270786"/>
                  </a:lnTo>
                  <a:lnTo>
                    <a:pt x="634157" y="274129"/>
                  </a:lnTo>
                  <a:lnTo>
                    <a:pt x="636133" y="277472"/>
                  </a:lnTo>
                  <a:lnTo>
                    <a:pt x="638133" y="280815"/>
                  </a:lnTo>
                  <a:lnTo>
                    <a:pt x="640163" y="284158"/>
                  </a:lnTo>
                  <a:lnTo>
                    <a:pt x="642225" y="287501"/>
                  </a:lnTo>
                  <a:lnTo>
                    <a:pt x="644307" y="290844"/>
                  </a:lnTo>
                  <a:lnTo>
                    <a:pt x="646410" y="294187"/>
                  </a:lnTo>
                  <a:lnTo>
                    <a:pt x="648543" y="297531"/>
                  </a:lnTo>
                  <a:lnTo>
                    <a:pt x="650691" y="300874"/>
                  </a:lnTo>
                  <a:lnTo>
                    <a:pt x="652855" y="304217"/>
                  </a:lnTo>
                  <a:lnTo>
                    <a:pt x="655041" y="307560"/>
                  </a:lnTo>
                  <a:lnTo>
                    <a:pt x="657240" y="310903"/>
                  </a:lnTo>
                  <a:lnTo>
                    <a:pt x="659449" y="314246"/>
                  </a:lnTo>
                  <a:lnTo>
                    <a:pt x="661673" y="317589"/>
                  </a:lnTo>
                  <a:lnTo>
                    <a:pt x="663907" y="320932"/>
                  </a:lnTo>
                  <a:lnTo>
                    <a:pt x="666147" y="324275"/>
                  </a:lnTo>
                  <a:lnTo>
                    <a:pt x="668396" y="327618"/>
                  </a:lnTo>
                  <a:lnTo>
                    <a:pt x="670651" y="330961"/>
                  </a:lnTo>
                  <a:lnTo>
                    <a:pt x="672909" y="334304"/>
                  </a:lnTo>
                  <a:lnTo>
                    <a:pt x="675171" y="337647"/>
                  </a:lnTo>
                  <a:lnTo>
                    <a:pt x="677436" y="340990"/>
                  </a:lnTo>
                  <a:lnTo>
                    <a:pt x="679703" y="344333"/>
                  </a:lnTo>
                  <a:lnTo>
                    <a:pt x="681970" y="347676"/>
                  </a:lnTo>
                  <a:lnTo>
                    <a:pt x="684239" y="351019"/>
                  </a:lnTo>
                  <a:lnTo>
                    <a:pt x="686507" y="354362"/>
                  </a:lnTo>
                  <a:lnTo>
                    <a:pt x="688776" y="357705"/>
                  </a:lnTo>
                  <a:lnTo>
                    <a:pt x="691044" y="361048"/>
                  </a:lnTo>
                  <a:lnTo>
                    <a:pt x="693312" y="364391"/>
                  </a:lnTo>
                  <a:lnTo>
                    <a:pt x="695581" y="367734"/>
                  </a:lnTo>
                  <a:lnTo>
                    <a:pt x="697851" y="371077"/>
                  </a:lnTo>
                  <a:lnTo>
                    <a:pt x="700122" y="374421"/>
                  </a:lnTo>
                  <a:lnTo>
                    <a:pt x="702395" y="377764"/>
                  </a:lnTo>
                  <a:lnTo>
                    <a:pt x="704672" y="381107"/>
                  </a:lnTo>
                  <a:lnTo>
                    <a:pt x="706954" y="384450"/>
                  </a:lnTo>
                  <a:lnTo>
                    <a:pt x="709241" y="387793"/>
                  </a:lnTo>
                  <a:lnTo>
                    <a:pt x="711533" y="391136"/>
                  </a:lnTo>
                  <a:lnTo>
                    <a:pt x="713838" y="394479"/>
                  </a:lnTo>
                  <a:lnTo>
                    <a:pt x="716152" y="397822"/>
                  </a:lnTo>
                  <a:lnTo>
                    <a:pt x="718475" y="401165"/>
                  </a:lnTo>
                  <a:lnTo>
                    <a:pt x="720817" y="404508"/>
                  </a:lnTo>
                  <a:lnTo>
                    <a:pt x="723174" y="407851"/>
                  </a:lnTo>
                  <a:lnTo>
                    <a:pt x="725546" y="411194"/>
                  </a:lnTo>
                  <a:lnTo>
                    <a:pt x="727942" y="414537"/>
                  </a:lnTo>
                  <a:lnTo>
                    <a:pt x="730361" y="417880"/>
                  </a:lnTo>
                  <a:lnTo>
                    <a:pt x="732800" y="421223"/>
                  </a:lnTo>
                  <a:lnTo>
                    <a:pt x="735268" y="424566"/>
                  </a:lnTo>
                  <a:lnTo>
                    <a:pt x="737770" y="427909"/>
                  </a:lnTo>
                  <a:lnTo>
                    <a:pt x="740297" y="431252"/>
                  </a:lnTo>
                  <a:lnTo>
                    <a:pt x="742854" y="434595"/>
                  </a:lnTo>
                  <a:lnTo>
                    <a:pt x="745458" y="437938"/>
                  </a:lnTo>
                  <a:lnTo>
                    <a:pt x="748091" y="441281"/>
                  </a:lnTo>
                  <a:lnTo>
                    <a:pt x="750755" y="444624"/>
                  </a:lnTo>
                  <a:lnTo>
                    <a:pt x="753477" y="447968"/>
                  </a:lnTo>
                  <a:lnTo>
                    <a:pt x="756234" y="451311"/>
                  </a:lnTo>
                  <a:lnTo>
                    <a:pt x="759024" y="454654"/>
                  </a:lnTo>
                  <a:lnTo>
                    <a:pt x="761871" y="457997"/>
                  </a:lnTo>
                  <a:lnTo>
                    <a:pt x="764762" y="461340"/>
                  </a:lnTo>
                  <a:lnTo>
                    <a:pt x="767689" y="464683"/>
                  </a:lnTo>
                  <a:lnTo>
                    <a:pt x="770669" y="468026"/>
                  </a:lnTo>
                  <a:lnTo>
                    <a:pt x="773700" y="471369"/>
                  </a:lnTo>
                  <a:lnTo>
                    <a:pt x="776767" y="474712"/>
                  </a:lnTo>
                  <a:lnTo>
                    <a:pt x="779882" y="478055"/>
                  </a:lnTo>
                  <a:lnTo>
                    <a:pt x="783052" y="481398"/>
                  </a:lnTo>
                  <a:lnTo>
                    <a:pt x="786257" y="484741"/>
                  </a:lnTo>
                  <a:lnTo>
                    <a:pt x="789501" y="488084"/>
                  </a:lnTo>
                  <a:lnTo>
                    <a:pt x="792802" y="491427"/>
                  </a:lnTo>
                  <a:lnTo>
                    <a:pt x="796134" y="494770"/>
                  </a:lnTo>
                  <a:lnTo>
                    <a:pt x="799497" y="498113"/>
                  </a:lnTo>
                  <a:lnTo>
                    <a:pt x="802910" y="501456"/>
                  </a:lnTo>
                  <a:lnTo>
                    <a:pt x="806350" y="504799"/>
                  </a:lnTo>
                  <a:lnTo>
                    <a:pt x="809816" y="508142"/>
                  </a:lnTo>
                  <a:lnTo>
                    <a:pt x="813315" y="511485"/>
                  </a:lnTo>
                  <a:lnTo>
                    <a:pt x="816839" y="514828"/>
                  </a:lnTo>
                  <a:lnTo>
                    <a:pt x="820378" y="518171"/>
                  </a:lnTo>
                  <a:lnTo>
                    <a:pt x="823937" y="521515"/>
                  </a:lnTo>
                  <a:lnTo>
                    <a:pt x="827511" y="524858"/>
                  </a:lnTo>
                  <a:lnTo>
                    <a:pt x="831091" y="528201"/>
                  </a:lnTo>
                  <a:lnTo>
                    <a:pt x="834677" y="531544"/>
                  </a:lnTo>
                  <a:lnTo>
                    <a:pt x="838263" y="534887"/>
                  </a:lnTo>
                  <a:lnTo>
                    <a:pt x="841845" y="538230"/>
                  </a:lnTo>
                  <a:lnTo>
                    <a:pt x="845423" y="541573"/>
                  </a:lnTo>
                  <a:lnTo>
                    <a:pt x="848981" y="544916"/>
                  </a:lnTo>
                  <a:lnTo>
                    <a:pt x="852525" y="548259"/>
                  </a:lnTo>
                  <a:lnTo>
                    <a:pt x="856052" y="551602"/>
                  </a:lnTo>
                  <a:lnTo>
                    <a:pt x="859546" y="554945"/>
                  </a:lnTo>
                  <a:lnTo>
                    <a:pt x="863010" y="558288"/>
                  </a:lnTo>
                  <a:lnTo>
                    <a:pt x="866446" y="561631"/>
                  </a:lnTo>
                  <a:lnTo>
                    <a:pt x="869839" y="564974"/>
                  </a:lnTo>
                  <a:lnTo>
                    <a:pt x="873183" y="568317"/>
                  </a:lnTo>
                  <a:lnTo>
                    <a:pt x="876490" y="571660"/>
                  </a:lnTo>
                  <a:lnTo>
                    <a:pt x="879748" y="575003"/>
                  </a:lnTo>
                  <a:lnTo>
                    <a:pt x="882938" y="578346"/>
                  </a:lnTo>
                  <a:lnTo>
                    <a:pt x="886082" y="581689"/>
                  </a:lnTo>
                  <a:lnTo>
                    <a:pt x="889176" y="585032"/>
                  </a:lnTo>
                  <a:lnTo>
                    <a:pt x="892183" y="588375"/>
                  </a:lnTo>
                  <a:lnTo>
                    <a:pt x="895138" y="591718"/>
                  </a:lnTo>
                  <a:lnTo>
                    <a:pt x="898040" y="595062"/>
                  </a:lnTo>
                  <a:lnTo>
                    <a:pt x="900848" y="598405"/>
                  </a:lnTo>
                  <a:lnTo>
                    <a:pt x="903594" y="601748"/>
                  </a:lnTo>
                  <a:lnTo>
                    <a:pt x="906284" y="605091"/>
                  </a:lnTo>
                  <a:lnTo>
                    <a:pt x="908886" y="608434"/>
                  </a:lnTo>
                  <a:lnTo>
                    <a:pt x="911413" y="611777"/>
                  </a:lnTo>
                  <a:lnTo>
                    <a:pt x="913883" y="615120"/>
                  </a:lnTo>
                  <a:lnTo>
                    <a:pt x="916276" y="618463"/>
                  </a:lnTo>
                  <a:lnTo>
                    <a:pt x="918585" y="621806"/>
                  </a:lnTo>
                  <a:lnTo>
                    <a:pt x="920838" y="625149"/>
                  </a:lnTo>
                  <a:lnTo>
                    <a:pt x="923027" y="628492"/>
                  </a:lnTo>
                  <a:lnTo>
                    <a:pt x="925126" y="631835"/>
                  </a:lnTo>
                  <a:lnTo>
                    <a:pt x="927173" y="635178"/>
                  </a:lnTo>
                  <a:lnTo>
                    <a:pt x="929169" y="638521"/>
                  </a:lnTo>
                  <a:lnTo>
                    <a:pt x="931078" y="641864"/>
                  </a:lnTo>
                  <a:lnTo>
                    <a:pt x="932939" y="645207"/>
                  </a:lnTo>
                  <a:lnTo>
                    <a:pt x="934756" y="648550"/>
                  </a:lnTo>
                  <a:lnTo>
                    <a:pt x="936505" y="651893"/>
                  </a:lnTo>
                  <a:lnTo>
                    <a:pt x="938207" y="655236"/>
                  </a:lnTo>
                  <a:lnTo>
                    <a:pt x="939873" y="658579"/>
                  </a:lnTo>
                  <a:lnTo>
                    <a:pt x="941490" y="661922"/>
                  </a:lnTo>
                  <a:lnTo>
                    <a:pt x="943065" y="665265"/>
                  </a:lnTo>
                  <a:lnTo>
                    <a:pt x="944613" y="668608"/>
                  </a:lnTo>
                  <a:lnTo>
                    <a:pt x="946129" y="671952"/>
                  </a:lnTo>
                  <a:lnTo>
                    <a:pt x="947612" y="675295"/>
                  </a:lnTo>
                  <a:lnTo>
                    <a:pt x="949077" y="678638"/>
                  </a:lnTo>
                  <a:lnTo>
                    <a:pt x="950525" y="681981"/>
                  </a:lnTo>
                  <a:lnTo>
                    <a:pt x="951953" y="685324"/>
                  </a:lnTo>
                  <a:lnTo>
                    <a:pt x="953372" y="688667"/>
                  </a:lnTo>
                  <a:lnTo>
                    <a:pt x="954785" y="692010"/>
                  </a:lnTo>
                  <a:lnTo>
                    <a:pt x="956192" y="695353"/>
                  </a:lnTo>
                  <a:lnTo>
                    <a:pt x="957600" y="698696"/>
                  </a:lnTo>
                  <a:lnTo>
                    <a:pt x="959011" y="702039"/>
                  </a:lnTo>
                  <a:lnTo>
                    <a:pt x="960429" y="705382"/>
                  </a:lnTo>
                  <a:lnTo>
                    <a:pt x="961858" y="708725"/>
                  </a:lnTo>
                  <a:lnTo>
                    <a:pt x="963297" y="712068"/>
                  </a:lnTo>
                  <a:lnTo>
                    <a:pt x="964753" y="715411"/>
                  </a:lnTo>
                  <a:lnTo>
                    <a:pt x="966230" y="718754"/>
                  </a:lnTo>
                  <a:lnTo>
                    <a:pt x="967723" y="722097"/>
                  </a:lnTo>
                  <a:lnTo>
                    <a:pt x="969237" y="725440"/>
                  </a:lnTo>
                  <a:lnTo>
                    <a:pt x="970783" y="728783"/>
                  </a:lnTo>
                  <a:lnTo>
                    <a:pt x="972350" y="732126"/>
                  </a:lnTo>
                  <a:lnTo>
                    <a:pt x="973939" y="735469"/>
                  </a:lnTo>
                  <a:lnTo>
                    <a:pt x="975568" y="738812"/>
                  </a:lnTo>
                  <a:lnTo>
                    <a:pt x="977222" y="742155"/>
                  </a:lnTo>
                  <a:lnTo>
                    <a:pt x="978900" y="745499"/>
                  </a:lnTo>
                  <a:lnTo>
                    <a:pt x="980616" y="748842"/>
                  </a:lnTo>
                  <a:lnTo>
                    <a:pt x="982362" y="752185"/>
                  </a:lnTo>
                  <a:lnTo>
                    <a:pt x="983471" y="754280"/>
                  </a:lnTo>
                  <a:lnTo>
                    <a:pt x="984131" y="755528"/>
                  </a:lnTo>
                  <a:lnTo>
                    <a:pt x="985935" y="758871"/>
                  </a:lnTo>
                  <a:lnTo>
                    <a:pt x="987771" y="762214"/>
                  </a:lnTo>
                  <a:lnTo>
                    <a:pt x="989629" y="765557"/>
                  </a:lnTo>
                  <a:lnTo>
                    <a:pt x="991513" y="768900"/>
                  </a:lnTo>
                  <a:lnTo>
                    <a:pt x="993430" y="772243"/>
                  </a:lnTo>
                  <a:lnTo>
                    <a:pt x="995365" y="775586"/>
                  </a:lnTo>
                  <a:lnTo>
                    <a:pt x="997319" y="778929"/>
                  </a:lnTo>
                  <a:lnTo>
                    <a:pt x="999300" y="782272"/>
                  </a:lnTo>
                  <a:lnTo>
                    <a:pt x="1001294" y="785615"/>
                  </a:lnTo>
                  <a:lnTo>
                    <a:pt x="1003301" y="788958"/>
                  </a:lnTo>
                  <a:lnTo>
                    <a:pt x="1005324" y="792301"/>
                  </a:lnTo>
                  <a:lnTo>
                    <a:pt x="1007354" y="795644"/>
                  </a:lnTo>
                  <a:lnTo>
                    <a:pt x="1009389" y="798987"/>
                  </a:lnTo>
                  <a:lnTo>
                    <a:pt x="1011428" y="802330"/>
                  </a:lnTo>
                  <a:lnTo>
                    <a:pt x="1013465" y="805673"/>
                  </a:lnTo>
                  <a:lnTo>
                    <a:pt x="1015498" y="809016"/>
                  </a:lnTo>
                  <a:lnTo>
                    <a:pt x="1017524" y="812359"/>
                  </a:lnTo>
                  <a:lnTo>
                    <a:pt x="1019534" y="815702"/>
                  </a:lnTo>
                  <a:lnTo>
                    <a:pt x="1021531" y="819046"/>
                  </a:lnTo>
                  <a:lnTo>
                    <a:pt x="1023511" y="822389"/>
                  </a:lnTo>
                  <a:lnTo>
                    <a:pt x="1025458" y="825732"/>
                  </a:lnTo>
                  <a:lnTo>
                    <a:pt x="1027382" y="829075"/>
                  </a:lnTo>
                  <a:lnTo>
                    <a:pt x="1029281" y="832418"/>
                  </a:lnTo>
                  <a:lnTo>
                    <a:pt x="1031128" y="835761"/>
                  </a:lnTo>
                  <a:lnTo>
                    <a:pt x="1032939" y="839104"/>
                  </a:lnTo>
                  <a:lnTo>
                    <a:pt x="1034715" y="842447"/>
                  </a:lnTo>
                  <a:lnTo>
                    <a:pt x="1036428" y="845790"/>
                  </a:lnTo>
                  <a:lnTo>
                    <a:pt x="1038087" y="849133"/>
                  </a:lnTo>
                  <a:lnTo>
                    <a:pt x="1039700" y="852476"/>
                  </a:lnTo>
                  <a:lnTo>
                    <a:pt x="1041244" y="855819"/>
                  </a:lnTo>
                  <a:lnTo>
                    <a:pt x="1042711" y="859162"/>
                  </a:lnTo>
                  <a:lnTo>
                    <a:pt x="1044122" y="862505"/>
                  </a:lnTo>
                  <a:lnTo>
                    <a:pt x="1045462" y="865848"/>
                  </a:lnTo>
                  <a:lnTo>
                    <a:pt x="1046701" y="869191"/>
                  </a:lnTo>
                  <a:lnTo>
                    <a:pt x="1047874" y="872534"/>
                  </a:lnTo>
                  <a:lnTo>
                    <a:pt x="1048977" y="875877"/>
                  </a:lnTo>
                  <a:lnTo>
                    <a:pt x="1049954" y="879220"/>
                  </a:lnTo>
                  <a:lnTo>
                    <a:pt x="1050856" y="882563"/>
                  </a:lnTo>
                  <a:lnTo>
                    <a:pt x="1051683" y="885906"/>
                  </a:lnTo>
                  <a:lnTo>
                    <a:pt x="1052379" y="889249"/>
                  </a:lnTo>
                  <a:lnTo>
                    <a:pt x="1052982" y="892593"/>
                  </a:lnTo>
                  <a:lnTo>
                    <a:pt x="1053503" y="895936"/>
                  </a:lnTo>
                  <a:lnTo>
                    <a:pt x="1053900" y="899279"/>
                  </a:lnTo>
                  <a:lnTo>
                    <a:pt x="1054183" y="902622"/>
                  </a:lnTo>
                  <a:lnTo>
                    <a:pt x="1054379" y="905965"/>
                  </a:lnTo>
                  <a:lnTo>
                    <a:pt x="1054460" y="909308"/>
                  </a:lnTo>
                  <a:lnTo>
                    <a:pt x="1054407" y="912651"/>
                  </a:lnTo>
                  <a:lnTo>
                    <a:pt x="1054264" y="915994"/>
                  </a:lnTo>
                  <a:lnTo>
                    <a:pt x="1054020" y="919337"/>
                  </a:lnTo>
                  <a:lnTo>
                    <a:pt x="1053624" y="922680"/>
                  </a:lnTo>
                  <a:lnTo>
                    <a:pt x="1053138" y="926023"/>
                  </a:lnTo>
                  <a:lnTo>
                    <a:pt x="1052562" y="929366"/>
                  </a:lnTo>
                  <a:lnTo>
                    <a:pt x="1051828" y="932709"/>
                  </a:lnTo>
                  <a:lnTo>
                    <a:pt x="1051000" y="936052"/>
                  </a:lnTo>
                  <a:lnTo>
                    <a:pt x="1050085" y="939395"/>
                  </a:lnTo>
                  <a:lnTo>
                    <a:pt x="1049032" y="942738"/>
                  </a:lnTo>
                  <a:lnTo>
                    <a:pt x="1047874" y="946081"/>
                  </a:lnTo>
                  <a:lnTo>
                    <a:pt x="1046632" y="949424"/>
                  </a:lnTo>
                  <a:lnTo>
                    <a:pt x="1045275" y="952767"/>
                  </a:lnTo>
                  <a:lnTo>
                    <a:pt x="1043804" y="956110"/>
                  </a:lnTo>
                  <a:lnTo>
                    <a:pt x="1042256" y="959453"/>
                  </a:lnTo>
                  <a:lnTo>
                    <a:pt x="1040614" y="962796"/>
                  </a:lnTo>
                  <a:lnTo>
                    <a:pt x="1038855" y="966139"/>
                  </a:lnTo>
                  <a:lnTo>
                    <a:pt x="1037026" y="969483"/>
                  </a:lnTo>
                  <a:lnTo>
                    <a:pt x="1035126" y="972826"/>
                  </a:lnTo>
                  <a:lnTo>
                    <a:pt x="1033108" y="976169"/>
                  </a:lnTo>
                  <a:lnTo>
                    <a:pt x="1031029" y="979512"/>
                  </a:lnTo>
                  <a:lnTo>
                    <a:pt x="1028890" y="982855"/>
                  </a:lnTo>
                  <a:lnTo>
                    <a:pt x="1028047" y="984116"/>
                  </a:lnTo>
                  <a:lnTo>
                    <a:pt x="1026656" y="986198"/>
                  </a:lnTo>
                  <a:lnTo>
                    <a:pt x="1024361" y="989541"/>
                  </a:lnTo>
                  <a:lnTo>
                    <a:pt x="1022016" y="992884"/>
                  </a:lnTo>
                  <a:lnTo>
                    <a:pt x="1019600" y="996227"/>
                  </a:lnTo>
                  <a:lnTo>
                    <a:pt x="1017126" y="999570"/>
                  </a:lnTo>
                  <a:lnTo>
                    <a:pt x="1014611" y="1002913"/>
                  </a:lnTo>
                  <a:lnTo>
                    <a:pt x="1012046" y="1006256"/>
                  </a:lnTo>
                  <a:lnTo>
                    <a:pt x="1009429" y="1009599"/>
                  </a:lnTo>
                  <a:lnTo>
                    <a:pt x="1006780" y="1012942"/>
                  </a:lnTo>
                  <a:lnTo>
                    <a:pt x="1004097" y="1016285"/>
                  </a:lnTo>
                  <a:lnTo>
                    <a:pt x="1001371" y="1019628"/>
                  </a:lnTo>
                  <a:lnTo>
                    <a:pt x="998622" y="1022971"/>
                  </a:lnTo>
                  <a:lnTo>
                    <a:pt x="995850" y="1026314"/>
                  </a:lnTo>
                  <a:lnTo>
                    <a:pt x="993047" y="1029657"/>
                  </a:lnTo>
                  <a:lnTo>
                    <a:pt x="990227" y="1033000"/>
                  </a:lnTo>
                  <a:lnTo>
                    <a:pt x="987393" y="1036343"/>
                  </a:lnTo>
                  <a:lnTo>
                    <a:pt x="984540" y="1039686"/>
                  </a:lnTo>
                  <a:lnTo>
                    <a:pt x="981676" y="1043030"/>
                  </a:lnTo>
                  <a:lnTo>
                    <a:pt x="978803" y="1046373"/>
                  </a:lnTo>
                  <a:lnTo>
                    <a:pt x="975921" y="1049716"/>
                  </a:lnTo>
                  <a:lnTo>
                    <a:pt x="973031" y="1053059"/>
                  </a:lnTo>
                  <a:lnTo>
                    <a:pt x="970138" y="1056402"/>
                  </a:lnTo>
                  <a:lnTo>
                    <a:pt x="967242" y="1059745"/>
                  </a:lnTo>
                  <a:lnTo>
                    <a:pt x="964343" y="1063088"/>
                  </a:lnTo>
                  <a:lnTo>
                    <a:pt x="961443" y="1066431"/>
                  </a:lnTo>
                  <a:lnTo>
                    <a:pt x="958544" y="1069774"/>
                  </a:lnTo>
                  <a:lnTo>
                    <a:pt x="955645" y="1073117"/>
                  </a:lnTo>
                  <a:lnTo>
                    <a:pt x="952748" y="1076460"/>
                  </a:lnTo>
                  <a:lnTo>
                    <a:pt x="949853" y="1079803"/>
                  </a:lnTo>
                  <a:lnTo>
                    <a:pt x="946961" y="1083146"/>
                  </a:lnTo>
                  <a:lnTo>
                    <a:pt x="944072" y="1086489"/>
                  </a:lnTo>
                  <a:lnTo>
                    <a:pt x="941185" y="1089832"/>
                  </a:lnTo>
                  <a:lnTo>
                    <a:pt x="938303" y="1093175"/>
                  </a:lnTo>
                  <a:lnTo>
                    <a:pt x="935426" y="1096518"/>
                  </a:lnTo>
                  <a:lnTo>
                    <a:pt x="932552" y="1099861"/>
                  </a:lnTo>
                  <a:lnTo>
                    <a:pt x="929683" y="1103204"/>
                  </a:lnTo>
                  <a:lnTo>
                    <a:pt x="926821" y="1106547"/>
                  </a:lnTo>
                  <a:lnTo>
                    <a:pt x="923964" y="1109890"/>
                  </a:lnTo>
                  <a:lnTo>
                    <a:pt x="921113" y="1113233"/>
                  </a:lnTo>
                  <a:lnTo>
                    <a:pt x="918273" y="1116577"/>
                  </a:lnTo>
                  <a:lnTo>
                    <a:pt x="915441" y="1119920"/>
                  </a:lnTo>
                  <a:lnTo>
                    <a:pt x="912618" y="1123263"/>
                  </a:lnTo>
                  <a:lnTo>
                    <a:pt x="909811" y="1126606"/>
                  </a:lnTo>
                  <a:lnTo>
                    <a:pt x="907018" y="1129949"/>
                  </a:lnTo>
                  <a:lnTo>
                    <a:pt x="904238" y="1133292"/>
                  </a:lnTo>
                  <a:lnTo>
                    <a:pt x="901482" y="1136635"/>
                  </a:lnTo>
                  <a:lnTo>
                    <a:pt x="898749" y="1139978"/>
                  </a:lnTo>
                  <a:lnTo>
                    <a:pt x="896038" y="1143321"/>
                  </a:lnTo>
                  <a:lnTo>
                    <a:pt x="893360" y="1146664"/>
                  </a:lnTo>
                  <a:lnTo>
                    <a:pt x="890722" y="1150007"/>
                  </a:lnTo>
                  <a:lnTo>
                    <a:pt x="888117" y="1153350"/>
                  </a:lnTo>
                  <a:lnTo>
                    <a:pt x="885553" y="1156693"/>
                  </a:lnTo>
                  <a:lnTo>
                    <a:pt x="883056" y="1160036"/>
                  </a:lnTo>
                  <a:lnTo>
                    <a:pt x="880607" y="1163379"/>
                  </a:lnTo>
                  <a:lnTo>
                    <a:pt x="878207" y="1166722"/>
                  </a:lnTo>
                  <a:lnTo>
                    <a:pt x="875910" y="1170065"/>
                  </a:lnTo>
                  <a:lnTo>
                    <a:pt x="873681" y="1173408"/>
                  </a:lnTo>
                  <a:lnTo>
                    <a:pt x="871519" y="1176751"/>
                  </a:lnTo>
                  <a:lnTo>
                    <a:pt x="869484" y="1180094"/>
                  </a:lnTo>
                  <a:lnTo>
                    <a:pt x="867551" y="1183437"/>
                  </a:lnTo>
                  <a:lnTo>
                    <a:pt x="865710" y="1186780"/>
                  </a:lnTo>
                  <a:lnTo>
                    <a:pt x="864014" y="1190124"/>
                  </a:lnTo>
                  <a:lnTo>
                    <a:pt x="862469" y="1193467"/>
                  </a:lnTo>
                  <a:lnTo>
                    <a:pt x="861042" y="1196810"/>
                  </a:lnTo>
                  <a:lnTo>
                    <a:pt x="859773" y="1200153"/>
                  </a:lnTo>
                  <a:lnTo>
                    <a:pt x="858716" y="1203496"/>
                  </a:lnTo>
                  <a:lnTo>
                    <a:pt x="857805" y="1206839"/>
                  </a:lnTo>
                  <a:lnTo>
                    <a:pt x="857060" y="1210182"/>
                  </a:lnTo>
                  <a:lnTo>
                    <a:pt x="856597" y="1213525"/>
                  </a:lnTo>
                  <a:lnTo>
                    <a:pt x="856311" y="1216868"/>
                  </a:lnTo>
                  <a:lnTo>
                    <a:pt x="856203" y="1220211"/>
                  </a:lnTo>
                  <a:lnTo>
                    <a:pt x="856426" y="1223554"/>
                  </a:lnTo>
                  <a:lnTo>
                    <a:pt x="856871" y="1226897"/>
                  </a:lnTo>
                  <a:lnTo>
                    <a:pt x="857523" y="1230240"/>
                  </a:lnTo>
                  <a:lnTo>
                    <a:pt x="858510" y="1233583"/>
                  </a:lnTo>
                  <a:lnTo>
                    <a:pt x="859786" y="1236926"/>
                  </a:lnTo>
                  <a:lnTo>
                    <a:pt x="861295" y="1240269"/>
                  </a:lnTo>
                  <a:lnTo>
                    <a:pt x="863129" y="1243612"/>
                  </a:lnTo>
                  <a:lnTo>
                    <a:pt x="865323" y="1246955"/>
                  </a:lnTo>
                  <a:lnTo>
                    <a:pt x="867769" y="1250298"/>
                  </a:lnTo>
                  <a:lnTo>
                    <a:pt x="870517" y="1253641"/>
                  </a:lnTo>
                  <a:lnTo>
                    <a:pt x="873692" y="1256984"/>
                  </a:lnTo>
                  <a:lnTo>
                    <a:pt x="877133" y="1260327"/>
                  </a:lnTo>
                  <a:lnTo>
                    <a:pt x="880838" y="1263670"/>
                  </a:lnTo>
                  <a:lnTo>
                    <a:pt x="885030" y="1267014"/>
                  </a:lnTo>
                  <a:lnTo>
                    <a:pt x="889489" y="1270357"/>
                  </a:lnTo>
                  <a:lnTo>
                    <a:pt x="894215" y="1273700"/>
                  </a:lnTo>
                  <a:lnTo>
                    <a:pt x="899372" y="1277043"/>
                  </a:lnTo>
                  <a:lnTo>
                    <a:pt x="904837" y="1280386"/>
                  </a:lnTo>
                  <a:lnTo>
                    <a:pt x="910558" y="1283729"/>
                  </a:lnTo>
                  <a:lnTo>
                    <a:pt x="916643" y="1287072"/>
                  </a:lnTo>
                  <a:lnTo>
                    <a:pt x="923057" y="1290415"/>
                  </a:lnTo>
                  <a:lnTo>
                    <a:pt x="929703" y="1293758"/>
                  </a:lnTo>
                  <a:lnTo>
                    <a:pt x="936637" y="1297101"/>
                  </a:lnTo>
                  <a:lnTo>
                    <a:pt x="943895" y="1300444"/>
                  </a:lnTo>
                  <a:lnTo>
                    <a:pt x="951350" y="1303787"/>
                  </a:lnTo>
                  <a:lnTo>
                    <a:pt x="959010" y="1307130"/>
                  </a:lnTo>
                  <a:lnTo>
                    <a:pt x="966962" y="1310473"/>
                  </a:lnTo>
                  <a:lnTo>
                    <a:pt x="975059" y="1313816"/>
                  </a:lnTo>
                  <a:lnTo>
                    <a:pt x="983297" y="1317159"/>
                  </a:lnTo>
                  <a:lnTo>
                    <a:pt x="991732" y="1320502"/>
                  </a:lnTo>
                  <a:lnTo>
                    <a:pt x="1000262" y="1323845"/>
                  </a:lnTo>
                  <a:lnTo>
                    <a:pt x="1008868" y="1327188"/>
                  </a:lnTo>
                  <a:lnTo>
                    <a:pt x="1017556" y="1330531"/>
                  </a:lnTo>
                  <a:lnTo>
                    <a:pt x="1026268" y="1333874"/>
                  </a:lnTo>
                  <a:lnTo>
                    <a:pt x="1034984" y="1337217"/>
                  </a:lnTo>
                  <a:lnTo>
                    <a:pt x="1043677" y="1340561"/>
                  </a:lnTo>
                  <a:lnTo>
                    <a:pt x="1052291" y="1343904"/>
                  </a:lnTo>
                  <a:lnTo>
                    <a:pt x="1060828" y="1347247"/>
                  </a:lnTo>
                  <a:lnTo>
                    <a:pt x="1069258" y="1350590"/>
                  </a:lnTo>
                  <a:lnTo>
                    <a:pt x="1077475" y="1353933"/>
                  </a:lnTo>
                  <a:lnTo>
                    <a:pt x="1085529" y="1357276"/>
                  </a:lnTo>
                  <a:lnTo>
                    <a:pt x="1093415" y="1360619"/>
                  </a:lnTo>
                  <a:lnTo>
                    <a:pt x="1100929" y="1363962"/>
                  </a:lnTo>
                  <a:lnTo>
                    <a:pt x="1108195" y="1367305"/>
                  </a:lnTo>
                  <a:lnTo>
                    <a:pt x="1115211" y="1370648"/>
                  </a:lnTo>
                  <a:lnTo>
                    <a:pt x="1121771" y="1373991"/>
                  </a:lnTo>
                  <a:lnTo>
                    <a:pt x="1127955" y="1377334"/>
                  </a:lnTo>
                  <a:lnTo>
                    <a:pt x="1133811" y="1380677"/>
                  </a:lnTo>
                  <a:lnTo>
                    <a:pt x="1139166" y="1384020"/>
                  </a:lnTo>
                  <a:lnTo>
                    <a:pt x="1144000" y="1387363"/>
                  </a:lnTo>
                  <a:lnTo>
                    <a:pt x="1148439" y="1390706"/>
                  </a:lnTo>
                  <a:lnTo>
                    <a:pt x="1152368" y="1394049"/>
                  </a:lnTo>
                  <a:lnTo>
                    <a:pt x="1155623" y="1397392"/>
                  </a:lnTo>
                  <a:lnTo>
                    <a:pt x="1158431" y="1400735"/>
                  </a:lnTo>
                  <a:lnTo>
                    <a:pt x="1160754" y="1404078"/>
                  </a:lnTo>
                  <a:lnTo>
                    <a:pt x="1162257" y="1407421"/>
                  </a:lnTo>
                  <a:lnTo>
                    <a:pt x="1163276" y="1410764"/>
                  </a:lnTo>
                  <a:lnTo>
                    <a:pt x="1163810" y="1414108"/>
                  </a:lnTo>
                  <a:lnTo>
                    <a:pt x="1163502" y="1417451"/>
                  </a:lnTo>
                  <a:lnTo>
                    <a:pt x="1162785" y="1420221"/>
                  </a:lnTo>
                  <a:lnTo>
                    <a:pt x="1162637" y="1420794"/>
                  </a:lnTo>
                  <a:lnTo>
                    <a:pt x="1161273" y="1424137"/>
                  </a:lnTo>
                  <a:lnTo>
                    <a:pt x="1159144" y="1427480"/>
                  </a:lnTo>
                  <a:lnTo>
                    <a:pt x="1156370" y="1430823"/>
                  </a:lnTo>
                  <a:lnTo>
                    <a:pt x="1153100" y="1434166"/>
                  </a:lnTo>
                  <a:lnTo>
                    <a:pt x="1149170" y="1437509"/>
                  </a:lnTo>
                  <a:lnTo>
                    <a:pt x="1144529" y="1440852"/>
                  </a:lnTo>
                  <a:lnTo>
                    <a:pt x="1139416" y="1444195"/>
                  </a:lnTo>
                  <a:lnTo>
                    <a:pt x="1133762" y="1447538"/>
                  </a:lnTo>
                  <a:lnTo>
                    <a:pt x="1127363" y="1450881"/>
                  </a:lnTo>
                  <a:lnTo>
                    <a:pt x="1120533" y="1454224"/>
                  </a:lnTo>
                  <a:lnTo>
                    <a:pt x="1113277" y="1457567"/>
                  </a:lnTo>
                  <a:lnTo>
                    <a:pt x="1105299" y="1460910"/>
                  </a:lnTo>
                  <a:lnTo>
                    <a:pt x="1096937" y="1464253"/>
                  </a:lnTo>
                  <a:lnTo>
                    <a:pt x="1088206" y="1467596"/>
                  </a:lnTo>
                  <a:lnTo>
                    <a:pt x="1078921" y="1470939"/>
                  </a:lnTo>
                  <a:lnTo>
                    <a:pt x="1069257" y="1474282"/>
                  </a:lnTo>
                  <a:lnTo>
                    <a:pt x="1059294" y="1477625"/>
                  </a:lnTo>
                  <a:lnTo>
                    <a:pt x="1048933" y="1480968"/>
                  </a:lnTo>
                  <a:lnTo>
                    <a:pt x="1038232" y="1484311"/>
                  </a:lnTo>
                  <a:lnTo>
                    <a:pt x="1027309" y="1487655"/>
                  </a:lnTo>
                  <a:lnTo>
                    <a:pt x="1016127" y="1490998"/>
                  </a:lnTo>
                  <a:lnTo>
                    <a:pt x="1004675" y="1494341"/>
                  </a:lnTo>
                  <a:lnTo>
                    <a:pt x="993080" y="1497684"/>
                  </a:lnTo>
                  <a:lnTo>
                    <a:pt x="981342" y="1501027"/>
                  </a:lnTo>
                  <a:lnTo>
                    <a:pt x="969431" y="1504370"/>
                  </a:lnTo>
                  <a:lnTo>
                    <a:pt x="957455" y="1507713"/>
                  </a:lnTo>
                  <a:lnTo>
                    <a:pt x="945420" y="1511056"/>
                  </a:lnTo>
                  <a:lnTo>
                    <a:pt x="933338" y="1514399"/>
                  </a:lnTo>
                  <a:lnTo>
                    <a:pt x="921262" y="1517742"/>
                  </a:lnTo>
                  <a:lnTo>
                    <a:pt x="909201" y="1521085"/>
                  </a:lnTo>
                  <a:lnTo>
                    <a:pt x="897196" y="1524428"/>
                  </a:lnTo>
                  <a:lnTo>
                    <a:pt x="885279" y="1527771"/>
                  </a:lnTo>
                  <a:lnTo>
                    <a:pt x="873443" y="1531114"/>
                  </a:lnTo>
                  <a:lnTo>
                    <a:pt x="861733" y="1534457"/>
                  </a:lnTo>
                  <a:lnTo>
                    <a:pt x="850204" y="1537800"/>
                  </a:lnTo>
                  <a:lnTo>
                    <a:pt x="838811" y="1541143"/>
                  </a:lnTo>
                  <a:lnTo>
                    <a:pt x="827583" y="1544486"/>
                  </a:lnTo>
                  <a:lnTo>
                    <a:pt x="816632" y="1547829"/>
                  </a:lnTo>
                  <a:lnTo>
                    <a:pt x="805862" y="1551172"/>
                  </a:lnTo>
                  <a:lnTo>
                    <a:pt x="795277" y="1554515"/>
                  </a:lnTo>
                  <a:lnTo>
                    <a:pt x="785047" y="1557858"/>
                  </a:lnTo>
                  <a:lnTo>
                    <a:pt x="775039" y="1561202"/>
                  </a:lnTo>
                  <a:lnTo>
                    <a:pt x="765247" y="1564545"/>
                  </a:lnTo>
                  <a:lnTo>
                    <a:pt x="755813" y="1567888"/>
                  </a:lnTo>
                  <a:lnTo>
                    <a:pt x="746663" y="1571231"/>
                  </a:lnTo>
                  <a:lnTo>
                    <a:pt x="737748" y="1574574"/>
                  </a:lnTo>
                  <a:lnTo>
                    <a:pt x="729173" y="1577917"/>
                  </a:lnTo>
                  <a:lnTo>
                    <a:pt x="720938" y="1581260"/>
                  </a:lnTo>
                  <a:lnTo>
                    <a:pt x="712948" y="1584603"/>
                  </a:lnTo>
                  <a:lnTo>
                    <a:pt x="705259" y="1587946"/>
                  </a:lnTo>
                  <a:lnTo>
                    <a:pt x="697960" y="1591289"/>
                  </a:lnTo>
                  <a:lnTo>
                    <a:pt x="690905" y="1594632"/>
                  </a:lnTo>
                  <a:lnTo>
                    <a:pt x="684105" y="1597975"/>
                  </a:lnTo>
                  <a:lnTo>
                    <a:pt x="677730" y="1601318"/>
                  </a:lnTo>
                  <a:lnTo>
                    <a:pt x="671590" y="1604661"/>
                  </a:lnTo>
                  <a:lnTo>
                    <a:pt x="665685" y="1608004"/>
                  </a:lnTo>
                  <a:lnTo>
                    <a:pt x="660166" y="1611347"/>
                  </a:lnTo>
                  <a:lnTo>
                    <a:pt x="654899" y="1614690"/>
                  </a:lnTo>
                  <a:lnTo>
                    <a:pt x="649852" y="1618033"/>
                  </a:lnTo>
                  <a:lnTo>
                    <a:pt x="645126" y="1621376"/>
                  </a:lnTo>
                  <a:lnTo>
                    <a:pt x="640671" y="1624719"/>
                  </a:lnTo>
                  <a:lnTo>
                    <a:pt x="636416" y="1628062"/>
                  </a:lnTo>
                  <a:lnTo>
                    <a:pt x="632420" y="1631405"/>
                  </a:lnTo>
                  <a:lnTo>
                    <a:pt x="628702" y="1634748"/>
                  </a:lnTo>
                  <a:lnTo>
                    <a:pt x="625164" y="1638092"/>
                  </a:lnTo>
                  <a:lnTo>
                    <a:pt x="621826" y="1641435"/>
                  </a:lnTo>
                  <a:lnTo>
                    <a:pt x="618766" y="1644778"/>
                  </a:lnTo>
                  <a:lnTo>
                    <a:pt x="615863" y="1648121"/>
                  </a:lnTo>
                  <a:lnTo>
                    <a:pt x="613114" y="1651464"/>
                  </a:lnTo>
                  <a:lnTo>
                    <a:pt x="610623" y="1654807"/>
                  </a:lnTo>
                  <a:lnTo>
                    <a:pt x="608272" y="1658150"/>
                  </a:lnTo>
                  <a:lnTo>
                    <a:pt x="606054" y="1661493"/>
                  </a:lnTo>
                  <a:lnTo>
                    <a:pt x="604034" y="1664836"/>
                  </a:lnTo>
                  <a:lnTo>
                    <a:pt x="602156" y="1668179"/>
                  </a:lnTo>
                  <a:lnTo>
                    <a:pt x="600389" y="1671522"/>
                  </a:lnTo>
                  <a:lnTo>
                    <a:pt x="598770" y="1674865"/>
                  </a:lnTo>
                  <a:lnTo>
                    <a:pt x="597289" y="1678208"/>
                  </a:lnTo>
                  <a:lnTo>
                    <a:pt x="595899" y="1681551"/>
                  </a:lnTo>
                  <a:lnTo>
                    <a:pt x="594618" y="1684894"/>
                  </a:lnTo>
                  <a:lnTo>
                    <a:pt x="593464" y="1688237"/>
                  </a:lnTo>
                  <a:lnTo>
                    <a:pt x="592385" y="1691580"/>
                  </a:lnTo>
                  <a:lnTo>
                    <a:pt x="591382" y="1694923"/>
                  </a:lnTo>
                  <a:lnTo>
                    <a:pt x="590495" y="1698266"/>
                  </a:lnTo>
                  <a:lnTo>
                    <a:pt x="589668" y="1701609"/>
                  </a:lnTo>
                  <a:lnTo>
                    <a:pt x="588899" y="1704952"/>
                  </a:lnTo>
                  <a:lnTo>
                    <a:pt x="588219" y="1708295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7976449" y="4722981"/>
              <a:ext cx="0" cy="676294"/>
            </a:xfrm>
            <a:custGeom>
              <a:avLst/>
              <a:pathLst>
                <a:path w="0" h="676294">
                  <a:moveTo>
                    <a:pt x="0" y="6762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7976449" y="5863381"/>
              <a:ext cx="0" cy="238893"/>
            </a:xfrm>
            <a:custGeom>
              <a:avLst/>
              <a:pathLst>
                <a:path w="0" h="238893">
                  <a:moveTo>
                    <a:pt x="0" y="0"/>
                  </a:moveTo>
                  <a:lnTo>
                    <a:pt x="0" y="23889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7879465" y="5399276"/>
              <a:ext cx="193968" cy="464105"/>
            </a:xfrm>
            <a:custGeom>
              <a:avLst/>
              <a:pathLst>
                <a:path w="193968" h="464105">
                  <a:moveTo>
                    <a:pt x="0" y="0"/>
                  </a:moveTo>
                  <a:lnTo>
                    <a:pt x="0" y="464105"/>
                  </a:lnTo>
                  <a:lnTo>
                    <a:pt x="193968" y="464105"/>
                  </a:lnTo>
                  <a:lnTo>
                    <a:pt x="193968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7879465" y="5622037"/>
              <a:ext cx="193968" cy="0"/>
            </a:xfrm>
            <a:custGeom>
              <a:avLst/>
              <a:pathLst>
                <a:path w="193968" h="0">
                  <a:moveTo>
                    <a:pt x="0" y="0"/>
                  </a:moveTo>
                  <a:lnTo>
                    <a:pt x="193968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9269572" y="4970128"/>
              <a:ext cx="0" cy="466205"/>
            </a:xfrm>
            <a:custGeom>
              <a:avLst/>
              <a:pathLst>
                <a:path w="0" h="466205">
                  <a:moveTo>
                    <a:pt x="0" y="4662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9269572" y="61022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9172588" y="5436334"/>
              <a:ext cx="193968" cy="665940"/>
            </a:xfrm>
            <a:custGeom>
              <a:avLst/>
              <a:pathLst>
                <a:path w="193968" h="665940">
                  <a:moveTo>
                    <a:pt x="0" y="0"/>
                  </a:moveTo>
                  <a:lnTo>
                    <a:pt x="0" y="665940"/>
                  </a:lnTo>
                  <a:lnTo>
                    <a:pt x="193968" y="665940"/>
                  </a:lnTo>
                  <a:lnTo>
                    <a:pt x="193968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9172588" y="5666170"/>
              <a:ext cx="193968" cy="0"/>
            </a:xfrm>
            <a:custGeom>
              <a:avLst/>
              <a:pathLst>
                <a:path w="193968" h="0">
                  <a:moveTo>
                    <a:pt x="0" y="0"/>
                  </a:moveTo>
                  <a:lnTo>
                    <a:pt x="193968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7943048" y="560177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9236171" y="5663151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rc385"/>
            <p:cNvSpPr/>
            <p:nvPr/>
          </p:nvSpPr>
          <p:spPr>
            <a:xfrm>
              <a:off x="7200575" y="3990086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7200575" y="7048247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7200575" y="930449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7200575" y="865676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7200575" y="800903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7200575" y="736130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7606985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8284336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8961686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9639036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7302178" y="8312587"/>
              <a:ext cx="609615" cy="1105097"/>
            </a:xfrm>
            <a:custGeom>
              <a:avLst/>
              <a:pathLst>
                <a:path w="609615" h="1105097">
                  <a:moveTo>
                    <a:pt x="301402" y="1105097"/>
                  </a:moveTo>
                  <a:lnTo>
                    <a:pt x="300763" y="1102934"/>
                  </a:lnTo>
                  <a:lnTo>
                    <a:pt x="300029" y="1100772"/>
                  </a:lnTo>
                  <a:lnTo>
                    <a:pt x="299190" y="1098609"/>
                  </a:lnTo>
                  <a:lnTo>
                    <a:pt x="298226" y="1096447"/>
                  </a:lnTo>
                  <a:lnTo>
                    <a:pt x="297087" y="1094284"/>
                  </a:lnTo>
                  <a:lnTo>
                    <a:pt x="295796" y="1092121"/>
                  </a:lnTo>
                  <a:lnTo>
                    <a:pt x="294339" y="1089959"/>
                  </a:lnTo>
                  <a:lnTo>
                    <a:pt x="292703" y="1087796"/>
                  </a:lnTo>
                  <a:lnTo>
                    <a:pt x="290828" y="1085634"/>
                  </a:lnTo>
                  <a:lnTo>
                    <a:pt x="288692" y="1083471"/>
                  </a:lnTo>
                  <a:lnTo>
                    <a:pt x="286315" y="1081308"/>
                  </a:lnTo>
                  <a:lnTo>
                    <a:pt x="283680" y="1079146"/>
                  </a:lnTo>
                  <a:lnTo>
                    <a:pt x="280772" y="1076983"/>
                  </a:lnTo>
                  <a:lnTo>
                    <a:pt x="277467" y="1074820"/>
                  </a:lnTo>
                  <a:lnTo>
                    <a:pt x="273827" y="1072658"/>
                  </a:lnTo>
                  <a:lnTo>
                    <a:pt x="269849" y="1070495"/>
                  </a:lnTo>
                  <a:lnTo>
                    <a:pt x="265519" y="1068333"/>
                  </a:lnTo>
                  <a:lnTo>
                    <a:pt x="260793" y="1066170"/>
                  </a:lnTo>
                  <a:lnTo>
                    <a:pt x="255569" y="1064007"/>
                  </a:lnTo>
                  <a:lnTo>
                    <a:pt x="249948" y="1061845"/>
                  </a:lnTo>
                  <a:lnTo>
                    <a:pt x="243922" y="1059682"/>
                  </a:lnTo>
                  <a:lnTo>
                    <a:pt x="237487" y="1057520"/>
                  </a:lnTo>
                  <a:lnTo>
                    <a:pt x="230552" y="1055357"/>
                  </a:lnTo>
                  <a:lnTo>
                    <a:pt x="223138" y="1053194"/>
                  </a:lnTo>
                  <a:lnTo>
                    <a:pt x="215320" y="1051032"/>
                  </a:lnTo>
                  <a:lnTo>
                    <a:pt x="207109" y="1048869"/>
                  </a:lnTo>
                  <a:lnTo>
                    <a:pt x="198514" y="1046706"/>
                  </a:lnTo>
                  <a:lnTo>
                    <a:pt x="189441" y="1044544"/>
                  </a:lnTo>
                  <a:lnTo>
                    <a:pt x="180032" y="1042381"/>
                  </a:lnTo>
                  <a:lnTo>
                    <a:pt x="170329" y="1040219"/>
                  </a:lnTo>
                  <a:lnTo>
                    <a:pt x="160361" y="1038056"/>
                  </a:lnTo>
                  <a:lnTo>
                    <a:pt x="150148" y="1035893"/>
                  </a:lnTo>
                  <a:lnTo>
                    <a:pt x="139722" y="1033731"/>
                  </a:lnTo>
                  <a:lnTo>
                    <a:pt x="129196" y="1031568"/>
                  </a:lnTo>
                  <a:lnTo>
                    <a:pt x="118617" y="1029405"/>
                  </a:lnTo>
                  <a:lnTo>
                    <a:pt x="108034" y="1027243"/>
                  </a:lnTo>
                  <a:lnTo>
                    <a:pt x="97531" y="1025080"/>
                  </a:lnTo>
                  <a:lnTo>
                    <a:pt x="87208" y="1022918"/>
                  </a:lnTo>
                  <a:lnTo>
                    <a:pt x="77111" y="1020755"/>
                  </a:lnTo>
                  <a:lnTo>
                    <a:pt x="67297" y="1018592"/>
                  </a:lnTo>
                  <a:lnTo>
                    <a:pt x="57827" y="1016430"/>
                  </a:lnTo>
                  <a:lnTo>
                    <a:pt x="48936" y="1014267"/>
                  </a:lnTo>
                  <a:lnTo>
                    <a:pt x="40584" y="1012105"/>
                  </a:lnTo>
                  <a:lnTo>
                    <a:pt x="32810" y="1009942"/>
                  </a:lnTo>
                  <a:lnTo>
                    <a:pt x="25665" y="1007779"/>
                  </a:lnTo>
                  <a:lnTo>
                    <a:pt x="19272" y="1005617"/>
                  </a:lnTo>
                  <a:lnTo>
                    <a:pt x="13846" y="1003454"/>
                  </a:lnTo>
                  <a:lnTo>
                    <a:pt x="9230" y="1001291"/>
                  </a:lnTo>
                  <a:lnTo>
                    <a:pt x="5456" y="999129"/>
                  </a:lnTo>
                  <a:lnTo>
                    <a:pt x="2551" y="996966"/>
                  </a:lnTo>
                  <a:lnTo>
                    <a:pt x="745" y="994804"/>
                  </a:lnTo>
                  <a:lnTo>
                    <a:pt x="0" y="992641"/>
                  </a:lnTo>
                  <a:lnTo>
                    <a:pt x="60" y="991908"/>
                  </a:lnTo>
                  <a:lnTo>
                    <a:pt x="178" y="990478"/>
                  </a:lnTo>
                  <a:lnTo>
                    <a:pt x="1279" y="988316"/>
                  </a:lnTo>
                  <a:lnTo>
                    <a:pt x="3297" y="986153"/>
                  </a:lnTo>
                  <a:lnTo>
                    <a:pt x="6523" y="983991"/>
                  </a:lnTo>
                  <a:lnTo>
                    <a:pt x="10627" y="981828"/>
                  </a:lnTo>
                  <a:lnTo>
                    <a:pt x="15557" y="979665"/>
                  </a:lnTo>
                  <a:lnTo>
                    <a:pt x="21278" y="977503"/>
                  </a:lnTo>
                  <a:lnTo>
                    <a:pt x="27820" y="975340"/>
                  </a:lnTo>
                  <a:lnTo>
                    <a:pt x="35222" y="973177"/>
                  </a:lnTo>
                  <a:lnTo>
                    <a:pt x="43227" y="971015"/>
                  </a:lnTo>
                  <a:lnTo>
                    <a:pt x="51781" y="968852"/>
                  </a:lnTo>
                  <a:lnTo>
                    <a:pt x="60831" y="966690"/>
                  </a:lnTo>
                  <a:lnTo>
                    <a:pt x="70394" y="964527"/>
                  </a:lnTo>
                  <a:lnTo>
                    <a:pt x="80330" y="962364"/>
                  </a:lnTo>
                  <a:lnTo>
                    <a:pt x="90520" y="960202"/>
                  </a:lnTo>
                  <a:lnTo>
                    <a:pt x="100906" y="958039"/>
                  </a:lnTo>
                  <a:lnTo>
                    <a:pt x="111431" y="955876"/>
                  </a:lnTo>
                  <a:lnTo>
                    <a:pt x="122028" y="953714"/>
                  </a:lnTo>
                  <a:lnTo>
                    <a:pt x="132595" y="951551"/>
                  </a:lnTo>
                  <a:lnTo>
                    <a:pt x="143084" y="949389"/>
                  </a:lnTo>
                  <a:lnTo>
                    <a:pt x="153448" y="947226"/>
                  </a:lnTo>
                  <a:lnTo>
                    <a:pt x="163620" y="945063"/>
                  </a:lnTo>
                  <a:lnTo>
                    <a:pt x="173493" y="942901"/>
                  </a:lnTo>
                  <a:lnTo>
                    <a:pt x="183086" y="940738"/>
                  </a:lnTo>
                  <a:lnTo>
                    <a:pt x="192370" y="938576"/>
                  </a:lnTo>
                  <a:lnTo>
                    <a:pt x="201320" y="936413"/>
                  </a:lnTo>
                  <a:lnTo>
                    <a:pt x="209822" y="934250"/>
                  </a:lnTo>
                  <a:lnTo>
                    <a:pt x="217882" y="932088"/>
                  </a:lnTo>
                  <a:lnTo>
                    <a:pt x="225543" y="929925"/>
                  </a:lnTo>
                  <a:lnTo>
                    <a:pt x="232797" y="927762"/>
                  </a:lnTo>
                  <a:lnTo>
                    <a:pt x="239639" y="925600"/>
                  </a:lnTo>
                  <a:lnTo>
                    <a:pt x="245918" y="923437"/>
                  </a:lnTo>
                  <a:lnTo>
                    <a:pt x="251784" y="921275"/>
                  </a:lnTo>
                  <a:lnTo>
                    <a:pt x="257249" y="919112"/>
                  </a:lnTo>
                  <a:lnTo>
                    <a:pt x="262320" y="916949"/>
                  </a:lnTo>
                  <a:lnTo>
                    <a:pt x="266965" y="914787"/>
                  </a:lnTo>
                  <a:lnTo>
                    <a:pt x="271152" y="912624"/>
                  </a:lnTo>
                  <a:lnTo>
                    <a:pt x="274994" y="910462"/>
                  </a:lnTo>
                  <a:lnTo>
                    <a:pt x="278505" y="908299"/>
                  </a:lnTo>
                  <a:lnTo>
                    <a:pt x="281702" y="906136"/>
                  </a:lnTo>
                  <a:lnTo>
                    <a:pt x="284533" y="903974"/>
                  </a:lnTo>
                  <a:lnTo>
                    <a:pt x="287059" y="901811"/>
                  </a:lnTo>
                  <a:lnTo>
                    <a:pt x="289336" y="899648"/>
                  </a:lnTo>
                  <a:lnTo>
                    <a:pt x="291378" y="897486"/>
                  </a:lnTo>
                  <a:lnTo>
                    <a:pt x="293202" y="895323"/>
                  </a:lnTo>
                  <a:lnTo>
                    <a:pt x="294758" y="893161"/>
                  </a:lnTo>
                  <a:lnTo>
                    <a:pt x="296141" y="890998"/>
                  </a:lnTo>
                  <a:lnTo>
                    <a:pt x="297364" y="888835"/>
                  </a:lnTo>
                  <a:lnTo>
                    <a:pt x="298441" y="886673"/>
                  </a:lnTo>
                  <a:lnTo>
                    <a:pt x="299370" y="884510"/>
                  </a:lnTo>
                  <a:lnTo>
                    <a:pt x="300155" y="882347"/>
                  </a:lnTo>
                  <a:lnTo>
                    <a:pt x="300841" y="880185"/>
                  </a:lnTo>
                  <a:lnTo>
                    <a:pt x="301436" y="878022"/>
                  </a:lnTo>
                  <a:lnTo>
                    <a:pt x="301948" y="875860"/>
                  </a:lnTo>
                  <a:lnTo>
                    <a:pt x="302373" y="873697"/>
                  </a:lnTo>
                  <a:lnTo>
                    <a:pt x="302730" y="871534"/>
                  </a:lnTo>
                  <a:lnTo>
                    <a:pt x="303035" y="869372"/>
                  </a:lnTo>
                  <a:lnTo>
                    <a:pt x="303293" y="867209"/>
                  </a:lnTo>
                  <a:lnTo>
                    <a:pt x="303510" y="865047"/>
                  </a:lnTo>
                  <a:lnTo>
                    <a:pt x="303680" y="862884"/>
                  </a:lnTo>
                  <a:lnTo>
                    <a:pt x="303822" y="860721"/>
                  </a:lnTo>
                  <a:lnTo>
                    <a:pt x="303939" y="858559"/>
                  </a:lnTo>
                  <a:lnTo>
                    <a:pt x="304034" y="856396"/>
                  </a:lnTo>
                  <a:lnTo>
                    <a:pt x="304108" y="854233"/>
                  </a:lnTo>
                  <a:lnTo>
                    <a:pt x="304163" y="852071"/>
                  </a:lnTo>
                  <a:lnTo>
                    <a:pt x="304206" y="849908"/>
                  </a:lnTo>
                  <a:lnTo>
                    <a:pt x="304239" y="847746"/>
                  </a:lnTo>
                  <a:lnTo>
                    <a:pt x="304261" y="845583"/>
                  </a:lnTo>
                  <a:lnTo>
                    <a:pt x="304275" y="843420"/>
                  </a:lnTo>
                  <a:lnTo>
                    <a:pt x="304281" y="841258"/>
                  </a:lnTo>
                  <a:lnTo>
                    <a:pt x="304282" y="839095"/>
                  </a:lnTo>
                  <a:lnTo>
                    <a:pt x="304279" y="836933"/>
                  </a:lnTo>
                  <a:lnTo>
                    <a:pt x="304272" y="834770"/>
                  </a:lnTo>
                  <a:lnTo>
                    <a:pt x="304261" y="832607"/>
                  </a:lnTo>
                  <a:lnTo>
                    <a:pt x="304248" y="830445"/>
                  </a:lnTo>
                  <a:lnTo>
                    <a:pt x="304232" y="828282"/>
                  </a:lnTo>
                  <a:lnTo>
                    <a:pt x="304215" y="826119"/>
                  </a:lnTo>
                  <a:lnTo>
                    <a:pt x="304196" y="823957"/>
                  </a:lnTo>
                  <a:lnTo>
                    <a:pt x="304176" y="821794"/>
                  </a:lnTo>
                  <a:lnTo>
                    <a:pt x="304155" y="819632"/>
                  </a:lnTo>
                  <a:lnTo>
                    <a:pt x="304133" y="817469"/>
                  </a:lnTo>
                  <a:lnTo>
                    <a:pt x="304110" y="815306"/>
                  </a:lnTo>
                  <a:lnTo>
                    <a:pt x="304087" y="813144"/>
                  </a:lnTo>
                  <a:lnTo>
                    <a:pt x="304063" y="810981"/>
                  </a:lnTo>
                  <a:lnTo>
                    <a:pt x="304039" y="808818"/>
                  </a:lnTo>
                  <a:lnTo>
                    <a:pt x="304015" y="806656"/>
                  </a:lnTo>
                  <a:lnTo>
                    <a:pt x="303991" y="804493"/>
                  </a:lnTo>
                  <a:lnTo>
                    <a:pt x="303966" y="802331"/>
                  </a:lnTo>
                  <a:lnTo>
                    <a:pt x="303941" y="800168"/>
                  </a:lnTo>
                  <a:lnTo>
                    <a:pt x="303917" y="798005"/>
                  </a:lnTo>
                  <a:lnTo>
                    <a:pt x="303892" y="795843"/>
                  </a:lnTo>
                  <a:lnTo>
                    <a:pt x="303868" y="793680"/>
                  </a:lnTo>
                  <a:lnTo>
                    <a:pt x="303843" y="791518"/>
                  </a:lnTo>
                  <a:lnTo>
                    <a:pt x="303818" y="789355"/>
                  </a:lnTo>
                  <a:lnTo>
                    <a:pt x="303794" y="787192"/>
                  </a:lnTo>
                  <a:lnTo>
                    <a:pt x="303769" y="785030"/>
                  </a:lnTo>
                  <a:lnTo>
                    <a:pt x="303745" y="782867"/>
                  </a:lnTo>
                  <a:lnTo>
                    <a:pt x="303720" y="780704"/>
                  </a:lnTo>
                  <a:lnTo>
                    <a:pt x="303696" y="778542"/>
                  </a:lnTo>
                  <a:lnTo>
                    <a:pt x="303671" y="776379"/>
                  </a:lnTo>
                  <a:lnTo>
                    <a:pt x="303646" y="774217"/>
                  </a:lnTo>
                  <a:lnTo>
                    <a:pt x="303621" y="772054"/>
                  </a:lnTo>
                  <a:lnTo>
                    <a:pt x="303595" y="769891"/>
                  </a:lnTo>
                  <a:lnTo>
                    <a:pt x="303568" y="767729"/>
                  </a:lnTo>
                  <a:lnTo>
                    <a:pt x="303541" y="765566"/>
                  </a:lnTo>
                  <a:lnTo>
                    <a:pt x="303513" y="763404"/>
                  </a:lnTo>
                  <a:lnTo>
                    <a:pt x="303484" y="761241"/>
                  </a:lnTo>
                  <a:lnTo>
                    <a:pt x="303454" y="759078"/>
                  </a:lnTo>
                  <a:lnTo>
                    <a:pt x="303422" y="756916"/>
                  </a:lnTo>
                  <a:lnTo>
                    <a:pt x="303389" y="754753"/>
                  </a:lnTo>
                  <a:lnTo>
                    <a:pt x="303354" y="752590"/>
                  </a:lnTo>
                  <a:lnTo>
                    <a:pt x="303317" y="750428"/>
                  </a:lnTo>
                  <a:lnTo>
                    <a:pt x="303277" y="748265"/>
                  </a:lnTo>
                  <a:lnTo>
                    <a:pt x="303235" y="746103"/>
                  </a:lnTo>
                  <a:lnTo>
                    <a:pt x="303191" y="743940"/>
                  </a:lnTo>
                  <a:lnTo>
                    <a:pt x="303143" y="741777"/>
                  </a:lnTo>
                  <a:lnTo>
                    <a:pt x="303092" y="739615"/>
                  </a:lnTo>
                  <a:lnTo>
                    <a:pt x="303038" y="737452"/>
                  </a:lnTo>
                  <a:lnTo>
                    <a:pt x="302981" y="735289"/>
                  </a:lnTo>
                  <a:lnTo>
                    <a:pt x="302920" y="733127"/>
                  </a:lnTo>
                  <a:lnTo>
                    <a:pt x="302854" y="730964"/>
                  </a:lnTo>
                  <a:lnTo>
                    <a:pt x="302784" y="728802"/>
                  </a:lnTo>
                  <a:lnTo>
                    <a:pt x="302711" y="726639"/>
                  </a:lnTo>
                  <a:lnTo>
                    <a:pt x="302633" y="724476"/>
                  </a:lnTo>
                  <a:lnTo>
                    <a:pt x="302549" y="722314"/>
                  </a:lnTo>
                  <a:lnTo>
                    <a:pt x="302461" y="720151"/>
                  </a:lnTo>
                  <a:lnTo>
                    <a:pt x="302368" y="717989"/>
                  </a:lnTo>
                  <a:lnTo>
                    <a:pt x="302270" y="715826"/>
                  </a:lnTo>
                  <a:lnTo>
                    <a:pt x="302168" y="713663"/>
                  </a:lnTo>
                  <a:lnTo>
                    <a:pt x="302059" y="711501"/>
                  </a:lnTo>
                  <a:lnTo>
                    <a:pt x="301945" y="709338"/>
                  </a:lnTo>
                  <a:lnTo>
                    <a:pt x="301826" y="707175"/>
                  </a:lnTo>
                  <a:lnTo>
                    <a:pt x="301702" y="705013"/>
                  </a:lnTo>
                  <a:lnTo>
                    <a:pt x="301572" y="702850"/>
                  </a:lnTo>
                  <a:lnTo>
                    <a:pt x="301436" y="700688"/>
                  </a:lnTo>
                  <a:lnTo>
                    <a:pt x="301295" y="698525"/>
                  </a:lnTo>
                  <a:lnTo>
                    <a:pt x="301148" y="696362"/>
                  </a:lnTo>
                  <a:lnTo>
                    <a:pt x="300997" y="694200"/>
                  </a:lnTo>
                  <a:lnTo>
                    <a:pt x="300839" y="692037"/>
                  </a:lnTo>
                  <a:lnTo>
                    <a:pt x="300675" y="689875"/>
                  </a:lnTo>
                  <a:lnTo>
                    <a:pt x="300506" y="687712"/>
                  </a:lnTo>
                  <a:lnTo>
                    <a:pt x="300332" y="685549"/>
                  </a:lnTo>
                  <a:lnTo>
                    <a:pt x="300153" y="683387"/>
                  </a:lnTo>
                  <a:lnTo>
                    <a:pt x="299966" y="681224"/>
                  </a:lnTo>
                  <a:lnTo>
                    <a:pt x="299775" y="679061"/>
                  </a:lnTo>
                  <a:lnTo>
                    <a:pt x="299578" y="676899"/>
                  </a:lnTo>
                  <a:lnTo>
                    <a:pt x="299377" y="674736"/>
                  </a:lnTo>
                  <a:lnTo>
                    <a:pt x="299169" y="672574"/>
                  </a:lnTo>
                  <a:lnTo>
                    <a:pt x="298955" y="670411"/>
                  </a:lnTo>
                  <a:lnTo>
                    <a:pt x="298735" y="668248"/>
                  </a:lnTo>
                  <a:lnTo>
                    <a:pt x="298511" y="666086"/>
                  </a:lnTo>
                  <a:lnTo>
                    <a:pt x="298281" y="663923"/>
                  </a:lnTo>
                  <a:lnTo>
                    <a:pt x="298044" y="661760"/>
                  </a:lnTo>
                  <a:lnTo>
                    <a:pt x="297801" y="659598"/>
                  </a:lnTo>
                  <a:lnTo>
                    <a:pt x="297552" y="657435"/>
                  </a:lnTo>
                  <a:lnTo>
                    <a:pt x="297298" y="655273"/>
                  </a:lnTo>
                  <a:lnTo>
                    <a:pt x="297037" y="653110"/>
                  </a:lnTo>
                  <a:lnTo>
                    <a:pt x="296769" y="650947"/>
                  </a:lnTo>
                  <a:lnTo>
                    <a:pt x="296494" y="648785"/>
                  </a:lnTo>
                  <a:lnTo>
                    <a:pt x="296213" y="646622"/>
                  </a:lnTo>
                  <a:lnTo>
                    <a:pt x="295926" y="644460"/>
                  </a:lnTo>
                  <a:lnTo>
                    <a:pt x="295631" y="642297"/>
                  </a:lnTo>
                  <a:lnTo>
                    <a:pt x="295327" y="640134"/>
                  </a:lnTo>
                  <a:lnTo>
                    <a:pt x="295016" y="637972"/>
                  </a:lnTo>
                  <a:lnTo>
                    <a:pt x="294697" y="635809"/>
                  </a:lnTo>
                  <a:lnTo>
                    <a:pt x="294371" y="633646"/>
                  </a:lnTo>
                  <a:lnTo>
                    <a:pt x="294034" y="631484"/>
                  </a:lnTo>
                  <a:lnTo>
                    <a:pt x="293688" y="629321"/>
                  </a:lnTo>
                  <a:lnTo>
                    <a:pt x="293333" y="627159"/>
                  </a:lnTo>
                  <a:lnTo>
                    <a:pt x="292969" y="624996"/>
                  </a:lnTo>
                  <a:lnTo>
                    <a:pt x="292595" y="622833"/>
                  </a:lnTo>
                  <a:lnTo>
                    <a:pt x="292207" y="620671"/>
                  </a:lnTo>
                  <a:lnTo>
                    <a:pt x="291810" y="618508"/>
                  </a:lnTo>
                  <a:lnTo>
                    <a:pt x="291402" y="616346"/>
                  </a:lnTo>
                  <a:lnTo>
                    <a:pt x="290983" y="614183"/>
                  </a:lnTo>
                  <a:lnTo>
                    <a:pt x="290551" y="612020"/>
                  </a:lnTo>
                  <a:lnTo>
                    <a:pt x="290105" y="609858"/>
                  </a:lnTo>
                  <a:lnTo>
                    <a:pt x="289647" y="607695"/>
                  </a:lnTo>
                  <a:lnTo>
                    <a:pt x="289177" y="605532"/>
                  </a:lnTo>
                  <a:lnTo>
                    <a:pt x="288694" y="603370"/>
                  </a:lnTo>
                  <a:lnTo>
                    <a:pt x="288195" y="601207"/>
                  </a:lnTo>
                  <a:lnTo>
                    <a:pt x="287683" y="599045"/>
                  </a:lnTo>
                  <a:lnTo>
                    <a:pt x="287157" y="596882"/>
                  </a:lnTo>
                  <a:lnTo>
                    <a:pt x="286619" y="594719"/>
                  </a:lnTo>
                  <a:lnTo>
                    <a:pt x="286068" y="592557"/>
                  </a:lnTo>
                  <a:lnTo>
                    <a:pt x="285499" y="590394"/>
                  </a:lnTo>
                  <a:lnTo>
                    <a:pt x="284918" y="588231"/>
                  </a:lnTo>
                  <a:lnTo>
                    <a:pt x="284325" y="586069"/>
                  </a:lnTo>
                  <a:lnTo>
                    <a:pt x="283721" y="583906"/>
                  </a:lnTo>
                  <a:lnTo>
                    <a:pt x="283102" y="581744"/>
                  </a:lnTo>
                  <a:lnTo>
                    <a:pt x="282471" y="579581"/>
                  </a:lnTo>
                  <a:lnTo>
                    <a:pt x="281830" y="577418"/>
                  </a:lnTo>
                  <a:lnTo>
                    <a:pt x="281180" y="575256"/>
                  </a:lnTo>
                  <a:lnTo>
                    <a:pt x="280520" y="573093"/>
                  </a:lnTo>
                  <a:lnTo>
                    <a:pt x="279851" y="570931"/>
                  </a:lnTo>
                  <a:lnTo>
                    <a:pt x="279175" y="568768"/>
                  </a:lnTo>
                  <a:lnTo>
                    <a:pt x="278494" y="566605"/>
                  </a:lnTo>
                  <a:lnTo>
                    <a:pt x="277809" y="564443"/>
                  </a:lnTo>
                  <a:lnTo>
                    <a:pt x="277121" y="562280"/>
                  </a:lnTo>
                  <a:lnTo>
                    <a:pt x="276431" y="560117"/>
                  </a:lnTo>
                  <a:lnTo>
                    <a:pt x="275741" y="557955"/>
                  </a:lnTo>
                  <a:lnTo>
                    <a:pt x="275053" y="555792"/>
                  </a:lnTo>
                  <a:lnTo>
                    <a:pt x="274368" y="553630"/>
                  </a:lnTo>
                  <a:lnTo>
                    <a:pt x="273689" y="551467"/>
                  </a:lnTo>
                  <a:lnTo>
                    <a:pt x="273019" y="549304"/>
                  </a:lnTo>
                  <a:lnTo>
                    <a:pt x="272357" y="547142"/>
                  </a:lnTo>
                  <a:lnTo>
                    <a:pt x="271706" y="544979"/>
                  </a:lnTo>
                  <a:lnTo>
                    <a:pt x="271066" y="542817"/>
                  </a:lnTo>
                  <a:lnTo>
                    <a:pt x="270445" y="540654"/>
                  </a:lnTo>
                  <a:lnTo>
                    <a:pt x="269841" y="538491"/>
                  </a:lnTo>
                  <a:lnTo>
                    <a:pt x="269254" y="536329"/>
                  </a:lnTo>
                  <a:lnTo>
                    <a:pt x="268687" y="534166"/>
                  </a:lnTo>
                  <a:lnTo>
                    <a:pt x="268142" y="532003"/>
                  </a:lnTo>
                  <a:lnTo>
                    <a:pt x="267626" y="529841"/>
                  </a:lnTo>
                  <a:lnTo>
                    <a:pt x="267135" y="527678"/>
                  </a:lnTo>
                  <a:lnTo>
                    <a:pt x="266670" y="525516"/>
                  </a:lnTo>
                  <a:lnTo>
                    <a:pt x="266232" y="523353"/>
                  </a:lnTo>
                  <a:lnTo>
                    <a:pt x="265829" y="521190"/>
                  </a:lnTo>
                  <a:lnTo>
                    <a:pt x="265460" y="519028"/>
                  </a:lnTo>
                  <a:lnTo>
                    <a:pt x="265123" y="516865"/>
                  </a:lnTo>
                  <a:lnTo>
                    <a:pt x="264818" y="514702"/>
                  </a:lnTo>
                  <a:lnTo>
                    <a:pt x="264545" y="512540"/>
                  </a:lnTo>
                  <a:lnTo>
                    <a:pt x="264318" y="510377"/>
                  </a:lnTo>
                  <a:lnTo>
                    <a:pt x="264126" y="508215"/>
                  </a:lnTo>
                  <a:lnTo>
                    <a:pt x="263970" y="506052"/>
                  </a:lnTo>
                  <a:lnTo>
                    <a:pt x="263850" y="503889"/>
                  </a:lnTo>
                  <a:lnTo>
                    <a:pt x="263768" y="501727"/>
                  </a:lnTo>
                  <a:lnTo>
                    <a:pt x="263732" y="499564"/>
                  </a:lnTo>
                  <a:lnTo>
                    <a:pt x="263733" y="497402"/>
                  </a:lnTo>
                  <a:lnTo>
                    <a:pt x="263770" y="495239"/>
                  </a:lnTo>
                  <a:lnTo>
                    <a:pt x="263843" y="493076"/>
                  </a:lnTo>
                  <a:lnTo>
                    <a:pt x="263958" y="490914"/>
                  </a:lnTo>
                  <a:lnTo>
                    <a:pt x="264114" y="488751"/>
                  </a:lnTo>
                  <a:lnTo>
                    <a:pt x="264304" y="486588"/>
                  </a:lnTo>
                  <a:lnTo>
                    <a:pt x="264528" y="484426"/>
                  </a:lnTo>
                  <a:lnTo>
                    <a:pt x="264785" y="482263"/>
                  </a:lnTo>
                  <a:lnTo>
                    <a:pt x="265085" y="480101"/>
                  </a:lnTo>
                  <a:lnTo>
                    <a:pt x="265416" y="477938"/>
                  </a:lnTo>
                  <a:lnTo>
                    <a:pt x="265778" y="475775"/>
                  </a:lnTo>
                  <a:lnTo>
                    <a:pt x="266168" y="473613"/>
                  </a:lnTo>
                  <a:lnTo>
                    <a:pt x="266587" y="471450"/>
                  </a:lnTo>
                  <a:lnTo>
                    <a:pt x="267041" y="469288"/>
                  </a:lnTo>
                  <a:lnTo>
                    <a:pt x="267518" y="467125"/>
                  </a:lnTo>
                  <a:lnTo>
                    <a:pt x="268019" y="464962"/>
                  </a:lnTo>
                  <a:lnTo>
                    <a:pt x="268541" y="462800"/>
                  </a:lnTo>
                  <a:lnTo>
                    <a:pt x="269087" y="460637"/>
                  </a:lnTo>
                  <a:lnTo>
                    <a:pt x="269655" y="458474"/>
                  </a:lnTo>
                  <a:lnTo>
                    <a:pt x="270239" y="456312"/>
                  </a:lnTo>
                  <a:lnTo>
                    <a:pt x="270837" y="454149"/>
                  </a:lnTo>
                  <a:lnTo>
                    <a:pt x="271450" y="451987"/>
                  </a:lnTo>
                  <a:lnTo>
                    <a:pt x="272078" y="449824"/>
                  </a:lnTo>
                  <a:lnTo>
                    <a:pt x="272716" y="447661"/>
                  </a:lnTo>
                  <a:lnTo>
                    <a:pt x="273362" y="445499"/>
                  </a:lnTo>
                  <a:lnTo>
                    <a:pt x="274015" y="443336"/>
                  </a:lnTo>
                  <a:lnTo>
                    <a:pt x="274673" y="441173"/>
                  </a:lnTo>
                  <a:lnTo>
                    <a:pt x="275336" y="439011"/>
                  </a:lnTo>
                  <a:lnTo>
                    <a:pt x="276001" y="436848"/>
                  </a:lnTo>
                  <a:lnTo>
                    <a:pt x="276666" y="434686"/>
                  </a:lnTo>
                  <a:lnTo>
                    <a:pt x="277330" y="432523"/>
                  </a:lnTo>
                  <a:lnTo>
                    <a:pt x="277991" y="430360"/>
                  </a:lnTo>
                  <a:lnTo>
                    <a:pt x="278648" y="428198"/>
                  </a:lnTo>
                  <a:lnTo>
                    <a:pt x="279299" y="426035"/>
                  </a:lnTo>
                  <a:lnTo>
                    <a:pt x="279944" y="423873"/>
                  </a:lnTo>
                  <a:lnTo>
                    <a:pt x="280583" y="421710"/>
                  </a:lnTo>
                  <a:lnTo>
                    <a:pt x="281210" y="419547"/>
                  </a:lnTo>
                  <a:lnTo>
                    <a:pt x="281827" y="417385"/>
                  </a:lnTo>
                  <a:lnTo>
                    <a:pt x="282434" y="415222"/>
                  </a:lnTo>
                  <a:lnTo>
                    <a:pt x="283031" y="413059"/>
                  </a:lnTo>
                  <a:lnTo>
                    <a:pt x="283614" y="410897"/>
                  </a:lnTo>
                  <a:lnTo>
                    <a:pt x="284182" y="408734"/>
                  </a:lnTo>
                  <a:lnTo>
                    <a:pt x="284737" y="406572"/>
                  </a:lnTo>
                  <a:lnTo>
                    <a:pt x="285279" y="404409"/>
                  </a:lnTo>
                  <a:lnTo>
                    <a:pt x="285807" y="402246"/>
                  </a:lnTo>
                  <a:lnTo>
                    <a:pt x="286318" y="400084"/>
                  </a:lnTo>
                  <a:lnTo>
                    <a:pt x="286812" y="397921"/>
                  </a:lnTo>
                  <a:lnTo>
                    <a:pt x="287292" y="395759"/>
                  </a:lnTo>
                  <a:lnTo>
                    <a:pt x="287758" y="393596"/>
                  </a:lnTo>
                  <a:lnTo>
                    <a:pt x="288209" y="391433"/>
                  </a:lnTo>
                  <a:lnTo>
                    <a:pt x="288640" y="389271"/>
                  </a:lnTo>
                  <a:lnTo>
                    <a:pt x="289056" y="387108"/>
                  </a:lnTo>
                  <a:lnTo>
                    <a:pt x="289458" y="384945"/>
                  </a:lnTo>
                  <a:lnTo>
                    <a:pt x="289846" y="382783"/>
                  </a:lnTo>
                  <a:lnTo>
                    <a:pt x="290218" y="380620"/>
                  </a:lnTo>
                  <a:lnTo>
                    <a:pt x="290573" y="378458"/>
                  </a:lnTo>
                  <a:lnTo>
                    <a:pt x="290915" y="376295"/>
                  </a:lnTo>
                  <a:lnTo>
                    <a:pt x="291244" y="374132"/>
                  </a:lnTo>
                  <a:lnTo>
                    <a:pt x="291560" y="371970"/>
                  </a:lnTo>
                  <a:lnTo>
                    <a:pt x="291861" y="369807"/>
                  </a:lnTo>
                  <a:lnTo>
                    <a:pt x="292148" y="367644"/>
                  </a:lnTo>
                  <a:lnTo>
                    <a:pt x="292425" y="365482"/>
                  </a:lnTo>
                  <a:lnTo>
                    <a:pt x="292690" y="363319"/>
                  </a:lnTo>
                  <a:lnTo>
                    <a:pt x="292945" y="361157"/>
                  </a:lnTo>
                  <a:lnTo>
                    <a:pt x="293187" y="358994"/>
                  </a:lnTo>
                  <a:lnTo>
                    <a:pt x="293419" y="356831"/>
                  </a:lnTo>
                  <a:lnTo>
                    <a:pt x="293642" y="354669"/>
                  </a:lnTo>
                  <a:lnTo>
                    <a:pt x="293857" y="352506"/>
                  </a:lnTo>
                  <a:lnTo>
                    <a:pt x="294064" y="350344"/>
                  </a:lnTo>
                  <a:lnTo>
                    <a:pt x="294261" y="348181"/>
                  </a:lnTo>
                  <a:lnTo>
                    <a:pt x="294451" y="346018"/>
                  </a:lnTo>
                  <a:lnTo>
                    <a:pt x="294636" y="343856"/>
                  </a:lnTo>
                  <a:lnTo>
                    <a:pt x="294814" y="341693"/>
                  </a:lnTo>
                  <a:lnTo>
                    <a:pt x="294987" y="339530"/>
                  </a:lnTo>
                  <a:lnTo>
                    <a:pt x="295153" y="337368"/>
                  </a:lnTo>
                  <a:lnTo>
                    <a:pt x="295316" y="335205"/>
                  </a:lnTo>
                  <a:lnTo>
                    <a:pt x="295475" y="333043"/>
                  </a:lnTo>
                  <a:lnTo>
                    <a:pt x="295630" y="330880"/>
                  </a:lnTo>
                  <a:lnTo>
                    <a:pt x="295782" y="328717"/>
                  </a:lnTo>
                  <a:lnTo>
                    <a:pt x="295931" y="326555"/>
                  </a:lnTo>
                  <a:lnTo>
                    <a:pt x="296078" y="324392"/>
                  </a:lnTo>
                  <a:lnTo>
                    <a:pt x="296224" y="322230"/>
                  </a:lnTo>
                  <a:lnTo>
                    <a:pt x="296368" y="320067"/>
                  </a:lnTo>
                  <a:lnTo>
                    <a:pt x="296510" y="317904"/>
                  </a:lnTo>
                  <a:lnTo>
                    <a:pt x="296653" y="315742"/>
                  </a:lnTo>
                  <a:lnTo>
                    <a:pt x="296795" y="313579"/>
                  </a:lnTo>
                  <a:lnTo>
                    <a:pt x="296937" y="311416"/>
                  </a:lnTo>
                  <a:lnTo>
                    <a:pt x="297079" y="309254"/>
                  </a:lnTo>
                  <a:lnTo>
                    <a:pt x="297222" y="307091"/>
                  </a:lnTo>
                  <a:lnTo>
                    <a:pt x="297365" y="304929"/>
                  </a:lnTo>
                  <a:lnTo>
                    <a:pt x="297510" y="302766"/>
                  </a:lnTo>
                  <a:lnTo>
                    <a:pt x="297655" y="300603"/>
                  </a:lnTo>
                  <a:lnTo>
                    <a:pt x="297803" y="298441"/>
                  </a:lnTo>
                  <a:lnTo>
                    <a:pt x="297952" y="296278"/>
                  </a:lnTo>
                  <a:lnTo>
                    <a:pt x="298102" y="294115"/>
                  </a:lnTo>
                  <a:lnTo>
                    <a:pt x="298254" y="291953"/>
                  </a:lnTo>
                  <a:lnTo>
                    <a:pt x="298408" y="289790"/>
                  </a:lnTo>
                  <a:lnTo>
                    <a:pt x="298564" y="287628"/>
                  </a:lnTo>
                  <a:lnTo>
                    <a:pt x="298722" y="285465"/>
                  </a:lnTo>
                  <a:lnTo>
                    <a:pt x="298881" y="283302"/>
                  </a:lnTo>
                  <a:lnTo>
                    <a:pt x="299042" y="281140"/>
                  </a:lnTo>
                  <a:lnTo>
                    <a:pt x="299205" y="278977"/>
                  </a:lnTo>
                  <a:lnTo>
                    <a:pt x="299369" y="276815"/>
                  </a:lnTo>
                  <a:lnTo>
                    <a:pt x="299535" y="274652"/>
                  </a:lnTo>
                  <a:lnTo>
                    <a:pt x="299701" y="272489"/>
                  </a:lnTo>
                  <a:lnTo>
                    <a:pt x="299869" y="270327"/>
                  </a:lnTo>
                  <a:lnTo>
                    <a:pt x="300037" y="268164"/>
                  </a:lnTo>
                  <a:lnTo>
                    <a:pt x="300205" y="266001"/>
                  </a:lnTo>
                  <a:lnTo>
                    <a:pt x="300373" y="263839"/>
                  </a:lnTo>
                  <a:lnTo>
                    <a:pt x="300541" y="261676"/>
                  </a:lnTo>
                  <a:lnTo>
                    <a:pt x="300709" y="259514"/>
                  </a:lnTo>
                  <a:lnTo>
                    <a:pt x="300875" y="257351"/>
                  </a:lnTo>
                  <a:lnTo>
                    <a:pt x="301040" y="255188"/>
                  </a:lnTo>
                  <a:lnTo>
                    <a:pt x="301203" y="253026"/>
                  </a:lnTo>
                  <a:lnTo>
                    <a:pt x="301364" y="250863"/>
                  </a:lnTo>
                  <a:lnTo>
                    <a:pt x="301522" y="248701"/>
                  </a:lnTo>
                  <a:lnTo>
                    <a:pt x="301677" y="246538"/>
                  </a:lnTo>
                  <a:lnTo>
                    <a:pt x="301829" y="244375"/>
                  </a:lnTo>
                  <a:lnTo>
                    <a:pt x="301978" y="242213"/>
                  </a:lnTo>
                  <a:lnTo>
                    <a:pt x="302123" y="240050"/>
                  </a:lnTo>
                  <a:lnTo>
                    <a:pt x="302263" y="237887"/>
                  </a:lnTo>
                  <a:lnTo>
                    <a:pt x="302399" y="235725"/>
                  </a:lnTo>
                  <a:lnTo>
                    <a:pt x="302530" y="233562"/>
                  </a:lnTo>
                  <a:lnTo>
                    <a:pt x="302657" y="231400"/>
                  </a:lnTo>
                  <a:lnTo>
                    <a:pt x="302778" y="229237"/>
                  </a:lnTo>
                  <a:lnTo>
                    <a:pt x="302893" y="227074"/>
                  </a:lnTo>
                  <a:lnTo>
                    <a:pt x="303003" y="224912"/>
                  </a:lnTo>
                  <a:lnTo>
                    <a:pt x="303108" y="222749"/>
                  </a:lnTo>
                  <a:lnTo>
                    <a:pt x="303208" y="220586"/>
                  </a:lnTo>
                  <a:lnTo>
                    <a:pt x="303301" y="218424"/>
                  </a:lnTo>
                  <a:lnTo>
                    <a:pt x="303389" y="216261"/>
                  </a:lnTo>
                  <a:lnTo>
                    <a:pt x="303471" y="214099"/>
                  </a:lnTo>
                  <a:lnTo>
                    <a:pt x="303549" y="211936"/>
                  </a:lnTo>
                  <a:lnTo>
                    <a:pt x="303622" y="209773"/>
                  </a:lnTo>
                  <a:lnTo>
                    <a:pt x="303688" y="207611"/>
                  </a:lnTo>
                  <a:lnTo>
                    <a:pt x="303750" y="205448"/>
                  </a:lnTo>
                  <a:lnTo>
                    <a:pt x="303808" y="203286"/>
                  </a:lnTo>
                  <a:lnTo>
                    <a:pt x="303861" y="201123"/>
                  </a:lnTo>
                  <a:lnTo>
                    <a:pt x="303910" y="198960"/>
                  </a:lnTo>
                  <a:lnTo>
                    <a:pt x="303955" y="196798"/>
                  </a:lnTo>
                  <a:lnTo>
                    <a:pt x="303996" y="194635"/>
                  </a:lnTo>
                  <a:lnTo>
                    <a:pt x="304034" y="192472"/>
                  </a:lnTo>
                  <a:lnTo>
                    <a:pt x="304069" y="190310"/>
                  </a:lnTo>
                  <a:lnTo>
                    <a:pt x="304100" y="188147"/>
                  </a:lnTo>
                  <a:lnTo>
                    <a:pt x="304128" y="185985"/>
                  </a:lnTo>
                  <a:lnTo>
                    <a:pt x="304155" y="183822"/>
                  </a:lnTo>
                  <a:lnTo>
                    <a:pt x="304179" y="181659"/>
                  </a:lnTo>
                  <a:lnTo>
                    <a:pt x="304201" y="179497"/>
                  </a:lnTo>
                  <a:lnTo>
                    <a:pt x="304221" y="177334"/>
                  </a:lnTo>
                  <a:lnTo>
                    <a:pt x="304239" y="175172"/>
                  </a:lnTo>
                  <a:lnTo>
                    <a:pt x="304256" y="173009"/>
                  </a:lnTo>
                  <a:lnTo>
                    <a:pt x="304272" y="170846"/>
                  </a:lnTo>
                  <a:lnTo>
                    <a:pt x="304287" y="168684"/>
                  </a:lnTo>
                  <a:lnTo>
                    <a:pt x="304300" y="166521"/>
                  </a:lnTo>
                  <a:lnTo>
                    <a:pt x="304313" y="164358"/>
                  </a:lnTo>
                  <a:lnTo>
                    <a:pt x="304325" y="162196"/>
                  </a:lnTo>
                  <a:lnTo>
                    <a:pt x="304336" y="160033"/>
                  </a:lnTo>
                  <a:lnTo>
                    <a:pt x="304347" y="157871"/>
                  </a:lnTo>
                  <a:lnTo>
                    <a:pt x="304357" y="155708"/>
                  </a:lnTo>
                  <a:lnTo>
                    <a:pt x="304367" y="153545"/>
                  </a:lnTo>
                  <a:lnTo>
                    <a:pt x="304376" y="151383"/>
                  </a:lnTo>
                  <a:lnTo>
                    <a:pt x="304385" y="149220"/>
                  </a:lnTo>
                  <a:lnTo>
                    <a:pt x="304394" y="147057"/>
                  </a:lnTo>
                  <a:lnTo>
                    <a:pt x="304403" y="144895"/>
                  </a:lnTo>
                  <a:lnTo>
                    <a:pt x="304411" y="142732"/>
                  </a:lnTo>
                  <a:lnTo>
                    <a:pt x="304419" y="140570"/>
                  </a:lnTo>
                  <a:lnTo>
                    <a:pt x="304427" y="138407"/>
                  </a:lnTo>
                  <a:lnTo>
                    <a:pt x="304435" y="136244"/>
                  </a:lnTo>
                  <a:lnTo>
                    <a:pt x="304443" y="134082"/>
                  </a:lnTo>
                  <a:lnTo>
                    <a:pt x="304451" y="131919"/>
                  </a:lnTo>
                  <a:lnTo>
                    <a:pt x="304459" y="129757"/>
                  </a:lnTo>
                  <a:lnTo>
                    <a:pt x="304467" y="127594"/>
                  </a:lnTo>
                  <a:lnTo>
                    <a:pt x="304475" y="125431"/>
                  </a:lnTo>
                  <a:lnTo>
                    <a:pt x="304483" y="123269"/>
                  </a:lnTo>
                  <a:lnTo>
                    <a:pt x="304491" y="121106"/>
                  </a:lnTo>
                  <a:lnTo>
                    <a:pt x="304500" y="118943"/>
                  </a:lnTo>
                  <a:lnTo>
                    <a:pt x="304508" y="116781"/>
                  </a:lnTo>
                  <a:lnTo>
                    <a:pt x="304516" y="114618"/>
                  </a:lnTo>
                  <a:lnTo>
                    <a:pt x="304525" y="112456"/>
                  </a:lnTo>
                  <a:lnTo>
                    <a:pt x="304534" y="110293"/>
                  </a:lnTo>
                  <a:lnTo>
                    <a:pt x="304542" y="108130"/>
                  </a:lnTo>
                  <a:lnTo>
                    <a:pt x="304551" y="105968"/>
                  </a:lnTo>
                  <a:lnTo>
                    <a:pt x="304560" y="103805"/>
                  </a:lnTo>
                  <a:lnTo>
                    <a:pt x="304569" y="101643"/>
                  </a:lnTo>
                  <a:lnTo>
                    <a:pt x="304579" y="99480"/>
                  </a:lnTo>
                  <a:lnTo>
                    <a:pt x="304588" y="97317"/>
                  </a:lnTo>
                  <a:lnTo>
                    <a:pt x="304597" y="95155"/>
                  </a:lnTo>
                  <a:lnTo>
                    <a:pt x="304607" y="92992"/>
                  </a:lnTo>
                  <a:lnTo>
                    <a:pt x="304616" y="90829"/>
                  </a:lnTo>
                  <a:lnTo>
                    <a:pt x="304625" y="88667"/>
                  </a:lnTo>
                  <a:lnTo>
                    <a:pt x="304635" y="86504"/>
                  </a:lnTo>
                  <a:lnTo>
                    <a:pt x="304644" y="84342"/>
                  </a:lnTo>
                  <a:lnTo>
                    <a:pt x="304653" y="82179"/>
                  </a:lnTo>
                  <a:lnTo>
                    <a:pt x="304662" y="80016"/>
                  </a:lnTo>
                  <a:lnTo>
                    <a:pt x="304671" y="77854"/>
                  </a:lnTo>
                  <a:lnTo>
                    <a:pt x="304679" y="75691"/>
                  </a:lnTo>
                  <a:lnTo>
                    <a:pt x="304688" y="73528"/>
                  </a:lnTo>
                  <a:lnTo>
                    <a:pt x="304696" y="71366"/>
                  </a:lnTo>
                  <a:lnTo>
                    <a:pt x="304704" y="69203"/>
                  </a:lnTo>
                  <a:lnTo>
                    <a:pt x="304711" y="67041"/>
                  </a:lnTo>
                  <a:lnTo>
                    <a:pt x="304719" y="64878"/>
                  </a:lnTo>
                  <a:lnTo>
                    <a:pt x="304725" y="62715"/>
                  </a:lnTo>
                  <a:lnTo>
                    <a:pt x="304732" y="60553"/>
                  </a:lnTo>
                  <a:lnTo>
                    <a:pt x="304738" y="58390"/>
                  </a:lnTo>
                  <a:lnTo>
                    <a:pt x="304744" y="56228"/>
                  </a:lnTo>
                  <a:lnTo>
                    <a:pt x="304750" y="54065"/>
                  </a:lnTo>
                  <a:lnTo>
                    <a:pt x="304755" y="51902"/>
                  </a:lnTo>
                  <a:lnTo>
                    <a:pt x="304760" y="49740"/>
                  </a:lnTo>
                  <a:lnTo>
                    <a:pt x="304765" y="47577"/>
                  </a:lnTo>
                  <a:lnTo>
                    <a:pt x="304769" y="45414"/>
                  </a:lnTo>
                  <a:lnTo>
                    <a:pt x="304773" y="43252"/>
                  </a:lnTo>
                  <a:lnTo>
                    <a:pt x="304777" y="41089"/>
                  </a:lnTo>
                  <a:lnTo>
                    <a:pt x="304780" y="38927"/>
                  </a:lnTo>
                  <a:lnTo>
                    <a:pt x="304783" y="36764"/>
                  </a:lnTo>
                  <a:lnTo>
                    <a:pt x="304786" y="34601"/>
                  </a:lnTo>
                  <a:lnTo>
                    <a:pt x="304788" y="32439"/>
                  </a:lnTo>
                  <a:lnTo>
                    <a:pt x="304791" y="30276"/>
                  </a:lnTo>
                  <a:lnTo>
                    <a:pt x="304793" y="28114"/>
                  </a:lnTo>
                  <a:lnTo>
                    <a:pt x="304794" y="25951"/>
                  </a:lnTo>
                  <a:lnTo>
                    <a:pt x="304796" y="23788"/>
                  </a:lnTo>
                  <a:lnTo>
                    <a:pt x="304797" y="21626"/>
                  </a:lnTo>
                  <a:lnTo>
                    <a:pt x="304799" y="19463"/>
                  </a:lnTo>
                  <a:lnTo>
                    <a:pt x="304800" y="17300"/>
                  </a:lnTo>
                  <a:lnTo>
                    <a:pt x="304801" y="15138"/>
                  </a:lnTo>
                  <a:lnTo>
                    <a:pt x="304802" y="12975"/>
                  </a:lnTo>
                  <a:lnTo>
                    <a:pt x="304803" y="10813"/>
                  </a:lnTo>
                  <a:lnTo>
                    <a:pt x="304803" y="8650"/>
                  </a:lnTo>
                  <a:lnTo>
                    <a:pt x="304804" y="6487"/>
                  </a:lnTo>
                  <a:lnTo>
                    <a:pt x="304804" y="4325"/>
                  </a:lnTo>
                  <a:lnTo>
                    <a:pt x="304805" y="2162"/>
                  </a:lnTo>
                  <a:lnTo>
                    <a:pt x="304809" y="0"/>
                  </a:lnTo>
                  <a:lnTo>
                    <a:pt x="304809" y="2162"/>
                  </a:lnTo>
                  <a:lnTo>
                    <a:pt x="304810" y="4325"/>
                  </a:lnTo>
                  <a:lnTo>
                    <a:pt x="304810" y="6487"/>
                  </a:lnTo>
                  <a:lnTo>
                    <a:pt x="304811" y="8650"/>
                  </a:lnTo>
                  <a:lnTo>
                    <a:pt x="304812" y="10813"/>
                  </a:lnTo>
                  <a:lnTo>
                    <a:pt x="304812" y="12975"/>
                  </a:lnTo>
                  <a:lnTo>
                    <a:pt x="304813" y="15138"/>
                  </a:lnTo>
                  <a:lnTo>
                    <a:pt x="304814" y="17300"/>
                  </a:lnTo>
                  <a:lnTo>
                    <a:pt x="304815" y="19463"/>
                  </a:lnTo>
                  <a:lnTo>
                    <a:pt x="304817" y="21626"/>
                  </a:lnTo>
                  <a:lnTo>
                    <a:pt x="304818" y="23788"/>
                  </a:lnTo>
                  <a:lnTo>
                    <a:pt x="304820" y="25951"/>
                  </a:lnTo>
                  <a:lnTo>
                    <a:pt x="304822" y="28114"/>
                  </a:lnTo>
                  <a:lnTo>
                    <a:pt x="304824" y="30276"/>
                  </a:lnTo>
                  <a:lnTo>
                    <a:pt x="304826" y="32439"/>
                  </a:lnTo>
                  <a:lnTo>
                    <a:pt x="304829" y="34601"/>
                  </a:lnTo>
                  <a:lnTo>
                    <a:pt x="304831" y="36764"/>
                  </a:lnTo>
                  <a:lnTo>
                    <a:pt x="304834" y="38927"/>
                  </a:lnTo>
                  <a:lnTo>
                    <a:pt x="304838" y="41089"/>
                  </a:lnTo>
                  <a:lnTo>
                    <a:pt x="304841" y="43252"/>
                  </a:lnTo>
                  <a:lnTo>
                    <a:pt x="304845" y="45414"/>
                  </a:lnTo>
                  <a:lnTo>
                    <a:pt x="304849" y="47577"/>
                  </a:lnTo>
                  <a:lnTo>
                    <a:pt x="304854" y="49740"/>
                  </a:lnTo>
                  <a:lnTo>
                    <a:pt x="304859" y="51902"/>
                  </a:lnTo>
                  <a:lnTo>
                    <a:pt x="304864" y="54065"/>
                  </a:lnTo>
                  <a:lnTo>
                    <a:pt x="304870" y="56228"/>
                  </a:lnTo>
                  <a:lnTo>
                    <a:pt x="304876" y="58390"/>
                  </a:lnTo>
                  <a:lnTo>
                    <a:pt x="304882" y="60553"/>
                  </a:lnTo>
                  <a:lnTo>
                    <a:pt x="304889" y="62715"/>
                  </a:lnTo>
                  <a:lnTo>
                    <a:pt x="304896" y="64878"/>
                  </a:lnTo>
                  <a:lnTo>
                    <a:pt x="304903" y="67041"/>
                  </a:lnTo>
                  <a:lnTo>
                    <a:pt x="304911" y="69203"/>
                  </a:lnTo>
                  <a:lnTo>
                    <a:pt x="304918" y="71366"/>
                  </a:lnTo>
                  <a:lnTo>
                    <a:pt x="304927" y="73528"/>
                  </a:lnTo>
                  <a:lnTo>
                    <a:pt x="304935" y="75691"/>
                  </a:lnTo>
                  <a:lnTo>
                    <a:pt x="304944" y="77854"/>
                  </a:lnTo>
                  <a:lnTo>
                    <a:pt x="304952" y="80016"/>
                  </a:lnTo>
                  <a:lnTo>
                    <a:pt x="304961" y="82179"/>
                  </a:lnTo>
                  <a:lnTo>
                    <a:pt x="304970" y="84342"/>
                  </a:lnTo>
                  <a:lnTo>
                    <a:pt x="304980" y="86504"/>
                  </a:lnTo>
                  <a:lnTo>
                    <a:pt x="304989" y="88667"/>
                  </a:lnTo>
                  <a:lnTo>
                    <a:pt x="304998" y="90829"/>
                  </a:lnTo>
                  <a:lnTo>
                    <a:pt x="305008" y="92992"/>
                  </a:lnTo>
                  <a:lnTo>
                    <a:pt x="305017" y="95155"/>
                  </a:lnTo>
                  <a:lnTo>
                    <a:pt x="305026" y="97317"/>
                  </a:lnTo>
                  <a:lnTo>
                    <a:pt x="305036" y="99480"/>
                  </a:lnTo>
                  <a:lnTo>
                    <a:pt x="305045" y="101643"/>
                  </a:lnTo>
                  <a:lnTo>
                    <a:pt x="305054" y="103805"/>
                  </a:lnTo>
                  <a:lnTo>
                    <a:pt x="305063" y="105968"/>
                  </a:lnTo>
                  <a:lnTo>
                    <a:pt x="305072" y="108130"/>
                  </a:lnTo>
                  <a:lnTo>
                    <a:pt x="305081" y="110293"/>
                  </a:lnTo>
                  <a:lnTo>
                    <a:pt x="305089" y="112456"/>
                  </a:lnTo>
                  <a:lnTo>
                    <a:pt x="305098" y="114618"/>
                  </a:lnTo>
                  <a:lnTo>
                    <a:pt x="305106" y="116781"/>
                  </a:lnTo>
                  <a:lnTo>
                    <a:pt x="305115" y="118943"/>
                  </a:lnTo>
                  <a:lnTo>
                    <a:pt x="305123" y="121106"/>
                  </a:lnTo>
                  <a:lnTo>
                    <a:pt x="305131" y="123269"/>
                  </a:lnTo>
                  <a:lnTo>
                    <a:pt x="305139" y="125431"/>
                  </a:lnTo>
                  <a:lnTo>
                    <a:pt x="305147" y="127594"/>
                  </a:lnTo>
                  <a:lnTo>
                    <a:pt x="305155" y="129757"/>
                  </a:lnTo>
                  <a:lnTo>
                    <a:pt x="305163" y="131919"/>
                  </a:lnTo>
                  <a:lnTo>
                    <a:pt x="305171" y="134082"/>
                  </a:lnTo>
                  <a:lnTo>
                    <a:pt x="305179" y="136244"/>
                  </a:lnTo>
                  <a:lnTo>
                    <a:pt x="305187" y="138407"/>
                  </a:lnTo>
                  <a:lnTo>
                    <a:pt x="305195" y="140570"/>
                  </a:lnTo>
                  <a:lnTo>
                    <a:pt x="305203" y="142732"/>
                  </a:lnTo>
                  <a:lnTo>
                    <a:pt x="305212" y="144895"/>
                  </a:lnTo>
                  <a:lnTo>
                    <a:pt x="305220" y="147057"/>
                  </a:lnTo>
                  <a:lnTo>
                    <a:pt x="305229" y="149220"/>
                  </a:lnTo>
                  <a:lnTo>
                    <a:pt x="305238" y="151383"/>
                  </a:lnTo>
                  <a:lnTo>
                    <a:pt x="305247" y="153545"/>
                  </a:lnTo>
                  <a:lnTo>
                    <a:pt x="305257" y="155708"/>
                  </a:lnTo>
                  <a:lnTo>
                    <a:pt x="305267" y="157871"/>
                  </a:lnTo>
                  <a:lnTo>
                    <a:pt x="305278" y="160033"/>
                  </a:lnTo>
                  <a:lnTo>
                    <a:pt x="305289" y="162196"/>
                  </a:lnTo>
                  <a:lnTo>
                    <a:pt x="305301" y="164358"/>
                  </a:lnTo>
                  <a:lnTo>
                    <a:pt x="305314" y="166521"/>
                  </a:lnTo>
                  <a:lnTo>
                    <a:pt x="305327" y="168684"/>
                  </a:lnTo>
                  <a:lnTo>
                    <a:pt x="305342" y="170846"/>
                  </a:lnTo>
                  <a:lnTo>
                    <a:pt x="305358" y="173009"/>
                  </a:lnTo>
                  <a:lnTo>
                    <a:pt x="305375" y="175172"/>
                  </a:lnTo>
                  <a:lnTo>
                    <a:pt x="305393" y="177334"/>
                  </a:lnTo>
                  <a:lnTo>
                    <a:pt x="305413" y="179497"/>
                  </a:lnTo>
                  <a:lnTo>
                    <a:pt x="305435" y="181659"/>
                  </a:lnTo>
                  <a:lnTo>
                    <a:pt x="305460" y="183822"/>
                  </a:lnTo>
                  <a:lnTo>
                    <a:pt x="305486" y="185985"/>
                  </a:lnTo>
                  <a:lnTo>
                    <a:pt x="305514" y="188147"/>
                  </a:lnTo>
                  <a:lnTo>
                    <a:pt x="305546" y="190310"/>
                  </a:lnTo>
                  <a:lnTo>
                    <a:pt x="305581" y="192472"/>
                  </a:lnTo>
                  <a:lnTo>
                    <a:pt x="305618" y="194635"/>
                  </a:lnTo>
                  <a:lnTo>
                    <a:pt x="305659" y="196798"/>
                  </a:lnTo>
                  <a:lnTo>
                    <a:pt x="305704" y="198960"/>
                  </a:lnTo>
                  <a:lnTo>
                    <a:pt x="305753" y="201123"/>
                  </a:lnTo>
                  <a:lnTo>
                    <a:pt x="305806" y="203286"/>
                  </a:lnTo>
                  <a:lnTo>
                    <a:pt x="305864" y="205448"/>
                  </a:lnTo>
                  <a:lnTo>
                    <a:pt x="305926" y="207611"/>
                  </a:lnTo>
                  <a:lnTo>
                    <a:pt x="305992" y="209773"/>
                  </a:lnTo>
                  <a:lnTo>
                    <a:pt x="306065" y="211936"/>
                  </a:lnTo>
                  <a:lnTo>
                    <a:pt x="306143" y="214099"/>
                  </a:lnTo>
                  <a:lnTo>
                    <a:pt x="306226" y="216261"/>
                  </a:lnTo>
                  <a:lnTo>
                    <a:pt x="306313" y="218424"/>
                  </a:lnTo>
                  <a:lnTo>
                    <a:pt x="306407" y="220586"/>
                  </a:lnTo>
                  <a:lnTo>
                    <a:pt x="306506" y="222749"/>
                  </a:lnTo>
                  <a:lnTo>
                    <a:pt x="306611" y="224912"/>
                  </a:lnTo>
                  <a:lnTo>
                    <a:pt x="306721" y="227074"/>
                  </a:lnTo>
                  <a:lnTo>
                    <a:pt x="306836" y="229237"/>
                  </a:lnTo>
                  <a:lnTo>
                    <a:pt x="306958" y="231400"/>
                  </a:lnTo>
                  <a:lnTo>
                    <a:pt x="307084" y="233562"/>
                  </a:lnTo>
                  <a:lnTo>
                    <a:pt x="307215" y="235725"/>
                  </a:lnTo>
                  <a:lnTo>
                    <a:pt x="307351" y="237887"/>
                  </a:lnTo>
                  <a:lnTo>
                    <a:pt x="307491" y="240050"/>
                  </a:lnTo>
                  <a:lnTo>
                    <a:pt x="307636" y="242213"/>
                  </a:lnTo>
                  <a:lnTo>
                    <a:pt x="307785" y="244375"/>
                  </a:lnTo>
                  <a:lnTo>
                    <a:pt x="307937" y="246538"/>
                  </a:lnTo>
                  <a:lnTo>
                    <a:pt x="308092" y="248701"/>
                  </a:lnTo>
                  <a:lnTo>
                    <a:pt x="308250" y="250863"/>
                  </a:lnTo>
                  <a:lnTo>
                    <a:pt x="308412" y="253026"/>
                  </a:lnTo>
                  <a:lnTo>
                    <a:pt x="308575" y="255188"/>
                  </a:lnTo>
                  <a:lnTo>
                    <a:pt x="308739" y="257351"/>
                  </a:lnTo>
                  <a:lnTo>
                    <a:pt x="308906" y="259514"/>
                  </a:lnTo>
                  <a:lnTo>
                    <a:pt x="309073" y="261676"/>
                  </a:lnTo>
                  <a:lnTo>
                    <a:pt x="309241" y="263839"/>
                  </a:lnTo>
                  <a:lnTo>
                    <a:pt x="309409" y="266001"/>
                  </a:lnTo>
                  <a:lnTo>
                    <a:pt x="309578" y="268164"/>
                  </a:lnTo>
                  <a:lnTo>
                    <a:pt x="309746" y="270327"/>
                  </a:lnTo>
                  <a:lnTo>
                    <a:pt x="309913" y="272489"/>
                  </a:lnTo>
                  <a:lnTo>
                    <a:pt x="310079" y="274652"/>
                  </a:lnTo>
                  <a:lnTo>
                    <a:pt x="310245" y="276815"/>
                  </a:lnTo>
                  <a:lnTo>
                    <a:pt x="310409" y="278977"/>
                  </a:lnTo>
                  <a:lnTo>
                    <a:pt x="310572" y="281140"/>
                  </a:lnTo>
                  <a:lnTo>
                    <a:pt x="310733" y="283302"/>
                  </a:lnTo>
                  <a:lnTo>
                    <a:pt x="310892" y="285465"/>
                  </a:lnTo>
                  <a:lnTo>
                    <a:pt x="311050" y="287628"/>
                  </a:lnTo>
                  <a:lnTo>
                    <a:pt x="311206" y="289790"/>
                  </a:lnTo>
                  <a:lnTo>
                    <a:pt x="311360" y="291953"/>
                  </a:lnTo>
                  <a:lnTo>
                    <a:pt x="311512" y="294115"/>
                  </a:lnTo>
                  <a:lnTo>
                    <a:pt x="311662" y="296278"/>
                  </a:lnTo>
                  <a:lnTo>
                    <a:pt x="311811" y="298441"/>
                  </a:lnTo>
                  <a:lnTo>
                    <a:pt x="311959" y="300603"/>
                  </a:lnTo>
                  <a:lnTo>
                    <a:pt x="312104" y="302766"/>
                  </a:lnTo>
                  <a:lnTo>
                    <a:pt x="312249" y="304929"/>
                  </a:lnTo>
                  <a:lnTo>
                    <a:pt x="312393" y="307091"/>
                  </a:lnTo>
                  <a:lnTo>
                    <a:pt x="312536" y="309254"/>
                  </a:lnTo>
                  <a:lnTo>
                    <a:pt x="312678" y="311416"/>
                  </a:lnTo>
                  <a:lnTo>
                    <a:pt x="312820" y="313579"/>
                  </a:lnTo>
                  <a:lnTo>
                    <a:pt x="312962" y="315742"/>
                  </a:lnTo>
                  <a:lnTo>
                    <a:pt x="313104" y="317904"/>
                  </a:lnTo>
                  <a:lnTo>
                    <a:pt x="313247" y="320067"/>
                  </a:lnTo>
                  <a:lnTo>
                    <a:pt x="313390" y="322230"/>
                  </a:lnTo>
                  <a:lnTo>
                    <a:pt x="313536" y="324392"/>
                  </a:lnTo>
                  <a:lnTo>
                    <a:pt x="313683" y="326555"/>
                  </a:lnTo>
                  <a:lnTo>
                    <a:pt x="313832" y="328717"/>
                  </a:lnTo>
                  <a:lnTo>
                    <a:pt x="313984" y="330880"/>
                  </a:lnTo>
                  <a:lnTo>
                    <a:pt x="314139" y="333043"/>
                  </a:lnTo>
                  <a:lnTo>
                    <a:pt x="314298" y="335205"/>
                  </a:lnTo>
                  <a:lnTo>
                    <a:pt x="314461" y="337368"/>
                  </a:lnTo>
                  <a:lnTo>
                    <a:pt x="314628" y="339530"/>
                  </a:lnTo>
                  <a:lnTo>
                    <a:pt x="314800" y="341693"/>
                  </a:lnTo>
                  <a:lnTo>
                    <a:pt x="314978" y="343856"/>
                  </a:lnTo>
                  <a:lnTo>
                    <a:pt x="315163" y="346018"/>
                  </a:lnTo>
                  <a:lnTo>
                    <a:pt x="315353" y="348181"/>
                  </a:lnTo>
                  <a:lnTo>
                    <a:pt x="315551" y="350344"/>
                  </a:lnTo>
                  <a:lnTo>
                    <a:pt x="315757" y="352506"/>
                  </a:lnTo>
                  <a:lnTo>
                    <a:pt x="315972" y="354669"/>
                  </a:lnTo>
                  <a:lnTo>
                    <a:pt x="316195" y="356831"/>
                  </a:lnTo>
                  <a:lnTo>
                    <a:pt x="316428" y="358994"/>
                  </a:lnTo>
                  <a:lnTo>
                    <a:pt x="316669" y="361157"/>
                  </a:lnTo>
                  <a:lnTo>
                    <a:pt x="316924" y="363319"/>
                  </a:lnTo>
                  <a:lnTo>
                    <a:pt x="317190" y="365482"/>
                  </a:lnTo>
                  <a:lnTo>
                    <a:pt x="317466" y="367644"/>
                  </a:lnTo>
                  <a:lnTo>
                    <a:pt x="317753" y="369807"/>
                  </a:lnTo>
                  <a:lnTo>
                    <a:pt x="318054" y="371970"/>
                  </a:lnTo>
                  <a:lnTo>
                    <a:pt x="318370" y="374132"/>
                  </a:lnTo>
                  <a:lnTo>
                    <a:pt x="318699" y="376295"/>
                  </a:lnTo>
                  <a:lnTo>
                    <a:pt x="319041" y="378458"/>
                  </a:lnTo>
                  <a:lnTo>
                    <a:pt x="319396" y="380620"/>
                  </a:lnTo>
                  <a:lnTo>
                    <a:pt x="319768" y="382783"/>
                  </a:lnTo>
                  <a:lnTo>
                    <a:pt x="320156" y="384945"/>
                  </a:lnTo>
                  <a:lnTo>
                    <a:pt x="320558" y="387108"/>
                  </a:lnTo>
                  <a:lnTo>
                    <a:pt x="320974" y="389271"/>
                  </a:lnTo>
                  <a:lnTo>
                    <a:pt x="321406" y="391433"/>
                  </a:lnTo>
                  <a:lnTo>
                    <a:pt x="321857" y="393596"/>
                  </a:lnTo>
                  <a:lnTo>
                    <a:pt x="322322" y="395759"/>
                  </a:lnTo>
                  <a:lnTo>
                    <a:pt x="322802" y="397921"/>
                  </a:lnTo>
                  <a:lnTo>
                    <a:pt x="323296" y="400084"/>
                  </a:lnTo>
                  <a:lnTo>
                    <a:pt x="323807" y="402246"/>
                  </a:lnTo>
                  <a:lnTo>
                    <a:pt x="324335" y="404409"/>
                  </a:lnTo>
                  <a:lnTo>
                    <a:pt x="324877" y="406572"/>
                  </a:lnTo>
                  <a:lnTo>
                    <a:pt x="325432" y="408734"/>
                  </a:lnTo>
                  <a:lnTo>
                    <a:pt x="326000" y="410897"/>
                  </a:lnTo>
                  <a:lnTo>
                    <a:pt x="326584" y="413059"/>
                  </a:lnTo>
                  <a:lnTo>
                    <a:pt x="327180" y="415222"/>
                  </a:lnTo>
                  <a:lnTo>
                    <a:pt x="327787" y="417385"/>
                  </a:lnTo>
                  <a:lnTo>
                    <a:pt x="328404" y="419547"/>
                  </a:lnTo>
                  <a:lnTo>
                    <a:pt x="329032" y="421710"/>
                  </a:lnTo>
                  <a:lnTo>
                    <a:pt x="329670" y="423873"/>
                  </a:lnTo>
                  <a:lnTo>
                    <a:pt x="330315" y="426035"/>
                  </a:lnTo>
                  <a:lnTo>
                    <a:pt x="330967" y="428198"/>
                  </a:lnTo>
                  <a:lnTo>
                    <a:pt x="331623" y="430360"/>
                  </a:lnTo>
                  <a:lnTo>
                    <a:pt x="332285" y="432523"/>
                  </a:lnTo>
                  <a:lnTo>
                    <a:pt x="332949" y="434686"/>
                  </a:lnTo>
                  <a:lnTo>
                    <a:pt x="333613" y="436848"/>
                  </a:lnTo>
                  <a:lnTo>
                    <a:pt x="334278" y="439011"/>
                  </a:lnTo>
                  <a:lnTo>
                    <a:pt x="334941" y="441173"/>
                  </a:lnTo>
                  <a:lnTo>
                    <a:pt x="335599" y="443336"/>
                  </a:lnTo>
                  <a:lnTo>
                    <a:pt x="336252" y="445499"/>
                  </a:lnTo>
                  <a:lnTo>
                    <a:pt x="336898" y="447661"/>
                  </a:lnTo>
                  <a:lnTo>
                    <a:pt x="337536" y="449824"/>
                  </a:lnTo>
                  <a:lnTo>
                    <a:pt x="338164" y="451987"/>
                  </a:lnTo>
                  <a:lnTo>
                    <a:pt x="338777" y="454149"/>
                  </a:lnTo>
                  <a:lnTo>
                    <a:pt x="339376" y="456312"/>
                  </a:lnTo>
                  <a:lnTo>
                    <a:pt x="339960" y="458474"/>
                  </a:lnTo>
                  <a:lnTo>
                    <a:pt x="340527" y="460637"/>
                  </a:lnTo>
                  <a:lnTo>
                    <a:pt x="341073" y="462800"/>
                  </a:lnTo>
                  <a:lnTo>
                    <a:pt x="341596" y="464962"/>
                  </a:lnTo>
                  <a:lnTo>
                    <a:pt x="342096" y="467125"/>
                  </a:lnTo>
                  <a:lnTo>
                    <a:pt x="342574" y="469288"/>
                  </a:lnTo>
                  <a:lnTo>
                    <a:pt x="343027" y="471450"/>
                  </a:lnTo>
                  <a:lnTo>
                    <a:pt x="343447" y="473613"/>
                  </a:lnTo>
                  <a:lnTo>
                    <a:pt x="343837" y="475775"/>
                  </a:lnTo>
                  <a:lnTo>
                    <a:pt x="344198" y="477938"/>
                  </a:lnTo>
                  <a:lnTo>
                    <a:pt x="344530" y="480101"/>
                  </a:lnTo>
                  <a:lnTo>
                    <a:pt x="344829" y="482263"/>
                  </a:lnTo>
                  <a:lnTo>
                    <a:pt x="345086" y="484426"/>
                  </a:lnTo>
                  <a:lnTo>
                    <a:pt x="345310" y="486588"/>
                  </a:lnTo>
                  <a:lnTo>
                    <a:pt x="345500" y="488751"/>
                  </a:lnTo>
                  <a:lnTo>
                    <a:pt x="345657" y="490914"/>
                  </a:lnTo>
                  <a:lnTo>
                    <a:pt x="345772" y="493076"/>
                  </a:lnTo>
                  <a:lnTo>
                    <a:pt x="345844" y="495239"/>
                  </a:lnTo>
                  <a:lnTo>
                    <a:pt x="345881" y="497402"/>
                  </a:lnTo>
                  <a:lnTo>
                    <a:pt x="345882" y="499564"/>
                  </a:lnTo>
                  <a:lnTo>
                    <a:pt x="345847" y="501727"/>
                  </a:lnTo>
                  <a:lnTo>
                    <a:pt x="345764" y="503889"/>
                  </a:lnTo>
                  <a:lnTo>
                    <a:pt x="345644" y="506052"/>
                  </a:lnTo>
                  <a:lnTo>
                    <a:pt x="345488" y="508215"/>
                  </a:lnTo>
                  <a:lnTo>
                    <a:pt x="345297" y="510377"/>
                  </a:lnTo>
                  <a:lnTo>
                    <a:pt x="345069" y="512540"/>
                  </a:lnTo>
                  <a:lnTo>
                    <a:pt x="344797" y="514702"/>
                  </a:lnTo>
                  <a:lnTo>
                    <a:pt x="344491" y="516865"/>
                  </a:lnTo>
                  <a:lnTo>
                    <a:pt x="344154" y="519028"/>
                  </a:lnTo>
                  <a:lnTo>
                    <a:pt x="343786" y="521190"/>
                  </a:lnTo>
                  <a:lnTo>
                    <a:pt x="343382" y="523353"/>
                  </a:lnTo>
                  <a:lnTo>
                    <a:pt x="342944" y="525516"/>
                  </a:lnTo>
                  <a:lnTo>
                    <a:pt x="342479" y="527678"/>
                  </a:lnTo>
                  <a:lnTo>
                    <a:pt x="341988" y="529841"/>
                  </a:lnTo>
                  <a:lnTo>
                    <a:pt x="341473" y="532003"/>
                  </a:lnTo>
                  <a:lnTo>
                    <a:pt x="340927" y="534166"/>
                  </a:lnTo>
                  <a:lnTo>
                    <a:pt x="340360" y="536329"/>
                  </a:lnTo>
                  <a:lnTo>
                    <a:pt x="339774" y="538491"/>
                  </a:lnTo>
                  <a:lnTo>
                    <a:pt x="339170" y="540654"/>
                  </a:lnTo>
                  <a:lnTo>
                    <a:pt x="338548" y="542817"/>
                  </a:lnTo>
                  <a:lnTo>
                    <a:pt x="337908" y="544979"/>
                  </a:lnTo>
                  <a:lnTo>
                    <a:pt x="337257" y="547142"/>
                  </a:lnTo>
                  <a:lnTo>
                    <a:pt x="336595" y="549304"/>
                  </a:lnTo>
                  <a:lnTo>
                    <a:pt x="335925" y="551467"/>
                  </a:lnTo>
                  <a:lnTo>
                    <a:pt x="335246" y="553630"/>
                  </a:lnTo>
                  <a:lnTo>
                    <a:pt x="334561" y="555792"/>
                  </a:lnTo>
                  <a:lnTo>
                    <a:pt x="333873" y="557955"/>
                  </a:lnTo>
                  <a:lnTo>
                    <a:pt x="333184" y="560117"/>
                  </a:lnTo>
                  <a:lnTo>
                    <a:pt x="332494" y="562280"/>
                  </a:lnTo>
                  <a:lnTo>
                    <a:pt x="331805" y="564443"/>
                  </a:lnTo>
                  <a:lnTo>
                    <a:pt x="331120" y="566605"/>
                  </a:lnTo>
                  <a:lnTo>
                    <a:pt x="330439" y="568768"/>
                  </a:lnTo>
                  <a:lnTo>
                    <a:pt x="329763" y="570931"/>
                  </a:lnTo>
                  <a:lnTo>
                    <a:pt x="329094" y="573093"/>
                  </a:lnTo>
                  <a:lnTo>
                    <a:pt x="328435" y="575256"/>
                  </a:lnTo>
                  <a:lnTo>
                    <a:pt x="327784" y="577418"/>
                  </a:lnTo>
                  <a:lnTo>
                    <a:pt x="327143" y="579581"/>
                  </a:lnTo>
                  <a:lnTo>
                    <a:pt x="326512" y="581744"/>
                  </a:lnTo>
                  <a:lnTo>
                    <a:pt x="325894" y="583906"/>
                  </a:lnTo>
                  <a:lnTo>
                    <a:pt x="325289" y="586069"/>
                  </a:lnTo>
                  <a:lnTo>
                    <a:pt x="324696" y="588231"/>
                  </a:lnTo>
                  <a:lnTo>
                    <a:pt x="324115" y="590394"/>
                  </a:lnTo>
                  <a:lnTo>
                    <a:pt x="323547" y="592557"/>
                  </a:lnTo>
                  <a:lnTo>
                    <a:pt x="322995" y="594719"/>
                  </a:lnTo>
                  <a:lnTo>
                    <a:pt x="322457" y="596882"/>
                  </a:lnTo>
                  <a:lnTo>
                    <a:pt x="321932" y="599045"/>
                  </a:lnTo>
                  <a:lnTo>
                    <a:pt x="321419" y="601207"/>
                  </a:lnTo>
                  <a:lnTo>
                    <a:pt x="320920" y="603370"/>
                  </a:lnTo>
                  <a:lnTo>
                    <a:pt x="320438" y="605532"/>
                  </a:lnTo>
                  <a:lnTo>
                    <a:pt x="319967" y="607695"/>
                  </a:lnTo>
                  <a:lnTo>
                    <a:pt x="319509" y="609858"/>
                  </a:lnTo>
                  <a:lnTo>
                    <a:pt x="319063" y="612020"/>
                  </a:lnTo>
                  <a:lnTo>
                    <a:pt x="318631" y="614183"/>
                  </a:lnTo>
                  <a:lnTo>
                    <a:pt x="318212" y="616346"/>
                  </a:lnTo>
                  <a:lnTo>
                    <a:pt x="317804" y="618508"/>
                  </a:lnTo>
                  <a:lnTo>
                    <a:pt x="317407" y="620671"/>
                  </a:lnTo>
                  <a:lnTo>
                    <a:pt x="317020" y="622833"/>
                  </a:lnTo>
                  <a:lnTo>
                    <a:pt x="316646" y="624996"/>
                  </a:lnTo>
                  <a:lnTo>
                    <a:pt x="316282" y="627159"/>
                  </a:lnTo>
                  <a:lnTo>
                    <a:pt x="315927" y="629321"/>
                  </a:lnTo>
                  <a:lnTo>
                    <a:pt x="315580" y="631484"/>
                  </a:lnTo>
                  <a:lnTo>
                    <a:pt x="315244" y="633646"/>
                  </a:lnTo>
                  <a:lnTo>
                    <a:pt x="314917" y="635809"/>
                  </a:lnTo>
                  <a:lnTo>
                    <a:pt x="314599" y="637972"/>
                  </a:lnTo>
                  <a:lnTo>
                    <a:pt x="314287" y="640134"/>
                  </a:lnTo>
                  <a:lnTo>
                    <a:pt x="313984" y="642297"/>
                  </a:lnTo>
                  <a:lnTo>
                    <a:pt x="313688" y="644460"/>
                  </a:lnTo>
                  <a:lnTo>
                    <a:pt x="313401" y="646622"/>
                  </a:lnTo>
                  <a:lnTo>
                    <a:pt x="313120" y="648785"/>
                  </a:lnTo>
                  <a:lnTo>
                    <a:pt x="312845" y="650947"/>
                  </a:lnTo>
                  <a:lnTo>
                    <a:pt x="312577" y="653110"/>
                  </a:lnTo>
                  <a:lnTo>
                    <a:pt x="312317" y="655273"/>
                  </a:lnTo>
                  <a:lnTo>
                    <a:pt x="312062" y="657435"/>
                  </a:lnTo>
                  <a:lnTo>
                    <a:pt x="311814" y="659598"/>
                  </a:lnTo>
                  <a:lnTo>
                    <a:pt x="311571" y="661760"/>
                  </a:lnTo>
                  <a:lnTo>
                    <a:pt x="311334" y="663923"/>
                  </a:lnTo>
                  <a:lnTo>
                    <a:pt x="311104" y="666086"/>
                  </a:lnTo>
                  <a:lnTo>
                    <a:pt x="310879" y="668248"/>
                  </a:lnTo>
                  <a:lnTo>
                    <a:pt x="310660" y="670411"/>
                  </a:lnTo>
                  <a:lnTo>
                    <a:pt x="310445" y="672574"/>
                  </a:lnTo>
                  <a:lnTo>
                    <a:pt x="310238" y="674736"/>
                  </a:lnTo>
                  <a:lnTo>
                    <a:pt x="310036" y="676899"/>
                  </a:lnTo>
                  <a:lnTo>
                    <a:pt x="309839" y="679061"/>
                  </a:lnTo>
                  <a:lnTo>
                    <a:pt x="309648" y="681224"/>
                  </a:lnTo>
                  <a:lnTo>
                    <a:pt x="309462" y="683387"/>
                  </a:lnTo>
                  <a:lnTo>
                    <a:pt x="309282" y="685549"/>
                  </a:lnTo>
                  <a:lnTo>
                    <a:pt x="309108" y="687712"/>
                  </a:lnTo>
                  <a:lnTo>
                    <a:pt x="308939" y="689875"/>
                  </a:lnTo>
                  <a:lnTo>
                    <a:pt x="308776" y="692037"/>
                  </a:lnTo>
                  <a:lnTo>
                    <a:pt x="308617" y="694200"/>
                  </a:lnTo>
                  <a:lnTo>
                    <a:pt x="308466" y="696362"/>
                  </a:lnTo>
                  <a:lnTo>
                    <a:pt x="308320" y="698525"/>
                  </a:lnTo>
                  <a:lnTo>
                    <a:pt x="308178" y="700688"/>
                  </a:lnTo>
                  <a:lnTo>
                    <a:pt x="308042" y="702850"/>
                  </a:lnTo>
                  <a:lnTo>
                    <a:pt x="307912" y="705013"/>
                  </a:lnTo>
                  <a:lnTo>
                    <a:pt x="307788" y="707175"/>
                  </a:lnTo>
                  <a:lnTo>
                    <a:pt x="307669" y="709338"/>
                  </a:lnTo>
                  <a:lnTo>
                    <a:pt x="307555" y="711501"/>
                  </a:lnTo>
                  <a:lnTo>
                    <a:pt x="307446" y="713663"/>
                  </a:lnTo>
                  <a:lnTo>
                    <a:pt x="307344" y="715826"/>
                  </a:lnTo>
                  <a:lnTo>
                    <a:pt x="307246" y="717989"/>
                  </a:lnTo>
                  <a:lnTo>
                    <a:pt x="307153" y="720151"/>
                  </a:lnTo>
                  <a:lnTo>
                    <a:pt x="307065" y="722314"/>
                  </a:lnTo>
                  <a:lnTo>
                    <a:pt x="306982" y="724476"/>
                  </a:lnTo>
                  <a:lnTo>
                    <a:pt x="306904" y="726639"/>
                  </a:lnTo>
                  <a:lnTo>
                    <a:pt x="306830" y="728802"/>
                  </a:lnTo>
                  <a:lnTo>
                    <a:pt x="306760" y="730964"/>
                  </a:lnTo>
                  <a:lnTo>
                    <a:pt x="306694" y="733127"/>
                  </a:lnTo>
                  <a:lnTo>
                    <a:pt x="306633" y="735289"/>
                  </a:lnTo>
                  <a:lnTo>
                    <a:pt x="306576" y="737452"/>
                  </a:lnTo>
                  <a:lnTo>
                    <a:pt x="306522" y="739615"/>
                  </a:lnTo>
                  <a:lnTo>
                    <a:pt x="306471" y="741777"/>
                  </a:lnTo>
                  <a:lnTo>
                    <a:pt x="306423" y="743940"/>
                  </a:lnTo>
                  <a:lnTo>
                    <a:pt x="306379" y="746103"/>
                  </a:lnTo>
                  <a:lnTo>
                    <a:pt x="306337" y="748265"/>
                  </a:lnTo>
                  <a:lnTo>
                    <a:pt x="306298" y="750428"/>
                  </a:lnTo>
                  <a:lnTo>
                    <a:pt x="306260" y="752590"/>
                  </a:lnTo>
                  <a:lnTo>
                    <a:pt x="306225" y="754753"/>
                  </a:lnTo>
                  <a:lnTo>
                    <a:pt x="306192" y="756916"/>
                  </a:lnTo>
                  <a:lnTo>
                    <a:pt x="306160" y="759078"/>
                  </a:lnTo>
                  <a:lnTo>
                    <a:pt x="306130" y="761241"/>
                  </a:lnTo>
                  <a:lnTo>
                    <a:pt x="306101" y="763404"/>
                  </a:lnTo>
                  <a:lnTo>
                    <a:pt x="306073" y="765566"/>
                  </a:lnTo>
                  <a:lnTo>
                    <a:pt x="306046" y="767729"/>
                  </a:lnTo>
                  <a:lnTo>
                    <a:pt x="306019" y="769891"/>
                  </a:lnTo>
                  <a:lnTo>
                    <a:pt x="305994" y="772054"/>
                  </a:lnTo>
                  <a:lnTo>
                    <a:pt x="305968" y="774217"/>
                  </a:lnTo>
                  <a:lnTo>
                    <a:pt x="305943" y="776379"/>
                  </a:lnTo>
                  <a:lnTo>
                    <a:pt x="305918" y="778542"/>
                  </a:lnTo>
                  <a:lnTo>
                    <a:pt x="305894" y="780704"/>
                  </a:lnTo>
                  <a:lnTo>
                    <a:pt x="305869" y="782867"/>
                  </a:lnTo>
                  <a:lnTo>
                    <a:pt x="305845" y="785030"/>
                  </a:lnTo>
                  <a:lnTo>
                    <a:pt x="305820" y="787192"/>
                  </a:lnTo>
                  <a:lnTo>
                    <a:pt x="305796" y="789355"/>
                  </a:lnTo>
                  <a:lnTo>
                    <a:pt x="305771" y="791518"/>
                  </a:lnTo>
                  <a:lnTo>
                    <a:pt x="305747" y="793680"/>
                  </a:lnTo>
                  <a:lnTo>
                    <a:pt x="305722" y="795843"/>
                  </a:lnTo>
                  <a:lnTo>
                    <a:pt x="305697" y="798005"/>
                  </a:lnTo>
                  <a:lnTo>
                    <a:pt x="305673" y="800168"/>
                  </a:lnTo>
                  <a:lnTo>
                    <a:pt x="305648" y="802331"/>
                  </a:lnTo>
                  <a:lnTo>
                    <a:pt x="305624" y="804493"/>
                  </a:lnTo>
                  <a:lnTo>
                    <a:pt x="305599" y="806656"/>
                  </a:lnTo>
                  <a:lnTo>
                    <a:pt x="305575" y="808818"/>
                  </a:lnTo>
                  <a:lnTo>
                    <a:pt x="305551" y="810981"/>
                  </a:lnTo>
                  <a:lnTo>
                    <a:pt x="305527" y="813144"/>
                  </a:lnTo>
                  <a:lnTo>
                    <a:pt x="305504" y="815306"/>
                  </a:lnTo>
                  <a:lnTo>
                    <a:pt x="305482" y="817469"/>
                  </a:lnTo>
                  <a:lnTo>
                    <a:pt x="305460" y="819632"/>
                  </a:lnTo>
                  <a:lnTo>
                    <a:pt x="305438" y="821794"/>
                  </a:lnTo>
                  <a:lnTo>
                    <a:pt x="305418" y="823957"/>
                  </a:lnTo>
                  <a:lnTo>
                    <a:pt x="305399" y="826119"/>
                  </a:lnTo>
                  <a:lnTo>
                    <a:pt x="305382" y="828282"/>
                  </a:lnTo>
                  <a:lnTo>
                    <a:pt x="305367" y="830445"/>
                  </a:lnTo>
                  <a:lnTo>
                    <a:pt x="305353" y="832607"/>
                  </a:lnTo>
                  <a:lnTo>
                    <a:pt x="305342" y="834770"/>
                  </a:lnTo>
                  <a:lnTo>
                    <a:pt x="305335" y="836933"/>
                  </a:lnTo>
                  <a:lnTo>
                    <a:pt x="305332" y="839095"/>
                  </a:lnTo>
                  <a:lnTo>
                    <a:pt x="305333" y="841258"/>
                  </a:lnTo>
                  <a:lnTo>
                    <a:pt x="305340" y="843420"/>
                  </a:lnTo>
                  <a:lnTo>
                    <a:pt x="305353" y="845583"/>
                  </a:lnTo>
                  <a:lnTo>
                    <a:pt x="305376" y="847746"/>
                  </a:lnTo>
                  <a:lnTo>
                    <a:pt x="305408" y="849908"/>
                  </a:lnTo>
                  <a:lnTo>
                    <a:pt x="305451" y="852071"/>
                  </a:lnTo>
                  <a:lnTo>
                    <a:pt x="305506" y="854233"/>
                  </a:lnTo>
                  <a:lnTo>
                    <a:pt x="305581" y="856396"/>
                  </a:lnTo>
                  <a:lnTo>
                    <a:pt x="305676" y="858559"/>
                  </a:lnTo>
                  <a:lnTo>
                    <a:pt x="305793" y="860721"/>
                  </a:lnTo>
                  <a:lnTo>
                    <a:pt x="305934" y="862884"/>
                  </a:lnTo>
                  <a:lnTo>
                    <a:pt x="306104" y="865047"/>
                  </a:lnTo>
                  <a:lnTo>
                    <a:pt x="306321" y="867209"/>
                  </a:lnTo>
                  <a:lnTo>
                    <a:pt x="306579" y="869372"/>
                  </a:lnTo>
                  <a:lnTo>
                    <a:pt x="306884" y="871534"/>
                  </a:lnTo>
                  <a:lnTo>
                    <a:pt x="307241" y="873697"/>
                  </a:lnTo>
                  <a:lnTo>
                    <a:pt x="307666" y="875860"/>
                  </a:lnTo>
                  <a:lnTo>
                    <a:pt x="308179" y="878022"/>
                  </a:lnTo>
                  <a:lnTo>
                    <a:pt x="308773" y="880185"/>
                  </a:lnTo>
                  <a:lnTo>
                    <a:pt x="309459" y="882347"/>
                  </a:lnTo>
                  <a:lnTo>
                    <a:pt x="310244" y="884510"/>
                  </a:lnTo>
                  <a:lnTo>
                    <a:pt x="311173" y="886673"/>
                  </a:lnTo>
                  <a:lnTo>
                    <a:pt x="312250" y="888835"/>
                  </a:lnTo>
                  <a:lnTo>
                    <a:pt x="313473" y="890998"/>
                  </a:lnTo>
                  <a:lnTo>
                    <a:pt x="314856" y="893161"/>
                  </a:lnTo>
                  <a:lnTo>
                    <a:pt x="316412" y="895323"/>
                  </a:lnTo>
                  <a:lnTo>
                    <a:pt x="318236" y="897486"/>
                  </a:lnTo>
                  <a:lnTo>
                    <a:pt x="320279" y="899648"/>
                  </a:lnTo>
                  <a:lnTo>
                    <a:pt x="322555" y="901811"/>
                  </a:lnTo>
                  <a:lnTo>
                    <a:pt x="325082" y="903974"/>
                  </a:lnTo>
                  <a:lnTo>
                    <a:pt x="327913" y="906136"/>
                  </a:lnTo>
                  <a:lnTo>
                    <a:pt x="331109" y="908299"/>
                  </a:lnTo>
                  <a:lnTo>
                    <a:pt x="334621" y="910462"/>
                  </a:lnTo>
                  <a:lnTo>
                    <a:pt x="338463" y="912624"/>
                  </a:lnTo>
                  <a:lnTo>
                    <a:pt x="342649" y="914787"/>
                  </a:lnTo>
                  <a:lnTo>
                    <a:pt x="347294" y="916949"/>
                  </a:lnTo>
                  <a:lnTo>
                    <a:pt x="352366" y="919112"/>
                  </a:lnTo>
                  <a:lnTo>
                    <a:pt x="357830" y="921275"/>
                  </a:lnTo>
                  <a:lnTo>
                    <a:pt x="363696" y="923437"/>
                  </a:lnTo>
                  <a:lnTo>
                    <a:pt x="369975" y="925600"/>
                  </a:lnTo>
                  <a:lnTo>
                    <a:pt x="376818" y="927762"/>
                  </a:lnTo>
                  <a:lnTo>
                    <a:pt x="384072" y="929925"/>
                  </a:lnTo>
                  <a:lnTo>
                    <a:pt x="391732" y="932088"/>
                  </a:lnTo>
                  <a:lnTo>
                    <a:pt x="399793" y="934250"/>
                  </a:lnTo>
                  <a:lnTo>
                    <a:pt x="408295" y="936413"/>
                  </a:lnTo>
                  <a:lnTo>
                    <a:pt x="417245" y="938576"/>
                  </a:lnTo>
                  <a:lnTo>
                    <a:pt x="426529" y="940738"/>
                  </a:lnTo>
                  <a:lnTo>
                    <a:pt x="436121" y="942901"/>
                  </a:lnTo>
                  <a:lnTo>
                    <a:pt x="445995" y="945063"/>
                  </a:lnTo>
                  <a:lnTo>
                    <a:pt x="456166" y="947226"/>
                  </a:lnTo>
                  <a:lnTo>
                    <a:pt x="466531" y="949389"/>
                  </a:lnTo>
                  <a:lnTo>
                    <a:pt x="477019" y="951551"/>
                  </a:lnTo>
                  <a:lnTo>
                    <a:pt x="487586" y="953714"/>
                  </a:lnTo>
                  <a:lnTo>
                    <a:pt x="498184" y="955876"/>
                  </a:lnTo>
                  <a:lnTo>
                    <a:pt x="508709" y="958039"/>
                  </a:lnTo>
                  <a:lnTo>
                    <a:pt x="519094" y="960202"/>
                  </a:lnTo>
                  <a:lnTo>
                    <a:pt x="529284" y="962364"/>
                  </a:lnTo>
                  <a:lnTo>
                    <a:pt x="539220" y="964527"/>
                  </a:lnTo>
                  <a:lnTo>
                    <a:pt x="548783" y="966690"/>
                  </a:lnTo>
                  <a:lnTo>
                    <a:pt x="557833" y="968852"/>
                  </a:lnTo>
                  <a:lnTo>
                    <a:pt x="566387" y="971015"/>
                  </a:lnTo>
                  <a:lnTo>
                    <a:pt x="574392" y="973177"/>
                  </a:lnTo>
                  <a:lnTo>
                    <a:pt x="581794" y="975340"/>
                  </a:lnTo>
                  <a:lnTo>
                    <a:pt x="588337" y="977503"/>
                  </a:lnTo>
                  <a:lnTo>
                    <a:pt x="594057" y="979665"/>
                  </a:lnTo>
                  <a:lnTo>
                    <a:pt x="598987" y="981828"/>
                  </a:lnTo>
                  <a:lnTo>
                    <a:pt x="603092" y="983991"/>
                  </a:lnTo>
                  <a:lnTo>
                    <a:pt x="606317" y="986153"/>
                  </a:lnTo>
                  <a:lnTo>
                    <a:pt x="608335" y="988316"/>
                  </a:lnTo>
                  <a:lnTo>
                    <a:pt x="609436" y="990478"/>
                  </a:lnTo>
                  <a:lnTo>
                    <a:pt x="609554" y="991908"/>
                  </a:lnTo>
                  <a:lnTo>
                    <a:pt x="609615" y="992641"/>
                  </a:lnTo>
                  <a:lnTo>
                    <a:pt x="608869" y="994804"/>
                  </a:lnTo>
                  <a:lnTo>
                    <a:pt x="607063" y="996966"/>
                  </a:lnTo>
                  <a:lnTo>
                    <a:pt x="604158" y="999129"/>
                  </a:lnTo>
                  <a:lnTo>
                    <a:pt x="600384" y="1001291"/>
                  </a:lnTo>
                  <a:lnTo>
                    <a:pt x="595768" y="1003454"/>
                  </a:lnTo>
                  <a:lnTo>
                    <a:pt x="590343" y="1005617"/>
                  </a:lnTo>
                  <a:lnTo>
                    <a:pt x="583950" y="1007779"/>
                  </a:lnTo>
                  <a:lnTo>
                    <a:pt x="576804" y="1009942"/>
                  </a:lnTo>
                  <a:lnTo>
                    <a:pt x="569030" y="1012105"/>
                  </a:lnTo>
                  <a:lnTo>
                    <a:pt x="560678" y="1014267"/>
                  </a:lnTo>
                  <a:lnTo>
                    <a:pt x="551788" y="1016430"/>
                  </a:lnTo>
                  <a:lnTo>
                    <a:pt x="542317" y="1018592"/>
                  </a:lnTo>
                  <a:lnTo>
                    <a:pt x="532504" y="1020755"/>
                  </a:lnTo>
                  <a:lnTo>
                    <a:pt x="522407" y="1022918"/>
                  </a:lnTo>
                  <a:lnTo>
                    <a:pt x="512083" y="1025080"/>
                  </a:lnTo>
                  <a:lnTo>
                    <a:pt x="501580" y="1027243"/>
                  </a:lnTo>
                  <a:lnTo>
                    <a:pt x="490997" y="1029405"/>
                  </a:lnTo>
                  <a:lnTo>
                    <a:pt x="480418" y="1031568"/>
                  </a:lnTo>
                  <a:lnTo>
                    <a:pt x="469892" y="1033731"/>
                  </a:lnTo>
                  <a:lnTo>
                    <a:pt x="459467" y="1035893"/>
                  </a:lnTo>
                  <a:lnTo>
                    <a:pt x="449253" y="1038056"/>
                  </a:lnTo>
                  <a:lnTo>
                    <a:pt x="439286" y="1040219"/>
                  </a:lnTo>
                  <a:lnTo>
                    <a:pt x="429583" y="1042381"/>
                  </a:lnTo>
                  <a:lnTo>
                    <a:pt x="420174" y="1044544"/>
                  </a:lnTo>
                  <a:lnTo>
                    <a:pt x="411100" y="1046706"/>
                  </a:lnTo>
                  <a:lnTo>
                    <a:pt x="402505" y="1048869"/>
                  </a:lnTo>
                  <a:lnTo>
                    <a:pt x="394294" y="1051032"/>
                  </a:lnTo>
                  <a:lnTo>
                    <a:pt x="386477" y="1053194"/>
                  </a:lnTo>
                  <a:lnTo>
                    <a:pt x="379063" y="1055357"/>
                  </a:lnTo>
                  <a:lnTo>
                    <a:pt x="372127" y="1057520"/>
                  </a:lnTo>
                  <a:lnTo>
                    <a:pt x="365692" y="1059682"/>
                  </a:lnTo>
                  <a:lnTo>
                    <a:pt x="359666" y="1061845"/>
                  </a:lnTo>
                  <a:lnTo>
                    <a:pt x="354045" y="1064007"/>
                  </a:lnTo>
                  <a:lnTo>
                    <a:pt x="348822" y="1066170"/>
                  </a:lnTo>
                  <a:lnTo>
                    <a:pt x="344095" y="1068333"/>
                  </a:lnTo>
                  <a:lnTo>
                    <a:pt x="339766" y="1070495"/>
                  </a:lnTo>
                  <a:lnTo>
                    <a:pt x="335787" y="1072658"/>
                  </a:lnTo>
                  <a:lnTo>
                    <a:pt x="332147" y="1074820"/>
                  </a:lnTo>
                  <a:lnTo>
                    <a:pt x="328842" y="1076983"/>
                  </a:lnTo>
                  <a:lnTo>
                    <a:pt x="325934" y="1079146"/>
                  </a:lnTo>
                  <a:lnTo>
                    <a:pt x="323299" y="1081308"/>
                  </a:lnTo>
                  <a:lnTo>
                    <a:pt x="320922" y="1083471"/>
                  </a:lnTo>
                  <a:lnTo>
                    <a:pt x="318786" y="1085634"/>
                  </a:lnTo>
                  <a:lnTo>
                    <a:pt x="316911" y="1087796"/>
                  </a:lnTo>
                  <a:lnTo>
                    <a:pt x="315275" y="1089959"/>
                  </a:lnTo>
                  <a:lnTo>
                    <a:pt x="313818" y="1092121"/>
                  </a:lnTo>
                  <a:lnTo>
                    <a:pt x="312527" y="1094284"/>
                  </a:lnTo>
                  <a:lnTo>
                    <a:pt x="311388" y="1096447"/>
                  </a:lnTo>
                  <a:lnTo>
                    <a:pt x="310424" y="1098609"/>
                  </a:lnTo>
                  <a:lnTo>
                    <a:pt x="309585" y="1100772"/>
                  </a:lnTo>
                  <a:lnTo>
                    <a:pt x="308851" y="1102934"/>
                  </a:lnTo>
                  <a:lnTo>
                    <a:pt x="308212" y="1105097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7979528" y="8373789"/>
              <a:ext cx="609615" cy="1074721"/>
            </a:xfrm>
            <a:custGeom>
              <a:avLst/>
              <a:pathLst>
                <a:path w="609615" h="1074721">
                  <a:moveTo>
                    <a:pt x="301401" y="1074721"/>
                  </a:moveTo>
                  <a:lnTo>
                    <a:pt x="300937" y="1072618"/>
                  </a:lnTo>
                  <a:lnTo>
                    <a:pt x="300396" y="1070515"/>
                  </a:lnTo>
                  <a:lnTo>
                    <a:pt x="299798" y="1068412"/>
                  </a:lnTo>
                  <a:lnTo>
                    <a:pt x="299139" y="1066308"/>
                  </a:lnTo>
                  <a:lnTo>
                    <a:pt x="298409" y="1064205"/>
                  </a:lnTo>
                  <a:lnTo>
                    <a:pt x="297574" y="1062102"/>
                  </a:lnTo>
                  <a:lnTo>
                    <a:pt x="296658" y="1059999"/>
                  </a:lnTo>
                  <a:lnTo>
                    <a:pt x="295659" y="1057896"/>
                  </a:lnTo>
                  <a:lnTo>
                    <a:pt x="294549" y="1055793"/>
                  </a:lnTo>
                  <a:lnTo>
                    <a:pt x="293305" y="1053689"/>
                  </a:lnTo>
                  <a:lnTo>
                    <a:pt x="291953" y="1051586"/>
                  </a:lnTo>
                  <a:lnTo>
                    <a:pt x="290488" y="1049483"/>
                  </a:lnTo>
                  <a:lnTo>
                    <a:pt x="288861" y="1047380"/>
                  </a:lnTo>
                  <a:lnTo>
                    <a:pt x="287072" y="1045277"/>
                  </a:lnTo>
                  <a:lnTo>
                    <a:pt x="285143" y="1043174"/>
                  </a:lnTo>
                  <a:lnTo>
                    <a:pt x="283069" y="1041070"/>
                  </a:lnTo>
                  <a:lnTo>
                    <a:pt x="280771" y="1038967"/>
                  </a:lnTo>
                  <a:lnTo>
                    <a:pt x="278288" y="1036864"/>
                  </a:lnTo>
                  <a:lnTo>
                    <a:pt x="275633" y="1034761"/>
                  </a:lnTo>
                  <a:lnTo>
                    <a:pt x="272800" y="1032658"/>
                  </a:lnTo>
                  <a:lnTo>
                    <a:pt x="269676" y="1030554"/>
                  </a:lnTo>
                  <a:lnTo>
                    <a:pt x="266354" y="1028451"/>
                  </a:lnTo>
                  <a:lnTo>
                    <a:pt x="262830" y="1026348"/>
                  </a:lnTo>
                  <a:lnTo>
                    <a:pt x="259077" y="1024245"/>
                  </a:lnTo>
                  <a:lnTo>
                    <a:pt x="255015" y="1022142"/>
                  </a:lnTo>
                  <a:lnTo>
                    <a:pt x="250734" y="1020039"/>
                  </a:lnTo>
                  <a:lnTo>
                    <a:pt x="246231" y="1017935"/>
                  </a:lnTo>
                  <a:lnTo>
                    <a:pt x="241452" y="1015832"/>
                  </a:lnTo>
                  <a:lnTo>
                    <a:pt x="236372" y="1013729"/>
                  </a:lnTo>
                  <a:lnTo>
                    <a:pt x="231065" y="1011626"/>
                  </a:lnTo>
                  <a:lnTo>
                    <a:pt x="225531" y="1009523"/>
                  </a:lnTo>
                  <a:lnTo>
                    <a:pt x="219696" y="1007420"/>
                  </a:lnTo>
                  <a:lnTo>
                    <a:pt x="213594" y="1005316"/>
                  </a:lnTo>
                  <a:lnTo>
                    <a:pt x="207278" y="1003213"/>
                  </a:lnTo>
                  <a:lnTo>
                    <a:pt x="200750" y="1001110"/>
                  </a:lnTo>
                  <a:lnTo>
                    <a:pt x="193932" y="999007"/>
                  </a:lnTo>
                  <a:lnTo>
                    <a:pt x="186909" y="996904"/>
                  </a:lnTo>
                  <a:lnTo>
                    <a:pt x="179709" y="994801"/>
                  </a:lnTo>
                  <a:lnTo>
                    <a:pt x="172339" y="992697"/>
                  </a:lnTo>
                  <a:lnTo>
                    <a:pt x="164741" y="990594"/>
                  </a:lnTo>
                  <a:lnTo>
                    <a:pt x="157020" y="988491"/>
                  </a:lnTo>
                  <a:lnTo>
                    <a:pt x="149187" y="986388"/>
                  </a:lnTo>
                  <a:lnTo>
                    <a:pt x="141248" y="984285"/>
                  </a:lnTo>
                  <a:lnTo>
                    <a:pt x="133215" y="982181"/>
                  </a:lnTo>
                  <a:lnTo>
                    <a:pt x="125146" y="980078"/>
                  </a:lnTo>
                  <a:lnTo>
                    <a:pt x="117057" y="977975"/>
                  </a:lnTo>
                  <a:lnTo>
                    <a:pt x="108973" y="975872"/>
                  </a:lnTo>
                  <a:lnTo>
                    <a:pt x="100945" y="973769"/>
                  </a:lnTo>
                  <a:lnTo>
                    <a:pt x="92989" y="971666"/>
                  </a:lnTo>
                  <a:lnTo>
                    <a:pt x="85124" y="969562"/>
                  </a:lnTo>
                  <a:lnTo>
                    <a:pt x="77423" y="967459"/>
                  </a:lnTo>
                  <a:lnTo>
                    <a:pt x="69921" y="965356"/>
                  </a:lnTo>
                  <a:lnTo>
                    <a:pt x="62610" y="963253"/>
                  </a:lnTo>
                  <a:lnTo>
                    <a:pt x="55510" y="961150"/>
                  </a:lnTo>
                  <a:lnTo>
                    <a:pt x="48769" y="959047"/>
                  </a:lnTo>
                  <a:lnTo>
                    <a:pt x="42344" y="956943"/>
                  </a:lnTo>
                  <a:lnTo>
                    <a:pt x="36227" y="954840"/>
                  </a:lnTo>
                  <a:lnTo>
                    <a:pt x="30440" y="952737"/>
                  </a:lnTo>
                  <a:lnTo>
                    <a:pt x="25211" y="950634"/>
                  </a:lnTo>
                  <a:lnTo>
                    <a:pt x="20377" y="948531"/>
                  </a:lnTo>
                  <a:lnTo>
                    <a:pt x="15951" y="946428"/>
                  </a:lnTo>
                  <a:lnTo>
                    <a:pt x="12002" y="944324"/>
                  </a:lnTo>
                  <a:lnTo>
                    <a:pt x="8698" y="942221"/>
                  </a:lnTo>
                  <a:lnTo>
                    <a:pt x="5864" y="940118"/>
                  </a:lnTo>
                  <a:lnTo>
                    <a:pt x="3508" y="938015"/>
                  </a:lnTo>
                  <a:lnTo>
                    <a:pt x="1756" y="935912"/>
                  </a:lnTo>
                  <a:lnTo>
                    <a:pt x="664" y="933808"/>
                  </a:lnTo>
                  <a:lnTo>
                    <a:pt x="78" y="931705"/>
                  </a:lnTo>
                  <a:lnTo>
                    <a:pt x="41" y="930707"/>
                  </a:lnTo>
                  <a:lnTo>
                    <a:pt x="0" y="929602"/>
                  </a:lnTo>
                  <a:lnTo>
                    <a:pt x="605" y="927499"/>
                  </a:lnTo>
                  <a:lnTo>
                    <a:pt x="1820" y="925396"/>
                  </a:lnTo>
                  <a:lnTo>
                    <a:pt x="3532" y="923293"/>
                  </a:lnTo>
                  <a:lnTo>
                    <a:pt x="5736" y="921189"/>
                  </a:lnTo>
                  <a:lnTo>
                    <a:pt x="8640" y="919086"/>
                  </a:lnTo>
                  <a:lnTo>
                    <a:pt x="12047" y="916983"/>
                  </a:lnTo>
                  <a:lnTo>
                    <a:pt x="15901" y="914880"/>
                  </a:lnTo>
                  <a:lnTo>
                    <a:pt x="20197" y="912777"/>
                  </a:lnTo>
                  <a:lnTo>
                    <a:pt x="25120" y="910674"/>
                  </a:lnTo>
                  <a:lnTo>
                    <a:pt x="30418" y="908570"/>
                  </a:lnTo>
                  <a:lnTo>
                    <a:pt x="36076" y="906467"/>
                  </a:lnTo>
                  <a:lnTo>
                    <a:pt x="42117" y="904364"/>
                  </a:lnTo>
                  <a:lnTo>
                    <a:pt x="48589" y="902261"/>
                  </a:lnTo>
                  <a:lnTo>
                    <a:pt x="55328" y="900158"/>
                  </a:lnTo>
                  <a:lnTo>
                    <a:pt x="62316" y="898055"/>
                  </a:lnTo>
                  <a:lnTo>
                    <a:pt x="69579" y="895951"/>
                  </a:lnTo>
                  <a:lnTo>
                    <a:pt x="77078" y="893848"/>
                  </a:lnTo>
                  <a:lnTo>
                    <a:pt x="84724" y="891745"/>
                  </a:lnTo>
                  <a:lnTo>
                    <a:pt x="92500" y="889642"/>
                  </a:lnTo>
                  <a:lnTo>
                    <a:pt x="100406" y="887539"/>
                  </a:lnTo>
                  <a:lnTo>
                    <a:pt x="108379" y="885435"/>
                  </a:lnTo>
                  <a:lnTo>
                    <a:pt x="116383" y="883332"/>
                  </a:lnTo>
                  <a:lnTo>
                    <a:pt x="124400" y="881229"/>
                  </a:lnTo>
                  <a:lnTo>
                    <a:pt x="132388" y="879126"/>
                  </a:lnTo>
                  <a:lnTo>
                    <a:pt x="140317" y="877023"/>
                  </a:lnTo>
                  <a:lnTo>
                    <a:pt x="148175" y="874920"/>
                  </a:lnTo>
                  <a:lnTo>
                    <a:pt x="155944" y="872816"/>
                  </a:lnTo>
                  <a:lnTo>
                    <a:pt x="163537" y="870713"/>
                  </a:lnTo>
                  <a:lnTo>
                    <a:pt x="170989" y="868610"/>
                  </a:lnTo>
                  <a:lnTo>
                    <a:pt x="178291" y="866507"/>
                  </a:lnTo>
                  <a:lnTo>
                    <a:pt x="185409" y="864404"/>
                  </a:lnTo>
                  <a:lnTo>
                    <a:pt x="192266" y="862301"/>
                  </a:lnTo>
                  <a:lnTo>
                    <a:pt x="198928" y="860197"/>
                  </a:lnTo>
                  <a:lnTo>
                    <a:pt x="205387" y="858094"/>
                  </a:lnTo>
                  <a:lnTo>
                    <a:pt x="211585" y="855991"/>
                  </a:lnTo>
                  <a:lnTo>
                    <a:pt x="217494" y="853888"/>
                  </a:lnTo>
                  <a:lnTo>
                    <a:pt x="223178" y="851785"/>
                  </a:lnTo>
                  <a:lnTo>
                    <a:pt x="228636" y="849682"/>
                  </a:lnTo>
                  <a:lnTo>
                    <a:pt x="233783" y="847578"/>
                  </a:lnTo>
                  <a:lnTo>
                    <a:pt x="238653" y="845475"/>
                  </a:lnTo>
                  <a:lnTo>
                    <a:pt x="243293" y="843372"/>
                  </a:lnTo>
                  <a:lnTo>
                    <a:pt x="247706" y="841269"/>
                  </a:lnTo>
                  <a:lnTo>
                    <a:pt x="251788" y="839166"/>
                  </a:lnTo>
                  <a:lnTo>
                    <a:pt x="255631" y="837063"/>
                  </a:lnTo>
                  <a:lnTo>
                    <a:pt x="259259" y="834959"/>
                  </a:lnTo>
                  <a:lnTo>
                    <a:pt x="262669" y="832856"/>
                  </a:lnTo>
                  <a:lnTo>
                    <a:pt x="265767" y="830753"/>
                  </a:lnTo>
                  <a:lnTo>
                    <a:pt x="268671" y="828650"/>
                  </a:lnTo>
                  <a:lnTo>
                    <a:pt x="271385" y="826547"/>
                  </a:lnTo>
                  <a:lnTo>
                    <a:pt x="273890" y="824443"/>
                  </a:lnTo>
                  <a:lnTo>
                    <a:pt x="276149" y="822340"/>
                  </a:lnTo>
                  <a:lnTo>
                    <a:pt x="278245" y="820237"/>
                  </a:lnTo>
                  <a:lnTo>
                    <a:pt x="280182" y="818134"/>
                  </a:lnTo>
                  <a:lnTo>
                    <a:pt x="281932" y="816031"/>
                  </a:lnTo>
                  <a:lnTo>
                    <a:pt x="283500" y="813928"/>
                  </a:lnTo>
                  <a:lnTo>
                    <a:pt x="284938" y="811824"/>
                  </a:lnTo>
                  <a:lnTo>
                    <a:pt x="286250" y="809721"/>
                  </a:lnTo>
                  <a:lnTo>
                    <a:pt x="287403" y="807618"/>
                  </a:lnTo>
                  <a:lnTo>
                    <a:pt x="288428" y="805515"/>
                  </a:lnTo>
                  <a:lnTo>
                    <a:pt x="289354" y="803412"/>
                  </a:lnTo>
                  <a:lnTo>
                    <a:pt x="290185" y="801309"/>
                  </a:lnTo>
                  <a:lnTo>
                    <a:pt x="290887" y="799205"/>
                  </a:lnTo>
                  <a:lnTo>
                    <a:pt x="291505" y="797102"/>
                  </a:lnTo>
                  <a:lnTo>
                    <a:pt x="292049" y="794999"/>
                  </a:lnTo>
                  <a:lnTo>
                    <a:pt x="292521" y="792896"/>
                  </a:lnTo>
                  <a:lnTo>
                    <a:pt x="292898" y="790793"/>
                  </a:lnTo>
                  <a:lnTo>
                    <a:pt x="293219" y="788690"/>
                  </a:lnTo>
                  <a:lnTo>
                    <a:pt x="293488" y="786586"/>
                  </a:lnTo>
                  <a:lnTo>
                    <a:pt x="293701" y="784483"/>
                  </a:lnTo>
                  <a:lnTo>
                    <a:pt x="293852" y="782380"/>
                  </a:lnTo>
                  <a:lnTo>
                    <a:pt x="293964" y="780277"/>
                  </a:lnTo>
                  <a:lnTo>
                    <a:pt x="294040" y="778174"/>
                  </a:lnTo>
                  <a:lnTo>
                    <a:pt x="294073" y="776070"/>
                  </a:lnTo>
                  <a:lnTo>
                    <a:pt x="294067" y="773967"/>
                  </a:lnTo>
                  <a:lnTo>
                    <a:pt x="294033" y="771864"/>
                  </a:lnTo>
                  <a:lnTo>
                    <a:pt x="293974" y="769761"/>
                  </a:lnTo>
                  <a:lnTo>
                    <a:pt x="293884" y="767658"/>
                  </a:lnTo>
                  <a:lnTo>
                    <a:pt x="293769" y="765555"/>
                  </a:lnTo>
                  <a:lnTo>
                    <a:pt x="293634" y="763451"/>
                  </a:lnTo>
                  <a:lnTo>
                    <a:pt x="293482" y="761348"/>
                  </a:lnTo>
                  <a:lnTo>
                    <a:pt x="293306" y="759245"/>
                  </a:lnTo>
                  <a:lnTo>
                    <a:pt x="293114" y="757142"/>
                  </a:lnTo>
                  <a:lnTo>
                    <a:pt x="292908" y="755039"/>
                  </a:lnTo>
                  <a:lnTo>
                    <a:pt x="292689" y="752936"/>
                  </a:lnTo>
                  <a:lnTo>
                    <a:pt x="292453" y="750832"/>
                  </a:lnTo>
                  <a:lnTo>
                    <a:pt x="292206" y="748729"/>
                  </a:lnTo>
                  <a:lnTo>
                    <a:pt x="291949" y="746626"/>
                  </a:lnTo>
                  <a:lnTo>
                    <a:pt x="291681" y="744523"/>
                  </a:lnTo>
                  <a:lnTo>
                    <a:pt x="291401" y="742420"/>
                  </a:lnTo>
                  <a:lnTo>
                    <a:pt x="291113" y="740317"/>
                  </a:lnTo>
                  <a:lnTo>
                    <a:pt x="290818" y="738213"/>
                  </a:lnTo>
                  <a:lnTo>
                    <a:pt x="290514" y="736110"/>
                  </a:lnTo>
                  <a:lnTo>
                    <a:pt x="290202" y="734007"/>
                  </a:lnTo>
                  <a:lnTo>
                    <a:pt x="289883" y="731904"/>
                  </a:lnTo>
                  <a:lnTo>
                    <a:pt x="289559" y="729801"/>
                  </a:lnTo>
                  <a:lnTo>
                    <a:pt x="289228" y="727697"/>
                  </a:lnTo>
                  <a:lnTo>
                    <a:pt x="288892" y="725594"/>
                  </a:lnTo>
                  <a:lnTo>
                    <a:pt x="288551" y="723491"/>
                  </a:lnTo>
                  <a:lnTo>
                    <a:pt x="288205" y="721388"/>
                  </a:lnTo>
                  <a:lnTo>
                    <a:pt x="287855" y="719285"/>
                  </a:lnTo>
                  <a:lnTo>
                    <a:pt x="287500" y="717182"/>
                  </a:lnTo>
                  <a:lnTo>
                    <a:pt x="287142" y="715078"/>
                  </a:lnTo>
                  <a:lnTo>
                    <a:pt x="286782" y="712975"/>
                  </a:lnTo>
                  <a:lnTo>
                    <a:pt x="286417" y="710872"/>
                  </a:lnTo>
                  <a:lnTo>
                    <a:pt x="286049" y="708769"/>
                  </a:lnTo>
                  <a:lnTo>
                    <a:pt x="285679" y="706666"/>
                  </a:lnTo>
                  <a:lnTo>
                    <a:pt x="285307" y="704563"/>
                  </a:lnTo>
                  <a:lnTo>
                    <a:pt x="284932" y="702459"/>
                  </a:lnTo>
                  <a:lnTo>
                    <a:pt x="284555" y="700356"/>
                  </a:lnTo>
                  <a:lnTo>
                    <a:pt x="284176" y="698253"/>
                  </a:lnTo>
                  <a:lnTo>
                    <a:pt x="283795" y="696150"/>
                  </a:lnTo>
                  <a:lnTo>
                    <a:pt x="283411" y="694047"/>
                  </a:lnTo>
                  <a:lnTo>
                    <a:pt x="283025" y="691944"/>
                  </a:lnTo>
                  <a:lnTo>
                    <a:pt x="282638" y="689840"/>
                  </a:lnTo>
                  <a:lnTo>
                    <a:pt x="282248" y="687737"/>
                  </a:lnTo>
                  <a:lnTo>
                    <a:pt x="281855" y="685634"/>
                  </a:lnTo>
                  <a:lnTo>
                    <a:pt x="281461" y="683531"/>
                  </a:lnTo>
                  <a:lnTo>
                    <a:pt x="281063" y="681428"/>
                  </a:lnTo>
                  <a:lnTo>
                    <a:pt x="280662" y="679325"/>
                  </a:lnTo>
                  <a:lnTo>
                    <a:pt x="280258" y="677221"/>
                  </a:lnTo>
                  <a:lnTo>
                    <a:pt x="279850" y="675118"/>
                  </a:lnTo>
                  <a:lnTo>
                    <a:pt x="279439" y="673015"/>
                  </a:lnTo>
                  <a:lnTo>
                    <a:pt x="279023" y="670912"/>
                  </a:lnTo>
                  <a:lnTo>
                    <a:pt x="278602" y="668809"/>
                  </a:lnTo>
                  <a:lnTo>
                    <a:pt x="278177" y="666705"/>
                  </a:lnTo>
                  <a:lnTo>
                    <a:pt x="277746" y="664602"/>
                  </a:lnTo>
                  <a:lnTo>
                    <a:pt x="277309" y="662499"/>
                  </a:lnTo>
                  <a:lnTo>
                    <a:pt x="276865" y="660396"/>
                  </a:lnTo>
                  <a:lnTo>
                    <a:pt x="276416" y="658293"/>
                  </a:lnTo>
                  <a:lnTo>
                    <a:pt x="275959" y="656190"/>
                  </a:lnTo>
                  <a:lnTo>
                    <a:pt x="275494" y="654086"/>
                  </a:lnTo>
                  <a:lnTo>
                    <a:pt x="275022" y="651983"/>
                  </a:lnTo>
                  <a:lnTo>
                    <a:pt x="274542" y="649880"/>
                  </a:lnTo>
                  <a:lnTo>
                    <a:pt x="274052" y="647777"/>
                  </a:lnTo>
                  <a:lnTo>
                    <a:pt x="273553" y="645674"/>
                  </a:lnTo>
                  <a:lnTo>
                    <a:pt x="273046" y="643571"/>
                  </a:lnTo>
                  <a:lnTo>
                    <a:pt x="272530" y="641467"/>
                  </a:lnTo>
                  <a:lnTo>
                    <a:pt x="272002" y="639364"/>
                  </a:lnTo>
                  <a:lnTo>
                    <a:pt x="271464" y="637261"/>
                  </a:lnTo>
                  <a:lnTo>
                    <a:pt x="270917" y="635158"/>
                  </a:lnTo>
                  <a:lnTo>
                    <a:pt x="270360" y="633055"/>
                  </a:lnTo>
                  <a:lnTo>
                    <a:pt x="269789" y="630952"/>
                  </a:lnTo>
                  <a:lnTo>
                    <a:pt x="269209" y="628848"/>
                  </a:lnTo>
                  <a:lnTo>
                    <a:pt x="268620" y="626745"/>
                  </a:lnTo>
                  <a:lnTo>
                    <a:pt x="268020" y="624642"/>
                  </a:lnTo>
                  <a:lnTo>
                    <a:pt x="267406" y="622539"/>
                  </a:lnTo>
                  <a:lnTo>
                    <a:pt x="266783" y="620436"/>
                  </a:lnTo>
                  <a:lnTo>
                    <a:pt x="266151" y="618332"/>
                  </a:lnTo>
                  <a:lnTo>
                    <a:pt x="265507" y="616229"/>
                  </a:lnTo>
                  <a:lnTo>
                    <a:pt x="264851" y="614126"/>
                  </a:lnTo>
                  <a:lnTo>
                    <a:pt x="264187" y="612023"/>
                  </a:lnTo>
                  <a:lnTo>
                    <a:pt x="263513" y="609920"/>
                  </a:lnTo>
                  <a:lnTo>
                    <a:pt x="262828" y="607817"/>
                  </a:lnTo>
                  <a:lnTo>
                    <a:pt x="262132" y="605713"/>
                  </a:lnTo>
                  <a:lnTo>
                    <a:pt x="261429" y="603610"/>
                  </a:lnTo>
                  <a:lnTo>
                    <a:pt x="260717" y="601507"/>
                  </a:lnTo>
                  <a:lnTo>
                    <a:pt x="259994" y="599404"/>
                  </a:lnTo>
                  <a:lnTo>
                    <a:pt x="259262" y="597301"/>
                  </a:lnTo>
                  <a:lnTo>
                    <a:pt x="258523" y="595198"/>
                  </a:lnTo>
                  <a:lnTo>
                    <a:pt x="257777" y="593094"/>
                  </a:lnTo>
                  <a:lnTo>
                    <a:pt x="257020" y="590991"/>
                  </a:lnTo>
                  <a:lnTo>
                    <a:pt x="256257" y="588888"/>
                  </a:lnTo>
                  <a:lnTo>
                    <a:pt x="255487" y="586785"/>
                  </a:lnTo>
                  <a:lnTo>
                    <a:pt x="254710" y="584682"/>
                  </a:lnTo>
                  <a:lnTo>
                    <a:pt x="253925" y="582579"/>
                  </a:lnTo>
                  <a:lnTo>
                    <a:pt x="253133" y="580475"/>
                  </a:lnTo>
                  <a:lnTo>
                    <a:pt x="252336" y="578372"/>
                  </a:lnTo>
                  <a:lnTo>
                    <a:pt x="251532" y="576269"/>
                  </a:lnTo>
                  <a:lnTo>
                    <a:pt x="250722" y="574166"/>
                  </a:lnTo>
                  <a:lnTo>
                    <a:pt x="249906" y="572063"/>
                  </a:lnTo>
                  <a:lnTo>
                    <a:pt x="249086" y="569959"/>
                  </a:lnTo>
                  <a:lnTo>
                    <a:pt x="248259" y="567856"/>
                  </a:lnTo>
                  <a:lnTo>
                    <a:pt x="247427" y="565753"/>
                  </a:lnTo>
                  <a:lnTo>
                    <a:pt x="246591" y="563650"/>
                  </a:lnTo>
                  <a:lnTo>
                    <a:pt x="245751" y="561547"/>
                  </a:lnTo>
                  <a:lnTo>
                    <a:pt x="244906" y="559444"/>
                  </a:lnTo>
                  <a:lnTo>
                    <a:pt x="244057" y="557340"/>
                  </a:lnTo>
                  <a:lnTo>
                    <a:pt x="243205" y="555237"/>
                  </a:lnTo>
                  <a:lnTo>
                    <a:pt x="242350" y="553134"/>
                  </a:lnTo>
                  <a:lnTo>
                    <a:pt x="241492" y="551031"/>
                  </a:lnTo>
                  <a:lnTo>
                    <a:pt x="240632" y="548928"/>
                  </a:lnTo>
                  <a:lnTo>
                    <a:pt x="239771" y="546825"/>
                  </a:lnTo>
                  <a:lnTo>
                    <a:pt x="238909" y="544721"/>
                  </a:lnTo>
                  <a:lnTo>
                    <a:pt x="238048" y="542618"/>
                  </a:lnTo>
                  <a:lnTo>
                    <a:pt x="237187" y="540515"/>
                  </a:lnTo>
                  <a:lnTo>
                    <a:pt x="236327" y="538412"/>
                  </a:lnTo>
                  <a:lnTo>
                    <a:pt x="235471" y="536309"/>
                  </a:lnTo>
                  <a:lnTo>
                    <a:pt x="234619" y="534206"/>
                  </a:lnTo>
                  <a:lnTo>
                    <a:pt x="233773" y="532102"/>
                  </a:lnTo>
                  <a:lnTo>
                    <a:pt x="232931" y="529999"/>
                  </a:lnTo>
                  <a:lnTo>
                    <a:pt x="232694" y="529401"/>
                  </a:lnTo>
                  <a:lnTo>
                    <a:pt x="232099" y="527896"/>
                  </a:lnTo>
                  <a:lnTo>
                    <a:pt x="231278" y="525793"/>
                  </a:lnTo>
                  <a:lnTo>
                    <a:pt x="230466" y="523690"/>
                  </a:lnTo>
                  <a:lnTo>
                    <a:pt x="229665" y="521587"/>
                  </a:lnTo>
                  <a:lnTo>
                    <a:pt x="228884" y="519483"/>
                  </a:lnTo>
                  <a:lnTo>
                    <a:pt x="228119" y="517380"/>
                  </a:lnTo>
                  <a:lnTo>
                    <a:pt x="227371" y="515277"/>
                  </a:lnTo>
                  <a:lnTo>
                    <a:pt x="226642" y="513174"/>
                  </a:lnTo>
                  <a:lnTo>
                    <a:pt x="225944" y="511071"/>
                  </a:lnTo>
                  <a:lnTo>
                    <a:pt x="225269" y="508967"/>
                  </a:lnTo>
                  <a:lnTo>
                    <a:pt x="224618" y="506864"/>
                  </a:lnTo>
                  <a:lnTo>
                    <a:pt x="223999" y="504761"/>
                  </a:lnTo>
                  <a:lnTo>
                    <a:pt x="223420" y="502658"/>
                  </a:lnTo>
                  <a:lnTo>
                    <a:pt x="222873" y="500555"/>
                  </a:lnTo>
                  <a:lnTo>
                    <a:pt x="222359" y="498452"/>
                  </a:lnTo>
                  <a:lnTo>
                    <a:pt x="221891" y="496348"/>
                  </a:lnTo>
                  <a:lnTo>
                    <a:pt x="221471" y="494245"/>
                  </a:lnTo>
                  <a:lnTo>
                    <a:pt x="221092" y="492142"/>
                  </a:lnTo>
                  <a:lnTo>
                    <a:pt x="220755" y="490039"/>
                  </a:lnTo>
                  <a:lnTo>
                    <a:pt x="220479" y="487936"/>
                  </a:lnTo>
                  <a:lnTo>
                    <a:pt x="220257" y="485833"/>
                  </a:lnTo>
                  <a:lnTo>
                    <a:pt x="220083" y="483729"/>
                  </a:lnTo>
                  <a:lnTo>
                    <a:pt x="219959" y="481626"/>
                  </a:lnTo>
                  <a:lnTo>
                    <a:pt x="219912" y="479523"/>
                  </a:lnTo>
                  <a:lnTo>
                    <a:pt x="219921" y="477420"/>
                  </a:lnTo>
                  <a:lnTo>
                    <a:pt x="219984" y="475317"/>
                  </a:lnTo>
                  <a:lnTo>
                    <a:pt x="220105" y="473214"/>
                  </a:lnTo>
                  <a:lnTo>
                    <a:pt x="220311" y="471110"/>
                  </a:lnTo>
                  <a:lnTo>
                    <a:pt x="220573" y="469007"/>
                  </a:lnTo>
                  <a:lnTo>
                    <a:pt x="220892" y="466904"/>
                  </a:lnTo>
                  <a:lnTo>
                    <a:pt x="221280" y="464801"/>
                  </a:lnTo>
                  <a:lnTo>
                    <a:pt x="221747" y="462698"/>
                  </a:lnTo>
                  <a:lnTo>
                    <a:pt x="222271" y="460594"/>
                  </a:lnTo>
                  <a:lnTo>
                    <a:pt x="222852" y="458491"/>
                  </a:lnTo>
                  <a:lnTo>
                    <a:pt x="223506" y="456388"/>
                  </a:lnTo>
                  <a:lnTo>
                    <a:pt x="224230" y="454285"/>
                  </a:lnTo>
                  <a:lnTo>
                    <a:pt x="225008" y="452182"/>
                  </a:lnTo>
                  <a:lnTo>
                    <a:pt x="225840" y="450079"/>
                  </a:lnTo>
                  <a:lnTo>
                    <a:pt x="226743" y="447975"/>
                  </a:lnTo>
                  <a:lnTo>
                    <a:pt x="227703" y="445872"/>
                  </a:lnTo>
                  <a:lnTo>
                    <a:pt x="228710" y="443769"/>
                  </a:lnTo>
                  <a:lnTo>
                    <a:pt x="229763" y="441666"/>
                  </a:lnTo>
                  <a:lnTo>
                    <a:pt x="230880" y="439563"/>
                  </a:lnTo>
                  <a:lnTo>
                    <a:pt x="232038" y="437460"/>
                  </a:lnTo>
                  <a:lnTo>
                    <a:pt x="233233" y="435356"/>
                  </a:lnTo>
                  <a:lnTo>
                    <a:pt x="234465" y="433253"/>
                  </a:lnTo>
                  <a:lnTo>
                    <a:pt x="235744" y="431150"/>
                  </a:lnTo>
                  <a:lnTo>
                    <a:pt x="237049" y="429047"/>
                  </a:lnTo>
                  <a:lnTo>
                    <a:pt x="238379" y="426944"/>
                  </a:lnTo>
                  <a:lnTo>
                    <a:pt x="239735" y="424841"/>
                  </a:lnTo>
                  <a:lnTo>
                    <a:pt x="241115" y="422737"/>
                  </a:lnTo>
                  <a:lnTo>
                    <a:pt x="242508" y="420634"/>
                  </a:lnTo>
                  <a:lnTo>
                    <a:pt x="243913" y="418531"/>
                  </a:lnTo>
                  <a:lnTo>
                    <a:pt x="245328" y="416428"/>
                  </a:lnTo>
                  <a:lnTo>
                    <a:pt x="246748" y="414325"/>
                  </a:lnTo>
                  <a:lnTo>
                    <a:pt x="248167" y="412221"/>
                  </a:lnTo>
                  <a:lnTo>
                    <a:pt x="249586" y="410118"/>
                  </a:lnTo>
                  <a:lnTo>
                    <a:pt x="250996" y="408015"/>
                  </a:lnTo>
                  <a:lnTo>
                    <a:pt x="252395" y="405912"/>
                  </a:lnTo>
                  <a:lnTo>
                    <a:pt x="253783" y="403809"/>
                  </a:lnTo>
                  <a:lnTo>
                    <a:pt x="255157" y="401706"/>
                  </a:lnTo>
                  <a:lnTo>
                    <a:pt x="256504" y="399602"/>
                  </a:lnTo>
                  <a:lnTo>
                    <a:pt x="257831" y="397499"/>
                  </a:lnTo>
                  <a:lnTo>
                    <a:pt x="259135" y="395396"/>
                  </a:lnTo>
                  <a:lnTo>
                    <a:pt x="260414" y="393293"/>
                  </a:lnTo>
                  <a:lnTo>
                    <a:pt x="261654" y="391190"/>
                  </a:lnTo>
                  <a:lnTo>
                    <a:pt x="262866" y="389087"/>
                  </a:lnTo>
                  <a:lnTo>
                    <a:pt x="264049" y="386983"/>
                  </a:lnTo>
                  <a:lnTo>
                    <a:pt x="265195" y="384880"/>
                  </a:lnTo>
                  <a:lnTo>
                    <a:pt x="266297" y="382777"/>
                  </a:lnTo>
                  <a:lnTo>
                    <a:pt x="267367" y="380674"/>
                  </a:lnTo>
                  <a:lnTo>
                    <a:pt x="268402" y="378571"/>
                  </a:lnTo>
                  <a:lnTo>
                    <a:pt x="269394" y="376468"/>
                  </a:lnTo>
                  <a:lnTo>
                    <a:pt x="270342" y="374364"/>
                  </a:lnTo>
                  <a:lnTo>
                    <a:pt x="271255" y="372261"/>
                  </a:lnTo>
                  <a:lnTo>
                    <a:pt x="272133" y="370158"/>
                  </a:lnTo>
                  <a:lnTo>
                    <a:pt x="272962" y="368055"/>
                  </a:lnTo>
                  <a:lnTo>
                    <a:pt x="273753" y="365952"/>
                  </a:lnTo>
                  <a:lnTo>
                    <a:pt x="274509" y="363848"/>
                  </a:lnTo>
                  <a:lnTo>
                    <a:pt x="275232" y="361745"/>
                  </a:lnTo>
                  <a:lnTo>
                    <a:pt x="275905" y="359642"/>
                  </a:lnTo>
                  <a:lnTo>
                    <a:pt x="276546" y="357539"/>
                  </a:lnTo>
                  <a:lnTo>
                    <a:pt x="277157" y="355436"/>
                  </a:lnTo>
                  <a:lnTo>
                    <a:pt x="277735" y="353333"/>
                  </a:lnTo>
                  <a:lnTo>
                    <a:pt x="278270" y="351229"/>
                  </a:lnTo>
                  <a:lnTo>
                    <a:pt x="278779" y="349126"/>
                  </a:lnTo>
                  <a:lnTo>
                    <a:pt x="279262" y="347023"/>
                  </a:lnTo>
                  <a:lnTo>
                    <a:pt x="279714" y="344920"/>
                  </a:lnTo>
                  <a:lnTo>
                    <a:pt x="280135" y="342817"/>
                  </a:lnTo>
                  <a:lnTo>
                    <a:pt x="280534" y="340714"/>
                  </a:lnTo>
                  <a:lnTo>
                    <a:pt x="280912" y="338610"/>
                  </a:lnTo>
                  <a:lnTo>
                    <a:pt x="281264" y="336507"/>
                  </a:lnTo>
                  <a:lnTo>
                    <a:pt x="281594" y="334404"/>
                  </a:lnTo>
                  <a:lnTo>
                    <a:pt x="281908" y="332301"/>
                  </a:lnTo>
                  <a:lnTo>
                    <a:pt x="282206" y="330198"/>
                  </a:lnTo>
                  <a:lnTo>
                    <a:pt x="282484" y="328095"/>
                  </a:lnTo>
                  <a:lnTo>
                    <a:pt x="282747" y="325991"/>
                  </a:lnTo>
                  <a:lnTo>
                    <a:pt x="282999" y="323888"/>
                  </a:lnTo>
                  <a:lnTo>
                    <a:pt x="283241" y="321785"/>
                  </a:lnTo>
                  <a:lnTo>
                    <a:pt x="283468" y="319682"/>
                  </a:lnTo>
                  <a:lnTo>
                    <a:pt x="283687" y="317579"/>
                  </a:lnTo>
                  <a:lnTo>
                    <a:pt x="283900" y="315476"/>
                  </a:lnTo>
                  <a:lnTo>
                    <a:pt x="284105" y="313372"/>
                  </a:lnTo>
                  <a:lnTo>
                    <a:pt x="284303" y="311269"/>
                  </a:lnTo>
                  <a:lnTo>
                    <a:pt x="284496" y="309166"/>
                  </a:lnTo>
                  <a:lnTo>
                    <a:pt x="284687" y="307063"/>
                  </a:lnTo>
                  <a:lnTo>
                    <a:pt x="284873" y="304960"/>
                  </a:lnTo>
                  <a:lnTo>
                    <a:pt x="285058" y="302856"/>
                  </a:lnTo>
                  <a:lnTo>
                    <a:pt x="285241" y="300753"/>
                  </a:lnTo>
                  <a:lnTo>
                    <a:pt x="285423" y="298650"/>
                  </a:lnTo>
                  <a:lnTo>
                    <a:pt x="285604" y="296547"/>
                  </a:lnTo>
                  <a:lnTo>
                    <a:pt x="285786" y="294444"/>
                  </a:lnTo>
                  <a:lnTo>
                    <a:pt x="285969" y="292341"/>
                  </a:lnTo>
                  <a:lnTo>
                    <a:pt x="286153" y="290237"/>
                  </a:lnTo>
                  <a:lnTo>
                    <a:pt x="286339" y="288134"/>
                  </a:lnTo>
                  <a:lnTo>
                    <a:pt x="286526" y="286031"/>
                  </a:lnTo>
                  <a:lnTo>
                    <a:pt x="286716" y="283928"/>
                  </a:lnTo>
                  <a:lnTo>
                    <a:pt x="286908" y="281825"/>
                  </a:lnTo>
                  <a:lnTo>
                    <a:pt x="287103" y="279722"/>
                  </a:lnTo>
                  <a:lnTo>
                    <a:pt x="287301" y="277618"/>
                  </a:lnTo>
                  <a:lnTo>
                    <a:pt x="287502" y="275515"/>
                  </a:lnTo>
                  <a:lnTo>
                    <a:pt x="287705" y="273412"/>
                  </a:lnTo>
                  <a:lnTo>
                    <a:pt x="287913" y="271309"/>
                  </a:lnTo>
                  <a:lnTo>
                    <a:pt x="288123" y="269206"/>
                  </a:lnTo>
                  <a:lnTo>
                    <a:pt x="288336" y="267103"/>
                  </a:lnTo>
                  <a:lnTo>
                    <a:pt x="288552" y="264999"/>
                  </a:lnTo>
                  <a:lnTo>
                    <a:pt x="288772" y="262896"/>
                  </a:lnTo>
                  <a:lnTo>
                    <a:pt x="288995" y="260793"/>
                  </a:lnTo>
                  <a:lnTo>
                    <a:pt x="289220" y="258690"/>
                  </a:lnTo>
                  <a:lnTo>
                    <a:pt x="289448" y="256587"/>
                  </a:lnTo>
                  <a:lnTo>
                    <a:pt x="289679" y="254483"/>
                  </a:lnTo>
                  <a:lnTo>
                    <a:pt x="289912" y="252380"/>
                  </a:lnTo>
                  <a:lnTo>
                    <a:pt x="290148" y="250277"/>
                  </a:lnTo>
                  <a:lnTo>
                    <a:pt x="290386" y="248174"/>
                  </a:lnTo>
                  <a:lnTo>
                    <a:pt x="290626" y="246071"/>
                  </a:lnTo>
                  <a:lnTo>
                    <a:pt x="290867" y="243968"/>
                  </a:lnTo>
                  <a:lnTo>
                    <a:pt x="291110" y="241864"/>
                  </a:lnTo>
                  <a:lnTo>
                    <a:pt x="291355" y="239761"/>
                  </a:lnTo>
                  <a:lnTo>
                    <a:pt x="291602" y="237658"/>
                  </a:lnTo>
                  <a:lnTo>
                    <a:pt x="291849" y="235555"/>
                  </a:lnTo>
                  <a:lnTo>
                    <a:pt x="292096" y="233452"/>
                  </a:lnTo>
                  <a:lnTo>
                    <a:pt x="292345" y="231349"/>
                  </a:lnTo>
                  <a:lnTo>
                    <a:pt x="292594" y="229245"/>
                  </a:lnTo>
                  <a:lnTo>
                    <a:pt x="292843" y="227142"/>
                  </a:lnTo>
                  <a:lnTo>
                    <a:pt x="293092" y="225039"/>
                  </a:lnTo>
                  <a:lnTo>
                    <a:pt x="293341" y="222936"/>
                  </a:lnTo>
                  <a:lnTo>
                    <a:pt x="293589" y="220833"/>
                  </a:lnTo>
                  <a:lnTo>
                    <a:pt x="293837" y="218730"/>
                  </a:lnTo>
                  <a:lnTo>
                    <a:pt x="294085" y="216626"/>
                  </a:lnTo>
                  <a:lnTo>
                    <a:pt x="294331" y="214523"/>
                  </a:lnTo>
                  <a:lnTo>
                    <a:pt x="294576" y="212420"/>
                  </a:lnTo>
                  <a:lnTo>
                    <a:pt x="294820" y="210317"/>
                  </a:lnTo>
                  <a:lnTo>
                    <a:pt x="295062" y="208214"/>
                  </a:lnTo>
                  <a:lnTo>
                    <a:pt x="295302" y="206110"/>
                  </a:lnTo>
                  <a:lnTo>
                    <a:pt x="295541" y="204007"/>
                  </a:lnTo>
                  <a:lnTo>
                    <a:pt x="295779" y="201904"/>
                  </a:lnTo>
                  <a:lnTo>
                    <a:pt x="296014" y="199801"/>
                  </a:lnTo>
                  <a:lnTo>
                    <a:pt x="296246" y="197698"/>
                  </a:lnTo>
                  <a:lnTo>
                    <a:pt x="296477" y="195595"/>
                  </a:lnTo>
                  <a:lnTo>
                    <a:pt x="296706" y="193491"/>
                  </a:lnTo>
                  <a:lnTo>
                    <a:pt x="296931" y="191388"/>
                  </a:lnTo>
                  <a:lnTo>
                    <a:pt x="297155" y="189285"/>
                  </a:lnTo>
                  <a:lnTo>
                    <a:pt x="297376" y="187182"/>
                  </a:lnTo>
                  <a:lnTo>
                    <a:pt x="297594" y="185079"/>
                  </a:lnTo>
                  <a:lnTo>
                    <a:pt x="297809" y="182976"/>
                  </a:lnTo>
                  <a:lnTo>
                    <a:pt x="298021" y="180872"/>
                  </a:lnTo>
                  <a:lnTo>
                    <a:pt x="298231" y="178769"/>
                  </a:lnTo>
                  <a:lnTo>
                    <a:pt x="298438" y="176666"/>
                  </a:lnTo>
                  <a:lnTo>
                    <a:pt x="298641" y="174563"/>
                  </a:lnTo>
                  <a:lnTo>
                    <a:pt x="298842" y="172460"/>
                  </a:lnTo>
                  <a:lnTo>
                    <a:pt x="299039" y="170357"/>
                  </a:lnTo>
                  <a:lnTo>
                    <a:pt x="299233" y="168253"/>
                  </a:lnTo>
                  <a:lnTo>
                    <a:pt x="299424" y="166150"/>
                  </a:lnTo>
                  <a:lnTo>
                    <a:pt x="299612" y="164047"/>
                  </a:lnTo>
                  <a:lnTo>
                    <a:pt x="299797" y="161944"/>
                  </a:lnTo>
                  <a:lnTo>
                    <a:pt x="299978" y="159841"/>
                  </a:lnTo>
                  <a:lnTo>
                    <a:pt x="300156" y="157738"/>
                  </a:lnTo>
                  <a:lnTo>
                    <a:pt x="300331" y="155634"/>
                  </a:lnTo>
                  <a:lnTo>
                    <a:pt x="300502" y="153531"/>
                  </a:lnTo>
                  <a:lnTo>
                    <a:pt x="300669" y="151428"/>
                  </a:lnTo>
                  <a:lnTo>
                    <a:pt x="300833" y="149325"/>
                  </a:lnTo>
                  <a:lnTo>
                    <a:pt x="300994" y="147222"/>
                  </a:lnTo>
                  <a:lnTo>
                    <a:pt x="301151" y="145118"/>
                  </a:lnTo>
                  <a:lnTo>
                    <a:pt x="301304" y="143015"/>
                  </a:lnTo>
                  <a:lnTo>
                    <a:pt x="301454" y="140912"/>
                  </a:lnTo>
                  <a:lnTo>
                    <a:pt x="301601" y="138809"/>
                  </a:lnTo>
                  <a:lnTo>
                    <a:pt x="301743" y="136706"/>
                  </a:lnTo>
                  <a:lnTo>
                    <a:pt x="301882" y="134603"/>
                  </a:lnTo>
                  <a:lnTo>
                    <a:pt x="302017" y="132499"/>
                  </a:lnTo>
                  <a:lnTo>
                    <a:pt x="302149" y="130396"/>
                  </a:lnTo>
                  <a:lnTo>
                    <a:pt x="302276" y="128293"/>
                  </a:lnTo>
                  <a:lnTo>
                    <a:pt x="302400" y="126190"/>
                  </a:lnTo>
                  <a:lnTo>
                    <a:pt x="302520" y="124087"/>
                  </a:lnTo>
                  <a:lnTo>
                    <a:pt x="302637" y="121984"/>
                  </a:lnTo>
                  <a:lnTo>
                    <a:pt x="302749" y="119880"/>
                  </a:lnTo>
                  <a:lnTo>
                    <a:pt x="302858" y="117777"/>
                  </a:lnTo>
                  <a:lnTo>
                    <a:pt x="302963" y="115674"/>
                  </a:lnTo>
                  <a:lnTo>
                    <a:pt x="303065" y="113571"/>
                  </a:lnTo>
                  <a:lnTo>
                    <a:pt x="303162" y="111468"/>
                  </a:lnTo>
                  <a:lnTo>
                    <a:pt x="303256" y="109365"/>
                  </a:lnTo>
                  <a:lnTo>
                    <a:pt x="303347" y="107261"/>
                  </a:lnTo>
                  <a:lnTo>
                    <a:pt x="303433" y="105158"/>
                  </a:lnTo>
                  <a:lnTo>
                    <a:pt x="303516" y="103055"/>
                  </a:lnTo>
                  <a:lnTo>
                    <a:pt x="303595" y="100952"/>
                  </a:lnTo>
                  <a:lnTo>
                    <a:pt x="303672" y="98849"/>
                  </a:lnTo>
                  <a:lnTo>
                    <a:pt x="303744" y="96745"/>
                  </a:lnTo>
                  <a:lnTo>
                    <a:pt x="303813" y="94642"/>
                  </a:lnTo>
                  <a:lnTo>
                    <a:pt x="303879" y="92539"/>
                  </a:lnTo>
                  <a:lnTo>
                    <a:pt x="303942" y="90436"/>
                  </a:lnTo>
                  <a:lnTo>
                    <a:pt x="304001" y="88333"/>
                  </a:lnTo>
                  <a:lnTo>
                    <a:pt x="304058" y="86230"/>
                  </a:lnTo>
                  <a:lnTo>
                    <a:pt x="304111" y="84126"/>
                  </a:lnTo>
                  <a:lnTo>
                    <a:pt x="304162" y="82023"/>
                  </a:lnTo>
                  <a:lnTo>
                    <a:pt x="304209" y="79920"/>
                  </a:lnTo>
                  <a:lnTo>
                    <a:pt x="304254" y="77817"/>
                  </a:lnTo>
                  <a:lnTo>
                    <a:pt x="304296" y="75714"/>
                  </a:lnTo>
                  <a:lnTo>
                    <a:pt x="304336" y="73611"/>
                  </a:lnTo>
                  <a:lnTo>
                    <a:pt x="304373" y="71507"/>
                  </a:lnTo>
                  <a:lnTo>
                    <a:pt x="304408" y="69404"/>
                  </a:lnTo>
                  <a:lnTo>
                    <a:pt x="304441" y="67301"/>
                  </a:lnTo>
                  <a:lnTo>
                    <a:pt x="304471" y="65198"/>
                  </a:lnTo>
                  <a:lnTo>
                    <a:pt x="304499" y="63095"/>
                  </a:lnTo>
                  <a:lnTo>
                    <a:pt x="304526" y="60992"/>
                  </a:lnTo>
                  <a:lnTo>
                    <a:pt x="304551" y="58888"/>
                  </a:lnTo>
                  <a:lnTo>
                    <a:pt x="304573" y="56785"/>
                  </a:lnTo>
                  <a:lnTo>
                    <a:pt x="304594" y="54682"/>
                  </a:lnTo>
                  <a:lnTo>
                    <a:pt x="304614" y="52579"/>
                  </a:lnTo>
                  <a:lnTo>
                    <a:pt x="304632" y="50476"/>
                  </a:lnTo>
                  <a:lnTo>
                    <a:pt x="304648" y="48372"/>
                  </a:lnTo>
                  <a:lnTo>
                    <a:pt x="304663" y="46269"/>
                  </a:lnTo>
                  <a:lnTo>
                    <a:pt x="304677" y="44166"/>
                  </a:lnTo>
                  <a:lnTo>
                    <a:pt x="304690" y="42063"/>
                  </a:lnTo>
                  <a:lnTo>
                    <a:pt x="304702" y="39960"/>
                  </a:lnTo>
                  <a:lnTo>
                    <a:pt x="304712" y="37857"/>
                  </a:lnTo>
                  <a:lnTo>
                    <a:pt x="304722" y="35753"/>
                  </a:lnTo>
                  <a:lnTo>
                    <a:pt x="304731" y="33650"/>
                  </a:lnTo>
                  <a:lnTo>
                    <a:pt x="304739" y="31547"/>
                  </a:lnTo>
                  <a:lnTo>
                    <a:pt x="304746" y="29444"/>
                  </a:lnTo>
                  <a:lnTo>
                    <a:pt x="304753" y="27341"/>
                  </a:lnTo>
                  <a:lnTo>
                    <a:pt x="304759" y="25238"/>
                  </a:lnTo>
                  <a:lnTo>
                    <a:pt x="304764" y="23134"/>
                  </a:lnTo>
                  <a:lnTo>
                    <a:pt x="304769" y="21031"/>
                  </a:lnTo>
                  <a:lnTo>
                    <a:pt x="304774" y="18928"/>
                  </a:lnTo>
                  <a:lnTo>
                    <a:pt x="304777" y="16825"/>
                  </a:lnTo>
                  <a:lnTo>
                    <a:pt x="304781" y="14722"/>
                  </a:lnTo>
                  <a:lnTo>
                    <a:pt x="304784" y="12619"/>
                  </a:lnTo>
                  <a:lnTo>
                    <a:pt x="304787" y="10515"/>
                  </a:lnTo>
                  <a:lnTo>
                    <a:pt x="304789" y="8412"/>
                  </a:lnTo>
                  <a:lnTo>
                    <a:pt x="304791" y="6309"/>
                  </a:lnTo>
                  <a:lnTo>
                    <a:pt x="304793" y="4206"/>
                  </a:lnTo>
                  <a:lnTo>
                    <a:pt x="304795" y="2103"/>
                  </a:lnTo>
                  <a:lnTo>
                    <a:pt x="304818" y="0"/>
                  </a:lnTo>
                  <a:lnTo>
                    <a:pt x="304819" y="2103"/>
                  </a:lnTo>
                  <a:lnTo>
                    <a:pt x="304821" y="4206"/>
                  </a:lnTo>
                  <a:lnTo>
                    <a:pt x="304823" y="6309"/>
                  </a:lnTo>
                  <a:lnTo>
                    <a:pt x="304825" y="8412"/>
                  </a:lnTo>
                  <a:lnTo>
                    <a:pt x="304827" y="10515"/>
                  </a:lnTo>
                  <a:lnTo>
                    <a:pt x="304830" y="12619"/>
                  </a:lnTo>
                  <a:lnTo>
                    <a:pt x="304833" y="14722"/>
                  </a:lnTo>
                  <a:lnTo>
                    <a:pt x="304837" y="16825"/>
                  </a:lnTo>
                  <a:lnTo>
                    <a:pt x="304841" y="18928"/>
                  </a:lnTo>
                  <a:lnTo>
                    <a:pt x="304845" y="21031"/>
                  </a:lnTo>
                  <a:lnTo>
                    <a:pt x="304850" y="23134"/>
                  </a:lnTo>
                  <a:lnTo>
                    <a:pt x="304855" y="25238"/>
                  </a:lnTo>
                  <a:lnTo>
                    <a:pt x="304861" y="27341"/>
                  </a:lnTo>
                  <a:lnTo>
                    <a:pt x="304868" y="29444"/>
                  </a:lnTo>
                  <a:lnTo>
                    <a:pt x="304875" y="31547"/>
                  </a:lnTo>
                  <a:lnTo>
                    <a:pt x="304883" y="33650"/>
                  </a:lnTo>
                  <a:lnTo>
                    <a:pt x="304892" y="35753"/>
                  </a:lnTo>
                  <a:lnTo>
                    <a:pt x="304902" y="37857"/>
                  </a:lnTo>
                  <a:lnTo>
                    <a:pt x="304913" y="39960"/>
                  </a:lnTo>
                  <a:lnTo>
                    <a:pt x="304924" y="42063"/>
                  </a:lnTo>
                  <a:lnTo>
                    <a:pt x="304937" y="44166"/>
                  </a:lnTo>
                  <a:lnTo>
                    <a:pt x="304951" y="46269"/>
                  </a:lnTo>
                  <a:lnTo>
                    <a:pt x="304966" y="48372"/>
                  </a:lnTo>
                  <a:lnTo>
                    <a:pt x="304982" y="50476"/>
                  </a:lnTo>
                  <a:lnTo>
                    <a:pt x="305001" y="52579"/>
                  </a:lnTo>
                  <a:lnTo>
                    <a:pt x="305020" y="54682"/>
                  </a:lnTo>
                  <a:lnTo>
                    <a:pt x="305041" y="56785"/>
                  </a:lnTo>
                  <a:lnTo>
                    <a:pt x="305064" y="58888"/>
                  </a:lnTo>
                  <a:lnTo>
                    <a:pt x="305088" y="60992"/>
                  </a:lnTo>
                  <a:lnTo>
                    <a:pt x="305115" y="63095"/>
                  </a:lnTo>
                  <a:lnTo>
                    <a:pt x="305143" y="65198"/>
                  </a:lnTo>
                  <a:lnTo>
                    <a:pt x="305173" y="67301"/>
                  </a:lnTo>
                  <a:lnTo>
                    <a:pt x="305206" y="69404"/>
                  </a:lnTo>
                  <a:lnTo>
                    <a:pt x="305241" y="71507"/>
                  </a:lnTo>
                  <a:lnTo>
                    <a:pt x="305278" y="73611"/>
                  </a:lnTo>
                  <a:lnTo>
                    <a:pt x="305318" y="75714"/>
                  </a:lnTo>
                  <a:lnTo>
                    <a:pt x="305360" y="77817"/>
                  </a:lnTo>
                  <a:lnTo>
                    <a:pt x="305405" y="79920"/>
                  </a:lnTo>
                  <a:lnTo>
                    <a:pt x="305452" y="82023"/>
                  </a:lnTo>
                  <a:lnTo>
                    <a:pt x="305503" y="84126"/>
                  </a:lnTo>
                  <a:lnTo>
                    <a:pt x="305557" y="86230"/>
                  </a:lnTo>
                  <a:lnTo>
                    <a:pt x="305613" y="88333"/>
                  </a:lnTo>
                  <a:lnTo>
                    <a:pt x="305672" y="90436"/>
                  </a:lnTo>
                  <a:lnTo>
                    <a:pt x="305735" y="92539"/>
                  </a:lnTo>
                  <a:lnTo>
                    <a:pt x="305801" y="94642"/>
                  </a:lnTo>
                  <a:lnTo>
                    <a:pt x="305870" y="96745"/>
                  </a:lnTo>
                  <a:lnTo>
                    <a:pt x="305942" y="98849"/>
                  </a:lnTo>
                  <a:lnTo>
                    <a:pt x="306019" y="100952"/>
                  </a:lnTo>
                  <a:lnTo>
                    <a:pt x="306098" y="103055"/>
                  </a:lnTo>
                  <a:lnTo>
                    <a:pt x="306181" y="105158"/>
                  </a:lnTo>
                  <a:lnTo>
                    <a:pt x="306268" y="107261"/>
                  </a:lnTo>
                  <a:lnTo>
                    <a:pt x="306358" y="109365"/>
                  </a:lnTo>
                  <a:lnTo>
                    <a:pt x="306452" y="111468"/>
                  </a:lnTo>
                  <a:lnTo>
                    <a:pt x="306549" y="113571"/>
                  </a:lnTo>
                  <a:lnTo>
                    <a:pt x="306651" y="115674"/>
                  </a:lnTo>
                  <a:lnTo>
                    <a:pt x="306756" y="117777"/>
                  </a:lnTo>
                  <a:lnTo>
                    <a:pt x="306865" y="119880"/>
                  </a:lnTo>
                  <a:lnTo>
                    <a:pt x="306977" y="121984"/>
                  </a:lnTo>
                  <a:lnTo>
                    <a:pt x="307094" y="124087"/>
                  </a:lnTo>
                  <a:lnTo>
                    <a:pt x="307214" y="126190"/>
                  </a:lnTo>
                  <a:lnTo>
                    <a:pt x="307338" y="128293"/>
                  </a:lnTo>
                  <a:lnTo>
                    <a:pt x="307465" y="130396"/>
                  </a:lnTo>
                  <a:lnTo>
                    <a:pt x="307597" y="132499"/>
                  </a:lnTo>
                  <a:lnTo>
                    <a:pt x="307732" y="134603"/>
                  </a:lnTo>
                  <a:lnTo>
                    <a:pt x="307871" y="136706"/>
                  </a:lnTo>
                  <a:lnTo>
                    <a:pt x="308013" y="138809"/>
                  </a:lnTo>
                  <a:lnTo>
                    <a:pt x="308160" y="140912"/>
                  </a:lnTo>
                  <a:lnTo>
                    <a:pt x="308310" y="143015"/>
                  </a:lnTo>
                  <a:lnTo>
                    <a:pt x="308463" y="145118"/>
                  </a:lnTo>
                  <a:lnTo>
                    <a:pt x="308620" y="147222"/>
                  </a:lnTo>
                  <a:lnTo>
                    <a:pt x="308781" y="149325"/>
                  </a:lnTo>
                  <a:lnTo>
                    <a:pt x="308945" y="151428"/>
                  </a:lnTo>
                  <a:lnTo>
                    <a:pt x="309112" y="153531"/>
                  </a:lnTo>
                  <a:lnTo>
                    <a:pt x="309284" y="155634"/>
                  </a:lnTo>
                  <a:lnTo>
                    <a:pt x="309458" y="157738"/>
                  </a:lnTo>
                  <a:lnTo>
                    <a:pt x="309636" y="159841"/>
                  </a:lnTo>
                  <a:lnTo>
                    <a:pt x="309817" y="161944"/>
                  </a:lnTo>
                  <a:lnTo>
                    <a:pt x="310002" y="164047"/>
                  </a:lnTo>
                  <a:lnTo>
                    <a:pt x="310190" y="166150"/>
                  </a:lnTo>
                  <a:lnTo>
                    <a:pt x="310381" y="168253"/>
                  </a:lnTo>
                  <a:lnTo>
                    <a:pt x="310575" y="170357"/>
                  </a:lnTo>
                  <a:lnTo>
                    <a:pt x="310773" y="172460"/>
                  </a:lnTo>
                  <a:lnTo>
                    <a:pt x="310973" y="174563"/>
                  </a:lnTo>
                  <a:lnTo>
                    <a:pt x="311177" y="176666"/>
                  </a:lnTo>
                  <a:lnTo>
                    <a:pt x="311383" y="178769"/>
                  </a:lnTo>
                  <a:lnTo>
                    <a:pt x="311593" y="180872"/>
                  </a:lnTo>
                  <a:lnTo>
                    <a:pt x="311805" y="182976"/>
                  </a:lnTo>
                  <a:lnTo>
                    <a:pt x="312020" y="185079"/>
                  </a:lnTo>
                  <a:lnTo>
                    <a:pt x="312239" y="187182"/>
                  </a:lnTo>
                  <a:lnTo>
                    <a:pt x="312460" y="189285"/>
                  </a:lnTo>
                  <a:lnTo>
                    <a:pt x="312683" y="191388"/>
                  </a:lnTo>
                  <a:lnTo>
                    <a:pt x="312908" y="193491"/>
                  </a:lnTo>
                  <a:lnTo>
                    <a:pt x="313137" y="195595"/>
                  </a:lnTo>
                  <a:lnTo>
                    <a:pt x="313368" y="197698"/>
                  </a:lnTo>
                  <a:lnTo>
                    <a:pt x="313601" y="199801"/>
                  </a:lnTo>
                  <a:lnTo>
                    <a:pt x="313835" y="201904"/>
                  </a:lnTo>
                  <a:lnTo>
                    <a:pt x="314073" y="204007"/>
                  </a:lnTo>
                  <a:lnTo>
                    <a:pt x="314312" y="206110"/>
                  </a:lnTo>
                  <a:lnTo>
                    <a:pt x="314552" y="208214"/>
                  </a:lnTo>
                  <a:lnTo>
                    <a:pt x="314795" y="210317"/>
                  </a:lnTo>
                  <a:lnTo>
                    <a:pt x="315039" y="212420"/>
                  </a:lnTo>
                  <a:lnTo>
                    <a:pt x="315284" y="214523"/>
                  </a:lnTo>
                  <a:lnTo>
                    <a:pt x="315530" y="216626"/>
                  </a:lnTo>
                  <a:lnTo>
                    <a:pt x="315777" y="218730"/>
                  </a:lnTo>
                  <a:lnTo>
                    <a:pt x="316025" y="220833"/>
                  </a:lnTo>
                  <a:lnTo>
                    <a:pt x="316273" y="222936"/>
                  </a:lnTo>
                  <a:lnTo>
                    <a:pt x="316522" y="225039"/>
                  </a:lnTo>
                  <a:lnTo>
                    <a:pt x="316771" y="227142"/>
                  </a:lnTo>
                  <a:lnTo>
                    <a:pt x="317020" y="229245"/>
                  </a:lnTo>
                  <a:lnTo>
                    <a:pt x="317269" y="231349"/>
                  </a:lnTo>
                  <a:lnTo>
                    <a:pt x="317518" y="233452"/>
                  </a:lnTo>
                  <a:lnTo>
                    <a:pt x="317766" y="235555"/>
                  </a:lnTo>
                  <a:lnTo>
                    <a:pt x="318013" y="237658"/>
                  </a:lnTo>
                  <a:lnTo>
                    <a:pt x="318259" y="239761"/>
                  </a:lnTo>
                  <a:lnTo>
                    <a:pt x="318504" y="241864"/>
                  </a:lnTo>
                  <a:lnTo>
                    <a:pt x="318747" y="243968"/>
                  </a:lnTo>
                  <a:lnTo>
                    <a:pt x="318989" y="246071"/>
                  </a:lnTo>
                  <a:lnTo>
                    <a:pt x="319229" y="248174"/>
                  </a:lnTo>
                  <a:lnTo>
                    <a:pt x="319467" y="250277"/>
                  </a:lnTo>
                  <a:lnTo>
                    <a:pt x="319702" y="252380"/>
                  </a:lnTo>
                  <a:lnTo>
                    <a:pt x="319935" y="254483"/>
                  </a:lnTo>
                  <a:lnTo>
                    <a:pt x="320166" y="256587"/>
                  </a:lnTo>
                  <a:lnTo>
                    <a:pt x="320394" y="258690"/>
                  </a:lnTo>
                  <a:lnTo>
                    <a:pt x="320619" y="260793"/>
                  </a:lnTo>
                  <a:lnTo>
                    <a:pt x="320842" y="262896"/>
                  </a:lnTo>
                  <a:lnTo>
                    <a:pt x="321062" y="264999"/>
                  </a:lnTo>
                  <a:lnTo>
                    <a:pt x="321278" y="267103"/>
                  </a:lnTo>
                  <a:lnTo>
                    <a:pt x="321491" y="269206"/>
                  </a:lnTo>
                  <a:lnTo>
                    <a:pt x="321701" y="271309"/>
                  </a:lnTo>
                  <a:lnTo>
                    <a:pt x="321909" y="273412"/>
                  </a:lnTo>
                  <a:lnTo>
                    <a:pt x="322112" y="275515"/>
                  </a:lnTo>
                  <a:lnTo>
                    <a:pt x="322313" y="277618"/>
                  </a:lnTo>
                  <a:lnTo>
                    <a:pt x="322511" y="279722"/>
                  </a:lnTo>
                  <a:lnTo>
                    <a:pt x="322706" y="281825"/>
                  </a:lnTo>
                  <a:lnTo>
                    <a:pt x="322898" y="283928"/>
                  </a:lnTo>
                  <a:lnTo>
                    <a:pt x="323088" y="286031"/>
                  </a:lnTo>
                  <a:lnTo>
                    <a:pt x="323276" y="288134"/>
                  </a:lnTo>
                  <a:lnTo>
                    <a:pt x="323461" y="290237"/>
                  </a:lnTo>
                  <a:lnTo>
                    <a:pt x="323645" y="292341"/>
                  </a:lnTo>
                  <a:lnTo>
                    <a:pt x="323828" y="294444"/>
                  </a:lnTo>
                  <a:lnTo>
                    <a:pt x="324010" y="296547"/>
                  </a:lnTo>
                  <a:lnTo>
                    <a:pt x="324192" y="298650"/>
                  </a:lnTo>
                  <a:lnTo>
                    <a:pt x="324374" y="300753"/>
                  </a:lnTo>
                  <a:lnTo>
                    <a:pt x="324557" y="302856"/>
                  </a:lnTo>
                  <a:lnTo>
                    <a:pt x="324741" y="304960"/>
                  </a:lnTo>
                  <a:lnTo>
                    <a:pt x="324928" y="307063"/>
                  </a:lnTo>
                  <a:lnTo>
                    <a:pt x="325118" y="309166"/>
                  </a:lnTo>
                  <a:lnTo>
                    <a:pt x="325312" y="311269"/>
                  </a:lnTo>
                  <a:lnTo>
                    <a:pt x="325509" y="313372"/>
                  </a:lnTo>
                  <a:lnTo>
                    <a:pt x="325715" y="315476"/>
                  </a:lnTo>
                  <a:lnTo>
                    <a:pt x="325927" y="317579"/>
                  </a:lnTo>
                  <a:lnTo>
                    <a:pt x="326146" y="319682"/>
                  </a:lnTo>
                  <a:lnTo>
                    <a:pt x="326374" y="321785"/>
                  </a:lnTo>
                  <a:lnTo>
                    <a:pt x="326615" y="323888"/>
                  </a:lnTo>
                  <a:lnTo>
                    <a:pt x="326867" y="325991"/>
                  </a:lnTo>
                  <a:lnTo>
                    <a:pt x="327131" y="328095"/>
                  </a:lnTo>
                  <a:lnTo>
                    <a:pt x="327408" y="330198"/>
                  </a:lnTo>
                  <a:lnTo>
                    <a:pt x="327706" y="332301"/>
                  </a:lnTo>
                  <a:lnTo>
                    <a:pt x="328020" y="334404"/>
                  </a:lnTo>
                  <a:lnTo>
                    <a:pt x="328350" y="336507"/>
                  </a:lnTo>
                  <a:lnTo>
                    <a:pt x="328702" y="338610"/>
                  </a:lnTo>
                  <a:lnTo>
                    <a:pt x="329080" y="340714"/>
                  </a:lnTo>
                  <a:lnTo>
                    <a:pt x="329479" y="342817"/>
                  </a:lnTo>
                  <a:lnTo>
                    <a:pt x="329900" y="344920"/>
                  </a:lnTo>
                  <a:lnTo>
                    <a:pt x="330353" y="347023"/>
                  </a:lnTo>
                  <a:lnTo>
                    <a:pt x="330835" y="349126"/>
                  </a:lnTo>
                  <a:lnTo>
                    <a:pt x="331344" y="351229"/>
                  </a:lnTo>
                  <a:lnTo>
                    <a:pt x="331880" y="353333"/>
                  </a:lnTo>
                  <a:lnTo>
                    <a:pt x="332458" y="355436"/>
                  </a:lnTo>
                  <a:lnTo>
                    <a:pt x="333068" y="357539"/>
                  </a:lnTo>
                  <a:lnTo>
                    <a:pt x="333709" y="359642"/>
                  </a:lnTo>
                  <a:lnTo>
                    <a:pt x="334382" y="361745"/>
                  </a:lnTo>
                  <a:lnTo>
                    <a:pt x="335105" y="363848"/>
                  </a:lnTo>
                  <a:lnTo>
                    <a:pt x="335862" y="365952"/>
                  </a:lnTo>
                  <a:lnTo>
                    <a:pt x="336652" y="368055"/>
                  </a:lnTo>
                  <a:lnTo>
                    <a:pt x="337481" y="370158"/>
                  </a:lnTo>
                  <a:lnTo>
                    <a:pt x="338360" y="372261"/>
                  </a:lnTo>
                  <a:lnTo>
                    <a:pt x="339273" y="374364"/>
                  </a:lnTo>
                  <a:lnTo>
                    <a:pt x="340220" y="376468"/>
                  </a:lnTo>
                  <a:lnTo>
                    <a:pt x="341212" y="378571"/>
                  </a:lnTo>
                  <a:lnTo>
                    <a:pt x="342248" y="380674"/>
                  </a:lnTo>
                  <a:lnTo>
                    <a:pt x="343317" y="382777"/>
                  </a:lnTo>
                  <a:lnTo>
                    <a:pt x="344419" y="384880"/>
                  </a:lnTo>
                  <a:lnTo>
                    <a:pt x="345566" y="386983"/>
                  </a:lnTo>
                  <a:lnTo>
                    <a:pt x="346748" y="389087"/>
                  </a:lnTo>
                  <a:lnTo>
                    <a:pt x="347960" y="391190"/>
                  </a:lnTo>
                  <a:lnTo>
                    <a:pt x="349200" y="393293"/>
                  </a:lnTo>
                  <a:lnTo>
                    <a:pt x="350479" y="395396"/>
                  </a:lnTo>
                  <a:lnTo>
                    <a:pt x="351784" y="397499"/>
                  </a:lnTo>
                  <a:lnTo>
                    <a:pt x="353110" y="399602"/>
                  </a:lnTo>
                  <a:lnTo>
                    <a:pt x="354458" y="401706"/>
                  </a:lnTo>
                  <a:lnTo>
                    <a:pt x="355832" y="403809"/>
                  </a:lnTo>
                  <a:lnTo>
                    <a:pt x="357219" y="405912"/>
                  </a:lnTo>
                  <a:lnTo>
                    <a:pt x="358618" y="408015"/>
                  </a:lnTo>
                  <a:lnTo>
                    <a:pt x="360029" y="410118"/>
                  </a:lnTo>
                  <a:lnTo>
                    <a:pt x="361447" y="412221"/>
                  </a:lnTo>
                  <a:lnTo>
                    <a:pt x="362867" y="414325"/>
                  </a:lnTo>
                  <a:lnTo>
                    <a:pt x="364286" y="416428"/>
                  </a:lnTo>
                  <a:lnTo>
                    <a:pt x="365701" y="418531"/>
                  </a:lnTo>
                  <a:lnTo>
                    <a:pt x="367106" y="420634"/>
                  </a:lnTo>
                  <a:lnTo>
                    <a:pt x="368500" y="422737"/>
                  </a:lnTo>
                  <a:lnTo>
                    <a:pt x="369880" y="424841"/>
                  </a:lnTo>
                  <a:lnTo>
                    <a:pt x="371235" y="426944"/>
                  </a:lnTo>
                  <a:lnTo>
                    <a:pt x="372565" y="429047"/>
                  </a:lnTo>
                  <a:lnTo>
                    <a:pt x="373871" y="431150"/>
                  </a:lnTo>
                  <a:lnTo>
                    <a:pt x="375149" y="433253"/>
                  </a:lnTo>
                  <a:lnTo>
                    <a:pt x="376381" y="435356"/>
                  </a:lnTo>
                  <a:lnTo>
                    <a:pt x="377576" y="437460"/>
                  </a:lnTo>
                  <a:lnTo>
                    <a:pt x="378734" y="439563"/>
                  </a:lnTo>
                  <a:lnTo>
                    <a:pt x="379851" y="441666"/>
                  </a:lnTo>
                  <a:lnTo>
                    <a:pt x="380904" y="443769"/>
                  </a:lnTo>
                  <a:lnTo>
                    <a:pt x="381911" y="445872"/>
                  </a:lnTo>
                  <a:lnTo>
                    <a:pt x="382871" y="447975"/>
                  </a:lnTo>
                  <a:lnTo>
                    <a:pt x="383774" y="450079"/>
                  </a:lnTo>
                  <a:lnTo>
                    <a:pt x="384606" y="452182"/>
                  </a:lnTo>
                  <a:lnTo>
                    <a:pt x="385384" y="454285"/>
                  </a:lnTo>
                  <a:lnTo>
                    <a:pt x="386108" y="456388"/>
                  </a:lnTo>
                  <a:lnTo>
                    <a:pt x="386762" y="458491"/>
                  </a:lnTo>
                  <a:lnTo>
                    <a:pt x="387343" y="460594"/>
                  </a:lnTo>
                  <a:lnTo>
                    <a:pt x="387868" y="462698"/>
                  </a:lnTo>
                  <a:lnTo>
                    <a:pt x="388335" y="464801"/>
                  </a:lnTo>
                  <a:lnTo>
                    <a:pt x="388722" y="466904"/>
                  </a:lnTo>
                  <a:lnTo>
                    <a:pt x="389041" y="469007"/>
                  </a:lnTo>
                  <a:lnTo>
                    <a:pt x="389304" y="471110"/>
                  </a:lnTo>
                  <a:lnTo>
                    <a:pt x="389509" y="473214"/>
                  </a:lnTo>
                  <a:lnTo>
                    <a:pt x="389630" y="475317"/>
                  </a:lnTo>
                  <a:lnTo>
                    <a:pt x="389693" y="477420"/>
                  </a:lnTo>
                  <a:lnTo>
                    <a:pt x="389702" y="479523"/>
                  </a:lnTo>
                  <a:lnTo>
                    <a:pt x="389655" y="481626"/>
                  </a:lnTo>
                  <a:lnTo>
                    <a:pt x="389531" y="483729"/>
                  </a:lnTo>
                  <a:lnTo>
                    <a:pt x="389357" y="485833"/>
                  </a:lnTo>
                  <a:lnTo>
                    <a:pt x="389136" y="487936"/>
                  </a:lnTo>
                  <a:lnTo>
                    <a:pt x="388860" y="490039"/>
                  </a:lnTo>
                  <a:lnTo>
                    <a:pt x="388522" y="492142"/>
                  </a:lnTo>
                  <a:lnTo>
                    <a:pt x="388143" y="494245"/>
                  </a:lnTo>
                  <a:lnTo>
                    <a:pt x="387723" y="496348"/>
                  </a:lnTo>
                  <a:lnTo>
                    <a:pt x="387255" y="498452"/>
                  </a:lnTo>
                  <a:lnTo>
                    <a:pt x="386741" y="500555"/>
                  </a:lnTo>
                  <a:lnTo>
                    <a:pt x="386194" y="502658"/>
                  </a:lnTo>
                  <a:lnTo>
                    <a:pt x="385615" y="504761"/>
                  </a:lnTo>
                  <a:lnTo>
                    <a:pt x="384996" y="506864"/>
                  </a:lnTo>
                  <a:lnTo>
                    <a:pt x="384345" y="508967"/>
                  </a:lnTo>
                  <a:lnTo>
                    <a:pt x="383670" y="511071"/>
                  </a:lnTo>
                  <a:lnTo>
                    <a:pt x="382972" y="513174"/>
                  </a:lnTo>
                  <a:lnTo>
                    <a:pt x="382243" y="515277"/>
                  </a:lnTo>
                  <a:lnTo>
                    <a:pt x="381495" y="517380"/>
                  </a:lnTo>
                  <a:lnTo>
                    <a:pt x="380730" y="519483"/>
                  </a:lnTo>
                  <a:lnTo>
                    <a:pt x="379949" y="521587"/>
                  </a:lnTo>
                  <a:lnTo>
                    <a:pt x="379148" y="523690"/>
                  </a:lnTo>
                  <a:lnTo>
                    <a:pt x="378336" y="525793"/>
                  </a:lnTo>
                  <a:lnTo>
                    <a:pt x="377515" y="527896"/>
                  </a:lnTo>
                  <a:lnTo>
                    <a:pt x="376920" y="529401"/>
                  </a:lnTo>
                  <a:lnTo>
                    <a:pt x="376683" y="529999"/>
                  </a:lnTo>
                  <a:lnTo>
                    <a:pt x="375842" y="532102"/>
                  </a:lnTo>
                  <a:lnTo>
                    <a:pt x="374995" y="534206"/>
                  </a:lnTo>
                  <a:lnTo>
                    <a:pt x="374143" y="536309"/>
                  </a:lnTo>
                  <a:lnTo>
                    <a:pt x="373287" y="538412"/>
                  </a:lnTo>
                  <a:lnTo>
                    <a:pt x="372428" y="540515"/>
                  </a:lnTo>
                  <a:lnTo>
                    <a:pt x="371567" y="542618"/>
                  </a:lnTo>
                  <a:lnTo>
                    <a:pt x="370705" y="544721"/>
                  </a:lnTo>
                  <a:lnTo>
                    <a:pt x="369843" y="546825"/>
                  </a:lnTo>
                  <a:lnTo>
                    <a:pt x="368982" y="548928"/>
                  </a:lnTo>
                  <a:lnTo>
                    <a:pt x="368122" y="551031"/>
                  </a:lnTo>
                  <a:lnTo>
                    <a:pt x="367264" y="553134"/>
                  </a:lnTo>
                  <a:lnTo>
                    <a:pt x="366409" y="555237"/>
                  </a:lnTo>
                  <a:lnTo>
                    <a:pt x="365557" y="557340"/>
                  </a:lnTo>
                  <a:lnTo>
                    <a:pt x="364708" y="559444"/>
                  </a:lnTo>
                  <a:lnTo>
                    <a:pt x="363863" y="561547"/>
                  </a:lnTo>
                  <a:lnTo>
                    <a:pt x="363023" y="563650"/>
                  </a:lnTo>
                  <a:lnTo>
                    <a:pt x="362187" y="565753"/>
                  </a:lnTo>
                  <a:lnTo>
                    <a:pt x="361355" y="567856"/>
                  </a:lnTo>
                  <a:lnTo>
                    <a:pt x="360528" y="569959"/>
                  </a:lnTo>
                  <a:lnTo>
                    <a:pt x="359708" y="572063"/>
                  </a:lnTo>
                  <a:lnTo>
                    <a:pt x="358892" y="574166"/>
                  </a:lnTo>
                  <a:lnTo>
                    <a:pt x="358082" y="576269"/>
                  </a:lnTo>
                  <a:lnTo>
                    <a:pt x="357278" y="578372"/>
                  </a:lnTo>
                  <a:lnTo>
                    <a:pt x="356481" y="580475"/>
                  </a:lnTo>
                  <a:lnTo>
                    <a:pt x="355690" y="582579"/>
                  </a:lnTo>
                  <a:lnTo>
                    <a:pt x="354904" y="584682"/>
                  </a:lnTo>
                  <a:lnTo>
                    <a:pt x="354127" y="586785"/>
                  </a:lnTo>
                  <a:lnTo>
                    <a:pt x="353357" y="588888"/>
                  </a:lnTo>
                  <a:lnTo>
                    <a:pt x="352594" y="590991"/>
                  </a:lnTo>
                  <a:lnTo>
                    <a:pt x="351837" y="593094"/>
                  </a:lnTo>
                  <a:lnTo>
                    <a:pt x="351091" y="595198"/>
                  </a:lnTo>
                  <a:lnTo>
                    <a:pt x="350352" y="597301"/>
                  </a:lnTo>
                  <a:lnTo>
                    <a:pt x="349621" y="599404"/>
                  </a:lnTo>
                  <a:lnTo>
                    <a:pt x="348897" y="601507"/>
                  </a:lnTo>
                  <a:lnTo>
                    <a:pt x="348185" y="603610"/>
                  </a:lnTo>
                  <a:lnTo>
                    <a:pt x="347482" y="605713"/>
                  </a:lnTo>
                  <a:lnTo>
                    <a:pt x="346786" y="607817"/>
                  </a:lnTo>
                  <a:lnTo>
                    <a:pt x="346101" y="609920"/>
                  </a:lnTo>
                  <a:lnTo>
                    <a:pt x="345427" y="612023"/>
                  </a:lnTo>
                  <a:lnTo>
                    <a:pt x="344763" y="614126"/>
                  </a:lnTo>
                  <a:lnTo>
                    <a:pt x="344107" y="616229"/>
                  </a:lnTo>
                  <a:lnTo>
                    <a:pt x="343463" y="618332"/>
                  </a:lnTo>
                  <a:lnTo>
                    <a:pt x="342831" y="620436"/>
                  </a:lnTo>
                  <a:lnTo>
                    <a:pt x="342208" y="622539"/>
                  </a:lnTo>
                  <a:lnTo>
                    <a:pt x="341594" y="624642"/>
                  </a:lnTo>
                  <a:lnTo>
                    <a:pt x="340994" y="626745"/>
                  </a:lnTo>
                  <a:lnTo>
                    <a:pt x="340405" y="628848"/>
                  </a:lnTo>
                  <a:lnTo>
                    <a:pt x="339825" y="630952"/>
                  </a:lnTo>
                  <a:lnTo>
                    <a:pt x="339254" y="633055"/>
                  </a:lnTo>
                  <a:lnTo>
                    <a:pt x="338698" y="635158"/>
                  </a:lnTo>
                  <a:lnTo>
                    <a:pt x="338151" y="637261"/>
                  </a:lnTo>
                  <a:lnTo>
                    <a:pt x="337613" y="639364"/>
                  </a:lnTo>
                  <a:lnTo>
                    <a:pt x="337084" y="641467"/>
                  </a:lnTo>
                  <a:lnTo>
                    <a:pt x="336568" y="643571"/>
                  </a:lnTo>
                  <a:lnTo>
                    <a:pt x="336061" y="645674"/>
                  </a:lnTo>
                  <a:lnTo>
                    <a:pt x="335562" y="647777"/>
                  </a:lnTo>
                  <a:lnTo>
                    <a:pt x="335072" y="649880"/>
                  </a:lnTo>
                  <a:lnTo>
                    <a:pt x="334593" y="651983"/>
                  </a:lnTo>
                  <a:lnTo>
                    <a:pt x="334120" y="654086"/>
                  </a:lnTo>
                  <a:lnTo>
                    <a:pt x="333655" y="656190"/>
                  </a:lnTo>
                  <a:lnTo>
                    <a:pt x="333198" y="658293"/>
                  </a:lnTo>
                  <a:lnTo>
                    <a:pt x="332749" y="660396"/>
                  </a:lnTo>
                  <a:lnTo>
                    <a:pt x="332306" y="662499"/>
                  </a:lnTo>
                  <a:lnTo>
                    <a:pt x="331868" y="664602"/>
                  </a:lnTo>
                  <a:lnTo>
                    <a:pt x="331437" y="666705"/>
                  </a:lnTo>
                  <a:lnTo>
                    <a:pt x="331012" y="668809"/>
                  </a:lnTo>
                  <a:lnTo>
                    <a:pt x="330591" y="670912"/>
                  </a:lnTo>
                  <a:lnTo>
                    <a:pt x="330175" y="673015"/>
                  </a:lnTo>
                  <a:lnTo>
                    <a:pt x="329764" y="675118"/>
                  </a:lnTo>
                  <a:lnTo>
                    <a:pt x="329356" y="677221"/>
                  </a:lnTo>
                  <a:lnTo>
                    <a:pt x="328952" y="679325"/>
                  </a:lnTo>
                  <a:lnTo>
                    <a:pt x="328551" y="681428"/>
                  </a:lnTo>
                  <a:lnTo>
                    <a:pt x="328154" y="683531"/>
                  </a:lnTo>
                  <a:lnTo>
                    <a:pt x="327759" y="685634"/>
                  </a:lnTo>
                  <a:lnTo>
                    <a:pt x="327366" y="687737"/>
                  </a:lnTo>
                  <a:lnTo>
                    <a:pt x="326976" y="689840"/>
                  </a:lnTo>
                  <a:lnTo>
                    <a:pt x="326589" y="691944"/>
                  </a:lnTo>
                  <a:lnTo>
                    <a:pt x="326203" y="694047"/>
                  </a:lnTo>
                  <a:lnTo>
                    <a:pt x="325820" y="696150"/>
                  </a:lnTo>
                  <a:lnTo>
                    <a:pt x="325438" y="698253"/>
                  </a:lnTo>
                  <a:lnTo>
                    <a:pt x="325059" y="700356"/>
                  </a:lnTo>
                  <a:lnTo>
                    <a:pt x="324682" y="702459"/>
                  </a:lnTo>
                  <a:lnTo>
                    <a:pt x="324307" y="704563"/>
                  </a:lnTo>
                  <a:lnTo>
                    <a:pt x="323935" y="706666"/>
                  </a:lnTo>
                  <a:lnTo>
                    <a:pt x="323565" y="708769"/>
                  </a:lnTo>
                  <a:lnTo>
                    <a:pt x="323198" y="710872"/>
                  </a:lnTo>
                  <a:lnTo>
                    <a:pt x="322833" y="712975"/>
                  </a:lnTo>
                  <a:lnTo>
                    <a:pt x="322472" y="715078"/>
                  </a:lnTo>
                  <a:lnTo>
                    <a:pt x="322114" y="717182"/>
                  </a:lnTo>
                  <a:lnTo>
                    <a:pt x="321760" y="719285"/>
                  </a:lnTo>
                  <a:lnTo>
                    <a:pt x="321409" y="721388"/>
                  </a:lnTo>
                  <a:lnTo>
                    <a:pt x="321064" y="723491"/>
                  </a:lnTo>
                  <a:lnTo>
                    <a:pt x="320723" y="725594"/>
                  </a:lnTo>
                  <a:lnTo>
                    <a:pt x="320386" y="727697"/>
                  </a:lnTo>
                  <a:lnTo>
                    <a:pt x="320055" y="729801"/>
                  </a:lnTo>
                  <a:lnTo>
                    <a:pt x="319731" y="731904"/>
                  </a:lnTo>
                  <a:lnTo>
                    <a:pt x="319413" y="734007"/>
                  </a:lnTo>
                  <a:lnTo>
                    <a:pt x="319100" y="736110"/>
                  </a:lnTo>
                  <a:lnTo>
                    <a:pt x="318796" y="738213"/>
                  </a:lnTo>
                  <a:lnTo>
                    <a:pt x="318501" y="740317"/>
                  </a:lnTo>
                  <a:lnTo>
                    <a:pt x="318213" y="742420"/>
                  </a:lnTo>
                  <a:lnTo>
                    <a:pt x="317933" y="744523"/>
                  </a:lnTo>
                  <a:lnTo>
                    <a:pt x="317666" y="746626"/>
                  </a:lnTo>
                  <a:lnTo>
                    <a:pt x="317408" y="748729"/>
                  </a:lnTo>
                  <a:lnTo>
                    <a:pt x="317161" y="750832"/>
                  </a:lnTo>
                  <a:lnTo>
                    <a:pt x="316925" y="752936"/>
                  </a:lnTo>
                  <a:lnTo>
                    <a:pt x="316706" y="755039"/>
                  </a:lnTo>
                  <a:lnTo>
                    <a:pt x="316500" y="757142"/>
                  </a:lnTo>
                  <a:lnTo>
                    <a:pt x="316309" y="759245"/>
                  </a:lnTo>
                  <a:lnTo>
                    <a:pt x="316132" y="761348"/>
                  </a:lnTo>
                  <a:lnTo>
                    <a:pt x="315980" y="763451"/>
                  </a:lnTo>
                  <a:lnTo>
                    <a:pt x="315846" y="765555"/>
                  </a:lnTo>
                  <a:lnTo>
                    <a:pt x="315730" y="767658"/>
                  </a:lnTo>
                  <a:lnTo>
                    <a:pt x="315640" y="769761"/>
                  </a:lnTo>
                  <a:lnTo>
                    <a:pt x="315581" y="771864"/>
                  </a:lnTo>
                  <a:lnTo>
                    <a:pt x="315548" y="773967"/>
                  </a:lnTo>
                  <a:lnTo>
                    <a:pt x="315542" y="776070"/>
                  </a:lnTo>
                  <a:lnTo>
                    <a:pt x="315574" y="778174"/>
                  </a:lnTo>
                  <a:lnTo>
                    <a:pt x="315650" y="780277"/>
                  </a:lnTo>
                  <a:lnTo>
                    <a:pt x="315762" y="782380"/>
                  </a:lnTo>
                  <a:lnTo>
                    <a:pt x="315913" y="784483"/>
                  </a:lnTo>
                  <a:lnTo>
                    <a:pt x="316126" y="786586"/>
                  </a:lnTo>
                  <a:lnTo>
                    <a:pt x="316395" y="788690"/>
                  </a:lnTo>
                  <a:lnTo>
                    <a:pt x="316716" y="790793"/>
                  </a:lnTo>
                  <a:lnTo>
                    <a:pt x="317093" y="792896"/>
                  </a:lnTo>
                  <a:lnTo>
                    <a:pt x="317566" y="794999"/>
                  </a:lnTo>
                  <a:lnTo>
                    <a:pt x="318110" y="797102"/>
                  </a:lnTo>
                  <a:lnTo>
                    <a:pt x="318727" y="799205"/>
                  </a:lnTo>
                  <a:lnTo>
                    <a:pt x="319430" y="801309"/>
                  </a:lnTo>
                  <a:lnTo>
                    <a:pt x="320260" y="803412"/>
                  </a:lnTo>
                  <a:lnTo>
                    <a:pt x="321186" y="805515"/>
                  </a:lnTo>
                  <a:lnTo>
                    <a:pt x="322212" y="807618"/>
                  </a:lnTo>
                  <a:lnTo>
                    <a:pt x="323365" y="809721"/>
                  </a:lnTo>
                  <a:lnTo>
                    <a:pt x="324676" y="811824"/>
                  </a:lnTo>
                  <a:lnTo>
                    <a:pt x="326114" y="813928"/>
                  </a:lnTo>
                  <a:lnTo>
                    <a:pt x="327682" y="816031"/>
                  </a:lnTo>
                  <a:lnTo>
                    <a:pt x="329432" y="818134"/>
                  </a:lnTo>
                  <a:lnTo>
                    <a:pt x="331370" y="820237"/>
                  </a:lnTo>
                  <a:lnTo>
                    <a:pt x="333466" y="822340"/>
                  </a:lnTo>
                  <a:lnTo>
                    <a:pt x="335725" y="824443"/>
                  </a:lnTo>
                  <a:lnTo>
                    <a:pt x="338230" y="826547"/>
                  </a:lnTo>
                  <a:lnTo>
                    <a:pt x="340943" y="828650"/>
                  </a:lnTo>
                  <a:lnTo>
                    <a:pt x="343847" y="830753"/>
                  </a:lnTo>
                  <a:lnTo>
                    <a:pt x="346945" y="832856"/>
                  </a:lnTo>
                  <a:lnTo>
                    <a:pt x="350356" y="834959"/>
                  </a:lnTo>
                  <a:lnTo>
                    <a:pt x="353983" y="837063"/>
                  </a:lnTo>
                  <a:lnTo>
                    <a:pt x="357827" y="839166"/>
                  </a:lnTo>
                  <a:lnTo>
                    <a:pt x="361909" y="841269"/>
                  </a:lnTo>
                  <a:lnTo>
                    <a:pt x="366321" y="843372"/>
                  </a:lnTo>
                  <a:lnTo>
                    <a:pt x="370962" y="845475"/>
                  </a:lnTo>
                  <a:lnTo>
                    <a:pt x="375832" y="847578"/>
                  </a:lnTo>
                  <a:lnTo>
                    <a:pt x="380978" y="849682"/>
                  </a:lnTo>
                  <a:lnTo>
                    <a:pt x="386436" y="851785"/>
                  </a:lnTo>
                  <a:lnTo>
                    <a:pt x="392120" y="853888"/>
                  </a:lnTo>
                  <a:lnTo>
                    <a:pt x="398029" y="855991"/>
                  </a:lnTo>
                  <a:lnTo>
                    <a:pt x="404227" y="858094"/>
                  </a:lnTo>
                  <a:lnTo>
                    <a:pt x="410687" y="860197"/>
                  </a:lnTo>
                  <a:lnTo>
                    <a:pt x="417348" y="862301"/>
                  </a:lnTo>
                  <a:lnTo>
                    <a:pt x="424206" y="864404"/>
                  </a:lnTo>
                  <a:lnTo>
                    <a:pt x="431323" y="866507"/>
                  </a:lnTo>
                  <a:lnTo>
                    <a:pt x="438625" y="868610"/>
                  </a:lnTo>
                  <a:lnTo>
                    <a:pt x="446077" y="870713"/>
                  </a:lnTo>
                  <a:lnTo>
                    <a:pt x="453670" y="872816"/>
                  </a:lnTo>
                  <a:lnTo>
                    <a:pt x="461440" y="874920"/>
                  </a:lnTo>
                  <a:lnTo>
                    <a:pt x="469297" y="877023"/>
                  </a:lnTo>
                  <a:lnTo>
                    <a:pt x="477226" y="879126"/>
                  </a:lnTo>
                  <a:lnTo>
                    <a:pt x="485214" y="881229"/>
                  </a:lnTo>
                  <a:lnTo>
                    <a:pt x="493232" y="883332"/>
                  </a:lnTo>
                  <a:lnTo>
                    <a:pt x="501235" y="885435"/>
                  </a:lnTo>
                  <a:lnTo>
                    <a:pt x="509208" y="887539"/>
                  </a:lnTo>
                  <a:lnTo>
                    <a:pt x="517114" y="889642"/>
                  </a:lnTo>
                  <a:lnTo>
                    <a:pt x="524890" y="891745"/>
                  </a:lnTo>
                  <a:lnTo>
                    <a:pt x="532536" y="893848"/>
                  </a:lnTo>
                  <a:lnTo>
                    <a:pt x="540035" y="895951"/>
                  </a:lnTo>
                  <a:lnTo>
                    <a:pt x="547298" y="898055"/>
                  </a:lnTo>
                  <a:lnTo>
                    <a:pt x="554286" y="900158"/>
                  </a:lnTo>
                  <a:lnTo>
                    <a:pt x="561026" y="902261"/>
                  </a:lnTo>
                  <a:lnTo>
                    <a:pt x="567498" y="904364"/>
                  </a:lnTo>
                  <a:lnTo>
                    <a:pt x="573538" y="906467"/>
                  </a:lnTo>
                  <a:lnTo>
                    <a:pt x="579196" y="908570"/>
                  </a:lnTo>
                  <a:lnTo>
                    <a:pt x="584494" y="910674"/>
                  </a:lnTo>
                  <a:lnTo>
                    <a:pt x="589417" y="912777"/>
                  </a:lnTo>
                  <a:lnTo>
                    <a:pt x="593713" y="914880"/>
                  </a:lnTo>
                  <a:lnTo>
                    <a:pt x="597567" y="916983"/>
                  </a:lnTo>
                  <a:lnTo>
                    <a:pt x="600974" y="919086"/>
                  </a:lnTo>
                  <a:lnTo>
                    <a:pt x="603878" y="921189"/>
                  </a:lnTo>
                  <a:lnTo>
                    <a:pt x="606083" y="923293"/>
                  </a:lnTo>
                  <a:lnTo>
                    <a:pt x="607794" y="925396"/>
                  </a:lnTo>
                  <a:lnTo>
                    <a:pt x="609009" y="927499"/>
                  </a:lnTo>
                  <a:lnTo>
                    <a:pt x="609615" y="929602"/>
                  </a:lnTo>
                  <a:lnTo>
                    <a:pt x="609573" y="930707"/>
                  </a:lnTo>
                  <a:lnTo>
                    <a:pt x="609536" y="931705"/>
                  </a:lnTo>
                  <a:lnTo>
                    <a:pt x="608950" y="933808"/>
                  </a:lnTo>
                  <a:lnTo>
                    <a:pt x="607859" y="935912"/>
                  </a:lnTo>
                  <a:lnTo>
                    <a:pt x="606106" y="938015"/>
                  </a:lnTo>
                  <a:lnTo>
                    <a:pt x="603750" y="940118"/>
                  </a:lnTo>
                  <a:lnTo>
                    <a:pt x="600916" y="942221"/>
                  </a:lnTo>
                  <a:lnTo>
                    <a:pt x="597613" y="944324"/>
                  </a:lnTo>
                  <a:lnTo>
                    <a:pt x="593664" y="946428"/>
                  </a:lnTo>
                  <a:lnTo>
                    <a:pt x="589237" y="948531"/>
                  </a:lnTo>
                  <a:lnTo>
                    <a:pt x="584403" y="950634"/>
                  </a:lnTo>
                  <a:lnTo>
                    <a:pt x="579175" y="952737"/>
                  </a:lnTo>
                  <a:lnTo>
                    <a:pt x="573387" y="954840"/>
                  </a:lnTo>
                  <a:lnTo>
                    <a:pt x="567270" y="956943"/>
                  </a:lnTo>
                  <a:lnTo>
                    <a:pt x="560845" y="959047"/>
                  </a:lnTo>
                  <a:lnTo>
                    <a:pt x="554104" y="961150"/>
                  </a:lnTo>
                  <a:lnTo>
                    <a:pt x="547004" y="963253"/>
                  </a:lnTo>
                  <a:lnTo>
                    <a:pt x="539693" y="965356"/>
                  </a:lnTo>
                  <a:lnTo>
                    <a:pt x="532192" y="967459"/>
                  </a:lnTo>
                  <a:lnTo>
                    <a:pt x="524491" y="969562"/>
                  </a:lnTo>
                  <a:lnTo>
                    <a:pt x="516625" y="971666"/>
                  </a:lnTo>
                  <a:lnTo>
                    <a:pt x="508669" y="973769"/>
                  </a:lnTo>
                  <a:lnTo>
                    <a:pt x="500641" y="975872"/>
                  </a:lnTo>
                  <a:lnTo>
                    <a:pt x="492557" y="977975"/>
                  </a:lnTo>
                  <a:lnTo>
                    <a:pt x="484468" y="980078"/>
                  </a:lnTo>
                  <a:lnTo>
                    <a:pt x="476400" y="982181"/>
                  </a:lnTo>
                  <a:lnTo>
                    <a:pt x="468367" y="984285"/>
                  </a:lnTo>
                  <a:lnTo>
                    <a:pt x="460427" y="986388"/>
                  </a:lnTo>
                  <a:lnTo>
                    <a:pt x="452595" y="988491"/>
                  </a:lnTo>
                  <a:lnTo>
                    <a:pt x="444873" y="990594"/>
                  </a:lnTo>
                  <a:lnTo>
                    <a:pt x="437275" y="992697"/>
                  </a:lnTo>
                  <a:lnTo>
                    <a:pt x="429906" y="994801"/>
                  </a:lnTo>
                  <a:lnTo>
                    <a:pt x="422705" y="996904"/>
                  </a:lnTo>
                  <a:lnTo>
                    <a:pt x="415682" y="999007"/>
                  </a:lnTo>
                  <a:lnTo>
                    <a:pt x="408864" y="1001110"/>
                  </a:lnTo>
                  <a:lnTo>
                    <a:pt x="402337" y="1003213"/>
                  </a:lnTo>
                  <a:lnTo>
                    <a:pt x="396020" y="1005316"/>
                  </a:lnTo>
                  <a:lnTo>
                    <a:pt x="389918" y="1007420"/>
                  </a:lnTo>
                  <a:lnTo>
                    <a:pt x="384083" y="1009523"/>
                  </a:lnTo>
                  <a:lnTo>
                    <a:pt x="378549" y="1011626"/>
                  </a:lnTo>
                  <a:lnTo>
                    <a:pt x="373242" y="1013729"/>
                  </a:lnTo>
                  <a:lnTo>
                    <a:pt x="368162" y="1015832"/>
                  </a:lnTo>
                  <a:lnTo>
                    <a:pt x="363383" y="1017935"/>
                  </a:lnTo>
                  <a:lnTo>
                    <a:pt x="358880" y="1020039"/>
                  </a:lnTo>
                  <a:lnTo>
                    <a:pt x="354599" y="1022142"/>
                  </a:lnTo>
                  <a:lnTo>
                    <a:pt x="350537" y="1024245"/>
                  </a:lnTo>
                  <a:lnTo>
                    <a:pt x="346784" y="1026348"/>
                  </a:lnTo>
                  <a:lnTo>
                    <a:pt x="343260" y="1028451"/>
                  </a:lnTo>
                  <a:lnTo>
                    <a:pt x="339938" y="1030554"/>
                  </a:lnTo>
                  <a:lnTo>
                    <a:pt x="336814" y="1032658"/>
                  </a:lnTo>
                  <a:lnTo>
                    <a:pt x="333981" y="1034761"/>
                  </a:lnTo>
                  <a:lnTo>
                    <a:pt x="331326" y="1036864"/>
                  </a:lnTo>
                  <a:lnTo>
                    <a:pt x="328843" y="1038967"/>
                  </a:lnTo>
                  <a:lnTo>
                    <a:pt x="326545" y="1041070"/>
                  </a:lnTo>
                  <a:lnTo>
                    <a:pt x="324471" y="1043174"/>
                  </a:lnTo>
                  <a:lnTo>
                    <a:pt x="322542" y="1045277"/>
                  </a:lnTo>
                  <a:lnTo>
                    <a:pt x="320754" y="1047380"/>
                  </a:lnTo>
                  <a:lnTo>
                    <a:pt x="319126" y="1049483"/>
                  </a:lnTo>
                  <a:lnTo>
                    <a:pt x="317661" y="1051586"/>
                  </a:lnTo>
                  <a:lnTo>
                    <a:pt x="316309" y="1053689"/>
                  </a:lnTo>
                  <a:lnTo>
                    <a:pt x="315065" y="1055793"/>
                  </a:lnTo>
                  <a:lnTo>
                    <a:pt x="313955" y="1057896"/>
                  </a:lnTo>
                  <a:lnTo>
                    <a:pt x="312956" y="1059999"/>
                  </a:lnTo>
                  <a:lnTo>
                    <a:pt x="312041" y="1062102"/>
                  </a:lnTo>
                  <a:lnTo>
                    <a:pt x="311206" y="1064205"/>
                  </a:lnTo>
                  <a:lnTo>
                    <a:pt x="310475" y="1066308"/>
                  </a:lnTo>
                  <a:lnTo>
                    <a:pt x="309817" y="1068412"/>
                  </a:lnTo>
                  <a:lnTo>
                    <a:pt x="309218" y="1070515"/>
                  </a:lnTo>
                  <a:lnTo>
                    <a:pt x="308677" y="1072618"/>
                  </a:lnTo>
                  <a:lnTo>
                    <a:pt x="308213" y="1074721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8656878" y="8174610"/>
              <a:ext cx="609615" cy="1228048"/>
            </a:xfrm>
            <a:custGeom>
              <a:avLst/>
              <a:pathLst>
                <a:path w="609615" h="1228048">
                  <a:moveTo>
                    <a:pt x="301378" y="1228048"/>
                  </a:moveTo>
                  <a:lnTo>
                    <a:pt x="300534" y="1225645"/>
                  </a:lnTo>
                  <a:lnTo>
                    <a:pt x="299520" y="1223242"/>
                  </a:lnTo>
                  <a:lnTo>
                    <a:pt x="298312" y="1220839"/>
                  </a:lnTo>
                  <a:lnTo>
                    <a:pt x="296884" y="1218436"/>
                  </a:lnTo>
                  <a:lnTo>
                    <a:pt x="295206" y="1216032"/>
                  </a:lnTo>
                  <a:lnTo>
                    <a:pt x="293164" y="1213629"/>
                  </a:lnTo>
                  <a:lnTo>
                    <a:pt x="290776" y="1211226"/>
                  </a:lnTo>
                  <a:lnTo>
                    <a:pt x="288013" y="1208823"/>
                  </a:lnTo>
                  <a:lnTo>
                    <a:pt x="284837" y="1206419"/>
                  </a:lnTo>
                  <a:lnTo>
                    <a:pt x="281210" y="1204016"/>
                  </a:lnTo>
                  <a:lnTo>
                    <a:pt x="277060" y="1201613"/>
                  </a:lnTo>
                  <a:lnTo>
                    <a:pt x="272255" y="1199210"/>
                  </a:lnTo>
                  <a:lnTo>
                    <a:pt x="266862" y="1196807"/>
                  </a:lnTo>
                  <a:lnTo>
                    <a:pt x="260851" y="1194403"/>
                  </a:lnTo>
                  <a:lnTo>
                    <a:pt x="254195" y="1192000"/>
                  </a:lnTo>
                  <a:lnTo>
                    <a:pt x="246869" y="1189597"/>
                  </a:lnTo>
                  <a:lnTo>
                    <a:pt x="238755" y="1187194"/>
                  </a:lnTo>
                  <a:lnTo>
                    <a:pt x="229854" y="1184790"/>
                  </a:lnTo>
                  <a:lnTo>
                    <a:pt x="220262" y="1182387"/>
                  </a:lnTo>
                  <a:lnTo>
                    <a:pt x="209994" y="1179984"/>
                  </a:lnTo>
                  <a:lnTo>
                    <a:pt x="199074" y="1177581"/>
                  </a:lnTo>
                  <a:lnTo>
                    <a:pt x="187539" y="1175177"/>
                  </a:lnTo>
                  <a:lnTo>
                    <a:pt x="175328" y="1172774"/>
                  </a:lnTo>
                  <a:lnTo>
                    <a:pt x="162640" y="1170371"/>
                  </a:lnTo>
                  <a:lnTo>
                    <a:pt x="149581" y="1167968"/>
                  </a:lnTo>
                  <a:lnTo>
                    <a:pt x="136245" y="1165565"/>
                  </a:lnTo>
                  <a:lnTo>
                    <a:pt x="122737" y="1163161"/>
                  </a:lnTo>
                  <a:lnTo>
                    <a:pt x="109173" y="1160758"/>
                  </a:lnTo>
                  <a:lnTo>
                    <a:pt x="95753" y="1158355"/>
                  </a:lnTo>
                  <a:lnTo>
                    <a:pt x="82628" y="1155952"/>
                  </a:lnTo>
                  <a:lnTo>
                    <a:pt x="69934" y="1153548"/>
                  </a:lnTo>
                  <a:lnTo>
                    <a:pt x="57811" y="1151145"/>
                  </a:lnTo>
                  <a:lnTo>
                    <a:pt x="46398" y="1148742"/>
                  </a:lnTo>
                  <a:lnTo>
                    <a:pt x="35964" y="1146339"/>
                  </a:lnTo>
                  <a:lnTo>
                    <a:pt x="26727" y="1143936"/>
                  </a:lnTo>
                  <a:lnTo>
                    <a:pt x="18674" y="1141532"/>
                  </a:lnTo>
                  <a:lnTo>
                    <a:pt x="11905" y="1139129"/>
                  </a:lnTo>
                  <a:lnTo>
                    <a:pt x="6510" y="1136726"/>
                  </a:lnTo>
                  <a:lnTo>
                    <a:pt x="2564" y="1134323"/>
                  </a:lnTo>
                  <a:lnTo>
                    <a:pt x="454" y="1131919"/>
                  </a:lnTo>
                  <a:lnTo>
                    <a:pt x="69" y="1129885"/>
                  </a:lnTo>
                  <a:lnTo>
                    <a:pt x="0" y="1129516"/>
                  </a:lnTo>
                  <a:lnTo>
                    <a:pt x="1104" y="1127113"/>
                  </a:lnTo>
                  <a:lnTo>
                    <a:pt x="3751" y="1124710"/>
                  </a:lnTo>
                  <a:lnTo>
                    <a:pt x="7906" y="1122306"/>
                  </a:lnTo>
                  <a:lnTo>
                    <a:pt x="13548" y="1119903"/>
                  </a:lnTo>
                  <a:lnTo>
                    <a:pt x="20878" y="1117500"/>
                  </a:lnTo>
                  <a:lnTo>
                    <a:pt x="29432" y="1115097"/>
                  </a:lnTo>
                  <a:lnTo>
                    <a:pt x="39096" y="1112694"/>
                  </a:lnTo>
                  <a:lnTo>
                    <a:pt x="49748" y="1110290"/>
                  </a:lnTo>
                  <a:lnTo>
                    <a:pt x="61260" y="1107887"/>
                  </a:lnTo>
                  <a:lnTo>
                    <a:pt x="73550" y="1105484"/>
                  </a:lnTo>
                  <a:lnTo>
                    <a:pt x="86438" y="1103081"/>
                  </a:lnTo>
                  <a:lnTo>
                    <a:pt x="99668" y="1100677"/>
                  </a:lnTo>
                  <a:lnTo>
                    <a:pt x="113105" y="1098274"/>
                  </a:lnTo>
                  <a:lnTo>
                    <a:pt x="126617" y="1095871"/>
                  </a:lnTo>
                  <a:lnTo>
                    <a:pt x="140081" y="1093468"/>
                  </a:lnTo>
                  <a:lnTo>
                    <a:pt x="153313" y="1091065"/>
                  </a:lnTo>
                  <a:lnTo>
                    <a:pt x="166186" y="1088661"/>
                  </a:lnTo>
                  <a:lnTo>
                    <a:pt x="178631" y="1086258"/>
                  </a:lnTo>
                  <a:lnTo>
                    <a:pt x="190575" y="1083855"/>
                  </a:lnTo>
                  <a:lnTo>
                    <a:pt x="201955" y="1081452"/>
                  </a:lnTo>
                  <a:lnTo>
                    <a:pt x="212718" y="1079048"/>
                  </a:lnTo>
                  <a:lnTo>
                    <a:pt x="222635" y="1076645"/>
                  </a:lnTo>
                  <a:lnTo>
                    <a:pt x="231858" y="1074242"/>
                  </a:lnTo>
                  <a:lnTo>
                    <a:pt x="240379" y="1071839"/>
                  </a:lnTo>
                  <a:lnTo>
                    <a:pt x="248199" y="1069435"/>
                  </a:lnTo>
                  <a:lnTo>
                    <a:pt x="255326" y="1067032"/>
                  </a:lnTo>
                  <a:lnTo>
                    <a:pt x="261719" y="1064629"/>
                  </a:lnTo>
                  <a:lnTo>
                    <a:pt x="267350" y="1062226"/>
                  </a:lnTo>
                  <a:lnTo>
                    <a:pt x="272374" y="1059823"/>
                  </a:lnTo>
                  <a:lnTo>
                    <a:pt x="276825" y="1057419"/>
                  </a:lnTo>
                  <a:lnTo>
                    <a:pt x="280740" y="1055016"/>
                  </a:lnTo>
                  <a:lnTo>
                    <a:pt x="284154" y="1052613"/>
                  </a:lnTo>
                  <a:lnTo>
                    <a:pt x="287038" y="1050210"/>
                  </a:lnTo>
                  <a:lnTo>
                    <a:pt x="289480" y="1047806"/>
                  </a:lnTo>
                  <a:lnTo>
                    <a:pt x="291561" y="1045403"/>
                  </a:lnTo>
                  <a:lnTo>
                    <a:pt x="293317" y="1043000"/>
                  </a:lnTo>
                  <a:lnTo>
                    <a:pt x="294781" y="1040597"/>
                  </a:lnTo>
                  <a:lnTo>
                    <a:pt x="295985" y="1038194"/>
                  </a:lnTo>
                  <a:lnTo>
                    <a:pt x="296912" y="1035790"/>
                  </a:lnTo>
                  <a:lnTo>
                    <a:pt x="297650" y="1033387"/>
                  </a:lnTo>
                  <a:lnTo>
                    <a:pt x="298225" y="1030984"/>
                  </a:lnTo>
                  <a:lnTo>
                    <a:pt x="298658" y="1028581"/>
                  </a:lnTo>
                  <a:lnTo>
                    <a:pt x="298969" y="1026177"/>
                  </a:lnTo>
                  <a:lnTo>
                    <a:pt x="299168" y="1023774"/>
                  </a:lnTo>
                  <a:lnTo>
                    <a:pt x="299264" y="1021371"/>
                  </a:lnTo>
                  <a:lnTo>
                    <a:pt x="299289" y="1018968"/>
                  </a:lnTo>
                  <a:lnTo>
                    <a:pt x="299254" y="1016565"/>
                  </a:lnTo>
                  <a:lnTo>
                    <a:pt x="299167" y="1014161"/>
                  </a:lnTo>
                  <a:lnTo>
                    <a:pt x="299036" y="1011758"/>
                  </a:lnTo>
                  <a:lnTo>
                    <a:pt x="298861" y="1009355"/>
                  </a:lnTo>
                  <a:lnTo>
                    <a:pt x="298653" y="1006952"/>
                  </a:lnTo>
                  <a:lnTo>
                    <a:pt x="298419" y="1004548"/>
                  </a:lnTo>
                  <a:lnTo>
                    <a:pt x="298162" y="1002145"/>
                  </a:lnTo>
                  <a:lnTo>
                    <a:pt x="297885" y="999742"/>
                  </a:lnTo>
                  <a:lnTo>
                    <a:pt x="297590" y="997339"/>
                  </a:lnTo>
                  <a:lnTo>
                    <a:pt x="297276" y="994935"/>
                  </a:lnTo>
                  <a:lnTo>
                    <a:pt x="296947" y="992532"/>
                  </a:lnTo>
                  <a:lnTo>
                    <a:pt x="296605" y="990129"/>
                  </a:lnTo>
                  <a:lnTo>
                    <a:pt x="296251" y="987726"/>
                  </a:lnTo>
                  <a:lnTo>
                    <a:pt x="295885" y="985323"/>
                  </a:lnTo>
                  <a:lnTo>
                    <a:pt x="295508" y="982919"/>
                  </a:lnTo>
                  <a:lnTo>
                    <a:pt x="295118" y="980516"/>
                  </a:lnTo>
                  <a:lnTo>
                    <a:pt x="294718" y="978113"/>
                  </a:lnTo>
                  <a:lnTo>
                    <a:pt x="294308" y="975710"/>
                  </a:lnTo>
                  <a:lnTo>
                    <a:pt x="293889" y="973306"/>
                  </a:lnTo>
                  <a:lnTo>
                    <a:pt x="293461" y="970903"/>
                  </a:lnTo>
                  <a:lnTo>
                    <a:pt x="293022" y="968500"/>
                  </a:lnTo>
                  <a:lnTo>
                    <a:pt x="292573" y="966097"/>
                  </a:lnTo>
                  <a:lnTo>
                    <a:pt x="292115" y="963694"/>
                  </a:lnTo>
                  <a:lnTo>
                    <a:pt x="291647" y="961290"/>
                  </a:lnTo>
                  <a:lnTo>
                    <a:pt x="291169" y="958887"/>
                  </a:lnTo>
                  <a:lnTo>
                    <a:pt x="290682" y="956484"/>
                  </a:lnTo>
                  <a:lnTo>
                    <a:pt x="290183" y="954081"/>
                  </a:lnTo>
                  <a:lnTo>
                    <a:pt x="289672" y="951677"/>
                  </a:lnTo>
                  <a:lnTo>
                    <a:pt x="289149" y="949274"/>
                  </a:lnTo>
                  <a:lnTo>
                    <a:pt x="288614" y="946871"/>
                  </a:lnTo>
                  <a:lnTo>
                    <a:pt x="288066" y="944468"/>
                  </a:lnTo>
                  <a:lnTo>
                    <a:pt x="287822" y="943423"/>
                  </a:lnTo>
                  <a:lnTo>
                    <a:pt x="287504" y="942064"/>
                  </a:lnTo>
                  <a:lnTo>
                    <a:pt x="286923" y="939661"/>
                  </a:lnTo>
                  <a:lnTo>
                    <a:pt x="286325" y="937258"/>
                  </a:lnTo>
                  <a:lnTo>
                    <a:pt x="285710" y="934855"/>
                  </a:lnTo>
                  <a:lnTo>
                    <a:pt x="285077" y="932452"/>
                  </a:lnTo>
                  <a:lnTo>
                    <a:pt x="284424" y="930048"/>
                  </a:lnTo>
                  <a:lnTo>
                    <a:pt x="283749" y="927645"/>
                  </a:lnTo>
                  <a:lnTo>
                    <a:pt x="283048" y="925242"/>
                  </a:lnTo>
                  <a:lnTo>
                    <a:pt x="282325" y="922839"/>
                  </a:lnTo>
                  <a:lnTo>
                    <a:pt x="281578" y="920435"/>
                  </a:lnTo>
                  <a:lnTo>
                    <a:pt x="280807" y="918032"/>
                  </a:lnTo>
                  <a:lnTo>
                    <a:pt x="280012" y="915629"/>
                  </a:lnTo>
                  <a:lnTo>
                    <a:pt x="279186" y="913226"/>
                  </a:lnTo>
                  <a:lnTo>
                    <a:pt x="278333" y="910823"/>
                  </a:lnTo>
                  <a:lnTo>
                    <a:pt x="277455" y="908419"/>
                  </a:lnTo>
                  <a:lnTo>
                    <a:pt x="276551" y="906016"/>
                  </a:lnTo>
                  <a:lnTo>
                    <a:pt x="275621" y="903613"/>
                  </a:lnTo>
                  <a:lnTo>
                    <a:pt x="274666" y="901210"/>
                  </a:lnTo>
                  <a:lnTo>
                    <a:pt x="273679" y="898806"/>
                  </a:lnTo>
                  <a:lnTo>
                    <a:pt x="272669" y="896403"/>
                  </a:lnTo>
                  <a:lnTo>
                    <a:pt x="271634" y="894000"/>
                  </a:lnTo>
                  <a:lnTo>
                    <a:pt x="270576" y="891597"/>
                  </a:lnTo>
                  <a:lnTo>
                    <a:pt x="269495" y="889193"/>
                  </a:lnTo>
                  <a:lnTo>
                    <a:pt x="268390" y="886790"/>
                  </a:lnTo>
                  <a:lnTo>
                    <a:pt x="267259" y="884387"/>
                  </a:lnTo>
                  <a:lnTo>
                    <a:pt x="266107" y="881984"/>
                  </a:lnTo>
                  <a:lnTo>
                    <a:pt x="264935" y="879581"/>
                  </a:lnTo>
                  <a:lnTo>
                    <a:pt x="263743" y="877177"/>
                  </a:lnTo>
                  <a:lnTo>
                    <a:pt x="262532" y="874774"/>
                  </a:lnTo>
                  <a:lnTo>
                    <a:pt x="261297" y="872371"/>
                  </a:lnTo>
                  <a:lnTo>
                    <a:pt x="260043" y="869968"/>
                  </a:lnTo>
                  <a:lnTo>
                    <a:pt x="258769" y="867564"/>
                  </a:lnTo>
                  <a:lnTo>
                    <a:pt x="257478" y="865161"/>
                  </a:lnTo>
                  <a:lnTo>
                    <a:pt x="256169" y="862758"/>
                  </a:lnTo>
                  <a:lnTo>
                    <a:pt x="254842" y="860355"/>
                  </a:lnTo>
                  <a:lnTo>
                    <a:pt x="253495" y="857952"/>
                  </a:lnTo>
                  <a:lnTo>
                    <a:pt x="252130" y="855548"/>
                  </a:lnTo>
                  <a:lnTo>
                    <a:pt x="250750" y="853145"/>
                  </a:lnTo>
                  <a:lnTo>
                    <a:pt x="249355" y="850742"/>
                  </a:lnTo>
                  <a:lnTo>
                    <a:pt x="247946" y="848339"/>
                  </a:lnTo>
                  <a:lnTo>
                    <a:pt x="246524" y="845935"/>
                  </a:lnTo>
                  <a:lnTo>
                    <a:pt x="245087" y="843532"/>
                  </a:lnTo>
                  <a:lnTo>
                    <a:pt x="243642" y="841129"/>
                  </a:lnTo>
                  <a:lnTo>
                    <a:pt x="242188" y="838726"/>
                  </a:lnTo>
                  <a:lnTo>
                    <a:pt x="240730" y="836322"/>
                  </a:lnTo>
                  <a:lnTo>
                    <a:pt x="239268" y="833919"/>
                  </a:lnTo>
                  <a:lnTo>
                    <a:pt x="237805" y="831516"/>
                  </a:lnTo>
                  <a:lnTo>
                    <a:pt x="236347" y="829113"/>
                  </a:lnTo>
                  <a:lnTo>
                    <a:pt x="234895" y="826710"/>
                  </a:lnTo>
                  <a:lnTo>
                    <a:pt x="233454" y="824306"/>
                  </a:lnTo>
                  <a:lnTo>
                    <a:pt x="232026" y="821903"/>
                  </a:lnTo>
                  <a:lnTo>
                    <a:pt x="230615" y="819500"/>
                  </a:lnTo>
                  <a:lnTo>
                    <a:pt x="229232" y="817097"/>
                  </a:lnTo>
                  <a:lnTo>
                    <a:pt x="227876" y="814693"/>
                  </a:lnTo>
                  <a:lnTo>
                    <a:pt x="226552" y="812290"/>
                  </a:lnTo>
                  <a:lnTo>
                    <a:pt x="225262" y="809887"/>
                  </a:lnTo>
                  <a:lnTo>
                    <a:pt x="224011" y="807484"/>
                  </a:lnTo>
                  <a:lnTo>
                    <a:pt x="222805" y="805081"/>
                  </a:lnTo>
                  <a:lnTo>
                    <a:pt x="221655" y="802677"/>
                  </a:lnTo>
                  <a:lnTo>
                    <a:pt x="220557" y="800274"/>
                  </a:lnTo>
                  <a:lnTo>
                    <a:pt x="219512" y="797871"/>
                  </a:lnTo>
                  <a:lnTo>
                    <a:pt x="218524" y="795468"/>
                  </a:lnTo>
                  <a:lnTo>
                    <a:pt x="217594" y="793064"/>
                  </a:lnTo>
                  <a:lnTo>
                    <a:pt x="216732" y="790661"/>
                  </a:lnTo>
                  <a:lnTo>
                    <a:pt x="215942" y="788258"/>
                  </a:lnTo>
                  <a:lnTo>
                    <a:pt x="215215" y="785855"/>
                  </a:lnTo>
                  <a:lnTo>
                    <a:pt x="214552" y="783451"/>
                  </a:lnTo>
                  <a:lnTo>
                    <a:pt x="213953" y="781048"/>
                  </a:lnTo>
                  <a:lnTo>
                    <a:pt x="213419" y="778645"/>
                  </a:lnTo>
                  <a:lnTo>
                    <a:pt x="212961" y="776242"/>
                  </a:lnTo>
                  <a:lnTo>
                    <a:pt x="212569" y="773839"/>
                  </a:lnTo>
                  <a:lnTo>
                    <a:pt x="212239" y="771435"/>
                  </a:lnTo>
                  <a:lnTo>
                    <a:pt x="211967" y="769032"/>
                  </a:lnTo>
                  <a:lnTo>
                    <a:pt x="211754" y="766629"/>
                  </a:lnTo>
                  <a:lnTo>
                    <a:pt x="211599" y="764226"/>
                  </a:lnTo>
                  <a:lnTo>
                    <a:pt x="211510" y="761822"/>
                  </a:lnTo>
                  <a:lnTo>
                    <a:pt x="211474" y="759419"/>
                  </a:lnTo>
                  <a:lnTo>
                    <a:pt x="211487" y="757016"/>
                  </a:lnTo>
                  <a:lnTo>
                    <a:pt x="211548" y="754613"/>
                  </a:lnTo>
                  <a:lnTo>
                    <a:pt x="211656" y="752210"/>
                  </a:lnTo>
                  <a:lnTo>
                    <a:pt x="211814" y="749806"/>
                  </a:lnTo>
                  <a:lnTo>
                    <a:pt x="212021" y="747403"/>
                  </a:lnTo>
                  <a:lnTo>
                    <a:pt x="212269" y="745000"/>
                  </a:lnTo>
                  <a:lnTo>
                    <a:pt x="212558" y="742597"/>
                  </a:lnTo>
                  <a:lnTo>
                    <a:pt x="212886" y="740193"/>
                  </a:lnTo>
                  <a:lnTo>
                    <a:pt x="213253" y="737790"/>
                  </a:lnTo>
                  <a:lnTo>
                    <a:pt x="213665" y="735387"/>
                  </a:lnTo>
                  <a:lnTo>
                    <a:pt x="214028" y="733453"/>
                  </a:lnTo>
                  <a:lnTo>
                    <a:pt x="214116" y="732984"/>
                  </a:lnTo>
                  <a:lnTo>
                    <a:pt x="214604" y="730580"/>
                  </a:lnTo>
                  <a:lnTo>
                    <a:pt x="215127" y="728177"/>
                  </a:lnTo>
                  <a:lnTo>
                    <a:pt x="215687" y="725774"/>
                  </a:lnTo>
                  <a:lnTo>
                    <a:pt x="216282" y="723371"/>
                  </a:lnTo>
                  <a:lnTo>
                    <a:pt x="216920" y="720968"/>
                  </a:lnTo>
                  <a:lnTo>
                    <a:pt x="217593" y="718564"/>
                  </a:lnTo>
                  <a:lnTo>
                    <a:pt x="218299" y="716161"/>
                  </a:lnTo>
                  <a:lnTo>
                    <a:pt x="219038" y="713758"/>
                  </a:lnTo>
                  <a:lnTo>
                    <a:pt x="219809" y="711355"/>
                  </a:lnTo>
                  <a:lnTo>
                    <a:pt x="220614" y="708951"/>
                  </a:lnTo>
                  <a:lnTo>
                    <a:pt x="221454" y="706548"/>
                  </a:lnTo>
                  <a:lnTo>
                    <a:pt x="222323" y="704145"/>
                  </a:lnTo>
                  <a:lnTo>
                    <a:pt x="223218" y="701742"/>
                  </a:lnTo>
                  <a:lnTo>
                    <a:pt x="224138" y="699339"/>
                  </a:lnTo>
                  <a:lnTo>
                    <a:pt x="225083" y="696935"/>
                  </a:lnTo>
                  <a:lnTo>
                    <a:pt x="226054" y="694532"/>
                  </a:lnTo>
                  <a:lnTo>
                    <a:pt x="227046" y="692129"/>
                  </a:lnTo>
                  <a:lnTo>
                    <a:pt x="228056" y="689726"/>
                  </a:lnTo>
                  <a:lnTo>
                    <a:pt x="229082" y="687322"/>
                  </a:lnTo>
                  <a:lnTo>
                    <a:pt x="230122" y="684919"/>
                  </a:lnTo>
                  <a:lnTo>
                    <a:pt x="231174" y="682516"/>
                  </a:lnTo>
                  <a:lnTo>
                    <a:pt x="232240" y="680113"/>
                  </a:lnTo>
                  <a:lnTo>
                    <a:pt x="233313" y="677710"/>
                  </a:lnTo>
                  <a:lnTo>
                    <a:pt x="234393" y="675306"/>
                  </a:lnTo>
                  <a:lnTo>
                    <a:pt x="235477" y="672903"/>
                  </a:lnTo>
                  <a:lnTo>
                    <a:pt x="236566" y="670500"/>
                  </a:lnTo>
                  <a:lnTo>
                    <a:pt x="237656" y="668097"/>
                  </a:lnTo>
                  <a:lnTo>
                    <a:pt x="238748" y="665693"/>
                  </a:lnTo>
                  <a:lnTo>
                    <a:pt x="239839" y="663290"/>
                  </a:lnTo>
                  <a:lnTo>
                    <a:pt x="240928" y="660887"/>
                  </a:lnTo>
                  <a:lnTo>
                    <a:pt x="242015" y="658484"/>
                  </a:lnTo>
                  <a:lnTo>
                    <a:pt x="243098" y="656080"/>
                  </a:lnTo>
                  <a:lnTo>
                    <a:pt x="244177" y="653677"/>
                  </a:lnTo>
                  <a:lnTo>
                    <a:pt x="245250" y="651274"/>
                  </a:lnTo>
                  <a:lnTo>
                    <a:pt x="246317" y="648871"/>
                  </a:lnTo>
                  <a:lnTo>
                    <a:pt x="247377" y="646468"/>
                  </a:lnTo>
                  <a:lnTo>
                    <a:pt x="248430" y="644064"/>
                  </a:lnTo>
                  <a:lnTo>
                    <a:pt x="249474" y="641661"/>
                  </a:lnTo>
                  <a:lnTo>
                    <a:pt x="250507" y="639258"/>
                  </a:lnTo>
                  <a:lnTo>
                    <a:pt x="251529" y="636855"/>
                  </a:lnTo>
                  <a:lnTo>
                    <a:pt x="252540" y="634451"/>
                  </a:lnTo>
                  <a:lnTo>
                    <a:pt x="253537" y="632048"/>
                  </a:lnTo>
                  <a:lnTo>
                    <a:pt x="254522" y="629645"/>
                  </a:lnTo>
                  <a:lnTo>
                    <a:pt x="255491" y="627242"/>
                  </a:lnTo>
                  <a:lnTo>
                    <a:pt x="256440" y="624839"/>
                  </a:lnTo>
                  <a:lnTo>
                    <a:pt x="257371" y="622435"/>
                  </a:lnTo>
                  <a:lnTo>
                    <a:pt x="258284" y="620032"/>
                  </a:lnTo>
                  <a:lnTo>
                    <a:pt x="259177" y="617629"/>
                  </a:lnTo>
                  <a:lnTo>
                    <a:pt x="260050" y="615226"/>
                  </a:lnTo>
                  <a:lnTo>
                    <a:pt x="260898" y="612822"/>
                  </a:lnTo>
                  <a:lnTo>
                    <a:pt x="261720" y="610419"/>
                  </a:lnTo>
                  <a:lnTo>
                    <a:pt x="262518" y="608016"/>
                  </a:lnTo>
                  <a:lnTo>
                    <a:pt x="263292" y="605613"/>
                  </a:lnTo>
                  <a:lnTo>
                    <a:pt x="264041" y="603209"/>
                  </a:lnTo>
                  <a:lnTo>
                    <a:pt x="264766" y="600806"/>
                  </a:lnTo>
                  <a:lnTo>
                    <a:pt x="265461" y="598403"/>
                  </a:lnTo>
                  <a:lnTo>
                    <a:pt x="266129" y="596000"/>
                  </a:lnTo>
                  <a:lnTo>
                    <a:pt x="266774" y="593597"/>
                  </a:lnTo>
                  <a:lnTo>
                    <a:pt x="267395" y="591193"/>
                  </a:lnTo>
                  <a:lnTo>
                    <a:pt x="267994" y="588790"/>
                  </a:lnTo>
                  <a:lnTo>
                    <a:pt x="268570" y="586387"/>
                  </a:lnTo>
                  <a:lnTo>
                    <a:pt x="269122" y="583984"/>
                  </a:lnTo>
                  <a:lnTo>
                    <a:pt x="269656" y="581580"/>
                  </a:lnTo>
                  <a:lnTo>
                    <a:pt x="270173" y="579177"/>
                  </a:lnTo>
                  <a:lnTo>
                    <a:pt x="270675" y="576774"/>
                  </a:lnTo>
                  <a:lnTo>
                    <a:pt x="271164" y="574371"/>
                  </a:lnTo>
                  <a:lnTo>
                    <a:pt x="271641" y="571968"/>
                  </a:lnTo>
                  <a:lnTo>
                    <a:pt x="272107" y="569564"/>
                  </a:lnTo>
                  <a:lnTo>
                    <a:pt x="272568" y="567161"/>
                  </a:lnTo>
                  <a:lnTo>
                    <a:pt x="273023" y="564758"/>
                  </a:lnTo>
                  <a:lnTo>
                    <a:pt x="273476" y="562355"/>
                  </a:lnTo>
                  <a:lnTo>
                    <a:pt x="273928" y="559951"/>
                  </a:lnTo>
                  <a:lnTo>
                    <a:pt x="274380" y="557548"/>
                  </a:lnTo>
                  <a:lnTo>
                    <a:pt x="274836" y="555145"/>
                  </a:lnTo>
                  <a:lnTo>
                    <a:pt x="275295" y="552742"/>
                  </a:lnTo>
                  <a:lnTo>
                    <a:pt x="275759" y="550338"/>
                  </a:lnTo>
                  <a:lnTo>
                    <a:pt x="276229" y="547935"/>
                  </a:lnTo>
                  <a:lnTo>
                    <a:pt x="276706" y="545532"/>
                  </a:lnTo>
                  <a:lnTo>
                    <a:pt x="277192" y="543129"/>
                  </a:lnTo>
                  <a:lnTo>
                    <a:pt x="277685" y="540726"/>
                  </a:lnTo>
                  <a:lnTo>
                    <a:pt x="278186" y="538322"/>
                  </a:lnTo>
                  <a:lnTo>
                    <a:pt x="278693" y="535919"/>
                  </a:lnTo>
                  <a:lnTo>
                    <a:pt x="279208" y="533516"/>
                  </a:lnTo>
                  <a:lnTo>
                    <a:pt x="279729" y="531113"/>
                  </a:lnTo>
                  <a:lnTo>
                    <a:pt x="280257" y="528709"/>
                  </a:lnTo>
                  <a:lnTo>
                    <a:pt x="280789" y="526306"/>
                  </a:lnTo>
                  <a:lnTo>
                    <a:pt x="281325" y="523903"/>
                  </a:lnTo>
                  <a:lnTo>
                    <a:pt x="281863" y="521500"/>
                  </a:lnTo>
                  <a:lnTo>
                    <a:pt x="282403" y="519097"/>
                  </a:lnTo>
                  <a:lnTo>
                    <a:pt x="282943" y="516693"/>
                  </a:lnTo>
                  <a:lnTo>
                    <a:pt x="283482" y="514290"/>
                  </a:lnTo>
                  <a:lnTo>
                    <a:pt x="284019" y="511887"/>
                  </a:lnTo>
                  <a:lnTo>
                    <a:pt x="284552" y="509484"/>
                  </a:lnTo>
                  <a:lnTo>
                    <a:pt x="285082" y="507080"/>
                  </a:lnTo>
                  <a:lnTo>
                    <a:pt x="285606" y="504677"/>
                  </a:lnTo>
                  <a:lnTo>
                    <a:pt x="286122" y="502274"/>
                  </a:lnTo>
                  <a:lnTo>
                    <a:pt x="286631" y="499871"/>
                  </a:lnTo>
                  <a:lnTo>
                    <a:pt x="287132" y="497467"/>
                  </a:lnTo>
                  <a:lnTo>
                    <a:pt x="287625" y="495064"/>
                  </a:lnTo>
                  <a:lnTo>
                    <a:pt x="288109" y="492661"/>
                  </a:lnTo>
                  <a:lnTo>
                    <a:pt x="288583" y="490258"/>
                  </a:lnTo>
                  <a:lnTo>
                    <a:pt x="289045" y="487855"/>
                  </a:lnTo>
                  <a:lnTo>
                    <a:pt x="289498" y="485451"/>
                  </a:lnTo>
                  <a:lnTo>
                    <a:pt x="289940" y="483048"/>
                  </a:lnTo>
                  <a:lnTo>
                    <a:pt x="290372" y="480645"/>
                  </a:lnTo>
                  <a:lnTo>
                    <a:pt x="290794" y="478242"/>
                  </a:lnTo>
                  <a:lnTo>
                    <a:pt x="291204" y="475838"/>
                  </a:lnTo>
                  <a:lnTo>
                    <a:pt x="291603" y="473435"/>
                  </a:lnTo>
                  <a:lnTo>
                    <a:pt x="291992" y="471032"/>
                  </a:lnTo>
                  <a:lnTo>
                    <a:pt x="292371" y="468629"/>
                  </a:lnTo>
                  <a:lnTo>
                    <a:pt x="292740" y="466226"/>
                  </a:lnTo>
                  <a:lnTo>
                    <a:pt x="293100" y="463822"/>
                  </a:lnTo>
                  <a:lnTo>
                    <a:pt x="293449" y="461419"/>
                  </a:lnTo>
                  <a:lnTo>
                    <a:pt x="293789" y="459016"/>
                  </a:lnTo>
                  <a:lnTo>
                    <a:pt x="294120" y="456613"/>
                  </a:lnTo>
                  <a:lnTo>
                    <a:pt x="294443" y="454209"/>
                  </a:lnTo>
                  <a:lnTo>
                    <a:pt x="294758" y="451806"/>
                  </a:lnTo>
                  <a:lnTo>
                    <a:pt x="295065" y="449403"/>
                  </a:lnTo>
                  <a:lnTo>
                    <a:pt x="295362" y="447000"/>
                  </a:lnTo>
                  <a:lnTo>
                    <a:pt x="295653" y="444596"/>
                  </a:lnTo>
                  <a:lnTo>
                    <a:pt x="295937" y="442193"/>
                  </a:lnTo>
                  <a:lnTo>
                    <a:pt x="296213" y="439790"/>
                  </a:lnTo>
                  <a:lnTo>
                    <a:pt x="296484" y="437387"/>
                  </a:lnTo>
                  <a:lnTo>
                    <a:pt x="296747" y="434984"/>
                  </a:lnTo>
                  <a:lnTo>
                    <a:pt x="297003" y="432580"/>
                  </a:lnTo>
                  <a:lnTo>
                    <a:pt x="297253" y="430177"/>
                  </a:lnTo>
                  <a:lnTo>
                    <a:pt x="297497" y="427774"/>
                  </a:lnTo>
                  <a:lnTo>
                    <a:pt x="297735" y="425371"/>
                  </a:lnTo>
                  <a:lnTo>
                    <a:pt x="297968" y="422967"/>
                  </a:lnTo>
                  <a:lnTo>
                    <a:pt x="298194" y="420564"/>
                  </a:lnTo>
                  <a:lnTo>
                    <a:pt x="298414" y="418161"/>
                  </a:lnTo>
                  <a:lnTo>
                    <a:pt x="298629" y="415758"/>
                  </a:lnTo>
                  <a:lnTo>
                    <a:pt x="298839" y="413355"/>
                  </a:lnTo>
                  <a:lnTo>
                    <a:pt x="299043" y="410951"/>
                  </a:lnTo>
                  <a:lnTo>
                    <a:pt x="299242" y="408548"/>
                  </a:lnTo>
                  <a:lnTo>
                    <a:pt x="299435" y="406145"/>
                  </a:lnTo>
                  <a:lnTo>
                    <a:pt x="299623" y="403742"/>
                  </a:lnTo>
                  <a:lnTo>
                    <a:pt x="299806" y="401338"/>
                  </a:lnTo>
                  <a:lnTo>
                    <a:pt x="299984" y="398935"/>
                  </a:lnTo>
                  <a:lnTo>
                    <a:pt x="300158" y="396532"/>
                  </a:lnTo>
                  <a:lnTo>
                    <a:pt x="300327" y="394129"/>
                  </a:lnTo>
                  <a:lnTo>
                    <a:pt x="300491" y="391725"/>
                  </a:lnTo>
                  <a:lnTo>
                    <a:pt x="300651" y="389322"/>
                  </a:lnTo>
                  <a:lnTo>
                    <a:pt x="300807" y="386919"/>
                  </a:lnTo>
                  <a:lnTo>
                    <a:pt x="300960" y="384516"/>
                  </a:lnTo>
                  <a:lnTo>
                    <a:pt x="301108" y="382113"/>
                  </a:lnTo>
                  <a:lnTo>
                    <a:pt x="301253" y="379709"/>
                  </a:lnTo>
                  <a:lnTo>
                    <a:pt x="301394" y="377306"/>
                  </a:lnTo>
                  <a:lnTo>
                    <a:pt x="301532" y="374903"/>
                  </a:lnTo>
                  <a:lnTo>
                    <a:pt x="301668" y="372500"/>
                  </a:lnTo>
                  <a:lnTo>
                    <a:pt x="301800" y="370096"/>
                  </a:lnTo>
                  <a:lnTo>
                    <a:pt x="301930" y="367693"/>
                  </a:lnTo>
                  <a:lnTo>
                    <a:pt x="302057" y="365290"/>
                  </a:lnTo>
                  <a:lnTo>
                    <a:pt x="302181" y="362887"/>
                  </a:lnTo>
                  <a:lnTo>
                    <a:pt x="302302" y="360484"/>
                  </a:lnTo>
                  <a:lnTo>
                    <a:pt x="302421" y="358080"/>
                  </a:lnTo>
                  <a:lnTo>
                    <a:pt x="302538" y="355677"/>
                  </a:lnTo>
                  <a:lnTo>
                    <a:pt x="302651" y="353274"/>
                  </a:lnTo>
                  <a:lnTo>
                    <a:pt x="302762" y="350871"/>
                  </a:lnTo>
                  <a:lnTo>
                    <a:pt x="302870" y="348467"/>
                  </a:lnTo>
                  <a:lnTo>
                    <a:pt x="302975" y="346064"/>
                  </a:lnTo>
                  <a:lnTo>
                    <a:pt x="303077" y="343661"/>
                  </a:lnTo>
                  <a:lnTo>
                    <a:pt x="303176" y="341258"/>
                  </a:lnTo>
                  <a:lnTo>
                    <a:pt x="303271" y="338855"/>
                  </a:lnTo>
                  <a:lnTo>
                    <a:pt x="303363" y="336451"/>
                  </a:lnTo>
                  <a:lnTo>
                    <a:pt x="303451" y="334048"/>
                  </a:lnTo>
                  <a:lnTo>
                    <a:pt x="303536" y="331645"/>
                  </a:lnTo>
                  <a:lnTo>
                    <a:pt x="303617" y="329242"/>
                  </a:lnTo>
                  <a:lnTo>
                    <a:pt x="303695" y="326838"/>
                  </a:lnTo>
                  <a:lnTo>
                    <a:pt x="303768" y="324435"/>
                  </a:lnTo>
                  <a:lnTo>
                    <a:pt x="303837" y="322032"/>
                  </a:lnTo>
                  <a:lnTo>
                    <a:pt x="303903" y="319629"/>
                  </a:lnTo>
                  <a:lnTo>
                    <a:pt x="303965" y="317225"/>
                  </a:lnTo>
                  <a:lnTo>
                    <a:pt x="304024" y="314822"/>
                  </a:lnTo>
                  <a:lnTo>
                    <a:pt x="304079" y="312419"/>
                  </a:lnTo>
                  <a:lnTo>
                    <a:pt x="304130" y="310016"/>
                  </a:lnTo>
                  <a:lnTo>
                    <a:pt x="304177" y="307613"/>
                  </a:lnTo>
                  <a:lnTo>
                    <a:pt x="304222" y="305209"/>
                  </a:lnTo>
                  <a:lnTo>
                    <a:pt x="304263" y="302806"/>
                  </a:lnTo>
                  <a:lnTo>
                    <a:pt x="304301" y="300403"/>
                  </a:lnTo>
                  <a:lnTo>
                    <a:pt x="304337" y="298000"/>
                  </a:lnTo>
                  <a:lnTo>
                    <a:pt x="304369" y="295596"/>
                  </a:lnTo>
                  <a:lnTo>
                    <a:pt x="304400" y="293193"/>
                  </a:lnTo>
                  <a:lnTo>
                    <a:pt x="304428" y="290790"/>
                  </a:lnTo>
                  <a:lnTo>
                    <a:pt x="304454" y="288387"/>
                  </a:lnTo>
                  <a:lnTo>
                    <a:pt x="304478" y="285984"/>
                  </a:lnTo>
                  <a:lnTo>
                    <a:pt x="304500" y="283580"/>
                  </a:lnTo>
                  <a:lnTo>
                    <a:pt x="304520" y="281177"/>
                  </a:lnTo>
                  <a:lnTo>
                    <a:pt x="304539" y="278774"/>
                  </a:lnTo>
                  <a:lnTo>
                    <a:pt x="304556" y="276371"/>
                  </a:lnTo>
                  <a:lnTo>
                    <a:pt x="304573" y="273967"/>
                  </a:lnTo>
                  <a:lnTo>
                    <a:pt x="304588" y="271564"/>
                  </a:lnTo>
                  <a:lnTo>
                    <a:pt x="304603" y="269161"/>
                  </a:lnTo>
                  <a:lnTo>
                    <a:pt x="304616" y="266758"/>
                  </a:lnTo>
                  <a:lnTo>
                    <a:pt x="304629" y="264354"/>
                  </a:lnTo>
                  <a:lnTo>
                    <a:pt x="304641" y="261951"/>
                  </a:lnTo>
                  <a:lnTo>
                    <a:pt x="304652" y="259548"/>
                  </a:lnTo>
                  <a:lnTo>
                    <a:pt x="304663" y="257145"/>
                  </a:lnTo>
                  <a:lnTo>
                    <a:pt x="304673" y="254742"/>
                  </a:lnTo>
                  <a:lnTo>
                    <a:pt x="304682" y="252338"/>
                  </a:lnTo>
                  <a:lnTo>
                    <a:pt x="304691" y="249935"/>
                  </a:lnTo>
                  <a:lnTo>
                    <a:pt x="304700" y="247532"/>
                  </a:lnTo>
                  <a:lnTo>
                    <a:pt x="304708" y="245129"/>
                  </a:lnTo>
                  <a:lnTo>
                    <a:pt x="304716" y="242725"/>
                  </a:lnTo>
                  <a:lnTo>
                    <a:pt x="304723" y="240322"/>
                  </a:lnTo>
                  <a:lnTo>
                    <a:pt x="304731" y="237919"/>
                  </a:lnTo>
                  <a:lnTo>
                    <a:pt x="304737" y="235516"/>
                  </a:lnTo>
                  <a:lnTo>
                    <a:pt x="304744" y="233113"/>
                  </a:lnTo>
                  <a:lnTo>
                    <a:pt x="304749" y="230709"/>
                  </a:lnTo>
                  <a:lnTo>
                    <a:pt x="304755" y="228306"/>
                  </a:lnTo>
                  <a:lnTo>
                    <a:pt x="304760" y="225903"/>
                  </a:lnTo>
                  <a:lnTo>
                    <a:pt x="304765" y="223500"/>
                  </a:lnTo>
                  <a:lnTo>
                    <a:pt x="304769" y="221096"/>
                  </a:lnTo>
                  <a:lnTo>
                    <a:pt x="304774" y="218693"/>
                  </a:lnTo>
                  <a:lnTo>
                    <a:pt x="304777" y="216290"/>
                  </a:lnTo>
                  <a:lnTo>
                    <a:pt x="304781" y="213887"/>
                  </a:lnTo>
                  <a:lnTo>
                    <a:pt x="304784" y="211483"/>
                  </a:lnTo>
                  <a:lnTo>
                    <a:pt x="304787" y="209080"/>
                  </a:lnTo>
                  <a:lnTo>
                    <a:pt x="304789" y="206677"/>
                  </a:lnTo>
                  <a:lnTo>
                    <a:pt x="304792" y="204274"/>
                  </a:lnTo>
                  <a:lnTo>
                    <a:pt x="304793" y="201871"/>
                  </a:lnTo>
                  <a:lnTo>
                    <a:pt x="304795" y="199467"/>
                  </a:lnTo>
                  <a:lnTo>
                    <a:pt x="304797" y="197064"/>
                  </a:lnTo>
                  <a:lnTo>
                    <a:pt x="304798" y="194661"/>
                  </a:lnTo>
                  <a:lnTo>
                    <a:pt x="304799" y="192258"/>
                  </a:lnTo>
                  <a:lnTo>
                    <a:pt x="304800" y="189854"/>
                  </a:lnTo>
                  <a:lnTo>
                    <a:pt x="304800" y="187451"/>
                  </a:lnTo>
                  <a:lnTo>
                    <a:pt x="304801" y="185048"/>
                  </a:lnTo>
                  <a:lnTo>
                    <a:pt x="304801" y="182645"/>
                  </a:lnTo>
                  <a:lnTo>
                    <a:pt x="304801" y="180242"/>
                  </a:lnTo>
                  <a:lnTo>
                    <a:pt x="304801" y="177838"/>
                  </a:lnTo>
                  <a:lnTo>
                    <a:pt x="304800" y="175435"/>
                  </a:lnTo>
                  <a:lnTo>
                    <a:pt x="304800" y="173032"/>
                  </a:lnTo>
                  <a:lnTo>
                    <a:pt x="304799" y="170629"/>
                  </a:lnTo>
                  <a:lnTo>
                    <a:pt x="304798" y="168225"/>
                  </a:lnTo>
                  <a:lnTo>
                    <a:pt x="304797" y="165822"/>
                  </a:lnTo>
                  <a:lnTo>
                    <a:pt x="304796" y="163419"/>
                  </a:lnTo>
                  <a:lnTo>
                    <a:pt x="304794" y="161016"/>
                  </a:lnTo>
                  <a:lnTo>
                    <a:pt x="304792" y="158612"/>
                  </a:lnTo>
                  <a:lnTo>
                    <a:pt x="304790" y="156209"/>
                  </a:lnTo>
                  <a:lnTo>
                    <a:pt x="304788" y="153806"/>
                  </a:lnTo>
                  <a:lnTo>
                    <a:pt x="304786" y="151403"/>
                  </a:lnTo>
                  <a:lnTo>
                    <a:pt x="304783" y="149000"/>
                  </a:lnTo>
                  <a:lnTo>
                    <a:pt x="304781" y="146596"/>
                  </a:lnTo>
                  <a:lnTo>
                    <a:pt x="304778" y="144193"/>
                  </a:lnTo>
                  <a:lnTo>
                    <a:pt x="304775" y="141790"/>
                  </a:lnTo>
                  <a:lnTo>
                    <a:pt x="304771" y="139387"/>
                  </a:lnTo>
                  <a:lnTo>
                    <a:pt x="304768" y="136983"/>
                  </a:lnTo>
                  <a:lnTo>
                    <a:pt x="304765" y="134580"/>
                  </a:lnTo>
                  <a:lnTo>
                    <a:pt x="304761" y="132177"/>
                  </a:lnTo>
                  <a:lnTo>
                    <a:pt x="304758" y="129774"/>
                  </a:lnTo>
                  <a:lnTo>
                    <a:pt x="304754" y="127371"/>
                  </a:lnTo>
                  <a:lnTo>
                    <a:pt x="304751" y="124967"/>
                  </a:lnTo>
                  <a:lnTo>
                    <a:pt x="304747" y="122564"/>
                  </a:lnTo>
                  <a:lnTo>
                    <a:pt x="304744" y="120161"/>
                  </a:lnTo>
                  <a:lnTo>
                    <a:pt x="304741" y="117758"/>
                  </a:lnTo>
                  <a:lnTo>
                    <a:pt x="304739" y="115354"/>
                  </a:lnTo>
                  <a:lnTo>
                    <a:pt x="304736" y="112951"/>
                  </a:lnTo>
                  <a:lnTo>
                    <a:pt x="304734" y="110548"/>
                  </a:lnTo>
                  <a:lnTo>
                    <a:pt x="304732" y="108145"/>
                  </a:lnTo>
                  <a:lnTo>
                    <a:pt x="304731" y="105741"/>
                  </a:lnTo>
                  <a:lnTo>
                    <a:pt x="304729" y="103338"/>
                  </a:lnTo>
                  <a:lnTo>
                    <a:pt x="304729" y="100935"/>
                  </a:lnTo>
                  <a:lnTo>
                    <a:pt x="304728" y="98532"/>
                  </a:lnTo>
                  <a:lnTo>
                    <a:pt x="304729" y="96129"/>
                  </a:lnTo>
                  <a:lnTo>
                    <a:pt x="304729" y="93725"/>
                  </a:lnTo>
                  <a:lnTo>
                    <a:pt x="304730" y="91322"/>
                  </a:lnTo>
                  <a:lnTo>
                    <a:pt x="304732" y="88919"/>
                  </a:lnTo>
                  <a:lnTo>
                    <a:pt x="304733" y="86516"/>
                  </a:lnTo>
                  <a:lnTo>
                    <a:pt x="304735" y="84112"/>
                  </a:lnTo>
                  <a:lnTo>
                    <a:pt x="304738" y="81709"/>
                  </a:lnTo>
                  <a:lnTo>
                    <a:pt x="304740" y="79306"/>
                  </a:lnTo>
                  <a:lnTo>
                    <a:pt x="304743" y="76903"/>
                  </a:lnTo>
                  <a:lnTo>
                    <a:pt x="304747" y="74500"/>
                  </a:lnTo>
                  <a:lnTo>
                    <a:pt x="304750" y="72096"/>
                  </a:lnTo>
                  <a:lnTo>
                    <a:pt x="304753" y="69693"/>
                  </a:lnTo>
                  <a:lnTo>
                    <a:pt x="304757" y="67290"/>
                  </a:lnTo>
                  <a:lnTo>
                    <a:pt x="304760" y="64887"/>
                  </a:lnTo>
                  <a:lnTo>
                    <a:pt x="304764" y="62483"/>
                  </a:lnTo>
                  <a:lnTo>
                    <a:pt x="304767" y="60080"/>
                  </a:lnTo>
                  <a:lnTo>
                    <a:pt x="304770" y="57677"/>
                  </a:lnTo>
                  <a:lnTo>
                    <a:pt x="304774" y="55274"/>
                  </a:lnTo>
                  <a:lnTo>
                    <a:pt x="304777" y="52870"/>
                  </a:lnTo>
                  <a:lnTo>
                    <a:pt x="304780" y="50467"/>
                  </a:lnTo>
                  <a:lnTo>
                    <a:pt x="304783" y="48064"/>
                  </a:lnTo>
                  <a:lnTo>
                    <a:pt x="304785" y="45661"/>
                  </a:lnTo>
                  <a:lnTo>
                    <a:pt x="304788" y="43258"/>
                  </a:lnTo>
                  <a:lnTo>
                    <a:pt x="304790" y="40854"/>
                  </a:lnTo>
                  <a:lnTo>
                    <a:pt x="304792" y="38451"/>
                  </a:lnTo>
                  <a:lnTo>
                    <a:pt x="304794" y="36048"/>
                  </a:lnTo>
                  <a:lnTo>
                    <a:pt x="304796" y="33645"/>
                  </a:lnTo>
                  <a:lnTo>
                    <a:pt x="304797" y="31241"/>
                  </a:lnTo>
                  <a:lnTo>
                    <a:pt x="304799" y="28838"/>
                  </a:lnTo>
                  <a:lnTo>
                    <a:pt x="304800" y="26435"/>
                  </a:lnTo>
                  <a:lnTo>
                    <a:pt x="304801" y="24032"/>
                  </a:lnTo>
                  <a:lnTo>
                    <a:pt x="304802" y="21629"/>
                  </a:lnTo>
                  <a:lnTo>
                    <a:pt x="304803" y="19225"/>
                  </a:lnTo>
                  <a:lnTo>
                    <a:pt x="304804" y="16822"/>
                  </a:lnTo>
                  <a:lnTo>
                    <a:pt x="304804" y="14419"/>
                  </a:lnTo>
                  <a:lnTo>
                    <a:pt x="304805" y="12016"/>
                  </a:lnTo>
                  <a:lnTo>
                    <a:pt x="304805" y="9612"/>
                  </a:lnTo>
                  <a:lnTo>
                    <a:pt x="304805" y="7209"/>
                  </a:lnTo>
                  <a:lnTo>
                    <a:pt x="304806" y="4806"/>
                  </a:lnTo>
                  <a:lnTo>
                    <a:pt x="304806" y="2403"/>
                  </a:lnTo>
                  <a:lnTo>
                    <a:pt x="304808" y="0"/>
                  </a:lnTo>
                  <a:lnTo>
                    <a:pt x="304808" y="2403"/>
                  </a:lnTo>
                  <a:lnTo>
                    <a:pt x="304808" y="4806"/>
                  </a:lnTo>
                  <a:lnTo>
                    <a:pt x="304809" y="7209"/>
                  </a:lnTo>
                  <a:lnTo>
                    <a:pt x="304809" y="9612"/>
                  </a:lnTo>
                  <a:lnTo>
                    <a:pt x="304810" y="12016"/>
                  </a:lnTo>
                  <a:lnTo>
                    <a:pt x="304810" y="14419"/>
                  </a:lnTo>
                  <a:lnTo>
                    <a:pt x="304811" y="16822"/>
                  </a:lnTo>
                  <a:lnTo>
                    <a:pt x="304811" y="19225"/>
                  </a:lnTo>
                  <a:lnTo>
                    <a:pt x="304812" y="21629"/>
                  </a:lnTo>
                  <a:lnTo>
                    <a:pt x="304813" y="24032"/>
                  </a:lnTo>
                  <a:lnTo>
                    <a:pt x="304814" y="26435"/>
                  </a:lnTo>
                  <a:lnTo>
                    <a:pt x="304816" y="28838"/>
                  </a:lnTo>
                  <a:lnTo>
                    <a:pt x="304817" y="31241"/>
                  </a:lnTo>
                  <a:lnTo>
                    <a:pt x="304818" y="33645"/>
                  </a:lnTo>
                  <a:lnTo>
                    <a:pt x="304820" y="36048"/>
                  </a:lnTo>
                  <a:lnTo>
                    <a:pt x="304822" y="38451"/>
                  </a:lnTo>
                  <a:lnTo>
                    <a:pt x="304824" y="40854"/>
                  </a:lnTo>
                  <a:lnTo>
                    <a:pt x="304826" y="43258"/>
                  </a:lnTo>
                  <a:lnTo>
                    <a:pt x="304829" y="45661"/>
                  </a:lnTo>
                  <a:lnTo>
                    <a:pt x="304832" y="48064"/>
                  </a:lnTo>
                  <a:lnTo>
                    <a:pt x="304834" y="50467"/>
                  </a:lnTo>
                  <a:lnTo>
                    <a:pt x="304837" y="52870"/>
                  </a:lnTo>
                  <a:lnTo>
                    <a:pt x="304841" y="55274"/>
                  </a:lnTo>
                  <a:lnTo>
                    <a:pt x="304844" y="57677"/>
                  </a:lnTo>
                  <a:lnTo>
                    <a:pt x="304847" y="60080"/>
                  </a:lnTo>
                  <a:lnTo>
                    <a:pt x="304851" y="62483"/>
                  </a:lnTo>
                  <a:lnTo>
                    <a:pt x="304854" y="64887"/>
                  </a:lnTo>
                  <a:lnTo>
                    <a:pt x="304858" y="67290"/>
                  </a:lnTo>
                  <a:lnTo>
                    <a:pt x="304861" y="69693"/>
                  </a:lnTo>
                  <a:lnTo>
                    <a:pt x="304864" y="72096"/>
                  </a:lnTo>
                  <a:lnTo>
                    <a:pt x="304868" y="74500"/>
                  </a:lnTo>
                  <a:lnTo>
                    <a:pt x="304871" y="76903"/>
                  </a:lnTo>
                  <a:lnTo>
                    <a:pt x="304874" y="79306"/>
                  </a:lnTo>
                  <a:lnTo>
                    <a:pt x="304877" y="81709"/>
                  </a:lnTo>
                  <a:lnTo>
                    <a:pt x="304879" y="84112"/>
                  </a:lnTo>
                  <a:lnTo>
                    <a:pt x="304881" y="86516"/>
                  </a:lnTo>
                  <a:lnTo>
                    <a:pt x="304883" y="88919"/>
                  </a:lnTo>
                  <a:lnTo>
                    <a:pt x="304884" y="91322"/>
                  </a:lnTo>
                  <a:lnTo>
                    <a:pt x="304885" y="93725"/>
                  </a:lnTo>
                  <a:lnTo>
                    <a:pt x="304886" y="96129"/>
                  </a:lnTo>
                  <a:lnTo>
                    <a:pt x="304886" y="98532"/>
                  </a:lnTo>
                  <a:lnTo>
                    <a:pt x="304885" y="100935"/>
                  </a:lnTo>
                  <a:lnTo>
                    <a:pt x="304885" y="103338"/>
                  </a:lnTo>
                  <a:lnTo>
                    <a:pt x="304884" y="105741"/>
                  </a:lnTo>
                  <a:lnTo>
                    <a:pt x="304882" y="108145"/>
                  </a:lnTo>
                  <a:lnTo>
                    <a:pt x="304880" y="110548"/>
                  </a:lnTo>
                  <a:lnTo>
                    <a:pt x="304878" y="112951"/>
                  </a:lnTo>
                  <a:lnTo>
                    <a:pt x="304876" y="115354"/>
                  </a:lnTo>
                  <a:lnTo>
                    <a:pt x="304873" y="117758"/>
                  </a:lnTo>
                  <a:lnTo>
                    <a:pt x="304870" y="120161"/>
                  </a:lnTo>
                  <a:lnTo>
                    <a:pt x="304867" y="122564"/>
                  </a:lnTo>
                  <a:lnTo>
                    <a:pt x="304863" y="124967"/>
                  </a:lnTo>
                  <a:lnTo>
                    <a:pt x="304860" y="127371"/>
                  </a:lnTo>
                  <a:lnTo>
                    <a:pt x="304857" y="129774"/>
                  </a:lnTo>
                  <a:lnTo>
                    <a:pt x="304853" y="132177"/>
                  </a:lnTo>
                  <a:lnTo>
                    <a:pt x="304850" y="134580"/>
                  </a:lnTo>
                  <a:lnTo>
                    <a:pt x="304846" y="136983"/>
                  </a:lnTo>
                  <a:lnTo>
                    <a:pt x="304843" y="139387"/>
                  </a:lnTo>
                  <a:lnTo>
                    <a:pt x="304840" y="141790"/>
                  </a:lnTo>
                  <a:lnTo>
                    <a:pt x="304837" y="144193"/>
                  </a:lnTo>
                  <a:lnTo>
                    <a:pt x="304834" y="146596"/>
                  </a:lnTo>
                  <a:lnTo>
                    <a:pt x="304831" y="149000"/>
                  </a:lnTo>
                  <a:lnTo>
                    <a:pt x="304828" y="151403"/>
                  </a:lnTo>
                  <a:lnTo>
                    <a:pt x="304826" y="153806"/>
                  </a:lnTo>
                  <a:lnTo>
                    <a:pt x="304824" y="156209"/>
                  </a:lnTo>
                  <a:lnTo>
                    <a:pt x="304822" y="158612"/>
                  </a:lnTo>
                  <a:lnTo>
                    <a:pt x="304820" y="161016"/>
                  </a:lnTo>
                  <a:lnTo>
                    <a:pt x="304819" y="163419"/>
                  </a:lnTo>
                  <a:lnTo>
                    <a:pt x="304817" y="165822"/>
                  </a:lnTo>
                  <a:lnTo>
                    <a:pt x="304816" y="168225"/>
                  </a:lnTo>
                  <a:lnTo>
                    <a:pt x="304815" y="170629"/>
                  </a:lnTo>
                  <a:lnTo>
                    <a:pt x="304814" y="173032"/>
                  </a:lnTo>
                  <a:lnTo>
                    <a:pt x="304814" y="175435"/>
                  </a:lnTo>
                  <a:lnTo>
                    <a:pt x="304814" y="177838"/>
                  </a:lnTo>
                  <a:lnTo>
                    <a:pt x="304813" y="180242"/>
                  </a:lnTo>
                  <a:lnTo>
                    <a:pt x="304813" y="182645"/>
                  </a:lnTo>
                  <a:lnTo>
                    <a:pt x="304814" y="185048"/>
                  </a:lnTo>
                  <a:lnTo>
                    <a:pt x="304814" y="187451"/>
                  </a:lnTo>
                  <a:lnTo>
                    <a:pt x="304815" y="189854"/>
                  </a:lnTo>
                  <a:lnTo>
                    <a:pt x="304815" y="192258"/>
                  </a:lnTo>
                  <a:lnTo>
                    <a:pt x="304816" y="194661"/>
                  </a:lnTo>
                  <a:lnTo>
                    <a:pt x="304818" y="197064"/>
                  </a:lnTo>
                  <a:lnTo>
                    <a:pt x="304819" y="199467"/>
                  </a:lnTo>
                  <a:lnTo>
                    <a:pt x="304821" y="201871"/>
                  </a:lnTo>
                  <a:lnTo>
                    <a:pt x="304823" y="204274"/>
                  </a:lnTo>
                  <a:lnTo>
                    <a:pt x="304825" y="206677"/>
                  </a:lnTo>
                  <a:lnTo>
                    <a:pt x="304828" y="209080"/>
                  </a:lnTo>
                  <a:lnTo>
                    <a:pt x="304830" y="211483"/>
                  </a:lnTo>
                  <a:lnTo>
                    <a:pt x="304833" y="213887"/>
                  </a:lnTo>
                  <a:lnTo>
                    <a:pt x="304837" y="216290"/>
                  </a:lnTo>
                  <a:lnTo>
                    <a:pt x="304841" y="218693"/>
                  </a:lnTo>
                  <a:lnTo>
                    <a:pt x="304845" y="221096"/>
                  </a:lnTo>
                  <a:lnTo>
                    <a:pt x="304849" y="223500"/>
                  </a:lnTo>
                  <a:lnTo>
                    <a:pt x="304854" y="225903"/>
                  </a:lnTo>
                  <a:lnTo>
                    <a:pt x="304859" y="228306"/>
                  </a:lnTo>
                  <a:lnTo>
                    <a:pt x="304865" y="230709"/>
                  </a:lnTo>
                  <a:lnTo>
                    <a:pt x="304871" y="233113"/>
                  </a:lnTo>
                  <a:lnTo>
                    <a:pt x="304877" y="235516"/>
                  </a:lnTo>
                  <a:lnTo>
                    <a:pt x="304884" y="237919"/>
                  </a:lnTo>
                  <a:lnTo>
                    <a:pt x="304891" y="240322"/>
                  </a:lnTo>
                  <a:lnTo>
                    <a:pt x="304898" y="242725"/>
                  </a:lnTo>
                  <a:lnTo>
                    <a:pt x="304906" y="245129"/>
                  </a:lnTo>
                  <a:lnTo>
                    <a:pt x="304914" y="247532"/>
                  </a:lnTo>
                  <a:lnTo>
                    <a:pt x="304923" y="249935"/>
                  </a:lnTo>
                  <a:lnTo>
                    <a:pt x="304932" y="252338"/>
                  </a:lnTo>
                  <a:lnTo>
                    <a:pt x="304942" y="254742"/>
                  </a:lnTo>
                  <a:lnTo>
                    <a:pt x="304952" y="257145"/>
                  </a:lnTo>
                  <a:lnTo>
                    <a:pt x="304962" y="259548"/>
                  </a:lnTo>
                  <a:lnTo>
                    <a:pt x="304974" y="261951"/>
                  </a:lnTo>
                  <a:lnTo>
                    <a:pt x="304986" y="264354"/>
                  </a:lnTo>
                  <a:lnTo>
                    <a:pt x="304998" y="266758"/>
                  </a:lnTo>
                  <a:lnTo>
                    <a:pt x="305012" y="269161"/>
                  </a:lnTo>
                  <a:lnTo>
                    <a:pt x="305026" y="271564"/>
                  </a:lnTo>
                  <a:lnTo>
                    <a:pt x="305041" y="273967"/>
                  </a:lnTo>
                  <a:lnTo>
                    <a:pt x="305058" y="276371"/>
                  </a:lnTo>
                  <a:lnTo>
                    <a:pt x="305075" y="278774"/>
                  </a:lnTo>
                  <a:lnTo>
                    <a:pt x="305094" y="281177"/>
                  </a:lnTo>
                  <a:lnTo>
                    <a:pt x="305115" y="283580"/>
                  </a:lnTo>
                  <a:lnTo>
                    <a:pt x="305137" y="285984"/>
                  </a:lnTo>
                  <a:lnTo>
                    <a:pt x="305161" y="288387"/>
                  </a:lnTo>
                  <a:lnTo>
                    <a:pt x="305187" y="290790"/>
                  </a:lnTo>
                  <a:lnTo>
                    <a:pt x="305215" y="293193"/>
                  </a:lnTo>
                  <a:lnTo>
                    <a:pt x="305245" y="295596"/>
                  </a:lnTo>
                  <a:lnTo>
                    <a:pt x="305277" y="298000"/>
                  </a:lnTo>
                  <a:lnTo>
                    <a:pt x="305313" y="300403"/>
                  </a:lnTo>
                  <a:lnTo>
                    <a:pt x="305351" y="302806"/>
                  </a:lnTo>
                  <a:lnTo>
                    <a:pt x="305393" y="305209"/>
                  </a:lnTo>
                  <a:lnTo>
                    <a:pt x="305437" y="307613"/>
                  </a:lnTo>
                  <a:lnTo>
                    <a:pt x="305485" y="310016"/>
                  </a:lnTo>
                  <a:lnTo>
                    <a:pt x="305536" y="312419"/>
                  </a:lnTo>
                  <a:lnTo>
                    <a:pt x="305590" y="314822"/>
                  </a:lnTo>
                  <a:lnTo>
                    <a:pt x="305649" y="317225"/>
                  </a:lnTo>
                  <a:lnTo>
                    <a:pt x="305711" y="319629"/>
                  </a:lnTo>
                  <a:lnTo>
                    <a:pt x="305777" y="322032"/>
                  </a:lnTo>
                  <a:lnTo>
                    <a:pt x="305846" y="324435"/>
                  </a:lnTo>
                  <a:lnTo>
                    <a:pt x="305920" y="326838"/>
                  </a:lnTo>
                  <a:lnTo>
                    <a:pt x="305997" y="329242"/>
                  </a:lnTo>
                  <a:lnTo>
                    <a:pt x="306079" y="331645"/>
                  </a:lnTo>
                  <a:lnTo>
                    <a:pt x="306163" y="334048"/>
                  </a:lnTo>
                  <a:lnTo>
                    <a:pt x="306252" y="336451"/>
                  </a:lnTo>
                  <a:lnTo>
                    <a:pt x="306343" y="338855"/>
                  </a:lnTo>
                  <a:lnTo>
                    <a:pt x="306439" y="341258"/>
                  </a:lnTo>
                  <a:lnTo>
                    <a:pt x="306538" y="343661"/>
                  </a:lnTo>
                  <a:lnTo>
                    <a:pt x="306640" y="346064"/>
                  </a:lnTo>
                  <a:lnTo>
                    <a:pt x="306745" y="348467"/>
                  </a:lnTo>
                  <a:lnTo>
                    <a:pt x="306852" y="350871"/>
                  </a:lnTo>
                  <a:lnTo>
                    <a:pt x="306963" y="353274"/>
                  </a:lnTo>
                  <a:lnTo>
                    <a:pt x="307077" y="355677"/>
                  </a:lnTo>
                  <a:lnTo>
                    <a:pt x="307193" y="358080"/>
                  </a:lnTo>
                  <a:lnTo>
                    <a:pt x="307312" y="360484"/>
                  </a:lnTo>
                  <a:lnTo>
                    <a:pt x="307433" y="362887"/>
                  </a:lnTo>
                  <a:lnTo>
                    <a:pt x="307558" y="365290"/>
                  </a:lnTo>
                  <a:lnTo>
                    <a:pt x="307684" y="367693"/>
                  </a:lnTo>
                  <a:lnTo>
                    <a:pt x="307814" y="370096"/>
                  </a:lnTo>
                  <a:lnTo>
                    <a:pt x="307946" y="372500"/>
                  </a:lnTo>
                  <a:lnTo>
                    <a:pt x="308082" y="374903"/>
                  </a:lnTo>
                  <a:lnTo>
                    <a:pt x="308220" y="377306"/>
                  </a:lnTo>
                  <a:lnTo>
                    <a:pt x="308361" y="379709"/>
                  </a:lnTo>
                  <a:lnTo>
                    <a:pt x="308506" y="382113"/>
                  </a:lnTo>
                  <a:lnTo>
                    <a:pt x="308655" y="384516"/>
                  </a:lnTo>
                  <a:lnTo>
                    <a:pt x="308807" y="386919"/>
                  </a:lnTo>
                  <a:lnTo>
                    <a:pt x="308963" y="389322"/>
                  </a:lnTo>
                  <a:lnTo>
                    <a:pt x="309123" y="391725"/>
                  </a:lnTo>
                  <a:lnTo>
                    <a:pt x="309287" y="394129"/>
                  </a:lnTo>
                  <a:lnTo>
                    <a:pt x="309456" y="396532"/>
                  </a:lnTo>
                  <a:lnTo>
                    <a:pt x="309630" y="398935"/>
                  </a:lnTo>
                  <a:lnTo>
                    <a:pt x="309808" y="401338"/>
                  </a:lnTo>
                  <a:lnTo>
                    <a:pt x="309991" y="403742"/>
                  </a:lnTo>
                  <a:lnTo>
                    <a:pt x="310179" y="406145"/>
                  </a:lnTo>
                  <a:lnTo>
                    <a:pt x="310372" y="408548"/>
                  </a:lnTo>
                  <a:lnTo>
                    <a:pt x="310571" y="410951"/>
                  </a:lnTo>
                  <a:lnTo>
                    <a:pt x="310776" y="413355"/>
                  </a:lnTo>
                  <a:lnTo>
                    <a:pt x="310985" y="415758"/>
                  </a:lnTo>
                  <a:lnTo>
                    <a:pt x="311200" y="418161"/>
                  </a:lnTo>
                  <a:lnTo>
                    <a:pt x="311420" y="420564"/>
                  </a:lnTo>
                  <a:lnTo>
                    <a:pt x="311646" y="422967"/>
                  </a:lnTo>
                  <a:lnTo>
                    <a:pt x="311879" y="425371"/>
                  </a:lnTo>
                  <a:lnTo>
                    <a:pt x="312117" y="427774"/>
                  </a:lnTo>
                  <a:lnTo>
                    <a:pt x="312362" y="430177"/>
                  </a:lnTo>
                  <a:lnTo>
                    <a:pt x="312612" y="432580"/>
                  </a:lnTo>
                  <a:lnTo>
                    <a:pt x="312868" y="434984"/>
                  </a:lnTo>
                  <a:lnTo>
                    <a:pt x="313131" y="437387"/>
                  </a:lnTo>
                  <a:lnTo>
                    <a:pt x="313401" y="439790"/>
                  </a:lnTo>
                  <a:lnTo>
                    <a:pt x="313678" y="442193"/>
                  </a:lnTo>
                  <a:lnTo>
                    <a:pt x="313961" y="444596"/>
                  </a:lnTo>
                  <a:lnTo>
                    <a:pt x="314252" y="447000"/>
                  </a:lnTo>
                  <a:lnTo>
                    <a:pt x="314549" y="449403"/>
                  </a:lnTo>
                  <a:lnTo>
                    <a:pt x="314856" y="451806"/>
                  </a:lnTo>
                  <a:lnTo>
                    <a:pt x="315171" y="454209"/>
                  </a:lnTo>
                  <a:lnTo>
                    <a:pt x="315494" y="456613"/>
                  </a:lnTo>
                  <a:lnTo>
                    <a:pt x="315825" y="459016"/>
                  </a:lnTo>
                  <a:lnTo>
                    <a:pt x="316165" y="461419"/>
                  </a:lnTo>
                  <a:lnTo>
                    <a:pt x="316514" y="463822"/>
                  </a:lnTo>
                  <a:lnTo>
                    <a:pt x="316874" y="466226"/>
                  </a:lnTo>
                  <a:lnTo>
                    <a:pt x="317244" y="468629"/>
                  </a:lnTo>
                  <a:lnTo>
                    <a:pt x="317623" y="471032"/>
                  </a:lnTo>
                  <a:lnTo>
                    <a:pt x="318012" y="473435"/>
                  </a:lnTo>
                  <a:lnTo>
                    <a:pt x="318410" y="475838"/>
                  </a:lnTo>
                  <a:lnTo>
                    <a:pt x="318820" y="478242"/>
                  </a:lnTo>
                  <a:lnTo>
                    <a:pt x="319242" y="480645"/>
                  </a:lnTo>
                  <a:lnTo>
                    <a:pt x="319674" y="483048"/>
                  </a:lnTo>
                  <a:lnTo>
                    <a:pt x="320117" y="485451"/>
                  </a:lnTo>
                  <a:lnTo>
                    <a:pt x="320569" y="487855"/>
                  </a:lnTo>
                  <a:lnTo>
                    <a:pt x="321031" y="490258"/>
                  </a:lnTo>
                  <a:lnTo>
                    <a:pt x="321505" y="492661"/>
                  </a:lnTo>
                  <a:lnTo>
                    <a:pt x="321989" y="495064"/>
                  </a:lnTo>
                  <a:lnTo>
                    <a:pt x="322482" y="497467"/>
                  </a:lnTo>
                  <a:lnTo>
                    <a:pt x="322983" y="499871"/>
                  </a:lnTo>
                  <a:lnTo>
                    <a:pt x="323492" y="502274"/>
                  </a:lnTo>
                  <a:lnTo>
                    <a:pt x="324008" y="504677"/>
                  </a:lnTo>
                  <a:lnTo>
                    <a:pt x="324533" y="507080"/>
                  </a:lnTo>
                  <a:lnTo>
                    <a:pt x="325062" y="509484"/>
                  </a:lnTo>
                  <a:lnTo>
                    <a:pt x="325595" y="511887"/>
                  </a:lnTo>
                  <a:lnTo>
                    <a:pt x="326132" y="514290"/>
                  </a:lnTo>
                  <a:lnTo>
                    <a:pt x="326671" y="516693"/>
                  </a:lnTo>
                  <a:lnTo>
                    <a:pt x="327211" y="519097"/>
                  </a:lnTo>
                  <a:lnTo>
                    <a:pt x="327751" y="521500"/>
                  </a:lnTo>
                  <a:lnTo>
                    <a:pt x="328289" y="523903"/>
                  </a:lnTo>
                  <a:lnTo>
                    <a:pt x="328825" y="526306"/>
                  </a:lnTo>
                  <a:lnTo>
                    <a:pt x="329357" y="528709"/>
                  </a:lnTo>
                  <a:lnTo>
                    <a:pt x="329885" y="531113"/>
                  </a:lnTo>
                  <a:lnTo>
                    <a:pt x="330407" y="533516"/>
                  </a:lnTo>
                  <a:lnTo>
                    <a:pt x="330921" y="535919"/>
                  </a:lnTo>
                  <a:lnTo>
                    <a:pt x="331429" y="538322"/>
                  </a:lnTo>
                  <a:lnTo>
                    <a:pt x="331929" y="540726"/>
                  </a:lnTo>
                  <a:lnTo>
                    <a:pt x="332422" y="543129"/>
                  </a:lnTo>
                  <a:lnTo>
                    <a:pt x="332908" y="545532"/>
                  </a:lnTo>
                  <a:lnTo>
                    <a:pt x="333385" y="547935"/>
                  </a:lnTo>
                  <a:lnTo>
                    <a:pt x="333855" y="550338"/>
                  </a:lnTo>
                  <a:lnTo>
                    <a:pt x="334319" y="552742"/>
                  </a:lnTo>
                  <a:lnTo>
                    <a:pt x="334779" y="555145"/>
                  </a:lnTo>
                  <a:lnTo>
                    <a:pt x="335234" y="557548"/>
                  </a:lnTo>
                  <a:lnTo>
                    <a:pt x="335687" y="559951"/>
                  </a:lnTo>
                  <a:lnTo>
                    <a:pt x="336138" y="562355"/>
                  </a:lnTo>
                  <a:lnTo>
                    <a:pt x="336591" y="564758"/>
                  </a:lnTo>
                  <a:lnTo>
                    <a:pt x="337047" y="567161"/>
                  </a:lnTo>
                  <a:lnTo>
                    <a:pt x="337507" y="569564"/>
                  </a:lnTo>
                  <a:lnTo>
                    <a:pt x="337974" y="571968"/>
                  </a:lnTo>
                  <a:lnTo>
                    <a:pt x="338450" y="574371"/>
                  </a:lnTo>
                  <a:lnTo>
                    <a:pt x="338939" y="576774"/>
                  </a:lnTo>
                  <a:lnTo>
                    <a:pt x="339442" y="579177"/>
                  </a:lnTo>
                  <a:lnTo>
                    <a:pt x="339959" y="581580"/>
                  </a:lnTo>
                  <a:lnTo>
                    <a:pt x="340492" y="583984"/>
                  </a:lnTo>
                  <a:lnTo>
                    <a:pt x="341044" y="586387"/>
                  </a:lnTo>
                  <a:lnTo>
                    <a:pt x="341620" y="588790"/>
                  </a:lnTo>
                  <a:lnTo>
                    <a:pt x="342219" y="591193"/>
                  </a:lnTo>
                  <a:lnTo>
                    <a:pt x="342840" y="593597"/>
                  </a:lnTo>
                  <a:lnTo>
                    <a:pt x="343485" y="596000"/>
                  </a:lnTo>
                  <a:lnTo>
                    <a:pt x="344154" y="598403"/>
                  </a:lnTo>
                  <a:lnTo>
                    <a:pt x="344848" y="600806"/>
                  </a:lnTo>
                  <a:lnTo>
                    <a:pt x="345573" y="603209"/>
                  </a:lnTo>
                  <a:lnTo>
                    <a:pt x="346322" y="605613"/>
                  </a:lnTo>
                  <a:lnTo>
                    <a:pt x="347096" y="608016"/>
                  </a:lnTo>
                  <a:lnTo>
                    <a:pt x="347895" y="610419"/>
                  </a:lnTo>
                  <a:lnTo>
                    <a:pt x="348716" y="612822"/>
                  </a:lnTo>
                  <a:lnTo>
                    <a:pt x="349564" y="615226"/>
                  </a:lnTo>
                  <a:lnTo>
                    <a:pt x="350437" y="617629"/>
                  </a:lnTo>
                  <a:lnTo>
                    <a:pt x="351330" y="620032"/>
                  </a:lnTo>
                  <a:lnTo>
                    <a:pt x="352243" y="622435"/>
                  </a:lnTo>
                  <a:lnTo>
                    <a:pt x="353175" y="624839"/>
                  </a:lnTo>
                  <a:lnTo>
                    <a:pt x="354124" y="627242"/>
                  </a:lnTo>
                  <a:lnTo>
                    <a:pt x="355093" y="629645"/>
                  </a:lnTo>
                  <a:lnTo>
                    <a:pt x="356077" y="632048"/>
                  </a:lnTo>
                  <a:lnTo>
                    <a:pt x="357075" y="634451"/>
                  </a:lnTo>
                  <a:lnTo>
                    <a:pt x="358085" y="636855"/>
                  </a:lnTo>
                  <a:lnTo>
                    <a:pt x="359107" y="639258"/>
                  </a:lnTo>
                  <a:lnTo>
                    <a:pt x="360140" y="641661"/>
                  </a:lnTo>
                  <a:lnTo>
                    <a:pt x="361184" y="644064"/>
                  </a:lnTo>
                  <a:lnTo>
                    <a:pt x="362237" y="646468"/>
                  </a:lnTo>
                  <a:lnTo>
                    <a:pt x="363297" y="648871"/>
                  </a:lnTo>
                  <a:lnTo>
                    <a:pt x="364364" y="651274"/>
                  </a:lnTo>
                  <a:lnTo>
                    <a:pt x="365437" y="653677"/>
                  </a:lnTo>
                  <a:lnTo>
                    <a:pt x="366516" y="656080"/>
                  </a:lnTo>
                  <a:lnTo>
                    <a:pt x="367599" y="658484"/>
                  </a:lnTo>
                  <a:lnTo>
                    <a:pt x="368686" y="660887"/>
                  </a:lnTo>
                  <a:lnTo>
                    <a:pt x="369776" y="663290"/>
                  </a:lnTo>
                  <a:lnTo>
                    <a:pt x="370866" y="665693"/>
                  </a:lnTo>
                  <a:lnTo>
                    <a:pt x="371958" y="668097"/>
                  </a:lnTo>
                  <a:lnTo>
                    <a:pt x="373049" y="670500"/>
                  </a:lnTo>
                  <a:lnTo>
                    <a:pt x="374137" y="672903"/>
                  </a:lnTo>
                  <a:lnTo>
                    <a:pt x="375222" y="675306"/>
                  </a:lnTo>
                  <a:lnTo>
                    <a:pt x="376301" y="677710"/>
                  </a:lnTo>
                  <a:lnTo>
                    <a:pt x="377375" y="680113"/>
                  </a:lnTo>
                  <a:lnTo>
                    <a:pt x="378440" y="682516"/>
                  </a:lnTo>
                  <a:lnTo>
                    <a:pt x="379493" y="684919"/>
                  </a:lnTo>
                  <a:lnTo>
                    <a:pt x="380533" y="687322"/>
                  </a:lnTo>
                  <a:lnTo>
                    <a:pt x="381558" y="689726"/>
                  </a:lnTo>
                  <a:lnTo>
                    <a:pt x="382568" y="692129"/>
                  </a:lnTo>
                  <a:lnTo>
                    <a:pt x="383561" y="694532"/>
                  </a:lnTo>
                  <a:lnTo>
                    <a:pt x="384531" y="696935"/>
                  </a:lnTo>
                  <a:lnTo>
                    <a:pt x="385476" y="699339"/>
                  </a:lnTo>
                  <a:lnTo>
                    <a:pt x="386397" y="701742"/>
                  </a:lnTo>
                  <a:lnTo>
                    <a:pt x="387292" y="704145"/>
                  </a:lnTo>
                  <a:lnTo>
                    <a:pt x="388160" y="706548"/>
                  </a:lnTo>
                  <a:lnTo>
                    <a:pt x="389000" y="708951"/>
                  </a:lnTo>
                  <a:lnTo>
                    <a:pt x="389805" y="711355"/>
                  </a:lnTo>
                  <a:lnTo>
                    <a:pt x="390576" y="713758"/>
                  </a:lnTo>
                  <a:lnTo>
                    <a:pt x="391315" y="716161"/>
                  </a:lnTo>
                  <a:lnTo>
                    <a:pt x="392021" y="718564"/>
                  </a:lnTo>
                  <a:lnTo>
                    <a:pt x="392694" y="720968"/>
                  </a:lnTo>
                  <a:lnTo>
                    <a:pt x="393333" y="723371"/>
                  </a:lnTo>
                  <a:lnTo>
                    <a:pt x="393927" y="725774"/>
                  </a:lnTo>
                  <a:lnTo>
                    <a:pt x="394487" y="728177"/>
                  </a:lnTo>
                  <a:lnTo>
                    <a:pt x="395011" y="730580"/>
                  </a:lnTo>
                  <a:lnTo>
                    <a:pt x="395498" y="732984"/>
                  </a:lnTo>
                  <a:lnTo>
                    <a:pt x="395586" y="733453"/>
                  </a:lnTo>
                  <a:lnTo>
                    <a:pt x="395950" y="735387"/>
                  </a:lnTo>
                  <a:lnTo>
                    <a:pt x="396361" y="737790"/>
                  </a:lnTo>
                  <a:lnTo>
                    <a:pt x="396728" y="740193"/>
                  </a:lnTo>
                  <a:lnTo>
                    <a:pt x="397056" y="742597"/>
                  </a:lnTo>
                  <a:lnTo>
                    <a:pt x="397345" y="745000"/>
                  </a:lnTo>
                  <a:lnTo>
                    <a:pt x="397594" y="747403"/>
                  </a:lnTo>
                  <a:lnTo>
                    <a:pt x="397801" y="749806"/>
                  </a:lnTo>
                  <a:lnTo>
                    <a:pt x="397958" y="752210"/>
                  </a:lnTo>
                  <a:lnTo>
                    <a:pt x="398066" y="754613"/>
                  </a:lnTo>
                  <a:lnTo>
                    <a:pt x="398127" y="757016"/>
                  </a:lnTo>
                  <a:lnTo>
                    <a:pt x="398141" y="759419"/>
                  </a:lnTo>
                  <a:lnTo>
                    <a:pt x="398104" y="761822"/>
                  </a:lnTo>
                  <a:lnTo>
                    <a:pt x="398016" y="764226"/>
                  </a:lnTo>
                  <a:lnTo>
                    <a:pt x="397860" y="766629"/>
                  </a:lnTo>
                  <a:lnTo>
                    <a:pt x="397647" y="769032"/>
                  </a:lnTo>
                  <a:lnTo>
                    <a:pt x="397376" y="771435"/>
                  </a:lnTo>
                  <a:lnTo>
                    <a:pt x="397045" y="773839"/>
                  </a:lnTo>
                  <a:lnTo>
                    <a:pt x="396653" y="776242"/>
                  </a:lnTo>
                  <a:lnTo>
                    <a:pt x="396195" y="778645"/>
                  </a:lnTo>
                  <a:lnTo>
                    <a:pt x="395661" y="781048"/>
                  </a:lnTo>
                  <a:lnTo>
                    <a:pt x="395062" y="783451"/>
                  </a:lnTo>
                  <a:lnTo>
                    <a:pt x="394399" y="785855"/>
                  </a:lnTo>
                  <a:lnTo>
                    <a:pt x="393672" y="788258"/>
                  </a:lnTo>
                  <a:lnTo>
                    <a:pt x="392882" y="790661"/>
                  </a:lnTo>
                  <a:lnTo>
                    <a:pt x="392021" y="793064"/>
                  </a:lnTo>
                  <a:lnTo>
                    <a:pt x="391090" y="795468"/>
                  </a:lnTo>
                  <a:lnTo>
                    <a:pt x="390102" y="797871"/>
                  </a:lnTo>
                  <a:lnTo>
                    <a:pt x="389057" y="800274"/>
                  </a:lnTo>
                  <a:lnTo>
                    <a:pt x="387959" y="802677"/>
                  </a:lnTo>
                  <a:lnTo>
                    <a:pt x="386810" y="805081"/>
                  </a:lnTo>
                  <a:lnTo>
                    <a:pt x="385603" y="807484"/>
                  </a:lnTo>
                  <a:lnTo>
                    <a:pt x="384352" y="809887"/>
                  </a:lnTo>
                  <a:lnTo>
                    <a:pt x="383062" y="812290"/>
                  </a:lnTo>
                  <a:lnTo>
                    <a:pt x="381738" y="814693"/>
                  </a:lnTo>
                  <a:lnTo>
                    <a:pt x="380382" y="817097"/>
                  </a:lnTo>
                  <a:lnTo>
                    <a:pt x="378999" y="819500"/>
                  </a:lnTo>
                  <a:lnTo>
                    <a:pt x="377588" y="821903"/>
                  </a:lnTo>
                  <a:lnTo>
                    <a:pt x="376160" y="824306"/>
                  </a:lnTo>
                  <a:lnTo>
                    <a:pt x="374719" y="826710"/>
                  </a:lnTo>
                  <a:lnTo>
                    <a:pt x="373267" y="829113"/>
                  </a:lnTo>
                  <a:lnTo>
                    <a:pt x="371809" y="831516"/>
                  </a:lnTo>
                  <a:lnTo>
                    <a:pt x="370346" y="833919"/>
                  </a:lnTo>
                  <a:lnTo>
                    <a:pt x="368884" y="836322"/>
                  </a:lnTo>
                  <a:lnTo>
                    <a:pt x="367426" y="838726"/>
                  </a:lnTo>
                  <a:lnTo>
                    <a:pt x="365973" y="841129"/>
                  </a:lnTo>
                  <a:lnTo>
                    <a:pt x="364527" y="843532"/>
                  </a:lnTo>
                  <a:lnTo>
                    <a:pt x="363091" y="845935"/>
                  </a:lnTo>
                  <a:lnTo>
                    <a:pt x="361668" y="848339"/>
                  </a:lnTo>
                  <a:lnTo>
                    <a:pt x="360259" y="850742"/>
                  </a:lnTo>
                  <a:lnTo>
                    <a:pt x="358864" y="853145"/>
                  </a:lnTo>
                  <a:lnTo>
                    <a:pt x="357484" y="855548"/>
                  </a:lnTo>
                  <a:lnTo>
                    <a:pt x="356120" y="857952"/>
                  </a:lnTo>
                  <a:lnTo>
                    <a:pt x="354772" y="860355"/>
                  </a:lnTo>
                  <a:lnTo>
                    <a:pt x="353445" y="862758"/>
                  </a:lnTo>
                  <a:lnTo>
                    <a:pt x="352136" y="865161"/>
                  </a:lnTo>
                  <a:lnTo>
                    <a:pt x="350845" y="867564"/>
                  </a:lnTo>
                  <a:lnTo>
                    <a:pt x="349572" y="869968"/>
                  </a:lnTo>
                  <a:lnTo>
                    <a:pt x="348317" y="872371"/>
                  </a:lnTo>
                  <a:lnTo>
                    <a:pt x="347083" y="874774"/>
                  </a:lnTo>
                  <a:lnTo>
                    <a:pt x="345871" y="877177"/>
                  </a:lnTo>
                  <a:lnTo>
                    <a:pt x="344679" y="879581"/>
                  </a:lnTo>
                  <a:lnTo>
                    <a:pt x="343507" y="881984"/>
                  </a:lnTo>
                  <a:lnTo>
                    <a:pt x="342355" y="884387"/>
                  </a:lnTo>
                  <a:lnTo>
                    <a:pt x="341225" y="886790"/>
                  </a:lnTo>
                  <a:lnTo>
                    <a:pt x="340119" y="889193"/>
                  </a:lnTo>
                  <a:lnTo>
                    <a:pt x="339039" y="891597"/>
                  </a:lnTo>
                  <a:lnTo>
                    <a:pt x="337980" y="894000"/>
                  </a:lnTo>
                  <a:lnTo>
                    <a:pt x="336946" y="896403"/>
                  </a:lnTo>
                  <a:lnTo>
                    <a:pt x="335935" y="898806"/>
                  </a:lnTo>
                  <a:lnTo>
                    <a:pt x="334948" y="901210"/>
                  </a:lnTo>
                  <a:lnTo>
                    <a:pt x="333993" y="903613"/>
                  </a:lnTo>
                  <a:lnTo>
                    <a:pt x="333064" y="906016"/>
                  </a:lnTo>
                  <a:lnTo>
                    <a:pt x="332160" y="908419"/>
                  </a:lnTo>
                  <a:lnTo>
                    <a:pt x="331281" y="910823"/>
                  </a:lnTo>
                  <a:lnTo>
                    <a:pt x="330428" y="913226"/>
                  </a:lnTo>
                  <a:lnTo>
                    <a:pt x="329603" y="915629"/>
                  </a:lnTo>
                  <a:lnTo>
                    <a:pt x="328807" y="918032"/>
                  </a:lnTo>
                  <a:lnTo>
                    <a:pt x="328036" y="920435"/>
                  </a:lnTo>
                  <a:lnTo>
                    <a:pt x="327289" y="922839"/>
                  </a:lnTo>
                  <a:lnTo>
                    <a:pt x="326566" y="925242"/>
                  </a:lnTo>
                  <a:lnTo>
                    <a:pt x="325865" y="927645"/>
                  </a:lnTo>
                  <a:lnTo>
                    <a:pt x="325190" y="930048"/>
                  </a:lnTo>
                  <a:lnTo>
                    <a:pt x="324537" y="932452"/>
                  </a:lnTo>
                  <a:lnTo>
                    <a:pt x="323904" y="934855"/>
                  </a:lnTo>
                  <a:lnTo>
                    <a:pt x="323289" y="937258"/>
                  </a:lnTo>
                  <a:lnTo>
                    <a:pt x="322692" y="939661"/>
                  </a:lnTo>
                  <a:lnTo>
                    <a:pt x="322110" y="942064"/>
                  </a:lnTo>
                  <a:lnTo>
                    <a:pt x="321793" y="943423"/>
                  </a:lnTo>
                  <a:lnTo>
                    <a:pt x="321548" y="944468"/>
                  </a:lnTo>
                  <a:lnTo>
                    <a:pt x="321000" y="946871"/>
                  </a:lnTo>
                  <a:lnTo>
                    <a:pt x="320465" y="949274"/>
                  </a:lnTo>
                  <a:lnTo>
                    <a:pt x="319943" y="951677"/>
                  </a:lnTo>
                  <a:lnTo>
                    <a:pt x="319431" y="954081"/>
                  </a:lnTo>
                  <a:lnTo>
                    <a:pt x="318932" y="956484"/>
                  </a:lnTo>
                  <a:lnTo>
                    <a:pt x="318445" y="958887"/>
                  </a:lnTo>
                  <a:lnTo>
                    <a:pt x="317968" y="961290"/>
                  </a:lnTo>
                  <a:lnTo>
                    <a:pt x="317500" y="963694"/>
                  </a:lnTo>
                  <a:lnTo>
                    <a:pt x="317041" y="966097"/>
                  </a:lnTo>
                  <a:lnTo>
                    <a:pt x="316592" y="968500"/>
                  </a:lnTo>
                  <a:lnTo>
                    <a:pt x="316153" y="970903"/>
                  </a:lnTo>
                  <a:lnTo>
                    <a:pt x="315725" y="973306"/>
                  </a:lnTo>
                  <a:lnTo>
                    <a:pt x="315306" y="975710"/>
                  </a:lnTo>
                  <a:lnTo>
                    <a:pt x="314896" y="978113"/>
                  </a:lnTo>
                  <a:lnTo>
                    <a:pt x="314496" y="980516"/>
                  </a:lnTo>
                  <a:lnTo>
                    <a:pt x="314106" y="982919"/>
                  </a:lnTo>
                  <a:lnTo>
                    <a:pt x="313729" y="985323"/>
                  </a:lnTo>
                  <a:lnTo>
                    <a:pt x="313363" y="987726"/>
                  </a:lnTo>
                  <a:lnTo>
                    <a:pt x="313009" y="990129"/>
                  </a:lnTo>
                  <a:lnTo>
                    <a:pt x="312667" y="992532"/>
                  </a:lnTo>
                  <a:lnTo>
                    <a:pt x="312338" y="994935"/>
                  </a:lnTo>
                  <a:lnTo>
                    <a:pt x="312024" y="997339"/>
                  </a:lnTo>
                  <a:lnTo>
                    <a:pt x="311729" y="999742"/>
                  </a:lnTo>
                  <a:lnTo>
                    <a:pt x="311452" y="1002145"/>
                  </a:lnTo>
                  <a:lnTo>
                    <a:pt x="311195" y="1004548"/>
                  </a:lnTo>
                  <a:lnTo>
                    <a:pt x="310961" y="1006952"/>
                  </a:lnTo>
                  <a:lnTo>
                    <a:pt x="310753" y="1009355"/>
                  </a:lnTo>
                  <a:lnTo>
                    <a:pt x="310579" y="1011758"/>
                  </a:lnTo>
                  <a:lnTo>
                    <a:pt x="310447" y="1014161"/>
                  </a:lnTo>
                  <a:lnTo>
                    <a:pt x="310360" y="1016565"/>
                  </a:lnTo>
                  <a:lnTo>
                    <a:pt x="310325" y="1018968"/>
                  </a:lnTo>
                  <a:lnTo>
                    <a:pt x="310351" y="1021371"/>
                  </a:lnTo>
                  <a:lnTo>
                    <a:pt x="310447" y="1023774"/>
                  </a:lnTo>
                  <a:lnTo>
                    <a:pt x="310646" y="1026177"/>
                  </a:lnTo>
                  <a:lnTo>
                    <a:pt x="310956" y="1028581"/>
                  </a:lnTo>
                  <a:lnTo>
                    <a:pt x="311389" y="1030984"/>
                  </a:lnTo>
                  <a:lnTo>
                    <a:pt x="311964" y="1033387"/>
                  </a:lnTo>
                  <a:lnTo>
                    <a:pt x="312702" y="1035790"/>
                  </a:lnTo>
                  <a:lnTo>
                    <a:pt x="313629" y="1038194"/>
                  </a:lnTo>
                  <a:lnTo>
                    <a:pt x="314833" y="1040597"/>
                  </a:lnTo>
                  <a:lnTo>
                    <a:pt x="316297" y="1043000"/>
                  </a:lnTo>
                  <a:lnTo>
                    <a:pt x="318053" y="1045403"/>
                  </a:lnTo>
                  <a:lnTo>
                    <a:pt x="320134" y="1047806"/>
                  </a:lnTo>
                  <a:lnTo>
                    <a:pt x="322576" y="1050210"/>
                  </a:lnTo>
                  <a:lnTo>
                    <a:pt x="325460" y="1052613"/>
                  </a:lnTo>
                  <a:lnTo>
                    <a:pt x="328875" y="1055016"/>
                  </a:lnTo>
                  <a:lnTo>
                    <a:pt x="332789" y="1057419"/>
                  </a:lnTo>
                  <a:lnTo>
                    <a:pt x="337241" y="1059823"/>
                  </a:lnTo>
                  <a:lnTo>
                    <a:pt x="342265" y="1062226"/>
                  </a:lnTo>
                  <a:lnTo>
                    <a:pt x="347895" y="1064629"/>
                  </a:lnTo>
                  <a:lnTo>
                    <a:pt x="354288" y="1067032"/>
                  </a:lnTo>
                  <a:lnTo>
                    <a:pt x="361415" y="1069435"/>
                  </a:lnTo>
                  <a:lnTo>
                    <a:pt x="369235" y="1071839"/>
                  </a:lnTo>
                  <a:lnTo>
                    <a:pt x="377756" y="1074242"/>
                  </a:lnTo>
                  <a:lnTo>
                    <a:pt x="386979" y="1076645"/>
                  </a:lnTo>
                  <a:lnTo>
                    <a:pt x="396896" y="1079048"/>
                  </a:lnTo>
                  <a:lnTo>
                    <a:pt x="407659" y="1081452"/>
                  </a:lnTo>
                  <a:lnTo>
                    <a:pt x="419039" y="1083855"/>
                  </a:lnTo>
                  <a:lnTo>
                    <a:pt x="430983" y="1086258"/>
                  </a:lnTo>
                  <a:lnTo>
                    <a:pt x="443428" y="1088661"/>
                  </a:lnTo>
                  <a:lnTo>
                    <a:pt x="456301" y="1091065"/>
                  </a:lnTo>
                  <a:lnTo>
                    <a:pt x="469534" y="1093468"/>
                  </a:lnTo>
                  <a:lnTo>
                    <a:pt x="482997" y="1095871"/>
                  </a:lnTo>
                  <a:lnTo>
                    <a:pt x="496509" y="1098274"/>
                  </a:lnTo>
                  <a:lnTo>
                    <a:pt x="509946" y="1100677"/>
                  </a:lnTo>
                  <a:lnTo>
                    <a:pt x="523176" y="1103081"/>
                  </a:lnTo>
                  <a:lnTo>
                    <a:pt x="536064" y="1105484"/>
                  </a:lnTo>
                  <a:lnTo>
                    <a:pt x="548355" y="1107887"/>
                  </a:lnTo>
                  <a:lnTo>
                    <a:pt x="559866" y="1110290"/>
                  </a:lnTo>
                  <a:lnTo>
                    <a:pt x="570519" y="1112694"/>
                  </a:lnTo>
                  <a:lnTo>
                    <a:pt x="580182" y="1115097"/>
                  </a:lnTo>
                  <a:lnTo>
                    <a:pt x="588736" y="1117500"/>
                  </a:lnTo>
                  <a:lnTo>
                    <a:pt x="596067" y="1119903"/>
                  </a:lnTo>
                  <a:lnTo>
                    <a:pt x="601708" y="1122306"/>
                  </a:lnTo>
                  <a:lnTo>
                    <a:pt x="605863" y="1124710"/>
                  </a:lnTo>
                  <a:lnTo>
                    <a:pt x="608510" y="1127113"/>
                  </a:lnTo>
                  <a:lnTo>
                    <a:pt x="609615" y="1129516"/>
                  </a:lnTo>
                  <a:lnTo>
                    <a:pt x="609545" y="1129885"/>
                  </a:lnTo>
                  <a:lnTo>
                    <a:pt x="609160" y="1131919"/>
                  </a:lnTo>
                  <a:lnTo>
                    <a:pt x="607050" y="1134323"/>
                  </a:lnTo>
                  <a:lnTo>
                    <a:pt x="603105" y="1136726"/>
                  </a:lnTo>
                  <a:lnTo>
                    <a:pt x="597709" y="1139129"/>
                  </a:lnTo>
                  <a:lnTo>
                    <a:pt x="590941" y="1141532"/>
                  </a:lnTo>
                  <a:lnTo>
                    <a:pt x="582887" y="1143936"/>
                  </a:lnTo>
                  <a:lnTo>
                    <a:pt x="573650" y="1146339"/>
                  </a:lnTo>
                  <a:lnTo>
                    <a:pt x="563216" y="1148742"/>
                  </a:lnTo>
                  <a:lnTo>
                    <a:pt x="551803" y="1151145"/>
                  </a:lnTo>
                  <a:lnTo>
                    <a:pt x="539681" y="1153548"/>
                  </a:lnTo>
                  <a:lnTo>
                    <a:pt x="526987" y="1155952"/>
                  </a:lnTo>
                  <a:lnTo>
                    <a:pt x="513861" y="1158355"/>
                  </a:lnTo>
                  <a:lnTo>
                    <a:pt x="500442" y="1160758"/>
                  </a:lnTo>
                  <a:lnTo>
                    <a:pt x="486877" y="1163161"/>
                  </a:lnTo>
                  <a:lnTo>
                    <a:pt x="473369" y="1165565"/>
                  </a:lnTo>
                  <a:lnTo>
                    <a:pt x="460034" y="1167968"/>
                  </a:lnTo>
                  <a:lnTo>
                    <a:pt x="446975" y="1170371"/>
                  </a:lnTo>
                  <a:lnTo>
                    <a:pt x="434286" y="1172774"/>
                  </a:lnTo>
                  <a:lnTo>
                    <a:pt x="422075" y="1175177"/>
                  </a:lnTo>
                  <a:lnTo>
                    <a:pt x="410540" y="1177581"/>
                  </a:lnTo>
                  <a:lnTo>
                    <a:pt x="399621" y="1179984"/>
                  </a:lnTo>
                  <a:lnTo>
                    <a:pt x="389352" y="1182387"/>
                  </a:lnTo>
                  <a:lnTo>
                    <a:pt x="379760" y="1184790"/>
                  </a:lnTo>
                  <a:lnTo>
                    <a:pt x="370859" y="1187194"/>
                  </a:lnTo>
                  <a:lnTo>
                    <a:pt x="362745" y="1189597"/>
                  </a:lnTo>
                  <a:lnTo>
                    <a:pt x="355419" y="1192000"/>
                  </a:lnTo>
                  <a:lnTo>
                    <a:pt x="348763" y="1194403"/>
                  </a:lnTo>
                  <a:lnTo>
                    <a:pt x="342752" y="1196807"/>
                  </a:lnTo>
                  <a:lnTo>
                    <a:pt x="337359" y="1199210"/>
                  </a:lnTo>
                  <a:lnTo>
                    <a:pt x="332554" y="1201613"/>
                  </a:lnTo>
                  <a:lnTo>
                    <a:pt x="328405" y="1204016"/>
                  </a:lnTo>
                  <a:lnTo>
                    <a:pt x="324778" y="1206419"/>
                  </a:lnTo>
                  <a:lnTo>
                    <a:pt x="321601" y="1208823"/>
                  </a:lnTo>
                  <a:lnTo>
                    <a:pt x="318838" y="1211226"/>
                  </a:lnTo>
                  <a:lnTo>
                    <a:pt x="316450" y="1213629"/>
                  </a:lnTo>
                  <a:lnTo>
                    <a:pt x="314408" y="1216032"/>
                  </a:lnTo>
                  <a:lnTo>
                    <a:pt x="312731" y="1218436"/>
                  </a:lnTo>
                  <a:lnTo>
                    <a:pt x="311302" y="1220839"/>
                  </a:lnTo>
                  <a:lnTo>
                    <a:pt x="310094" y="1223242"/>
                  </a:lnTo>
                  <a:lnTo>
                    <a:pt x="309081" y="1225645"/>
                  </a:lnTo>
                  <a:lnTo>
                    <a:pt x="308236" y="1228048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9334229" y="8301721"/>
              <a:ext cx="609615" cy="1113136"/>
            </a:xfrm>
            <a:custGeom>
              <a:avLst/>
              <a:pathLst>
                <a:path w="609615" h="1113136">
                  <a:moveTo>
                    <a:pt x="301379" y="1113136"/>
                  </a:moveTo>
                  <a:lnTo>
                    <a:pt x="300727" y="1110957"/>
                  </a:lnTo>
                  <a:lnTo>
                    <a:pt x="299978" y="1108779"/>
                  </a:lnTo>
                  <a:lnTo>
                    <a:pt x="299075" y="1106600"/>
                  </a:lnTo>
                  <a:lnTo>
                    <a:pt x="298036" y="1104422"/>
                  </a:lnTo>
                  <a:lnTo>
                    <a:pt x="296850" y="1102244"/>
                  </a:lnTo>
                  <a:lnTo>
                    <a:pt x="295503" y="1100065"/>
                  </a:lnTo>
                  <a:lnTo>
                    <a:pt x="293967" y="1097887"/>
                  </a:lnTo>
                  <a:lnTo>
                    <a:pt x="292171" y="1095709"/>
                  </a:lnTo>
                  <a:lnTo>
                    <a:pt x="290150" y="1093530"/>
                  </a:lnTo>
                  <a:lnTo>
                    <a:pt x="287886" y="1091352"/>
                  </a:lnTo>
                  <a:lnTo>
                    <a:pt x="285362" y="1089174"/>
                  </a:lnTo>
                  <a:lnTo>
                    <a:pt x="282516" y="1086995"/>
                  </a:lnTo>
                  <a:lnTo>
                    <a:pt x="279293" y="1084817"/>
                  </a:lnTo>
                  <a:lnTo>
                    <a:pt x="275738" y="1082639"/>
                  </a:lnTo>
                  <a:lnTo>
                    <a:pt x="271834" y="1080460"/>
                  </a:lnTo>
                  <a:lnTo>
                    <a:pt x="267563" y="1078282"/>
                  </a:lnTo>
                  <a:lnTo>
                    <a:pt x="262820" y="1076104"/>
                  </a:lnTo>
                  <a:lnTo>
                    <a:pt x="257613" y="1073925"/>
                  </a:lnTo>
                  <a:lnTo>
                    <a:pt x="251985" y="1071747"/>
                  </a:lnTo>
                  <a:lnTo>
                    <a:pt x="245928" y="1069569"/>
                  </a:lnTo>
                  <a:lnTo>
                    <a:pt x="239434" y="1067390"/>
                  </a:lnTo>
                  <a:lnTo>
                    <a:pt x="232365" y="1065212"/>
                  </a:lnTo>
                  <a:lnTo>
                    <a:pt x="224829" y="1063034"/>
                  </a:lnTo>
                  <a:lnTo>
                    <a:pt x="216858" y="1060855"/>
                  </a:lnTo>
                  <a:lnTo>
                    <a:pt x="208462" y="1058677"/>
                  </a:lnTo>
                  <a:lnTo>
                    <a:pt x="199645" y="1056498"/>
                  </a:lnTo>
                  <a:lnTo>
                    <a:pt x="190310" y="1054320"/>
                  </a:lnTo>
                  <a:lnTo>
                    <a:pt x="180627" y="1052142"/>
                  </a:lnTo>
                  <a:lnTo>
                    <a:pt x="170626" y="1049963"/>
                  </a:lnTo>
                  <a:lnTo>
                    <a:pt x="160340" y="1047785"/>
                  </a:lnTo>
                  <a:lnTo>
                    <a:pt x="149788" y="1045607"/>
                  </a:lnTo>
                  <a:lnTo>
                    <a:pt x="139018" y="1043428"/>
                  </a:lnTo>
                  <a:lnTo>
                    <a:pt x="128143" y="1041250"/>
                  </a:lnTo>
                  <a:lnTo>
                    <a:pt x="117219" y="1039072"/>
                  </a:lnTo>
                  <a:lnTo>
                    <a:pt x="106300" y="1036893"/>
                  </a:lnTo>
                  <a:lnTo>
                    <a:pt x="95477" y="1034715"/>
                  </a:lnTo>
                  <a:lnTo>
                    <a:pt x="84866" y="1032537"/>
                  </a:lnTo>
                  <a:lnTo>
                    <a:pt x="74517" y="1030358"/>
                  </a:lnTo>
                  <a:lnTo>
                    <a:pt x="64496" y="1028180"/>
                  </a:lnTo>
                  <a:lnTo>
                    <a:pt x="54867" y="1026002"/>
                  </a:lnTo>
                  <a:lnTo>
                    <a:pt x="45845" y="1023823"/>
                  </a:lnTo>
                  <a:lnTo>
                    <a:pt x="37466" y="1021645"/>
                  </a:lnTo>
                  <a:lnTo>
                    <a:pt x="29737" y="1019467"/>
                  </a:lnTo>
                  <a:lnTo>
                    <a:pt x="22714" y="1017288"/>
                  </a:lnTo>
                  <a:lnTo>
                    <a:pt x="16451" y="1015110"/>
                  </a:lnTo>
                  <a:lnTo>
                    <a:pt x="11296" y="1012932"/>
                  </a:lnTo>
                  <a:lnTo>
                    <a:pt x="7058" y="1010753"/>
                  </a:lnTo>
                  <a:lnTo>
                    <a:pt x="3745" y="1008575"/>
                  </a:lnTo>
                  <a:lnTo>
                    <a:pt x="1383" y="1006396"/>
                  </a:lnTo>
                  <a:lnTo>
                    <a:pt x="43" y="1004218"/>
                  </a:lnTo>
                  <a:lnTo>
                    <a:pt x="14" y="1002774"/>
                  </a:lnTo>
                  <a:lnTo>
                    <a:pt x="0" y="1002040"/>
                  </a:lnTo>
                  <a:lnTo>
                    <a:pt x="945" y="999861"/>
                  </a:lnTo>
                  <a:lnTo>
                    <a:pt x="2871" y="997683"/>
                  </a:lnTo>
                  <a:lnTo>
                    <a:pt x="5762" y="995505"/>
                  </a:lnTo>
                  <a:lnTo>
                    <a:pt x="9715" y="993326"/>
                  </a:lnTo>
                  <a:lnTo>
                    <a:pt x="14765" y="991148"/>
                  </a:lnTo>
                  <a:lnTo>
                    <a:pt x="20654" y="988970"/>
                  </a:lnTo>
                  <a:lnTo>
                    <a:pt x="27336" y="986791"/>
                  </a:lnTo>
                  <a:lnTo>
                    <a:pt x="34762" y="984613"/>
                  </a:lnTo>
                  <a:lnTo>
                    <a:pt x="42999" y="982435"/>
                  </a:lnTo>
                  <a:lnTo>
                    <a:pt x="51904" y="980256"/>
                  </a:lnTo>
                  <a:lnTo>
                    <a:pt x="61311" y="978078"/>
                  </a:lnTo>
                  <a:lnTo>
                    <a:pt x="71156" y="975900"/>
                  </a:lnTo>
                  <a:lnTo>
                    <a:pt x="81374" y="973721"/>
                  </a:lnTo>
                  <a:lnTo>
                    <a:pt x="91950" y="971543"/>
                  </a:lnTo>
                  <a:lnTo>
                    <a:pt x="102715" y="969365"/>
                  </a:lnTo>
                  <a:lnTo>
                    <a:pt x="113588" y="967186"/>
                  </a:lnTo>
                  <a:lnTo>
                    <a:pt x="124507" y="965008"/>
                  </a:lnTo>
                  <a:lnTo>
                    <a:pt x="135413" y="962829"/>
                  </a:lnTo>
                  <a:lnTo>
                    <a:pt x="146186" y="960651"/>
                  </a:lnTo>
                  <a:lnTo>
                    <a:pt x="156782" y="958473"/>
                  </a:lnTo>
                  <a:lnTo>
                    <a:pt x="167159" y="956294"/>
                  </a:lnTo>
                  <a:lnTo>
                    <a:pt x="177276" y="954116"/>
                  </a:lnTo>
                  <a:lnTo>
                    <a:pt x="187066" y="951938"/>
                  </a:lnTo>
                  <a:lnTo>
                    <a:pt x="196408" y="949759"/>
                  </a:lnTo>
                  <a:lnTo>
                    <a:pt x="205364" y="947581"/>
                  </a:lnTo>
                  <a:lnTo>
                    <a:pt x="213917" y="945403"/>
                  </a:lnTo>
                  <a:lnTo>
                    <a:pt x="222050" y="943224"/>
                  </a:lnTo>
                  <a:lnTo>
                    <a:pt x="229679" y="941046"/>
                  </a:lnTo>
                  <a:lnTo>
                    <a:pt x="236776" y="938868"/>
                  </a:lnTo>
                  <a:lnTo>
                    <a:pt x="243428" y="936689"/>
                  </a:lnTo>
                  <a:lnTo>
                    <a:pt x="249637" y="934511"/>
                  </a:lnTo>
                  <a:lnTo>
                    <a:pt x="255408" y="932333"/>
                  </a:lnTo>
                  <a:lnTo>
                    <a:pt x="260649" y="930154"/>
                  </a:lnTo>
                  <a:lnTo>
                    <a:pt x="265429" y="927976"/>
                  </a:lnTo>
                  <a:lnTo>
                    <a:pt x="269814" y="925798"/>
                  </a:lnTo>
                  <a:lnTo>
                    <a:pt x="273819" y="923619"/>
                  </a:lnTo>
                  <a:lnTo>
                    <a:pt x="277458" y="921441"/>
                  </a:lnTo>
                  <a:lnTo>
                    <a:pt x="280648" y="919263"/>
                  </a:lnTo>
                  <a:lnTo>
                    <a:pt x="283512" y="917084"/>
                  </a:lnTo>
                  <a:lnTo>
                    <a:pt x="286082" y="914906"/>
                  </a:lnTo>
                  <a:lnTo>
                    <a:pt x="288375" y="912727"/>
                  </a:lnTo>
                  <a:lnTo>
                    <a:pt x="290400" y="910549"/>
                  </a:lnTo>
                  <a:lnTo>
                    <a:pt x="292119" y="908371"/>
                  </a:lnTo>
                  <a:lnTo>
                    <a:pt x="293631" y="906192"/>
                  </a:lnTo>
                  <a:lnTo>
                    <a:pt x="294952" y="904014"/>
                  </a:lnTo>
                  <a:lnTo>
                    <a:pt x="296098" y="901836"/>
                  </a:lnTo>
                  <a:lnTo>
                    <a:pt x="297066" y="899657"/>
                  </a:lnTo>
                  <a:lnTo>
                    <a:pt x="297862" y="897479"/>
                  </a:lnTo>
                  <a:lnTo>
                    <a:pt x="298537" y="895301"/>
                  </a:lnTo>
                  <a:lnTo>
                    <a:pt x="299101" y="893122"/>
                  </a:lnTo>
                  <a:lnTo>
                    <a:pt x="299565" y="890944"/>
                  </a:lnTo>
                  <a:lnTo>
                    <a:pt x="299926" y="888766"/>
                  </a:lnTo>
                  <a:lnTo>
                    <a:pt x="300199" y="886587"/>
                  </a:lnTo>
                  <a:lnTo>
                    <a:pt x="300408" y="884409"/>
                  </a:lnTo>
                  <a:lnTo>
                    <a:pt x="300559" y="882231"/>
                  </a:lnTo>
                  <a:lnTo>
                    <a:pt x="300658" y="880052"/>
                  </a:lnTo>
                  <a:lnTo>
                    <a:pt x="300700" y="877874"/>
                  </a:lnTo>
                  <a:lnTo>
                    <a:pt x="300703" y="875696"/>
                  </a:lnTo>
                  <a:lnTo>
                    <a:pt x="300673" y="873517"/>
                  </a:lnTo>
                  <a:lnTo>
                    <a:pt x="300614" y="871339"/>
                  </a:lnTo>
                  <a:lnTo>
                    <a:pt x="300529" y="869161"/>
                  </a:lnTo>
                  <a:lnTo>
                    <a:pt x="300415" y="866982"/>
                  </a:lnTo>
                  <a:lnTo>
                    <a:pt x="300283" y="864804"/>
                  </a:lnTo>
                  <a:lnTo>
                    <a:pt x="300134" y="862625"/>
                  </a:lnTo>
                  <a:lnTo>
                    <a:pt x="299971" y="860447"/>
                  </a:lnTo>
                  <a:lnTo>
                    <a:pt x="299793" y="858269"/>
                  </a:lnTo>
                  <a:lnTo>
                    <a:pt x="299599" y="856090"/>
                  </a:lnTo>
                  <a:lnTo>
                    <a:pt x="299396" y="853912"/>
                  </a:lnTo>
                  <a:lnTo>
                    <a:pt x="299183" y="851734"/>
                  </a:lnTo>
                  <a:lnTo>
                    <a:pt x="298960" y="849555"/>
                  </a:lnTo>
                  <a:lnTo>
                    <a:pt x="298727" y="847377"/>
                  </a:lnTo>
                  <a:lnTo>
                    <a:pt x="298484" y="845199"/>
                  </a:lnTo>
                  <a:lnTo>
                    <a:pt x="298233" y="843020"/>
                  </a:lnTo>
                  <a:lnTo>
                    <a:pt x="297974" y="840842"/>
                  </a:lnTo>
                  <a:lnTo>
                    <a:pt x="297707" y="838664"/>
                  </a:lnTo>
                  <a:lnTo>
                    <a:pt x="297430" y="836485"/>
                  </a:lnTo>
                  <a:lnTo>
                    <a:pt x="297143" y="834307"/>
                  </a:lnTo>
                  <a:lnTo>
                    <a:pt x="296848" y="832129"/>
                  </a:lnTo>
                  <a:lnTo>
                    <a:pt x="296544" y="829950"/>
                  </a:lnTo>
                  <a:lnTo>
                    <a:pt x="296231" y="827772"/>
                  </a:lnTo>
                  <a:lnTo>
                    <a:pt x="295906" y="825594"/>
                  </a:lnTo>
                  <a:lnTo>
                    <a:pt x="295570" y="823415"/>
                  </a:lnTo>
                  <a:lnTo>
                    <a:pt x="295224" y="821237"/>
                  </a:lnTo>
                  <a:lnTo>
                    <a:pt x="294868" y="819058"/>
                  </a:lnTo>
                  <a:lnTo>
                    <a:pt x="294500" y="816880"/>
                  </a:lnTo>
                  <a:lnTo>
                    <a:pt x="294116" y="814702"/>
                  </a:lnTo>
                  <a:lnTo>
                    <a:pt x="293720" y="812523"/>
                  </a:lnTo>
                  <a:lnTo>
                    <a:pt x="293311" y="810345"/>
                  </a:lnTo>
                  <a:lnTo>
                    <a:pt x="292889" y="808167"/>
                  </a:lnTo>
                  <a:lnTo>
                    <a:pt x="292452" y="805988"/>
                  </a:lnTo>
                  <a:lnTo>
                    <a:pt x="291998" y="803810"/>
                  </a:lnTo>
                  <a:lnTo>
                    <a:pt x="291528" y="801632"/>
                  </a:lnTo>
                  <a:lnTo>
                    <a:pt x="291042" y="799453"/>
                  </a:lnTo>
                  <a:lnTo>
                    <a:pt x="290541" y="797275"/>
                  </a:lnTo>
                  <a:lnTo>
                    <a:pt x="290021" y="795097"/>
                  </a:lnTo>
                  <a:lnTo>
                    <a:pt x="289481" y="792918"/>
                  </a:lnTo>
                  <a:lnTo>
                    <a:pt x="288923" y="790740"/>
                  </a:lnTo>
                  <a:lnTo>
                    <a:pt x="288347" y="788562"/>
                  </a:lnTo>
                  <a:lnTo>
                    <a:pt x="287753" y="786383"/>
                  </a:lnTo>
                  <a:lnTo>
                    <a:pt x="287136" y="784205"/>
                  </a:lnTo>
                  <a:lnTo>
                    <a:pt x="286497" y="782027"/>
                  </a:lnTo>
                  <a:lnTo>
                    <a:pt x="285839" y="779848"/>
                  </a:lnTo>
                  <a:lnTo>
                    <a:pt x="285161" y="777670"/>
                  </a:lnTo>
                  <a:lnTo>
                    <a:pt x="284462" y="775492"/>
                  </a:lnTo>
                  <a:lnTo>
                    <a:pt x="283736" y="773313"/>
                  </a:lnTo>
                  <a:lnTo>
                    <a:pt x="282988" y="771135"/>
                  </a:lnTo>
                  <a:lnTo>
                    <a:pt x="282219" y="768956"/>
                  </a:lnTo>
                  <a:lnTo>
                    <a:pt x="281429" y="766778"/>
                  </a:lnTo>
                  <a:lnTo>
                    <a:pt x="280615" y="764600"/>
                  </a:lnTo>
                  <a:lnTo>
                    <a:pt x="279772" y="762421"/>
                  </a:lnTo>
                  <a:lnTo>
                    <a:pt x="278907" y="760243"/>
                  </a:lnTo>
                  <a:lnTo>
                    <a:pt x="278019" y="758065"/>
                  </a:lnTo>
                  <a:lnTo>
                    <a:pt x="277108" y="755886"/>
                  </a:lnTo>
                  <a:lnTo>
                    <a:pt x="276171" y="753708"/>
                  </a:lnTo>
                  <a:lnTo>
                    <a:pt x="275206" y="751530"/>
                  </a:lnTo>
                  <a:lnTo>
                    <a:pt x="274217" y="749351"/>
                  </a:lnTo>
                  <a:lnTo>
                    <a:pt x="273204" y="747173"/>
                  </a:lnTo>
                  <a:lnTo>
                    <a:pt x="272168" y="744995"/>
                  </a:lnTo>
                  <a:lnTo>
                    <a:pt x="271103" y="742816"/>
                  </a:lnTo>
                  <a:lnTo>
                    <a:pt x="270011" y="740638"/>
                  </a:lnTo>
                  <a:lnTo>
                    <a:pt x="268894" y="738460"/>
                  </a:lnTo>
                  <a:lnTo>
                    <a:pt x="267754" y="736281"/>
                  </a:lnTo>
                  <a:lnTo>
                    <a:pt x="266590" y="734103"/>
                  </a:lnTo>
                  <a:lnTo>
                    <a:pt x="265395" y="731925"/>
                  </a:lnTo>
                  <a:lnTo>
                    <a:pt x="264174" y="729746"/>
                  </a:lnTo>
                  <a:lnTo>
                    <a:pt x="262930" y="727568"/>
                  </a:lnTo>
                  <a:lnTo>
                    <a:pt x="261662" y="725390"/>
                  </a:lnTo>
                  <a:lnTo>
                    <a:pt x="260372" y="723211"/>
                  </a:lnTo>
                  <a:lnTo>
                    <a:pt x="259050" y="721033"/>
                  </a:lnTo>
                  <a:lnTo>
                    <a:pt x="257705" y="718854"/>
                  </a:lnTo>
                  <a:lnTo>
                    <a:pt x="256339" y="716676"/>
                  </a:lnTo>
                  <a:lnTo>
                    <a:pt x="254952" y="714498"/>
                  </a:lnTo>
                  <a:lnTo>
                    <a:pt x="253541" y="712319"/>
                  </a:lnTo>
                  <a:lnTo>
                    <a:pt x="252105" y="710141"/>
                  </a:lnTo>
                  <a:lnTo>
                    <a:pt x="250650" y="707963"/>
                  </a:lnTo>
                  <a:lnTo>
                    <a:pt x="249177" y="705784"/>
                  </a:lnTo>
                  <a:lnTo>
                    <a:pt x="247687" y="703606"/>
                  </a:lnTo>
                  <a:lnTo>
                    <a:pt x="246178" y="701428"/>
                  </a:lnTo>
                  <a:lnTo>
                    <a:pt x="244652" y="699249"/>
                  </a:lnTo>
                  <a:lnTo>
                    <a:pt x="243113" y="697071"/>
                  </a:lnTo>
                  <a:lnTo>
                    <a:pt x="241563" y="694893"/>
                  </a:lnTo>
                  <a:lnTo>
                    <a:pt x="240002" y="692714"/>
                  </a:lnTo>
                  <a:lnTo>
                    <a:pt x="238433" y="690536"/>
                  </a:lnTo>
                  <a:lnTo>
                    <a:pt x="236858" y="688358"/>
                  </a:lnTo>
                  <a:lnTo>
                    <a:pt x="235281" y="686179"/>
                  </a:lnTo>
                  <a:lnTo>
                    <a:pt x="233703" y="684001"/>
                  </a:lnTo>
                  <a:lnTo>
                    <a:pt x="232127" y="681823"/>
                  </a:lnTo>
                  <a:lnTo>
                    <a:pt x="230559" y="679644"/>
                  </a:lnTo>
                  <a:lnTo>
                    <a:pt x="229001" y="677466"/>
                  </a:lnTo>
                  <a:lnTo>
                    <a:pt x="227455" y="675288"/>
                  </a:lnTo>
                  <a:lnTo>
                    <a:pt x="225925" y="673109"/>
                  </a:lnTo>
                  <a:lnTo>
                    <a:pt x="224414" y="670931"/>
                  </a:lnTo>
                  <a:lnTo>
                    <a:pt x="222934" y="668752"/>
                  </a:lnTo>
                  <a:lnTo>
                    <a:pt x="221483" y="666574"/>
                  </a:lnTo>
                  <a:lnTo>
                    <a:pt x="220064" y="664396"/>
                  </a:lnTo>
                  <a:lnTo>
                    <a:pt x="218681" y="662217"/>
                  </a:lnTo>
                  <a:lnTo>
                    <a:pt x="217342" y="660039"/>
                  </a:lnTo>
                  <a:lnTo>
                    <a:pt x="216059" y="657861"/>
                  </a:lnTo>
                  <a:lnTo>
                    <a:pt x="214827" y="655682"/>
                  </a:lnTo>
                  <a:lnTo>
                    <a:pt x="213649" y="653504"/>
                  </a:lnTo>
                  <a:lnTo>
                    <a:pt x="212529" y="651326"/>
                  </a:lnTo>
                  <a:lnTo>
                    <a:pt x="211482" y="649147"/>
                  </a:lnTo>
                  <a:lnTo>
                    <a:pt x="210515" y="646969"/>
                  </a:lnTo>
                  <a:lnTo>
                    <a:pt x="209619" y="644791"/>
                  </a:lnTo>
                  <a:lnTo>
                    <a:pt x="208797" y="642612"/>
                  </a:lnTo>
                  <a:lnTo>
                    <a:pt x="208053" y="640434"/>
                  </a:lnTo>
                  <a:lnTo>
                    <a:pt x="207412" y="638256"/>
                  </a:lnTo>
                  <a:lnTo>
                    <a:pt x="206863" y="636077"/>
                  </a:lnTo>
                  <a:lnTo>
                    <a:pt x="206401" y="633899"/>
                  </a:lnTo>
                  <a:lnTo>
                    <a:pt x="206028" y="631721"/>
                  </a:lnTo>
                  <a:lnTo>
                    <a:pt x="205746" y="629542"/>
                  </a:lnTo>
                  <a:lnTo>
                    <a:pt x="205586" y="627364"/>
                  </a:lnTo>
                  <a:lnTo>
                    <a:pt x="205521" y="625185"/>
                  </a:lnTo>
                  <a:lnTo>
                    <a:pt x="205547" y="623007"/>
                  </a:lnTo>
                  <a:lnTo>
                    <a:pt x="205666" y="620829"/>
                  </a:lnTo>
                  <a:lnTo>
                    <a:pt x="205883" y="618650"/>
                  </a:lnTo>
                  <a:lnTo>
                    <a:pt x="206216" y="616472"/>
                  </a:lnTo>
                  <a:lnTo>
                    <a:pt x="206466" y="615177"/>
                  </a:lnTo>
                  <a:lnTo>
                    <a:pt x="206636" y="614294"/>
                  </a:lnTo>
                  <a:lnTo>
                    <a:pt x="207142" y="612115"/>
                  </a:lnTo>
                  <a:lnTo>
                    <a:pt x="207731" y="609937"/>
                  </a:lnTo>
                  <a:lnTo>
                    <a:pt x="208413" y="607759"/>
                  </a:lnTo>
                  <a:lnTo>
                    <a:pt x="209186" y="605580"/>
                  </a:lnTo>
                  <a:lnTo>
                    <a:pt x="210029" y="603402"/>
                  </a:lnTo>
                  <a:lnTo>
                    <a:pt x="210941" y="601224"/>
                  </a:lnTo>
                  <a:lnTo>
                    <a:pt x="211915" y="599045"/>
                  </a:lnTo>
                  <a:lnTo>
                    <a:pt x="212961" y="596867"/>
                  </a:lnTo>
                  <a:lnTo>
                    <a:pt x="214066" y="594689"/>
                  </a:lnTo>
                  <a:lnTo>
                    <a:pt x="215216" y="592510"/>
                  </a:lnTo>
                  <a:lnTo>
                    <a:pt x="216409" y="590332"/>
                  </a:lnTo>
                  <a:lnTo>
                    <a:pt x="217639" y="588154"/>
                  </a:lnTo>
                  <a:lnTo>
                    <a:pt x="218908" y="585975"/>
                  </a:lnTo>
                  <a:lnTo>
                    <a:pt x="220203" y="583797"/>
                  </a:lnTo>
                  <a:lnTo>
                    <a:pt x="221517" y="581619"/>
                  </a:lnTo>
                  <a:lnTo>
                    <a:pt x="222846" y="579440"/>
                  </a:lnTo>
                  <a:lnTo>
                    <a:pt x="224185" y="577262"/>
                  </a:lnTo>
                  <a:lnTo>
                    <a:pt x="225530" y="575083"/>
                  </a:lnTo>
                  <a:lnTo>
                    <a:pt x="226873" y="572905"/>
                  </a:lnTo>
                  <a:lnTo>
                    <a:pt x="228211" y="570727"/>
                  </a:lnTo>
                  <a:lnTo>
                    <a:pt x="229540" y="568548"/>
                  </a:lnTo>
                  <a:lnTo>
                    <a:pt x="230856" y="566370"/>
                  </a:lnTo>
                  <a:lnTo>
                    <a:pt x="232151" y="564192"/>
                  </a:lnTo>
                  <a:lnTo>
                    <a:pt x="233425" y="562013"/>
                  </a:lnTo>
                  <a:lnTo>
                    <a:pt x="234678" y="559835"/>
                  </a:lnTo>
                  <a:lnTo>
                    <a:pt x="235906" y="557657"/>
                  </a:lnTo>
                  <a:lnTo>
                    <a:pt x="237104" y="555478"/>
                  </a:lnTo>
                  <a:lnTo>
                    <a:pt x="238267" y="553300"/>
                  </a:lnTo>
                  <a:lnTo>
                    <a:pt x="239401" y="551122"/>
                  </a:lnTo>
                  <a:lnTo>
                    <a:pt x="240504" y="548943"/>
                  </a:lnTo>
                  <a:lnTo>
                    <a:pt x="241575" y="546765"/>
                  </a:lnTo>
                  <a:lnTo>
                    <a:pt x="242607" y="544587"/>
                  </a:lnTo>
                  <a:lnTo>
                    <a:pt x="243604" y="542408"/>
                  </a:lnTo>
                  <a:lnTo>
                    <a:pt x="244569" y="540230"/>
                  </a:lnTo>
                  <a:lnTo>
                    <a:pt x="245502" y="538052"/>
                  </a:lnTo>
                  <a:lnTo>
                    <a:pt x="246405" y="535873"/>
                  </a:lnTo>
                  <a:lnTo>
                    <a:pt x="247269" y="533695"/>
                  </a:lnTo>
                  <a:lnTo>
                    <a:pt x="248103" y="531517"/>
                  </a:lnTo>
                  <a:lnTo>
                    <a:pt x="248909" y="529338"/>
                  </a:lnTo>
                  <a:lnTo>
                    <a:pt x="249690" y="527160"/>
                  </a:lnTo>
                  <a:lnTo>
                    <a:pt x="250443" y="524981"/>
                  </a:lnTo>
                  <a:lnTo>
                    <a:pt x="251167" y="522803"/>
                  </a:lnTo>
                  <a:lnTo>
                    <a:pt x="251869" y="520625"/>
                  </a:lnTo>
                  <a:lnTo>
                    <a:pt x="252550" y="518446"/>
                  </a:lnTo>
                  <a:lnTo>
                    <a:pt x="253213" y="516268"/>
                  </a:lnTo>
                  <a:lnTo>
                    <a:pt x="253856" y="514090"/>
                  </a:lnTo>
                  <a:lnTo>
                    <a:pt x="254481" y="511911"/>
                  </a:lnTo>
                  <a:lnTo>
                    <a:pt x="255092" y="509733"/>
                  </a:lnTo>
                  <a:lnTo>
                    <a:pt x="255691" y="507555"/>
                  </a:lnTo>
                  <a:lnTo>
                    <a:pt x="256279" y="505376"/>
                  </a:lnTo>
                  <a:lnTo>
                    <a:pt x="256855" y="503198"/>
                  </a:lnTo>
                  <a:lnTo>
                    <a:pt x="257424" y="501020"/>
                  </a:lnTo>
                  <a:lnTo>
                    <a:pt x="257986" y="498841"/>
                  </a:lnTo>
                  <a:lnTo>
                    <a:pt x="258543" y="496663"/>
                  </a:lnTo>
                  <a:lnTo>
                    <a:pt x="259096" y="494485"/>
                  </a:lnTo>
                  <a:lnTo>
                    <a:pt x="259646" y="492306"/>
                  </a:lnTo>
                  <a:lnTo>
                    <a:pt x="260195" y="490128"/>
                  </a:lnTo>
                  <a:lnTo>
                    <a:pt x="260744" y="487950"/>
                  </a:lnTo>
                  <a:lnTo>
                    <a:pt x="261293" y="485771"/>
                  </a:lnTo>
                  <a:lnTo>
                    <a:pt x="261843" y="483593"/>
                  </a:lnTo>
                  <a:lnTo>
                    <a:pt x="262396" y="481414"/>
                  </a:lnTo>
                  <a:lnTo>
                    <a:pt x="262952" y="479236"/>
                  </a:lnTo>
                  <a:lnTo>
                    <a:pt x="263511" y="477058"/>
                  </a:lnTo>
                  <a:lnTo>
                    <a:pt x="264074" y="474879"/>
                  </a:lnTo>
                  <a:lnTo>
                    <a:pt x="264641" y="472701"/>
                  </a:lnTo>
                  <a:lnTo>
                    <a:pt x="265214" y="470523"/>
                  </a:lnTo>
                  <a:lnTo>
                    <a:pt x="265790" y="468344"/>
                  </a:lnTo>
                  <a:lnTo>
                    <a:pt x="266371" y="466166"/>
                  </a:lnTo>
                  <a:lnTo>
                    <a:pt x="266955" y="463988"/>
                  </a:lnTo>
                  <a:lnTo>
                    <a:pt x="267544" y="461809"/>
                  </a:lnTo>
                  <a:lnTo>
                    <a:pt x="268137" y="459631"/>
                  </a:lnTo>
                  <a:lnTo>
                    <a:pt x="268732" y="457453"/>
                  </a:lnTo>
                  <a:lnTo>
                    <a:pt x="269330" y="455274"/>
                  </a:lnTo>
                  <a:lnTo>
                    <a:pt x="269929" y="453096"/>
                  </a:lnTo>
                  <a:lnTo>
                    <a:pt x="270529" y="450918"/>
                  </a:lnTo>
                  <a:lnTo>
                    <a:pt x="271129" y="448739"/>
                  </a:lnTo>
                  <a:lnTo>
                    <a:pt x="271728" y="446561"/>
                  </a:lnTo>
                  <a:lnTo>
                    <a:pt x="272326" y="444383"/>
                  </a:lnTo>
                  <a:lnTo>
                    <a:pt x="272921" y="442204"/>
                  </a:lnTo>
                  <a:lnTo>
                    <a:pt x="273511" y="440026"/>
                  </a:lnTo>
                  <a:lnTo>
                    <a:pt x="274097" y="437848"/>
                  </a:lnTo>
                  <a:lnTo>
                    <a:pt x="274677" y="435669"/>
                  </a:lnTo>
                  <a:lnTo>
                    <a:pt x="275252" y="433491"/>
                  </a:lnTo>
                  <a:lnTo>
                    <a:pt x="275820" y="431312"/>
                  </a:lnTo>
                  <a:lnTo>
                    <a:pt x="276377" y="429134"/>
                  </a:lnTo>
                  <a:lnTo>
                    <a:pt x="276927" y="426956"/>
                  </a:lnTo>
                  <a:lnTo>
                    <a:pt x="277468" y="424777"/>
                  </a:lnTo>
                  <a:lnTo>
                    <a:pt x="278001" y="422599"/>
                  </a:lnTo>
                  <a:lnTo>
                    <a:pt x="278523" y="420421"/>
                  </a:lnTo>
                  <a:lnTo>
                    <a:pt x="279033" y="418242"/>
                  </a:lnTo>
                  <a:lnTo>
                    <a:pt x="279534" y="416064"/>
                  </a:lnTo>
                  <a:lnTo>
                    <a:pt x="280025" y="413886"/>
                  </a:lnTo>
                  <a:lnTo>
                    <a:pt x="280507" y="411707"/>
                  </a:lnTo>
                  <a:lnTo>
                    <a:pt x="280978" y="409529"/>
                  </a:lnTo>
                  <a:lnTo>
                    <a:pt x="281438" y="407351"/>
                  </a:lnTo>
                  <a:lnTo>
                    <a:pt x="281890" y="405172"/>
                  </a:lnTo>
                  <a:lnTo>
                    <a:pt x="282334" y="402994"/>
                  </a:lnTo>
                  <a:lnTo>
                    <a:pt x="282769" y="400816"/>
                  </a:lnTo>
                  <a:lnTo>
                    <a:pt x="283196" y="398637"/>
                  </a:lnTo>
                  <a:lnTo>
                    <a:pt x="283615" y="396459"/>
                  </a:lnTo>
                  <a:lnTo>
                    <a:pt x="284028" y="394281"/>
                  </a:lnTo>
                  <a:lnTo>
                    <a:pt x="284435" y="392102"/>
                  </a:lnTo>
                  <a:lnTo>
                    <a:pt x="284837" y="389924"/>
                  </a:lnTo>
                  <a:lnTo>
                    <a:pt x="285232" y="387746"/>
                  </a:lnTo>
                  <a:lnTo>
                    <a:pt x="285622" y="385567"/>
                  </a:lnTo>
                  <a:lnTo>
                    <a:pt x="286009" y="383389"/>
                  </a:lnTo>
                  <a:lnTo>
                    <a:pt x="286391" y="381210"/>
                  </a:lnTo>
                  <a:lnTo>
                    <a:pt x="286770" y="379032"/>
                  </a:lnTo>
                  <a:lnTo>
                    <a:pt x="287144" y="376854"/>
                  </a:lnTo>
                  <a:lnTo>
                    <a:pt x="287515" y="374675"/>
                  </a:lnTo>
                  <a:lnTo>
                    <a:pt x="287883" y="372497"/>
                  </a:lnTo>
                  <a:lnTo>
                    <a:pt x="288248" y="370319"/>
                  </a:lnTo>
                  <a:lnTo>
                    <a:pt x="288609" y="368140"/>
                  </a:lnTo>
                  <a:lnTo>
                    <a:pt x="288965" y="365962"/>
                  </a:lnTo>
                  <a:lnTo>
                    <a:pt x="289318" y="363784"/>
                  </a:lnTo>
                  <a:lnTo>
                    <a:pt x="289668" y="361605"/>
                  </a:lnTo>
                  <a:lnTo>
                    <a:pt x="290013" y="359427"/>
                  </a:lnTo>
                  <a:lnTo>
                    <a:pt x="290354" y="357249"/>
                  </a:lnTo>
                  <a:lnTo>
                    <a:pt x="290689" y="355070"/>
                  </a:lnTo>
                  <a:lnTo>
                    <a:pt x="291019" y="352892"/>
                  </a:lnTo>
                  <a:lnTo>
                    <a:pt x="291345" y="350714"/>
                  </a:lnTo>
                  <a:lnTo>
                    <a:pt x="291665" y="348535"/>
                  </a:lnTo>
                  <a:lnTo>
                    <a:pt x="291979" y="346357"/>
                  </a:lnTo>
                  <a:lnTo>
                    <a:pt x="292286" y="344179"/>
                  </a:lnTo>
                  <a:lnTo>
                    <a:pt x="292587" y="342000"/>
                  </a:lnTo>
                  <a:lnTo>
                    <a:pt x="292883" y="339822"/>
                  </a:lnTo>
                  <a:lnTo>
                    <a:pt x="293172" y="337644"/>
                  </a:lnTo>
                  <a:lnTo>
                    <a:pt x="293454" y="335465"/>
                  </a:lnTo>
                  <a:lnTo>
                    <a:pt x="293729" y="333287"/>
                  </a:lnTo>
                  <a:lnTo>
                    <a:pt x="293998" y="331108"/>
                  </a:lnTo>
                  <a:lnTo>
                    <a:pt x="294261" y="328930"/>
                  </a:lnTo>
                  <a:lnTo>
                    <a:pt x="294517" y="326752"/>
                  </a:lnTo>
                  <a:lnTo>
                    <a:pt x="294767" y="324573"/>
                  </a:lnTo>
                  <a:lnTo>
                    <a:pt x="295011" y="322395"/>
                  </a:lnTo>
                  <a:lnTo>
                    <a:pt x="295249" y="320217"/>
                  </a:lnTo>
                  <a:lnTo>
                    <a:pt x="295482" y="318038"/>
                  </a:lnTo>
                  <a:lnTo>
                    <a:pt x="295709" y="315860"/>
                  </a:lnTo>
                  <a:lnTo>
                    <a:pt x="295931" y="313682"/>
                  </a:lnTo>
                  <a:lnTo>
                    <a:pt x="296148" y="311503"/>
                  </a:lnTo>
                  <a:lnTo>
                    <a:pt x="296361" y="309325"/>
                  </a:lnTo>
                  <a:lnTo>
                    <a:pt x="296570" y="307147"/>
                  </a:lnTo>
                  <a:lnTo>
                    <a:pt x="296774" y="304968"/>
                  </a:lnTo>
                  <a:lnTo>
                    <a:pt x="296974" y="302790"/>
                  </a:lnTo>
                  <a:lnTo>
                    <a:pt x="297171" y="300612"/>
                  </a:lnTo>
                  <a:lnTo>
                    <a:pt x="297365" y="298433"/>
                  </a:lnTo>
                  <a:lnTo>
                    <a:pt x="297556" y="296255"/>
                  </a:lnTo>
                  <a:lnTo>
                    <a:pt x="297743" y="294077"/>
                  </a:lnTo>
                  <a:lnTo>
                    <a:pt x="297928" y="291898"/>
                  </a:lnTo>
                  <a:lnTo>
                    <a:pt x="298110" y="289720"/>
                  </a:lnTo>
                  <a:lnTo>
                    <a:pt x="298290" y="287541"/>
                  </a:lnTo>
                  <a:lnTo>
                    <a:pt x="298467" y="285363"/>
                  </a:lnTo>
                  <a:lnTo>
                    <a:pt x="298642" y="283185"/>
                  </a:lnTo>
                  <a:lnTo>
                    <a:pt x="298814" y="281006"/>
                  </a:lnTo>
                  <a:lnTo>
                    <a:pt x="298984" y="278828"/>
                  </a:lnTo>
                  <a:lnTo>
                    <a:pt x="299152" y="276650"/>
                  </a:lnTo>
                  <a:lnTo>
                    <a:pt x="299317" y="274471"/>
                  </a:lnTo>
                  <a:lnTo>
                    <a:pt x="299479" y="272293"/>
                  </a:lnTo>
                  <a:lnTo>
                    <a:pt x="299639" y="270115"/>
                  </a:lnTo>
                  <a:lnTo>
                    <a:pt x="299797" y="267936"/>
                  </a:lnTo>
                  <a:lnTo>
                    <a:pt x="299952" y="265758"/>
                  </a:lnTo>
                  <a:lnTo>
                    <a:pt x="300104" y="263580"/>
                  </a:lnTo>
                  <a:lnTo>
                    <a:pt x="300253" y="261401"/>
                  </a:lnTo>
                  <a:lnTo>
                    <a:pt x="300400" y="259223"/>
                  </a:lnTo>
                  <a:lnTo>
                    <a:pt x="300543" y="257045"/>
                  </a:lnTo>
                  <a:lnTo>
                    <a:pt x="300684" y="254866"/>
                  </a:lnTo>
                  <a:lnTo>
                    <a:pt x="300821" y="252688"/>
                  </a:lnTo>
                  <a:lnTo>
                    <a:pt x="300955" y="250510"/>
                  </a:lnTo>
                  <a:lnTo>
                    <a:pt x="301086" y="248331"/>
                  </a:lnTo>
                  <a:lnTo>
                    <a:pt x="301213" y="246153"/>
                  </a:lnTo>
                  <a:lnTo>
                    <a:pt x="301338" y="243975"/>
                  </a:lnTo>
                  <a:lnTo>
                    <a:pt x="301458" y="241796"/>
                  </a:lnTo>
                  <a:lnTo>
                    <a:pt x="301576" y="239618"/>
                  </a:lnTo>
                  <a:lnTo>
                    <a:pt x="301690" y="237439"/>
                  </a:lnTo>
                  <a:lnTo>
                    <a:pt x="301801" y="235261"/>
                  </a:lnTo>
                  <a:lnTo>
                    <a:pt x="301908" y="233083"/>
                  </a:lnTo>
                  <a:lnTo>
                    <a:pt x="302012" y="230904"/>
                  </a:lnTo>
                  <a:lnTo>
                    <a:pt x="302112" y="228726"/>
                  </a:lnTo>
                  <a:lnTo>
                    <a:pt x="302210" y="226548"/>
                  </a:lnTo>
                  <a:lnTo>
                    <a:pt x="302304" y="224369"/>
                  </a:lnTo>
                  <a:lnTo>
                    <a:pt x="302395" y="222191"/>
                  </a:lnTo>
                  <a:lnTo>
                    <a:pt x="302483" y="220013"/>
                  </a:lnTo>
                  <a:lnTo>
                    <a:pt x="302568" y="217834"/>
                  </a:lnTo>
                  <a:lnTo>
                    <a:pt x="302650" y="215656"/>
                  </a:lnTo>
                  <a:lnTo>
                    <a:pt x="302730" y="213478"/>
                  </a:lnTo>
                  <a:lnTo>
                    <a:pt x="302807" y="211299"/>
                  </a:lnTo>
                  <a:lnTo>
                    <a:pt x="302881" y="209121"/>
                  </a:lnTo>
                  <a:lnTo>
                    <a:pt x="302952" y="206943"/>
                  </a:lnTo>
                  <a:lnTo>
                    <a:pt x="303021" y="204764"/>
                  </a:lnTo>
                  <a:lnTo>
                    <a:pt x="303089" y="202586"/>
                  </a:lnTo>
                  <a:lnTo>
                    <a:pt x="303153" y="200408"/>
                  </a:lnTo>
                  <a:lnTo>
                    <a:pt x="303215" y="198229"/>
                  </a:lnTo>
                  <a:lnTo>
                    <a:pt x="303276" y="196051"/>
                  </a:lnTo>
                  <a:lnTo>
                    <a:pt x="303334" y="193873"/>
                  </a:lnTo>
                  <a:lnTo>
                    <a:pt x="303391" y="191694"/>
                  </a:lnTo>
                  <a:lnTo>
                    <a:pt x="303446" y="189516"/>
                  </a:lnTo>
                  <a:lnTo>
                    <a:pt x="303499" y="187337"/>
                  </a:lnTo>
                  <a:lnTo>
                    <a:pt x="303550" y="185159"/>
                  </a:lnTo>
                  <a:lnTo>
                    <a:pt x="303600" y="182981"/>
                  </a:lnTo>
                  <a:lnTo>
                    <a:pt x="303649" y="180802"/>
                  </a:lnTo>
                  <a:lnTo>
                    <a:pt x="303695" y="178624"/>
                  </a:lnTo>
                  <a:lnTo>
                    <a:pt x="303741" y="176446"/>
                  </a:lnTo>
                  <a:lnTo>
                    <a:pt x="303785" y="174267"/>
                  </a:lnTo>
                  <a:lnTo>
                    <a:pt x="303827" y="172089"/>
                  </a:lnTo>
                  <a:lnTo>
                    <a:pt x="303868" y="169911"/>
                  </a:lnTo>
                  <a:lnTo>
                    <a:pt x="303908" y="167732"/>
                  </a:lnTo>
                  <a:lnTo>
                    <a:pt x="303946" y="165554"/>
                  </a:lnTo>
                  <a:lnTo>
                    <a:pt x="303984" y="163376"/>
                  </a:lnTo>
                  <a:lnTo>
                    <a:pt x="304020" y="161197"/>
                  </a:lnTo>
                  <a:lnTo>
                    <a:pt x="304054" y="159019"/>
                  </a:lnTo>
                  <a:lnTo>
                    <a:pt x="304088" y="156841"/>
                  </a:lnTo>
                  <a:lnTo>
                    <a:pt x="304120" y="154662"/>
                  </a:lnTo>
                  <a:lnTo>
                    <a:pt x="304151" y="152484"/>
                  </a:lnTo>
                  <a:lnTo>
                    <a:pt x="304181" y="150306"/>
                  </a:lnTo>
                  <a:lnTo>
                    <a:pt x="304209" y="148127"/>
                  </a:lnTo>
                  <a:lnTo>
                    <a:pt x="304237" y="145949"/>
                  </a:lnTo>
                  <a:lnTo>
                    <a:pt x="304263" y="143770"/>
                  </a:lnTo>
                  <a:lnTo>
                    <a:pt x="304288" y="141592"/>
                  </a:lnTo>
                  <a:lnTo>
                    <a:pt x="304313" y="139414"/>
                  </a:lnTo>
                  <a:lnTo>
                    <a:pt x="304336" y="137235"/>
                  </a:lnTo>
                  <a:lnTo>
                    <a:pt x="304358" y="135057"/>
                  </a:lnTo>
                  <a:lnTo>
                    <a:pt x="304379" y="132879"/>
                  </a:lnTo>
                  <a:lnTo>
                    <a:pt x="304399" y="130700"/>
                  </a:lnTo>
                  <a:lnTo>
                    <a:pt x="304419" y="128522"/>
                  </a:lnTo>
                  <a:lnTo>
                    <a:pt x="304437" y="126344"/>
                  </a:lnTo>
                  <a:lnTo>
                    <a:pt x="304455" y="124165"/>
                  </a:lnTo>
                  <a:lnTo>
                    <a:pt x="304471" y="121987"/>
                  </a:lnTo>
                  <a:lnTo>
                    <a:pt x="304488" y="119809"/>
                  </a:lnTo>
                  <a:lnTo>
                    <a:pt x="304503" y="117630"/>
                  </a:lnTo>
                  <a:lnTo>
                    <a:pt x="304518" y="115452"/>
                  </a:lnTo>
                  <a:lnTo>
                    <a:pt x="304532" y="113274"/>
                  </a:lnTo>
                  <a:lnTo>
                    <a:pt x="304546" y="111095"/>
                  </a:lnTo>
                  <a:lnTo>
                    <a:pt x="304559" y="108917"/>
                  </a:lnTo>
                  <a:lnTo>
                    <a:pt x="304571" y="106739"/>
                  </a:lnTo>
                  <a:lnTo>
                    <a:pt x="304583" y="104560"/>
                  </a:lnTo>
                  <a:lnTo>
                    <a:pt x="304595" y="102382"/>
                  </a:lnTo>
                  <a:lnTo>
                    <a:pt x="304606" y="100204"/>
                  </a:lnTo>
                  <a:lnTo>
                    <a:pt x="304617" y="98025"/>
                  </a:lnTo>
                  <a:lnTo>
                    <a:pt x="304627" y="95847"/>
                  </a:lnTo>
                  <a:lnTo>
                    <a:pt x="304637" y="93668"/>
                  </a:lnTo>
                  <a:lnTo>
                    <a:pt x="304647" y="91490"/>
                  </a:lnTo>
                  <a:lnTo>
                    <a:pt x="304656" y="89312"/>
                  </a:lnTo>
                  <a:lnTo>
                    <a:pt x="304666" y="87133"/>
                  </a:lnTo>
                  <a:lnTo>
                    <a:pt x="304674" y="84955"/>
                  </a:lnTo>
                  <a:lnTo>
                    <a:pt x="304683" y="82777"/>
                  </a:lnTo>
                  <a:lnTo>
                    <a:pt x="304691" y="80598"/>
                  </a:lnTo>
                  <a:lnTo>
                    <a:pt x="304699" y="78420"/>
                  </a:lnTo>
                  <a:lnTo>
                    <a:pt x="304706" y="76242"/>
                  </a:lnTo>
                  <a:lnTo>
                    <a:pt x="304713" y="74063"/>
                  </a:lnTo>
                  <a:lnTo>
                    <a:pt x="304720" y="71885"/>
                  </a:lnTo>
                  <a:lnTo>
                    <a:pt x="304727" y="69707"/>
                  </a:lnTo>
                  <a:lnTo>
                    <a:pt x="304733" y="67528"/>
                  </a:lnTo>
                  <a:lnTo>
                    <a:pt x="304739" y="65350"/>
                  </a:lnTo>
                  <a:lnTo>
                    <a:pt x="304744" y="63172"/>
                  </a:lnTo>
                  <a:lnTo>
                    <a:pt x="304750" y="60993"/>
                  </a:lnTo>
                  <a:lnTo>
                    <a:pt x="304755" y="58815"/>
                  </a:lnTo>
                  <a:lnTo>
                    <a:pt x="304759" y="56637"/>
                  </a:lnTo>
                  <a:lnTo>
                    <a:pt x="304764" y="54458"/>
                  </a:lnTo>
                  <a:lnTo>
                    <a:pt x="304768" y="52280"/>
                  </a:lnTo>
                  <a:lnTo>
                    <a:pt x="304772" y="50102"/>
                  </a:lnTo>
                  <a:lnTo>
                    <a:pt x="304775" y="47923"/>
                  </a:lnTo>
                  <a:lnTo>
                    <a:pt x="304779" y="45745"/>
                  </a:lnTo>
                  <a:lnTo>
                    <a:pt x="304782" y="43566"/>
                  </a:lnTo>
                  <a:lnTo>
                    <a:pt x="304784" y="41388"/>
                  </a:lnTo>
                  <a:lnTo>
                    <a:pt x="304787" y="39210"/>
                  </a:lnTo>
                  <a:lnTo>
                    <a:pt x="304789" y="37031"/>
                  </a:lnTo>
                  <a:lnTo>
                    <a:pt x="304791" y="34853"/>
                  </a:lnTo>
                  <a:lnTo>
                    <a:pt x="304793" y="32675"/>
                  </a:lnTo>
                  <a:lnTo>
                    <a:pt x="304795" y="30496"/>
                  </a:lnTo>
                  <a:lnTo>
                    <a:pt x="304796" y="28318"/>
                  </a:lnTo>
                  <a:lnTo>
                    <a:pt x="304798" y="26140"/>
                  </a:lnTo>
                  <a:lnTo>
                    <a:pt x="304799" y="23961"/>
                  </a:lnTo>
                  <a:lnTo>
                    <a:pt x="304800" y="21783"/>
                  </a:lnTo>
                  <a:lnTo>
                    <a:pt x="304801" y="19605"/>
                  </a:lnTo>
                  <a:lnTo>
                    <a:pt x="304802" y="17426"/>
                  </a:lnTo>
                  <a:lnTo>
                    <a:pt x="304803" y="15248"/>
                  </a:lnTo>
                  <a:lnTo>
                    <a:pt x="304803" y="13070"/>
                  </a:lnTo>
                  <a:lnTo>
                    <a:pt x="304804" y="10891"/>
                  </a:lnTo>
                  <a:lnTo>
                    <a:pt x="304804" y="8713"/>
                  </a:lnTo>
                  <a:lnTo>
                    <a:pt x="304805" y="6535"/>
                  </a:lnTo>
                  <a:lnTo>
                    <a:pt x="304805" y="4356"/>
                  </a:lnTo>
                  <a:lnTo>
                    <a:pt x="304805" y="2178"/>
                  </a:lnTo>
                  <a:lnTo>
                    <a:pt x="304809" y="0"/>
                  </a:lnTo>
                  <a:lnTo>
                    <a:pt x="304809" y="2178"/>
                  </a:lnTo>
                  <a:lnTo>
                    <a:pt x="304809" y="4356"/>
                  </a:lnTo>
                  <a:lnTo>
                    <a:pt x="304809" y="6535"/>
                  </a:lnTo>
                  <a:lnTo>
                    <a:pt x="304810" y="8713"/>
                  </a:lnTo>
                  <a:lnTo>
                    <a:pt x="304810" y="10891"/>
                  </a:lnTo>
                  <a:lnTo>
                    <a:pt x="304811" y="13070"/>
                  </a:lnTo>
                  <a:lnTo>
                    <a:pt x="304812" y="15248"/>
                  </a:lnTo>
                  <a:lnTo>
                    <a:pt x="304812" y="17426"/>
                  </a:lnTo>
                  <a:lnTo>
                    <a:pt x="304813" y="19605"/>
                  </a:lnTo>
                  <a:lnTo>
                    <a:pt x="304814" y="21783"/>
                  </a:lnTo>
                  <a:lnTo>
                    <a:pt x="304815" y="23961"/>
                  </a:lnTo>
                  <a:lnTo>
                    <a:pt x="304817" y="26140"/>
                  </a:lnTo>
                  <a:lnTo>
                    <a:pt x="304818" y="28318"/>
                  </a:lnTo>
                  <a:lnTo>
                    <a:pt x="304819" y="30496"/>
                  </a:lnTo>
                  <a:lnTo>
                    <a:pt x="304821" y="32675"/>
                  </a:lnTo>
                  <a:lnTo>
                    <a:pt x="304823" y="34853"/>
                  </a:lnTo>
                  <a:lnTo>
                    <a:pt x="304825" y="37031"/>
                  </a:lnTo>
                  <a:lnTo>
                    <a:pt x="304827" y="39210"/>
                  </a:lnTo>
                  <a:lnTo>
                    <a:pt x="304830" y="41388"/>
                  </a:lnTo>
                  <a:lnTo>
                    <a:pt x="304833" y="43566"/>
                  </a:lnTo>
                  <a:lnTo>
                    <a:pt x="304836" y="45745"/>
                  </a:lnTo>
                  <a:lnTo>
                    <a:pt x="304839" y="47923"/>
                  </a:lnTo>
                  <a:lnTo>
                    <a:pt x="304843" y="50102"/>
                  </a:lnTo>
                  <a:lnTo>
                    <a:pt x="304846" y="52280"/>
                  </a:lnTo>
                  <a:lnTo>
                    <a:pt x="304850" y="54458"/>
                  </a:lnTo>
                  <a:lnTo>
                    <a:pt x="304855" y="56637"/>
                  </a:lnTo>
                  <a:lnTo>
                    <a:pt x="304860" y="58815"/>
                  </a:lnTo>
                  <a:lnTo>
                    <a:pt x="304865" y="60993"/>
                  </a:lnTo>
                  <a:lnTo>
                    <a:pt x="304870" y="63172"/>
                  </a:lnTo>
                  <a:lnTo>
                    <a:pt x="304875" y="65350"/>
                  </a:lnTo>
                  <a:lnTo>
                    <a:pt x="304881" y="67528"/>
                  </a:lnTo>
                  <a:lnTo>
                    <a:pt x="304888" y="69707"/>
                  </a:lnTo>
                  <a:lnTo>
                    <a:pt x="304894" y="71885"/>
                  </a:lnTo>
                  <a:lnTo>
                    <a:pt x="304901" y="74063"/>
                  </a:lnTo>
                  <a:lnTo>
                    <a:pt x="304908" y="76242"/>
                  </a:lnTo>
                  <a:lnTo>
                    <a:pt x="304916" y="78420"/>
                  </a:lnTo>
                  <a:lnTo>
                    <a:pt x="304924" y="80598"/>
                  </a:lnTo>
                  <a:lnTo>
                    <a:pt x="304932" y="82777"/>
                  </a:lnTo>
                  <a:lnTo>
                    <a:pt x="304940" y="84955"/>
                  </a:lnTo>
                  <a:lnTo>
                    <a:pt x="304949" y="87133"/>
                  </a:lnTo>
                  <a:lnTo>
                    <a:pt x="304958" y="89312"/>
                  </a:lnTo>
                  <a:lnTo>
                    <a:pt x="304967" y="91490"/>
                  </a:lnTo>
                  <a:lnTo>
                    <a:pt x="304977" y="93668"/>
                  </a:lnTo>
                  <a:lnTo>
                    <a:pt x="304987" y="95847"/>
                  </a:lnTo>
                  <a:lnTo>
                    <a:pt x="304997" y="98025"/>
                  </a:lnTo>
                  <a:lnTo>
                    <a:pt x="305008" y="100204"/>
                  </a:lnTo>
                  <a:lnTo>
                    <a:pt x="305019" y="102382"/>
                  </a:lnTo>
                  <a:lnTo>
                    <a:pt x="305031" y="104560"/>
                  </a:lnTo>
                  <a:lnTo>
                    <a:pt x="305043" y="106739"/>
                  </a:lnTo>
                  <a:lnTo>
                    <a:pt x="305056" y="108917"/>
                  </a:lnTo>
                  <a:lnTo>
                    <a:pt x="305069" y="111095"/>
                  </a:lnTo>
                  <a:lnTo>
                    <a:pt x="305082" y="113274"/>
                  </a:lnTo>
                  <a:lnTo>
                    <a:pt x="305096" y="115452"/>
                  </a:lnTo>
                  <a:lnTo>
                    <a:pt x="305111" y="117630"/>
                  </a:lnTo>
                  <a:lnTo>
                    <a:pt x="305127" y="119809"/>
                  </a:lnTo>
                  <a:lnTo>
                    <a:pt x="305143" y="121987"/>
                  </a:lnTo>
                  <a:lnTo>
                    <a:pt x="305160" y="124165"/>
                  </a:lnTo>
                  <a:lnTo>
                    <a:pt x="305177" y="126344"/>
                  </a:lnTo>
                  <a:lnTo>
                    <a:pt x="305196" y="128522"/>
                  </a:lnTo>
                  <a:lnTo>
                    <a:pt x="305215" y="130700"/>
                  </a:lnTo>
                  <a:lnTo>
                    <a:pt x="305235" y="132879"/>
                  </a:lnTo>
                  <a:lnTo>
                    <a:pt x="305257" y="135057"/>
                  </a:lnTo>
                  <a:lnTo>
                    <a:pt x="305279" y="137235"/>
                  </a:lnTo>
                  <a:lnTo>
                    <a:pt x="305302" y="139414"/>
                  </a:lnTo>
                  <a:lnTo>
                    <a:pt x="305326" y="141592"/>
                  </a:lnTo>
                  <a:lnTo>
                    <a:pt x="305351" y="143770"/>
                  </a:lnTo>
                  <a:lnTo>
                    <a:pt x="305378" y="145949"/>
                  </a:lnTo>
                  <a:lnTo>
                    <a:pt x="305405" y="148127"/>
                  </a:lnTo>
                  <a:lnTo>
                    <a:pt x="305433" y="150306"/>
                  </a:lnTo>
                  <a:lnTo>
                    <a:pt x="305463" y="152484"/>
                  </a:lnTo>
                  <a:lnTo>
                    <a:pt x="305494" y="154662"/>
                  </a:lnTo>
                  <a:lnTo>
                    <a:pt x="305527" y="156841"/>
                  </a:lnTo>
                  <a:lnTo>
                    <a:pt x="305560" y="159019"/>
                  </a:lnTo>
                  <a:lnTo>
                    <a:pt x="305594" y="161197"/>
                  </a:lnTo>
                  <a:lnTo>
                    <a:pt x="305631" y="163376"/>
                  </a:lnTo>
                  <a:lnTo>
                    <a:pt x="305668" y="165554"/>
                  </a:lnTo>
                  <a:lnTo>
                    <a:pt x="305706" y="167732"/>
                  </a:lnTo>
                  <a:lnTo>
                    <a:pt x="305746" y="169911"/>
                  </a:lnTo>
                  <a:lnTo>
                    <a:pt x="305787" y="172089"/>
                  </a:lnTo>
                  <a:lnTo>
                    <a:pt x="305830" y="174267"/>
                  </a:lnTo>
                  <a:lnTo>
                    <a:pt x="305874" y="176446"/>
                  </a:lnTo>
                  <a:lnTo>
                    <a:pt x="305919" y="178624"/>
                  </a:lnTo>
                  <a:lnTo>
                    <a:pt x="305966" y="180802"/>
                  </a:lnTo>
                  <a:lnTo>
                    <a:pt x="306014" y="182981"/>
                  </a:lnTo>
                  <a:lnTo>
                    <a:pt x="306064" y="185159"/>
                  </a:lnTo>
                  <a:lnTo>
                    <a:pt x="306115" y="187337"/>
                  </a:lnTo>
                  <a:lnTo>
                    <a:pt x="306168" y="189516"/>
                  </a:lnTo>
                  <a:lnTo>
                    <a:pt x="306223" y="191694"/>
                  </a:lnTo>
                  <a:lnTo>
                    <a:pt x="306280" y="193873"/>
                  </a:lnTo>
                  <a:lnTo>
                    <a:pt x="306338" y="196051"/>
                  </a:lnTo>
                  <a:lnTo>
                    <a:pt x="306399" y="198229"/>
                  </a:lnTo>
                  <a:lnTo>
                    <a:pt x="306461" y="200408"/>
                  </a:lnTo>
                  <a:lnTo>
                    <a:pt x="306526" y="202586"/>
                  </a:lnTo>
                  <a:lnTo>
                    <a:pt x="306593" y="204764"/>
                  </a:lnTo>
                  <a:lnTo>
                    <a:pt x="306662" y="206943"/>
                  </a:lnTo>
                  <a:lnTo>
                    <a:pt x="306734" y="209121"/>
                  </a:lnTo>
                  <a:lnTo>
                    <a:pt x="306808" y="211299"/>
                  </a:lnTo>
                  <a:lnTo>
                    <a:pt x="306884" y="213478"/>
                  </a:lnTo>
                  <a:lnTo>
                    <a:pt x="306964" y="215656"/>
                  </a:lnTo>
                  <a:lnTo>
                    <a:pt x="307046" y="217834"/>
                  </a:lnTo>
                  <a:lnTo>
                    <a:pt x="307131" y="220013"/>
                  </a:lnTo>
                  <a:lnTo>
                    <a:pt x="307219" y="222191"/>
                  </a:lnTo>
                  <a:lnTo>
                    <a:pt x="307310" y="224369"/>
                  </a:lnTo>
                  <a:lnTo>
                    <a:pt x="307405" y="226548"/>
                  </a:lnTo>
                  <a:lnTo>
                    <a:pt x="307502" y="228726"/>
                  </a:lnTo>
                  <a:lnTo>
                    <a:pt x="307603" y="230904"/>
                  </a:lnTo>
                  <a:lnTo>
                    <a:pt x="307706" y="233083"/>
                  </a:lnTo>
                  <a:lnTo>
                    <a:pt x="307814" y="235261"/>
                  </a:lnTo>
                  <a:lnTo>
                    <a:pt x="307925" y="237439"/>
                  </a:lnTo>
                  <a:lnTo>
                    <a:pt x="308039" y="239618"/>
                  </a:lnTo>
                  <a:lnTo>
                    <a:pt x="308156" y="241796"/>
                  </a:lnTo>
                  <a:lnTo>
                    <a:pt x="308276" y="243975"/>
                  </a:lnTo>
                  <a:lnTo>
                    <a:pt x="308401" y="246153"/>
                  </a:lnTo>
                  <a:lnTo>
                    <a:pt x="308529" y="248331"/>
                  </a:lnTo>
                  <a:lnTo>
                    <a:pt x="308659" y="250510"/>
                  </a:lnTo>
                  <a:lnTo>
                    <a:pt x="308793" y="252688"/>
                  </a:lnTo>
                  <a:lnTo>
                    <a:pt x="308930" y="254866"/>
                  </a:lnTo>
                  <a:lnTo>
                    <a:pt x="309071" y="257045"/>
                  </a:lnTo>
                  <a:lnTo>
                    <a:pt x="309215" y="259223"/>
                  </a:lnTo>
                  <a:lnTo>
                    <a:pt x="309361" y="261401"/>
                  </a:lnTo>
                  <a:lnTo>
                    <a:pt x="309510" y="263580"/>
                  </a:lnTo>
                  <a:lnTo>
                    <a:pt x="309662" y="265758"/>
                  </a:lnTo>
                  <a:lnTo>
                    <a:pt x="309817" y="267936"/>
                  </a:lnTo>
                  <a:lnTo>
                    <a:pt x="309975" y="270115"/>
                  </a:lnTo>
                  <a:lnTo>
                    <a:pt x="310135" y="272293"/>
                  </a:lnTo>
                  <a:lnTo>
                    <a:pt x="310297" y="274471"/>
                  </a:lnTo>
                  <a:lnTo>
                    <a:pt x="310463" y="276650"/>
                  </a:lnTo>
                  <a:lnTo>
                    <a:pt x="310630" y="278828"/>
                  </a:lnTo>
                  <a:lnTo>
                    <a:pt x="310800" y="281006"/>
                  </a:lnTo>
                  <a:lnTo>
                    <a:pt x="310972" y="283185"/>
                  </a:lnTo>
                  <a:lnTo>
                    <a:pt x="311147" y="285363"/>
                  </a:lnTo>
                  <a:lnTo>
                    <a:pt x="311324" y="287541"/>
                  </a:lnTo>
                  <a:lnTo>
                    <a:pt x="311504" y="289720"/>
                  </a:lnTo>
                  <a:lnTo>
                    <a:pt x="311686" y="291898"/>
                  </a:lnTo>
                  <a:lnTo>
                    <a:pt x="311871" y="294077"/>
                  </a:lnTo>
                  <a:lnTo>
                    <a:pt x="312058" y="296255"/>
                  </a:lnTo>
                  <a:lnTo>
                    <a:pt x="312249" y="298433"/>
                  </a:lnTo>
                  <a:lnTo>
                    <a:pt x="312443" y="300612"/>
                  </a:lnTo>
                  <a:lnTo>
                    <a:pt x="312640" y="302790"/>
                  </a:lnTo>
                  <a:lnTo>
                    <a:pt x="312841" y="304968"/>
                  </a:lnTo>
                  <a:lnTo>
                    <a:pt x="313045" y="307147"/>
                  </a:lnTo>
                  <a:lnTo>
                    <a:pt x="313254" y="309325"/>
                  </a:lnTo>
                  <a:lnTo>
                    <a:pt x="313466" y="311503"/>
                  </a:lnTo>
                  <a:lnTo>
                    <a:pt x="313684" y="313682"/>
                  </a:lnTo>
                  <a:lnTo>
                    <a:pt x="313905" y="315860"/>
                  </a:lnTo>
                  <a:lnTo>
                    <a:pt x="314132" y="318038"/>
                  </a:lnTo>
                  <a:lnTo>
                    <a:pt x="314365" y="320217"/>
                  </a:lnTo>
                  <a:lnTo>
                    <a:pt x="314604" y="322395"/>
                  </a:lnTo>
                  <a:lnTo>
                    <a:pt x="314847" y="324573"/>
                  </a:lnTo>
                  <a:lnTo>
                    <a:pt x="315097" y="326752"/>
                  </a:lnTo>
                  <a:lnTo>
                    <a:pt x="315353" y="328930"/>
                  </a:lnTo>
                  <a:lnTo>
                    <a:pt x="315616" y="331108"/>
                  </a:lnTo>
                  <a:lnTo>
                    <a:pt x="315886" y="333287"/>
                  </a:lnTo>
                  <a:lnTo>
                    <a:pt x="316161" y="335465"/>
                  </a:lnTo>
                  <a:lnTo>
                    <a:pt x="316442" y="337644"/>
                  </a:lnTo>
                  <a:lnTo>
                    <a:pt x="316731" y="339822"/>
                  </a:lnTo>
                  <a:lnTo>
                    <a:pt x="317027" y="342000"/>
                  </a:lnTo>
                  <a:lnTo>
                    <a:pt x="317328" y="344179"/>
                  </a:lnTo>
                  <a:lnTo>
                    <a:pt x="317636" y="346357"/>
                  </a:lnTo>
                  <a:lnTo>
                    <a:pt x="317949" y="348535"/>
                  </a:lnTo>
                  <a:lnTo>
                    <a:pt x="318269" y="350714"/>
                  </a:lnTo>
                  <a:lnTo>
                    <a:pt x="318595" y="352892"/>
                  </a:lnTo>
                  <a:lnTo>
                    <a:pt x="318925" y="355070"/>
                  </a:lnTo>
                  <a:lnTo>
                    <a:pt x="319261" y="357249"/>
                  </a:lnTo>
                  <a:lnTo>
                    <a:pt x="319601" y="359427"/>
                  </a:lnTo>
                  <a:lnTo>
                    <a:pt x="319946" y="361605"/>
                  </a:lnTo>
                  <a:lnTo>
                    <a:pt x="320296" y="363784"/>
                  </a:lnTo>
                  <a:lnTo>
                    <a:pt x="320649" y="365962"/>
                  </a:lnTo>
                  <a:lnTo>
                    <a:pt x="321006" y="368140"/>
                  </a:lnTo>
                  <a:lnTo>
                    <a:pt x="321367" y="370319"/>
                  </a:lnTo>
                  <a:lnTo>
                    <a:pt x="321731" y="372497"/>
                  </a:lnTo>
                  <a:lnTo>
                    <a:pt x="322099" y="374675"/>
                  </a:lnTo>
                  <a:lnTo>
                    <a:pt x="322470" y="376854"/>
                  </a:lnTo>
                  <a:lnTo>
                    <a:pt x="322844" y="379032"/>
                  </a:lnTo>
                  <a:lnTo>
                    <a:pt x="323223" y="381210"/>
                  </a:lnTo>
                  <a:lnTo>
                    <a:pt x="323606" y="383389"/>
                  </a:lnTo>
                  <a:lnTo>
                    <a:pt x="323992" y="385567"/>
                  </a:lnTo>
                  <a:lnTo>
                    <a:pt x="324383" y="387746"/>
                  </a:lnTo>
                  <a:lnTo>
                    <a:pt x="324778" y="389924"/>
                  </a:lnTo>
                  <a:lnTo>
                    <a:pt x="325179" y="392102"/>
                  </a:lnTo>
                  <a:lnTo>
                    <a:pt x="325586" y="394281"/>
                  </a:lnTo>
                  <a:lnTo>
                    <a:pt x="325999" y="396459"/>
                  </a:lnTo>
                  <a:lnTo>
                    <a:pt x="326418" y="398637"/>
                  </a:lnTo>
                  <a:lnTo>
                    <a:pt x="326845" y="400816"/>
                  </a:lnTo>
                  <a:lnTo>
                    <a:pt x="327281" y="402994"/>
                  </a:lnTo>
                  <a:lnTo>
                    <a:pt x="327724" y="405172"/>
                  </a:lnTo>
                  <a:lnTo>
                    <a:pt x="328176" y="407351"/>
                  </a:lnTo>
                  <a:lnTo>
                    <a:pt x="328637" y="409529"/>
                  </a:lnTo>
                  <a:lnTo>
                    <a:pt x="329107" y="411707"/>
                  </a:lnTo>
                  <a:lnTo>
                    <a:pt x="329589" y="413886"/>
                  </a:lnTo>
                  <a:lnTo>
                    <a:pt x="330081" y="416064"/>
                  </a:lnTo>
                  <a:lnTo>
                    <a:pt x="330581" y="418242"/>
                  </a:lnTo>
                  <a:lnTo>
                    <a:pt x="331092" y="420421"/>
                  </a:lnTo>
                  <a:lnTo>
                    <a:pt x="331614" y="422599"/>
                  </a:lnTo>
                  <a:lnTo>
                    <a:pt x="332146" y="424777"/>
                  </a:lnTo>
                  <a:lnTo>
                    <a:pt x="332687" y="426956"/>
                  </a:lnTo>
                  <a:lnTo>
                    <a:pt x="333237" y="429134"/>
                  </a:lnTo>
                  <a:lnTo>
                    <a:pt x="333795" y="431312"/>
                  </a:lnTo>
                  <a:lnTo>
                    <a:pt x="334362" y="433491"/>
                  </a:lnTo>
                  <a:lnTo>
                    <a:pt x="334937" y="435669"/>
                  </a:lnTo>
                  <a:lnTo>
                    <a:pt x="335517" y="437848"/>
                  </a:lnTo>
                  <a:lnTo>
                    <a:pt x="336103" y="440026"/>
                  </a:lnTo>
                  <a:lnTo>
                    <a:pt x="336693" y="442204"/>
                  </a:lnTo>
                  <a:lnTo>
                    <a:pt x="337288" y="444383"/>
                  </a:lnTo>
                  <a:lnTo>
                    <a:pt x="337886" y="446561"/>
                  </a:lnTo>
                  <a:lnTo>
                    <a:pt x="338485" y="448739"/>
                  </a:lnTo>
                  <a:lnTo>
                    <a:pt x="339085" y="450918"/>
                  </a:lnTo>
                  <a:lnTo>
                    <a:pt x="339685" y="453096"/>
                  </a:lnTo>
                  <a:lnTo>
                    <a:pt x="340284" y="455274"/>
                  </a:lnTo>
                  <a:lnTo>
                    <a:pt x="340882" y="457453"/>
                  </a:lnTo>
                  <a:lnTo>
                    <a:pt x="341477" y="459631"/>
                  </a:lnTo>
                  <a:lnTo>
                    <a:pt x="342070" y="461809"/>
                  </a:lnTo>
                  <a:lnTo>
                    <a:pt x="342659" y="463988"/>
                  </a:lnTo>
                  <a:lnTo>
                    <a:pt x="343243" y="466166"/>
                  </a:lnTo>
                  <a:lnTo>
                    <a:pt x="343824" y="468344"/>
                  </a:lnTo>
                  <a:lnTo>
                    <a:pt x="344401" y="470523"/>
                  </a:lnTo>
                  <a:lnTo>
                    <a:pt x="344973" y="472701"/>
                  </a:lnTo>
                  <a:lnTo>
                    <a:pt x="345540" y="474879"/>
                  </a:lnTo>
                  <a:lnTo>
                    <a:pt x="346103" y="477058"/>
                  </a:lnTo>
                  <a:lnTo>
                    <a:pt x="346662" y="479236"/>
                  </a:lnTo>
                  <a:lnTo>
                    <a:pt x="347218" y="481414"/>
                  </a:lnTo>
                  <a:lnTo>
                    <a:pt x="347771" y="483593"/>
                  </a:lnTo>
                  <a:lnTo>
                    <a:pt x="348321" y="485771"/>
                  </a:lnTo>
                  <a:lnTo>
                    <a:pt x="348870" y="487950"/>
                  </a:lnTo>
                  <a:lnTo>
                    <a:pt x="349419" y="490128"/>
                  </a:lnTo>
                  <a:lnTo>
                    <a:pt x="349968" y="492306"/>
                  </a:lnTo>
                  <a:lnTo>
                    <a:pt x="350518" y="494485"/>
                  </a:lnTo>
                  <a:lnTo>
                    <a:pt x="351071" y="496663"/>
                  </a:lnTo>
                  <a:lnTo>
                    <a:pt x="351628" y="498841"/>
                  </a:lnTo>
                  <a:lnTo>
                    <a:pt x="352191" y="501020"/>
                  </a:lnTo>
                  <a:lnTo>
                    <a:pt x="352759" y="503198"/>
                  </a:lnTo>
                  <a:lnTo>
                    <a:pt x="353336" y="505376"/>
                  </a:lnTo>
                  <a:lnTo>
                    <a:pt x="353924" y="507555"/>
                  </a:lnTo>
                  <a:lnTo>
                    <a:pt x="354523" y="509733"/>
                  </a:lnTo>
                  <a:lnTo>
                    <a:pt x="355134" y="511911"/>
                  </a:lnTo>
                  <a:lnTo>
                    <a:pt x="355758" y="514090"/>
                  </a:lnTo>
                  <a:lnTo>
                    <a:pt x="356401" y="516268"/>
                  </a:lnTo>
                  <a:lnTo>
                    <a:pt x="357064" y="518446"/>
                  </a:lnTo>
                  <a:lnTo>
                    <a:pt x="357746" y="520625"/>
                  </a:lnTo>
                  <a:lnTo>
                    <a:pt x="358448" y="522803"/>
                  </a:lnTo>
                  <a:lnTo>
                    <a:pt x="359171" y="524981"/>
                  </a:lnTo>
                  <a:lnTo>
                    <a:pt x="359924" y="527160"/>
                  </a:lnTo>
                  <a:lnTo>
                    <a:pt x="360705" y="529338"/>
                  </a:lnTo>
                  <a:lnTo>
                    <a:pt x="361511" y="531517"/>
                  </a:lnTo>
                  <a:lnTo>
                    <a:pt x="362346" y="533695"/>
                  </a:lnTo>
                  <a:lnTo>
                    <a:pt x="363209" y="535873"/>
                  </a:lnTo>
                  <a:lnTo>
                    <a:pt x="364112" y="538052"/>
                  </a:lnTo>
                  <a:lnTo>
                    <a:pt x="365046" y="540230"/>
                  </a:lnTo>
                  <a:lnTo>
                    <a:pt x="366011" y="542408"/>
                  </a:lnTo>
                  <a:lnTo>
                    <a:pt x="367007" y="544587"/>
                  </a:lnTo>
                  <a:lnTo>
                    <a:pt x="368039" y="546765"/>
                  </a:lnTo>
                  <a:lnTo>
                    <a:pt x="369111" y="548943"/>
                  </a:lnTo>
                  <a:lnTo>
                    <a:pt x="370214" y="551122"/>
                  </a:lnTo>
                  <a:lnTo>
                    <a:pt x="371347" y="553300"/>
                  </a:lnTo>
                  <a:lnTo>
                    <a:pt x="372511" y="555478"/>
                  </a:lnTo>
                  <a:lnTo>
                    <a:pt x="373708" y="557657"/>
                  </a:lnTo>
                  <a:lnTo>
                    <a:pt x="374936" y="559835"/>
                  </a:lnTo>
                  <a:lnTo>
                    <a:pt x="376189" y="562013"/>
                  </a:lnTo>
                  <a:lnTo>
                    <a:pt x="377464" y="564192"/>
                  </a:lnTo>
                  <a:lnTo>
                    <a:pt x="378759" y="566370"/>
                  </a:lnTo>
                  <a:lnTo>
                    <a:pt x="380074" y="568548"/>
                  </a:lnTo>
                  <a:lnTo>
                    <a:pt x="381404" y="570727"/>
                  </a:lnTo>
                  <a:lnTo>
                    <a:pt x="382742" y="572905"/>
                  </a:lnTo>
                  <a:lnTo>
                    <a:pt x="384084" y="575083"/>
                  </a:lnTo>
                  <a:lnTo>
                    <a:pt x="385429" y="577262"/>
                  </a:lnTo>
                  <a:lnTo>
                    <a:pt x="386768" y="579440"/>
                  </a:lnTo>
                  <a:lnTo>
                    <a:pt x="388097" y="581619"/>
                  </a:lnTo>
                  <a:lnTo>
                    <a:pt x="389411" y="583797"/>
                  </a:lnTo>
                  <a:lnTo>
                    <a:pt x="390706" y="585975"/>
                  </a:lnTo>
                  <a:lnTo>
                    <a:pt x="391976" y="588154"/>
                  </a:lnTo>
                  <a:lnTo>
                    <a:pt x="393206" y="590332"/>
                  </a:lnTo>
                  <a:lnTo>
                    <a:pt x="394398" y="592510"/>
                  </a:lnTo>
                  <a:lnTo>
                    <a:pt x="395549" y="594689"/>
                  </a:lnTo>
                  <a:lnTo>
                    <a:pt x="396653" y="596867"/>
                  </a:lnTo>
                  <a:lnTo>
                    <a:pt x="397699" y="599045"/>
                  </a:lnTo>
                  <a:lnTo>
                    <a:pt x="398674" y="601224"/>
                  </a:lnTo>
                  <a:lnTo>
                    <a:pt x="399585" y="603402"/>
                  </a:lnTo>
                  <a:lnTo>
                    <a:pt x="400429" y="605580"/>
                  </a:lnTo>
                  <a:lnTo>
                    <a:pt x="401201" y="607759"/>
                  </a:lnTo>
                  <a:lnTo>
                    <a:pt x="401883" y="609937"/>
                  </a:lnTo>
                  <a:lnTo>
                    <a:pt x="402472" y="612115"/>
                  </a:lnTo>
                  <a:lnTo>
                    <a:pt x="402978" y="614294"/>
                  </a:lnTo>
                  <a:lnTo>
                    <a:pt x="403149" y="615177"/>
                  </a:lnTo>
                  <a:lnTo>
                    <a:pt x="403398" y="616472"/>
                  </a:lnTo>
                  <a:lnTo>
                    <a:pt x="403731" y="618650"/>
                  </a:lnTo>
                  <a:lnTo>
                    <a:pt x="403948" y="620829"/>
                  </a:lnTo>
                  <a:lnTo>
                    <a:pt x="404067" y="623007"/>
                  </a:lnTo>
                  <a:lnTo>
                    <a:pt x="404094" y="625185"/>
                  </a:lnTo>
                  <a:lnTo>
                    <a:pt x="404028" y="627364"/>
                  </a:lnTo>
                  <a:lnTo>
                    <a:pt x="403869" y="629542"/>
                  </a:lnTo>
                  <a:lnTo>
                    <a:pt x="403586" y="631721"/>
                  </a:lnTo>
                  <a:lnTo>
                    <a:pt x="403213" y="633899"/>
                  </a:lnTo>
                  <a:lnTo>
                    <a:pt x="402751" y="636077"/>
                  </a:lnTo>
                  <a:lnTo>
                    <a:pt x="402202" y="638256"/>
                  </a:lnTo>
                  <a:lnTo>
                    <a:pt x="401561" y="640434"/>
                  </a:lnTo>
                  <a:lnTo>
                    <a:pt x="400817" y="642612"/>
                  </a:lnTo>
                  <a:lnTo>
                    <a:pt x="399996" y="644791"/>
                  </a:lnTo>
                  <a:lnTo>
                    <a:pt x="399099" y="646969"/>
                  </a:lnTo>
                  <a:lnTo>
                    <a:pt x="398132" y="649147"/>
                  </a:lnTo>
                  <a:lnTo>
                    <a:pt x="397086" y="651326"/>
                  </a:lnTo>
                  <a:lnTo>
                    <a:pt x="395965" y="653504"/>
                  </a:lnTo>
                  <a:lnTo>
                    <a:pt x="394787" y="655682"/>
                  </a:lnTo>
                  <a:lnTo>
                    <a:pt x="393555" y="657861"/>
                  </a:lnTo>
                  <a:lnTo>
                    <a:pt x="392272" y="660039"/>
                  </a:lnTo>
                  <a:lnTo>
                    <a:pt x="390933" y="662217"/>
                  </a:lnTo>
                  <a:lnTo>
                    <a:pt x="389550" y="664396"/>
                  </a:lnTo>
                  <a:lnTo>
                    <a:pt x="388131" y="666574"/>
                  </a:lnTo>
                  <a:lnTo>
                    <a:pt x="386680" y="668752"/>
                  </a:lnTo>
                  <a:lnTo>
                    <a:pt x="385200" y="670931"/>
                  </a:lnTo>
                  <a:lnTo>
                    <a:pt x="383690" y="673109"/>
                  </a:lnTo>
                  <a:lnTo>
                    <a:pt x="382159" y="675288"/>
                  </a:lnTo>
                  <a:lnTo>
                    <a:pt x="380613" y="677466"/>
                  </a:lnTo>
                  <a:lnTo>
                    <a:pt x="379055" y="679644"/>
                  </a:lnTo>
                  <a:lnTo>
                    <a:pt x="377487" y="681823"/>
                  </a:lnTo>
                  <a:lnTo>
                    <a:pt x="375911" y="684001"/>
                  </a:lnTo>
                  <a:lnTo>
                    <a:pt x="374334" y="686179"/>
                  </a:lnTo>
                  <a:lnTo>
                    <a:pt x="372756" y="688358"/>
                  </a:lnTo>
                  <a:lnTo>
                    <a:pt x="371181" y="690536"/>
                  </a:lnTo>
                  <a:lnTo>
                    <a:pt x="369612" y="692714"/>
                  </a:lnTo>
                  <a:lnTo>
                    <a:pt x="368052" y="694893"/>
                  </a:lnTo>
                  <a:lnTo>
                    <a:pt x="366501" y="697071"/>
                  </a:lnTo>
                  <a:lnTo>
                    <a:pt x="364963" y="699249"/>
                  </a:lnTo>
                  <a:lnTo>
                    <a:pt x="363436" y="701428"/>
                  </a:lnTo>
                  <a:lnTo>
                    <a:pt x="361927" y="703606"/>
                  </a:lnTo>
                  <a:lnTo>
                    <a:pt x="360437" y="705784"/>
                  </a:lnTo>
                  <a:lnTo>
                    <a:pt x="358964" y="707963"/>
                  </a:lnTo>
                  <a:lnTo>
                    <a:pt x="357509" y="710141"/>
                  </a:lnTo>
                  <a:lnTo>
                    <a:pt x="356073" y="712319"/>
                  </a:lnTo>
                  <a:lnTo>
                    <a:pt x="354663" y="714498"/>
                  </a:lnTo>
                  <a:lnTo>
                    <a:pt x="353275" y="716676"/>
                  </a:lnTo>
                  <a:lnTo>
                    <a:pt x="351909" y="718854"/>
                  </a:lnTo>
                  <a:lnTo>
                    <a:pt x="350565" y="721033"/>
                  </a:lnTo>
                  <a:lnTo>
                    <a:pt x="349243" y="723211"/>
                  </a:lnTo>
                  <a:lnTo>
                    <a:pt x="347952" y="725390"/>
                  </a:lnTo>
                  <a:lnTo>
                    <a:pt x="346684" y="727568"/>
                  </a:lnTo>
                  <a:lnTo>
                    <a:pt x="345440" y="729746"/>
                  </a:lnTo>
                  <a:lnTo>
                    <a:pt x="344220" y="731925"/>
                  </a:lnTo>
                  <a:lnTo>
                    <a:pt x="343025" y="734103"/>
                  </a:lnTo>
                  <a:lnTo>
                    <a:pt x="341860" y="736281"/>
                  </a:lnTo>
                  <a:lnTo>
                    <a:pt x="340720" y="738460"/>
                  </a:lnTo>
                  <a:lnTo>
                    <a:pt x="339604" y="740638"/>
                  </a:lnTo>
                  <a:lnTo>
                    <a:pt x="338511" y="742816"/>
                  </a:lnTo>
                  <a:lnTo>
                    <a:pt x="337446" y="744995"/>
                  </a:lnTo>
                  <a:lnTo>
                    <a:pt x="336410" y="747173"/>
                  </a:lnTo>
                  <a:lnTo>
                    <a:pt x="335397" y="749351"/>
                  </a:lnTo>
                  <a:lnTo>
                    <a:pt x="334408" y="751530"/>
                  </a:lnTo>
                  <a:lnTo>
                    <a:pt x="333443" y="753708"/>
                  </a:lnTo>
                  <a:lnTo>
                    <a:pt x="332506" y="755886"/>
                  </a:lnTo>
                  <a:lnTo>
                    <a:pt x="331595" y="758065"/>
                  </a:lnTo>
                  <a:lnTo>
                    <a:pt x="330707" y="760243"/>
                  </a:lnTo>
                  <a:lnTo>
                    <a:pt x="329842" y="762421"/>
                  </a:lnTo>
                  <a:lnTo>
                    <a:pt x="328999" y="764600"/>
                  </a:lnTo>
                  <a:lnTo>
                    <a:pt x="328186" y="766778"/>
                  </a:lnTo>
                  <a:lnTo>
                    <a:pt x="327395" y="768956"/>
                  </a:lnTo>
                  <a:lnTo>
                    <a:pt x="326626" y="771135"/>
                  </a:lnTo>
                  <a:lnTo>
                    <a:pt x="325878" y="773313"/>
                  </a:lnTo>
                  <a:lnTo>
                    <a:pt x="325152" y="775492"/>
                  </a:lnTo>
                  <a:lnTo>
                    <a:pt x="324453" y="777670"/>
                  </a:lnTo>
                  <a:lnTo>
                    <a:pt x="323775" y="779848"/>
                  </a:lnTo>
                  <a:lnTo>
                    <a:pt x="323117" y="782027"/>
                  </a:lnTo>
                  <a:lnTo>
                    <a:pt x="322478" y="784205"/>
                  </a:lnTo>
                  <a:lnTo>
                    <a:pt x="321861" y="786383"/>
                  </a:lnTo>
                  <a:lnTo>
                    <a:pt x="321267" y="788562"/>
                  </a:lnTo>
                  <a:lnTo>
                    <a:pt x="320691" y="790740"/>
                  </a:lnTo>
                  <a:lnTo>
                    <a:pt x="320134" y="792918"/>
                  </a:lnTo>
                  <a:lnTo>
                    <a:pt x="319593" y="795097"/>
                  </a:lnTo>
                  <a:lnTo>
                    <a:pt x="319073" y="797275"/>
                  </a:lnTo>
                  <a:lnTo>
                    <a:pt x="318572" y="799453"/>
                  </a:lnTo>
                  <a:lnTo>
                    <a:pt x="318087" y="801632"/>
                  </a:lnTo>
                  <a:lnTo>
                    <a:pt x="317617" y="803810"/>
                  </a:lnTo>
                  <a:lnTo>
                    <a:pt x="317162" y="805988"/>
                  </a:lnTo>
                  <a:lnTo>
                    <a:pt x="316725" y="808167"/>
                  </a:lnTo>
                  <a:lnTo>
                    <a:pt x="316303" y="810345"/>
                  </a:lnTo>
                  <a:lnTo>
                    <a:pt x="315894" y="812523"/>
                  </a:lnTo>
                  <a:lnTo>
                    <a:pt x="315498" y="814702"/>
                  </a:lnTo>
                  <a:lnTo>
                    <a:pt x="315115" y="816880"/>
                  </a:lnTo>
                  <a:lnTo>
                    <a:pt x="314747" y="819058"/>
                  </a:lnTo>
                  <a:lnTo>
                    <a:pt x="314390" y="821237"/>
                  </a:lnTo>
                  <a:lnTo>
                    <a:pt x="314044" y="823415"/>
                  </a:lnTo>
                  <a:lnTo>
                    <a:pt x="313708" y="825594"/>
                  </a:lnTo>
                  <a:lnTo>
                    <a:pt x="313383" y="827772"/>
                  </a:lnTo>
                  <a:lnTo>
                    <a:pt x="313070" y="829950"/>
                  </a:lnTo>
                  <a:lnTo>
                    <a:pt x="312766" y="832129"/>
                  </a:lnTo>
                  <a:lnTo>
                    <a:pt x="312471" y="834307"/>
                  </a:lnTo>
                  <a:lnTo>
                    <a:pt x="312184" y="836485"/>
                  </a:lnTo>
                  <a:lnTo>
                    <a:pt x="311907" y="838664"/>
                  </a:lnTo>
                  <a:lnTo>
                    <a:pt x="311640" y="840842"/>
                  </a:lnTo>
                  <a:lnTo>
                    <a:pt x="311381" y="843020"/>
                  </a:lnTo>
                  <a:lnTo>
                    <a:pt x="311130" y="845199"/>
                  </a:lnTo>
                  <a:lnTo>
                    <a:pt x="310887" y="847377"/>
                  </a:lnTo>
                  <a:lnTo>
                    <a:pt x="310654" y="849555"/>
                  </a:lnTo>
                  <a:lnTo>
                    <a:pt x="310432" y="851734"/>
                  </a:lnTo>
                  <a:lnTo>
                    <a:pt x="310218" y="853912"/>
                  </a:lnTo>
                  <a:lnTo>
                    <a:pt x="310015" y="856090"/>
                  </a:lnTo>
                  <a:lnTo>
                    <a:pt x="309822" y="858269"/>
                  </a:lnTo>
                  <a:lnTo>
                    <a:pt x="309644" y="860447"/>
                  </a:lnTo>
                  <a:lnTo>
                    <a:pt x="309480" y="862625"/>
                  </a:lnTo>
                  <a:lnTo>
                    <a:pt x="309331" y="864804"/>
                  </a:lnTo>
                  <a:lnTo>
                    <a:pt x="309199" y="866982"/>
                  </a:lnTo>
                  <a:lnTo>
                    <a:pt x="309085" y="869161"/>
                  </a:lnTo>
                  <a:lnTo>
                    <a:pt x="309000" y="871339"/>
                  </a:lnTo>
                  <a:lnTo>
                    <a:pt x="308941" y="873517"/>
                  </a:lnTo>
                  <a:lnTo>
                    <a:pt x="308911" y="875696"/>
                  </a:lnTo>
                  <a:lnTo>
                    <a:pt x="308914" y="877874"/>
                  </a:lnTo>
                  <a:lnTo>
                    <a:pt x="308957" y="880052"/>
                  </a:lnTo>
                  <a:lnTo>
                    <a:pt x="309055" y="882231"/>
                  </a:lnTo>
                  <a:lnTo>
                    <a:pt x="309206" y="884409"/>
                  </a:lnTo>
                  <a:lnTo>
                    <a:pt x="309415" y="886587"/>
                  </a:lnTo>
                  <a:lnTo>
                    <a:pt x="309689" y="888766"/>
                  </a:lnTo>
                  <a:lnTo>
                    <a:pt x="310049" y="890944"/>
                  </a:lnTo>
                  <a:lnTo>
                    <a:pt x="310513" y="893122"/>
                  </a:lnTo>
                  <a:lnTo>
                    <a:pt x="311077" y="895301"/>
                  </a:lnTo>
                  <a:lnTo>
                    <a:pt x="311752" y="897479"/>
                  </a:lnTo>
                  <a:lnTo>
                    <a:pt x="312548" y="899657"/>
                  </a:lnTo>
                  <a:lnTo>
                    <a:pt x="313516" y="901836"/>
                  </a:lnTo>
                  <a:lnTo>
                    <a:pt x="314662" y="904014"/>
                  </a:lnTo>
                  <a:lnTo>
                    <a:pt x="315983" y="906192"/>
                  </a:lnTo>
                  <a:lnTo>
                    <a:pt x="317495" y="908371"/>
                  </a:lnTo>
                  <a:lnTo>
                    <a:pt x="319214" y="910549"/>
                  </a:lnTo>
                  <a:lnTo>
                    <a:pt x="321240" y="912727"/>
                  </a:lnTo>
                  <a:lnTo>
                    <a:pt x="323532" y="914906"/>
                  </a:lnTo>
                  <a:lnTo>
                    <a:pt x="326102" y="917084"/>
                  </a:lnTo>
                  <a:lnTo>
                    <a:pt x="328966" y="919263"/>
                  </a:lnTo>
                  <a:lnTo>
                    <a:pt x="332156" y="921441"/>
                  </a:lnTo>
                  <a:lnTo>
                    <a:pt x="335796" y="923619"/>
                  </a:lnTo>
                  <a:lnTo>
                    <a:pt x="339800" y="925798"/>
                  </a:lnTo>
                  <a:lnTo>
                    <a:pt x="344185" y="927976"/>
                  </a:lnTo>
                  <a:lnTo>
                    <a:pt x="348965" y="930154"/>
                  </a:lnTo>
                  <a:lnTo>
                    <a:pt x="354206" y="932333"/>
                  </a:lnTo>
                  <a:lnTo>
                    <a:pt x="359977" y="934511"/>
                  </a:lnTo>
                  <a:lnTo>
                    <a:pt x="366186" y="936689"/>
                  </a:lnTo>
                  <a:lnTo>
                    <a:pt x="372838" y="938868"/>
                  </a:lnTo>
                  <a:lnTo>
                    <a:pt x="379935" y="941046"/>
                  </a:lnTo>
                  <a:lnTo>
                    <a:pt x="387564" y="943224"/>
                  </a:lnTo>
                  <a:lnTo>
                    <a:pt x="395697" y="945403"/>
                  </a:lnTo>
                  <a:lnTo>
                    <a:pt x="404250" y="947581"/>
                  </a:lnTo>
                  <a:lnTo>
                    <a:pt x="413207" y="949759"/>
                  </a:lnTo>
                  <a:lnTo>
                    <a:pt x="422549" y="951938"/>
                  </a:lnTo>
                  <a:lnTo>
                    <a:pt x="432338" y="954116"/>
                  </a:lnTo>
                  <a:lnTo>
                    <a:pt x="442455" y="956294"/>
                  </a:lnTo>
                  <a:lnTo>
                    <a:pt x="452832" y="958473"/>
                  </a:lnTo>
                  <a:lnTo>
                    <a:pt x="463429" y="960651"/>
                  </a:lnTo>
                  <a:lnTo>
                    <a:pt x="474201" y="962829"/>
                  </a:lnTo>
                  <a:lnTo>
                    <a:pt x="485107" y="965008"/>
                  </a:lnTo>
                  <a:lnTo>
                    <a:pt x="496026" y="967186"/>
                  </a:lnTo>
                  <a:lnTo>
                    <a:pt x="506899" y="969365"/>
                  </a:lnTo>
                  <a:lnTo>
                    <a:pt x="517664" y="971543"/>
                  </a:lnTo>
                  <a:lnTo>
                    <a:pt x="528240" y="973721"/>
                  </a:lnTo>
                  <a:lnTo>
                    <a:pt x="538458" y="975900"/>
                  </a:lnTo>
                  <a:lnTo>
                    <a:pt x="548303" y="978078"/>
                  </a:lnTo>
                  <a:lnTo>
                    <a:pt x="557711" y="980256"/>
                  </a:lnTo>
                  <a:lnTo>
                    <a:pt x="566616" y="982435"/>
                  </a:lnTo>
                  <a:lnTo>
                    <a:pt x="574853" y="984613"/>
                  </a:lnTo>
                  <a:lnTo>
                    <a:pt x="582278" y="986791"/>
                  </a:lnTo>
                  <a:lnTo>
                    <a:pt x="588960" y="988970"/>
                  </a:lnTo>
                  <a:lnTo>
                    <a:pt x="594849" y="991148"/>
                  </a:lnTo>
                  <a:lnTo>
                    <a:pt x="599900" y="993326"/>
                  </a:lnTo>
                  <a:lnTo>
                    <a:pt x="603852" y="995505"/>
                  </a:lnTo>
                  <a:lnTo>
                    <a:pt x="606743" y="997683"/>
                  </a:lnTo>
                  <a:lnTo>
                    <a:pt x="608669" y="999861"/>
                  </a:lnTo>
                  <a:lnTo>
                    <a:pt x="609615" y="1002040"/>
                  </a:lnTo>
                  <a:lnTo>
                    <a:pt x="609600" y="1002774"/>
                  </a:lnTo>
                  <a:lnTo>
                    <a:pt x="609571" y="1004218"/>
                  </a:lnTo>
                  <a:lnTo>
                    <a:pt x="608232" y="1006396"/>
                  </a:lnTo>
                  <a:lnTo>
                    <a:pt x="605870" y="1008575"/>
                  </a:lnTo>
                  <a:lnTo>
                    <a:pt x="602557" y="1010753"/>
                  </a:lnTo>
                  <a:lnTo>
                    <a:pt x="598319" y="1012932"/>
                  </a:lnTo>
                  <a:lnTo>
                    <a:pt x="593163" y="1015110"/>
                  </a:lnTo>
                  <a:lnTo>
                    <a:pt x="586900" y="1017288"/>
                  </a:lnTo>
                  <a:lnTo>
                    <a:pt x="579877" y="1019467"/>
                  </a:lnTo>
                  <a:lnTo>
                    <a:pt x="572148" y="1021645"/>
                  </a:lnTo>
                  <a:lnTo>
                    <a:pt x="563769" y="1023823"/>
                  </a:lnTo>
                  <a:lnTo>
                    <a:pt x="554747" y="1026002"/>
                  </a:lnTo>
                  <a:lnTo>
                    <a:pt x="545118" y="1028180"/>
                  </a:lnTo>
                  <a:lnTo>
                    <a:pt x="535097" y="1030358"/>
                  </a:lnTo>
                  <a:lnTo>
                    <a:pt x="524748" y="1032537"/>
                  </a:lnTo>
                  <a:lnTo>
                    <a:pt x="514137" y="1034715"/>
                  </a:lnTo>
                  <a:lnTo>
                    <a:pt x="503314" y="1036893"/>
                  </a:lnTo>
                  <a:lnTo>
                    <a:pt x="492396" y="1039072"/>
                  </a:lnTo>
                  <a:lnTo>
                    <a:pt x="481471" y="1041250"/>
                  </a:lnTo>
                  <a:lnTo>
                    <a:pt x="470596" y="1043428"/>
                  </a:lnTo>
                  <a:lnTo>
                    <a:pt x="459826" y="1045607"/>
                  </a:lnTo>
                  <a:lnTo>
                    <a:pt x="449274" y="1047785"/>
                  </a:lnTo>
                  <a:lnTo>
                    <a:pt x="438988" y="1049963"/>
                  </a:lnTo>
                  <a:lnTo>
                    <a:pt x="428987" y="1052142"/>
                  </a:lnTo>
                  <a:lnTo>
                    <a:pt x="419304" y="1054320"/>
                  </a:lnTo>
                  <a:lnTo>
                    <a:pt x="409970" y="1056498"/>
                  </a:lnTo>
                  <a:lnTo>
                    <a:pt x="401152" y="1058677"/>
                  </a:lnTo>
                  <a:lnTo>
                    <a:pt x="392756" y="1060855"/>
                  </a:lnTo>
                  <a:lnTo>
                    <a:pt x="384785" y="1063034"/>
                  </a:lnTo>
                  <a:lnTo>
                    <a:pt x="377249" y="1065212"/>
                  </a:lnTo>
                  <a:lnTo>
                    <a:pt x="370180" y="1067390"/>
                  </a:lnTo>
                  <a:lnTo>
                    <a:pt x="363686" y="1069569"/>
                  </a:lnTo>
                  <a:lnTo>
                    <a:pt x="357629" y="1071747"/>
                  </a:lnTo>
                  <a:lnTo>
                    <a:pt x="352001" y="1073925"/>
                  </a:lnTo>
                  <a:lnTo>
                    <a:pt x="346794" y="1076104"/>
                  </a:lnTo>
                  <a:lnTo>
                    <a:pt x="342051" y="1078282"/>
                  </a:lnTo>
                  <a:lnTo>
                    <a:pt x="337780" y="1080460"/>
                  </a:lnTo>
                  <a:lnTo>
                    <a:pt x="333876" y="1082639"/>
                  </a:lnTo>
                  <a:lnTo>
                    <a:pt x="330321" y="1084817"/>
                  </a:lnTo>
                  <a:lnTo>
                    <a:pt x="327099" y="1086995"/>
                  </a:lnTo>
                  <a:lnTo>
                    <a:pt x="324252" y="1089174"/>
                  </a:lnTo>
                  <a:lnTo>
                    <a:pt x="321728" y="1091352"/>
                  </a:lnTo>
                  <a:lnTo>
                    <a:pt x="319464" y="1093530"/>
                  </a:lnTo>
                  <a:lnTo>
                    <a:pt x="317443" y="1095709"/>
                  </a:lnTo>
                  <a:lnTo>
                    <a:pt x="315647" y="1097887"/>
                  </a:lnTo>
                  <a:lnTo>
                    <a:pt x="314111" y="1100065"/>
                  </a:lnTo>
                  <a:lnTo>
                    <a:pt x="312764" y="1102244"/>
                  </a:lnTo>
                  <a:lnTo>
                    <a:pt x="311578" y="1104422"/>
                  </a:lnTo>
                  <a:lnTo>
                    <a:pt x="310540" y="1106600"/>
                  </a:lnTo>
                  <a:lnTo>
                    <a:pt x="309636" y="1108779"/>
                  </a:lnTo>
                  <a:lnTo>
                    <a:pt x="308887" y="1110957"/>
                  </a:lnTo>
                  <a:lnTo>
                    <a:pt x="308236" y="1113136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7606985" y="93044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7606985" y="93044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7556184" y="9304496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7556184" y="9304496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8284336" y="8517803"/>
              <a:ext cx="0" cy="385386"/>
            </a:xfrm>
            <a:custGeom>
              <a:avLst/>
              <a:pathLst>
                <a:path w="0" h="385386">
                  <a:moveTo>
                    <a:pt x="0" y="38538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8284336" y="93044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8233534" y="8903190"/>
              <a:ext cx="101602" cy="401306"/>
            </a:xfrm>
            <a:custGeom>
              <a:avLst/>
              <a:pathLst>
                <a:path w="101602" h="401306">
                  <a:moveTo>
                    <a:pt x="0" y="0"/>
                  </a:moveTo>
                  <a:lnTo>
                    <a:pt x="0" y="401306"/>
                  </a:lnTo>
                  <a:lnTo>
                    <a:pt x="101602" y="401306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8233534" y="9304496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8961686" y="8439919"/>
              <a:ext cx="0" cy="468144"/>
            </a:xfrm>
            <a:custGeom>
              <a:avLst/>
              <a:pathLst>
                <a:path w="0" h="468144">
                  <a:moveTo>
                    <a:pt x="0" y="46814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8961686" y="93044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8910885" y="8908064"/>
              <a:ext cx="101602" cy="396432"/>
            </a:xfrm>
            <a:custGeom>
              <a:avLst/>
              <a:pathLst>
                <a:path w="101602" h="396432">
                  <a:moveTo>
                    <a:pt x="0" y="0"/>
                  </a:moveTo>
                  <a:lnTo>
                    <a:pt x="0" y="396432"/>
                  </a:lnTo>
                  <a:lnTo>
                    <a:pt x="101602" y="396432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8910885" y="9118034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9639036" y="8412082"/>
              <a:ext cx="0" cy="504816"/>
            </a:xfrm>
            <a:custGeom>
              <a:avLst/>
              <a:pathLst>
                <a:path w="0" h="504816">
                  <a:moveTo>
                    <a:pt x="0" y="50481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9639036" y="93044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9588235" y="8916898"/>
              <a:ext cx="101602" cy="387597"/>
            </a:xfrm>
            <a:custGeom>
              <a:avLst/>
              <a:pathLst>
                <a:path w="101602" h="387597">
                  <a:moveTo>
                    <a:pt x="0" y="0"/>
                  </a:moveTo>
                  <a:lnTo>
                    <a:pt x="0" y="387597"/>
                  </a:lnTo>
                  <a:lnTo>
                    <a:pt x="101602" y="387597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9588235" y="9304496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7573584" y="915258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8250934" y="910196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8928285" y="906345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9605635" y="9077878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tx419"/>
            <p:cNvSpPr/>
            <p:nvPr/>
          </p:nvSpPr>
          <p:spPr>
            <a:xfrm>
              <a:off x="9226569" y="7858123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420" name="pl420"/>
            <p:cNvSpPr/>
            <p:nvPr/>
          </p:nvSpPr>
          <p:spPr>
            <a:xfrm>
              <a:off x="8961686" y="7973574"/>
              <a:ext cx="0" cy="20634"/>
            </a:xfrm>
            <a:custGeom>
              <a:avLst/>
              <a:pathLst>
                <a:path w="0" h="20634">
                  <a:moveTo>
                    <a:pt x="0" y="2063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8961686" y="7973574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9639036" y="7973574"/>
              <a:ext cx="0" cy="20634"/>
            </a:xfrm>
            <a:custGeom>
              <a:avLst/>
              <a:pathLst>
                <a:path w="0" h="20634">
                  <a:moveTo>
                    <a:pt x="0" y="0"/>
                  </a:moveTo>
                  <a:lnTo>
                    <a:pt x="0" y="20634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tx423"/>
            <p:cNvSpPr/>
            <p:nvPr/>
          </p:nvSpPr>
          <p:spPr>
            <a:xfrm>
              <a:off x="8524621" y="7981930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24" name="pl424"/>
            <p:cNvSpPr/>
            <p:nvPr/>
          </p:nvSpPr>
          <p:spPr>
            <a:xfrm>
              <a:off x="8961686" y="8097381"/>
              <a:ext cx="0" cy="20634"/>
            </a:xfrm>
            <a:custGeom>
              <a:avLst/>
              <a:pathLst>
                <a:path w="0" h="20634">
                  <a:moveTo>
                    <a:pt x="0" y="2063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8284336" y="8097381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8284336" y="8097381"/>
              <a:ext cx="0" cy="20634"/>
            </a:xfrm>
            <a:custGeom>
              <a:avLst/>
              <a:pathLst>
                <a:path w="0" h="20634">
                  <a:moveTo>
                    <a:pt x="0" y="0"/>
                  </a:moveTo>
                  <a:lnTo>
                    <a:pt x="0" y="20634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tx427"/>
            <p:cNvSpPr/>
            <p:nvPr/>
          </p:nvSpPr>
          <p:spPr>
            <a:xfrm>
              <a:off x="8912491" y="7486703"/>
              <a:ext cx="9838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428" name="pl428"/>
            <p:cNvSpPr/>
            <p:nvPr/>
          </p:nvSpPr>
          <p:spPr>
            <a:xfrm>
              <a:off x="9639036" y="7602154"/>
              <a:ext cx="0" cy="20634"/>
            </a:xfrm>
            <a:custGeom>
              <a:avLst/>
              <a:pathLst>
                <a:path w="0" h="20634">
                  <a:moveTo>
                    <a:pt x="0" y="2063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8284336" y="7602154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8284336" y="7602154"/>
              <a:ext cx="0" cy="20634"/>
            </a:xfrm>
            <a:custGeom>
              <a:avLst/>
              <a:pathLst>
                <a:path w="0" h="20634">
                  <a:moveTo>
                    <a:pt x="0" y="0"/>
                  </a:moveTo>
                  <a:lnTo>
                    <a:pt x="0" y="20634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tx431"/>
            <p:cNvSpPr/>
            <p:nvPr/>
          </p:nvSpPr>
          <p:spPr>
            <a:xfrm>
              <a:off x="8185946" y="7734316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32" name="pl432"/>
            <p:cNvSpPr/>
            <p:nvPr/>
          </p:nvSpPr>
          <p:spPr>
            <a:xfrm>
              <a:off x="8961686" y="7849768"/>
              <a:ext cx="0" cy="20634"/>
            </a:xfrm>
            <a:custGeom>
              <a:avLst/>
              <a:pathLst>
                <a:path w="0" h="20634">
                  <a:moveTo>
                    <a:pt x="0" y="2063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7606985" y="7849768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7606985" y="7849768"/>
              <a:ext cx="0" cy="20634"/>
            </a:xfrm>
            <a:custGeom>
              <a:avLst/>
              <a:pathLst>
                <a:path w="0" h="20634">
                  <a:moveTo>
                    <a:pt x="0" y="0"/>
                  </a:moveTo>
                  <a:lnTo>
                    <a:pt x="0" y="20634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tx435"/>
            <p:cNvSpPr/>
            <p:nvPr/>
          </p:nvSpPr>
          <p:spPr>
            <a:xfrm>
              <a:off x="8524621" y="7610510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36" name="pl436"/>
            <p:cNvSpPr/>
            <p:nvPr/>
          </p:nvSpPr>
          <p:spPr>
            <a:xfrm>
              <a:off x="9639036" y="7725961"/>
              <a:ext cx="0" cy="20634"/>
            </a:xfrm>
            <a:custGeom>
              <a:avLst/>
              <a:pathLst>
                <a:path w="0" h="20634">
                  <a:moveTo>
                    <a:pt x="0" y="2063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7606985" y="7725961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7606985" y="7725961"/>
              <a:ext cx="0" cy="20634"/>
            </a:xfrm>
            <a:custGeom>
              <a:avLst/>
              <a:pathLst>
                <a:path w="0" h="20634">
                  <a:moveTo>
                    <a:pt x="0" y="0"/>
                  </a:moveTo>
                  <a:lnTo>
                    <a:pt x="0" y="20634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tx439"/>
            <p:cNvSpPr/>
            <p:nvPr/>
          </p:nvSpPr>
          <p:spPr>
            <a:xfrm>
              <a:off x="7847271" y="8105736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40" name="pl440"/>
            <p:cNvSpPr/>
            <p:nvPr/>
          </p:nvSpPr>
          <p:spPr>
            <a:xfrm>
              <a:off x="8284336" y="8221188"/>
              <a:ext cx="0" cy="20634"/>
            </a:xfrm>
            <a:custGeom>
              <a:avLst/>
              <a:pathLst>
                <a:path w="0" h="20634">
                  <a:moveTo>
                    <a:pt x="0" y="2063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7606985" y="8221188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7606985" y="8221188"/>
              <a:ext cx="0" cy="20634"/>
            </a:xfrm>
            <a:custGeom>
              <a:avLst/>
              <a:pathLst>
                <a:path w="0" h="20634">
                  <a:moveTo>
                    <a:pt x="0" y="0"/>
                  </a:moveTo>
                  <a:lnTo>
                    <a:pt x="0" y="20634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7200575" y="7048247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10350666" y="931925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10350666" y="3040829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10350666" y="2594717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10350666" y="2148605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10350666" y="1702493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10350666" y="1256381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11126540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12419663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10544634" y="1485832"/>
              <a:ext cx="1163810" cy="1778113"/>
            </a:xfrm>
            <a:custGeom>
              <a:avLst/>
              <a:pathLst>
                <a:path w="1163810" h="1778113">
                  <a:moveTo>
                    <a:pt x="575426" y="1778113"/>
                  </a:moveTo>
                  <a:lnTo>
                    <a:pt x="574448" y="1774633"/>
                  </a:lnTo>
                  <a:lnTo>
                    <a:pt x="573342" y="1771153"/>
                  </a:lnTo>
                  <a:lnTo>
                    <a:pt x="572111" y="1767674"/>
                  </a:lnTo>
                  <a:lnTo>
                    <a:pt x="570747" y="1764194"/>
                  </a:lnTo>
                  <a:lnTo>
                    <a:pt x="569176" y="1760714"/>
                  </a:lnTo>
                  <a:lnTo>
                    <a:pt x="567418" y="1757235"/>
                  </a:lnTo>
                  <a:lnTo>
                    <a:pt x="565480" y="1753755"/>
                  </a:lnTo>
                  <a:lnTo>
                    <a:pt x="563350" y="1750275"/>
                  </a:lnTo>
                  <a:lnTo>
                    <a:pt x="560925" y="1746796"/>
                  </a:lnTo>
                  <a:lnTo>
                    <a:pt x="558240" y="1743316"/>
                  </a:lnTo>
                  <a:lnTo>
                    <a:pt x="555306" y="1739836"/>
                  </a:lnTo>
                  <a:lnTo>
                    <a:pt x="552110" y="1736357"/>
                  </a:lnTo>
                  <a:lnTo>
                    <a:pt x="548514" y="1732877"/>
                  </a:lnTo>
                  <a:lnTo>
                    <a:pt x="544576" y="1729397"/>
                  </a:lnTo>
                  <a:lnTo>
                    <a:pt x="540311" y="1725918"/>
                  </a:lnTo>
                  <a:lnTo>
                    <a:pt x="535706" y="1722438"/>
                  </a:lnTo>
                  <a:lnTo>
                    <a:pt x="530589" y="1718958"/>
                  </a:lnTo>
                  <a:lnTo>
                    <a:pt x="525045" y="1715479"/>
                  </a:lnTo>
                  <a:lnTo>
                    <a:pt x="519098" y="1711999"/>
                  </a:lnTo>
                  <a:lnTo>
                    <a:pt x="512735" y="1708519"/>
                  </a:lnTo>
                  <a:lnTo>
                    <a:pt x="505754" y="1705040"/>
                  </a:lnTo>
                  <a:lnTo>
                    <a:pt x="498275" y="1701560"/>
                  </a:lnTo>
                  <a:lnTo>
                    <a:pt x="490328" y="1698080"/>
                  </a:lnTo>
                  <a:lnTo>
                    <a:pt x="481904" y="1694601"/>
                  </a:lnTo>
                  <a:lnTo>
                    <a:pt x="472786" y="1691121"/>
                  </a:lnTo>
                  <a:lnTo>
                    <a:pt x="463128" y="1687641"/>
                  </a:lnTo>
                  <a:lnTo>
                    <a:pt x="452968" y="1684162"/>
                  </a:lnTo>
                  <a:lnTo>
                    <a:pt x="442304" y="1680682"/>
                  </a:lnTo>
                  <a:lnTo>
                    <a:pt x="430924" y="1677202"/>
                  </a:lnTo>
                  <a:lnTo>
                    <a:pt x="419010" y="1673723"/>
                  </a:lnTo>
                  <a:lnTo>
                    <a:pt x="406608" y="1670243"/>
                  </a:lnTo>
                  <a:lnTo>
                    <a:pt x="393726" y="1666763"/>
                  </a:lnTo>
                  <a:lnTo>
                    <a:pt x="380186" y="1663284"/>
                  </a:lnTo>
                  <a:lnTo>
                    <a:pt x="366183" y="1659804"/>
                  </a:lnTo>
                  <a:lnTo>
                    <a:pt x="351771" y="1656324"/>
                  </a:lnTo>
                  <a:lnTo>
                    <a:pt x="336968" y="1652845"/>
                  </a:lnTo>
                  <a:lnTo>
                    <a:pt x="321664" y="1649365"/>
                  </a:lnTo>
                  <a:lnTo>
                    <a:pt x="306046" y="1645885"/>
                  </a:lnTo>
                  <a:lnTo>
                    <a:pt x="290166" y="1642405"/>
                  </a:lnTo>
                  <a:lnTo>
                    <a:pt x="274057" y="1638926"/>
                  </a:lnTo>
                  <a:lnTo>
                    <a:pt x="257710" y="1635446"/>
                  </a:lnTo>
                  <a:lnTo>
                    <a:pt x="241268" y="1631966"/>
                  </a:lnTo>
                  <a:lnTo>
                    <a:pt x="224783" y="1628487"/>
                  </a:lnTo>
                  <a:lnTo>
                    <a:pt x="208296" y="1625007"/>
                  </a:lnTo>
                  <a:lnTo>
                    <a:pt x="191926" y="1621527"/>
                  </a:lnTo>
                  <a:lnTo>
                    <a:pt x="175738" y="1618048"/>
                  </a:lnTo>
                  <a:lnTo>
                    <a:pt x="159774" y="1614568"/>
                  </a:lnTo>
                  <a:lnTo>
                    <a:pt x="144083" y="1611088"/>
                  </a:lnTo>
                  <a:lnTo>
                    <a:pt x="128922" y="1607609"/>
                  </a:lnTo>
                  <a:lnTo>
                    <a:pt x="114245" y="1604129"/>
                  </a:lnTo>
                  <a:lnTo>
                    <a:pt x="100082" y="1600649"/>
                  </a:lnTo>
                  <a:lnTo>
                    <a:pt x="86480" y="1597170"/>
                  </a:lnTo>
                  <a:lnTo>
                    <a:pt x="73828" y="1593690"/>
                  </a:lnTo>
                  <a:lnTo>
                    <a:pt x="61947" y="1590210"/>
                  </a:lnTo>
                  <a:lnTo>
                    <a:pt x="50849" y="1586731"/>
                  </a:lnTo>
                  <a:lnTo>
                    <a:pt x="40576" y="1583251"/>
                  </a:lnTo>
                  <a:lnTo>
                    <a:pt x="31619" y="1579771"/>
                  </a:lnTo>
                  <a:lnTo>
                    <a:pt x="23661" y="1576292"/>
                  </a:lnTo>
                  <a:lnTo>
                    <a:pt x="16697" y="1572812"/>
                  </a:lnTo>
                  <a:lnTo>
                    <a:pt x="10755" y="1569332"/>
                  </a:lnTo>
                  <a:lnTo>
                    <a:pt x="6381" y="1565853"/>
                  </a:lnTo>
                  <a:lnTo>
                    <a:pt x="3141" y="1562373"/>
                  </a:lnTo>
                  <a:lnTo>
                    <a:pt x="1010" y="1558893"/>
                  </a:lnTo>
                  <a:lnTo>
                    <a:pt x="0" y="1555414"/>
                  </a:lnTo>
                  <a:lnTo>
                    <a:pt x="78" y="1554997"/>
                  </a:lnTo>
                  <a:lnTo>
                    <a:pt x="655" y="1551934"/>
                  </a:lnTo>
                  <a:lnTo>
                    <a:pt x="2460" y="1548454"/>
                  </a:lnTo>
                  <a:lnTo>
                    <a:pt x="5378" y="1544975"/>
                  </a:lnTo>
                  <a:lnTo>
                    <a:pt x="9398" y="1541495"/>
                  </a:lnTo>
                  <a:lnTo>
                    <a:pt x="15009" y="1538015"/>
                  </a:lnTo>
                  <a:lnTo>
                    <a:pt x="21667" y="1534536"/>
                  </a:lnTo>
                  <a:lnTo>
                    <a:pt x="29326" y="1531056"/>
                  </a:lnTo>
                  <a:lnTo>
                    <a:pt x="37956" y="1527576"/>
                  </a:lnTo>
                  <a:lnTo>
                    <a:pt x="47940" y="1524097"/>
                  </a:lnTo>
                  <a:lnTo>
                    <a:pt x="58768" y="1520617"/>
                  </a:lnTo>
                  <a:lnTo>
                    <a:pt x="70389" y="1517137"/>
                  </a:lnTo>
                  <a:lnTo>
                    <a:pt x="82760" y="1513658"/>
                  </a:lnTo>
                  <a:lnTo>
                    <a:pt x="96124" y="1510178"/>
                  </a:lnTo>
                  <a:lnTo>
                    <a:pt x="110062" y="1506698"/>
                  </a:lnTo>
                  <a:lnTo>
                    <a:pt x="124522" y="1503219"/>
                  </a:lnTo>
                  <a:lnTo>
                    <a:pt x="139456" y="1499739"/>
                  </a:lnTo>
                  <a:lnTo>
                    <a:pt x="154954" y="1496259"/>
                  </a:lnTo>
                  <a:lnTo>
                    <a:pt x="170731" y="1492780"/>
                  </a:lnTo>
                  <a:lnTo>
                    <a:pt x="186739" y="1489300"/>
                  </a:lnTo>
                  <a:lnTo>
                    <a:pt x="202928" y="1485820"/>
                  </a:lnTo>
                  <a:lnTo>
                    <a:pt x="219251" y="1482340"/>
                  </a:lnTo>
                  <a:lnTo>
                    <a:pt x="235571" y="1478861"/>
                  </a:lnTo>
                  <a:lnTo>
                    <a:pt x="251849" y="1475381"/>
                  </a:lnTo>
                  <a:lnTo>
                    <a:pt x="268040" y="1471901"/>
                  </a:lnTo>
                  <a:lnTo>
                    <a:pt x="283986" y="1468422"/>
                  </a:lnTo>
                  <a:lnTo>
                    <a:pt x="299696" y="1464942"/>
                  </a:lnTo>
                  <a:lnTo>
                    <a:pt x="315139" y="1461462"/>
                  </a:lnTo>
                  <a:lnTo>
                    <a:pt x="330278" y="1457983"/>
                  </a:lnTo>
                  <a:lnTo>
                    <a:pt x="344887" y="1454503"/>
                  </a:lnTo>
                  <a:lnTo>
                    <a:pt x="359092" y="1451023"/>
                  </a:lnTo>
                  <a:lnTo>
                    <a:pt x="372873" y="1447544"/>
                  </a:lnTo>
                  <a:lnTo>
                    <a:pt x="386200" y="1444064"/>
                  </a:lnTo>
                  <a:lnTo>
                    <a:pt x="398821" y="1440584"/>
                  </a:lnTo>
                  <a:lnTo>
                    <a:pt x="410942" y="1437105"/>
                  </a:lnTo>
                  <a:lnTo>
                    <a:pt x="422554" y="1433625"/>
                  </a:lnTo>
                  <a:lnTo>
                    <a:pt x="433635" y="1430145"/>
                  </a:lnTo>
                  <a:lnTo>
                    <a:pt x="443937" y="1426666"/>
                  </a:lnTo>
                  <a:lnTo>
                    <a:pt x="453708" y="1423186"/>
                  </a:lnTo>
                  <a:lnTo>
                    <a:pt x="462950" y="1419706"/>
                  </a:lnTo>
                  <a:lnTo>
                    <a:pt x="471647" y="1416227"/>
                  </a:lnTo>
                  <a:lnTo>
                    <a:pt x="479577" y="1412747"/>
                  </a:lnTo>
                  <a:lnTo>
                    <a:pt x="486999" y="1409267"/>
                  </a:lnTo>
                  <a:lnTo>
                    <a:pt x="493920" y="1405788"/>
                  </a:lnTo>
                  <a:lnTo>
                    <a:pt x="500330" y="1402308"/>
                  </a:lnTo>
                  <a:lnTo>
                    <a:pt x="506046" y="1398828"/>
                  </a:lnTo>
                  <a:lnTo>
                    <a:pt x="511310" y="1395349"/>
                  </a:lnTo>
                  <a:lnTo>
                    <a:pt x="516133" y="1391869"/>
                  </a:lnTo>
                  <a:lnTo>
                    <a:pt x="520508" y="1388389"/>
                  </a:lnTo>
                  <a:lnTo>
                    <a:pt x="524296" y="1384910"/>
                  </a:lnTo>
                  <a:lnTo>
                    <a:pt x="527705" y="1381430"/>
                  </a:lnTo>
                  <a:lnTo>
                    <a:pt x="530747" y="1377950"/>
                  </a:lnTo>
                  <a:lnTo>
                    <a:pt x="533421" y="1374471"/>
                  </a:lnTo>
                  <a:lnTo>
                    <a:pt x="535621" y="1370991"/>
                  </a:lnTo>
                  <a:lnTo>
                    <a:pt x="537520" y="1367511"/>
                  </a:lnTo>
                  <a:lnTo>
                    <a:pt x="539129" y="1364032"/>
                  </a:lnTo>
                  <a:lnTo>
                    <a:pt x="540447" y="1360552"/>
                  </a:lnTo>
                  <a:lnTo>
                    <a:pt x="541401" y="1357072"/>
                  </a:lnTo>
                  <a:lnTo>
                    <a:pt x="542124" y="1353593"/>
                  </a:lnTo>
                  <a:lnTo>
                    <a:pt x="542627" y="1350113"/>
                  </a:lnTo>
                  <a:lnTo>
                    <a:pt x="542910" y="1346633"/>
                  </a:lnTo>
                  <a:lnTo>
                    <a:pt x="542921" y="1343154"/>
                  </a:lnTo>
                  <a:lnTo>
                    <a:pt x="542761" y="1339674"/>
                  </a:lnTo>
                  <a:lnTo>
                    <a:pt x="542438" y="1336194"/>
                  </a:lnTo>
                  <a:lnTo>
                    <a:pt x="541953" y="1332715"/>
                  </a:lnTo>
                  <a:lnTo>
                    <a:pt x="541270" y="1329235"/>
                  </a:lnTo>
                  <a:lnTo>
                    <a:pt x="540463" y="1325755"/>
                  </a:lnTo>
                  <a:lnTo>
                    <a:pt x="539538" y="1322276"/>
                  </a:lnTo>
                  <a:lnTo>
                    <a:pt x="538495" y="1318796"/>
                  </a:lnTo>
                  <a:lnTo>
                    <a:pt x="537310" y="1315316"/>
                  </a:lnTo>
                  <a:lnTo>
                    <a:pt x="536034" y="1311836"/>
                  </a:lnTo>
                  <a:lnTo>
                    <a:pt x="534674" y="1308357"/>
                  </a:lnTo>
                  <a:lnTo>
                    <a:pt x="533227" y="1304877"/>
                  </a:lnTo>
                  <a:lnTo>
                    <a:pt x="531677" y="1301397"/>
                  </a:lnTo>
                  <a:lnTo>
                    <a:pt x="530062" y="1297918"/>
                  </a:lnTo>
                  <a:lnTo>
                    <a:pt x="528384" y="1294438"/>
                  </a:lnTo>
                  <a:lnTo>
                    <a:pt x="526643" y="1290958"/>
                  </a:lnTo>
                  <a:lnTo>
                    <a:pt x="524825" y="1287479"/>
                  </a:lnTo>
                  <a:lnTo>
                    <a:pt x="522959" y="1283999"/>
                  </a:lnTo>
                  <a:lnTo>
                    <a:pt x="521045" y="1280519"/>
                  </a:lnTo>
                  <a:lnTo>
                    <a:pt x="519083" y="1277040"/>
                  </a:lnTo>
                  <a:lnTo>
                    <a:pt x="517064" y="1273560"/>
                  </a:lnTo>
                  <a:lnTo>
                    <a:pt x="515008" y="1270080"/>
                  </a:lnTo>
                  <a:lnTo>
                    <a:pt x="512916" y="1266601"/>
                  </a:lnTo>
                  <a:lnTo>
                    <a:pt x="510787" y="1263121"/>
                  </a:lnTo>
                  <a:lnTo>
                    <a:pt x="508614" y="1259641"/>
                  </a:lnTo>
                  <a:lnTo>
                    <a:pt x="506413" y="1256162"/>
                  </a:lnTo>
                  <a:lnTo>
                    <a:pt x="504185" y="1252682"/>
                  </a:lnTo>
                  <a:lnTo>
                    <a:pt x="501929" y="1249202"/>
                  </a:lnTo>
                  <a:lnTo>
                    <a:pt x="499643" y="1245723"/>
                  </a:lnTo>
                  <a:lnTo>
                    <a:pt x="497336" y="1242243"/>
                  </a:lnTo>
                  <a:lnTo>
                    <a:pt x="495011" y="1238763"/>
                  </a:lnTo>
                  <a:lnTo>
                    <a:pt x="492668" y="1235284"/>
                  </a:lnTo>
                  <a:lnTo>
                    <a:pt x="490307" y="1231804"/>
                  </a:lnTo>
                  <a:lnTo>
                    <a:pt x="487935" y="1228324"/>
                  </a:lnTo>
                  <a:lnTo>
                    <a:pt x="485555" y="1224845"/>
                  </a:lnTo>
                  <a:lnTo>
                    <a:pt x="483168" y="1221365"/>
                  </a:lnTo>
                  <a:lnTo>
                    <a:pt x="480778" y="1217885"/>
                  </a:lnTo>
                  <a:lnTo>
                    <a:pt x="478388" y="1214406"/>
                  </a:lnTo>
                  <a:lnTo>
                    <a:pt x="476002" y="1210926"/>
                  </a:lnTo>
                  <a:lnTo>
                    <a:pt x="473623" y="1207446"/>
                  </a:lnTo>
                  <a:lnTo>
                    <a:pt x="471257" y="1203967"/>
                  </a:lnTo>
                  <a:lnTo>
                    <a:pt x="468906" y="1200487"/>
                  </a:lnTo>
                  <a:lnTo>
                    <a:pt x="466572" y="1197007"/>
                  </a:lnTo>
                  <a:lnTo>
                    <a:pt x="464260" y="1193528"/>
                  </a:lnTo>
                  <a:lnTo>
                    <a:pt x="461983" y="1190048"/>
                  </a:lnTo>
                  <a:lnTo>
                    <a:pt x="459734" y="1186568"/>
                  </a:lnTo>
                  <a:lnTo>
                    <a:pt x="457518" y="1183089"/>
                  </a:lnTo>
                  <a:lnTo>
                    <a:pt x="455340" y="1179609"/>
                  </a:lnTo>
                  <a:lnTo>
                    <a:pt x="453218" y="1176129"/>
                  </a:lnTo>
                  <a:lnTo>
                    <a:pt x="451140" y="1172650"/>
                  </a:lnTo>
                  <a:lnTo>
                    <a:pt x="449109" y="1169170"/>
                  </a:lnTo>
                  <a:lnTo>
                    <a:pt x="447134" y="1165690"/>
                  </a:lnTo>
                  <a:lnTo>
                    <a:pt x="445233" y="1162211"/>
                  </a:lnTo>
                  <a:lnTo>
                    <a:pt x="443391" y="1158731"/>
                  </a:lnTo>
                  <a:lnTo>
                    <a:pt x="441609" y="1155251"/>
                  </a:lnTo>
                  <a:lnTo>
                    <a:pt x="439898" y="1151771"/>
                  </a:lnTo>
                  <a:lnTo>
                    <a:pt x="438277" y="1148292"/>
                  </a:lnTo>
                  <a:lnTo>
                    <a:pt x="436725" y="1144812"/>
                  </a:lnTo>
                  <a:lnTo>
                    <a:pt x="435244" y="1141332"/>
                  </a:lnTo>
                  <a:lnTo>
                    <a:pt x="433844" y="1137853"/>
                  </a:lnTo>
                  <a:lnTo>
                    <a:pt x="432545" y="1134373"/>
                  </a:lnTo>
                  <a:lnTo>
                    <a:pt x="431320" y="1130893"/>
                  </a:lnTo>
                  <a:lnTo>
                    <a:pt x="430172" y="1127414"/>
                  </a:lnTo>
                  <a:lnTo>
                    <a:pt x="429110" y="1123934"/>
                  </a:lnTo>
                  <a:lnTo>
                    <a:pt x="428152" y="1120454"/>
                  </a:lnTo>
                  <a:lnTo>
                    <a:pt x="427269" y="1116975"/>
                  </a:lnTo>
                  <a:lnTo>
                    <a:pt x="426461" y="1113495"/>
                  </a:lnTo>
                  <a:lnTo>
                    <a:pt x="425740" y="1110015"/>
                  </a:lnTo>
                  <a:lnTo>
                    <a:pt x="425117" y="1106536"/>
                  </a:lnTo>
                  <a:lnTo>
                    <a:pt x="424565" y="1103056"/>
                  </a:lnTo>
                  <a:lnTo>
                    <a:pt x="424082" y="1099576"/>
                  </a:lnTo>
                  <a:lnTo>
                    <a:pt x="423677" y="1096097"/>
                  </a:lnTo>
                  <a:lnTo>
                    <a:pt x="423359" y="1092617"/>
                  </a:lnTo>
                  <a:lnTo>
                    <a:pt x="423102" y="1089137"/>
                  </a:lnTo>
                  <a:lnTo>
                    <a:pt x="422904" y="1085658"/>
                  </a:lnTo>
                  <a:lnTo>
                    <a:pt x="422772" y="1082178"/>
                  </a:lnTo>
                  <a:lnTo>
                    <a:pt x="422709" y="1078698"/>
                  </a:lnTo>
                  <a:lnTo>
                    <a:pt x="422694" y="1075219"/>
                  </a:lnTo>
                  <a:lnTo>
                    <a:pt x="422724" y="1071739"/>
                  </a:lnTo>
                  <a:lnTo>
                    <a:pt x="422804" y="1068259"/>
                  </a:lnTo>
                  <a:lnTo>
                    <a:pt x="422933" y="1064780"/>
                  </a:lnTo>
                  <a:lnTo>
                    <a:pt x="423095" y="1061300"/>
                  </a:lnTo>
                  <a:lnTo>
                    <a:pt x="423287" y="1057820"/>
                  </a:lnTo>
                  <a:lnTo>
                    <a:pt x="423512" y="1054341"/>
                  </a:lnTo>
                  <a:lnTo>
                    <a:pt x="423765" y="1050861"/>
                  </a:lnTo>
                  <a:lnTo>
                    <a:pt x="424037" y="1047381"/>
                  </a:lnTo>
                  <a:lnTo>
                    <a:pt x="424325" y="1043902"/>
                  </a:lnTo>
                  <a:lnTo>
                    <a:pt x="424628" y="1040422"/>
                  </a:lnTo>
                  <a:lnTo>
                    <a:pt x="424942" y="1036942"/>
                  </a:lnTo>
                  <a:lnTo>
                    <a:pt x="425262" y="1033463"/>
                  </a:lnTo>
                  <a:lnTo>
                    <a:pt x="425585" y="1029983"/>
                  </a:lnTo>
                  <a:lnTo>
                    <a:pt x="425910" y="1026503"/>
                  </a:lnTo>
                  <a:lnTo>
                    <a:pt x="426232" y="1023024"/>
                  </a:lnTo>
                  <a:lnTo>
                    <a:pt x="426549" y="1019544"/>
                  </a:lnTo>
                  <a:lnTo>
                    <a:pt x="426861" y="1016064"/>
                  </a:lnTo>
                  <a:lnTo>
                    <a:pt x="427165" y="1012585"/>
                  </a:lnTo>
                  <a:lnTo>
                    <a:pt x="427456" y="1009105"/>
                  </a:lnTo>
                  <a:lnTo>
                    <a:pt x="427737" y="1005625"/>
                  </a:lnTo>
                  <a:lnTo>
                    <a:pt x="428008" y="1002146"/>
                  </a:lnTo>
                  <a:lnTo>
                    <a:pt x="428264" y="998666"/>
                  </a:lnTo>
                  <a:lnTo>
                    <a:pt x="428504" y="995186"/>
                  </a:lnTo>
                  <a:lnTo>
                    <a:pt x="428732" y="991707"/>
                  </a:lnTo>
                  <a:lnTo>
                    <a:pt x="428947" y="988227"/>
                  </a:lnTo>
                  <a:lnTo>
                    <a:pt x="429147" y="984747"/>
                  </a:lnTo>
                  <a:lnTo>
                    <a:pt x="429332" y="981267"/>
                  </a:lnTo>
                  <a:lnTo>
                    <a:pt x="429505" y="977788"/>
                  </a:lnTo>
                  <a:lnTo>
                    <a:pt x="429668" y="974308"/>
                  </a:lnTo>
                  <a:lnTo>
                    <a:pt x="429819" y="970828"/>
                  </a:lnTo>
                  <a:lnTo>
                    <a:pt x="429959" y="967349"/>
                  </a:lnTo>
                  <a:lnTo>
                    <a:pt x="430092" y="963869"/>
                  </a:lnTo>
                  <a:lnTo>
                    <a:pt x="430219" y="960389"/>
                  </a:lnTo>
                  <a:lnTo>
                    <a:pt x="430340" y="956910"/>
                  </a:lnTo>
                  <a:lnTo>
                    <a:pt x="430459" y="953430"/>
                  </a:lnTo>
                  <a:lnTo>
                    <a:pt x="430577" y="949950"/>
                  </a:lnTo>
                  <a:lnTo>
                    <a:pt x="430695" y="946471"/>
                  </a:lnTo>
                  <a:lnTo>
                    <a:pt x="430817" y="942991"/>
                  </a:lnTo>
                  <a:lnTo>
                    <a:pt x="430946" y="939511"/>
                  </a:lnTo>
                  <a:lnTo>
                    <a:pt x="431082" y="936032"/>
                  </a:lnTo>
                  <a:lnTo>
                    <a:pt x="431227" y="932552"/>
                  </a:lnTo>
                  <a:lnTo>
                    <a:pt x="431385" y="929072"/>
                  </a:lnTo>
                  <a:lnTo>
                    <a:pt x="431562" y="925593"/>
                  </a:lnTo>
                  <a:lnTo>
                    <a:pt x="431755" y="922113"/>
                  </a:lnTo>
                  <a:lnTo>
                    <a:pt x="431965" y="918633"/>
                  </a:lnTo>
                  <a:lnTo>
                    <a:pt x="432201" y="915154"/>
                  </a:lnTo>
                  <a:lnTo>
                    <a:pt x="432465" y="911674"/>
                  </a:lnTo>
                  <a:lnTo>
                    <a:pt x="432755" y="908194"/>
                  </a:lnTo>
                  <a:lnTo>
                    <a:pt x="433072" y="904715"/>
                  </a:lnTo>
                  <a:lnTo>
                    <a:pt x="433425" y="901235"/>
                  </a:lnTo>
                  <a:lnTo>
                    <a:pt x="433819" y="897755"/>
                  </a:lnTo>
                  <a:lnTo>
                    <a:pt x="434246" y="894276"/>
                  </a:lnTo>
                  <a:lnTo>
                    <a:pt x="434708" y="890796"/>
                  </a:lnTo>
                  <a:lnTo>
                    <a:pt x="435217" y="887316"/>
                  </a:lnTo>
                  <a:lnTo>
                    <a:pt x="435776" y="883837"/>
                  </a:lnTo>
                  <a:lnTo>
                    <a:pt x="436376" y="880357"/>
                  </a:lnTo>
                  <a:lnTo>
                    <a:pt x="437019" y="876877"/>
                  </a:lnTo>
                  <a:lnTo>
                    <a:pt x="437717" y="873398"/>
                  </a:lnTo>
                  <a:lnTo>
                    <a:pt x="438473" y="869918"/>
                  </a:lnTo>
                  <a:lnTo>
                    <a:pt x="439275" y="866438"/>
                  </a:lnTo>
                  <a:lnTo>
                    <a:pt x="440126" y="862959"/>
                  </a:lnTo>
                  <a:lnTo>
                    <a:pt x="441038" y="859479"/>
                  </a:lnTo>
                  <a:lnTo>
                    <a:pt x="442013" y="855999"/>
                  </a:lnTo>
                  <a:lnTo>
                    <a:pt x="443038" y="852520"/>
                  </a:lnTo>
                  <a:lnTo>
                    <a:pt x="444114" y="849040"/>
                  </a:lnTo>
                  <a:lnTo>
                    <a:pt x="445254" y="845560"/>
                  </a:lnTo>
                  <a:lnTo>
                    <a:pt x="446459" y="842081"/>
                  </a:lnTo>
                  <a:lnTo>
                    <a:pt x="447714" y="838601"/>
                  </a:lnTo>
                  <a:lnTo>
                    <a:pt x="449020" y="835121"/>
                  </a:lnTo>
                  <a:lnTo>
                    <a:pt x="450390" y="831642"/>
                  </a:lnTo>
                  <a:lnTo>
                    <a:pt x="451821" y="828162"/>
                  </a:lnTo>
                  <a:lnTo>
                    <a:pt x="453301" y="824682"/>
                  </a:lnTo>
                  <a:lnTo>
                    <a:pt x="454828" y="821202"/>
                  </a:lnTo>
                  <a:lnTo>
                    <a:pt x="456415" y="817723"/>
                  </a:lnTo>
                  <a:lnTo>
                    <a:pt x="458056" y="814243"/>
                  </a:lnTo>
                  <a:lnTo>
                    <a:pt x="459740" y="810763"/>
                  </a:lnTo>
                  <a:lnTo>
                    <a:pt x="461466" y="807284"/>
                  </a:lnTo>
                  <a:lnTo>
                    <a:pt x="463243" y="803804"/>
                  </a:lnTo>
                  <a:lnTo>
                    <a:pt x="465064" y="800324"/>
                  </a:lnTo>
                  <a:lnTo>
                    <a:pt x="466919" y="796845"/>
                  </a:lnTo>
                  <a:lnTo>
                    <a:pt x="468808" y="793365"/>
                  </a:lnTo>
                  <a:lnTo>
                    <a:pt x="470735" y="789885"/>
                  </a:lnTo>
                  <a:lnTo>
                    <a:pt x="472694" y="786406"/>
                  </a:lnTo>
                  <a:lnTo>
                    <a:pt x="474677" y="782926"/>
                  </a:lnTo>
                  <a:lnTo>
                    <a:pt x="476683" y="779446"/>
                  </a:lnTo>
                  <a:lnTo>
                    <a:pt x="478713" y="775967"/>
                  </a:lnTo>
                  <a:lnTo>
                    <a:pt x="480761" y="772487"/>
                  </a:lnTo>
                  <a:lnTo>
                    <a:pt x="482821" y="769007"/>
                  </a:lnTo>
                  <a:lnTo>
                    <a:pt x="484891" y="765528"/>
                  </a:lnTo>
                  <a:lnTo>
                    <a:pt x="486971" y="762048"/>
                  </a:lnTo>
                  <a:lnTo>
                    <a:pt x="489055" y="758568"/>
                  </a:lnTo>
                  <a:lnTo>
                    <a:pt x="491139" y="755089"/>
                  </a:lnTo>
                  <a:lnTo>
                    <a:pt x="493221" y="751609"/>
                  </a:lnTo>
                  <a:lnTo>
                    <a:pt x="495298" y="748129"/>
                  </a:lnTo>
                  <a:lnTo>
                    <a:pt x="497366" y="744650"/>
                  </a:lnTo>
                  <a:lnTo>
                    <a:pt x="499423" y="741170"/>
                  </a:lnTo>
                  <a:lnTo>
                    <a:pt x="501468" y="737690"/>
                  </a:lnTo>
                  <a:lnTo>
                    <a:pt x="503493" y="734211"/>
                  </a:lnTo>
                  <a:lnTo>
                    <a:pt x="505498" y="730731"/>
                  </a:lnTo>
                  <a:lnTo>
                    <a:pt x="507484" y="727251"/>
                  </a:lnTo>
                  <a:lnTo>
                    <a:pt x="509449" y="723772"/>
                  </a:lnTo>
                  <a:lnTo>
                    <a:pt x="511383" y="720292"/>
                  </a:lnTo>
                  <a:lnTo>
                    <a:pt x="513288" y="716812"/>
                  </a:lnTo>
                  <a:lnTo>
                    <a:pt x="515167" y="713333"/>
                  </a:lnTo>
                  <a:lnTo>
                    <a:pt x="517019" y="709853"/>
                  </a:lnTo>
                  <a:lnTo>
                    <a:pt x="518833" y="706373"/>
                  </a:lnTo>
                  <a:lnTo>
                    <a:pt x="520612" y="702894"/>
                  </a:lnTo>
                  <a:lnTo>
                    <a:pt x="522361" y="699414"/>
                  </a:lnTo>
                  <a:lnTo>
                    <a:pt x="524078" y="695934"/>
                  </a:lnTo>
                  <a:lnTo>
                    <a:pt x="525753" y="692455"/>
                  </a:lnTo>
                  <a:lnTo>
                    <a:pt x="527391" y="688975"/>
                  </a:lnTo>
                  <a:lnTo>
                    <a:pt x="528996" y="685495"/>
                  </a:lnTo>
                  <a:lnTo>
                    <a:pt x="530569" y="682016"/>
                  </a:lnTo>
                  <a:lnTo>
                    <a:pt x="532097" y="678536"/>
                  </a:lnTo>
                  <a:lnTo>
                    <a:pt x="533588" y="675056"/>
                  </a:lnTo>
                  <a:lnTo>
                    <a:pt x="535047" y="671577"/>
                  </a:lnTo>
                  <a:lnTo>
                    <a:pt x="536473" y="668097"/>
                  </a:lnTo>
                  <a:lnTo>
                    <a:pt x="537857" y="664617"/>
                  </a:lnTo>
                  <a:lnTo>
                    <a:pt x="539204" y="661138"/>
                  </a:lnTo>
                  <a:lnTo>
                    <a:pt x="540520" y="657658"/>
                  </a:lnTo>
                  <a:lnTo>
                    <a:pt x="541805" y="654178"/>
                  </a:lnTo>
                  <a:lnTo>
                    <a:pt x="543050" y="650698"/>
                  </a:lnTo>
                  <a:lnTo>
                    <a:pt x="544261" y="647219"/>
                  </a:lnTo>
                  <a:lnTo>
                    <a:pt x="545443" y="643739"/>
                  </a:lnTo>
                  <a:lnTo>
                    <a:pt x="546597" y="640259"/>
                  </a:lnTo>
                  <a:lnTo>
                    <a:pt x="547713" y="636780"/>
                  </a:lnTo>
                  <a:lnTo>
                    <a:pt x="548798" y="633300"/>
                  </a:lnTo>
                  <a:lnTo>
                    <a:pt x="549856" y="629820"/>
                  </a:lnTo>
                  <a:lnTo>
                    <a:pt x="550888" y="626341"/>
                  </a:lnTo>
                  <a:lnTo>
                    <a:pt x="551886" y="622861"/>
                  </a:lnTo>
                  <a:lnTo>
                    <a:pt x="552855" y="619381"/>
                  </a:lnTo>
                  <a:lnTo>
                    <a:pt x="553799" y="615902"/>
                  </a:lnTo>
                  <a:lnTo>
                    <a:pt x="554719" y="612422"/>
                  </a:lnTo>
                  <a:lnTo>
                    <a:pt x="555607" y="608942"/>
                  </a:lnTo>
                  <a:lnTo>
                    <a:pt x="556469" y="605463"/>
                  </a:lnTo>
                  <a:lnTo>
                    <a:pt x="557308" y="601983"/>
                  </a:lnTo>
                  <a:lnTo>
                    <a:pt x="558124" y="598503"/>
                  </a:lnTo>
                  <a:lnTo>
                    <a:pt x="558909" y="595024"/>
                  </a:lnTo>
                  <a:lnTo>
                    <a:pt x="559670" y="591544"/>
                  </a:lnTo>
                  <a:lnTo>
                    <a:pt x="560410" y="588064"/>
                  </a:lnTo>
                  <a:lnTo>
                    <a:pt x="561128" y="584585"/>
                  </a:lnTo>
                  <a:lnTo>
                    <a:pt x="561816" y="581105"/>
                  </a:lnTo>
                  <a:lnTo>
                    <a:pt x="562481" y="577625"/>
                  </a:lnTo>
                  <a:lnTo>
                    <a:pt x="563126" y="574146"/>
                  </a:lnTo>
                  <a:lnTo>
                    <a:pt x="563750" y="570666"/>
                  </a:lnTo>
                  <a:lnTo>
                    <a:pt x="564346" y="567186"/>
                  </a:lnTo>
                  <a:lnTo>
                    <a:pt x="564920" y="563707"/>
                  </a:lnTo>
                  <a:lnTo>
                    <a:pt x="565473" y="560227"/>
                  </a:lnTo>
                  <a:lnTo>
                    <a:pt x="566008" y="556747"/>
                  </a:lnTo>
                  <a:lnTo>
                    <a:pt x="566515" y="553268"/>
                  </a:lnTo>
                  <a:lnTo>
                    <a:pt x="567001" y="549788"/>
                  </a:lnTo>
                  <a:lnTo>
                    <a:pt x="567469" y="546308"/>
                  </a:lnTo>
                  <a:lnTo>
                    <a:pt x="567918" y="542829"/>
                  </a:lnTo>
                  <a:lnTo>
                    <a:pt x="568342" y="539349"/>
                  </a:lnTo>
                  <a:lnTo>
                    <a:pt x="568747" y="535869"/>
                  </a:lnTo>
                  <a:lnTo>
                    <a:pt x="569135" y="532390"/>
                  </a:lnTo>
                  <a:lnTo>
                    <a:pt x="569505" y="528910"/>
                  </a:lnTo>
                  <a:lnTo>
                    <a:pt x="569852" y="525430"/>
                  </a:lnTo>
                  <a:lnTo>
                    <a:pt x="570183" y="521951"/>
                  </a:lnTo>
                  <a:lnTo>
                    <a:pt x="570497" y="518471"/>
                  </a:lnTo>
                  <a:lnTo>
                    <a:pt x="570797" y="514991"/>
                  </a:lnTo>
                  <a:lnTo>
                    <a:pt x="571077" y="511512"/>
                  </a:lnTo>
                  <a:lnTo>
                    <a:pt x="571341" y="508032"/>
                  </a:lnTo>
                  <a:lnTo>
                    <a:pt x="571593" y="504552"/>
                  </a:lnTo>
                  <a:lnTo>
                    <a:pt x="571832" y="501073"/>
                  </a:lnTo>
                  <a:lnTo>
                    <a:pt x="572054" y="497593"/>
                  </a:lnTo>
                  <a:lnTo>
                    <a:pt x="572263" y="494113"/>
                  </a:lnTo>
                  <a:lnTo>
                    <a:pt x="572462" y="490633"/>
                  </a:lnTo>
                  <a:lnTo>
                    <a:pt x="572650" y="487154"/>
                  </a:lnTo>
                  <a:lnTo>
                    <a:pt x="572825" y="483674"/>
                  </a:lnTo>
                  <a:lnTo>
                    <a:pt x="572991" y="480194"/>
                  </a:lnTo>
                  <a:lnTo>
                    <a:pt x="573148" y="476715"/>
                  </a:lnTo>
                  <a:lnTo>
                    <a:pt x="573297" y="473235"/>
                  </a:lnTo>
                  <a:lnTo>
                    <a:pt x="573436" y="469755"/>
                  </a:lnTo>
                  <a:lnTo>
                    <a:pt x="573567" y="466276"/>
                  </a:lnTo>
                  <a:lnTo>
                    <a:pt x="573693" y="462796"/>
                  </a:lnTo>
                  <a:lnTo>
                    <a:pt x="573812" y="459316"/>
                  </a:lnTo>
                  <a:lnTo>
                    <a:pt x="573925" y="455837"/>
                  </a:lnTo>
                  <a:lnTo>
                    <a:pt x="574032" y="452357"/>
                  </a:lnTo>
                  <a:lnTo>
                    <a:pt x="574135" y="448877"/>
                  </a:lnTo>
                  <a:lnTo>
                    <a:pt x="574234" y="445398"/>
                  </a:lnTo>
                  <a:lnTo>
                    <a:pt x="574328" y="441918"/>
                  </a:lnTo>
                  <a:lnTo>
                    <a:pt x="574419" y="438438"/>
                  </a:lnTo>
                  <a:lnTo>
                    <a:pt x="574506" y="434959"/>
                  </a:lnTo>
                  <a:lnTo>
                    <a:pt x="574592" y="431479"/>
                  </a:lnTo>
                  <a:lnTo>
                    <a:pt x="574673" y="427999"/>
                  </a:lnTo>
                  <a:lnTo>
                    <a:pt x="574753" y="424520"/>
                  </a:lnTo>
                  <a:lnTo>
                    <a:pt x="574831" y="421040"/>
                  </a:lnTo>
                  <a:lnTo>
                    <a:pt x="574907" y="417560"/>
                  </a:lnTo>
                  <a:lnTo>
                    <a:pt x="574981" y="414081"/>
                  </a:lnTo>
                  <a:lnTo>
                    <a:pt x="575054" y="410601"/>
                  </a:lnTo>
                  <a:lnTo>
                    <a:pt x="575125" y="407121"/>
                  </a:lnTo>
                  <a:lnTo>
                    <a:pt x="575196" y="403642"/>
                  </a:lnTo>
                  <a:lnTo>
                    <a:pt x="575265" y="400162"/>
                  </a:lnTo>
                  <a:lnTo>
                    <a:pt x="575334" y="396682"/>
                  </a:lnTo>
                  <a:lnTo>
                    <a:pt x="575402" y="393203"/>
                  </a:lnTo>
                  <a:lnTo>
                    <a:pt x="575469" y="389723"/>
                  </a:lnTo>
                  <a:lnTo>
                    <a:pt x="575536" y="386243"/>
                  </a:lnTo>
                  <a:lnTo>
                    <a:pt x="575603" y="382764"/>
                  </a:lnTo>
                  <a:lnTo>
                    <a:pt x="575669" y="379284"/>
                  </a:lnTo>
                  <a:lnTo>
                    <a:pt x="575735" y="375804"/>
                  </a:lnTo>
                  <a:lnTo>
                    <a:pt x="575800" y="372325"/>
                  </a:lnTo>
                  <a:lnTo>
                    <a:pt x="575866" y="368845"/>
                  </a:lnTo>
                  <a:lnTo>
                    <a:pt x="575932" y="365365"/>
                  </a:lnTo>
                  <a:lnTo>
                    <a:pt x="575997" y="361886"/>
                  </a:lnTo>
                  <a:lnTo>
                    <a:pt x="576063" y="358406"/>
                  </a:lnTo>
                  <a:lnTo>
                    <a:pt x="576129" y="354926"/>
                  </a:lnTo>
                  <a:lnTo>
                    <a:pt x="576196" y="351447"/>
                  </a:lnTo>
                  <a:lnTo>
                    <a:pt x="576262" y="347967"/>
                  </a:lnTo>
                  <a:lnTo>
                    <a:pt x="576329" y="344487"/>
                  </a:lnTo>
                  <a:lnTo>
                    <a:pt x="576397" y="341008"/>
                  </a:lnTo>
                  <a:lnTo>
                    <a:pt x="576465" y="337528"/>
                  </a:lnTo>
                  <a:lnTo>
                    <a:pt x="576533" y="334048"/>
                  </a:lnTo>
                  <a:lnTo>
                    <a:pt x="576603" y="330569"/>
                  </a:lnTo>
                  <a:lnTo>
                    <a:pt x="576673" y="327089"/>
                  </a:lnTo>
                  <a:lnTo>
                    <a:pt x="576744" y="323609"/>
                  </a:lnTo>
                  <a:lnTo>
                    <a:pt x="576815" y="320129"/>
                  </a:lnTo>
                  <a:lnTo>
                    <a:pt x="576887" y="316650"/>
                  </a:lnTo>
                  <a:lnTo>
                    <a:pt x="576961" y="313170"/>
                  </a:lnTo>
                  <a:lnTo>
                    <a:pt x="577035" y="309690"/>
                  </a:lnTo>
                  <a:lnTo>
                    <a:pt x="577109" y="306211"/>
                  </a:lnTo>
                  <a:lnTo>
                    <a:pt x="577185" y="302731"/>
                  </a:lnTo>
                  <a:lnTo>
                    <a:pt x="577262" y="299251"/>
                  </a:lnTo>
                  <a:lnTo>
                    <a:pt x="577339" y="295772"/>
                  </a:lnTo>
                  <a:lnTo>
                    <a:pt x="577418" y="292292"/>
                  </a:lnTo>
                  <a:lnTo>
                    <a:pt x="577497" y="288812"/>
                  </a:lnTo>
                  <a:lnTo>
                    <a:pt x="577578" y="285333"/>
                  </a:lnTo>
                  <a:lnTo>
                    <a:pt x="577659" y="281853"/>
                  </a:lnTo>
                  <a:lnTo>
                    <a:pt x="577741" y="278373"/>
                  </a:lnTo>
                  <a:lnTo>
                    <a:pt x="577824" y="274894"/>
                  </a:lnTo>
                  <a:lnTo>
                    <a:pt x="577907" y="271414"/>
                  </a:lnTo>
                  <a:lnTo>
                    <a:pt x="577992" y="267934"/>
                  </a:lnTo>
                  <a:lnTo>
                    <a:pt x="578077" y="264455"/>
                  </a:lnTo>
                  <a:lnTo>
                    <a:pt x="578163" y="260975"/>
                  </a:lnTo>
                  <a:lnTo>
                    <a:pt x="578249" y="257495"/>
                  </a:lnTo>
                  <a:lnTo>
                    <a:pt x="578336" y="254016"/>
                  </a:lnTo>
                  <a:lnTo>
                    <a:pt x="578424" y="250536"/>
                  </a:lnTo>
                  <a:lnTo>
                    <a:pt x="578512" y="247056"/>
                  </a:lnTo>
                  <a:lnTo>
                    <a:pt x="578601" y="243577"/>
                  </a:lnTo>
                  <a:lnTo>
                    <a:pt x="578690" y="240097"/>
                  </a:lnTo>
                  <a:lnTo>
                    <a:pt x="578779" y="236617"/>
                  </a:lnTo>
                  <a:lnTo>
                    <a:pt x="578868" y="233138"/>
                  </a:lnTo>
                  <a:lnTo>
                    <a:pt x="578958" y="229658"/>
                  </a:lnTo>
                  <a:lnTo>
                    <a:pt x="579047" y="226178"/>
                  </a:lnTo>
                  <a:lnTo>
                    <a:pt x="579137" y="222699"/>
                  </a:lnTo>
                  <a:lnTo>
                    <a:pt x="579226" y="219219"/>
                  </a:lnTo>
                  <a:lnTo>
                    <a:pt x="579315" y="215739"/>
                  </a:lnTo>
                  <a:lnTo>
                    <a:pt x="579404" y="212260"/>
                  </a:lnTo>
                  <a:lnTo>
                    <a:pt x="579493" y="208780"/>
                  </a:lnTo>
                  <a:lnTo>
                    <a:pt x="579581" y="205300"/>
                  </a:lnTo>
                  <a:lnTo>
                    <a:pt x="579668" y="201821"/>
                  </a:lnTo>
                  <a:lnTo>
                    <a:pt x="579754" y="198341"/>
                  </a:lnTo>
                  <a:lnTo>
                    <a:pt x="579840" y="194861"/>
                  </a:lnTo>
                  <a:lnTo>
                    <a:pt x="579925" y="191382"/>
                  </a:lnTo>
                  <a:lnTo>
                    <a:pt x="580008" y="187902"/>
                  </a:lnTo>
                  <a:lnTo>
                    <a:pt x="580091" y="184422"/>
                  </a:lnTo>
                  <a:lnTo>
                    <a:pt x="580172" y="180943"/>
                  </a:lnTo>
                  <a:lnTo>
                    <a:pt x="580252" y="177463"/>
                  </a:lnTo>
                  <a:lnTo>
                    <a:pt x="580330" y="173983"/>
                  </a:lnTo>
                  <a:lnTo>
                    <a:pt x="580407" y="170504"/>
                  </a:lnTo>
                  <a:lnTo>
                    <a:pt x="580482" y="167024"/>
                  </a:lnTo>
                  <a:lnTo>
                    <a:pt x="580555" y="163544"/>
                  </a:lnTo>
                  <a:lnTo>
                    <a:pt x="580627" y="160064"/>
                  </a:lnTo>
                  <a:lnTo>
                    <a:pt x="580696" y="156585"/>
                  </a:lnTo>
                  <a:lnTo>
                    <a:pt x="580764" y="153105"/>
                  </a:lnTo>
                  <a:lnTo>
                    <a:pt x="580829" y="149625"/>
                  </a:lnTo>
                  <a:lnTo>
                    <a:pt x="580892" y="146146"/>
                  </a:lnTo>
                  <a:lnTo>
                    <a:pt x="580953" y="142666"/>
                  </a:lnTo>
                  <a:lnTo>
                    <a:pt x="581012" y="139186"/>
                  </a:lnTo>
                  <a:lnTo>
                    <a:pt x="581069" y="135707"/>
                  </a:lnTo>
                  <a:lnTo>
                    <a:pt x="581123" y="132227"/>
                  </a:lnTo>
                  <a:lnTo>
                    <a:pt x="581175" y="128747"/>
                  </a:lnTo>
                  <a:lnTo>
                    <a:pt x="581225" y="125268"/>
                  </a:lnTo>
                  <a:lnTo>
                    <a:pt x="581272" y="121788"/>
                  </a:lnTo>
                  <a:lnTo>
                    <a:pt x="581317" y="118308"/>
                  </a:lnTo>
                  <a:lnTo>
                    <a:pt x="581361" y="114829"/>
                  </a:lnTo>
                  <a:lnTo>
                    <a:pt x="581402" y="111349"/>
                  </a:lnTo>
                  <a:lnTo>
                    <a:pt x="581440" y="107869"/>
                  </a:lnTo>
                  <a:lnTo>
                    <a:pt x="581476" y="104390"/>
                  </a:lnTo>
                  <a:lnTo>
                    <a:pt x="581510" y="100910"/>
                  </a:lnTo>
                  <a:lnTo>
                    <a:pt x="581543" y="97430"/>
                  </a:lnTo>
                  <a:lnTo>
                    <a:pt x="581573" y="93951"/>
                  </a:lnTo>
                  <a:lnTo>
                    <a:pt x="581601" y="90471"/>
                  </a:lnTo>
                  <a:lnTo>
                    <a:pt x="581627" y="86991"/>
                  </a:lnTo>
                  <a:lnTo>
                    <a:pt x="581652" y="83512"/>
                  </a:lnTo>
                  <a:lnTo>
                    <a:pt x="581675" y="80032"/>
                  </a:lnTo>
                  <a:lnTo>
                    <a:pt x="581696" y="76552"/>
                  </a:lnTo>
                  <a:lnTo>
                    <a:pt x="581715" y="73073"/>
                  </a:lnTo>
                  <a:lnTo>
                    <a:pt x="581734" y="69593"/>
                  </a:lnTo>
                  <a:lnTo>
                    <a:pt x="581750" y="66113"/>
                  </a:lnTo>
                  <a:lnTo>
                    <a:pt x="581766" y="62634"/>
                  </a:lnTo>
                  <a:lnTo>
                    <a:pt x="581780" y="59154"/>
                  </a:lnTo>
                  <a:lnTo>
                    <a:pt x="581793" y="55674"/>
                  </a:lnTo>
                  <a:lnTo>
                    <a:pt x="581804" y="52195"/>
                  </a:lnTo>
                  <a:lnTo>
                    <a:pt x="581815" y="48715"/>
                  </a:lnTo>
                  <a:lnTo>
                    <a:pt x="581825" y="45235"/>
                  </a:lnTo>
                  <a:lnTo>
                    <a:pt x="581834" y="41756"/>
                  </a:lnTo>
                  <a:lnTo>
                    <a:pt x="581841" y="38276"/>
                  </a:lnTo>
                  <a:lnTo>
                    <a:pt x="581849" y="34796"/>
                  </a:lnTo>
                  <a:lnTo>
                    <a:pt x="581855" y="31317"/>
                  </a:lnTo>
                  <a:lnTo>
                    <a:pt x="581861" y="27837"/>
                  </a:lnTo>
                  <a:lnTo>
                    <a:pt x="581866" y="24357"/>
                  </a:lnTo>
                  <a:lnTo>
                    <a:pt x="581871" y="20878"/>
                  </a:lnTo>
                  <a:lnTo>
                    <a:pt x="581875" y="17398"/>
                  </a:lnTo>
                  <a:lnTo>
                    <a:pt x="581879" y="13918"/>
                  </a:lnTo>
                  <a:lnTo>
                    <a:pt x="581882" y="10439"/>
                  </a:lnTo>
                  <a:lnTo>
                    <a:pt x="581885" y="6959"/>
                  </a:lnTo>
                  <a:lnTo>
                    <a:pt x="581888" y="3479"/>
                  </a:lnTo>
                  <a:lnTo>
                    <a:pt x="581920" y="0"/>
                  </a:lnTo>
                  <a:lnTo>
                    <a:pt x="581922" y="3479"/>
                  </a:lnTo>
                  <a:lnTo>
                    <a:pt x="581925" y="6959"/>
                  </a:lnTo>
                  <a:lnTo>
                    <a:pt x="581928" y="10439"/>
                  </a:lnTo>
                  <a:lnTo>
                    <a:pt x="581931" y="13918"/>
                  </a:lnTo>
                  <a:lnTo>
                    <a:pt x="581935" y="17398"/>
                  </a:lnTo>
                  <a:lnTo>
                    <a:pt x="581939" y="20878"/>
                  </a:lnTo>
                  <a:lnTo>
                    <a:pt x="581944" y="24357"/>
                  </a:lnTo>
                  <a:lnTo>
                    <a:pt x="581949" y="27837"/>
                  </a:lnTo>
                  <a:lnTo>
                    <a:pt x="581955" y="31317"/>
                  </a:lnTo>
                  <a:lnTo>
                    <a:pt x="581961" y="34796"/>
                  </a:lnTo>
                  <a:lnTo>
                    <a:pt x="581968" y="38276"/>
                  </a:lnTo>
                  <a:lnTo>
                    <a:pt x="581976" y="41756"/>
                  </a:lnTo>
                  <a:lnTo>
                    <a:pt x="581985" y="45235"/>
                  </a:lnTo>
                  <a:lnTo>
                    <a:pt x="581995" y="48715"/>
                  </a:lnTo>
                  <a:lnTo>
                    <a:pt x="582006" y="52195"/>
                  </a:lnTo>
                  <a:lnTo>
                    <a:pt x="582017" y="55674"/>
                  </a:lnTo>
                  <a:lnTo>
                    <a:pt x="582030" y="59154"/>
                  </a:lnTo>
                  <a:lnTo>
                    <a:pt x="582044" y="62634"/>
                  </a:lnTo>
                  <a:lnTo>
                    <a:pt x="582060" y="66113"/>
                  </a:lnTo>
                  <a:lnTo>
                    <a:pt x="582076" y="69593"/>
                  </a:lnTo>
                  <a:lnTo>
                    <a:pt x="582094" y="73073"/>
                  </a:lnTo>
                  <a:lnTo>
                    <a:pt x="582114" y="76552"/>
                  </a:lnTo>
                  <a:lnTo>
                    <a:pt x="582135" y="80032"/>
                  </a:lnTo>
                  <a:lnTo>
                    <a:pt x="582158" y="83512"/>
                  </a:lnTo>
                  <a:lnTo>
                    <a:pt x="582183" y="86991"/>
                  </a:lnTo>
                  <a:lnTo>
                    <a:pt x="582209" y="90471"/>
                  </a:lnTo>
                  <a:lnTo>
                    <a:pt x="582237" y="93951"/>
                  </a:lnTo>
                  <a:lnTo>
                    <a:pt x="582267" y="97430"/>
                  </a:lnTo>
                  <a:lnTo>
                    <a:pt x="582300" y="100910"/>
                  </a:lnTo>
                  <a:lnTo>
                    <a:pt x="582334" y="104390"/>
                  </a:lnTo>
                  <a:lnTo>
                    <a:pt x="582370" y="107869"/>
                  </a:lnTo>
                  <a:lnTo>
                    <a:pt x="582408" y="111349"/>
                  </a:lnTo>
                  <a:lnTo>
                    <a:pt x="582449" y="114829"/>
                  </a:lnTo>
                  <a:lnTo>
                    <a:pt x="582492" y="118308"/>
                  </a:lnTo>
                  <a:lnTo>
                    <a:pt x="582538" y="121788"/>
                  </a:lnTo>
                  <a:lnTo>
                    <a:pt x="582585" y="125268"/>
                  </a:lnTo>
                  <a:lnTo>
                    <a:pt x="582635" y="128747"/>
                  </a:lnTo>
                  <a:lnTo>
                    <a:pt x="582687" y="132227"/>
                  </a:lnTo>
                  <a:lnTo>
                    <a:pt x="582741" y="135707"/>
                  </a:lnTo>
                  <a:lnTo>
                    <a:pt x="582797" y="139186"/>
                  </a:lnTo>
                  <a:lnTo>
                    <a:pt x="582857" y="142666"/>
                  </a:lnTo>
                  <a:lnTo>
                    <a:pt x="582918" y="146146"/>
                  </a:lnTo>
                  <a:lnTo>
                    <a:pt x="582981" y="149625"/>
                  </a:lnTo>
                  <a:lnTo>
                    <a:pt x="583046" y="153105"/>
                  </a:lnTo>
                  <a:lnTo>
                    <a:pt x="583114" y="156585"/>
                  </a:lnTo>
                  <a:lnTo>
                    <a:pt x="583183" y="160064"/>
                  </a:lnTo>
                  <a:lnTo>
                    <a:pt x="583255" y="163544"/>
                  </a:lnTo>
                  <a:lnTo>
                    <a:pt x="583328" y="167024"/>
                  </a:lnTo>
                  <a:lnTo>
                    <a:pt x="583403" y="170504"/>
                  </a:lnTo>
                  <a:lnTo>
                    <a:pt x="583480" y="173983"/>
                  </a:lnTo>
                  <a:lnTo>
                    <a:pt x="583558" y="177463"/>
                  </a:lnTo>
                  <a:lnTo>
                    <a:pt x="583638" y="180943"/>
                  </a:lnTo>
                  <a:lnTo>
                    <a:pt x="583719" y="184422"/>
                  </a:lnTo>
                  <a:lnTo>
                    <a:pt x="583801" y="187902"/>
                  </a:lnTo>
                  <a:lnTo>
                    <a:pt x="583885" y="191382"/>
                  </a:lnTo>
                  <a:lnTo>
                    <a:pt x="583970" y="194861"/>
                  </a:lnTo>
                  <a:lnTo>
                    <a:pt x="584055" y="198341"/>
                  </a:lnTo>
                  <a:lnTo>
                    <a:pt x="584142" y="201821"/>
                  </a:lnTo>
                  <a:lnTo>
                    <a:pt x="584229" y="205300"/>
                  </a:lnTo>
                  <a:lnTo>
                    <a:pt x="584317" y="208780"/>
                  </a:lnTo>
                  <a:lnTo>
                    <a:pt x="584406" y="212260"/>
                  </a:lnTo>
                  <a:lnTo>
                    <a:pt x="584494" y="215739"/>
                  </a:lnTo>
                  <a:lnTo>
                    <a:pt x="584584" y="219219"/>
                  </a:lnTo>
                  <a:lnTo>
                    <a:pt x="584673" y="222699"/>
                  </a:lnTo>
                  <a:lnTo>
                    <a:pt x="584763" y="226178"/>
                  </a:lnTo>
                  <a:lnTo>
                    <a:pt x="584852" y="229658"/>
                  </a:lnTo>
                  <a:lnTo>
                    <a:pt x="584942" y="233138"/>
                  </a:lnTo>
                  <a:lnTo>
                    <a:pt x="585031" y="236617"/>
                  </a:lnTo>
                  <a:lnTo>
                    <a:pt x="585120" y="240097"/>
                  </a:lnTo>
                  <a:lnTo>
                    <a:pt x="585209" y="243577"/>
                  </a:lnTo>
                  <a:lnTo>
                    <a:pt x="585298" y="247056"/>
                  </a:lnTo>
                  <a:lnTo>
                    <a:pt x="585386" y="250536"/>
                  </a:lnTo>
                  <a:lnTo>
                    <a:pt x="585474" y="254016"/>
                  </a:lnTo>
                  <a:lnTo>
                    <a:pt x="585561" y="257495"/>
                  </a:lnTo>
                  <a:lnTo>
                    <a:pt x="585647" y="260975"/>
                  </a:lnTo>
                  <a:lnTo>
                    <a:pt x="585733" y="264455"/>
                  </a:lnTo>
                  <a:lnTo>
                    <a:pt x="585818" y="267934"/>
                  </a:lnTo>
                  <a:lnTo>
                    <a:pt x="585903" y="271414"/>
                  </a:lnTo>
                  <a:lnTo>
                    <a:pt x="585986" y="274894"/>
                  </a:lnTo>
                  <a:lnTo>
                    <a:pt x="586069" y="278373"/>
                  </a:lnTo>
                  <a:lnTo>
                    <a:pt x="586151" y="281853"/>
                  </a:lnTo>
                  <a:lnTo>
                    <a:pt x="586232" y="285333"/>
                  </a:lnTo>
                  <a:lnTo>
                    <a:pt x="586313" y="288812"/>
                  </a:lnTo>
                  <a:lnTo>
                    <a:pt x="586392" y="292292"/>
                  </a:lnTo>
                  <a:lnTo>
                    <a:pt x="586471" y="295772"/>
                  </a:lnTo>
                  <a:lnTo>
                    <a:pt x="586548" y="299251"/>
                  </a:lnTo>
                  <a:lnTo>
                    <a:pt x="586625" y="302731"/>
                  </a:lnTo>
                  <a:lnTo>
                    <a:pt x="586701" y="306211"/>
                  </a:lnTo>
                  <a:lnTo>
                    <a:pt x="586775" y="309690"/>
                  </a:lnTo>
                  <a:lnTo>
                    <a:pt x="586849" y="313170"/>
                  </a:lnTo>
                  <a:lnTo>
                    <a:pt x="586923" y="316650"/>
                  </a:lnTo>
                  <a:lnTo>
                    <a:pt x="586995" y="320129"/>
                  </a:lnTo>
                  <a:lnTo>
                    <a:pt x="587066" y="323609"/>
                  </a:lnTo>
                  <a:lnTo>
                    <a:pt x="587137" y="327089"/>
                  </a:lnTo>
                  <a:lnTo>
                    <a:pt x="587207" y="330569"/>
                  </a:lnTo>
                  <a:lnTo>
                    <a:pt x="587276" y="334048"/>
                  </a:lnTo>
                  <a:lnTo>
                    <a:pt x="587345" y="337528"/>
                  </a:lnTo>
                  <a:lnTo>
                    <a:pt x="587413" y="341008"/>
                  </a:lnTo>
                  <a:lnTo>
                    <a:pt x="587481" y="344487"/>
                  </a:lnTo>
                  <a:lnTo>
                    <a:pt x="587548" y="347967"/>
                  </a:lnTo>
                  <a:lnTo>
                    <a:pt x="587614" y="351447"/>
                  </a:lnTo>
                  <a:lnTo>
                    <a:pt x="587681" y="354926"/>
                  </a:lnTo>
                  <a:lnTo>
                    <a:pt x="587747" y="358406"/>
                  </a:lnTo>
                  <a:lnTo>
                    <a:pt x="587813" y="361886"/>
                  </a:lnTo>
                  <a:lnTo>
                    <a:pt x="587878" y="365365"/>
                  </a:lnTo>
                  <a:lnTo>
                    <a:pt x="587944" y="368845"/>
                  </a:lnTo>
                  <a:lnTo>
                    <a:pt x="588010" y="372325"/>
                  </a:lnTo>
                  <a:lnTo>
                    <a:pt x="588075" y="375804"/>
                  </a:lnTo>
                  <a:lnTo>
                    <a:pt x="588141" y="379284"/>
                  </a:lnTo>
                  <a:lnTo>
                    <a:pt x="588207" y="382764"/>
                  </a:lnTo>
                  <a:lnTo>
                    <a:pt x="588274" y="386243"/>
                  </a:lnTo>
                  <a:lnTo>
                    <a:pt x="588340" y="389723"/>
                  </a:lnTo>
                  <a:lnTo>
                    <a:pt x="588408" y="393203"/>
                  </a:lnTo>
                  <a:lnTo>
                    <a:pt x="588476" y="396682"/>
                  </a:lnTo>
                  <a:lnTo>
                    <a:pt x="588545" y="400162"/>
                  </a:lnTo>
                  <a:lnTo>
                    <a:pt x="588614" y="403642"/>
                  </a:lnTo>
                  <a:lnTo>
                    <a:pt x="588685" y="407121"/>
                  </a:lnTo>
                  <a:lnTo>
                    <a:pt x="588756" y="410601"/>
                  </a:lnTo>
                  <a:lnTo>
                    <a:pt x="588829" y="414081"/>
                  </a:lnTo>
                  <a:lnTo>
                    <a:pt x="588903" y="417560"/>
                  </a:lnTo>
                  <a:lnTo>
                    <a:pt x="588979" y="421040"/>
                  </a:lnTo>
                  <a:lnTo>
                    <a:pt x="589057" y="424520"/>
                  </a:lnTo>
                  <a:lnTo>
                    <a:pt x="589137" y="427999"/>
                  </a:lnTo>
                  <a:lnTo>
                    <a:pt x="589218" y="431479"/>
                  </a:lnTo>
                  <a:lnTo>
                    <a:pt x="589304" y="434959"/>
                  </a:lnTo>
                  <a:lnTo>
                    <a:pt x="589391" y="438438"/>
                  </a:lnTo>
                  <a:lnTo>
                    <a:pt x="589482" y="441918"/>
                  </a:lnTo>
                  <a:lnTo>
                    <a:pt x="589576" y="445398"/>
                  </a:lnTo>
                  <a:lnTo>
                    <a:pt x="589675" y="448877"/>
                  </a:lnTo>
                  <a:lnTo>
                    <a:pt x="589778" y="452357"/>
                  </a:lnTo>
                  <a:lnTo>
                    <a:pt x="589885" y="455837"/>
                  </a:lnTo>
                  <a:lnTo>
                    <a:pt x="589997" y="459316"/>
                  </a:lnTo>
                  <a:lnTo>
                    <a:pt x="590117" y="462796"/>
                  </a:lnTo>
                  <a:lnTo>
                    <a:pt x="590243" y="466276"/>
                  </a:lnTo>
                  <a:lnTo>
                    <a:pt x="590374" y="469755"/>
                  </a:lnTo>
                  <a:lnTo>
                    <a:pt x="590513" y="473235"/>
                  </a:lnTo>
                  <a:lnTo>
                    <a:pt x="590662" y="476715"/>
                  </a:lnTo>
                  <a:lnTo>
                    <a:pt x="590819" y="480194"/>
                  </a:lnTo>
                  <a:lnTo>
                    <a:pt x="590985" y="483674"/>
                  </a:lnTo>
                  <a:lnTo>
                    <a:pt x="591160" y="487154"/>
                  </a:lnTo>
                  <a:lnTo>
                    <a:pt x="591348" y="490633"/>
                  </a:lnTo>
                  <a:lnTo>
                    <a:pt x="591547" y="494113"/>
                  </a:lnTo>
                  <a:lnTo>
                    <a:pt x="591756" y="497593"/>
                  </a:lnTo>
                  <a:lnTo>
                    <a:pt x="591978" y="501073"/>
                  </a:lnTo>
                  <a:lnTo>
                    <a:pt x="592217" y="504552"/>
                  </a:lnTo>
                  <a:lnTo>
                    <a:pt x="592469" y="508032"/>
                  </a:lnTo>
                  <a:lnTo>
                    <a:pt x="592733" y="511512"/>
                  </a:lnTo>
                  <a:lnTo>
                    <a:pt x="593013" y="514991"/>
                  </a:lnTo>
                  <a:lnTo>
                    <a:pt x="593313" y="518471"/>
                  </a:lnTo>
                  <a:lnTo>
                    <a:pt x="593627" y="521951"/>
                  </a:lnTo>
                  <a:lnTo>
                    <a:pt x="593957" y="525430"/>
                  </a:lnTo>
                  <a:lnTo>
                    <a:pt x="594305" y="528910"/>
                  </a:lnTo>
                  <a:lnTo>
                    <a:pt x="594675" y="532390"/>
                  </a:lnTo>
                  <a:lnTo>
                    <a:pt x="595063" y="535869"/>
                  </a:lnTo>
                  <a:lnTo>
                    <a:pt x="595467" y="539349"/>
                  </a:lnTo>
                  <a:lnTo>
                    <a:pt x="595892" y="542829"/>
                  </a:lnTo>
                  <a:lnTo>
                    <a:pt x="596341" y="546308"/>
                  </a:lnTo>
                  <a:lnTo>
                    <a:pt x="596808" y="549788"/>
                  </a:lnTo>
                  <a:lnTo>
                    <a:pt x="597295" y="553268"/>
                  </a:lnTo>
                  <a:lnTo>
                    <a:pt x="597802" y="556747"/>
                  </a:lnTo>
                  <a:lnTo>
                    <a:pt x="598337" y="560227"/>
                  </a:lnTo>
                  <a:lnTo>
                    <a:pt x="598890" y="563707"/>
                  </a:lnTo>
                  <a:lnTo>
                    <a:pt x="599464" y="567186"/>
                  </a:lnTo>
                  <a:lnTo>
                    <a:pt x="600060" y="570666"/>
                  </a:lnTo>
                  <a:lnTo>
                    <a:pt x="600684" y="574146"/>
                  </a:lnTo>
                  <a:lnTo>
                    <a:pt x="601328" y="577625"/>
                  </a:lnTo>
                  <a:lnTo>
                    <a:pt x="601994" y="581105"/>
                  </a:lnTo>
                  <a:lnTo>
                    <a:pt x="602682" y="584585"/>
                  </a:lnTo>
                  <a:lnTo>
                    <a:pt x="603400" y="588064"/>
                  </a:lnTo>
                  <a:lnTo>
                    <a:pt x="604140" y="591544"/>
                  </a:lnTo>
                  <a:lnTo>
                    <a:pt x="604900" y="595024"/>
                  </a:lnTo>
                  <a:lnTo>
                    <a:pt x="605686" y="598503"/>
                  </a:lnTo>
                  <a:lnTo>
                    <a:pt x="606502" y="601983"/>
                  </a:lnTo>
                  <a:lnTo>
                    <a:pt x="607341" y="605463"/>
                  </a:lnTo>
                  <a:lnTo>
                    <a:pt x="608203" y="608942"/>
                  </a:lnTo>
                  <a:lnTo>
                    <a:pt x="609091" y="612422"/>
                  </a:lnTo>
                  <a:lnTo>
                    <a:pt x="610011" y="615902"/>
                  </a:lnTo>
                  <a:lnTo>
                    <a:pt x="610955" y="619381"/>
                  </a:lnTo>
                  <a:lnTo>
                    <a:pt x="611924" y="622861"/>
                  </a:lnTo>
                  <a:lnTo>
                    <a:pt x="612922" y="626341"/>
                  </a:lnTo>
                  <a:lnTo>
                    <a:pt x="613954" y="629820"/>
                  </a:lnTo>
                  <a:lnTo>
                    <a:pt x="615012" y="633300"/>
                  </a:lnTo>
                  <a:lnTo>
                    <a:pt x="616097" y="636780"/>
                  </a:lnTo>
                  <a:lnTo>
                    <a:pt x="617213" y="640259"/>
                  </a:lnTo>
                  <a:lnTo>
                    <a:pt x="618367" y="643739"/>
                  </a:lnTo>
                  <a:lnTo>
                    <a:pt x="619549" y="647219"/>
                  </a:lnTo>
                  <a:lnTo>
                    <a:pt x="620760" y="650698"/>
                  </a:lnTo>
                  <a:lnTo>
                    <a:pt x="622004" y="654178"/>
                  </a:lnTo>
                  <a:lnTo>
                    <a:pt x="623290" y="657658"/>
                  </a:lnTo>
                  <a:lnTo>
                    <a:pt x="624606" y="661138"/>
                  </a:lnTo>
                  <a:lnTo>
                    <a:pt x="625953" y="664617"/>
                  </a:lnTo>
                  <a:lnTo>
                    <a:pt x="627337" y="668097"/>
                  </a:lnTo>
                  <a:lnTo>
                    <a:pt x="628763" y="671577"/>
                  </a:lnTo>
                  <a:lnTo>
                    <a:pt x="630221" y="675056"/>
                  </a:lnTo>
                  <a:lnTo>
                    <a:pt x="631712" y="678536"/>
                  </a:lnTo>
                  <a:lnTo>
                    <a:pt x="633241" y="682016"/>
                  </a:lnTo>
                  <a:lnTo>
                    <a:pt x="634814" y="685495"/>
                  </a:lnTo>
                  <a:lnTo>
                    <a:pt x="636419" y="688975"/>
                  </a:lnTo>
                  <a:lnTo>
                    <a:pt x="638057" y="692455"/>
                  </a:lnTo>
                  <a:lnTo>
                    <a:pt x="639732" y="695934"/>
                  </a:lnTo>
                  <a:lnTo>
                    <a:pt x="641449" y="699414"/>
                  </a:lnTo>
                  <a:lnTo>
                    <a:pt x="643198" y="702894"/>
                  </a:lnTo>
                  <a:lnTo>
                    <a:pt x="644977" y="706373"/>
                  </a:lnTo>
                  <a:lnTo>
                    <a:pt x="646791" y="709853"/>
                  </a:lnTo>
                  <a:lnTo>
                    <a:pt x="648643" y="713333"/>
                  </a:lnTo>
                  <a:lnTo>
                    <a:pt x="650522" y="716812"/>
                  </a:lnTo>
                  <a:lnTo>
                    <a:pt x="652427" y="720292"/>
                  </a:lnTo>
                  <a:lnTo>
                    <a:pt x="654361" y="723772"/>
                  </a:lnTo>
                  <a:lnTo>
                    <a:pt x="656326" y="727251"/>
                  </a:lnTo>
                  <a:lnTo>
                    <a:pt x="658312" y="730731"/>
                  </a:lnTo>
                  <a:lnTo>
                    <a:pt x="660316" y="734211"/>
                  </a:lnTo>
                  <a:lnTo>
                    <a:pt x="662342" y="737690"/>
                  </a:lnTo>
                  <a:lnTo>
                    <a:pt x="664387" y="741170"/>
                  </a:lnTo>
                  <a:lnTo>
                    <a:pt x="666444" y="744650"/>
                  </a:lnTo>
                  <a:lnTo>
                    <a:pt x="668512" y="748129"/>
                  </a:lnTo>
                  <a:lnTo>
                    <a:pt x="670588" y="751609"/>
                  </a:lnTo>
                  <a:lnTo>
                    <a:pt x="672671" y="755089"/>
                  </a:lnTo>
                  <a:lnTo>
                    <a:pt x="674755" y="758568"/>
                  </a:lnTo>
                  <a:lnTo>
                    <a:pt x="676839" y="762048"/>
                  </a:lnTo>
                  <a:lnTo>
                    <a:pt x="678919" y="765528"/>
                  </a:lnTo>
                  <a:lnTo>
                    <a:pt x="680989" y="769007"/>
                  </a:lnTo>
                  <a:lnTo>
                    <a:pt x="683049" y="772487"/>
                  </a:lnTo>
                  <a:lnTo>
                    <a:pt x="685097" y="775967"/>
                  </a:lnTo>
                  <a:lnTo>
                    <a:pt x="687127" y="779446"/>
                  </a:lnTo>
                  <a:lnTo>
                    <a:pt x="689132" y="782926"/>
                  </a:lnTo>
                  <a:lnTo>
                    <a:pt x="691116" y="786406"/>
                  </a:lnTo>
                  <a:lnTo>
                    <a:pt x="693075" y="789885"/>
                  </a:lnTo>
                  <a:lnTo>
                    <a:pt x="695002" y="793365"/>
                  </a:lnTo>
                  <a:lnTo>
                    <a:pt x="696891" y="796845"/>
                  </a:lnTo>
                  <a:lnTo>
                    <a:pt x="698746" y="800324"/>
                  </a:lnTo>
                  <a:lnTo>
                    <a:pt x="700567" y="803804"/>
                  </a:lnTo>
                  <a:lnTo>
                    <a:pt x="702344" y="807284"/>
                  </a:lnTo>
                  <a:lnTo>
                    <a:pt x="704070" y="810763"/>
                  </a:lnTo>
                  <a:lnTo>
                    <a:pt x="705754" y="814243"/>
                  </a:lnTo>
                  <a:lnTo>
                    <a:pt x="707395" y="817723"/>
                  </a:lnTo>
                  <a:lnTo>
                    <a:pt x="708982" y="821202"/>
                  </a:lnTo>
                  <a:lnTo>
                    <a:pt x="710509" y="824682"/>
                  </a:lnTo>
                  <a:lnTo>
                    <a:pt x="711989" y="828162"/>
                  </a:lnTo>
                  <a:lnTo>
                    <a:pt x="713420" y="831642"/>
                  </a:lnTo>
                  <a:lnTo>
                    <a:pt x="714790" y="835121"/>
                  </a:lnTo>
                  <a:lnTo>
                    <a:pt x="716096" y="838601"/>
                  </a:lnTo>
                  <a:lnTo>
                    <a:pt x="717351" y="842081"/>
                  </a:lnTo>
                  <a:lnTo>
                    <a:pt x="718555" y="845560"/>
                  </a:lnTo>
                  <a:lnTo>
                    <a:pt x="719696" y="849040"/>
                  </a:lnTo>
                  <a:lnTo>
                    <a:pt x="720772" y="852520"/>
                  </a:lnTo>
                  <a:lnTo>
                    <a:pt x="721797" y="855999"/>
                  </a:lnTo>
                  <a:lnTo>
                    <a:pt x="722772" y="859479"/>
                  </a:lnTo>
                  <a:lnTo>
                    <a:pt x="723684" y="862959"/>
                  </a:lnTo>
                  <a:lnTo>
                    <a:pt x="724535" y="866438"/>
                  </a:lnTo>
                  <a:lnTo>
                    <a:pt x="725337" y="869918"/>
                  </a:lnTo>
                  <a:lnTo>
                    <a:pt x="726093" y="873398"/>
                  </a:lnTo>
                  <a:lnTo>
                    <a:pt x="726791" y="876877"/>
                  </a:lnTo>
                  <a:lnTo>
                    <a:pt x="727434" y="880357"/>
                  </a:lnTo>
                  <a:lnTo>
                    <a:pt x="728034" y="883837"/>
                  </a:lnTo>
                  <a:lnTo>
                    <a:pt x="728593" y="887316"/>
                  </a:lnTo>
                  <a:lnTo>
                    <a:pt x="729102" y="890796"/>
                  </a:lnTo>
                  <a:lnTo>
                    <a:pt x="729564" y="894276"/>
                  </a:lnTo>
                  <a:lnTo>
                    <a:pt x="729991" y="897755"/>
                  </a:lnTo>
                  <a:lnTo>
                    <a:pt x="730384" y="901235"/>
                  </a:lnTo>
                  <a:lnTo>
                    <a:pt x="730738" y="904715"/>
                  </a:lnTo>
                  <a:lnTo>
                    <a:pt x="731054" y="908194"/>
                  </a:lnTo>
                  <a:lnTo>
                    <a:pt x="731345" y="911674"/>
                  </a:lnTo>
                  <a:lnTo>
                    <a:pt x="731609" y="915154"/>
                  </a:lnTo>
                  <a:lnTo>
                    <a:pt x="731845" y="918633"/>
                  </a:lnTo>
                  <a:lnTo>
                    <a:pt x="732055" y="922113"/>
                  </a:lnTo>
                  <a:lnTo>
                    <a:pt x="732248" y="925593"/>
                  </a:lnTo>
                  <a:lnTo>
                    <a:pt x="732425" y="929072"/>
                  </a:lnTo>
                  <a:lnTo>
                    <a:pt x="732583" y="932552"/>
                  </a:lnTo>
                  <a:lnTo>
                    <a:pt x="732728" y="936032"/>
                  </a:lnTo>
                  <a:lnTo>
                    <a:pt x="732864" y="939511"/>
                  </a:lnTo>
                  <a:lnTo>
                    <a:pt x="732993" y="942991"/>
                  </a:lnTo>
                  <a:lnTo>
                    <a:pt x="733115" y="946471"/>
                  </a:lnTo>
                  <a:lnTo>
                    <a:pt x="733233" y="949950"/>
                  </a:lnTo>
                  <a:lnTo>
                    <a:pt x="733351" y="953430"/>
                  </a:lnTo>
                  <a:lnTo>
                    <a:pt x="733470" y="956910"/>
                  </a:lnTo>
                  <a:lnTo>
                    <a:pt x="733591" y="960389"/>
                  </a:lnTo>
                  <a:lnTo>
                    <a:pt x="733718" y="963869"/>
                  </a:lnTo>
                  <a:lnTo>
                    <a:pt x="733851" y="967349"/>
                  </a:lnTo>
                  <a:lnTo>
                    <a:pt x="733991" y="970828"/>
                  </a:lnTo>
                  <a:lnTo>
                    <a:pt x="734142" y="974308"/>
                  </a:lnTo>
                  <a:lnTo>
                    <a:pt x="734305" y="977788"/>
                  </a:lnTo>
                  <a:lnTo>
                    <a:pt x="734478" y="981267"/>
                  </a:lnTo>
                  <a:lnTo>
                    <a:pt x="734663" y="984747"/>
                  </a:lnTo>
                  <a:lnTo>
                    <a:pt x="734863" y="988227"/>
                  </a:lnTo>
                  <a:lnTo>
                    <a:pt x="735078" y="991707"/>
                  </a:lnTo>
                  <a:lnTo>
                    <a:pt x="735306" y="995186"/>
                  </a:lnTo>
                  <a:lnTo>
                    <a:pt x="735546" y="998666"/>
                  </a:lnTo>
                  <a:lnTo>
                    <a:pt x="735802" y="1002146"/>
                  </a:lnTo>
                  <a:lnTo>
                    <a:pt x="736073" y="1005625"/>
                  </a:lnTo>
                  <a:lnTo>
                    <a:pt x="736354" y="1009105"/>
                  </a:lnTo>
                  <a:lnTo>
                    <a:pt x="736645" y="1012585"/>
                  </a:lnTo>
                  <a:lnTo>
                    <a:pt x="736949" y="1016064"/>
                  </a:lnTo>
                  <a:lnTo>
                    <a:pt x="737261" y="1019544"/>
                  </a:lnTo>
                  <a:lnTo>
                    <a:pt x="737578" y="1023024"/>
                  </a:lnTo>
                  <a:lnTo>
                    <a:pt x="737901" y="1026512"/>
                  </a:lnTo>
                  <a:lnTo>
                    <a:pt x="738225" y="1029983"/>
                  </a:lnTo>
                  <a:lnTo>
                    <a:pt x="738548" y="1033463"/>
                  </a:lnTo>
                  <a:lnTo>
                    <a:pt x="738868" y="1036942"/>
                  </a:lnTo>
                  <a:lnTo>
                    <a:pt x="739182" y="1040422"/>
                  </a:lnTo>
                  <a:lnTo>
                    <a:pt x="739485" y="1043902"/>
                  </a:lnTo>
                  <a:lnTo>
                    <a:pt x="739773" y="1047381"/>
                  </a:lnTo>
                  <a:lnTo>
                    <a:pt x="740045" y="1050861"/>
                  </a:lnTo>
                  <a:lnTo>
                    <a:pt x="740298" y="1054341"/>
                  </a:lnTo>
                  <a:lnTo>
                    <a:pt x="740523" y="1057820"/>
                  </a:lnTo>
                  <a:lnTo>
                    <a:pt x="740715" y="1061300"/>
                  </a:lnTo>
                  <a:lnTo>
                    <a:pt x="740877" y="1064780"/>
                  </a:lnTo>
                  <a:lnTo>
                    <a:pt x="741006" y="1068259"/>
                  </a:lnTo>
                  <a:lnTo>
                    <a:pt x="741086" y="1071739"/>
                  </a:lnTo>
                  <a:lnTo>
                    <a:pt x="741116" y="1075219"/>
                  </a:lnTo>
                  <a:lnTo>
                    <a:pt x="741101" y="1078698"/>
                  </a:lnTo>
                  <a:lnTo>
                    <a:pt x="741038" y="1082178"/>
                  </a:lnTo>
                  <a:lnTo>
                    <a:pt x="740906" y="1085658"/>
                  </a:lnTo>
                  <a:lnTo>
                    <a:pt x="740708" y="1089137"/>
                  </a:lnTo>
                  <a:lnTo>
                    <a:pt x="740451" y="1092617"/>
                  </a:lnTo>
                  <a:lnTo>
                    <a:pt x="740132" y="1096097"/>
                  </a:lnTo>
                  <a:lnTo>
                    <a:pt x="739728" y="1099576"/>
                  </a:lnTo>
                  <a:lnTo>
                    <a:pt x="739245" y="1103056"/>
                  </a:lnTo>
                  <a:lnTo>
                    <a:pt x="738693" y="1106536"/>
                  </a:lnTo>
                  <a:lnTo>
                    <a:pt x="738070" y="1110015"/>
                  </a:lnTo>
                  <a:lnTo>
                    <a:pt x="737349" y="1113495"/>
                  </a:lnTo>
                  <a:lnTo>
                    <a:pt x="736541" y="1116975"/>
                  </a:lnTo>
                  <a:lnTo>
                    <a:pt x="735658" y="1120454"/>
                  </a:lnTo>
                  <a:lnTo>
                    <a:pt x="734700" y="1123934"/>
                  </a:lnTo>
                  <a:lnTo>
                    <a:pt x="733638" y="1127414"/>
                  </a:lnTo>
                  <a:lnTo>
                    <a:pt x="732490" y="1130893"/>
                  </a:lnTo>
                  <a:lnTo>
                    <a:pt x="731265" y="1134373"/>
                  </a:lnTo>
                  <a:lnTo>
                    <a:pt x="729966" y="1137853"/>
                  </a:lnTo>
                  <a:lnTo>
                    <a:pt x="728566" y="1141332"/>
                  </a:lnTo>
                  <a:lnTo>
                    <a:pt x="727085" y="1144812"/>
                  </a:lnTo>
                  <a:lnTo>
                    <a:pt x="725533" y="1148292"/>
                  </a:lnTo>
                  <a:lnTo>
                    <a:pt x="723912" y="1151771"/>
                  </a:lnTo>
                  <a:lnTo>
                    <a:pt x="722201" y="1155251"/>
                  </a:lnTo>
                  <a:lnTo>
                    <a:pt x="720419" y="1158731"/>
                  </a:lnTo>
                  <a:lnTo>
                    <a:pt x="718576" y="1162211"/>
                  </a:lnTo>
                  <a:lnTo>
                    <a:pt x="716676" y="1165690"/>
                  </a:lnTo>
                  <a:lnTo>
                    <a:pt x="714701" y="1169170"/>
                  </a:lnTo>
                  <a:lnTo>
                    <a:pt x="712670" y="1172650"/>
                  </a:lnTo>
                  <a:lnTo>
                    <a:pt x="710592" y="1176129"/>
                  </a:lnTo>
                  <a:lnTo>
                    <a:pt x="708470" y="1179609"/>
                  </a:lnTo>
                  <a:lnTo>
                    <a:pt x="706292" y="1183089"/>
                  </a:lnTo>
                  <a:lnTo>
                    <a:pt x="704076" y="1186568"/>
                  </a:lnTo>
                  <a:lnTo>
                    <a:pt x="701827" y="1190048"/>
                  </a:lnTo>
                  <a:lnTo>
                    <a:pt x="699550" y="1193528"/>
                  </a:lnTo>
                  <a:lnTo>
                    <a:pt x="697238" y="1197007"/>
                  </a:lnTo>
                  <a:lnTo>
                    <a:pt x="694904" y="1200487"/>
                  </a:lnTo>
                  <a:lnTo>
                    <a:pt x="692553" y="1203967"/>
                  </a:lnTo>
                  <a:lnTo>
                    <a:pt x="690187" y="1207446"/>
                  </a:lnTo>
                  <a:lnTo>
                    <a:pt x="687808" y="1210926"/>
                  </a:lnTo>
                  <a:lnTo>
                    <a:pt x="685422" y="1214406"/>
                  </a:lnTo>
                  <a:lnTo>
                    <a:pt x="683032" y="1217885"/>
                  </a:lnTo>
                  <a:lnTo>
                    <a:pt x="680642" y="1221365"/>
                  </a:lnTo>
                  <a:lnTo>
                    <a:pt x="678255" y="1224845"/>
                  </a:lnTo>
                  <a:lnTo>
                    <a:pt x="675875" y="1228324"/>
                  </a:lnTo>
                  <a:lnTo>
                    <a:pt x="673503" y="1231804"/>
                  </a:lnTo>
                  <a:lnTo>
                    <a:pt x="671142" y="1235284"/>
                  </a:lnTo>
                  <a:lnTo>
                    <a:pt x="668799" y="1238763"/>
                  </a:lnTo>
                  <a:lnTo>
                    <a:pt x="666474" y="1242243"/>
                  </a:lnTo>
                  <a:lnTo>
                    <a:pt x="664167" y="1245723"/>
                  </a:lnTo>
                  <a:lnTo>
                    <a:pt x="661881" y="1249202"/>
                  </a:lnTo>
                  <a:lnTo>
                    <a:pt x="659625" y="1252682"/>
                  </a:lnTo>
                  <a:lnTo>
                    <a:pt x="657397" y="1256162"/>
                  </a:lnTo>
                  <a:lnTo>
                    <a:pt x="655196" y="1259641"/>
                  </a:lnTo>
                  <a:lnTo>
                    <a:pt x="653023" y="1263121"/>
                  </a:lnTo>
                  <a:lnTo>
                    <a:pt x="650894" y="1266601"/>
                  </a:lnTo>
                  <a:lnTo>
                    <a:pt x="648802" y="1270080"/>
                  </a:lnTo>
                  <a:lnTo>
                    <a:pt x="646746" y="1273560"/>
                  </a:lnTo>
                  <a:lnTo>
                    <a:pt x="644727" y="1277040"/>
                  </a:lnTo>
                  <a:lnTo>
                    <a:pt x="642765" y="1280519"/>
                  </a:lnTo>
                  <a:lnTo>
                    <a:pt x="640851" y="1283999"/>
                  </a:lnTo>
                  <a:lnTo>
                    <a:pt x="638985" y="1287479"/>
                  </a:lnTo>
                  <a:lnTo>
                    <a:pt x="637167" y="1290958"/>
                  </a:lnTo>
                  <a:lnTo>
                    <a:pt x="635426" y="1294438"/>
                  </a:lnTo>
                  <a:lnTo>
                    <a:pt x="633748" y="1297918"/>
                  </a:lnTo>
                  <a:lnTo>
                    <a:pt x="632133" y="1301397"/>
                  </a:lnTo>
                  <a:lnTo>
                    <a:pt x="630583" y="1304877"/>
                  </a:lnTo>
                  <a:lnTo>
                    <a:pt x="629136" y="1308357"/>
                  </a:lnTo>
                  <a:lnTo>
                    <a:pt x="627776" y="1311836"/>
                  </a:lnTo>
                  <a:lnTo>
                    <a:pt x="626500" y="1315316"/>
                  </a:lnTo>
                  <a:lnTo>
                    <a:pt x="625315" y="1318796"/>
                  </a:lnTo>
                  <a:lnTo>
                    <a:pt x="624271" y="1322276"/>
                  </a:lnTo>
                  <a:lnTo>
                    <a:pt x="623347" y="1325755"/>
                  </a:lnTo>
                  <a:lnTo>
                    <a:pt x="622540" y="1329235"/>
                  </a:lnTo>
                  <a:lnTo>
                    <a:pt x="621857" y="1332715"/>
                  </a:lnTo>
                  <a:lnTo>
                    <a:pt x="621372" y="1336194"/>
                  </a:lnTo>
                  <a:lnTo>
                    <a:pt x="621049" y="1339674"/>
                  </a:lnTo>
                  <a:lnTo>
                    <a:pt x="620889" y="1343154"/>
                  </a:lnTo>
                  <a:lnTo>
                    <a:pt x="620900" y="1346633"/>
                  </a:lnTo>
                  <a:lnTo>
                    <a:pt x="621183" y="1350113"/>
                  </a:lnTo>
                  <a:lnTo>
                    <a:pt x="621686" y="1353593"/>
                  </a:lnTo>
                  <a:lnTo>
                    <a:pt x="622409" y="1357072"/>
                  </a:lnTo>
                  <a:lnTo>
                    <a:pt x="623363" y="1360552"/>
                  </a:lnTo>
                  <a:lnTo>
                    <a:pt x="624681" y="1364032"/>
                  </a:lnTo>
                  <a:lnTo>
                    <a:pt x="626290" y="1367511"/>
                  </a:lnTo>
                  <a:lnTo>
                    <a:pt x="628189" y="1370991"/>
                  </a:lnTo>
                  <a:lnTo>
                    <a:pt x="630389" y="1374471"/>
                  </a:lnTo>
                  <a:lnTo>
                    <a:pt x="633062" y="1377950"/>
                  </a:lnTo>
                  <a:lnTo>
                    <a:pt x="636105" y="1381430"/>
                  </a:lnTo>
                  <a:lnTo>
                    <a:pt x="639514" y="1384910"/>
                  </a:lnTo>
                  <a:lnTo>
                    <a:pt x="643301" y="1388389"/>
                  </a:lnTo>
                  <a:lnTo>
                    <a:pt x="647677" y="1391869"/>
                  </a:lnTo>
                  <a:lnTo>
                    <a:pt x="652500" y="1395349"/>
                  </a:lnTo>
                  <a:lnTo>
                    <a:pt x="657764" y="1398828"/>
                  </a:lnTo>
                  <a:lnTo>
                    <a:pt x="663480" y="1402308"/>
                  </a:lnTo>
                  <a:lnTo>
                    <a:pt x="669890" y="1405788"/>
                  </a:lnTo>
                  <a:lnTo>
                    <a:pt x="676811" y="1409267"/>
                  </a:lnTo>
                  <a:lnTo>
                    <a:pt x="684232" y="1412747"/>
                  </a:lnTo>
                  <a:lnTo>
                    <a:pt x="692163" y="1416227"/>
                  </a:lnTo>
                  <a:lnTo>
                    <a:pt x="700860" y="1419706"/>
                  </a:lnTo>
                  <a:lnTo>
                    <a:pt x="710101" y="1423186"/>
                  </a:lnTo>
                  <a:lnTo>
                    <a:pt x="719873" y="1426666"/>
                  </a:lnTo>
                  <a:lnTo>
                    <a:pt x="730175" y="1430145"/>
                  </a:lnTo>
                  <a:lnTo>
                    <a:pt x="741256" y="1433625"/>
                  </a:lnTo>
                  <a:lnTo>
                    <a:pt x="752868" y="1437105"/>
                  </a:lnTo>
                  <a:lnTo>
                    <a:pt x="764989" y="1440584"/>
                  </a:lnTo>
                  <a:lnTo>
                    <a:pt x="777610" y="1444064"/>
                  </a:lnTo>
                  <a:lnTo>
                    <a:pt x="790937" y="1447544"/>
                  </a:lnTo>
                  <a:lnTo>
                    <a:pt x="804718" y="1451023"/>
                  </a:lnTo>
                  <a:lnTo>
                    <a:pt x="818923" y="1454503"/>
                  </a:lnTo>
                  <a:lnTo>
                    <a:pt x="833532" y="1457983"/>
                  </a:lnTo>
                  <a:lnTo>
                    <a:pt x="848671" y="1461462"/>
                  </a:lnTo>
                  <a:lnTo>
                    <a:pt x="864114" y="1464942"/>
                  </a:lnTo>
                  <a:lnTo>
                    <a:pt x="879824" y="1468422"/>
                  </a:lnTo>
                  <a:lnTo>
                    <a:pt x="895770" y="1471901"/>
                  </a:lnTo>
                  <a:lnTo>
                    <a:pt x="911961" y="1475381"/>
                  </a:lnTo>
                  <a:lnTo>
                    <a:pt x="928239" y="1478861"/>
                  </a:lnTo>
                  <a:lnTo>
                    <a:pt x="944559" y="1482340"/>
                  </a:lnTo>
                  <a:lnTo>
                    <a:pt x="960881" y="1485820"/>
                  </a:lnTo>
                  <a:lnTo>
                    <a:pt x="977071" y="1489300"/>
                  </a:lnTo>
                  <a:lnTo>
                    <a:pt x="993079" y="1492780"/>
                  </a:lnTo>
                  <a:lnTo>
                    <a:pt x="1008856" y="1496259"/>
                  </a:lnTo>
                  <a:lnTo>
                    <a:pt x="1024354" y="1499739"/>
                  </a:lnTo>
                  <a:lnTo>
                    <a:pt x="1039288" y="1503219"/>
                  </a:lnTo>
                  <a:lnTo>
                    <a:pt x="1053748" y="1506698"/>
                  </a:lnTo>
                  <a:lnTo>
                    <a:pt x="1067686" y="1510178"/>
                  </a:lnTo>
                  <a:lnTo>
                    <a:pt x="1081049" y="1513658"/>
                  </a:lnTo>
                  <a:lnTo>
                    <a:pt x="1093421" y="1517137"/>
                  </a:lnTo>
                  <a:lnTo>
                    <a:pt x="1105042" y="1520617"/>
                  </a:lnTo>
                  <a:lnTo>
                    <a:pt x="1115870" y="1524097"/>
                  </a:lnTo>
                  <a:lnTo>
                    <a:pt x="1125853" y="1527576"/>
                  </a:lnTo>
                  <a:lnTo>
                    <a:pt x="1134484" y="1531056"/>
                  </a:lnTo>
                  <a:lnTo>
                    <a:pt x="1142143" y="1534536"/>
                  </a:lnTo>
                  <a:lnTo>
                    <a:pt x="1148801" y="1538015"/>
                  </a:lnTo>
                  <a:lnTo>
                    <a:pt x="1154412" y="1541495"/>
                  </a:lnTo>
                  <a:lnTo>
                    <a:pt x="1158432" y="1544975"/>
                  </a:lnTo>
                  <a:lnTo>
                    <a:pt x="1161350" y="1548454"/>
                  </a:lnTo>
                  <a:lnTo>
                    <a:pt x="1163155" y="1551934"/>
                  </a:lnTo>
                  <a:lnTo>
                    <a:pt x="1163732" y="1554997"/>
                  </a:lnTo>
                  <a:lnTo>
                    <a:pt x="1163810" y="1555414"/>
                  </a:lnTo>
                  <a:lnTo>
                    <a:pt x="1162800" y="1558893"/>
                  </a:lnTo>
                  <a:lnTo>
                    <a:pt x="1160669" y="1562373"/>
                  </a:lnTo>
                  <a:lnTo>
                    <a:pt x="1157429" y="1565853"/>
                  </a:lnTo>
                  <a:lnTo>
                    <a:pt x="1153055" y="1569332"/>
                  </a:lnTo>
                  <a:lnTo>
                    <a:pt x="1147113" y="1572812"/>
                  </a:lnTo>
                  <a:lnTo>
                    <a:pt x="1140149" y="1576292"/>
                  </a:lnTo>
                  <a:lnTo>
                    <a:pt x="1132191" y="1579771"/>
                  </a:lnTo>
                  <a:lnTo>
                    <a:pt x="1123234" y="1583251"/>
                  </a:lnTo>
                  <a:lnTo>
                    <a:pt x="1112961" y="1586731"/>
                  </a:lnTo>
                  <a:lnTo>
                    <a:pt x="1101863" y="1590210"/>
                  </a:lnTo>
                  <a:lnTo>
                    <a:pt x="1089982" y="1593690"/>
                  </a:lnTo>
                  <a:lnTo>
                    <a:pt x="1077330" y="1597170"/>
                  </a:lnTo>
                  <a:lnTo>
                    <a:pt x="1063728" y="1600649"/>
                  </a:lnTo>
                  <a:lnTo>
                    <a:pt x="1049565" y="1604129"/>
                  </a:lnTo>
                  <a:lnTo>
                    <a:pt x="1034888" y="1607609"/>
                  </a:lnTo>
                  <a:lnTo>
                    <a:pt x="1019727" y="1611088"/>
                  </a:lnTo>
                  <a:lnTo>
                    <a:pt x="1004036" y="1614568"/>
                  </a:lnTo>
                  <a:lnTo>
                    <a:pt x="988072" y="1618048"/>
                  </a:lnTo>
                  <a:lnTo>
                    <a:pt x="971884" y="1621527"/>
                  </a:lnTo>
                  <a:lnTo>
                    <a:pt x="955514" y="1625007"/>
                  </a:lnTo>
                  <a:lnTo>
                    <a:pt x="939027" y="1628487"/>
                  </a:lnTo>
                  <a:lnTo>
                    <a:pt x="922542" y="1631966"/>
                  </a:lnTo>
                  <a:lnTo>
                    <a:pt x="906100" y="1635446"/>
                  </a:lnTo>
                  <a:lnTo>
                    <a:pt x="889753" y="1638926"/>
                  </a:lnTo>
                  <a:lnTo>
                    <a:pt x="873644" y="1642405"/>
                  </a:lnTo>
                  <a:lnTo>
                    <a:pt x="857764" y="1645885"/>
                  </a:lnTo>
                  <a:lnTo>
                    <a:pt x="842146" y="1649365"/>
                  </a:lnTo>
                  <a:lnTo>
                    <a:pt x="826842" y="1652845"/>
                  </a:lnTo>
                  <a:lnTo>
                    <a:pt x="812039" y="1656324"/>
                  </a:lnTo>
                  <a:lnTo>
                    <a:pt x="797627" y="1659804"/>
                  </a:lnTo>
                  <a:lnTo>
                    <a:pt x="783624" y="1663284"/>
                  </a:lnTo>
                  <a:lnTo>
                    <a:pt x="770084" y="1666763"/>
                  </a:lnTo>
                  <a:lnTo>
                    <a:pt x="757202" y="1670243"/>
                  </a:lnTo>
                  <a:lnTo>
                    <a:pt x="744800" y="1673723"/>
                  </a:lnTo>
                  <a:lnTo>
                    <a:pt x="732886" y="1677202"/>
                  </a:lnTo>
                  <a:lnTo>
                    <a:pt x="721506" y="1680682"/>
                  </a:lnTo>
                  <a:lnTo>
                    <a:pt x="710842" y="1684162"/>
                  </a:lnTo>
                  <a:lnTo>
                    <a:pt x="700682" y="1687641"/>
                  </a:lnTo>
                  <a:lnTo>
                    <a:pt x="691024" y="1691121"/>
                  </a:lnTo>
                  <a:lnTo>
                    <a:pt x="681906" y="1694601"/>
                  </a:lnTo>
                  <a:lnTo>
                    <a:pt x="673482" y="1698080"/>
                  </a:lnTo>
                  <a:lnTo>
                    <a:pt x="665535" y="1701560"/>
                  </a:lnTo>
                  <a:lnTo>
                    <a:pt x="658056" y="1705040"/>
                  </a:lnTo>
                  <a:lnTo>
                    <a:pt x="651075" y="1708519"/>
                  </a:lnTo>
                  <a:lnTo>
                    <a:pt x="644712" y="1711999"/>
                  </a:lnTo>
                  <a:lnTo>
                    <a:pt x="638765" y="1715479"/>
                  </a:lnTo>
                  <a:lnTo>
                    <a:pt x="633221" y="1718958"/>
                  </a:lnTo>
                  <a:lnTo>
                    <a:pt x="628104" y="1722438"/>
                  </a:lnTo>
                  <a:lnTo>
                    <a:pt x="623499" y="1725918"/>
                  </a:lnTo>
                  <a:lnTo>
                    <a:pt x="619234" y="1729397"/>
                  </a:lnTo>
                  <a:lnTo>
                    <a:pt x="615296" y="1732877"/>
                  </a:lnTo>
                  <a:lnTo>
                    <a:pt x="611700" y="1736357"/>
                  </a:lnTo>
                  <a:lnTo>
                    <a:pt x="608504" y="1739836"/>
                  </a:lnTo>
                  <a:lnTo>
                    <a:pt x="605570" y="1743316"/>
                  </a:lnTo>
                  <a:lnTo>
                    <a:pt x="602885" y="1746796"/>
                  </a:lnTo>
                  <a:lnTo>
                    <a:pt x="600460" y="1750275"/>
                  </a:lnTo>
                  <a:lnTo>
                    <a:pt x="598330" y="1753755"/>
                  </a:lnTo>
                  <a:lnTo>
                    <a:pt x="596392" y="1757235"/>
                  </a:lnTo>
                  <a:lnTo>
                    <a:pt x="594634" y="1760714"/>
                  </a:lnTo>
                  <a:lnTo>
                    <a:pt x="593063" y="1764194"/>
                  </a:lnTo>
                  <a:lnTo>
                    <a:pt x="591699" y="1767674"/>
                  </a:lnTo>
                  <a:lnTo>
                    <a:pt x="590468" y="1771153"/>
                  </a:lnTo>
                  <a:lnTo>
                    <a:pt x="589362" y="1774633"/>
                  </a:lnTo>
                  <a:lnTo>
                    <a:pt x="588384" y="1778113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11837757" y="1672454"/>
              <a:ext cx="1163810" cy="1659733"/>
            </a:xfrm>
            <a:custGeom>
              <a:avLst/>
              <a:pathLst>
                <a:path w="1163810" h="1659733">
                  <a:moveTo>
                    <a:pt x="579450" y="1659733"/>
                  </a:moveTo>
                  <a:lnTo>
                    <a:pt x="579193" y="1656485"/>
                  </a:lnTo>
                  <a:lnTo>
                    <a:pt x="578909" y="1653237"/>
                  </a:lnTo>
                  <a:lnTo>
                    <a:pt x="578596" y="1649989"/>
                  </a:lnTo>
                  <a:lnTo>
                    <a:pt x="578261" y="1646741"/>
                  </a:lnTo>
                  <a:lnTo>
                    <a:pt x="577894" y="1643493"/>
                  </a:lnTo>
                  <a:lnTo>
                    <a:pt x="577489" y="1640245"/>
                  </a:lnTo>
                  <a:lnTo>
                    <a:pt x="577056" y="1636997"/>
                  </a:lnTo>
                  <a:lnTo>
                    <a:pt x="576589" y="1633749"/>
                  </a:lnTo>
                  <a:lnTo>
                    <a:pt x="576070" y="1630501"/>
                  </a:lnTo>
                  <a:lnTo>
                    <a:pt x="575517" y="1627253"/>
                  </a:lnTo>
                  <a:lnTo>
                    <a:pt x="574926" y="1624005"/>
                  </a:lnTo>
                  <a:lnTo>
                    <a:pt x="574269" y="1620757"/>
                  </a:lnTo>
                  <a:lnTo>
                    <a:pt x="573572" y="1617509"/>
                  </a:lnTo>
                  <a:lnTo>
                    <a:pt x="572833" y="1614261"/>
                  </a:lnTo>
                  <a:lnTo>
                    <a:pt x="572012" y="1611013"/>
                  </a:lnTo>
                  <a:lnTo>
                    <a:pt x="571141" y="1607765"/>
                  </a:lnTo>
                  <a:lnTo>
                    <a:pt x="570222" y="1604517"/>
                  </a:lnTo>
                  <a:lnTo>
                    <a:pt x="569211" y="1601269"/>
                  </a:lnTo>
                  <a:lnTo>
                    <a:pt x="568137" y="1598021"/>
                  </a:lnTo>
                  <a:lnTo>
                    <a:pt x="567005" y="1594773"/>
                  </a:lnTo>
                  <a:lnTo>
                    <a:pt x="565776" y="1591525"/>
                  </a:lnTo>
                  <a:lnTo>
                    <a:pt x="564465" y="1588277"/>
                  </a:lnTo>
                  <a:lnTo>
                    <a:pt x="563089" y="1585029"/>
                  </a:lnTo>
                  <a:lnTo>
                    <a:pt x="561609" y="1581781"/>
                  </a:lnTo>
                  <a:lnTo>
                    <a:pt x="560030" y="1578533"/>
                  </a:lnTo>
                  <a:lnTo>
                    <a:pt x="558375" y="1575285"/>
                  </a:lnTo>
                  <a:lnTo>
                    <a:pt x="556614" y="1572037"/>
                  </a:lnTo>
                  <a:lnTo>
                    <a:pt x="554731" y="1568789"/>
                  </a:lnTo>
                  <a:lnTo>
                    <a:pt x="552766" y="1565541"/>
                  </a:lnTo>
                  <a:lnTo>
                    <a:pt x="550692" y="1562293"/>
                  </a:lnTo>
                  <a:lnTo>
                    <a:pt x="548475" y="1559045"/>
                  </a:lnTo>
                  <a:lnTo>
                    <a:pt x="546167" y="1555797"/>
                  </a:lnTo>
                  <a:lnTo>
                    <a:pt x="543753" y="1552549"/>
                  </a:lnTo>
                  <a:lnTo>
                    <a:pt x="541174" y="1549301"/>
                  </a:lnTo>
                  <a:lnTo>
                    <a:pt x="538497" y="1546053"/>
                  </a:lnTo>
                  <a:lnTo>
                    <a:pt x="535718" y="1542805"/>
                  </a:lnTo>
                  <a:lnTo>
                    <a:pt x="532753" y="1539557"/>
                  </a:lnTo>
                  <a:lnTo>
                    <a:pt x="529685" y="1536309"/>
                  </a:lnTo>
                  <a:lnTo>
                    <a:pt x="526514" y="1533061"/>
                  </a:lnTo>
                  <a:lnTo>
                    <a:pt x="523157" y="1529813"/>
                  </a:lnTo>
                  <a:lnTo>
                    <a:pt x="519684" y="1526565"/>
                  </a:lnTo>
                  <a:lnTo>
                    <a:pt x="516107" y="1523317"/>
                  </a:lnTo>
                  <a:lnTo>
                    <a:pt x="512353" y="1520069"/>
                  </a:lnTo>
                  <a:lnTo>
                    <a:pt x="508472" y="1516821"/>
                  </a:lnTo>
                  <a:lnTo>
                    <a:pt x="504487" y="1513573"/>
                  </a:lnTo>
                  <a:lnTo>
                    <a:pt x="500341" y="1510325"/>
                  </a:lnTo>
                  <a:lnTo>
                    <a:pt x="496059" y="1507077"/>
                  </a:lnTo>
                  <a:lnTo>
                    <a:pt x="491676" y="1503829"/>
                  </a:lnTo>
                  <a:lnTo>
                    <a:pt x="487152" y="1500581"/>
                  </a:lnTo>
                  <a:lnTo>
                    <a:pt x="482490" y="1497333"/>
                  </a:lnTo>
                  <a:lnTo>
                    <a:pt x="477735" y="1494085"/>
                  </a:lnTo>
                  <a:lnTo>
                    <a:pt x="472860" y="1490837"/>
                  </a:lnTo>
                  <a:lnTo>
                    <a:pt x="467852" y="1487589"/>
                  </a:lnTo>
                  <a:lnTo>
                    <a:pt x="462762" y="1484341"/>
                  </a:lnTo>
                  <a:lnTo>
                    <a:pt x="457578" y="1481093"/>
                  </a:lnTo>
                  <a:lnTo>
                    <a:pt x="452272" y="1477845"/>
                  </a:lnTo>
                  <a:lnTo>
                    <a:pt x="446901" y="1474597"/>
                  </a:lnTo>
                  <a:lnTo>
                    <a:pt x="441461" y="1471349"/>
                  </a:lnTo>
                  <a:lnTo>
                    <a:pt x="435922" y="1468101"/>
                  </a:lnTo>
                  <a:lnTo>
                    <a:pt x="430336" y="1464853"/>
                  </a:lnTo>
                  <a:lnTo>
                    <a:pt x="424706" y="1461605"/>
                  </a:lnTo>
                  <a:lnTo>
                    <a:pt x="419012" y="1458357"/>
                  </a:lnTo>
                  <a:lnTo>
                    <a:pt x="413293" y="1455109"/>
                  </a:lnTo>
                  <a:lnTo>
                    <a:pt x="407552" y="1451860"/>
                  </a:lnTo>
                  <a:lnTo>
                    <a:pt x="401790" y="1448612"/>
                  </a:lnTo>
                  <a:lnTo>
                    <a:pt x="396029" y="1445364"/>
                  </a:lnTo>
                  <a:lnTo>
                    <a:pt x="390271" y="1442116"/>
                  </a:lnTo>
                  <a:lnTo>
                    <a:pt x="384535" y="1438868"/>
                  </a:lnTo>
                  <a:lnTo>
                    <a:pt x="378832" y="1435620"/>
                  </a:lnTo>
                  <a:lnTo>
                    <a:pt x="373160" y="1432372"/>
                  </a:lnTo>
                  <a:lnTo>
                    <a:pt x="367547" y="1429124"/>
                  </a:lnTo>
                  <a:lnTo>
                    <a:pt x="362007" y="1425876"/>
                  </a:lnTo>
                  <a:lnTo>
                    <a:pt x="356528" y="1422628"/>
                  </a:lnTo>
                  <a:lnTo>
                    <a:pt x="351139" y="1419380"/>
                  </a:lnTo>
                  <a:lnTo>
                    <a:pt x="345871" y="1416132"/>
                  </a:lnTo>
                  <a:lnTo>
                    <a:pt x="340691" y="1412884"/>
                  </a:lnTo>
                  <a:lnTo>
                    <a:pt x="335626" y="1409636"/>
                  </a:lnTo>
                  <a:lnTo>
                    <a:pt x="330734" y="1406388"/>
                  </a:lnTo>
                  <a:lnTo>
                    <a:pt x="325957" y="1403140"/>
                  </a:lnTo>
                  <a:lnTo>
                    <a:pt x="321312" y="1399892"/>
                  </a:lnTo>
                  <a:lnTo>
                    <a:pt x="316894" y="1396644"/>
                  </a:lnTo>
                  <a:lnTo>
                    <a:pt x="312616" y="1393396"/>
                  </a:lnTo>
                  <a:lnTo>
                    <a:pt x="308479" y="1390148"/>
                  </a:lnTo>
                  <a:lnTo>
                    <a:pt x="304623" y="1386900"/>
                  </a:lnTo>
                  <a:lnTo>
                    <a:pt x="300928" y="1383652"/>
                  </a:lnTo>
                  <a:lnTo>
                    <a:pt x="297394" y="1380404"/>
                  </a:lnTo>
                  <a:lnTo>
                    <a:pt x="294153" y="1377156"/>
                  </a:lnTo>
                  <a:lnTo>
                    <a:pt x="291110" y="1373908"/>
                  </a:lnTo>
                  <a:lnTo>
                    <a:pt x="288244" y="1370660"/>
                  </a:lnTo>
                  <a:lnTo>
                    <a:pt x="285673" y="1367412"/>
                  </a:lnTo>
                  <a:lnTo>
                    <a:pt x="283334" y="1364164"/>
                  </a:lnTo>
                  <a:lnTo>
                    <a:pt x="281182" y="1360916"/>
                  </a:lnTo>
                  <a:lnTo>
                    <a:pt x="279316" y="1357668"/>
                  </a:lnTo>
                  <a:lnTo>
                    <a:pt x="277712" y="1354420"/>
                  </a:lnTo>
                  <a:lnTo>
                    <a:pt x="276300" y="1351172"/>
                  </a:lnTo>
                  <a:lnTo>
                    <a:pt x="275156" y="1347924"/>
                  </a:lnTo>
                  <a:lnTo>
                    <a:pt x="274298" y="1344676"/>
                  </a:lnTo>
                  <a:lnTo>
                    <a:pt x="273632" y="1341428"/>
                  </a:lnTo>
                  <a:lnTo>
                    <a:pt x="273208" y="1338180"/>
                  </a:lnTo>
                  <a:lnTo>
                    <a:pt x="273087" y="1334932"/>
                  </a:lnTo>
                  <a:lnTo>
                    <a:pt x="273151" y="1331684"/>
                  </a:lnTo>
                  <a:lnTo>
                    <a:pt x="273427" y="1328436"/>
                  </a:lnTo>
                  <a:lnTo>
                    <a:pt x="274012" y="1325188"/>
                  </a:lnTo>
                  <a:lnTo>
                    <a:pt x="274771" y="1321940"/>
                  </a:lnTo>
                  <a:lnTo>
                    <a:pt x="275708" y="1318692"/>
                  </a:lnTo>
                  <a:lnTo>
                    <a:pt x="276952" y="1315444"/>
                  </a:lnTo>
                  <a:lnTo>
                    <a:pt x="278354" y="1312196"/>
                  </a:lnTo>
                  <a:lnTo>
                    <a:pt x="279913" y="1308948"/>
                  </a:lnTo>
                  <a:lnTo>
                    <a:pt x="281740" y="1305700"/>
                  </a:lnTo>
                  <a:lnTo>
                    <a:pt x="283717" y="1302452"/>
                  </a:lnTo>
                  <a:lnTo>
                    <a:pt x="285832" y="1299204"/>
                  </a:lnTo>
                  <a:lnTo>
                    <a:pt x="288164" y="1295956"/>
                  </a:lnTo>
                  <a:lnTo>
                    <a:pt x="290638" y="1292708"/>
                  </a:lnTo>
                  <a:lnTo>
                    <a:pt x="293228" y="1289460"/>
                  </a:lnTo>
                  <a:lnTo>
                    <a:pt x="295985" y="1286212"/>
                  </a:lnTo>
                  <a:lnTo>
                    <a:pt x="298869" y="1282964"/>
                  </a:lnTo>
                  <a:lnTo>
                    <a:pt x="301845" y="1279716"/>
                  </a:lnTo>
                  <a:lnTo>
                    <a:pt x="304942" y="1276468"/>
                  </a:lnTo>
                  <a:lnTo>
                    <a:pt x="308144" y="1273220"/>
                  </a:lnTo>
                  <a:lnTo>
                    <a:pt x="311413" y="1269972"/>
                  </a:lnTo>
                  <a:lnTo>
                    <a:pt x="314762" y="1266724"/>
                  </a:lnTo>
                  <a:lnTo>
                    <a:pt x="318189" y="1263476"/>
                  </a:lnTo>
                  <a:lnTo>
                    <a:pt x="321657" y="1260228"/>
                  </a:lnTo>
                  <a:lnTo>
                    <a:pt x="325172" y="1256980"/>
                  </a:lnTo>
                  <a:lnTo>
                    <a:pt x="328732" y="1253732"/>
                  </a:lnTo>
                  <a:lnTo>
                    <a:pt x="332310" y="1250484"/>
                  </a:lnTo>
                  <a:lnTo>
                    <a:pt x="335905" y="1247236"/>
                  </a:lnTo>
                  <a:lnTo>
                    <a:pt x="339511" y="1243988"/>
                  </a:lnTo>
                  <a:lnTo>
                    <a:pt x="343112" y="1240740"/>
                  </a:lnTo>
                  <a:lnTo>
                    <a:pt x="346709" y="1237492"/>
                  </a:lnTo>
                  <a:lnTo>
                    <a:pt x="350280" y="1234244"/>
                  </a:lnTo>
                  <a:lnTo>
                    <a:pt x="353826" y="1230996"/>
                  </a:lnTo>
                  <a:lnTo>
                    <a:pt x="357347" y="1227748"/>
                  </a:lnTo>
                  <a:lnTo>
                    <a:pt x="360814" y="1224500"/>
                  </a:lnTo>
                  <a:lnTo>
                    <a:pt x="364234" y="1221252"/>
                  </a:lnTo>
                  <a:lnTo>
                    <a:pt x="367612" y="1218004"/>
                  </a:lnTo>
                  <a:lnTo>
                    <a:pt x="370914" y="1214756"/>
                  </a:lnTo>
                  <a:lnTo>
                    <a:pt x="374146" y="1211508"/>
                  </a:lnTo>
                  <a:lnTo>
                    <a:pt x="377321" y="1208260"/>
                  </a:lnTo>
                  <a:lnTo>
                    <a:pt x="380406" y="1205012"/>
                  </a:lnTo>
                  <a:lnTo>
                    <a:pt x="383398" y="1201764"/>
                  </a:lnTo>
                  <a:lnTo>
                    <a:pt x="386320" y="1198516"/>
                  </a:lnTo>
                  <a:lnTo>
                    <a:pt x="389145" y="1195268"/>
                  </a:lnTo>
                  <a:lnTo>
                    <a:pt x="391852" y="1192020"/>
                  </a:lnTo>
                  <a:lnTo>
                    <a:pt x="394481" y="1188772"/>
                  </a:lnTo>
                  <a:lnTo>
                    <a:pt x="397010" y="1185524"/>
                  </a:lnTo>
                  <a:lnTo>
                    <a:pt x="399399" y="1182276"/>
                  </a:lnTo>
                  <a:lnTo>
                    <a:pt x="401702" y="1179028"/>
                  </a:lnTo>
                  <a:lnTo>
                    <a:pt x="403906" y="1175780"/>
                  </a:lnTo>
                  <a:lnTo>
                    <a:pt x="405951" y="1172532"/>
                  </a:lnTo>
                  <a:lnTo>
                    <a:pt x="407903" y="1169284"/>
                  </a:lnTo>
                  <a:lnTo>
                    <a:pt x="409763" y="1166036"/>
                  </a:lnTo>
                  <a:lnTo>
                    <a:pt x="411444" y="1162788"/>
                  </a:lnTo>
                  <a:lnTo>
                    <a:pt x="413028" y="1159539"/>
                  </a:lnTo>
                  <a:lnTo>
                    <a:pt x="414516" y="1156291"/>
                  </a:lnTo>
                  <a:lnTo>
                    <a:pt x="415832" y="1153043"/>
                  </a:lnTo>
                  <a:lnTo>
                    <a:pt x="417037" y="1149795"/>
                  </a:lnTo>
                  <a:lnTo>
                    <a:pt x="418143" y="1146547"/>
                  </a:lnTo>
                  <a:lnTo>
                    <a:pt x="419086" y="1143299"/>
                  </a:lnTo>
                  <a:lnTo>
                    <a:pt x="419906" y="1140051"/>
                  </a:lnTo>
                  <a:lnTo>
                    <a:pt x="420626" y="1136803"/>
                  </a:lnTo>
                  <a:lnTo>
                    <a:pt x="421195" y="1133555"/>
                  </a:lnTo>
                  <a:lnTo>
                    <a:pt x="421628" y="1130307"/>
                  </a:lnTo>
                  <a:lnTo>
                    <a:pt x="421961" y="1127059"/>
                  </a:lnTo>
                  <a:lnTo>
                    <a:pt x="422156" y="1123811"/>
                  </a:lnTo>
                  <a:lnTo>
                    <a:pt x="422204" y="1120563"/>
                  </a:lnTo>
                  <a:lnTo>
                    <a:pt x="422154" y="1117315"/>
                  </a:lnTo>
                  <a:lnTo>
                    <a:pt x="421979" y="1114067"/>
                  </a:lnTo>
                  <a:lnTo>
                    <a:pt x="421649" y="1110819"/>
                  </a:lnTo>
                  <a:lnTo>
                    <a:pt x="421223" y="1107571"/>
                  </a:lnTo>
                  <a:lnTo>
                    <a:pt x="420686" y="1104323"/>
                  </a:lnTo>
                  <a:lnTo>
                    <a:pt x="419986" y="1101075"/>
                  </a:lnTo>
                  <a:lnTo>
                    <a:pt x="419193" y="1097827"/>
                  </a:lnTo>
                  <a:lnTo>
                    <a:pt x="418304" y="1094579"/>
                  </a:lnTo>
                  <a:lnTo>
                    <a:pt x="417247" y="1091331"/>
                  </a:lnTo>
                  <a:lnTo>
                    <a:pt x="416100" y="1088083"/>
                  </a:lnTo>
                  <a:lnTo>
                    <a:pt x="414864" y="1084835"/>
                  </a:lnTo>
                  <a:lnTo>
                    <a:pt x="413471" y="1081587"/>
                  </a:lnTo>
                  <a:lnTo>
                    <a:pt x="411986" y="1078339"/>
                  </a:lnTo>
                  <a:lnTo>
                    <a:pt x="410416" y="1075091"/>
                  </a:lnTo>
                  <a:lnTo>
                    <a:pt x="408706" y="1071843"/>
                  </a:lnTo>
                  <a:lnTo>
                    <a:pt x="406900" y="1068595"/>
                  </a:lnTo>
                  <a:lnTo>
                    <a:pt x="405014" y="1065347"/>
                  </a:lnTo>
                  <a:lnTo>
                    <a:pt x="403007" y="1062099"/>
                  </a:lnTo>
                  <a:lnTo>
                    <a:pt x="400899" y="1058851"/>
                  </a:lnTo>
                  <a:lnTo>
                    <a:pt x="398718" y="1055603"/>
                  </a:lnTo>
                  <a:lnTo>
                    <a:pt x="398013" y="1054600"/>
                  </a:lnTo>
                  <a:lnTo>
                    <a:pt x="396433" y="1052355"/>
                  </a:lnTo>
                  <a:lnTo>
                    <a:pt x="394047" y="1049107"/>
                  </a:lnTo>
                  <a:lnTo>
                    <a:pt x="391593" y="1045859"/>
                  </a:lnTo>
                  <a:lnTo>
                    <a:pt x="389051" y="1042611"/>
                  </a:lnTo>
                  <a:lnTo>
                    <a:pt x="386409" y="1039363"/>
                  </a:lnTo>
                  <a:lnTo>
                    <a:pt x="383706" y="1036115"/>
                  </a:lnTo>
                  <a:lnTo>
                    <a:pt x="380931" y="1032867"/>
                  </a:lnTo>
                  <a:lnTo>
                    <a:pt x="378059" y="1029619"/>
                  </a:lnTo>
                  <a:lnTo>
                    <a:pt x="375133" y="1026371"/>
                  </a:lnTo>
                  <a:lnTo>
                    <a:pt x="372148" y="1023123"/>
                  </a:lnTo>
                  <a:lnTo>
                    <a:pt x="369071" y="1019875"/>
                  </a:lnTo>
                  <a:lnTo>
                    <a:pt x="365947" y="1016627"/>
                  </a:lnTo>
                  <a:lnTo>
                    <a:pt x="362775" y="1013379"/>
                  </a:lnTo>
                  <a:lnTo>
                    <a:pt x="359521" y="1010131"/>
                  </a:lnTo>
                  <a:lnTo>
                    <a:pt x="356223" y="1006883"/>
                  </a:lnTo>
                  <a:lnTo>
                    <a:pt x="352885" y="1003635"/>
                  </a:lnTo>
                  <a:lnTo>
                    <a:pt x="349481" y="1000387"/>
                  </a:lnTo>
                  <a:lnTo>
                    <a:pt x="346036" y="997139"/>
                  </a:lnTo>
                  <a:lnTo>
                    <a:pt x="342556" y="993891"/>
                  </a:lnTo>
                  <a:lnTo>
                    <a:pt x="339025" y="990643"/>
                  </a:lnTo>
                  <a:lnTo>
                    <a:pt x="335455" y="987395"/>
                  </a:lnTo>
                  <a:lnTo>
                    <a:pt x="331857" y="984147"/>
                  </a:lnTo>
                  <a:lnTo>
                    <a:pt x="328218" y="980899"/>
                  </a:lnTo>
                  <a:lnTo>
                    <a:pt x="324545" y="977651"/>
                  </a:lnTo>
                  <a:lnTo>
                    <a:pt x="320848" y="974403"/>
                  </a:lnTo>
                  <a:lnTo>
                    <a:pt x="317121" y="971155"/>
                  </a:lnTo>
                  <a:lnTo>
                    <a:pt x="313362" y="967907"/>
                  </a:lnTo>
                  <a:lnTo>
                    <a:pt x="309585" y="964659"/>
                  </a:lnTo>
                  <a:lnTo>
                    <a:pt x="305785" y="961411"/>
                  </a:lnTo>
                  <a:lnTo>
                    <a:pt x="301957" y="958163"/>
                  </a:lnTo>
                  <a:lnTo>
                    <a:pt x="298113" y="954915"/>
                  </a:lnTo>
                  <a:lnTo>
                    <a:pt x="294252" y="951667"/>
                  </a:lnTo>
                  <a:lnTo>
                    <a:pt x="290367" y="948419"/>
                  </a:lnTo>
                  <a:lnTo>
                    <a:pt x="286468" y="945171"/>
                  </a:lnTo>
                  <a:lnTo>
                    <a:pt x="282556" y="941923"/>
                  </a:lnTo>
                  <a:lnTo>
                    <a:pt x="278622" y="938675"/>
                  </a:lnTo>
                  <a:lnTo>
                    <a:pt x="274675" y="935427"/>
                  </a:lnTo>
                  <a:lnTo>
                    <a:pt x="270718" y="932179"/>
                  </a:lnTo>
                  <a:lnTo>
                    <a:pt x="266741" y="928931"/>
                  </a:lnTo>
                  <a:lnTo>
                    <a:pt x="262751" y="925683"/>
                  </a:lnTo>
                  <a:lnTo>
                    <a:pt x="258751" y="922435"/>
                  </a:lnTo>
                  <a:lnTo>
                    <a:pt x="254734" y="919187"/>
                  </a:lnTo>
                  <a:lnTo>
                    <a:pt x="250704" y="915939"/>
                  </a:lnTo>
                  <a:lnTo>
                    <a:pt x="246663" y="912691"/>
                  </a:lnTo>
                  <a:lnTo>
                    <a:pt x="242606" y="909443"/>
                  </a:lnTo>
                  <a:lnTo>
                    <a:pt x="238534" y="906195"/>
                  </a:lnTo>
                  <a:lnTo>
                    <a:pt x="234451" y="902947"/>
                  </a:lnTo>
                  <a:lnTo>
                    <a:pt x="230352" y="899699"/>
                  </a:lnTo>
                  <a:lnTo>
                    <a:pt x="226237" y="896451"/>
                  </a:lnTo>
                  <a:lnTo>
                    <a:pt x="222110" y="893203"/>
                  </a:lnTo>
                  <a:lnTo>
                    <a:pt x="217968" y="889955"/>
                  </a:lnTo>
                  <a:lnTo>
                    <a:pt x="213808" y="886707"/>
                  </a:lnTo>
                  <a:lnTo>
                    <a:pt x="209635" y="883459"/>
                  </a:lnTo>
                  <a:lnTo>
                    <a:pt x="205449" y="880211"/>
                  </a:lnTo>
                  <a:lnTo>
                    <a:pt x="201241" y="876963"/>
                  </a:lnTo>
                  <a:lnTo>
                    <a:pt x="197022" y="873715"/>
                  </a:lnTo>
                  <a:lnTo>
                    <a:pt x="192791" y="870466"/>
                  </a:lnTo>
                  <a:lnTo>
                    <a:pt x="188537" y="867218"/>
                  </a:lnTo>
                  <a:lnTo>
                    <a:pt x="184273" y="863970"/>
                  </a:lnTo>
                  <a:lnTo>
                    <a:pt x="179997" y="860722"/>
                  </a:lnTo>
                  <a:lnTo>
                    <a:pt x="175701" y="857474"/>
                  </a:lnTo>
                  <a:lnTo>
                    <a:pt x="171395" y="854226"/>
                  </a:lnTo>
                  <a:lnTo>
                    <a:pt x="167079" y="850978"/>
                  </a:lnTo>
                  <a:lnTo>
                    <a:pt x="162749" y="847730"/>
                  </a:lnTo>
                  <a:lnTo>
                    <a:pt x="158410" y="844482"/>
                  </a:lnTo>
                  <a:lnTo>
                    <a:pt x="154063" y="841234"/>
                  </a:lnTo>
                  <a:lnTo>
                    <a:pt x="149708" y="837986"/>
                  </a:lnTo>
                  <a:lnTo>
                    <a:pt x="145349" y="834738"/>
                  </a:lnTo>
                  <a:lnTo>
                    <a:pt x="140986" y="831490"/>
                  </a:lnTo>
                  <a:lnTo>
                    <a:pt x="136622" y="828242"/>
                  </a:lnTo>
                  <a:lnTo>
                    <a:pt x="132259" y="824994"/>
                  </a:lnTo>
                  <a:lnTo>
                    <a:pt x="127900" y="821746"/>
                  </a:lnTo>
                  <a:lnTo>
                    <a:pt x="123546" y="818498"/>
                  </a:lnTo>
                  <a:lnTo>
                    <a:pt x="119204" y="815250"/>
                  </a:lnTo>
                  <a:lnTo>
                    <a:pt x="114872" y="812002"/>
                  </a:lnTo>
                  <a:lnTo>
                    <a:pt x="110553" y="808754"/>
                  </a:lnTo>
                  <a:lnTo>
                    <a:pt x="106260" y="805506"/>
                  </a:lnTo>
                  <a:lnTo>
                    <a:pt x="101986" y="802258"/>
                  </a:lnTo>
                  <a:lnTo>
                    <a:pt x="97732" y="799010"/>
                  </a:lnTo>
                  <a:lnTo>
                    <a:pt x="93521" y="795762"/>
                  </a:lnTo>
                  <a:lnTo>
                    <a:pt x="89339" y="792514"/>
                  </a:lnTo>
                  <a:lnTo>
                    <a:pt x="85186" y="789266"/>
                  </a:lnTo>
                  <a:lnTo>
                    <a:pt x="81094" y="786018"/>
                  </a:lnTo>
                  <a:lnTo>
                    <a:pt x="77042" y="782770"/>
                  </a:lnTo>
                  <a:lnTo>
                    <a:pt x="73031" y="779522"/>
                  </a:lnTo>
                  <a:lnTo>
                    <a:pt x="69095" y="776274"/>
                  </a:lnTo>
                  <a:lnTo>
                    <a:pt x="65217" y="773026"/>
                  </a:lnTo>
                  <a:lnTo>
                    <a:pt x="62087" y="770370"/>
                  </a:lnTo>
                  <a:lnTo>
                    <a:pt x="61390" y="769778"/>
                  </a:lnTo>
                  <a:lnTo>
                    <a:pt x="57651" y="766530"/>
                  </a:lnTo>
                  <a:lnTo>
                    <a:pt x="53990" y="763282"/>
                  </a:lnTo>
                  <a:lnTo>
                    <a:pt x="50393" y="760034"/>
                  </a:lnTo>
                  <a:lnTo>
                    <a:pt x="46893" y="756786"/>
                  </a:lnTo>
                  <a:lnTo>
                    <a:pt x="43495" y="753538"/>
                  </a:lnTo>
                  <a:lnTo>
                    <a:pt x="40172" y="750290"/>
                  </a:lnTo>
                  <a:lnTo>
                    <a:pt x="36955" y="747042"/>
                  </a:lnTo>
                  <a:lnTo>
                    <a:pt x="33864" y="743794"/>
                  </a:lnTo>
                  <a:lnTo>
                    <a:pt x="30859" y="740546"/>
                  </a:lnTo>
                  <a:lnTo>
                    <a:pt x="27965" y="737298"/>
                  </a:lnTo>
                  <a:lnTo>
                    <a:pt x="25224" y="734050"/>
                  </a:lnTo>
                  <a:lnTo>
                    <a:pt x="22580" y="730802"/>
                  </a:lnTo>
                  <a:lnTo>
                    <a:pt x="20048" y="727554"/>
                  </a:lnTo>
                  <a:lnTo>
                    <a:pt x="17696" y="724306"/>
                  </a:lnTo>
                  <a:lnTo>
                    <a:pt x="15453" y="721058"/>
                  </a:lnTo>
                  <a:lnTo>
                    <a:pt x="13317" y="717810"/>
                  </a:lnTo>
                  <a:lnTo>
                    <a:pt x="11391" y="714562"/>
                  </a:lnTo>
                  <a:lnTo>
                    <a:pt x="9580" y="711314"/>
                  </a:lnTo>
                  <a:lnTo>
                    <a:pt x="7886" y="708066"/>
                  </a:lnTo>
                  <a:lnTo>
                    <a:pt x="6401" y="704818"/>
                  </a:lnTo>
                  <a:lnTo>
                    <a:pt x="5052" y="701570"/>
                  </a:lnTo>
                  <a:lnTo>
                    <a:pt x="3826" y="698322"/>
                  </a:lnTo>
                  <a:lnTo>
                    <a:pt x="2804" y="695074"/>
                  </a:lnTo>
                  <a:lnTo>
                    <a:pt x="1938" y="691826"/>
                  </a:lnTo>
                  <a:lnTo>
                    <a:pt x="1200" y="688578"/>
                  </a:lnTo>
                  <a:lnTo>
                    <a:pt x="657" y="685330"/>
                  </a:lnTo>
                  <a:lnTo>
                    <a:pt x="290" y="682082"/>
                  </a:lnTo>
                  <a:lnTo>
                    <a:pt x="54" y="678834"/>
                  </a:lnTo>
                  <a:lnTo>
                    <a:pt x="0" y="675586"/>
                  </a:lnTo>
                  <a:lnTo>
                    <a:pt x="139" y="672338"/>
                  </a:lnTo>
                  <a:lnTo>
                    <a:pt x="409" y="669090"/>
                  </a:lnTo>
                  <a:lnTo>
                    <a:pt x="847" y="665842"/>
                  </a:lnTo>
                  <a:lnTo>
                    <a:pt x="1493" y="662594"/>
                  </a:lnTo>
                  <a:lnTo>
                    <a:pt x="2269" y="659346"/>
                  </a:lnTo>
                  <a:lnTo>
                    <a:pt x="3196" y="656098"/>
                  </a:lnTo>
                  <a:lnTo>
                    <a:pt x="4344" y="652850"/>
                  </a:lnTo>
                  <a:lnTo>
                    <a:pt x="5618" y="649602"/>
                  </a:lnTo>
                  <a:lnTo>
                    <a:pt x="7025" y="646354"/>
                  </a:lnTo>
                  <a:lnTo>
                    <a:pt x="8662" y="643106"/>
                  </a:lnTo>
                  <a:lnTo>
                    <a:pt x="10421" y="639858"/>
                  </a:lnTo>
                  <a:lnTo>
                    <a:pt x="12303" y="636610"/>
                  </a:lnTo>
                  <a:lnTo>
                    <a:pt x="14402" y="633362"/>
                  </a:lnTo>
                  <a:lnTo>
                    <a:pt x="16628" y="630114"/>
                  </a:lnTo>
                  <a:lnTo>
                    <a:pt x="18971" y="626866"/>
                  </a:lnTo>
                  <a:lnTo>
                    <a:pt x="21507" y="623618"/>
                  </a:lnTo>
                  <a:lnTo>
                    <a:pt x="24176" y="620370"/>
                  </a:lnTo>
                  <a:lnTo>
                    <a:pt x="26956" y="617122"/>
                  </a:lnTo>
                  <a:lnTo>
                    <a:pt x="29905" y="613874"/>
                  </a:lnTo>
                  <a:lnTo>
                    <a:pt x="32992" y="610626"/>
                  </a:lnTo>
                  <a:lnTo>
                    <a:pt x="36182" y="607378"/>
                  </a:lnTo>
                  <a:lnTo>
                    <a:pt x="39518" y="604130"/>
                  </a:lnTo>
                  <a:lnTo>
                    <a:pt x="42994" y="600882"/>
                  </a:lnTo>
                  <a:lnTo>
                    <a:pt x="46566" y="597634"/>
                  </a:lnTo>
                  <a:lnTo>
                    <a:pt x="50262" y="594386"/>
                  </a:lnTo>
                  <a:lnTo>
                    <a:pt x="54098" y="591138"/>
                  </a:lnTo>
                  <a:lnTo>
                    <a:pt x="58021" y="587890"/>
                  </a:lnTo>
                  <a:lnTo>
                    <a:pt x="62048" y="584642"/>
                  </a:lnTo>
                  <a:lnTo>
                    <a:pt x="66213" y="581394"/>
                  </a:lnTo>
                  <a:lnTo>
                    <a:pt x="70457" y="578145"/>
                  </a:lnTo>
                  <a:lnTo>
                    <a:pt x="74786" y="574897"/>
                  </a:lnTo>
                  <a:lnTo>
                    <a:pt x="79250" y="571649"/>
                  </a:lnTo>
                  <a:lnTo>
                    <a:pt x="83784" y="568401"/>
                  </a:lnTo>
                  <a:lnTo>
                    <a:pt x="88390" y="565153"/>
                  </a:lnTo>
                  <a:lnTo>
                    <a:pt x="93119" y="561905"/>
                  </a:lnTo>
                  <a:lnTo>
                    <a:pt x="97914" y="558657"/>
                  </a:lnTo>
                  <a:lnTo>
                    <a:pt x="102771" y="555409"/>
                  </a:lnTo>
                  <a:lnTo>
                    <a:pt x="107732" y="552161"/>
                  </a:lnTo>
                  <a:lnTo>
                    <a:pt x="112758" y="548913"/>
                  </a:lnTo>
                  <a:lnTo>
                    <a:pt x="117838" y="545665"/>
                  </a:lnTo>
                  <a:lnTo>
                    <a:pt x="123003" y="542417"/>
                  </a:lnTo>
                  <a:lnTo>
                    <a:pt x="128230" y="539169"/>
                  </a:lnTo>
                  <a:lnTo>
                    <a:pt x="133505" y="535921"/>
                  </a:lnTo>
                  <a:lnTo>
                    <a:pt x="138848" y="532673"/>
                  </a:lnTo>
                  <a:lnTo>
                    <a:pt x="144248" y="529425"/>
                  </a:lnTo>
                  <a:lnTo>
                    <a:pt x="149689" y="526177"/>
                  </a:lnTo>
                  <a:lnTo>
                    <a:pt x="155183" y="522929"/>
                  </a:lnTo>
                  <a:lnTo>
                    <a:pt x="160729" y="519681"/>
                  </a:lnTo>
                  <a:lnTo>
                    <a:pt x="166309" y="516433"/>
                  </a:lnTo>
                  <a:lnTo>
                    <a:pt x="171928" y="513185"/>
                  </a:lnTo>
                  <a:lnTo>
                    <a:pt x="177593" y="509937"/>
                  </a:lnTo>
                  <a:lnTo>
                    <a:pt x="183284" y="506689"/>
                  </a:lnTo>
                  <a:lnTo>
                    <a:pt x="189003" y="503441"/>
                  </a:lnTo>
                  <a:lnTo>
                    <a:pt x="194759" y="500193"/>
                  </a:lnTo>
                  <a:lnTo>
                    <a:pt x="200535" y="496945"/>
                  </a:lnTo>
                  <a:lnTo>
                    <a:pt x="206328" y="493697"/>
                  </a:lnTo>
                  <a:lnTo>
                    <a:pt x="212150" y="490449"/>
                  </a:lnTo>
                  <a:lnTo>
                    <a:pt x="217983" y="487201"/>
                  </a:lnTo>
                  <a:lnTo>
                    <a:pt x="223827" y="483953"/>
                  </a:lnTo>
                  <a:lnTo>
                    <a:pt x="229686" y="480705"/>
                  </a:lnTo>
                  <a:lnTo>
                    <a:pt x="235551" y="477457"/>
                  </a:lnTo>
                  <a:lnTo>
                    <a:pt x="241419" y="474209"/>
                  </a:lnTo>
                  <a:lnTo>
                    <a:pt x="247291" y="470961"/>
                  </a:lnTo>
                  <a:lnTo>
                    <a:pt x="253160" y="467713"/>
                  </a:lnTo>
                  <a:lnTo>
                    <a:pt x="259027" y="464465"/>
                  </a:lnTo>
                  <a:lnTo>
                    <a:pt x="264886" y="461217"/>
                  </a:lnTo>
                  <a:lnTo>
                    <a:pt x="270734" y="457969"/>
                  </a:lnTo>
                  <a:lnTo>
                    <a:pt x="276573" y="454721"/>
                  </a:lnTo>
                  <a:lnTo>
                    <a:pt x="282396" y="451473"/>
                  </a:lnTo>
                  <a:lnTo>
                    <a:pt x="288198" y="448225"/>
                  </a:lnTo>
                  <a:lnTo>
                    <a:pt x="293984" y="444977"/>
                  </a:lnTo>
                  <a:lnTo>
                    <a:pt x="299747" y="441729"/>
                  </a:lnTo>
                  <a:lnTo>
                    <a:pt x="305478" y="438481"/>
                  </a:lnTo>
                  <a:lnTo>
                    <a:pt x="311186" y="435233"/>
                  </a:lnTo>
                  <a:lnTo>
                    <a:pt x="316866" y="431985"/>
                  </a:lnTo>
                  <a:lnTo>
                    <a:pt x="322502" y="428737"/>
                  </a:lnTo>
                  <a:lnTo>
                    <a:pt x="328109" y="425489"/>
                  </a:lnTo>
                  <a:lnTo>
                    <a:pt x="333685" y="422241"/>
                  </a:lnTo>
                  <a:lnTo>
                    <a:pt x="339203" y="418993"/>
                  </a:lnTo>
                  <a:lnTo>
                    <a:pt x="344687" y="415745"/>
                  </a:lnTo>
                  <a:lnTo>
                    <a:pt x="350136" y="412497"/>
                  </a:lnTo>
                  <a:lnTo>
                    <a:pt x="355518" y="409249"/>
                  </a:lnTo>
                  <a:lnTo>
                    <a:pt x="360858" y="406001"/>
                  </a:lnTo>
                  <a:lnTo>
                    <a:pt x="366159" y="402753"/>
                  </a:lnTo>
                  <a:lnTo>
                    <a:pt x="371389" y="399505"/>
                  </a:lnTo>
                  <a:lnTo>
                    <a:pt x="376566" y="396257"/>
                  </a:lnTo>
                  <a:lnTo>
                    <a:pt x="381699" y="393009"/>
                  </a:lnTo>
                  <a:lnTo>
                    <a:pt x="386761" y="389761"/>
                  </a:lnTo>
                  <a:lnTo>
                    <a:pt x="391760" y="386513"/>
                  </a:lnTo>
                  <a:lnTo>
                    <a:pt x="396710" y="383265"/>
                  </a:lnTo>
                  <a:lnTo>
                    <a:pt x="401589" y="380017"/>
                  </a:lnTo>
                  <a:lnTo>
                    <a:pt x="406394" y="376769"/>
                  </a:lnTo>
                  <a:lnTo>
                    <a:pt x="411148" y="373521"/>
                  </a:lnTo>
                  <a:lnTo>
                    <a:pt x="415832" y="370273"/>
                  </a:lnTo>
                  <a:lnTo>
                    <a:pt x="420432" y="367025"/>
                  </a:lnTo>
                  <a:lnTo>
                    <a:pt x="424977" y="363777"/>
                  </a:lnTo>
                  <a:lnTo>
                    <a:pt x="429456" y="360529"/>
                  </a:lnTo>
                  <a:lnTo>
                    <a:pt x="433841" y="357281"/>
                  </a:lnTo>
                  <a:lnTo>
                    <a:pt x="438169" y="354033"/>
                  </a:lnTo>
                  <a:lnTo>
                    <a:pt x="442435" y="350785"/>
                  </a:lnTo>
                  <a:lnTo>
                    <a:pt x="446598" y="347537"/>
                  </a:lnTo>
                  <a:lnTo>
                    <a:pt x="450702" y="344289"/>
                  </a:lnTo>
                  <a:lnTo>
                    <a:pt x="454747" y="341041"/>
                  </a:lnTo>
                  <a:lnTo>
                    <a:pt x="458684" y="337793"/>
                  </a:lnTo>
                  <a:lnTo>
                    <a:pt x="462560" y="334545"/>
                  </a:lnTo>
                  <a:lnTo>
                    <a:pt x="466376" y="331297"/>
                  </a:lnTo>
                  <a:lnTo>
                    <a:pt x="470089" y="328049"/>
                  </a:lnTo>
                  <a:lnTo>
                    <a:pt x="473734" y="324801"/>
                  </a:lnTo>
                  <a:lnTo>
                    <a:pt x="477319" y="321553"/>
                  </a:lnTo>
                  <a:lnTo>
                    <a:pt x="480808" y="318305"/>
                  </a:lnTo>
                  <a:lnTo>
                    <a:pt x="484221" y="315057"/>
                  </a:lnTo>
                  <a:lnTo>
                    <a:pt x="487575" y="311809"/>
                  </a:lnTo>
                  <a:lnTo>
                    <a:pt x="490840" y="308561"/>
                  </a:lnTo>
                  <a:lnTo>
                    <a:pt x="494024" y="305313"/>
                  </a:lnTo>
                  <a:lnTo>
                    <a:pt x="497149" y="302065"/>
                  </a:lnTo>
                  <a:lnTo>
                    <a:pt x="500193" y="298817"/>
                  </a:lnTo>
                  <a:lnTo>
                    <a:pt x="503150" y="295569"/>
                  </a:lnTo>
                  <a:lnTo>
                    <a:pt x="506049" y="292321"/>
                  </a:lnTo>
                  <a:lnTo>
                    <a:pt x="508876" y="289072"/>
                  </a:lnTo>
                  <a:lnTo>
                    <a:pt x="511611" y="285824"/>
                  </a:lnTo>
                  <a:lnTo>
                    <a:pt x="514289" y="282576"/>
                  </a:lnTo>
                  <a:lnTo>
                    <a:pt x="516904" y="279328"/>
                  </a:lnTo>
                  <a:lnTo>
                    <a:pt x="519423" y="276080"/>
                  </a:lnTo>
                  <a:lnTo>
                    <a:pt x="521887" y="272832"/>
                  </a:lnTo>
                  <a:lnTo>
                    <a:pt x="524296" y="269584"/>
                  </a:lnTo>
                  <a:lnTo>
                    <a:pt x="526605" y="266336"/>
                  </a:lnTo>
                  <a:lnTo>
                    <a:pt x="528862" y="263088"/>
                  </a:lnTo>
                  <a:lnTo>
                    <a:pt x="531066" y="259840"/>
                  </a:lnTo>
                  <a:lnTo>
                    <a:pt x="533179" y="256592"/>
                  </a:lnTo>
                  <a:lnTo>
                    <a:pt x="535237" y="253344"/>
                  </a:lnTo>
                  <a:lnTo>
                    <a:pt x="537244" y="250096"/>
                  </a:lnTo>
                  <a:lnTo>
                    <a:pt x="539171" y="246848"/>
                  </a:lnTo>
                  <a:lnTo>
                    <a:pt x="541038" y="243600"/>
                  </a:lnTo>
                  <a:lnTo>
                    <a:pt x="542858" y="240352"/>
                  </a:lnTo>
                  <a:lnTo>
                    <a:pt x="544606" y="237104"/>
                  </a:lnTo>
                  <a:lnTo>
                    <a:pt x="546292" y="233856"/>
                  </a:lnTo>
                  <a:lnTo>
                    <a:pt x="547933" y="230608"/>
                  </a:lnTo>
                  <a:lnTo>
                    <a:pt x="549512" y="227360"/>
                  </a:lnTo>
                  <a:lnTo>
                    <a:pt x="551028" y="224112"/>
                  </a:lnTo>
                  <a:lnTo>
                    <a:pt x="552501" y="220864"/>
                  </a:lnTo>
                  <a:lnTo>
                    <a:pt x="553920" y="217616"/>
                  </a:lnTo>
                  <a:lnTo>
                    <a:pt x="555274" y="214368"/>
                  </a:lnTo>
                  <a:lnTo>
                    <a:pt x="556589" y="211120"/>
                  </a:lnTo>
                  <a:lnTo>
                    <a:pt x="557858" y="207872"/>
                  </a:lnTo>
                  <a:lnTo>
                    <a:pt x="559062" y="204624"/>
                  </a:lnTo>
                  <a:lnTo>
                    <a:pt x="560230" y="201376"/>
                  </a:lnTo>
                  <a:lnTo>
                    <a:pt x="561359" y="198128"/>
                  </a:lnTo>
                  <a:lnTo>
                    <a:pt x="562423" y="194880"/>
                  </a:lnTo>
                  <a:lnTo>
                    <a:pt x="563453" y="191632"/>
                  </a:lnTo>
                  <a:lnTo>
                    <a:pt x="564450" y="188384"/>
                  </a:lnTo>
                  <a:lnTo>
                    <a:pt x="565387" y="185136"/>
                  </a:lnTo>
                  <a:lnTo>
                    <a:pt x="566291" y="181888"/>
                  </a:lnTo>
                  <a:lnTo>
                    <a:pt x="567164" y="178640"/>
                  </a:lnTo>
                  <a:lnTo>
                    <a:pt x="567986" y="175392"/>
                  </a:lnTo>
                  <a:lnTo>
                    <a:pt x="568774" y="172144"/>
                  </a:lnTo>
                  <a:lnTo>
                    <a:pt x="569534" y="168896"/>
                  </a:lnTo>
                  <a:lnTo>
                    <a:pt x="570250" y="165648"/>
                  </a:lnTo>
                  <a:lnTo>
                    <a:pt x="570933" y="162400"/>
                  </a:lnTo>
                  <a:lnTo>
                    <a:pt x="571589" y="159152"/>
                  </a:lnTo>
                  <a:lnTo>
                    <a:pt x="572210" y="155904"/>
                  </a:lnTo>
                  <a:lnTo>
                    <a:pt x="572797" y="152656"/>
                  </a:lnTo>
                  <a:lnTo>
                    <a:pt x="573361" y="149408"/>
                  </a:lnTo>
                  <a:lnTo>
                    <a:pt x="573895" y="146160"/>
                  </a:lnTo>
                  <a:lnTo>
                    <a:pt x="574396" y="142912"/>
                  </a:lnTo>
                  <a:lnTo>
                    <a:pt x="574877" y="139664"/>
                  </a:lnTo>
                  <a:lnTo>
                    <a:pt x="575333" y="136416"/>
                  </a:lnTo>
                  <a:lnTo>
                    <a:pt x="575758" y="133168"/>
                  </a:lnTo>
                  <a:lnTo>
                    <a:pt x="576165" y="129920"/>
                  </a:lnTo>
                  <a:lnTo>
                    <a:pt x="576552" y="126672"/>
                  </a:lnTo>
                  <a:lnTo>
                    <a:pt x="576909" y="123424"/>
                  </a:lnTo>
                  <a:lnTo>
                    <a:pt x="577250" y="120176"/>
                  </a:lnTo>
                  <a:lnTo>
                    <a:pt x="577576" y="116928"/>
                  </a:lnTo>
                  <a:lnTo>
                    <a:pt x="577875" y="113680"/>
                  </a:lnTo>
                  <a:lnTo>
                    <a:pt x="578159" y="110432"/>
                  </a:lnTo>
                  <a:lnTo>
                    <a:pt x="578430" y="107184"/>
                  </a:lnTo>
                  <a:lnTo>
                    <a:pt x="578678" y="103936"/>
                  </a:lnTo>
                  <a:lnTo>
                    <a:pt x="578913" y="100688"/>
                  </a:lnTo>
                  <a:lnTo>
                    <a:pt x="579137" y="97440"/>
                  </a:lnTo>
                  <a:lnTo>
                    <a:pt x="579342" y="94192"/>
                  </a:lnTo>
                  <a:lnTo>
                    <a:pt x="579534" y="90944"/>
                  </a:lnTo>
                  <a:lnTo>
                    <a:pt x="579717" y="87696"/>
                  </a:lnTo>
                  <a:lnTo>
                    <a:pt x="579885" y="84448"/>
                  </a:lnTo>
                  <a:lnTo>
                    <a:pt x="580041" y="81200"/>
                  </a:lnTo>
                  <a:lnTo>
                    <a:pt x="580189" y="77952"/>
                  </a:lnTo>
                  <a:lnTo>
                    <a:pt x="580326" y="74704"/>
                  </a:lnTo>
                  <a:lnTo>
                    <a:pt x="580452" y="71456"/>
                  </a:lnTo>
                  <a:lnTo>
                    <a:pt x="580571" y="68208"/>
                  </a:lnTo>
                  <a:lnTo>
                    <a:pt x="580681" y="64960"/>
                  </a:lnTo>
                  <a:lnTo>
                    <a:pt x="580781" y="61712"/>
                  </a:lnTo>
                  <a:lnTo>
                    <a:pt x="580876" y="58464"/>
                  </a:lnTo>
                  <a:lnTo>
                    <a:pt x="580964" y="55216"/>
                  </a:lnTo>
                  <a:lnTo>
                    <a:pt x="581044" y="51968"/>
                  </a:lnTo>
                  <a:lnTo>
                    <a:pt x="581118" y="48720"/>
                  </a:lnTo>
                  <a:lnTo>
                    <a:pt x="581188" y="45472"/>
                  </a:lnTo>
                  <a:lnTo>
                    <a:pt x="581250" y="42224"/>
                  </a:lnTo>
                  <a:lnTo>
                    <a:pt x="581308" y="38976"/>
                  </a:lnTo>
                  <a:lnTo>
                    <a:pt x="581363" y="35728"/>
                  </a:lnTo>
                  <a:lnTo>
                    <a:pt x="581411" y="32480"/>
                  </a:lnTo>
                  <a:lnTo>
                    <a:pt x="581457" y="29232"/>
                  </a:lnTo>
                  <a:lnTo>
                    <a:pt x="581499" y="25984"/>
                  </a:lnTo>
                  <a:lnTo>
                    <a:pt x="581536" y="22736"/>
                  </a:lnTo>
                  <a:lnTo>
                    <a:pt x="581571" y="19488"/>
                  </a:lnTo>
                  <a:lnTo>
                    <a:pt x="581603" y="16240"/>
                  </a:lnTo>
                  <a:lnTo>
                    <a:pt x="581632" y="12992"/>
                  </a:lnTo>
                  <a:lnTo>
                    <a:pt x="581658" y="9744"/>
                  </a:lnTo>
                  <a:lnTo>
                    <a:pt x="581683" y="6496"/>
                  </a:lnTo>
                  <a:lnTo>
                    <a:pt x="581705" y="3248"/>
                  </a:lnTo>
                  <a:lnTo>
                    <a:pt x="581724" y="0"/>
                  </a:lnTo>
                  <a:lnTo>
                    <a:pt x="582085" y="0"/>
                  </a:lnTo>
                  <a:lnTo>
                    <a:pt x="582105" y="3248"/>
                  </a:lnTo>
                  <a:lnTo>
                    <a:pt x="582127" y="6496"/>
                  </a:lnTo>
                  <a:lnTo>
                    <a:pt x="582152" y="9744"/>
                  </a:lnTo>
                  <a:lnTo>
                    <a:pt x="582178" y="12992"/>
                  </a:lnTo>
                  <a:lnTo>
                    <a:pt x="582207" y="16240"/>
                  </a:lnTo>
                  <a:lnTo>
                    <a:pt x="582239" y="19488"/>
                  </a:lnTo>
                  <a:lnTo>
                    <a:pt x="582274" y="22736"/>
                  </a:lnTo>
                  <a:lnTo>
                    <a:pt x="582311" y="25984"/>
                  </a:lnTo>
                  <a:lnTo>
                    <a:pt x="582353" y="29232"/>
                  </a:lnTo>
                  <a:lnTo>
                    <a:pt x="582398" y="32480"/>
                  </a:lnTo>
                  <a:lnTo>
                    <a:pt x="582447" y="35728"/>
                  </a:lnTo>
                  <a:lnTo>
                    <a:pt x="582502" y="38976"/>
                  </a:lnTo>
                  <a:lnTo>
                    <a:pt x="582560" y="42224"/>
                  </a:lnTo>
                  <a:lnTo>
                    <a:pt x="582622" y="45472"/>
                  </a:lnTo>
                  <a:lnTo>
                    <a:pt x="582692" y="48720"/>
                  </a:lnTo>
                  <a:lnTo>
                    <a:pt x="582766" y="51968"/>
                  </a:lnTo>
                  <a:lnTo>
                    <a:pt x="582846" y="55216"/>
                  </a:lnTo>
                  <a:lnTo>
                    <a:pt x="582934" y="58464"/>
                  </a:lnTo>
                  <a:lnTo>
                    <a:pt x="583028" y="61712"/>
                  </a:lnTo>
                  <a:lnTo>
                    <a:pt x="583129" y="64960"/>
                  </a:lnTo>
                  <a:lnTo>
                    <a:pt x="583239" y="68208"/>
                  </a:lnTo>
                  <a:lnTo>
                    <a:pt x="583358" y="71456"/>
                  </a:lnTo>
                  <a:lnTo>
                    <a:pt x="583484" y="74704"/>
                  </a:lnTo>
                  <a:lnTo>
                    <a:pt x="583621" y="77952"/>
                  </a:lnTo>
                  <a:lnTo>
                    <a:pt x="583768" y="81200"/>
                  </a:lnTo>
                  <a:lnTo>
                    <a:pt x="583925" y="84448"/>
                  </a:lnTo>
                  <a:lnTo>
                    <a:pt x="584093" y="87696"/>
                  </a:lnTo>
                  <a:lnTo>
                    <a:pt x="584276" y="90944"/>
                  </a:lnTo>
                  <a:lnTo>
                    <a:pt x="584468" y="94192"/>
                  </a:lnTo>
                  <a:lnTo>
                    <a:pt x="584673" y="97440"/>
                  </a:lnTo>
                  <a:lnTo>
                    <a:pt x="584897" y="100688"/>
                  </a:lnTo>
                  <a:lnTo>
                    <a:pt x="585131" y="103936"/>
                  </a:lnTo>
                  <a:lnTo>
                    <a:pt x="585380" y="107184"/>
                  </a:lnTo>
                  <a:lnTo>
                    <a:pt x="585651" y="110432"/>
                  </a:lnTo>
                  <a:lnTo>
                    <a:pt x="585935" y="113680"/>
                  </a:lnTo>
                  <a:lnTo>
                    <a:pt x="586234" y="116928"/>
                  </a:lnTo>
                  <a:lnTo>
                    <a:pt x="586559" y="120176"/>
                  </a:lnTo>
                  <a:lnTo>
                    <a:pt x="586901" y="123424"/>
                  </a:lnTo>
                  <a:lnTo>
                    <a:pt x="587258" y="126672"/>
                  </a:lnTo>
                  <a:lnTo>
                    <a:pt x="587645" y="129920"/>
                  </a:lnTo>
                  <a:lnTo>
                    <a:pt x="588052" y="133168"/>
                  </a:lnTo>
                  <a:lnTo>
                    <a:pt x="588477" y="136416"/>
                  </a:lnTo>
                  <a:lnTo>
                    <a:pt x="588933" y="139664"/>
                  </a:lnTo>
                  <a:lnTo>
                    <a:pt x="589414" y="142912"/>
                  </a:lnTo>
                  <a:lnTo>
                    <a:pt x="589915" y="146160"/>
                  </a:lnTo>
                  <a:lnTo>
                    <a:pt x="590449" y="149408"/>
                  </a:lnTo>
                  <a:lnTo>
                    <a:pt x="591013" y="152656"/>
                  </a:lnTo>
                  <a:lnTo>
                    <a:pt x="591600" y="155904"/>
                  </a:lnTo>
                  <a:lnTo>
                    <a:pt x="592220" y="159152"/>
                  </a:lnTo>
                  <a:lnTo>
                    <a:pt x="592877" y="162400"/>
                  </a:lnTo>
                  <a:lnTo>
                    <a:pt x="593560" y="165648"/>
                  </a:lnTo>
                  <a:lnTo>
                    <a:pt x="594276" y="168896"/>
                  </a:lnTo>
                  <a:lnTo>
                    <a:pt x="595036" y="172144"/>
                  </a:lnTo>
                  <a:lnTo>
                    <a:pt x="595824" y="175392"/>
                  </a:lnTo>
                  <a:lnTo>
                    <a:pt x="596646" y="178640"/>
                  </a:lnTo>
                  <a:lnTo>
                    <a:pt x="597519" y="181888"/>
                  </a:lnTo>
                  <a:lnTo>
                    <a:pt x="598423" y="185136"/>
                  </a:lnTo>
                  <a:lnTo>
                    <a:pt x="599360" y="188384"/>
                  </a:lnTo>
                  <a:lnTo>
                    <a:pt x="600357" y="191632"/>
                  </a:lnTo>
                  <a:lnTo>
                    <a:pt x="601387" y="194880"/>
                  </a:lnTo>
                  <a:lnTo>
                    <a:pt x="602451" y="198128"/>
                  </a:lnTo>
                  <a:lnTo>
                    <a:pt x="603580" y="201376"/>
                  </a:lnTo>
                  <a:lnTo>
                    <a:pt x="604748" y="204624"/>
                  </a:lnTo>
                  <a:lnTo>
                    <a:pt x="605952" y="207872"/>
                  </a:lnTo>
                  <a:lnTo>
                    <a:pt x="607221" y="211120"/>
                  </a:lnTo>
                  <a:lnTo>
                    <a:pt x="608536" y="214368"/>
                  </a:lnTo>
                  <a:lnTo>
                    <a:pt x="609890" y="217616"/>
                  </a:lnTo>
                  <a:lnTo>
                    <a:pt x="611309" y="220864"/>
                  </a:lnTo>
                  <a:lnTo>
                    <a:pt x="612782" y="224112"/>
                  </a:lnTo>
                  <a:lnTo>
                    <a:pt x="614298" y="227360"/>
                  </a:lnTo>
                  <a:lnTo>
                    <a:pt x="615877" y="230608"/>
                  </a:lnTo>
                  <a:lnTo>
                    <a:pt x="617518" y="233856"/>
                  </a:lnTo>
                  <a:lnTo>
                    <a:pt x="619204" y="237104"/>
                  </a:lnTo>
                  <a:lnTo>
                    <a:pt x="620952" y="240352"/>
                  </a:lnTo>
                  <a:lnTo>
                    <a:pt x="622772" y="243600"/>
                  </a:lnTo>
                  <a:lnTo>
                    <a:pt x="624639" y="246848"/>
                  </a:lnTo>
                  <a:lnTo>
                    <a:pt x="626566" y="250096"/>
                  </a:lnTo>
                  <a:lnTo>
                    <a:pt x="628573" y="253344"/>
                  </a:lnTo>
                  <a:lnTo>
                    <a:pt x="630631" y="256592"/>
                  </a:lnTo>
                  <a:lnTo>
                    <a:pt x="632744" y="259840"/>
                  </a:lnTo>
                  <a:lnTo>
                    <a:pt x="634948" y="263088"/>
                  </a:lnTo>
                  <a:lnTo>
                    <a:pt x="637205" y="266336"/>
                  </a:lnTo>
                  <a:lnTo>
                    <a:pt x="639514" y="269584"/>
                  </a:lnTo>
                  <a:lnTo>
                    <a:pt x="641923" y="272832"/>
                  </a:lnTo>
                  <a:lnTo>
                    <a:pt x="644387" y="276080"/>
                  </a:lnTo>
                  <a:lnTo>
                    <a:pt x="646906" y="279328"/>
                  </a:lnTo>
                  <a:lnTo>
                    <a:pt x="649521" y="282576"/>
                  </a:lnTo>
                  <a:lnTo>
                    <a:pt x="652199" y="285824"/>
                  </a:lnTo>
                  <a:lnTo>
                    <a:pt x="654934" y="289072"/>
                  </a:lnTo>
                  <a:lnTo>
                    <a:pt x="657761" y="292321"/>
                  </a:lnTo>
                  <a:lnTo>
                    <a:pt x="660660" y="295569"/>
                  </a:lnTo>
                  <a:lnTo>
                    <a:pt x="663617" y="298817"/>
                  </a:lnTo>
                  <a:lnTo>
                    <a:pt x="666661" y="302065"/>
                  </a:lnTo>
                  <a:lnTo>
                    <a:pt x="669786" y="305313"/>
                  </a:lnTo>
                  <a:lnTo>
                    <a:pt x="672969" y="308561"/>
                  </a:lnTo>
                  <a:lnTo>
                    <a:pt x="676235" y="311809"/>
                  </a:lnTo>
                  <a:lnTo>
                    <a:pt x="679589" y="315057"/>
                  </a:lnTo>
                  <a:lnTo>
                    <a:pt x="683002" y="318305"/>
                  </a:lnTo>
                  <a:lnTo>
                    <a:pt x="686491" y="321553"/>
                  </a:lnTo>
                  <a:lnTo>
                    <a:pt x="690076" y="324801"/>
                  </a:lnTo>
                  <a:lnTo>
                    <a:pt x="693721" y="328049"/>
                  </a:lnTo>
                  <a:lnTo>
                    <a:pt x="697434" y="331297"/>
                  </a:lnTo>
                  <a:lnTo>
                    <a:pt x="701250" y="334545"/>
                  </a:lnTo>
                  <a:lnTo>
                    <a:pt x="705126" y="337793"/>
                  </a:lnTo>
                  <a:lnTo>
                    <a:pt x="709063" y="341041"/>
                  </a:lnTo>
                  <a:lnTo>
                    <a:pt x="713108" y="344289"/>
                  </a:lnTo>
                  <a:lnTo>
                    <a:pt x="717212" y="347537"/>
                  </a:lnTo>
                  <a:lnTo>
                    <a:pt x="721375" y="350785"/>
                  </a:lnTo>
                  <a:lnTo>
                    <a:pt x="725641" y="354033"/>
                  </a:lnTo>
                  <a:lnTo>
                    <a:pt x="729969" y="357281"/>
                  </a:lnTo>
                  <a:lnTo>
                    <a:pt x="734354" y="360529"/>
                  </a:lnTo>
                  <a:lnTo>
                    <a:pt x="738833" y="363777"/>
                  </a:lnTo>
                  <a:lnTo>
                    <a:pt x="743378" y="367025"/>
                  </a:lnTo>
                  <a:lnTo>
                    <a:pt x="747978" y="370273"/>
                  </a:lnTo>
                  <a:lnTo>
                    <a:pt x="752662" y="373521"/>
                  </a:lnTo>
                  <a:lnTo>
                    <a:pt x="757416" y="376769"/>
                  </a:lnTo>
                  <a:lnTo>
                    <a:pt x="762221" y="380017"/>
                  </a:lnTo>
                  <a:lnTo>
                    <a:pt x="767100" y="383265"/>
                  </a:lnTo>
                  <a:lnTo>
                    <a:pt x="772050" y="386513"/>
                  </a:lnTo>
                  <a:lnTo>
                    <a:pt x="777049" y="389761"/>
                  </a:lnTo>
                  <a:lnTo>
                    <a:pt x="782110" y="393009"/>
                  </a:lnTo>
                  <a:lnTo>
                    <a:pt x="787244" y="396257"/>
                  </a:lnTo>
                  <a:lnTo>
                    <a:pt x="792421" y="399505"/>
                  </a:lnTo>
                  <a:lnTo>
                    <a:pt x="797651" y="402753"/>
                  </a:lnTo>
                  <a:lnTo>
                    <a:pt x="802952" y="406001"/>
                  </a:lnTo>
                  <a:lnTo>
                    <a:pt x="808292" y="409249"/>
                  </a:lnTo>
                  <a:lnTo>
                    <a:pt x="813674" y="412497"/>
                  </a:lnTo>
                  <a:lnTo>
                    <a:pt x="819123" y="415745"/>
                  </a:lnTo>
                  <a:lnTo>
                    <a:pt x="824607" y="418993"/>
                  </a:lnTo>
                  <a:lnTo>
                    <a:pt x="830125" y="422241"/>
                  </a:lnTo>
                  <a:lnTo>
                    <a:pt x="835701" y="425489"/>
                  </a:lnTo>
                  <a:lnTo>
                    <a:pt x="841308" y="428737"/>
                  </a:lnTo>
                  <a:lnTo>
                    <a:pt x="846944" y="431985"/>
                  </a:lnTo>
                  <a:lnTo>
                    <a:pt x="852624" y="435233"/>
                  </a:lnTo>
                  <a:lnTo>
                    <a:pt x="858332" y="438481"/>
                  </a:lnTo>
                  <a:lnTo>
                    <a:pt x="864063" y="441729"/>
                  </a:lnTo>
                  <a:lnTo>
                    <a:pt x="869826" y="444977"/>
                  </a:lnTo>
                  <a:lnTo>
                    <a:pt x="875612" y="448225"/>
                  </a:lnTo>
                  <a:lnTo>
                    <a:pt x="881414" y="451473"/>
                  </a:lnTo>
                  <a:lnTo>
                    <a:pt x="887237" y="454721"/>
                  </a:lnTo>
                  <a:lnTo>
                    <a:pt x="893075" y="457969"/>
                  </a:lnTo>
                  <a:lnTo>
                    <a:pt x="898924" y="461217"/>
                  </a:lnTo>
                  <a:lnTo>
                    <a:pt x="904783" y="464465"/>
                  </a:lnTo>
                  <a:lnTo>
                    <a:pt x="910650" y="467713"/>
                  </a:lnTo>
                  <a:lnTo>
                    <a:pt x="916519" y="470961"/>
                  </a:lnTo>
                  <a:lnTo>
                    <a:pt x="922391" y="474209"/>
                  </a:lnTo>
                  <a:lnTo>
                    <a:pt x="928259" y="477457"/>
                  </a:lnTo>
                  <a:lnTo>
                    <a:pt x="934124" y="480705"/>
                  </a:lnTo>
                  <a:lnTo>
                    <a:pt x="939982" y="483953"/>
                  </a:lnTo>
                  <a:lnTo>
                    <a:pt x="945827" y="487201"/>
                  </a:lnTo>
                  <a:lnTo>
                    <a:pt x="951660" y="490449"/>
                  </a:lnTo>
                  <a:lnTo>
                    <a:pt x="957482" y="493697"/>
                  </a:lnTo>
                  <a:lnTo>
                    <a:pt x="963275" y="496945"/>
                  </a:lnTo>
                  <a:lnTo>
                    <a:pt x="969051" y="500193"/>
                  </a:lnTo>
                  <a:lnTo>
                    <a:pt x="974807" y="503441"/>
                  </a:lnTo>
                  <a:lnTo>
                    <a:pt x="980526" y="506689"/>
                  </a:lnTo>
                  <a:lnTo>
                    <a:pt x="986217" y="509937"/>
                  </a:lnTo>
                  <a:lnTo>
                    <a:pt x="991882" y="513185"/>
                  </a:lnTo>
                  <a:lnTo>
                    <a:pt x="997501" y="516433"/>
                  </a:lnTo>
                  <a:lnTo>
                    <a:pt x="1003081" y="519681"/>
                  </a:lnTo>
                  <a:lnTo>
                    <a:pt x="1008627" y="522929"/>
                  </a:lnTo>
                  <a:lnTo>
                    <a:pt x="1014121" y="526177"/>
                  </a:lnTo>
                  <a:lnTo>
                    <a:pt x="1019562" y="529425"/>
                  </a:lnTo>
                  <a:lnTo>
                    <a:pt x="1024962" y="532673"/>
                  </a:lnTo>
                  <a:lnTo>
                    <a:pt x="1030305" y="535921"/>
                  </a:lnTo>
                  <a:lnTo>
                    <a:pt x="1035579" y="539169"/>
                  </a:lnTo>
                  <a:lnTo>
                    <a:pt x="1040807" y="542417"/>
                  </a:lnTo>
                  <a:lnTo>
                    <a:pt x="1045972" y="545665"/>
                  </a:lnTo>
                  <a:lnTo>
                    <a:pt x="1051052" y="548913"/>
                  </a:lnTo>
                  <a:lnTo>
                    <a:pt x="1056078" y="552161"/>
                  </a:lnTo>
                  <a:lnTo>
                    <a:pt x="1061038" y="555409"/>
                  </a:lnTo>
                  <a:lnTo>
                    <a:pt x="1065896" y="558657"/>
                  </a:lnTo>
                  <a:lnTo>
                    <a:pt x="1070691" y="561905"/>
                  </a:lnTo>
                  <a:lnTo>
                    <a:pt x="1075420" y="565153"/>
                  </a:lnTo>
                  <a:lnTo>
                    <a:pt x="1080026" y="568401"/>
                  </a:lnTo>
                  <a:lnTo>
                    <a:pt x="1084560" y="571649"/>
                  </a:lnTo>
                  <a:lnTo>
                    <a:pt x="1089024" y="574897"/>
                  </a:lnTo>
                  <a:lnTo>
                    <a:pt x="1093353" y="578145"/>
                  </a:lnTo>
                  <a:lnTo>
                    <a:pt x="1097597" y="581394"/>
                  </a:lnTo>
                  <a:lnTo>
                    <a:pt x="1101762" y="584642"/>
                  </a:lnTo>
                  <a:lnTo>
                    <a:pt x="1105789" y="587890"/>
                  </a:lnTo>
                  <a:lnTo>
                    <a:pt x="1109712" y="591138"/>
                  </a:lnTo>
                  <a:lnTo>
                    <a:pt x="1113548" y="594386"/>
                  </a:lnTo>
                  <a:lnTo>
                    <a:pt x="1117244" y="597634"/>
                  </a:lnTo>
                  <a:lnTo>
                    <a:pt x="1120815" y="600882"/>
                  </a:lnTo>
                  <a:lnTo>
                    <a:pt x="1124292" y="604130"/>
                  </a:lnTo>
                  <a:lnTo>
                    <a:pt x="1127628" y="607378"/>
                  </a:lnTo>
                  <a:lnTo>
                    <a:pt x="1130818" y="610626"/>
                  </a:lnTo>
                  <a:lnTo>
                    <a:pt x="1133905" y="613874"/>
                  </a:lnTo>
                  <a:lnTo>
                    <a:pt x="1136917" y="617195"/>
                  </a:lnTo>
                  <a:lnTo>
                    <a:pt x="1139634" y="620370"/>
                  </a:lnTo>
                  <a:lnTo>
                    <a:pt x="1142303" y="623618"/>
                  </a:lnTo>
                  <a:lnTo>
                    <a:pt x="1144839" y="626866"/>
                  </a:lnTo>
                  <a:lnTo>
                    <a:pt x="1147182" y="630114"/>
                  </a:lnTo>
                  <a:lnTo>
                    <a:pt x="1149408" y="633362"/>
                  </a:lnTo>
                  <a:lnTo>
                    <a:pt x="1151507" y="636610"/>
                  </a:lnTo>
                  <a:lnTo>
                    <a:pt x="1153389" y="639858"/>
                  </a:lnTo>
                  <a:lnTo>
                    <a:pt x="1155148" y="643106"/>
                  </a:lnTo>
                  <a:lnTo>
                    <a:pt x="1156785" y="646354"/>
                  </a:lnTo>
                  <a:lnTo>
                    <a:pt x="1158192" y="649602"/>
                  </a:lnTo>
                  <a:lnTo>
                    <a:pt x="1159466" y="652850"/>
                  </a:lnTo>
                  <a:lnTo>
                    <a:pt x="1160614" y="656098"/>
                  </a:lnTo>
                  <a:lnTo>
                    <a:pt x="1161541" y="659346"/>
                  </a:lnTo>
                  <a:lnTo>
                    <a:pt x="1162317" y="662594"/>
                  </a:lnTo>
                  <a:lnTo>
                    <a:pt x="1162963" y="665842"/>
                  </a:lnTo>
                  <a:lnTo>
                    <a:pt x="1163401" y="669090"/>
                  </a:lnTo>
                  <a:lnTo>
                    <a:pt x="1163671" y="672338"/>
                  </a:lnTo>
                  <a:lnTo>
                    <a:pt x="1163810" y="675586"/>
                  </a:lnTo>
                  <a:lnTo>
                    <a:pt x="1163756" y="678834"/>
                  </a:lnTo>
                  <a:lnTo>
                    <a:pt x="1163520" y="682082"/>
                  </a:lnTo>
                  <a:lnTo>
                    <a:pt x="1163153" y="685330"/>
                  </a:lnTo>
                  <a:lnTo>
                    <a:pt x="1162610" y="688578"/>
                  </a:lnTo>
                  <a:lnTo>
                    <a:pt x="1161872" y="691826"/>
                  </a:lnTo>
                  <a:lnTo>
                    <a:pt x="1161006" y="695074"/>
                  </a:lnTo>
                  <a:lnTo>
                    <a:pt x="1159984" y="698322"/>
                  </a:lnTo>
                  <a:lnTo>
                    <a:pt x="1158758" y="701570"/>
                  </a:lnTo>
                  <a:lnTo>
                    <a:pt x="1157409" y="704818"/>
                  </a:lnTo>
                  <a:lnTo>
                    <a:pt x="1155924" y="708066"/>
                  </a:lnTo>
                  <a:lnTo>
                    <a:pt x="1154230" y="711314"/>
                  </a:lnTo>
                  <a:lnTo>
                    <a:pt x="1152419" y="714562"/>
                  </a:lnTo>
                  <a:lnTo>
                    <a:pt x="1150493" y="717810"/>
                  </a:lnTo>
                  <a:lnTo>
                    <a:pt x="1148357" y="721058"/>
                  </a:lnTo>
                  <a:lnTo>
                    <a:pt x="1146113" y="724306"/>
                  </a:lnTo>
                  <a:lnTo>
                    <a:pt x="1143762" y="727554"/>
                  </a:lnTo>
                  <a:lnTo>
                    <a:pt x="1141230" y="730802"/>
                  </a:lnTo>
                  <a:lnTo>
                    <a:pt x="1138586" y="734050"/>
                  </a:lnTo>
                  <a:lnTo>
                    <a:pt x="1135845" y="737298"/>
                  </a:lnTo>
                  <a:lnTo>
                    <a:pt x="1132951" y="740546"/>
                  </a:lnTo>
                  <a:lnTo>
                    <a:pt x="1129946" y="743794"/>
                  </a:lnTo>
                  <a:lnTo>
                    <a:pt x="1126855" y="747042"/>
                  </a:lnTo>
                  <a:lnTo>
                    <a:pt x="1123638" y="750290"/>
                  </a:lnTo>
                  <a:lnTo>
                    <a:pt x="1120315" y="753538"/>
                  </a:lnTo>
                  <a:lnTo>
                    <a:pt x="1116917" y="756786"/>
                  </a:lnTo>
                  <a:lnTo>
                    <a:pt x="1113417" y="760034"/>
                  </a:lnTo>
                  <a:lnTo>
                    <a:pt x="1109820" y="763282"/>
                  </a:lnTo>
                  <a:lnTo>
                    <a:pt x="1106159" y="766530"/>
                  </a:lnTo>
                  <a:lnTo>
                    <a:pt x="1102420" y="769778"/>
                  </a:lnTo>
                  <a:lnTo>
                    <a:pt x="1101723" y="770370"/>
                  </a:lnTo>
                  <a:lnTo>
                    <a:pt x="1098593" y="773026"/>
                  </a:lnTo>
                  <a:lnTo>
                    <a:pt x="1094715" y="776274"/>
                  </a:lnTo>
                  <a:lnTo>
                    <a:pt x="1090779" y="779522"/>
                  </a:lnTo>
                  <a:lnTo>
                    <a:pt x="1086767" y="782770"/>
                  </a:lnTo>
                  <a:lnTo>
                    <a:pt x="1082716" y="786018"/>
                  </a:lnTo>
                  <a:lnTo>
                    <a:pt x="1078624" y="789266"/>
                  </a:lnTo>
                  <a:lnTo>
                    <a:pt x="1074471" y="792514"/>
                  </a:lnTo>
                  <a:lnTo>
                    <a:pt x="1070288" y="795762"/>
                  </a:lnTo>
                  <a:lnTo>
                    <a:pt x="1066078" y="799010"/>
                  </a:lnTo>
                  <a:lnTo>
                    <a:pt x="1061824" y="802258"/>
                  </a:lnTo>
                  <a:lnTo>
                    <a:pt x="1057550" y="805506"/>
                  </a:lnTo>
                  <a:lnTo>
                    <a:pt x="1053257" y="808754"/>
                  </a:lnTo>
                  <a:lnTo>
                    <a:pt x="1048938" y="812002"/>
                  </a:lnTo>
                  <a:lnTo>
                    <a:pt x="1044606" y="815250"/>
                  </a:lnTo>
                  <a:lnTo>
                    <a:pt x="1040264" y="818498"/>
                  </a:lnTo>
                  <a:lnTo>
                    <a:pt x="1035910" y="821746"/>
                  </a:lnTo>
                  <a:lnTo>
                    <a:pt x="1031551" y="824994"/>
                  </a:lnTo>
                  <a:lnTo>
                    <a:pt x="1027188" y="828242"/>
                  </a:lnTo>
                  <a:lnTo>
                    <a:pt x="1022824" y="831490"/>
                  </a:lnTo>
                  <a:lnTo>
                    <a:pt x="1018461" y="834738"/>
                  </a:lnTo>
                  <a:lnTo>
                    <a:pt x="1014101" y="837986"/>
                  </a:lnTo>
                  <a:lnTo>
                    <a:pt x="1009746" y="841234"/>
                  </a:lnTo>
                  <a:lnTo>
                    <a:pt x="1005400" y="844482"/>
                  </a:lnTo>
                  <a:lnTo>
                    <a:pt x="1001061" y="847730"/>
                  </a:lnTo>
                  <a:lnTo>
                    <a:pt x="996731" y="850978"/>
                  </a:lnTo>
                  <a:lnTo>
                    <a:pt x="992415" y="854226"/>
                  </a:lnTo>
                  <a:lnTo>
                    <a:pt x="988109" y="857474"/>
                  </a:lnTo>
                  <a:lnTo>
                    <a:pt x="983813" y="860722"/>
                  </a:lnTo>
                  <a:lnTo>
                    <a:pt x="979537" y="863970"/>
                  </a:lnTo>
                  <a:lnTo>
                    <a:pt x="975273" y="867218"/>
                  </a:lnTo>
                  <a:lnTo>
                    <a:pt x="971019" y="870466"/>
                  </a:lnTo>
                  <a:lnTo>
                    <a:pt x="966788" y="873715"/>
                  </a:lnTo>
                  <a:lnTo>
                    <a:pt x="962568" y="876963"/>
                  </a:lnTo>
                  <a:lnTo>
                    <a:pt x="958361" y="880211"/>
                  </a:lnTo>
                  <a:lnTo>
                    <a:pt x="954175" y="883459"/>
                  </a:lnTo>
                  <a:lnTo>
                    <a:pt x="950002" y="886707"/>
                  </a:lnTo>
                  <a:lnTo>
                    <a:pt x="945842" y="889955"/>
                  </a:lnTo>
                  <a:lnTo>
                    <a:pt x="941700" y="893203"/>
                  </a:lnTo>
                  <a:lnTo>
                    <a:pt x="937573" y="896451"/>
                  </a:lnTo>
                  <a:lnTo>
                    <a:pt x="933458" y="899699"/>
                  </a:lnTo>
                  <a:lnTo>
                    <a:pt x="929359" y="902947"/>
                  </a:lnTo>
                  <a:lnTo>
                    <a:pt x="925276" y="906195"/>
                  </a:lnTo>
                  <a:lnTo>
                    <a:pt x="921204" y="909443"/>
                  </a:lnTo>
                  <a:lnTo>
                    <a:pt x="917147" y="912691"/>
                  </a:lnTo>
                  <a:lnTo>
                    <a:pt x="913106" y="915939"/>
                  </a:lnTo>
                  <a:lnTo>
                    <a:pt x="909076" y="919187"/>
                  </a:lnTo>
                  <a:lnTo>
                    <a:pt x="905058" y="922435"/>
                  </a:lnTo>
                  <a:lnTo>
                    <a:pt x="901059" y="925683"/>
                  </a:lnTo>
                  <a:lnTo>
                    <a:pt x="897069" y="928931"/>
                  </a:lnTo>
                  <a:lnTo>
                    <a:pt x="893092" y="932179"/>
                  </a:lnTo>
                  <a:lnTo>
                    <a:pt x="889135" y="935427"/>
                  </a:lnTo>
                  <a:lnTo>
                    <a:pt x="885188" y="938675"/>
                  </a:lnTo>
                  <a:lnTo>
                    <a:pt x="881254" y="941923"/>
                  </a:lnTo>
                  <a:lnTo>
                    <a:pt x="877342" y="945171"/>
                  </a:lnTo>
                  <a:lnTo>
                    <a:pt x="873443" y="948419"/>
                  </a:lnTo>
                  <a:lnTo>
                    <a:pt x="869558" y="951667"/>
                  </a:lnTo>
                  <a:lnTo>
                    <a:pt x="865697" y="954915"/>
                  </a:lnTo>
                  <a:lnTo>
                    <a:pt x="861853" y="958163"/>
                  </a:lnTo>
                  <a:lnTo>
                    <a:pt x="858025" y="961411"/>
                  </a:lnTo>
                  <a:lnTo>
                    <a:pt x="854225" y="964659"/>
                  </a:lnTo>
                  <a:lnTo>
                    <a:pt x="850448" y="967907"/>
                  </a:lnTo>
                  <a:lnTo>
                    <a:pt x="846689" y="971155"/>
                  </a:lnTo>
                  <a:lnTo>
                    <a:pt x="842962" y="974403"/>
                  </a:lnTo>
                  <a:lnTo>
                    <a:pt x="839265" y="977651"/>
                  </a:lnTo>
                  <a:lnTo>
                    <a:pt x="835592" y="980899"/>
                  </a:lnTo>
                  <a:lnTo>
                    <a:pt x="831953" y="984147"/>
                  </a:lnTo>
                  <a:lnTo>
                    <a:pt x="828355" y="987395"/>
                  </a:lnTo>
                  <a:lnTo>
                    <a:pt x="824785" y="990643"/>
                  </a:lnTo>
                  <a:lnTo>
                    <a:pt x="821254" y="993891"/>
                  </a:lnTo>
                  <a:lnTo>
                    <a:pt x="817774" y="997139"/>
                  </a:lnTo>
                  <a:lnTo>
                    <a:pt x="814329" y="1000387"/>
                  </a:lnTo>
                  <a:lnTo>
                    <a:pt x="810925" y="1003635"/>
                  </a:lnTo>
                  <a:lnTo>
                    <a:pt x="807587" y="1006883"/>
                  </a:lnTo>
                  <a:lnTo>
                    <a:pt x="804289" y="1010131"/>
                  </a:lnTo>
                  <a:lnTo>
                    <a:pt x="801035" y="1013379"/>
                  </a:lnTo>
                  <a:lnTo>
                    <a:pt x="797863" y="1016627"/>
                  </a:lnTo>
                  <a:lnTo>
                    <a:pt x="794738" y="1019875"/>
                  </a:lnTo>
                  <a:lnTo>
                    <a:pt x="791662" y="1023123"/>
                  </a:lnTo>
                  <a:lnTo>
                    <a:pt x="788677" y="1026371"/>
                  </a:lnTo>
                  <a:lnTo>
                    <a:pt x="785750" y="1029619"/>
                  </a:lnTo>
                  <a:lnTo>
                    <a:pt x="782879" y="1032867"/>
                  </a:lnTo>
                  <a:lnTo>
                    <a:pt x="780103" y="1036115"/>
                  </a:lnTo>
                  <a:lnTo>
                    <a:pt x="777401" y="1039363"/>
                  </a:lnTo>
                  <a:lnTo>
                    <a:pt x="774759" y="1042611"/>
                  </a:lnTo>
                  <a:lnTo>
                    <a:pt x="772217" y="1045859"/>
                  </a:lnTo>
                  <a:lnTo>
                    <a:pt x="769763" y="1049107"/>
                  </a:lnTo>
                  <a:lnTo>
                    <a:pt x="767377" y="1052355"/>
                  </a:lnTo>
                  <a:lnTo>
                    <a:pt x="765797" y="1054600"/>
                  </a:lnTo>
                  <a:lnTo>
                    <a:pt x="765092" y="1055603"/>
                  </a:lnTo>
                  <a:lnTo>
                    <a:pt x="762911" y="1058851"/>
                  </a:lnTo>
                  <a:lnTo>
                    <a:pt x="760803" y="1062099"/>
                  </a:lnTo>
                  <a:lnTo>
                    <a:pt x="758796" y="1065347"/>
                  </a:lnTo>
                  <a:lnTo>
                    <a:pt x="756910" y="1068595"/>
                  </a:lnTo>
                  <a:lnTo>
                    <a:pt x="755104" y="1071843"/>
                  </a:lnTo>
                  <a:lnTo>
                    <a:pt x="753394" y="1075091"/>
                  </a:lnTo>
                  <a:lnTo>
                    <a:pt x="751824" y="1078339"/>
                  </a:lnTo>
                  <a:lnTo>
                    <a:pt x="750339" y="1081587"/>
                  </a:lnTo>
                  <a:lnTo>
                    <a:pt x="748946" y="1084835"/>
                  </a:lnTo>
                  <a:lnTo>
                    <a:pt x="747710" y="1088083"/>
                  </a:lnTo>
                  <a:lnTo>
                    <a:pt x="746563" y="1091331"/>
                  </a:lnTo>
                  <a:lnTo>
                    <a:pt x="745506" y="1094579"/>
                  </a:lnTo>
                  <a:lnTo>
                    <a:pt x="744617" y="1097827"/>
                  </a:lnTo>
                  <a:lnTo>
                    <a:pt x="743824" y="1101075"/>
                  </a:lnTo>
                  <a:lnTo>
                    <a:pt x="743124" y="1104323"/>
                  </a:lnTo>
                  <a:lnTo>
                    <a:pt x="742587" y="1107571"/>
                  </a:lnTo>
                  <a:lnTo>
                    <a:pt x="742161" y="1110819"/>
                  </a:lnTo>
                  <a:lnTo>
                    <a:pt x="741831" y="1114067"/>
                  </a:lnTo>
                  <a:lnTo>
                    <a:pt x="741656" y="1117315"/>
                  </a:lnTo>
                  <a:lnTo>
                    <a:pt x="741606" y="1120563"/>
                  </a:lnTo>
                  <a:lnTo>
                    <a:pt x="741654" y="1123811"/>
                  </a:lnTo>
                  <a:lnTo>
                    <a:pt x="741849" y="1127059"/>
                  </a:lnTo>
                  <a:lnTo>
                    <a:pt x="742182" y="1130307"/>
                  </a:lnTo>
                  <a:lnTo>
                    <a:pt x="742615" y="1133555"/>
                  </a:lnTo>
                  <a:lnTo>
                    <a:pt x="743184" y="1136803"/>
                  </a:lnTo>
                  <a:lnTo>
                    <a:pt x="743904" y="1140051"/>
                  </a:lnTo>
                  <a:lnTo>
                    <a:pt x="744723" y="1143299"/>
                  </a:lnTo>
                  <a:lnTo>
                    <a:pt x="745667" y="1146547"/>
                  </a:lnTo>
                  <a:lnTo>
                    <a:pt x="746773" y="1149795"/>
                  </a:lnTo>
                  <a:lnTo>
                    <a:pt x="747978" y="1153043"/>
                  </a:lnTo>
                  <a:lnTo>
                    <a:pt x="749294" y="1156291"/>
                  </a:lnTo>
                  <a:lnTo>
                    <a:pt x="750782" y="1159539"/>
                  </a:lnTo>
                  <a:lnTo>
                    <a:pt x="752366" y="1162788"/>
                  </a:lnTo>
                  <a:lnTo>
                    <a:pt x="754047" y="1166036"/>
                  </a:lnTo>
                  <a:lnTo>
                    <a:pt x="755907" y="1169284"/>
                  </a:lnTo>
                  <a:lnTo>
                    <a:pt x="757859" y="1172532"/>
                  </a:lnTo>
                  <a:lnTo>
                    <a:pt x="759904" y="1175780"/>
                  </a:lnTo>
                  <a:lnTo>
                    <a:pt x="762108" y="1179028"/>
                  </a:lnTo>
                  <a:lnTo>
                    <a:pt x="764411" y="1182276"/>
                  </a:lnTo>
                  <a:lnTo>
                    <a:pt x="766800" y="1185524"/>
                  </a:lnTo>
                  <a:lnTo>
                    <a:pt x="769329" y="1188772"/>
                  </a:lnTo>
                  <a:lnTo>
                    <a:pt x="771957" y="1192020"/>
                  </a:lnTo>
                  <a:lnTo>
                    <a:pt x="774665" y="1195268"/>
                  </a:lnTo>
                  <a:lnTo>
                    <a:pt x="777490" y="1198516"/>
                  </a:lnTo>
                  <a:lnTo>
                    <a:pt x="780412" y="1201764"/>
                  </a:lnTo>
                  <a:lnTo>
                    <a:pt x="783404" y="1205012"/>
                  </a:lnTo>
                  <a:lnTo>
                    <a:pt x="786489" y="1208260"/>
                  </a:lnTo>
                  <a:lnTo>
                    <a:pt x="789664" y="1211508"/>
                  </a:lnTo>
                  <a:lnTo>
                    <a:pt x="792896" y="1214756"/>
                  </a:lnTo>
                  <a:lnTo>
                    <a:pt x="796198" y="1218004"/>
                  </a:lnTo>
                  <a:lnTo>
                    <a:pt x="799576" y="1221252"/>
                  </a:lnTo>
                  <a:lnTo>
                    <a:pt x="802996" y="1224500"/>
                  </a:lnTo>
                  <a:lnTo>
                    <a:pt x="806463" y="1227748"/>
                  </a:lnTo>
                  <a:lnTo>
                    <a:pt x="809984" y="1230996"/>
                  </a:lnTo>
                  <a:lnTo>
                    <a:pt x="813530" y="1234244"/>
                  </a:lnTo>
                  <a:lnTo>
                    <a:pt x="817101" y="1237492"/>
                  </a:lnTo>
                  <a:lnTo>
                    <a:pt x="820698" y="1240740"/>
                  </a:lnTo>
                  <a:lnTo>
                    <a:pt x="824299" y="1243988"/>
                  </a:lnTo>
                  <a:lnTo>
                    <a:pt x="827905" y="1247236"/>
                  </a:lnTo>
                  <a:lnTo>
                    <a:pt x="831500" y="1250484"/>
                  </a:lnTo>
                  <a:lnTo>
                    <a:pt x="835078" y="1253732"/>
                  </a:lnTo>
                  <a:lnTo>
                    <a:pt x="838638" y="1256980"/>
                  </a:lnTo>
                  <a:lnTo>
                    <a:pt x="842152" y="1260228"/>
                  </a:lnTo>
                  <a:lnTo>
                    <a:pt x="845621" y="1263476"/>
                  </a:lnTo>
                  <a:lnTo>
                    <a:pt x="849048" y="1266724"/>
                  </a:lnTo>
                  <a:lnTo>
                    <a:pt x="852397" y="1269972"/>
                  </a:lnTo>
                  <a:lnTo>
                    <a:pt x="855666" y="1273220"/>
                  </a:lnTo>
                  <a:lnTo>
                    <a:pt x="858868" y="1276468"/>
                  </a:lnTo>
                  <a:lnTo>
                    <a:pt x="861965" y="1279716"/>
                  </a:lnTo>
                  <a:lnTo>
                    <a:pt x="864941" y="1282964"/>
                  </a:lnTo>
                  <a:lnTo>
                    <a:pt x="867825" y="1286212"/>
                  </a:lnTo>
                  <a:lnTo>
                    <a:pt x="870582" y="1289460"/>
                  </a:lnTo>
                  <a:lnTo>
                    <a:pt x="873171" y="1292708"/>
                  </a:lnTo>
                  <a:lnTo>
                    <a:pt x="875646" y="1295956"/>
                  </a:lnTo>
                  <a:lnTo>
                    <a:pt x="877978" y="1299204"/>
                  </a:lnTo>
                  <a:lnTo>
                    <a:pt x="880093" y="1302452"/>
                  </a:lnTo>
                  <a:lnTo>
                    <a:pt x="882070" y="1305700"/>
                  </a:lnTo>
                  <a:lnTo>
                    <a:pt x="883897" y="1308948"/>
                  </a:lnTo>
                  <a:lnTo>
                    <a:pt x="885456" y="1312196"/>
                  </a:lnTo>
                  <a:lnTo>
                    <a:pt x="886858" y="1315444"/>
                  </a:lnTo>
                  <a:lnTo>
                    <a:pt x="888101" y="1318692"/>
                  </a:lnTo>
                  <a:lnTo>
                    <a:pt x="889039" y="1321940"/>
                  </a:lnTo>
                  <a:lnTo>
                    <a:pt x="889798" y="1325188"/>
                  </a:lnTo>
                  <a:lnTo>
                    <a:pt x="890383" y="1328436"/>
                  </a:lnTo>
                  <a:lnTo>
                    <a:pt x="890659" y="1331684"/>
                  </a:lnTo>
                  <a:lnTo>
                    <a:pt x="890723" y="1334932"/>
                  </a:lnTo>
                  <a:lnTo>
                    <a:pt x="890602" y="1338180"/>
                  </a:lnTo>
                  <a:lnTo>
                    <a:pt x="890178" y="1341428"/>
                  </a:lnTo>
                  <a:lnTo>
                    <a:pt x="889512" y="1344676"/>
                  </a:lnTo>
                  <a:lnTo>
                    <a:pt x="888654" y="1347924"/>
                  </a:lnTo>
                  <a:lnTo>
                    <a:pt x="887510" y="1351172"/>
                  </a:lnTo>
                  <a:lnTo>
                    <a:pt x="886098" y="1354420"/>
                  </a:lnTo>
                  <a:lnTo>
                    <a:pt x="884494" y="1357668"/>
                  </a:lnTo>
                  <a:lnTo>
                    <a:pt x="882628" y="1360916"/>
                  </a:lnTo>
                  <a:lnTo>
                    <a:pt x="880476" y="1364164"/>
                  </a:lnTo>
                  <a:lnTo>
                    <a:pt x="878137" y="1367412"/>
                  </a:lnTo>
                  <a:lnTo>
                    <a:pt x="875566" y="1370660"/>
                  </a:lnTo>
                  <a:lnTo>
                    <a:pt x="872699" y="1373908"/>
                  </a:lnTo>
                  <a:lnTo>
                    <a:pt x="869657" y="1377156"/>
                  </a:lnTo>
                  <a:lnTo>
                    <a:pt x="866416" y="1380404"/>
                  </a:lnTo>
                  <a:lnTo>
                    <a:pt x="862882" y="1383652"/>
                  </a:lnTo>
                  <a:lnTo>
                    <a:pt x="859187" y="1386900"/>
                  </a:lnTo>
                  <a:lnTo>
                    <a:pt x="855331" y="1390148"/>
                  </a:lnTo>
                  <a:lnTo>
                    <a:pt x="851193" y="1393396"/>
                  </a:lnTo>
                  <a:lnTo>
                    <a:pt x="846916" y="1396644"/>
                  </a:lnTo>
                  <a:lnTo>
                    <a:pt x="842498" y="1399892"/>
                  </a:lnTo>
                  <a:lnTo>
                    <a:pt x="837853" y="1403140"/>
                  </a:lnTo>
                  <a:lnTo>
                    <a:pt x="833076" y="1406388"/>
                  </a:lnTo>
                  <a:lnTo>
                    <a:pt x="828184" y="1409636"/>
                  </a:lnTo>
                  <a:lnTo>
                    <a:pt x="823119" y="1412884"/>
                  </a:lnTo>
                  <a:lnTo>
                    <a:pt x="817939" y="1416132"/>
                  </a:lnTo>
                  <a:lnTo>
                    <a:pt x="812671" y="1419380"/>
                  </a:lnTo>
                  <a:lnTo>
                    <a:pt x="807282" y="1422628"/>
                  </a:lnTo>
                  <a:lnTo>
                    <a:pt x="801802" y="1425876"/>
                  </a:lnTo>
                  <a:lnTo>
                    <a:pt x="796263" y="1429124"/>
                  </a:lnTo>
                  <a:lnTo>
                    <a:pt x="790650" y="1432372"/>
                  </a:lnTo>
                  <a:lnTo>
                    <a:pt x="784978" y="1435620"/>
                  </a:lnTo>
                  <a:lnTo>
                    <a:pt x="779275" y="1438868"/>
                  </a:lnTo>
                  <a:lnTo>
                    <a:pt x="773539" y="1442116"/>
                  </a:lnTo>
                  <a:lnTo>
                    <a:pt x="767781" y="1445364"/>
                  </a:lnTo>
                  <a:lnTo>
                    <a:pt x="762020" y="1448612"/>
                  </a:lnTo>
                  <a:lnTo>
                    <a:pt x="756258" y="1451860"/>
                  </a:lnTo>
                  <a:lnTo>
                    <a:pt x="750517" y="1455109"/>
                  </a:lnTo>
                  <a:lnTo>
                    <a:pt x="744798" y="1458357"/>
                  </a:lnTo>
                  <a:lnTo>
                    <a:pt x="739104" y="1461605"/>
                  </a:lnTo>
                  <a:lnTo>
                    <a:pt x="733474" y="1464853"/>
                  </a:lnTo>
                  <a:lnTo>
                    <a:pt x="727888" y="1468101"/>
                  </a:lnTo>
                  <a:lnTo>
                    <a:pt x="722349" y="1471349"/>
                  </a:lnTo>
                  <a:lnTo>
                    <a:pt x="716909" y="1474597"/>
                  </a:lnTo>
                  <a:lnTo>
                    <a:pt x="711538" y="1477845"/>
                  </a:lnTo>
                  <a:lnTo>
                    <a:pt x="706232" y="1481093"/>
                  </a:lnTo>
                  <a:lnTo>
                    <a:pt x="701048" y="1484341"/>
                  </a:lnTo>
                  <a:lnTo>
                    <a:pt x="695958" y="1487589"/>
                  </a:lnTo>
                  <a:lnTo>
                    <a:pt x="690950" y="1490837"/>
                  </a:lnTo>
                  <a:lnTo>
                    <a:pt x="686075" y="1494085"/>
                  </a:lnTo>
                  <a:lnTo>
                    <a:pt x="681320" y="1497333"/>
                  </a:lnTo>
                  <a:lnTo>
                    <a:pt x="676658" y="1500581"/>
                  </a:lnTo>
                  <a:lnTo>
                    <a:pt x="672133" y="1503829"/>
                  </a:lnTo>
                  <a:lnTo>
                    <a:pt x="667751" y="1507077"/>
                  </a:lnTo>
                  <a:lnTo>
                    <a:pt x="663469" y="1510325"/>
                  </a:lnTo>
                  <a:lnTo>
                    <a:pt x="659323" y="1513573"/>
                  </a:lnTo>
                  <a:lnTo>
                    <a:pt x="655338" y="1516821"/>
                  </a:lnTo>
                  <a:lnTo>
                    <a:pt x="651457" y="1520069"/>
                  </a:lnTo>
                  <a:lnTo>
                    <a:pt x="647703" y="1523317"/>
                  </a:lnTo>
                  <a:lnTo>
                    <a:pt x="644126" y="1526565"/>
                  </a:lnTo>
                  <a:lnTo>
                    <a:pt x="640653" y="1529813"/>
                  </a:lnTo>
                  <a:lnTo>
                    <a:pt x="637296" y="1533061"/>
                  </a:lnTo>
                  <a:lnTo>
                    <a:pt x="634125" y="1536309"/>
                  </a:lnTo>
                  <a:lnTo>
                    <a:pt x="631057" y="1539557"/>
                  </a:lnTo>
                  <a:lnTo>
                    <a:pt x="628092" y="1542805"/>
                  </a:lnTo>
                  <a:lnTo>
                    <a:pt x="625313" y="1546053"/>
                  </a:lnTo>
                  <a:lnTo>
                    <a:pt x="622636" y="1549301"/>
                  </a:lnTo>
                  <a:lnTo>
                    <a:pt x="620057" y="1552549"/>
                  </a:lnTo>
                  <a:lnTo>
                    <a:pt x="617643" y="1555797"/>
                  </a:lnTo>
                  <a:lnTo>
                    <a:pt x="615335" y="1559045"/>
                  </a:lnTo>
                  <a:lnTo>
                    <a:pt x="613118" y="1562293"/>
                  </a:lnTo>
                  <a:lnTo>
                    <a:pt x="611044" y="1565541"/>
                  </a:lnTo>
                  <a:lnTo>
                    <a:pt x="609079" y="1568789"/>
                  </a:lnTo>
                  <a:lnTo>
                    <a:pt x="607196" y="1572037"/>
                  </a:lnTo>
                  <a:lnTo>
                    <a:pt x="605435" y="1575285"/>
                  </a:lnTo>
                  <a:lnTo>
                    <a:pt x="603780" y="1578533"/>
                  </a:lnTo>
                  <a:lnTo>
                    <a:pt x="602201" y="1581781"/>
                  </a:lnTo>
                  <a:lnTo>
                    <a:pt x="600721" y="1585029"/>
                  </a:lnTo>
                  <a:lnTo>
                    <a:pt x="599345" y="1588277"/>
                  </a:lnTo>
                  <a:lnTo>
                    <a:pt x="598034" y="1591525"/>
                  </a:lnTo>
                  <a:lnTo>
                    <a:pt x="596805" y="1594773"/>
                  </a:lnTo>
                  <a:lnTo>
                    <a:pt x="595673" y="1598021"/>
                  </a:lnTo>
                  <a:lnTo>
                    <a:pt x="594599" y="1601269"/>
                  </a:lnTo>
                  <a:lnTo>
                    <a:pt x="593588" y="1604517"/>
                  </a:lnTo>
                  <a:lnTo>
                    <a:pt x="592669" y="1607765"/>
                  </a:lnTo>
                  <a:lnTo>
                    <a:pt x="591798" y="1611013"/>
                  </a:lnTo>
                  <a:lnTo>
                    <a:pt x="590977" y="1614261"/>
                  </a:lnTo>
                  <a:lnTo>
                    <a:pt x="590238" y="1617509"/>
                  </a:lnTo>
                  <a:lnTo>
                    <a:pt x="589541" y="1620757"/>
                  </a:lnTo>
                  <a:lnTo>
                    <a:pt x="588884" y="1624005"/>
                  </a:lnTo>
                  <a:lnTo>
                    <a:pt x="588293" y="1627253"/>
                  </a:lnTo>
                  <a:lnTo>
                    <a:pt x="587740" y="1630501"/>
                  </a:lnTo>
                  <a:lnTo>
                    <a:pt x="587221" y="1633749"/>
                  </a:lnTo>
                  <a:lnTo>
                    <a:pt x="586754" y="1636997"/>
                  </a:lnTo>
                  <a:lnTo>
                    <a:pt x="586321" y="1640245"/>
                  </a:lnTo>
                  <a:lnTo>
                    <a:pt x="585916" y="1643493"/>
                  </a:lnTo>
                  <a:lnTo>
                    <a:pt x="585549" y="1646741"/>
                  </a:lnTo>
                  <a:lnTo>
                    <a:pt x="585214" y="1649989"/>
                  </a:lnTo>
                  <a:lnTo>
                    <a:pt x="584901" y="1653237"/>
                  </a:lnTo>
                  <a:lnTo>
                    <a:pt x="584617" y="1656485"/>
                  </a:lnTo>
                  <a:lnTo>
                    <a:pt x="584360" y="1659733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11126540" y="1775552"/>
              <a:ext cx="0" cy="736791"/>
            </a:xfrm>
            <a:custGeom>
              <a:avLst/>
              <a:pathLst>
                <a:path w="0" h="736791">
                  <a:moveTo>
                    <a:pt x="0" y="73679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11126540" y="304082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11029555" y="2512344"/>
              <a:ext cx="193968" cy="528484"/>
            </a:xfrm>
            <a:custGeom>
              <a:avLst/>
              <a:pathLst>
                <a:path w="193968" h="528484">
                  <a:moveTo>
                    <a:pt x="0" y="0"/>
                  </a:moveTo>
                  <a:lnTo>
                    <a:pt x="0" y="528484"/>
                  </a:lnTo>
                  <a:lnTo>
                    <a:pt x="193968" y="528484"/>
                  </a:lnTo>
                  <a:lnTo>
                    <a:pt x="193968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11029555" y="3040829"/>
              <a:ext cx="193968" cy="0"/>
            </a:xfrm>
            <a:custGeom>
              <a:avLst/>
              <a:pathLst>
                <a:path w="193968" h="0">
                  <a:moveTo>
                    <a:pt x="0" y="0"/>
                  </a:moveTo>
                  <a:lnTo>
                    <a:pt x="193968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12419663" y="1963813"/>
              <a:ext cx="0" cy="325836"/>
            </a:xfrm>
            <a:custGeom>
              <a:avLst/>
              <a:pathLst>
                <a:path w="0" h="325836">
                  <a:moveTo>
                    <a:pt x="0" y="32583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12419663" y="2727055"/>
              <a:ext cx="0" cy="313773"/>
            </a:xfrm>
            <a:custGeom>
              <a:avLst/>
              <a:pathLst>
                <a:path w="0" h="313773">
                  <a:moveTo>
                    <a:pt x="0" y="0"/>
                  </a:moveTo>
                  <a:lnTo>
                    <a:pt x="0" y="31377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12322679" y="2289650"/>
              <a:ext cx="193968" cy="437405"/>
            </a:xfrm>
            <a:custGeom>
              <a:avLst/>
              <a:pathLst>
                <a:path w="193968" h="437405">
                  <a:moveTo>
                    <a:pt x="0" y="0"/>
                  </a:moveTo>
                  <a:lnTo>
                    <a:pt x="0" y="437405"/>
                  </a:lnTo>
                  <a:lnTo>
                    <a:pt x="193968" y="437405"/>
                  </a:lnTo>
                  <a:lnTo>
                    <a:pt x="193968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12322679" y="2442825"/>
              <a:ext cx="193968" cy="0"/>
            </a:xfrm>
            <a:custGeom>
              <a:avLst/>
              <a:pathLst>
                <a:path w="193968" h="0">
                  <a:moveTo>
                    <a:pt x="0" y="0"/>
                  </a:moveTo>
                  <a:lnTo>
                    <a:pt x="193968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11093138" y="275085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12386262" y="2482342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10350666" y="931925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10350666" y="3990086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10350666" y="6395189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10350666" y="5963450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10350666" y="5531710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10350666" y="5099971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10350666" y="4668232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10350666" y="4236492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10757076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11434426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12111776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12789127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10452268" y="4939537"/>
              <a:ext cx="609615" cy="1390449"/>
            </a:xfrm>
            <a:custGeom>
              <a:avLst/>
              <a:pathLst>
                <a:path w="609615" h="1390449">
                  <a:moveTo>
                    <a:pt x="301414" y="1390449"/>
                  </a:moveTo>
                  <a:lnTo>
                    <a:pt x="301184" y="1387728"/>
                  </a:lnTo>
                  <a:lnTo>
                    <a:pt x="300933" y="1385007"/>
                  </a:lnTo>
                  <a:lnTo>
                    <a:pt x="300672" y="1382285"/>
                  </a:lnTo>
                  <a:lnTo>
                    <a:pt x="300395" y="1379564"/>
                  </a:lnTo>
                  <a:lnTo>
                    <a:pt x="300098" y="1376843"/>
                  </a:lnTo>
                  <a:lnTo>
                    <a:pt x="299793" y="1374122"/>
                  </a:lnTo>
                  <a:lnTo>
                    <a:pt x="299457" y="1371401"/>
                  </a:lnTo>
                  <a:lnTo>
                    <a:pt x="299112" y="1368680"/>
                  </a:lnTo>
                  <a:lnTo>
                    <a:pt x="298743" y="1365959"/>
                  </a:lnTo>
                  <a:lnTo>
                    <a:pt x="298354" y="1363238"/>
                  </a:lnTo>
                  <a:lnTo>
                    <a:pt x="297949" y="1360517"/>
                  </a:lnTo>
                  <a:lnTo>
                    <a:pt x="297511" y="1357796"/>
                  </a:lnTo>
                  <a:lnTo>
                    <a:pt x="297061" y="1355075"/>
                  </a:lnTo>
                  <a:lnTo>
                    <a:pt x="296577" y="1352354"/>
                  </a:lnTo>
                  <a:lnTo>
                    <a:pt x="296072" y="1349633"/>
                  </a:lnTo>
                  <a:lnTo>
                    <a:pt x="295543" y="1346912"/>
                  </a:lnTo>
                  <a:lnTo>
                    <a:pt x="294979" y="1344191"/>
                  </a:lnTo>
                  <a:lnTo>
                    <a:pt x="294400" y="1341470"/>
                  </a:lnTo>
                  <a:lnTo>
                    <a:pt x="293774" y="1338749"/>
                  </a:lnTo>
                  <a:lnTo>
                    <a:pt x="293129" y="1336028"/>
                  </a:lnTo>
                  <a:lnTo>
                    <a:pt x="292449" y="1333307"/>
                  </a:lnTo>
                  <a:lnTo>
                    <a:pt x="291732" y="1330586"/>
                  </a:lnTo>
                  <a:lnTo>
                    <a:pt x="290995" y="1327865"/>
                  </a:lnTo>
                  <a:lnTo>
                    <a:pt x="290201" y="1325144"/>
                  </a:lnTo>
                  <a:lnTo>
                    <a:pt x="289387" y="1322423"/>
                  </a:lnTo>
                  <a:lnTo>
                    <a:pt x="288525" y="1319702"/>
                  </a:lnTo>
                  <a:lnTo>
                    <a:pt x="287627" y="1316981"/>
                  </a:lnTo>
                  <a:lnTo>
                    <a:pt x="286698" y="1314260"/>
                  </a:lnTo>
                  <a:lnTo>
                    <a:pt x="285708" y="1311539"/>
                  </a:lnTo>
                  <a:lnTo>
                    <a:pt x="284697" y="1308818"/>
                  </a:lnTo>
                  <a:lnTo>
                    <a:pt x="283621" y="1306096"/>
                  </a:lnTo>
                  <a:lnTo>
                    <a:pt x="282511" y="1303375"/>
                  </a:lnTo>
                  <a:lnTo>
                    <a:pt x="281357" y="1300654"/>
                  </a:lnTo>
                  <a:lnTo>
                    <a:pt x="280142" y="1297933"/>
                  </a:lnTo>
                  <a:lnTo>
                    <a:pt x="278903" y="1295212"/>
                  </a:lnTo>
                  <a:lnTo>
                    <a:pt x="277580" y="1292491"/>
                  </a:lnTo>
                  <a:lnTo>
                    <a:pt x="276228" y="1289770"/>
                  </a:lnTo>
                  <a:lnTo>
                    <a:pt x="274817" y="1287049"/>
                  </a:lnTo>
                  <a:lnTo>
                    <a:pt x="273347" y="1284328"/>
                  </a:lnTo>
                  <a:lnTo>
                    <a:pt x="271842" y="1281607"/>
                  </a:lnTo>
                  <a:lnTo>
                    <a:pt x="270249" y="1278886"/>
                  </a:lnTo>
                  <a:lnTo>
                    <a:pt x="268626" y="1276165"/>
                  </a:lnTo>
                  <a:lnTo>
                    <a:pt x="266926" y="1273444"/>
                  </a:lnTo>
                  <a:lnTo>
                    <a:pt x="265174" y="1270723"/>
                  </a:lnTo>
                  <a:lnTo>
                    <a:pt x="263372" y="1268002"/>
                  </a:lnTo>
                  <a:lnTo>
                    <a:pt x="261484" y="1265281"/>
                  </a:lnTo>
                  <a:lnTo>
                    <a:pt x="259566" y="1262560"/>
                  </a:lnTo>
                  <a:lnTo>
                    <a:pt x="257551" y="1259839"/>
                  </a:lnTo>
                  <a:lnTo>
                    <a:pt x="255493" y="1257118"/>
                  </a:lnTo>
                  <a:lnTo>
                    <a:pt x="253369" y="1254397"/>
                  </a:lnTo>
                  <a:lnTo>
                    <a:pt x="251167" y="1251676"/>
                  </a:lnTo>
                  <a:lnTo>
                    <a:pt x="248932" y="1248955"/>
                  </a:lnTo>
                  <a:lnTo>
                    <a:pt x="246584" y="1246234"/>
                  </a:lnTo>
                  <a:lnTo>
                    <a:pt x="244202" y="1243513"/>
                  </a:lnTo>
                  <a:lnTo>
                    <a:pt x="241741" y="1240792"/>
                  </a:lnTo>
                  <a:lnTo>
                    <a:pt x="239211" y="1238071"/>
                  </a:lnTo>
                  <a:lnTo>
                    <a:pt x="236635" y="1235350"/>
                  </a:lnTo>
                  <a:lnTo>
                    <a:pt x="233956" y="1232629"/>
                  </a:lnTo>
                  <a:lnTo>
                    <a:pt x="231243" y="1229908"/>
                  </a:lnTo>
                  <a:lnTo>
                    <a:pt x="228438" y="1227186"/>
                  </a:lnTo>
                  <a:lnTo>
                    <a:pt x="225577" y="1224465"/>
                  </a:lnTo>
                  <a:lnTo>
                    <a:pt x="222659" y="1221744"/>
                  </a:lnTo>
                  <a:lnTo>
                    <a:pt x="219652" y="1219023"/>
                  </a:lnTo>
                  <a:lnTo>
                    <a:pt x="216612" y="1216302"/>
                  </a:lnTo>
                  <a:lnTo>
                    <a:pt x="213470" y="1213581"/>
                  </a:lnTo>
                  <a:lnTo>
                    <a:pt x="210289" y="1210860"/>
                  </a:lnTo>
                  <a:lnTo>
                    <a:pt x="207040" y="1208139"/>
                  </a:lnTo>
                  <a:lnTo>
                    <a:pt x="203721" y="1205418"/>
                  </a:lnTo>
                  <a:lnTo>
                    <a:pt x="200367" y="1202697"/>
                  </a:lnTo>
                  <a:lnTo>
                    <a:pt x="196917" y="1199976"/>
                  </a:lnTo>
                  <a:lnTo>
                    <a:pt x="193437" y="1197255"/>
                  </a:lnTo>
                  <a:lnTo>
                    <a:pt x="189888" y="1194534"/>
                  </a:lnTo>
                  <a:lnTo>
                    <a:pt x="186287" y="1191813"/>
                  </a:lnTo>
                  <a:lnTo>
                    <a:pt x="182647" y="1189092"/>
                  </a:lnTo>
                  <a:lnTo>
                    <a:pt x="178933" y="1186371"/>
                  </a:lnTo>
                  <a:lnTo>
                    <a:pt x="175195" y="1183650"/>
                  </a:lnTo>
                  <a:lnTo>
                    <a:pt x="171392" y="1180929"/>
                  </a:lnTo>
                  <a:lnTo>
                    <a:pt x="167557" y="1178208"/>
                  </a:lnTo>
                  <a:lnTo>
                    <a:pt x="163683" y="1175487"/>
                  </a:lnTo>
                  <a:lnTo>
                    <a:pt x="159761" y="1172766"/>
                  </a:lnTo>
                  <a:lnTo>
                    <a:pt x="155821" y="1170045"/>
                  </a:lnTo>
                  <a:lnTo>
                    <a:pt x="151829" y="1167324"/>
                  </a:lnTo>
                  <a:lnTo>
                    <a:pt x="147822" y="1164603"/>
                  </a:lnTo>
                  <a:lnTo>
                    <a:pt x="143786" y="1161882"/>
                  </a:lnTo>
                  <a:lnTo>
                    <a:pt x="139726" y="1159161"/>
                  </a:lnTo>
                  <a:lnTo>
                    <a:pt x="135654" y="1156440"/>
                  </a:lnTo>
                  <a:lnTo>
                    <a:pt x="131559" y="1153719"/>
                  </a:lnTo>
                  <a:lnTo>
                    <a:pt x="127459" y="1150997"/>
                  </a:lnTo>
                  <a:lnTo>
                    <a:pt x="123349" y="1148276"/>
                  </a:lnTo>
                  <a:lnTo>
                    <a:pt x="119237" y="1145555"/>
                  </a:lnTo>
                  <a:lnTo>
                    <a:pt x="115124" y="1142834"/>
                  </a:lnTo>
                  <a:lnTo>
                    <a:pt x="111019" y="1140113"/>
                  </a:lnTo>
                  <a:lnTo>
                    <a:pt x="106918" y="1137392"/>
                  </a:lnTo>
                  <a:lnTo>
                    <a:pt x="102837" y="1134671"/>
                  </a:lnTo>
                  <a:lnTo>
                    <a:pt x="98770" y="1131950"/>
                  </a:lnTo>
                  <a:lnTo>
                    <a:pt x="94723" y="1129229"/>
                  </a:lnTo>
                  <a:lnTo>
                    <a:pt x="90711" y="1126508"/>
                  </a:lnTo>
                  <a:lnTo>
                    <a:pt x="86713" y="1123787"/>
                  </a:lnTo>
                  <a:lnTo>
                    <a:pt x="82774" y="1121066"/>
                  </a:lnTo>
                  <a:lnTo>
                    <a:pt x="78860" y="1118345"/>
                  </a:lnTo>
                  <a:lnTo>
                    <a:pt x="74995" y="1115624"/>
                  </a:lnTo>
                  <a:lnTo>
                    <a:pt x="71185" y="1112903"/>
                  </a:lnTo>
                  <a:lnTo>
                    <a:pt x="67408" y="1110182"/>
                  </a:lnTo>
                  <a:lnTo>
                    <a:pt x="63723" y="1107461"/>
                  </a:lnTo>
                  <a:lnTo>
                    <a:pt x="60071" y="1104740"/>
                  </a:lnTo>
                  <a:lnTo>
                    <a:pt x="56509" y="1102019"/>
                  </a:lnTo>
                  <a:lnTo>
                    <a:pt x="53012" y="1099298"/>
                  </a:lnTo>
                  <a:lnTo>
                    <a:pt x="49578" y="1096577"/>
                  </a:lnTo>
                  <a:lnTo>
                    <a:pt x="46256" y="1093856"/>
                  </a:lnTo>
                  <a:lnTo>
                    <a:pt x="42978" y="1091135"/>
                  </a:lnTo>
                  <a:lnTo>
                    <a:pt x="39837" y="1088414"/>
                  </a:lnTo>
                  <a:lnTo>
                    <a:pt x="36761" y="1085693"/>
                  </a:lnTo>
                  <a:lnTo>
                    <a:pt x="33785" y="1082972"/>
                  </a:lnTo>
                  <a:lnTo>
                    <a:pt x="30932" y="1080251"/>
                  </a:lnTo>
                  <a:lnTo>
                    <a:pt x="28133" y="1077530"/>
                  </a:lnTo>
                  <a:lnTo>
                    <a:pt x="25520" y="1074808"/>
                  </a:lnTo>
                  <a:lnTo>
                    <a:pt x="22966" y="1072087"/>
                  </a:lnTo>
                  <a:lnTo>
                    <a:pt x="20553" y="1069366"/>
                  </a:lnTo>
                  <a:lnTo>
                    <a:pt x="18262" y="1066645"/>
                  </a:lnTo>
                  <a:lnTo>
                    <a:pt x="16057" y="1063924"/>
                  </a:lnTo>
                  <a:lnTo>
                    <a:pt x="14045" y="1061203"/>
                  </a:lnTo>
                  <a:lnTo>
                    <a:pt x="12098" y="1058482"/>
                  </a:lnTo>
                  <a:lnTo>
                    <a:pt x="10336" y="1055761"/>
                  </a:lnTo>
                  <a:lnTo>
                    <a:pt x="8685" y="1053040"/>
                  </a:lnTo>
                  <a:lnTo>
                    <a:pt x="7155" y="1050319"/>
                  </a:lnTo>
                  <a:lnTo>
                    <a:pt x="5811" y="1047598"/>
                  </a:lnTo>
                  <a:lnTo>
                    <a:pt x="4538" y="1044877"/>
                  </a:lnTo>
                  <a:lnTo>
                    <a:pt x="3492" y="1042156"/>
                  </a:lnTo>
                  <a:lnTo>
                    <a:pt x="2537" y="1039435"/>
                  </a:lnTo>
                  <a:lnTo>
                    <a:pt x="1739" y="1036714"/>
                  </a:lnTo>
                  <a:lnTo>
                    <a:pt x="1110" y="1033993"/>
                  </a:lnTo>
                  <a:lnTo>
                    <a:pt x="563" y="1031272"/>
                  </a:lnTo>
                  <a:lnTo>
                    <a:pt x="262" y="1028551"/>
                  </a:lnTo>
                  <a:lnTo>
                    <a:pt x="37" y="1025830"/>
                  </a:lnTo>
                  <a:lnTo>
                    <a:pt x="11" y="1023912"/>
                  </a:lnTo>
                  <a:lnTo>
                    <a:pt x="0" y="1023109"/>
                  </a:lnTo>
                  <a:lnTo>
                    <a:pt x="105" y="1020388"/>
                  </a:lnTo>
                  <a:lnTo>
                    <a:pt x="322" y="1017667"/>
                  </a:lnTo>
                  <a:lnTo>
                    <a:pt x="757" y="1014946"/>
                  </a:lnTo>
                  <a:lnTo>
                    <a:pt x="1266" y="1012225"/>
                  </a:lnTo>
                  <a:lnTo>
                    <a:pt x="1989" y="1009504"/>
                  </a:lnTo>
                  <a:lnTo>
                    <a:pt x="2822" y="1006783"/>
                  </a:lnTo>
                  <a:lnTo>
                    <a:pt x="3793" y="1004062"/>
                  </a:lnTo>
                  <a:lnTo>
                    <a:pt x="4945" y="1001341"/>
                  </a:lnTo>
                  <a:lnTo>
                    <a:pt x="6168" y="998619"/>
                  </a:lnTo>
                  <a:lnTo>
                    <a:pt x="7620" y="995898"/>
                  </a:lnTo>
                  <a:lnTo>
                    <a:pt x="9150" y="993177"/>
                  </a:lnTo>
                  <a:lnTo>
                    <a:pt x="10832" y="990456"/>
                  </a:lnTo>
                  <a:lnTo>
                    <a:pt x="12657" y="987735"/>
                  </a:lnTo>
                  <a:lnTo>
                    <a:pt x="14563" y="985014"/>
                  </a:lnTo>
                  <a:lnTo>
                    <a:pt x="16671" y="982293"/>
                  </a:lnTo>
                  <a:lnTo>
                    <a:pt x="18840" y="979572"/>
                  </a:lnTo>
                  <a:lnTo>
                    <a:pt x="21167" y="976851"/>
                  </a:lnTo>
                  <a:lnTo>
                    <a:pt x="23598" y="974130"/>
                  </a:lnTo>
                  <a:lnTo>
                    <a:pt x="26121" y="971409"/>
                  </a:lnTo>
                  <a:lnTo>
                    <a:pt x="28796" y="968688"/>
                  </a:lnTo>
                  <a:lnTo>
                    <a:pt x="31526" y="965967"/>
                  </a:lnTo>
                  <a:lnTo>
                    <a:pt x="34407" y="963246"/>
                  </a:lnTo>
                  <a:lnTo>
                    <a:pt x="37356" y="960525"/>
                  </a:lnTo>
                  <a:lnTo>
                    <a:pt x="40399" y="957804"/>
                  </a:lnTo>
                  <a:lnTo>
                    <a:pt x="43549" y="955083"/>
                  </a:lnTo>
                  <a:lnTo>
                    <a:pt x="46743" y="952362"/>
                  </a:lnTo>
                  <a:lnTo>
                    <a:pt x="50070" y="949641"/>
                  </a:lnTo>
                  <a:lnTo>
                    <a:pt x="53436" y="946920"/>
                  </a:lnTo>
                  <a:lnTo>
                    <a:pt x="56886" y="944199"/>
                  </a:lnTo>
                  <a:lnTo>
                    <a:pt x="60403" y="941478"/>
                  </a:lnTo>
                  <a:lnTo>
                    <a:pt x="63962" y="938757"/>
                  </a:lnTo>
                  <a:lnTo>
                    <a:pt x="67607" y="936036"/>
                  </a:lnTo>
                  <a:lnTo>
                    <a:pt x="71278" y="933315"/>
                  </a:lnTo>
                  <a:lnTo>
                    <a:pt x="75014" y="930594"/>
                  </a:lnTo>
                  <a:lnTo>
                    <a:pt x="78783" y="927873"/>
                  </a:lnTo>
                  <a:lnTo>
                    <a:pt x="82586" y="925152"/>
                  </a:lnTo>
                  <a:lnTo>
                    <a:pt x="86432" y="922431"/>
                  </a:lnTo>
                  <a:lnTo>
                    <a:pt x="90292" y="919709"/>
                  </a:lnTo>
                  <a:lnTo>
                    <a:pt x="94188" y="916988"/>
                  </a:lnTo>
                  <a:lnTo>
                    <a:pt x="98095" y="914267"/>
                  </a:lnTo>
                  <a:lnTo>
                    <a:pt x="102017" y="911546"/>
                  </a:lnTo>
                  <a:lnTo>
                    <a:pt x="105949" y="908825"/>
                  </a:lnTo>
                  <a:lnTo>
                    <a:pt x="109884" y="906104"/>
                  </a:lnTo>
                  <a:lnTo>
                    <a:pt x="113820" y="903383"/>
                  </a:lnTo>
                  <a:lnTo>
                    <a:pt x="117752" y="900662"/>
                  </a:lnTo>
                  <a:lnTo>
                    <a:pt x="121676" y="897941"/>
                  </a:lnTo>
                  <a:lnTo>
                    <a:pt x="125585" y="895220"/>
                  </a:lnTo>
                  <a:lnTo>
                    <a:pt x="129484" y="892499"/>
                  </a:lnTo>
                  <a:lnTo>
                    <a:pt x="133351" y="889778"/>
                  </a:lnTo>
                  <a:lnTo>
                    <a:pt x="137206" y="887057"/>
                  </a:lnTo>
                  <a:lnTo>
                    <a:pt x="141022" y="884336"/>
                  </a:lnTo>
                  <a:lnTo>
                    <a:pt x="144811" y="881615"/>
                  </a:lnTo>
                  <a:lnTo>
                    <a:pt x="148570" y="878894"/>
                  </a:lnTo>
                  <a:lnTo>
                    <a:pt x="152277" y="876173"/>
                  </a:lnTo>
                  <a:lnTo>
                    <a:pt x="155964" y="873452"/>
                  </a:lnTo>
                  <a:lnTo>
                    <a:pt x="159579" y="870731"/>
                  </a:lnTo>
                  <a:lnTo>
                    <a:pt x="163163" y="868010"/>
                  </a:lnTo>
                  <a:lnTo>
                    <a:pt x="166693" y="865289"/>
                  </a:lnTo>
                  <a:lnTo>
                    <a:pt x="170162" y="862568"/>
                  </a:lnTo>
                  <a:lnTo>
                    <a:pt x="173600" y="859847"/>
                  </a:lnTo>
                  <a:lnTo>
                    <a:pt x="176942" y="857126"/>
                  </a:lnTo>
                  <a:lnTo>
                    <a:pt x="180253" y="854405"/>
                  </a:lnTo>
                  <a:lnTo>
                    <a:pt x="183485" y="851684"/>
                  </a:lnTo>
                  <a:lnTo>
                    <a:pt x="186655" y="848963"/>
                  </a:lnTo>
                  <a:lnTo>
                    <a:pt x="189775" y="846242"/>
                  </a:lnTo>
                  <a:lnTo>
                    <a:pt x="192796" y="843520"/>
                  </a:lnTo>
                  <a:lnTo>
                    <a:pt x="195782" y="840799"/>
                  </a:lnTo>
                  <a:lnTo>
                    <a:pt x="198663" y="838078"/>
                  </a:lnTo>
                  <a:lnTo>
                    <a:pt x="201490" y="835357"/>
                  </a:lnTo>
                  <a:lnTo>
                    <a:pt x="204248" y="832636"/>
                  </a:lnTo>
                  <a:lnTo>
                    <a:pt x="206911" y="829915"/>
                  </a:lnTo>
                  <a:lnTo>
                    <a:pt x="209536" y="827194"/>
                  </a:lnTo>
                  <a:lnTo>
                    <a:pt x="212036" y="824473"/>
                  </a:lnTo>
                  <a:lnTo>
                    <a:pt x="214492" y="821752"/>
                  </a:lnTo>
                  <a:lnTo>
                    <a:pt x="216860" y="819031"/>
                  </a:lnTo>
                  <a:lnTo>
                    <a:pt x="219145" y="816310"/>
                  </a:lnTo>
                  <a:lnTo>
                    <a:pt x="221380" y="813589"/>
                  </a:lnTo>
                  <a:lnTo>
                    <a:pt x="223493" y="810868"/>
                  </a:lnTo>
                  <a:lnTo>
                    <a:pt x="225566" y="808147"/>
                  </a:lnTo>
                  <a:lnTo>
                    <a:pt x="227535" y="805426"/>
                  </a:lnTo>
                  <a:lnTo>
                    <a:pt x="229436" y="802705"/>
                  </a:lnTo>
                  <a:lnTo>
                    <a:pt x="231273" y="799984"/>
                  </a:lnTo>
                  <a:lnTo>
                    <a:pt x="233003" y="797263"/>
                  </a:lnTo>
                  <a:lnTo>
                    <a:pt x="234694" y="794542"/>
                  </a:lnTo>
                  <a:lnTo>
                    <a:pt x="236270" y="791821"/>
                  </a:lnTo>
                  <a:lnTo>
                    <a:pt x="237793" y="789100"/>
                  </a:lnTo>
                  <a:lnTo>
                    <a:pt x="239241" y="786379"/>
                  </a:lnTo>
                  <a:lnTo>
                    <a:pt x="240600" y="783658"/>
                  </a:lnTo>
                  <a:lnTo>
                    <a:pt x="241922" y="780937"/>
                  </a:lnTo>
                  <a:lnTo>
                    <a:pt x="243121" y="778216"/>
                  </a:lnTo>
                  <a:lnTo>
                    <a:pt x="244284" y="775495"/>
                  </a:lnTo>
                  <a:lnTo>
                    <a:pt x="245364" y="772774"/>
                  </a:lnTo>
                  <a:lnTo>
                    <a:pt x="246373" y="770053"/>
                  </a:lnTo>
                  <a:lnTo>
                    <a:pt x="247336" y="767331"/>
                  </a:lnTo>
                  <a:lnTo>
                    <a:pt x="248197" y="764610"/>
                  </a:lnTo>
                  <a:lnTo>
                    <a:pt x="249025" y="761889"/>
                  </a:lnTo>
                  <a:lnTo>
                    <a:pt x="249765" y="759168"/>
                  </a:lnTo>
                  <a:lnTo>
                    <a:pt x="250453" y="756447"/>
                  </a:lnTo>
                  <a:lnTo>
                    <a:pt x="251087" y="753726"/>
                  </a:lnTo>
                  <a:lnTo>
                    <a:pt x="251641" y="751005"/>
                  </a:lnTo>
                  <a:lnTo>
                    <a:pt x="252165" y="748284"/>
                  </a:lnTo>
                  <a:lnTo>
                    <a:pt x="252600" y="745563"/>
                  </a:lnTo>
                  <a:lnTo>
                    <a:pt x="252999" y="742842"/>
                  </a:lnTo>
                  <a:lnTo>
                    <a:pt x="253340" y="740121"/>
                  </a:lnTo>
                  <a:lnTo>
                    <a:pt x="253621" y="737400"/>
                  </a:lnTo>
                  <a:lnTo>
                    <a:pt x="253873" y="734679"/>
                  </a:lnTo>
                  <a:lnTo>
                    <a:pt x="254043" y="731958"/>
                  </a:lnTo>
                  <a:lnTo>
                    <a:pt x="254188" y="729237"/>
                  </a:lnTo>
                  <a:lnTo>
                    <a:pt x="254275" y="726516"/>
                  </a:lnTo>
                  <a:lnTo>
                    <a:pt x="254319" y="723795"/>
                  </a:lnTo>
                  <a:lnTo>
                    <a:pt x="254330" y="721074"/>
                  </a:lnTo>
                  <a:lnTo>
                    <a:pt x="254279" y="718353"/>
                  </a:lnTo>
                  <a:lnTo>
                    <a:pt x="254207" y="715632"/>
                  </a:lnTo>
                  <a:lnTo>
                    <a:pt x="254079" y="712911"/>
                  </a:lnTo>
                  <a:lnTo>
                    <a:pt x="253921" y="710190"/>
                  </a:lnTo>
                  <a:lnTo>
                    <a:pt x="253730" y="707469"/>
                  </a:lnTo>
                  <a:lnTo>
                    <a:pt x="253494" y="704748"/>
                  </a:lnTo>
                  <a:lnTo>
                    <a:pt x="253240" y="702027"/>
                  </a:lnTo>
                  <a:lnTo>
                    <a:pt x="252935" y="699306"/>
                  </a:lnTo>
                  <a:lnTo>
                    <a:pt x="252612" y="696585"/>
                  </a:lnTo>
                  <a:lnTo>
                    <a:pt x="252256" y="693864"/>
                  </a:lnTo>
                  <a:lnTo>
                    <a:pt x="251870" y="691142"/>
                  </a:lnTo>
                  <a:lnTo>
                    <a:pt x="251467" y="688421"/>
                  </a:lnTo>
                  <a:lnTo>
                    <a:pt x="251024" y="685700"/>
                  </a:lnTo>
                  <a:lnTo>
                    <a:pt x="250568" y="682979"/>
                  </a:lnTo>
                  <a:lnTo>
                    <a:pt x="250083" y="680258"/>
                  </a:lnTo>
                  <a:lnTo>
                    <a:pt x="249579" y="677537"/>
                  </a:lnTo>
                  <a:lnTo>
                    <a:pt x="249058" y="674816"/>
                  </a:lnTo>
                  <a:lnTo>
                    <a:pt x="248510" y="672095"/>
                  </a:lnTo>
                  <a:lnTo>
                    <a:pt x="247954" y="669374"/>
                  </a:lnTo>
                  <a:lnTo>
                    <a:pt x="247372" y="666653"/>
                  </a:lnTo>
                  <a:lnTo>
                    <a:pt x="246950" y="664714"/>
                  </a:lnTo>
                  <a:lnTo>
                    <a:pt x="246780" y="663932"/>
                  </a:lnTo>
                  <a:lnTo>
                    <a:pt x="246173" y="661211"/>
                  </a:lnTo>
                  <a:lnTo>
                    <a:pt x="245550" y="658490"/>
                  </a:lnTo>
                  <a:lnTo>
                    <a:pt x="244920" y="655769"/>
                  </a:lnTo>
                  <a:lnTo>
                    <a:pt x="244272" y="653048"/>
                  </a:lnTo>
                  <a:lnTo>
                    <a:pt x="243618" y="650327"/>
                  </a:lnTo>
                  <a:lnTo>
                    <a:pt x="242954" y="647606"/>
                  </a:lnTo>
                  <a:lnTo>
                    <a:pt x="242281" y="644885"/>
                  </a:lnTo>
                  <a:lnTo>
                    <a:pt x="241603" y="642164"/>
                  </a:lnTo>
                  <a:lnTo>
                    <a:pt x="240916" y="639443"/>
                  </a:lnTo>
                  <a:lnTo>
                    <a:pt x="240226" y="636722"/>
                  </a:lnTo>
                  <a:lnTo>
                    <a:pt x="239529" y="634001"/>
                  </a:lnTo>
                  <a:lnTo>
                    <a:pt x="238830" y="631280"/>
                  </a:lnTo>
                  <a:lnTo>
                    <a:pt x="238129" y="628559"/>
                  </a:lnTo>
                  <a:lnTo>
                    <a:pt x="237424" y="625838"/>
                  </a:lnTo>
                  <a:lnTo>
                    <a:pt x="236719" y="623117"/>
                  </a:lnTo>
                  <a:lnTo>
                    <a:pt x="236014" y="620396"/>
                  </a:lnTo>
                  <a:lnTo>
                    <a:pt x="235309" y="617675"/>
                  </a:lnTo>
                  <a:lnTo>
                    <a:pt x="234605" y="614954"/>
                  </a:lnTo>
                  <a:lnTo>
                    <a:pt x="233904" y="612232"/>
                  </a:lnTo>
                  <a:lnTo>
                    <a:pt x="233204" y="609511"/>
                  </a:lnTo>
                  <a:lnTo>
                    <a:pt x="232509" y="606790"/>
                  </a:lnTo>
                  <a:lnTo>
                    <a:pt x="231817" y="604069"/>
                  </a:lnTo>
                  <a:lnTo>
                    <a:pt x="231130" y="601348"/>
                  </a:lnTo>
                  <a:lnTo>
                    <a:pt x="230450" y="598627"/>
                  </a:lnTo>
                  <a:lnTo>
                    <a:pt x="229773" y="595906"/>
                  </a:lnTo>
                  <a:lnTo>
                    <a:pt x="229106" y="593185"/>
                  </a:lnTo>
                  <a:lnTo>
                    <a:pt x="228443" y="590464"/>
                  </a:lnTo>
                  <a:lnTo>
                    <a:pt x="227792" y="587743"/>
                  </a:lnTo>
                  <a:lnTo>
                    <a:pt x="227147" y="585022"/>
                  </a:lnTo>
                  <a:lnTo>
                    <a:pt x="226510" y="582301"/>
                  </a:lnTo>
                  <a:lnTo>
                    <a:pt x="225887" y="579580"/>
                  </a:lnTo>
                  <a:lnTo>
                    <a:pt x="225268" y="576859"/>
                  </a:lnTo>
                  <a:lnTo>
                    <a:pt x="224666" y="574138"/>
                  </a:lnTo>
                  <a:lnTo>
                    <a:pt x="224072" y="571417"/>
                  </a:lnTo>
                  <a:lnTo>
                    <a:pt x="223491" y="568696"/>
                  </a:lnTo>
                  <a:lnTo>
                    <a:pt x="222923" y="565975"/>
                  </a:lnTo>
                  <a:lnTo>
                    <a:pt x="222363" y="563254"/>
                  </a:lnTo>
                  <a:lnTo>
                    <a:pt x="221825" y="560533"/>
                  </a:lnTo>
                  <a:lnTo>
                    <a:pt x="221294" y="557812"/>
                  </a:lnTo>
                  <a:lnTo>
                    <a:pt x="220781" y="555091"/>
                  </a:lnTo>
                  <a:lnTo>
                    <a:pt x="220282" y="552370"/>
                  </a:lnTo>
                  <a:lnTo>
                    <a:pt x="219795" y="549649"/>
                  </a:lnTo>
                  <a:lnTo>
                    <a:pt x="219330" y="546928"/>
                  </a:lnTo>
                  <a:lnTo>
                    <a:pt x="218874" y="544207"/>
                  </a:lnTo>
                  <a:lnTo>
                    <a:pt x="218442" y="541486"/>
                  </a:lnTo>
                  <a:lnTo>
                    <a:pt x="218023" y="538765"/>
                  </a:lnTo>
                  <a:lnTo>
                    <a:pt x="217620" y="536043"/>
                  </a:lnTo>
                  <a:lnTo>
                    <a:pt x="217240" y="533322"/>
                  </a:lnTo>
                  <a:lnTo>
                    <a:pt x="216869" y="530601"/>
                  </a:lnTo>
                  <a:lnTo>
                    <a:pt x="216528" y="527880"/>
                  </a:lnTo>
                  <a:lnTo>
                    <a:pt x="216199" y="525159"/>
                  </a:lnTo>
                  <a:lnTo>
                    <a:pt x="215890" y="522438"/>
                  </a:lnTo>
                  <a:lnTo>
                    <a:pt x="215604" y="519717"/>
                  </a:lnTo>
                  <a:lnTo>
                    <a:pt x="215329" y="516996"/>
                  </a:lnTo>
                  <a:lnTo>
                    <a:pt x="215087" y="514275"/>
                  </a:lnTo>
                  <a:lnTo>
                    <a:pt x="214856" y="511554"/>
                  </a:lnTo>
                  <a:lnTo>
                    <a:pt x="214651" y="508833"/>
                  </a:lnTo>
                  <a:lnTo>
                    <a:pt x="214466" y="506112"/>
                  </a:lnTo>
                  <a:lnTo>
                    <a:pt x="214298" y="503391"/>
                  </a:lnTo>
                  <a:lnTo>
                    <a:pt x="214161" y="500670"/>
                  </a:lnTo>
                  <a:lnTo>
                    <a:pt x="214034" y="497949"/>
                  </a:lnTo>
                  <a:lnTo>
                    <a:pt x="213941" y="495228"/>
                  </a:lnTo>
                  <a:lnTo>
                    <a:pt x="213864" y="492507"/>
                  </a:lnTo>
                  <a:lnTo>
                    <a:pt x="213809" y="489786"/>
                  </a:lnTo>
                  <a:lnTo>
                    <a:pt x="213782" y="487065"/>
                  </a:lnTo>
                  <a:lnTo>
                    <a:pt x="213767" y="484344"/>
                  </a:lnTo>
                  <a:lnTo>
                    <a:pt x="213790" y="481623"/>
                  </a:lnTo>
                  <a:lnTo>
                    <a:pt x="213826" y="478902"/>
                  </a:lnTo>
                  <a:lnTo>
                    <a:pt x="213889" y="476181"/>
                  </a:lnTo>
                  <a:lnTo>
                    <a:pt x="213976" y="473460"/>
                  </a:lnTo>
                  <a:lnTo>
                    <a:pt x="214079" y="470739"/>
                  </a:lnTo>
                  <a:lnTo>
                    <a:pt x="214219" y="468018"/>
                  </a:lnTo>
                  <a:lnTo>
                    <a:pt x="214371" y="465297"/>
                  </a:lnTo>
                  <a:lnTo>
                    <a:pt x="214554" y="462576"/>
                  </a:lnTo>
                  <a:lnTo>
                    <a:pt x="214758" y="459854"/>
                  </a:lnTo>
                  <a:lnTo>
                    <a:pt x="214983" y="457133"/>
                  </a:lnTo>
                  <a:lnTo>
                    <a:pt x="215239" y="454412"/>
                  </a:lnTo>
                  <a:lnTo>
                    <a:pt x="215508" y="451691"/>
                  </a:lnTo>
                  <a:lnTo>
                    <a:pt x="215813" y="448970"/>
                  </a:lnTo>
                  <a:lnTo>
                    <a:pt x="216133" y="446249"/>
                  </a:lnTo>
                  <a:lnTo>
                    <a:pt x="216478" y="443528"/>
                  </a:lnTo>
                  <a:lnTo>
                    <a:pt x="216851" y="440807"/>
                  </a:lnTo>
                  <a:lnTo>
                    <a:pt x="217235" y="438086"/>
                  </a:lnTo>
                  <a:lnTo>
                    <a:pt x="217659" y="435365"/>
                  </a:lnTo>
                  <a:lnTo>
                    <a:pt x="218093" y="432644"/>
                  </a:lnTo>
                  <a:lnTo>
                    <a:pt x="218556" y="429923"/>
                  </a:lnTo>
                  <a:lnTo>
                    <a:pt x="219041" y="427202"/>
                  </a:lnTo>
                  <a:lnTo>
                    <a:pt x="219541" y="424481"/>
                  </a:lnTo>
                  <a:lnTo>
                    <a:pt x="220075" y="421760"/>
                  </a:lnTo>
                  <a:lnTo>
                    <a:pt x="220619" y="419039"/>
                  </a:lnTo>
                  <a:lnTo>
                    <a:pt x="221194" y="416318"/>
                  </a:lnTo>
                  <a:lnTo>
                    <a:pt x="221785" y="413597"/>
                  </a:lnTo>
                  <a:lnTo>
                    <a:pt x="222395" y="410876"/>
                  </a:lnTo>
                  <a:lnTo>
                    <a:pt x="223031" y="408155"/>
                  </a:lnTo>
                  <a:lnTo>
                    <a:pt x="223678" y="405434"/>
                  </a:lnTo>
                  <a:lnTo>
                    <a:pt x="224356" y="402713"/>
                  </a:lnTo>
                  <a:lnTo>
                    <a:pt x="225045" y="399992"/>
                  </a:lnTo>
                  <a:lnTo>
                    <a:pt x="225755" y="397271"/>
                  </a:lnTo>
                  <a:lnTo>
                    <a:pt x="226485" y="394550"/>
                  </a:lnTo>
                  <a:lnTo>
                    <a:pt x="227226" y="391829"/>
                  </a:lnTo>
                  <a:lnTo>
                    <a:pt x="227995" y="389108"/>
                  </a:lnTo>
                  <a:lnTo>
                    <a:pt x="228773" y="386387"/>
                  </a:lnTo>
                  <a:lnTo>
                    <a:pt x="229571" y="383665"/>
                  </a:lnTo>
                  <a:lnTo>
                    <a:pt x="230383" y="380944"/>
                  </a:lnTo>
                  <a:lnTo>
                    <a:pt x="231208" y="378223"/>
                  </a:lnTo>
                  <a:lnTo>
                    <a:pt x="232053" y="375502"/>
                  </a:lnTo>
                  <a:lnTo>
                    <a:pt x="232906" y="372781"/>
                  </a:lnTo>
                  <a:lnTo>
                    <a:pt x="233779" y="370060"/>
                  </a:lnTo>
                  <a:lnTo>
                    <a:pt x="234660" y="367339"/>
                  </a:lnTo>
                  <a:lnTo>
                    <a:pt x="235554" y="364618"/>
                  </a:lnTo>
                  <a:lnTo>
                    <a:pt x="236462" y="361897"/>
                  </a:lnTo>
                  <a:lnTo>
                    <a:pt x="237376" y="359176"/>
                  </a:lnTo>
                  <a:lnTo>
                    <a:pt x="238307" y="356455"/>
                  </a:lnTo>
                  <a:lnTo>
                    <a:pt x="239243" y="353734"/>
                  </a:lnTo>
                  <a:lnTo>
                    <a:pt x="240190" y="351013"/>
                  </a:lnTo>
                  <a:lnTo>
                    <a:pt x="241145" y="348292"/>
                  </a:lnTo>
                  <a:lnTo>
                    <a:pt x="242106" y="345571"/>
                  </a:lnTo>
                  <a:lnTo>
                    <a:pt x="243077" y="342850"/>
                  </a:lnTo>
                  <a:lnTo>
                    <a:pt x="244052" y="340129"/>
                  </a:lnTo>
                  <a:lnTo>
                    <a:pt x="245035" y="337408"/>
                  </a:lnTo>
                  <a:lnTo>
                    <a:pt x="246021" y="334687"/>
                  </a:lnTo>
                  <a:lnTo>
                    <a:pt x="247012" y="331966"/>
                  </a:lnTo>
                  <a:lnTo>
                    <a:pt x="248007" y="329245"/>
                  </a:lnTo>
                  <a:lnTo>
                    <a:pt x="249004" y="326524"/>
                  </a:lnTo>
                  <a:lnTo>
                    <a:pt x="250005" y="323803"/>
                  </a:lnTo>
                  <a:lnTo>
                    <a:pt x="251006" y="321082"/>
                  </a:lnTo>
                  <a:lnTo>
                    <a:pt x="252009" y="318361"/>
                  </a:lnTo>
                  <a:lnTo>
                    <a:pt x="253012" y="315640"/>
                  </a:lnTo>
                  <a:lnTo>
                    <a:pt x="254015" y="312919"/>
                  </a:lnTo>
                  <a:lnTo>
                    <a:pt x="255017" y="310198"/>
                  </a:lnTo>
                  <a:lnTo>
                    <a:pt x="256017" y="307477"/>
                  </a:lnTo>
                  <a:lnTo>
                    <a:pt x="257015" y="304755"/>
                  </a:lnTo>
                  <a:lnTo>
                    <a:pt x="258010" y="302034"/>
                  </a:lnTo>
                  <a:lnTo>
                    <a:pt x="259003" y="299313"/>
                  </a:lnTo>
                  <a:lnTo>
                    <a:pt x="259990" y="296592"/>
                  </a:lnTo>
                  <a:lnTo>
                    <a:pt x="260974" y="293871"/>
                  </a:lnTo>
                  <a:lnTo>
                    <a:pt x="261951" y="291150"/>
                  </a:lnTo>
                  <a:lnTo>
                    <a:pt x="262923" y="288429"/>
                  </a:lnTo>
                  <a:lnTo>
                    <a:pt x="263890" y="285708"/>
                  </a:lnTo>
                  <a:lnTo>
                    <a:pt x="264847" y="282987"/>
                  </a:lnTo>
                  <a:lnTo>
                    <a:pt x="265801" y="280266"/>
                  </a:lnTo>
                  <a:lnTo>
                    <a:pt x="266743" y="277545"/>
                  </a:lnTo>
                  <a:lnTo>
                    <a:pt x="267679" y="274824"/>
                  </a:lnTo>
                  <a:lnTo>
                    <a:pt x="268606" y="272103"/>
                  </a:lnTo>
                  <a:lnTo>
                    <a:pt x="269523" y="269382"/>
                  </a:lnTo>
                  <a:lnTo>
                    <a:pt x="270434" y="266661"/>
                  </a:lnTo>
                  <a:lnTo>
                    <a:pt x="271328" y="263940"/>
                  </a:lnTo>
                  <a:lnTo>
                    <a:pt x="272217" y="261219"/>
                  </a:lnTo>
                  <a:lnTo>
                    <a:pt x="273093" y="258498"/>
                  </a:lnTo>
                  <a:lnTo>
                    <a:pt x="273958" y="255777"/>
                  </a:lnTo>
                  <a:lnTo>
                    <a:pt x="274814" y="253056"/>
                  </a:lnTo>
                  <a:lnTo>
                    <a:pt x="275653" y="250335"/>
                  </a:lnTo>
                  <a:lnTo>
                    <a:pt x="276485" y="247614"/>
                  </a:lnTo>
                  <a:lnTo>
                    <a:pt x="277300" y="244893"/>
                  </a:lnTo>
                  <a:lnTo>
                    <a:pt x="278105" y="242172"/>
                  </a:lnTo>
                  <a:lnTo>
                    <a:pt x="278898" y="239451"/>
                  </a:lnTo>
                  <a:lnTo>
                    <a:pt x="279674" y="236730"/>
                  </a:lnTo>
                  <a:lnTo>
                    <a:pt x="280443" y="234009"/>
                  </a:lnTo>
                  <a:lnTo>
                    <a:pt x="281191" y="231288"/>
                  </a:lnTo>
                  <a:lnTo>
                    <a:pt x="281930" y="228566"/>
                  </a:lnTo>
                  <a:lnTo>
                    <a:pt x="282654" y="225845"/>
                  </a:lnTo>
                  <a:lnTo>
                    <a:pt x="283362" y="223124"/>
                  </a:lnTo>
                  <a:lnTo>
                    <a:pt x="284062" y="220403"/>
                  </a:lnTo>
                  <a:lnTo>
                    <a:pt x="284739" y="217682"/>
                  </a:lnTo>
                  <a:lnTo>
                    <a:pt x="285409" y="214961"/>
                  </a:lnTo>
                  <a:lnTo>
                    <a:pt x="286061" y="212240"/>
                  </a:lnTo>
                  <a:lnTo>
                    <a:pt x="286699" y="209519"/>
                  </a:lnTo>
                  <a:lnTo>
                    <a:pt x="287326" y="206798"/>
                  </a:lnTo>
                  <a:lnTo>
                    <a:pt x="287932" y="204077"/>
                  </a:lnTo>
                  <a:lnTo>
                    <a:pt x="288532" y="201356"/>
                  </a:lnTo>
                  <a:lnTo>
                    <a:pt x="289110" y="198635"/>
                  </a:lnTo>
                  <a:lnTo>
                    <a:pt x="289677" y="195914"/>
                  </a:lnTo>
                  <a:lnTo>
                    <a:pt x="290231" y="193193"/>
                  </a:lnTo>
                  <a:lnTo>
                    <a:pt x="290767" y="190472"/>
                  </a:lnTo>
                  <a:lnTo>
                    <a:pt x="291296" y="187751"/>
                  </a:lnTo>
                  <a:lnTo>
                    <a:pt x="291802" y="185030"/>
                  </a:lnTo>
                  <a:lnTo>
                    <a:pt x="292300" y="182309"/>
                  </a:lnTo>
                  <a:lnTo>
                    <a:pt x="292783" y="179588"/>
                  </a:lnTo>
                  <a:lnTo>
                    <a:pt x="293251" y="176867"/>
                  </a:lnTo>
                  <a:lnTo>
                    <a:pt x="293710" y="174146"/>
                  </a:lnTo>
                  <a:lnTo>
                    <a:pt x="294148" y="171425"/>
                  </a:lnTo>
                  <a:lnTo>
                    <a:pt x="294580" y="168704"/>
                  </a:lnTo>
                  <a:lnTo>
                    <a:pt x="294994" y="165983"/>
                  </a:lnTo>
                  <a:lnTo>
                    <a:pt x="295398" y="163262"/>
                  </a:lnTo>
                  <a:lnTo>
                    <a:pt x="295790" y="160541"/>
                  </a:lnTo>
                  <a:lnTo>
                    <a:pt x="296166" y="157820"/>
                  </a:lnTo>
                  <a:lnTo>
                    <a:pt x="296535" y="155099"/>
                  </a:lnTo>
                  <a:lnTo>
                    <a:pt x="296886" y="152377"/>
                  </a:lnTo>
                  <a:lnTo>
                    <a:pt x="297229" y="149656"/>
                  </a:lnTo>
                  <a:lnTo>
                    <a:pt x="297560" y="146935"/>
                  </a:lnTo>
                  <a:lnTo>
                    <a:pt x="297878" y="144214"/>
                  </a:lnTo>
                  <a:lnTo>
                    <a:pt x="298190" y="141493"/>
                  </a:lnTo>
                  <a:lnTo>
                    <a:pt x="298484" y="138772"/>
                  </a:lnTo>
                  <a:lnTo>
                    <a:pt x="298772" y="136051"/>
                  </a:lnTo>
                  <a:lnTo>
                    <a:pt x="299047" y="133330"/>
                  </a:lnTo>
                  <a:lnTo>
                    <a:pt x="299313" y="130609"/>
                  </a:lnTo>
                  <a:lnTo>
                    <a:pt x="299571" y="127888"/>
                  </a:lnTo>
                  <a:lnTo>
                    <a:pt x="299815" y="125167"/>
                  </a:lnTo>
                  <a:lnTo>
                    <a:pt x="300054" y="122446"/>
                  </a:lnTo>
                  <a:lnTo>
                    <a:pt x="300280" y="119725"/>
                  </a:lnTo>
                  <a:lnTo>
                    <a:pt x="300499" y="117004"/>
                  </a:lnTo>
                  <a:lnTo>
                    <a:pt x="300710" y="114283"/>
                  </a:lnTo>
                  <a:lnTo>
                    <a:pt x="300910" y="111562"/>
                  </a:lnTo>
                  <a:lnTo>
                    <a:pt x="301105" y="108841"/>
                  </a:lnTo>
                  <a:lnTo>
                    <a:pt x="301288" y="106120"/>
                  </a:lnTo>
                  <a:lnTo>
                    <a:pt x="301467" y="103399"/>
                  </a:lnTo>
                  <a:lnTo>
                    <a:pt x="301637" y="100678"/>
                  </a:lnTo>
                  <a:lnTo>
                    <a:pt x="301799" y="97957"/>
                  </a:lnTo>
                  <a:lnTo>
                    <a:pt x="301956" y="95236"/>
                  </a:lnTo>
                  <a:lnTo>
                    <a:pt x="302103" y="92515"/>
                  </a:lnTo>
                  <a:lnTo>
                    <a:pt x="302246" y="89794"/>
                  </a:lnTo>
                  <a:lnTo>
                    <a:pt x="302382" y="87073"/>
                  </a:lnTo>
                  <a:lnTo>
                    <a:pt x="302511" y="84352"/>
                  </a:lnTo>
                  <a:lnTo>
                    <a:pt x="302636" y="81631"/>
                  </a:lnTo>
                  <a:lnTo>
                    <a:pt x="302753" y="78910"/>
                  </a:lnTo>
                  <a:lnTo>
                    <a:pt x="302866" y="76188"/>
                  </a:lnTo>
                  <a:lnTo>
                    <a:pt x="302973" y="73467"/>
                  </a:lnTo>
                  <a:lnTo>
                    <a:pt x="303075" y="70746"/>
                  </a:lnTo>
                  <a:lnTo>
                    <a:pt x="303172" y="68025"/>
                  </a:lnTo>
                  <a:lnTo>
                    <a:pt x="303264" y="65304"/>
                  </a:lnTo>
                  <a:lnTo>
                    <a:pt x="303353" y="62583"/>
                  </a:lnTo>
                  <a:lnTo>
                    <a:pt x="303435" y="59862"/>
                  </a:lnTo>
                  <a:lnTo>
                    <a:pt x="303515" y="57141"/>
                  </a:lnTo>
                  <a:lnTo>
                    <a:pt x="303590" y="54420"/>
                  </a:lnTo>
                  <a:lnTo>
                    <a:pt x="303662" y="51699"/>
                  </a:lnTo>
                  <a:lnTo>
                    <a:pt x="303730" y="48978"/>
                  </a:lnTo>
                  <a:lnTo>
                    <a:pt x="303793" y="46257"/>
                  </a:lnTo>
                  <a:lnTo>
                    <a:pt x="303855" y="43536"/>
                  </a:lnTo>
                  <a:lnTo>
                    <a:pt x="303912" y="40815"/>
                  </a:lnTo>
                  <a:lnTo>
                    <a:pt x="303966" y="38094"/>
                  </a:lnTo>
                  <a:lnTo>
                    <a:pt x="304018" y="35373"/>
                  </a:lnTo>
                  <a:lnTo>
                    <a:pt x="304067" y="32652"/>
                  </a:lnTo>
                  <a:lnTo>
                    <a:pt x="304113" y="29931"/>
                  </a:lnTo>
                  <a:lnTo>
                    <a:pt x="304156" y="27210"/>
                  </a:lnTo>
                  <a:lnTo>
                    <a:pt x="304197" y="24489"/>
                  </a:lnTo>
                  <a:lnTo>
                    <a:pt x="304236" y="21768"/>
                  </a:lnTo>
                  <a:lnTo>
                    <a:pt x="304272" y="19047"/>
                  </a:lnTo>
                  <a:lnTo>
                    <a:pt x="304307" y="16326"/>
                  </a:lnTo>
                  <a:lnTo>
                    <a:pt x="304339" y="13605"/>
                  </a:lnTo>
                  <a:lnTo>
                    <a:pt x="304370" y="10884"/>
                  </a:lnTo>
                  <a:lnTo>
                    <a:pt x="304399" y="8163"/>
                  </a:lnTo>
                  <a:lnTo>
                    <a:pt x="304426" y="5442"/>
                  </a:lnTo>
                  <a:lnTo>
                    <a:pt x="304451" y="2721"/>
                  </a:lnTo>
                  <a:lnTo>
                    <a:pt x="304475" y="0"/>
                  </a:lnTo>
                  <a:lnTo>
                    <a:pt x="305140" y="0"/>
                  </a:lnTo>
                  <a:lnTo>
                    <a:pt x="305163" y="2721"/>
                  </a:lnTo>
                  <a:lnTo>
                    <a:pt x="305189" y="5442"/>
                  </a:lnTo>
                  <a:lnTo>
                    <a:pt x="305216" y="8163"/>
                  </a:lnTo>
                  <a:lnTo>
                    <a:pt x="305244" y="10884"/>
                  </a:lnTo>
                  <a:lnTo>
                    <a:pt x="305275" y="13605"/>
                  </a:lnTo>
                  <a:lnTo>
                    <a:pt x="305307" y="16326"/>
                  </a:lnTo>
                  <a:lnTo>
                    <a:pt x="305342" y="19047"/>
                  </a:lnTo>
                  <a:lnTo>
                    <a:pt x="305378" y="21768"/>
                  </a:lnTo>
                  <a:lnTo>
                    <a:pt x="305417" y="24489"/>
                  </a:lnTo>
                  <a:lnTo>
                    <a:pt x="305458" y="27210"/>
                  </a:lnTo>
                  <a:lnTo>
                    <a:pt x="305501" y="29931"/>
                  </a:lnTo>
                  <a:lnTo>
                    <a:pt x="305548" y="32652"/>
                  </a:lnTo>
                  <a:lnTo>
                    <a:pt x="305596" y="35373"/>
                  </a:lnTo>
                  <a:lnTo>
                    <a:pt x="305648" y="38094"/>
                  </a:lnTo>
                  <a:lnTo>
                    <a:pt x="305702" y="40815"/>
                  </a:lnTo>
                  <a:lnTo>
                    <a:pt x="305759" y="43536"/>
                  </a:lnTo>
                  <a:lnTo>
                    <a:pt x="305821" y="46257"/>
                  </a:lnTo>
                  <a:lnTo>
                    <a:pt x="305884" y="48978"/>
                  </a:lnTo>
                  <a:lnTo>
                    <a:pt x="305953" y="51699"/>
                  </a:lnTo>
                  <a:lnTo>
                    <a:pt x="306024" y="54420"/>
                  </a:lnTo>
                  <a:lnTo>
                    <a:pt x="306099" y="57141"/>
                  </a:lnTo>
                  <a:lnTo>
                    <a:pt x="306179" y="59862"/>
                  </a:lnTo>
                  <a:lnTo>
                    <a:pt x="306261" y="62583"/>
                  </a:lnTo>
                  <a:lnTo>
                    <a:pt x="306350" y="65304"/>
                  </a:lnTo>
                  <a:lnTo>
                    <a:pt x="306442" y="68025"/>
                  </a:lnTo>
                  <a:lnTo>
                    <a:pt x="306539" y="70746"/>
                  </a:lnTo>
                  <a:lnTo>
                    <a:pt x="306642" y="73467"/>
                  </a:lnTo>
                  <a:lnTo>
                    <a:pt x="306748" y="76188"/>
                  </a:lnTo>
                  <a:lnTo>
                    <a:pt x="306862" y="78910"/>
                  </a:lnTo>
                  <a:lnTo>
                    <a:pt x="306978" y="81631"/>
                  </a:lnTo>
                  <a:lnTo>
                    <a:pt x="307103" y="84352"/>
                  </a:lnTo>
                  <a:lnTo>
                    <a:pt x="307233" y="87073"/>
                  </a:lnTo>
                  <a:lnTo>
                    <a:pt x="307368" y="89794"/>
                  </a:lnTo>
                  <a:lnTo>
                    <a:pt x="307511" y="92515"/>
                  </a:lnTo>
                  <a:lnTo>
                    <a:pt x="307658" y="95236"/>
                  </a:lnTo>
                  <a:lnTo>
                    <a:pt x="307816" y="97957"/>
                  </a:lnTo>
                  <a:lnTo>
                    <a:pt x="307978" y="100678"/>
                  </a:lnTo>
                  <a:lnTo>
                    <a:pt x="308148" y="103399"/>
                  </a:lnTo>
                  <a:lnTo>
                    <a:pt x="308326" y="106120"/>
                  </a:lnTo>
                  <a:lnTo>
                    <a:pt x="308509" y="108841"/>
                  </a:lnTo>
                  <a:lnTo>
                    <a:pt x="308705" y="111562"/>
                  </a:lnTo>
                  <a:lnTo>
                    <a:pt x="308905" y="114283"/>
                  </a:lnTo>
                  <a:lnTo>
                    <a:pt x="309116" y="117004"/>
                  </a:lnTo>
                  <a:lnTo>
                    <a:pt x="309335" y="119725"/>
                  </a:lnTo>
                  <a:lnTo>
                    <a:pt x="309561" y="122446"/>
                  </a:lnTo>
                  <a:lnTo>
                    <a:pt x="309800" y="125167"/>
                  </a:lnTo>
                  <a:lnTo>
                    <a:pt x="310043" y="127888"/>
                  </a:lnTo>
                  <a:lnTo>
                    <a:pt x="310302" y="130609"/>
                  </a:lnTo>
                  <a:lnTo>
                    <a:pt x="310567" y="133330"/>
                  </a:lnTo>
                  <a:lnTo>
                    <a:pt x="310843" y="136051"/>
                  </a:lnTo>
                  <a:lnTo>
                    <a:pt x="311131" y="138772"/>
                  </a:lnTo>
                  <a:lnTo>
                    <a:pt x="311424" y="141493"/>
                  </a:lnTo>
                  <a:lnTo>
                    <a:pt x="311736" y="144214"/>
                  </a:lnTo>
                  <a:lnTo>
                    <a:pt x="312054" y="146935"/>
                  </a:lnTo>
                  <a:lnTo>
                    <a:pt x="312385" y="149656"/>
                  </a:lnTo>
                  <a:lnTo>
                    <a:pt x="312728" y="152377"/>
                  </a:lnTo>
                  <a:lnTo>
                    <a:pt x="313079" y="155099"/>
                  </a:lnTo>
                  <a:lnTo>
                    <a:pt x="313448" y="157820"/>
                  </a:lnTo>
                  <a:lnTo>
                    <a:pt x="313824" y="160541"/>
                  </a:lnTo>
                  <a:lnTo>
                    <a:pt x="314217" y="163262"/>
                  </a:lnTo>
                  <a:lnTo>
                    <a:pt x="314620" y="165983"/>
                  </a:lnTo>
                  <a:lnTo>
                    <a:pt x="315034" y="168704"/>
                  </a:lnTo>
                  <a:lnTo>
                    <a:pt x="315466" y="171425"/>
                  </a:lnTo>
                  <a:lnTo>
                    <a:pt x="315904" y="174146"/>
                  </a:lnTo>
                  <a:lnTo>
                    <a:pt x="316364" y="176867"/>
                  </a:lnTo>
                  <a:lnTo>
                    <a:pt x="316832" y="179588"/>
                  </a:lnTo>
                  <a:lnTo>
                    <a:pt x="317314" y="182309"/>
                  </a:lnTo>
                  <a:lnTo>
                    <a:pt x="317812" y="185030"/>
                  </a:lnTo>
                  <a:lnTo>
                    <a:pt x="318318" y="187751"/>
                  </a:lnTo>
                  <a:lnTo>
                    <a:pt x="318847" y="190472"/>
                  </a:lnTo>
                  <a:lnTo>
                    <a:pt x="319383" y="193193"/>
                  </a:lnTo>
                  <a:lnTo>
                    <a:pt x="319937" y="195914"/>
                  </a:lnTo>
                  <a:lnTo>
                    <a:pt x="320505" y="198635"/>
                  </a:lnTo>
                  <a:lnTo>
                    <a:pt x="321083" y="201356"/>
                  </a:lnTo>
                  <a:lnTo>
                    <a:pt x="321682" y="204077"/>
                  </a:lnTo>
                  <a:lnTo>
                    <a:pt x="322288" y="206798"/>
                  </a:lnTo>
                  <a:lnTo>
                    <a:pt x="322915" y="209519"/>
                  </a:lnTo>
                  <a:lnTo>
                    <a:pt x="323554" y="212240"/>
                  </a:lnTo>
                  <a:lnTo>
                    <a:pt x="324205" y="214961"/>
                  </a:lnTo>
                  <a:lnTo>
                    <a:pt x="324875" y="217682"/>
                  </a:lnTo>
                  <a:lnTo>
                    <a:pt x="325552" y="220403"/>
                  </a:lnTo>
                  <a:lnTo>
                    <a:pt x="326252" y="223124"/>
                  </a:lnTo>
                  <a:lnTo>
                    <a:pt x="326960" y="225845"/>
                  </a:lnTo>
                  <a:lnTo>
                    <a:pt x="327684" y="228566"/>
                  </a:lnTo>
                  <a:lnTo>
                    <a:pt x="328424" y="231288"/>
                  </a:lnTo>
                  <a:lnTo>
                    <a:pt x="329171" y="234009"/>
                  </a:lnTo>
                  <a:lnTo>
                    <a:pt x="329940" y="236730"/>
                  </a:lnTo>
                  <a:lnTo>
                    <a:pt x="330716" y="239451"/>
                  </a:lnTo>
                  <a:lnTo>
                    <a:pt x="331509" y="242172"/>
                  </a:lnTo>
                  <a:lnTo>
                    <a:pt x="332314" y="244893"/>
                  </a:lnTo>
                  <a:lnTo>
                    <a:pt x="333129" y="247614"/>
                  </a:lnTo>
                  <a:lnTo>
                    <a:pt x="333962" y="250335"/>
                  </a:lnTo>
                  <a:lnTo>
                    <a:pt x="334800" y="253056"/>
                  </a:lnTo>
                  <a:lnTo>
                    <a:pt x="335657" y="255777"/>
                  </a:lnTo>
                  <a:lnTo>
                    <a:pt x="336521" y="258498"/>
                  </a:lnTo>
                  <a:lnTo>
                    <a:pt x="337397" y="261219"/>
                  </a:lnTo>
                  <a:lnTo>
                    <a:pt x="338286" y="263940"/>
                  </a:lnTo>
                  <a:lnTo>
                    <a:pt x="339180" y="266661"/>
                  </a:lnTo>
                  <a:lnTo>
                    <a:pt x="340091" y="269382"/>
                  </a:lnTo>
                  <a:lnTo>
                    <a:pt x="341008" y="272103"/>
                  </a:lnTo>
                  <a:lnTo>
                    <a:pt x="341935" y="274824"/>
                  </a:lnTo>
                  <a:lnTo>
                    <a:pt x="342871" y="277545"/>
                  </a:lnTo>
                  <a:lnTo>
                    <a:pt x="343813" y="280266"/>
                  </a:lnTo>
                  <a:lnTo>
                    <a:pt x="344767" y="282987"/>
                  </a:lnTo>
                  <a:lnTo>
                    <a:pt x="345724" y="285708"/>
                  </a:lnTo>
                  <a:lnTo>
                    <a:pt x="346691" y="288429"/>
                  </a:lnTo>
                  <a:lnTo>
                    <a:pt x="347663" y="291150"/>
                  </a:lnTo>
                  <a:lnTo>
                    <a:pt x="348641" y="293871"/>
                  </a:lnTo>
                  <a:lnTo>
                    <a:pt x="349625" y="296592"/>
                  </a:lnTo>
                  <a:lnTo>
                    <a:pt x="350611" y="299313"/>
                  </a:lnTo>
                  <a:lnTo>
                    <a:pt x="351604" y="302034"/>
                  </a:lnTo>
                  <a:lnTo>
                    <a:pt x="352599" y="304755"/>
                  </a:lnTo>
                  <a:lnTo>
                    <a:pt x="353597" y="307477"/>
                  </a:lnTo>
                  <a:lnTo>
                    <a:pt x="354597" y="310198"/>
                  </a:lnTo>
                  <a:lnTo>
                    <a:pt x="355599" y="312919"/>
                  </a:lnTo>
                  <a:lnTo>
                    <a:pt x="356602" y="315640"/>
                  </a:lnTo>
                  <a:lnTo>
                    <a:pt x="357605" y="318361"/>
                  </a:lnTo>
                  <a:lnTo>
                    <a:pt x="358608" y="321082"/>
                  </a:lnTo>
                  <a:lnTo>
                    <a:pt x="359609" y="323803"/>
                  </a:lnTo>
                  <a:lnTo>
                    <a:pt x="360610" y="326524"/>
                  </a:lnTo>
                  <a:lnTo>
                    <a:pt x="361607" y="329245"/>
                  </a:lnTo>
                  <a:lnTo>
                    <a:pt x="362603" y="331966"/>
                  </a:lnTo>
                  <a:lnTo>
                    <a:pt x="363593" y="334687"/>
                  </a:lnTo>
                  <a:lnTo>
                    <a:pt x="364580" y="337408"/>
                  </a:lnTo>
                  <a:lnTo>
                    <a:pt x="365562" y="340129"/>
                  </a:lnTo>
                  <a:lnTo>
                    <a:pt x="366537" y="342850"/>
                  </a:lnTo>
                  <a:lnTo>
                    <a:pt x="367509" y="345571"/>
                  </a:lnTo>
                  <a:lnTo>
                    <a:pt x="368469" y="348292"/>
                  </a:lnTo>
                  <a:lnTo>
                    <a:pt x="369425" y="351013"/>
                  </a:lnTo>
                  <a:lnTo>
                    <a:pt x="370371" y="353734"/>
                  </a:lnTo>
                  <a:lnTo>
                    <a:pt x="371307" y="356455"/>
                  </a:lnTo>
                  <a:lnTo>
                    <a:pt x="372238" y="359176"/>
                  </a:lnTo>
                  <a:lnTo>
                    <a:pt x="373152" y="361897"/>
                  </a:lnTo>
                  <a:lnTo>
                    <a:pt x="374060" y="364618"/>
                  </a:lnTo>
                  <a:lnTo>
                    <a:pt x="374954" y="367339"/>
                  </a:lnTo>
                  <a:lnTo>
                    <a:pt x="375836" y="370060"/>
                  </a:lnTo>
                  <a:lnTo>
                    <a:pt x="376708" y="372781"/>
                  </a:lnTo>
                  <a:lnTo>
                    <a:pt x="377561" y="375502"/>
                  </a:lnTo>
                  <a:lnTo>
                    <a:pt x="378406" y="378223"/>
                  </a:lnTo>
                  <a:lnTo>
                    <a:pt x="379231" y="380944"/>
                  </a:lnTo>
                  <a:lnTo>
                    <a:pt x="380044" y="383665"/>
                  </a:lnTo>
                  <a:lnTo>
                    <a:pt x="380842" y="386387"/>
                  </a:lnTo>
                  <a:lnTo>
                    <a:pt x="381619" y="389108"/>
                  </a:lnTo>
                  <a:lnTo>
                    <a:pt x="382388" y="391829"/>
                  </a:lnTo>
                  <a:lnTo>
                    <a:pt x="383129" y="394550"/>
                  </a:lnTo>
                  <a:lnTo>
                    <a:pt x="383859" y="397271"/>
                  </a:lnTo>
                  <a:lnTo>
                    <a:pt x="384569" y="399992"/>
                  </a:lnTo>
                  <a:lnTo>
                    <a:pt x="385259" y="402713"/>
                  </a:lnTo>
                  <a:lnTo>
                    <a:pt x="385936" y="405434"/>
                  </a:lnTo>
                  <a:lnTo>
                    <a:pt x="386583" y="408155"/>
                  </a:lnTo>
                  <a:lnTo>
                    <a:pt x="387220" y="410876"/>
                  </a:lnTo>
                  <a:lnTo>
                    <a:pt x="387830" y="413597"/>
                  </a:lnTo>
                  <a:lnTo>
                    <a:pt x="388421" y="416318"/>
                  </a:lnTo>
                  <a:lnTo>
                    <a:pt x="388995" y="419039"/>
                  </a:lnTo>
                  <a:lnTo>
                    <a:pt x="389540" y="421760"/>
                  </a:lnTo>
                  <a:lnTo>
                    <a:pt x="390073" y="424481"/>
                  </a:lnTo>
                  <a:lnTo>
                    <a:pt x="390574" y="427202"/>
                  </a:lnTo>
                  <a:lnTo>
                    <a:pt x="391058" y="429923"/>
                  </a:lnTo>
                  <a:lnTo>
                    <a:pt x="391521" y="432644"/>
                  </a:lnTo>
                  <a:lnTo>
                    <a:pt x="391956" y="435365"/>
                  </a:lnTo>
                  <a:lnTo>
                    <a:pt x="392379" y="438086"/>
                  </a:lnTo>
                  <a:lnTo>
                    <a:pt x="392764" y="440807"/>
                  </a:lnTo>
                  <a:lnTo>
                    <a:pt x="393136" y="443528"/>
                  </a:lnTo>
                  <a:lnTo>
                    <a:pt x="393481" y="446249"/>
                  </a:lnTo>
                  <a:lnTo>
                    <a:pt x="393802" y="448970"/>
                  </a:lnTo>
                  <a:lnTo>
                    <a:pt x="394107" y="451691"/>
                  </a:lnTo>
                  <a:lnTo>
                    <a:pt x="394375" y="454412"/>
                  </a:lnTo>
                  <a:lnTo>
                    <a:pt x="394632" y="457133"/>
                  </a:lnTo>
                  <a:lnTo>
                    <a:pt x="394856" y="459854"/>
                  </a:lnTo>
                  <a:lnTo>
                    <a:pt x="395060" y="462576"/>
                  </a:lnTo>
                  <a:lnTo>
                    <a:pt x="395244" y="465297"/>
                  </a:lnTo>
                  <a:lnTo>
                    <a:pt x="395395" y="468018"/>
                  </a:lnTo>
                  <a:lnTo>
                    <a:pt x="395535" y="470739"/>
                  </a:lnTo>
                  <a:lnTo>
                    <a:pt x="395638" y="473460"/>
                  </a:lnTo>
                  <a:lnTo>
                    <a:pt x="395726" y="476181"/>
                  </a:lnTo>
                  <a:lnTo>
                    <a:pt x="395789" y="478902"/>
                  </a:lnTo>
                  <a:lnTo>
                    <a:pt x="395824" y="481623"/>
                  </a:lnTo>
                  <a:lnTo>
                    <a:pt x="395848" y="484344"/>
                  </a:lnTo>
                  <a:lnTo>
                    <a:pt x="395832" y="487065"/>
                  </a:lnTo>
                  <a:lnTo>
                    <a:pt x="395805" y="489786"/>
                  </a:lnTo>
                  <a:lnTo>
                    <a:pt x="395750" y="492507"/>
                  </a:lnTo>
                  <a:lnTo>
                    <a:pt x="395673" y="495228"/>
                  </a:lnTo>
                  <a:lnTo>
                    <a:pt x="395580" y="497949"/>
                  </a:lnTo>
                  <a:lnTo>
                    <a:pt x="395453" y="500670"/>
                  </a:lnTo>
                  <a:lnTo>
                    <a:pt x="395316" y="503391"/>
                  </a:lnTo>
                  <a:lnTo>
                    <a:pt x="395148" y="506112"/>
                  </a:lnTo>
                  <a:lnTo>
                    <a:pt x="394963" y="508833"/>
                  </a:lnTo>
                  <a:lnTo>
                    <a:pt x="394758" y="511554"/>
                  </a:lnTo>
                  <a:lnTo>
                    <a:pt x="394527" y="514275"/>
                  </a:lnTo>
                  <a:lnTo>
                    <a:pt x="394285" y="516996"/>
                  </a:lnTo>
                  <a:lnTo>
                    <a:pt x="394010" y="519717"/>
                  </a:lnTo>
                  <a:lnTo>
                    <a:pt x="393724" y="522438"/>
                  </a:lnTo>
                  <a:lnTo>
                    <a:pt x="393416" y="525159"/>
                  </a:lnTo>
                  <a:lnTo>
                    <a:pt x="393086" y="527880"/>
                  </a:lnTo>
                  <a:lnTo>
                    <a:pt x="392745" y="530601"/>
                  </a:lnTo>
                  <a:lnTo>
                    <a:pt x="392374" y="533322"/>
                  </a:lnTo>
                  <a:lnTo>
                    <a:pt x="391994" y="536043"/>
                  </a:lnTo>
                  <a:lnTo>
                    <a:pt x="391591" y="538765"/>
                  </a:lnTo>
                  <a:lnTo>
                    <a:pt x="391172" y="541486"/>
                  </a:lnTo>
                  <a:lnTo>
                    <a:pt x="390740" y="544207"/>
                  </a:lnTo>
                  <a:lnTo>
                    <a:pt x="390284" y="546928"/>
                  </a:lnTo>
                  <a:lnTo>
                    <a:pt x="389819" y="549649"/>
                  </a:lnTo>
                  <a:lnTo>
                    <a:pt x="389332" y="552370"/>
                  </a:lnTo>
                  <a:lnTo>
                    <a:pt x="388833" y="555091"/>
                  </a:lnTo>
                  <a:lnTo>
                    <a:pt x="388320" y="557812"/>
                  </a:lnTo>
                  <a:lnTo>
                    <a:pt x="387789" y="560533"/>
                  </a:lnTo>
                  <a:lnTo>
                    <a:pt x="387251" y="563254"/>
                  </a:lnTo>
                  <a:lnTo>
                    <a:pt x="386691" y="565975"/>
                  </a:lnTo>
                  <a:lnTo>
                    <a:pt x="386124" y="568696"/>
                  </a:lnTo>
                  <a:lnTo>
                    <a:pt x="385542" y="571417"/>
                  </a:lnTo>
                  <a:lnTo>
                    <a:pt x="384948" y="574138"/>
                  </a:lnTo>
                  <a:lnTo>
                    <a:pt x="384346" y="576859"/>
                  </a:lnTo>
                  <a:lnTo>
                    <a:pt x="383728" y="579580"/>
                  </a:lnTo>
                  <a:lnTo>
                    <a:pt x="383104" y="582301"/>
                  </a:lnTo>
                  <a:lnTo>
                    <a:pt x="382467" y="585022"/>
                  </a:lnTo>
                  <a:lnTo>
                    <a:pt x="381823" y="587743"/>
                  </a:lnTo>
                  <a:lnTo>
                    <a:pt x="381171" y="590464"/>
                  </a:lnTo>
                  <a:lnTo>
                    <a:pt x="380508" y="593185"/>
                  </a:lnTo>
                  <a:lnTo>
                    <a:pt x="379841" y="595906"/>
                  </a:lnTo>
                  <a:lnTo>
                    <a:pt x="379165" y="598627"/>
                  </a:lnTo>
                  <a:lnTo>
                    <a:pt x="378484" y="601348"/>
                  </a:lnTo>
                  <a:lnTo>
                    <a:pt x="377797" y="604069"/>
                  </a:lnTo>
                  <a:lnTo>
                    <a:pt x="377105" y="606790"/>
                  </a:lnTo>
                  <a:lnTo>
                    <a:pt x="376411" y="609511"/>
                  </a:lnTo>
                  <a:lnTo>
                    <a:pt x="375710" y="612232"/>
                  </a:lnTo>
                  <a:lnTo>
                    <a:pt x="375009" y="614954"/>
                  </a:lnTo>
                  <a:lnTo>
                    <a:pt x="374305" y="617675"/>
                  </a:lnTo>
                  <a:lnTo>
                    <a:pt x="373600" y="620396"/>
                  </a:lnTo>
                  <a:lnTo>
                    <a:pt x="372895" y="623117"/>
                  </a:lnTo>
                  <a:lnTo>
                    <a:pt x="372190" y="625838"/>
                  </a:lnTo>
                  <a:lnTo>
                    <a:pt x="371486" y="628559"/>
                  </a:lnTo>
                  <a:lnTo>
                    <a:pt x="370784" y="631280"/>
                  </a:lnTo>
                  <a:lnTo>
                    <a:pt x="370085" y="634001"/>
                  </a:lnTo>
                  <a:lnTo>
                    <a:pt x="369388" y="636722"/>
                  </a:lnTo>
                  <a:lnTo>
                    <a:pt x="368698" y="639443"/>
                  </a:lnTo>
                  <a:lnTo>
                    <a:pt x="368011" y="642164"/>
                  </a:lnTo>
                  <a:lnTo>
                    <a:pt x="367333" y="644885"/>
                  </a:lnTo>
                  <a:lnTo>
                    <a:pt x="366660" y="647606"/>
                  </a:lnTo>
                  <a:lnTo>
                    <a:pt x="365996" y="650327"/>
                  </a:lnTo>
                  <a:lnTo>
                    <a:pt x="365342" y="653048"/>
                  </a:lnTo>
                  <a:lnTo>
                    <a:pt x="364694" y="655769"/>
                  </a:lnTo>
                  <a:lnTo>
                    <a:pt x="364065" y="658490"/>
                  </a:lnTo>
                  <a:lnTo>
                    <a:pt x="363441" y="661211"/>
                  </a:lnTo>
                  <a:lnTo>
                    <a:pt x="362835" y="663932"/>
                  </a:lnTo>
                  <a:lnTo>
                    <a:pt x="362664" y="664714"/>
                  </a:lnTo>
                  <a:lnTo>
                    <a:pt x="362242" y="666653"/>
                  </a:lnTo>
                  <a:lnTo>
                    <a:pt x="361661" y="669374"/>
                  </a:lnTo>
                  <a:lnTo>
                    <a:pt x="361104" y="672095"/>
                  </a:lnTo>
                  <a:lnTo>
                    <a:pt x="360556" y="674816"/>
                  </a:lnTo>
                  <a:lnTo>
                    <a:pt x="360036" y="677537"/>
                  </a:lnTo>
                  <a:lnTo>
                    <a:pt x="359531" y="680258"/>
                  </a:lnTo>
                  <a:lnTo>
                    <a:pt x="359046" y="682979"/>
                  </a:lnTo>
                  <a:lnTo>
                    <a:pt x="358591" y="685700"/>
                  </a:lnTo>
                  <a:lnTo>
                    <a:pt x="358147" y="688421"/>
                  </a:lnTo>
                  <a:lnTo>
                    <a:pt x="357744" y="691142"/>
                  </a:lnTo>
                  <a:lnTo>
                    <a:pt x="357358" y="693864"/>
                  </a:lnTo>
                  <a:lnTo>
                    <a:pt x="357002" y="696585"/>
                  </a:lnTo>
                  <a:lnTo>
                    <a:pt x="356679" y="699306"/>
                  </a:lnTo>
                  <a:lnTo>
                    <a:pt x="356374" y="702027"/>
                  </a:lnTo>
                  <a:lnTo>
                    <a:pt x="356120" y="704748"/>
                  </a:lnTo>
                  <a:lnTo>
                    <a:pt x="355884" y="707469"/>
                  </a:lnTo>
                  <a:lnTo>
                    <a:pt x="355693" y="710190"/>
                  </a:lnTo>
                  <a:lnTo>
                    <a:pt x="355536" y="712911"/>
                  </a:lnTo>
                  <a:lnTo>
                    <a:pt x="355408" y="715632"/>
                  </a:lnTo>
                  <a:lnTo>
                    <a:pt x="355336" y="718353"/>
                  </a:lnTo>
                  <a:lnTo>
                    <a:pt x="355284" y="721074"/>
                  </a:lnTo>
                  <a:lnTo>
                    <a:pt x="355295" y="723795"/>
                  </a:lnTo>
                  <a:lnTo>
                    <a:pt x="355339" y="726516"/>
                  </a:lnTo>
                  <a:lnTo>
                    <a:pt x="355426" y="729237"/>
                  </a:lnTo>
                  <a:lnTo>
                    <a:pt x="355572" y="731958"/>
                  </a:lnTo>
                  <a:lnTo>
                    <a:pt x="355741" y="734679"/>
                  </a:lnTo>
                  <a:lnTo>
                    <a:pt x="355993" y="737400"/>
                  </a:lnTo>
                  <a:lnTo>
                    <a:pt x="356274" y="740121"/>
                  </a:lnTo>
                  <a:lnTo>
                    <a:pt x="356615" y="742842"/>
                  </a:lnTo>
                  <a:lnTo>
                    <a:pt x="357014" y="745563"/>
                  </a:lnTo>
                  <a:lnTo>
                    <a:pt x="357449" y="748284"/>
                  </a:lnTo>
                  <a:lnTo>
                    <a:pt x="357973" y="751005"/>
                  </a:lnTo>
                  <a:lnTo>
                    <a:pt x="358527" y="753726"/>
                  </a:lnTo>
                  <a:lnTo>
                    <a:pt x="359161" y="756447"/>
                  </a:lnTo>
                  <a:lnTo>
                    <a:pt x="359849" y="759168"/>
                  </a:lnTo>
                  <a:lnTo>
                    <a:pt x="360589" y="761889"/>
                  </a:lnTo>
                  <a:lnTo>
                    <a:pt x="361417" y="764610"/>
                  </a:lnTo>
                  <a:lnTo>
                    <a:pt x="362278" y="767331"/>
                  </a:lnTo>
                  <a:lnTo>
                    <a:pt x="363241" y="770053"/>
                  </a:lnTo>
                  <a:lnTo>
                    <a:pt x="364250" y="772774"/>
                  </a:lnTo>
                  <a:lnTo>
                    <a:pt x="365330" y="775495"/>
                  </a:lnTo>
                  <a:lnTo>
                    <a:pt x="366493" y="778216"/>
                  </a:lnTo>
                  <a:lnTo>
                    <a:pt x="367692" y="780937"/>
                  </a:lnTo>
                  <a:lnTo>
                    <a:pt x="369014" y="783658"/>
                  </a:lnTo>
                  <a:lnTo>
                    <a:pt x="370373" y="786379"/>
                  </a:lnTo>
                  <a:lnTo>
                    <a:pt x="371821" y="789100"/>
                  </a:lnTo>
                  <a:lnTo>
                    <a:pt x="373345" y="791821"/>
                  </a:lnTo>
                  <a:lnTo>
                    <a:pt x="374921" y="794542"/>
                  </a:lnTo>
                  <a:lnTo>
                    <a:pt x="376612" y="797263"/>
                  </a:lnTo>
                  <a:lnTo>
                    <a:pt x="378341" y="799984"/>
                  </a:lnTo>
                  <a:lnTo>
                    <a:pt x="380178" y="802705"/>
                  </a:lnTo>
                  <a:lnTo>
                    <a:pt x="382079" y="805426"/>
                  </a:lnTo>
                  <a:lnTo>
                    <a:pt x="384049" y="808147"/>
                  </a:lnTo>
                  <a:lnTo>
                    <a:pt x="386122" y="810868"/>
                  </a:lnTo>
                  <a:lnTo>
                    <a:pt x="388234" y="813589"/>
                  </a:lnTo>
                  <a:lnTo>
                    <a:pt x="390470" y="816310"/>
                  </a:lnTo>
                  <a:lnTo>
                    <a:pt x="392754" y="819031"/>
                  </a:lnTo>
                  <a:lnTo>
                    <a:pt x="395122" y="821752"/>
                  </a:lnTo>
                  <a:lnTo>
                    <a:pt x="397579" y="824473"/>
                  </a:lnTo>
                  <a:lnTo>
                    <a:pt x="400078" y="827194"/>
                  </a:lnTo>
                  <a:lnTo>
                    <a:pt x="402703" y="829915"/>
                  </a:lnTo>
                  <a:lnTo>
                    <a:pt x="405367" y="832636"/>
                  </a:lnTo>
                  <a:lnTo>
                    <a:pt x="408124" y="835357"/>
                  </a:lnTo>
                  <a:lnTo>
                    <a:pt x="410951" y="838078"/>
                  </a:lnTo>
                  <a:lnTo>
                    <a:pt x="413833" y="840799"/>
                  </a:lnTo>
                  <a:lnTo>
                    <a:pt x="416818" y="843520"/>
                  </a:lnTo>
                  <a:lnTo>
                    <a:pt x="419839" y="846242"/>
                  </a:lnTo>
                  <a:lnTo>
                    <a:pt x="422959" y="848963"/>
                  </a:lnTo>
                  <a:lnTo>
                    <a:pt x="426129" y="851684"/>
                  </a:lnTo>
                  <a:lnTo>
                    <a:pt x="429361" y="854405"/>
                  </a:lnTo>
                  <a:lnTo>
                    <a:pt x="432672" y="857126"/>
                  </a:lnTo>
                  <a:lnTo>
                    <a:pt x="436014" y="859847"/>
                  </a:lnTo>
                  <a:lnTo>
                    <a:pt x="439452" y="862568"/>
                  </a:lnTo>
                  <a:lnTo>
                    <a:pt x="442921" y="865289"/>
                  </a:lnTo>
                  <a:lnTo>
                    <a:pt x="446451" y="868010"/>
                  </a:lnTo>
                  <a:lnTo>
                    <a:pt x="450036" y="870731"/>
                  </a:lnTo>
                  <a:lnTo>
                    <a:pt x="453651" y="873452"/>
                  </a:lnTo>
                  <a:lnTo>
                    <a:pt x="457337" y="876173"/>
                  </a:lnTo>
                  <a:lnTo>
                    <a:pt x="461044" y="878894"/>
                  </a:lnTo>
                  <a:lnTo>
                    <a:pt x="464803" y="881615"/>
                  </a:lnTo>
                  <a:lnTo>
                    <a:pt x="468592" y="884336"/>
                  </a:lnTo>
                  <a:lnTo>
                    <a:pt x="472408" y="887057"/>
                  </a:lnTo>
                  <a:lnTo>
                    <a:pt x="476263" y="889778"/>
                  </a:lnTo>
                  <a:lnTo>
                    <a:pt x="480130" y="892499"/>
                  </a:lnTo>
                  <a:lnTo>
                    <a:pt x="484029" y="895220"/>
                  </a:lnTo>
                  <a:lnTo>
                    <a:pt x="487939" y="897941"/>
                  </a:lnTo>
                  <a:lnTo>
                    <a:pt x="491862" y="900662"/>
                  </a:lnTo>
                  <a:lnTo>
                    <a:pt x="495794" y="903383"/>
                  </a:lnTo>
                  <a:lnTo>
                    <a:pt x="499730" y="906104"/>
                  </a:lnTo>
                  <a:lnTo>
                    <a:pt x="503666" y="908825"/>
                  </a:lnTo>
                  <a:lnTo>
                    <a:pt x="507597" y="911546"/>
                  </a:lnTo>
                  <a:lnTo>
                    <a:pt x="511520" y="914267"/>
                  </a:lnTo>
                  <a:lnTo>
                    <a:pt x="515426" y="916988"/>
                  </a:lnTo>
                  <a:lnTo>
                    <a:pt x="519323" y="919709"/>
                  </a:lnTo>
                  <a:lnTo>
                    <a:pt x="523183" y="922431"/>
                  </a:lnTo>
                  <a:lnTo>
                    <a:pt x="527028" y="925152"/>
                  </a:lnTo>
                  <a:lnTo>
                    <a:pt x="530831" y="927873"/>
                  </a:lnTo>
                  <a:lnTo>
                    <a:pt x="534601" y="930594"/>
                  </a:lnTo>
                  <a:lnTo>
                    <a:pt x="538336" y="933315"/>
                  </a:lnTo>
                  <a:lnTo>
                    <a:pt x="542007" y="936036"/>
                  </a:lnTo>
                  <a:lnTo>
                    <a:pt x="545652" y="938757"/>
                  </a:lnTo>
                  <a:lnTo>
                    <a:pt x="549211" y="941478"/>
                  </a:lnTo>
                  <a:lnTo>
                    <a:pt x="552728" y="944199"/>
                  </a:lnTo>
                  <a:lnTo>
                    <a:pt x="556178" y="946920"/>
                  </a:lnTo>
                  <a:lnTo>
                    <a:pt x="559544" y="949641"/>
                  </a:lnTo>
                  <a:lnTo>
                    <a:pt x="562871" y="952362"/>
                  </a:lnTo>
                  <a:lnTo>
                    <a:pt x="566065" y="955083"/>
                  </a:lnTo>
                  <a:lnTo>
                    <a:pt x="569215" y="957804"/>
                  </a:lnTo>
                  <a:lnTo>
                    <a:pt x="572258" y="960525"/>
                  </a:lnTo>
                  <a:lnTo>
                    <a:pt x="575207" y="963246"/>
                  </a:lnTo>
                  <a:lnTo>
                    <a:pt x="578089" y="965967"/>
                  </a:lnTo>
                  <a:lnTo>
                    <a:pt x="580818" y="968688"/>
                  </a:lnTo>
                  <a:lnTo>
                    <a:pt x="583494" y="971409"/>
                  </a:lnTo>
                  <a:lnTo>
                    <a:pt x="586017" y="974130"/>
                  </a:lnTo>
                  <a:lnTo>
                    <a:pt x="588447" y="976851"/>
                  </a:lnTo>
                  <a:lnTo>
                    <a:pt x="590775" y="979572"/>
                  </a:lnTo>
                  <a:lnTo>
                    <a:pt x="592944" y="982293"/>
                  </a:lnTo>
                  <a:lnTo>
                    <a:pt x="595051" y="985014"/>
                  </a:lnTo>
                  <a:lnTo>
                    <a:pt x="596957" y="987735"/>
                  </a:lnTo>
                  <a:lnTo>
                    <a:pt x="598782" y="990456"/>
                  </a:lnTo>
                  <a:lnTo>
                    <a:pt x="600465" y="993177"/>
                  </a:lnTo>
                  <a:lnTo>
                    <a:pt x="601995" y="995898"/>
                  </a:lnTo>
                  <a:lnTo>
                    <a:pt x="603446" y="998619"/>
                  </a:lnTo>
                  <a:lnTo>
                    <a:pt x="604670" y="1001341"/>
                  </a:lnTo>
                  <a:lnTo>
                    <a:pt x="605822" y="1004062"/>
                  </a:lnTo>
                  <a:lnTo>
                    <a:pt x="606792" y="1006783"/>
                  </a:lnTo>
                  <a:lnTo>
                    <a:pt x="607626" y="1009504"/>
                  </a:lnTo>
                  <a:lnTo>
                    <a:pt x="608348" y="1012225"/>
                  </a:lnTo>
                  <a:lnTo>
                    <a:pt x="608858" y="1014946"/>
                  </a:lnTo>
                  <a:lnTo>
                    <a:pt x="609292" y="1017667"/>
                  </a:lnTo>
                  <a:lnTo>
                    <a:pt x="609510" y="1020388"/>
                  </a:lnTo>
                  <a:lnTo>
                    <a:pt x="609615" y="1023109"/>
                  </a:lnTo>
                  <a:lnTo>
                    <a:pt x="609604" y="1023912"/>
                  </a:lnTo>
                  <a:lnTo>
                    <a:pt x="609577" y="1025830"/>
                  </a:lnTo>
                  <a:lnTo>
                    <a:pt x="609352" y="1028551"/>
                  </a:lnTo>
                  <a:lnTo>
                    <a:pt x="609051" y="1031272"/>
                  </a:lnTo>
                  <a:lnTo>
                    <a:pt x="608505" y="1033993"/>
                  </a:lnTo>
                  <a:lnTo>
                    <a:pt x="607875" y="1036714"/>
                  </a:lnTo>
                  <a:lnTo>
                    <a:pt x="607077" y="1039435"/>
                  </a:lnTo>
                  <a:lnTo>
                    <a:pt x="606123" y="1042156"/>
                  </a:lnTo>
                  <a:lnTo>
                    <a:pt x="605076" y="1044877"/>
                  </a:lnTo>
                  <a:lnTo>
                    <a:pt x="603803" y="1047598"/>
                  </a:lnTo>
                  <a:lnTo>
                    <a:pt x="602459" y="1050319"/>
                  </a:lnTo>
                  <a:lnTo>
                    <a:pt x="600929" y="1053040"/>
                  </a:lnTo>
                  <a:lnTo>
                    <a:pt x="599279" y="1055761"/>
                  </a:lnTo>
                  <a:lnTo>
                    <a:pt x="597516" y="1058482"/>
                  </a:lnTo>
                  <a:lnTo>
                    <a:pt x="595570" y="1061203"/>
                  </a:lnTo>
                  <a:lnTo>
                    <a:pt x="593557" y="1063924"/>
                  </a:lnTo>
                  <a:lnTo>
                    <a:pt x="591352" y="1066645"/>
                  </a:lnTo>
                  <a:lnTo>
                    <a:pt x="589061" y="1069366"/>
                  </a:lnTo>
                  <a:lnTo>
                    <a:pt x="586648" y="1072087"/>
                  </a:lnTo>
                  <a:lnTo>
                    <a:pt x="584094" y="1074808"/>
                  </a:lnTo>
                  <a:lnTo>
                    <a:pt x="581482" y="1077530"/>
                  </a:lnTo>
                  <a:lnTo>
                    <a:pt x="578682" y="1080251"/>
                  </a:lnTo>
                  <a:lnTo>
                    <a:pt x="575829" y="1082972"/>
                  </a:lnTo>
                  <a:lnTo>
                    <a:pt x="572853" y="1085693"/>
                  </a:lnTo>
                  <a:lnTo>
                    <a:pt x="569778" y="1088414"/>
                  </a:lnTo>
                  <a:lnTo>
                    <a:pt x="566636" y="1091135"/>
                  </a:lnTo>
                  <a:lnTo>
                    <a:pt x="563358" y="1093856"/>
                  </a:lnTo>
                  <a:lnTo>
                    <a:pt x="560036" y="1096577"/>
                  </a:lnTo>
                  <a:lnTo>
                    <a:pt x="556602" y="1099298"/>
                  </a:lnTo>
                  <a:lnTo>
                    <a:pt x="553105" y="1102019"/>
                  </a:lnTo>
                  <a:lnTo>
                    <a:pt x="549543" y="1104740"/>
                  </a:lnTo>
                  <a:lnTo>
                    <a:pt x="545891" y="1107461"/>
                  </a:lnTo>
                  <a:lnTo>
                    <a:pt x="542206" y="1110182"/>
                  </a:lnTo>
                  <a:lnTo>
                    <a:pt x="538429" y="1112903"/>
                  </a:lnTo>
                  <a:lnTo>
                    <a:pt x="534619" y="1115624"/>
                  </a:lnTo>
                  <a:lnTo>
                    <a:pt x="530755" y="1118345"/>
                  </a:lnTo>
                  <a:lnTo>
                    <a:pt x="526840" y="1121066"/>
                  </a:lnTo>
                  <a:lnTo>
                    <a:pt x="522901" y="1123787"/>
                  </a:lnTo>
                  <a:lnTo>
                    <a:pt x="518903" y="1126508"/>
                  </a:lnTo>
                  <a:lnTo>
                    <a:pt x="514891" y="1129229"/>
                  </a:lnTo>
                  <a:lnTo>
                    <a:pt x="510844" y="1131950"/>
                  </a:lnTo>
                  <a:lnTo>
                    <a:pt x="506777" y="1134671"/>
                  </a:lnTo>
                  <a:lnTo>
                    <a:pt x="502696" y="1137392"/>
                  </a:lnTo>
                  <a:lnTo>
                    <a:pt x="498595" y="1140113"/>
                  </a:lnTo>
                  <a:lnTo>
                    <a:pt x="494491" y="1142834"/>
                  </a:lnTo>
                  <a:lnTo>
                    <a:pt x="490378" y="1145555"/>
                  </a:lnTo>
                  <a:lnTo>
                    <a:pt x="486266" y="1148276"/>
                  </a:lnTo>
                  <a:lnTo>
                    <a:pt x="482155" y="1150997"/>
                  </a:lnTo>
                  <a:lnTo>
                    <a:pt x="478055" y="1153719"/>
                  </a:lnTo>
                  <a:lnTo>
                    <a:pt x="473960" y="1156440"/>
                  </a:lnTo>
                  <a:lnTo>
                    <a:pt x="469888" y="1159161"/>
                  </a:lnTo>
                  <a:lnTo>
                    <a:pt x="465829" y="1161882"/>
                  </a:lnTo>
                  <a:lnTo>
                    <a:pt x="461792" y="1164603"/>
                  </a:lnTo>
                  <a:lnTo>
                    <a:pt x="457785" y="1167324"/>
                  </a:lnTo>
                  <a:lnTo>
                    <a:pt x="453793" y="1170045"/>
                  </a:lnTo>
                  <a:lnTo>
                    <a:pt x="449853" y="1172766"/>
                  </a:lnTo>
                  <a:lnTo>
                    <a:pt x="445932" y="1175487"/>
                  </a:lnTo>
                  <a:lnTo>
                    <a:pt x="442058" y="1178208"/>
                  </a:lnTo>
                  <a:lnTo>
                    <a:pt x="438222" y="1180929"/>
                  </a:lnTo>
                  <a:lnTo>
                    <a:pt x="434419" y="1183650"/>
                  </a:lnTo>
                  <a:lnTo>
                    <a:pt x="430681" y="1186371"/>
                  </a:lnTo>
                  <a:lnTo>
                    <a:pt x="426968" y="1189092"/>
                  </a:lnTo>
                  <a:lnTo>
                    <a:pt x="423328" y="1191813"/>
                  </a:lnTo>
                  <a:lnTo>
                    <a:pt x="419727" y="1194534"/>
                  </a:lnTo>
                  <a:lnTo>
                    <a:pt x="416177" y="1197255"/>
                  </a:lnTo>
                  <a:lnTo>
                    <a:pt x="412698" y="1199976"/>
                  </a:lnTo>
                  <a:lnTo>
                    <a:pt x="409247" y="1202697"/>
                  </a:lnTo>
                  <a:lnTo>
                    <a:pt x="405894" y="1205418"/>
                  </a:lnTo>
                  <a:lnTo>
                    <a:pt x="402574" y="1208139"/>
                  </a:lnTo>
                  <a:lnTo>
                    <a:pt x="399326" y="1210860"/>
                  </a:lnTo>
                  <a:lnTo>
                    <a:pt x="396144" y="1213581"/>
                  </a:lnTo>
                  <a:lnTo>
                    <a:pt x="393003" y="1216302"/>
                  </a:lnTo>
                  <a:lnTo>
                    <a:pt x="389963" y="1219023"/>
                  </a:lnTo>
                  <a:lnTo>
                    <a:pt x="386956" y="1221744"/>
                  </a:lnTo>
                  <a:lnTo>
                    <a:pt x="384037" y="1224465"/>
                  </a:lnTo>
                  <a:lnTo>
                    <a:pt x="381176" y="1227186"/>
                  </a:lnTo>
                  <a:lnTo>
                    <a:pt x="378371" y="1229908"/>
                  </a:lnTo>
                  <a:lnTo>
                    <a:pt x="375658" y="1232629"/>
                  </a:lnTo>
                  <a:lnTo>
                    <a:pt x="372980" y="1235350"/>
                  </a:lnTo>
                  <a:lnTo>
                    <a:pt x="370404" y="1238071"/>
                  </a:lnTo>
                  <a:lnTo>
                    <a:pt x="367874" y="1240792"/>
                  </a:lnTo>
                  <a:lnTo>
                    <a:pt x="365412" y="1243513"/>
                  </a:lnTo>
                  <a:lnTo>
                    <a:pt x="363030" y="1246234"/>
                  </a:lnTo>
                  <a:lnTo>
                    <a:pt x="360683" y="1248955"/>
                  </a:lnTo>
                  <a:lnTo>
                    <a:pt x="358447" y="1251676"/>
                  </a:lnTo>
                  <a:lnTo>
                    <a:pt x="356245" y="1254397"/>
                  </a:lnTo>
                  <a:lnTo>
                    <a:pt x="354122" y="1257118"/>
                  </a:lnTo>
                  <a:lnTo>
                    <a:pt x="352063" y="1259839"/>
                  </a:lnTo>
                  <a:lnTo>
                    <a:pt x="350049" y="1262560"/>
                  </a:lnTo>
                  <a:lnTo>
                    <a:pt x="348130" y="1265281"/>
                  </a:lnTo>
                  <a:lnTo>
                    <a:pt x="346242" y="1268002"/>
                  </a:lnTo>
                  <a:lnTo>
                    <a:pt x="344441" y="1270723"/>
                  </a:lnTo>
                  <a:lnTo>
                    <a:pt x="342688" y="1273444"/>
                  </a:lnTo>
                  <a:lnTo>
                    <a:pt x="340988" y="1276165"/>
                  </a:lnTo>
                  <a:lnTo>
                    <a:pt x="339365" y="1278886"/>
                  </a:lnTo>
                  <a:lnTo>
                    <a:pt x="337772" y="1281607"/>
                  </a:lnTo>
                  <a:lnTo>
                    <a:pt x="336268" y="1284328"/>
                  </a:lnTo>
                  <a:lnTo>
                    <a:pt x="334798" y="1287049"/>
                  </a:lnTo>
                  <a:lnTo>
                    <a:pt x="333386" y="1289770"/>
                  </a:lnTo>
                  <a:lnTo>
                    <a:pt x="332034" y="1292491"/>
                  </a:lnTo>
                  <a:lnTo>
                    <a:pt x="330712" y="1295212"/>
                  </a:lnTo>
                  <a:lnTo>
                    <a:pt x="329472" y="1297933"/>
                  </a:lnTo>
                  <a:lnTo>
                    <a:pt x="328257" y="1300654"/>
                  </a:lnTo>
                  <a:lnTo>
                    <a:pt x="327103" y="1303375"/>
                  </a:lnTo>
                  <a:lnTo>
                    <a:pt x="325993" y="1306096"/>
                  </a:lnTo>
                  <a:lnTo>
                    <a:pt x="324917" y="1308818"/>
                  </a:lnTo>
                  <a:lnTo>
                    <a:pt x="323906" y="1311539"/>
                  </a:lnTo>
                  <a:lnTo>
                    <a:pt x="322917" y="1314260"/>
                  </a:lnTo>
                  <a:lnTo>
                    <a:pt x="321987" y="1316981"/>
                  </a:lnTo>
                  <a:lnTo>
                    <a:pt x="321089" y="1319702"/>
                  </a:lnTo>
                  <a:lnTo>
                    <a:pt x="320227" y="1322423"/>
                  </a:lnTo>
                  <a:lnTo>
                    <a:pt x="319414" y="1325144"/>
                  </a:lnTo>
                  <a:lnTo>
                    <a:pt x="318619" y="1327865"/>
                  </a:lnTo>
                  <a:lnTo>
                    <a:pt x="317882" y="1330586"/>
                  </a:lnTo>
                  <a:lnTo>
                    <a:pt x="317165" y="1333307"/>
                  </a:lnTo>
                  <a:lnTo>
                    <a:pt x="316485" y="1336028"/>
                  </a:lnTo>
                  <a:lnTo>
                    <a:pt x="315840" y="1338749"/>
                  </a:lnTo>
                  <a:lnTo>
                    <a:pt x="315214" y="1341470"/>
                  </a:lnTo>
                  <a:lnTo>
                    <a:pt x="314635" y="1344191"/>
                  </a:lnTo>
                  <a:lnTo>
                    <a:pt x="314071" y="1346912"/>
                  </a:lnTo>
                  <a:lnTo>
                    <a:pt x="313542" y="1349633"/>
                  </a:lnTo>
                  <a:lnTo>
                    <a:pt x="313038" y="1352354"/>
                  </a:lnTo>
                  <a:lnTo>
                    <a:pt x="312553" y="1355075"/>
                  </a:lnTo>
                  <a:lnTo>
                    <a:pt x="312103" y="1357796"/>
                  </a:lnTo>
                  <a:lnTo>
                    <a:pt x="311665" y="1360517"/>
                  </a:lnTo>
                  <a:lnTo>
                    <a:pt x="311261" y="1363238"/>
                  </a:lnTo>
                  <a:lnTo>
                    <a:pt x="310871" y="1365959"/>
                  </a:lnTo>
                  <a:lnTo>
                    <a:pt x="310502" y="1368680"/>
                  </a:lnTo>
                  <a:lnTo>
                    <a:pt x="310157" y="1371401"/>
                  </a:lnTo>
                  <a:lnTo>
                    <a:pt x="309821" y="1374122"/>
                  </a:lnTo>
                  <a:lnTo>
                    <a:pt x="309516" y="1376843"/>
                  </a:lnTo>
                  <a:lnTo>
                    <a:pt x="309220" y="1379564"/>
                  </a:lnTo>
                  <a:lnTo>
                    <a:pt x="308942" y="1382285"/>
                  </a:lnTo>
                  <a:lnTo>
                    <a:pt x="308681" y="1385007"/>
                  </a:lnTo>
                  <a:lnTo>
                    <a:pt x="308430" y="1387728"/>
                  </a:lnTo>
                  <a:lnTo>
                    <a:pt x="308201" y="1390449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11129618" y="4925461"/>
              <a:ext cx="609615" cy="1464887"/>
            </a:xfrm>
            <a:custGeom>
              <a:avLst/>
              <a:pathLst>
                <a:path w="609615" h="1464887">
                  <a:moveTo>
                    <a:pt x="301475" y="1464887"/>
                  </a:moveTo>
                  <a:lnTo>
                    <a:pt x="301267" y="1462021"/>
                  </a:lnTo>
                  <a:lnTo>
                    <a:pt x="301051" y="1459154"/>
                  </a:lnTo>
                  <a:lnTo>
                    <a:pt x="300819" y="1456287"/>
                  </a:lnTo>
                  <a:lnTo>
                    <a:pt x="300581" y="1453420"/>
                  </a:lnTo>
                  <a:lnTo>
                    <a:pt x="300321" y="1450554"/>
                  </a:lnTo>
                  <a:lnTo>
                    <a:pt x="300056" y="1447687"/>
                  </a:lnTo>
                  <a:lnTo>
                    <a:pt x="299770" y="1444820"/>
                  </a:lnTo>
                  <a:lnTo>
                    <a:pt x="299474" y="1441954"/>
                  </a:lnTo>
                  <a:lnTo>
                    <a:pt x="299162" y="1439087"/>
                  </a:lnTo>
                  <a:lnTo>
                    <a:pt x="298832" y="1436220"/>
                  </a:lnTo>
                  <a:lnTo>
                    <a:pt x="298491" y="1433353"/>
                  </a:lnTo>
                  <a:lnTo>
                    <a:pt x="298124" y="1430487"/>
                  </a:lnTo>
                  <a:lnTo>
                    <a:pt x="297750" y="1427620"/>
                  </a:lnTo>
                  <a:lnTo>
                    <a:pt x="297345" y="1424753"/>
                  </a:lnTo>
                  <a:lnTo>
                    <a:pt x="296930" y="1421887"/>
                  </a:lnTo>
                  <a:lnTo>
                    <a:pt x="296490" y="1419020"/>
                  </a:lnTo>
                  <a:lnTo>
                    <a:pt x="296031" y="1416153"/>
                  </a:lnTo>
                  <a:lnTo>
                    <a:pt x="295553" y="1413287"/>
                  </a:lnTo>
                  <a:lnTo>
                    <a:pt x="295046" y="1410420"/>
                  </a:lnTo>
                  <a:lnTo>
                    <a:pt x="294529" y="1407553"/>
                  </a:lnTo>
                  <a:lnTo>
                    <a:pt x="293970" y="1404686"/>
                  </a:lnTo>
                  <a:lnTo>
                    <a:pt x="293401" y="1401820"/>
                  </a:lnTo>
                  <a:lnTo>
                    <a:pt x="292796" y="1398953"/>
                  </a:lnTo>
                  <a:lnTo>
                    <a:pt x="292171" y="1396086"/>
                  </a:lnTo>
                  <a:lnTo>
                    <a:pt x="291517" y="1393220"/>
                  </a:lnTo>
                  <a:lnTo>
                    <a:pt x="290832" y="1390353"/>
                  </a:lnTo>
                  <a:lnTo>
                    <a:pt x="290128" y="1387486"/>
                  </a:lnTo>
                  <a:lnTo>
                    <a:pt x="289378" y="1384619"/>
                  </a:lnTo>
                  <a:lnTo>
                    <a:pt x="288616" y="1381753"/>
                  </a:lnTo>
                  <a:lnTo>
                    <a:pt x="287803" y="1378886"/>
                  </a:lnTo>
                  <a:lnTo>
                    <a:pt x="286971" y="1376019"/>
                  </a:lnTo>
                  <a:lnTo>
                    <a:pt x="286098" y="1373153"/>
                  </a:lnTo>
                  <a:lnTo>
                    <a:pt x="285192" y="1370286"/>
                  </a:lnTo>
                  <a:lnTo>
                    <a:pt x="284257" y="1367419"/>
                  </a:lnTo>
                  <a:lnTo>
                    <a:pt x="283274" y="1364552"/>
                  </a:lnTo>
                  <a:lnTo>
                    <a:pt x="282274" y="1361686"/>
                  </a:lnTo>
                  <a:lnTo>
                    <a:pt x="281208" y="1358819"/>
                  </a:lnTo>
                  <a:lnTo>
                    <a:pt x="280126" y="1355952"/>
                  </a:lnTo>
                  <a:lnTo>
                    <a:pt x="278988" y="1353086"/>
                  </a:lnTo>
                  <a:lnTo>
                    <a:pt x="277818" y="1350219"/>
                  </a:lnTo>
                  <a:lnTo>
                    <a:pt x="276606" y="1347352"/>
                  </a:lnTo>
                  <a:lnTo>
                    <a:pt x="275345" y="1344486"/>
                  </a:lnTo>
                  <a:lnTo>
                    <a:pt x="274057" y="1341619"/>
                  </a:lnTo>
                  <a:lnTo>
                    <a:pt x="272700" y="1338752"/>
                  </a:lnTo>
                  <a:lnTo>
                    <a:pt x="271326" y="1335885"/>
                  </a:lnTo>
                  <a:lnTo>
                    <a:pt x="269877" y="1333019"/>
                  </a:lnTo>
                  <a:lnTo>
                    <a:pt x="268402" y="1330152"/>
                  </a:lnTo>
                  <a:lnTo>
                    <a:pt x="266869" y="1327285"/>
                  </a:lnTo>
                  <a:lnTo>
                    <a:pt x="265290" y="1324419"/>
                  </a:lnTo>
                  <a:lnTo>
                    <a:pt x="263671" y="1321552"/>
                  </a:lnTo>
                  <a:lnTo>
                    <a:pt x="261985" y="1318685"/>
                  </a:lnTo>
                  <a:lnTo>
                    <a:pt x="260278" y="1315818"/>
                  </a:lnTo>
                  <a:lnTo>
                    <a:pt x="258482" y="1312952"/>
                  </a:lnTo>
                  <a:lnTo>
                    <a:pt x="256665" y="1310085"/>
                  </a:lnTo>
                  <a:lnTo>
                    <a:pt x="254775" y="1307218"/>
                  </a:lnTo>
                  <a:lnTo>
                    <a:pt x="252846" y="1304352"/>
                  </a:lnTo>
                  <a:lnTo>
                    <a:pt x="250862" y="1301485"/>
                  </a:lnTo>
                  <a:lnTo>
                    <a:pt x="248817" y="1298618"/>
                  </a:lnTo>
                  <a:lnTo>
                    <a:pt x="246739" y="1295751"/>
                  </a:lnTo>
                  <a:lnTo>
                    <a:pt x="244578" y="1292885"/>
                  </a:lnTo>
                  <a:lnTo>
                    <a:pt x="242395" y="1290018"/>
                  </a:lnTo>
                  <a:lnTo>
                    <a:pt x="240125" y="1287151"/>
                  </a:lnTo>
                  <a:lnTo>
                    <a:pt x="237824" y="1284285"/>
                  </a:lnTo>
                  <a:lnTo>
                    <a:pt x="235458" y="1281418"/>
                  </a:lnTo>
                  <a:lnTo>
                    <a:pt x="233039" y="1278551"/>
                  </a:lnTo>
                  <a:lnTo>
                    <a:pt x="230576" y="1275685"/>
                  </a:lnTo>
                  <a:lnTo>
                    <a:pt x="228040" y="1272818"/>
                  </a:lnTo>
                  <a:lnTo>
                    <a:pt x="225481" y="1269951"/>
                  </a:lnTo>
                  <a:lnTo>
                    <a:pt x="222829" y="1267084"/>
                  </a:lnTo>
                  <a:lnTo>
                    <a:pt x="220155" y="1264218"/>
                  </a:lnTo>
                  <a:lnTo>
                    <a:pt x="217408" y="1261351"/>
                  </a:lnTo>
                  <a:lnTo>
                    <a:pt x="214620" y="1258484"/>
                  </a:lnTo>
                  <a:lnTo>
                    <a:pt x="211781" y="1255618"/>
                  </a:lnTo>
                  <a:lnTo>
                    <a:pt x="208883" y="1252751"/>
                  </a:lnTo>
                  <a:lnTo>
                    <a:pt x="205954" y="1249884"/>
                  </a:lnTo>
                  <a:lnTo>
                    <a:pt x="202948" y="1247017"/>
                  </a:lnTo>
                  <a:lnTo>
                    <a:pt x="199924" y="1244151"/>
                  </a:lnTo>
                  <a:lnTo>
                    <a:pt x="196824" y="1241284"/>
                  </a:lnTo>
                  <a:lnTo>
                    <a:pt x="193698" y="1238417"/>
                  </a:lnTo>
                  <a:lnTo>
                    <a:pt x="190518" y="1235551"/>
                  </a:lnTo>
                  <a:lnTo>
                    <a:pt x="187296" y="1232684"/>
                  </a:lnTo>
                  <a:lnTo>
                    <a:pt x="184040" y="1229817"/>
                  </a:lnTo>
                  <a:lnTo>
                    <a:pt x="180730" y="1226950"/>
                  </a:lnTo>
                  <a:lnTo>
                    <a:pt x="177402" y="1224084"/>
                  </a:lnTo>
                  <a:lnTo>
                    <a:pt x="174010" y="1221217"/>
                  </a:lnTo>
                  <a:lnTo>
                    <a:pt x="170603" y="1218350"/>
                  </a:lnTo>
                  <a:lnTo>
                    <a:pt x="167150" y="1215484"/>
                  </a:lnTo>
                  <a:lnTo>
                    <a:pt x="163672" y="1212617"/>
                  </a:lnTo>
                  <a:lnTo>
                    <a:pt x="160165" y="1209750"/>
                  </a:lnTo>
                  <a:lnTo>
                    <a:pt x="156625" y="1206884"/>
                  </a:lnTo>
                  <a:lnTo>
                    <a:pt x="153070" y="1204017"/>
                  </a:lnTo>
                  <a:lnTo>
                    <a:pt x="149479" y="1201150"/>
                  </a:lnTo>
                  <a:lnTo>
                    <a:pt x="145880" y="1198283"/>
                  </a:lnTo>
                  <a:lnTo>
                    <a:pt x="142251" y="1195417"/>
                  </a:lnTo>
                  <a:lnTo>
                    <a:pt x="138614" y="1192550"/>
                  </a:lnTo>
                  <a:lnTo>
                    <a:pt x="134961" y="1189683"/>
                  </a:lnTo>
                  <a:lnTo>
                    <a:pt x="131299" y="1186817"/>
                  </a:lnTo>
                  <a:lnTo>
                    <a:pt x="127629" y="1183950"/>
                  </a:lnTo>
                  <a:lnTo>
                    <a:pt x="123953" y="1181083"/>
                  </a:lnTo>
                  <a:lnTo>
                    <a:pt x="120276" y="1178216"/>
                  </a:lnTo>
                  <a:lnTo>
                    <a:pt x="116600" y="1175350"/>
                  </a:lnTo>
                  <a:lnTo>
                    <a:pt x="112926" y="1172483"/>
                  </a:lnTo>
                  <a:lnTo>
                    <a:pt x="109261" y="1169616"/>
                  </a:lnTo>
                  <a:lnTo>
                    <a:pt x="105606" y="1166750"/>
                  </a:lnTo>
                  <a:lnTo>
                    <a:pt x="101961" y="1163883"/>
                  </a:lnTo>
                  <a:lnTo>
                    <a:pt x="98337" y="1161016"/>
                  </a:lnTo>
                  <a:lnTo>
                    <a:pt x="94724" y="1158150"/>
                  </a:lnTo>
                  <a:lnTo>
                    <a:pt x="91146" y="1155283"/>
                  </a:lnTo>
                  <a:lnTo>
                    <a:pt x="87578" y="1152416"/>
                  </a:lnTo>
                  <a:lnTo>
                    <a:pt x="84056" y="1149549"/>
                  </a:lnTo>
                  <a:lnTo>
                    <a:pt x="80554" y="1146683"/>
                  </a:lnTo>
                  <a:lnTo>
                    <a:pt x="77093" y="1143816"/>
                  </a:lnTo>
                  <a:lnTo>
                    <a:pt x="73671" y="1140949"/>
                  </a:lnTo>
                  <a:lnTo>
                    <a:pt x="70282" y="1138083"/>
                  </a:lnTo>
                  <a:lnTo>
                    <a:pt x="66956" y="1135216"/>
                  </a:lnTo>
                  <a:lnTo>
                    <a:pt x="63648" y="1132349"/>
                  </a:lnTo>
                  <a:lnTo>
                    <a:pt x="60431" y="1129482"/>
                  </a:lnTo>
                  <a:lnTo>
                    <a:pt x="57238" y="1126616"/>
                  </a:lnTo>
                  <a:lnTo>
                    <a:pt x="54124" y="1123749"/>
                  </a:lnTo>
                  <a:lnTo>
                    <a:pt x="51060" y="1120882"/>
                  </a:lnTo>
                  <a:lnTo>
                    <a:pt x="48057" y="1118016"/>
                  </a:lnTo>
                  <a:lnTo>
                    <a:pt x="45136" y="1115149"/>
                  </a:lnTo>
                  <a:lnTo>
                    <a:pt x="42254" y="1112282"/>
                  </a:lnTo>
                  <a:lnTo>
                    <a:pt x="39490" y="1109415"/>
                  </a:lnTo>
                  <a:lnTo>
                    <a:pt x="36756" y="1106549"/>
                  </a:lnTo>
                  <a:lnTo>
                    <a:pt x="34144" y="1103682"/>
                  </a:lnTo>
                  <a:lnTo>
                    <a:pt x="31583" y="1100815"/>
                  </a:lnTo>
                  <a:lnTo>
                    <a:pt x="29120" y="1097949"/>
                  </a:lnTo>
                  <a:lnTo>
                    <a:pt x="26744" y="1095082"/>
                  </a:lnTo>
                  <a:lnTo>
                    <a:pt x="24436" y="1092215"/>
                  </a:lnTo>
                  <a:lnTo>
                    <a:pt x="22257" y="1089349"/>
                  </a:lnTo>
                  <a:lnTo>
                    <a:pt x="20114" y="1086482"/>
                  </a:lnTo>
                  <a:lnTo>
                    <a:pt x="18140" y="1083615"/>
                  </a:lnTo>
                  <a:lnTo>
                    <a:pt x="16207" y="1080748"/>
                  </a:lnTo>
                  <a:lnTo>
                    <a:pt x="14409" y="1077882"/>
                  </a:lnTo>
                  <a:lnTo>
                    <a:pt x="12694" y="1075015"/>
                  </a:lnTo>
                  <a:lnTo>
                    <a:pt x="11078" y="1072148"/>
                  </a:lnTo>
                  <a:lnTo>
                    <a:pt x="9589" y="1069282"/>
                  </a:lnTo>
                  <a:lnTo>
                    <a:pt x="8160" y="1066415"/>
                  </a:lnTo>
                  <a:lnTo>
                    <a:pt x="6903" y="1063548"/>
                  </a:lnTo>
                  <a:lnTo>
                    <a:pt x="5688" y="1060681"/>
                  </a:lnTo>
                  <a:lnTo>
                    <a:pt x="4644" y="1057815"/>
                  </a:lnTo>
                  <a:lnTo>
                    <a:pt x="3669" y="1054948"/>
                  </a:lnTo>
                  <a:lnTo>
                    <a:pt x="2821" y="1052081"/>
                  </a:lnTo>
                  <a:lnTo>
                    <a:pt x="2087" y="1049215"/>
                  </a:lnTo>
                  <a:lnTo>
                    <a:pt x="1439" y="1046348"/>
                  </a:lnTo>
                  <a:lnTo>
                    <a:pt x="948" y="1043481"/>
                  </a:lnTo>
                  <a:lnTo>
                    <a:pt x="502" y="1040614"/>
                  </a:lnTo>
                  <a:lnTo>
                    <a:pt x="273" y="1037988"/>
                  </a:lnTo>
                  <a:lnTo>
                    <a:pt x="252" y="1037748"/>
                  </a:lnTo>
                  <a:lnTo>
                    <a:pt x="50" y="1034881"/>
                  </a:lnTo>
                  <a:lnTo>
                    <a:pt x="0" y="1032014"/>
                  </a:lnTo>
                  <a:lnTo>
                    <a:pt x="40" y="1029148"/>
                  </a:lnTo>
                  <a:lnTo>
                    <a:pt x="186" y="1026281"/>
                  </a:lnTo>
                  <a:lnTo>
                    <a:pt x="466" y="1023414"/>
                  </a:lnTo>
                  <a:lnTo>
                    <a:pt x="807" y="1020548"/>
                  </a:lnTo>
                  <a:lnTo>
                    <a:pt x="1323" y="1017681"/>
                  </a:lnTo>
                  <a:lnTo>
                    <a:pt x="1880" y="1014814"/>
                  </a:lnTo>
                  <a:lnTo>
                    <a:pt x="2601" y="1011947"/>
                  </a:lnTo>
                  <a:lnTo>
                    <a:pt x="3386" y="1009081"/>
                  </a:lnTo>
                  <a:lnTo>
                    <a:pt x="4289" y="1006214"/>
                  </a:lnTo>
                  <a:lnTo>
                    <a:pt x="5295" y="1003347"/>
                  </a:lnTo>
                  <a:lnTo>
                    <a:pt x="6376" y="1000481"/>
                  </a:lnTo>
                  <a:lnTo>
                    <a:pt x="7594" y="997614"/>
                  </a:lnTo>
                  <a:lnTo>
                    <a:pt x="8849" y="994747"/>
                  </a:lnTo>
                  <a:lnTo>
                    <a:pt x="10266" y="991880"/>
                  </a:lnTo>
                  <a:lnTo>
                    <a:pt x="11720" y="989014"/>
                  </a:lnTo>
                  <a:lnTo>
                    <a:pt x="13294" y="986147"/>
                  </a:lnTo>
                  <a:lnTo>
                    <a:pt x="14936" y="983280"/>
                  </a:lnTo>
                  <a:lnTo>
                    <a:pt x="16658" y="980414"/>
                  </a:lnTo>
                  <a:lnTo>
                    <a:pt x="18477" y="977547"/>
                  </a:lnTo>
                  <a:lnTo>
                    <a:pt x="20338" y="974680"/>
                  </a:lnTo>
                  <a:lnTo>
                    <a:pt x="22320" y="971813"/>
                  </a:lnTo>
                  <a:lnTo>
                    <a:pt x="24329" y="968947"/>
                  </a:lnTo>
                  <a:lnTo>
                    <a:pt x="26444" y="966080"/>
                  </a:lnTo>
                  <a:lnTo>
                    <a:pt x="28598" y="963213"/>
                  </a:lnTo>
                  <a:lnTo>
                    <a:pt x="30824" y="960347"/>
                  </a:lnTo>
                  <a:lnTo>
                    <a:pt x="33109" y="957480"/>
                  </a:lnTo>
                  <a:lnTo>
                    <a:pt x="35437" y="954613"/>
                  </a:lnTo>
                  <a:lnTo>
                    <a:pt x="37837" y="951747"/>
                  </a:lnTo>
                  <a:lnTo>
                    <a:pt x="40258" y="948880"/>
                  </a:lnTo>
                  <a:lnTo>
                    <a:pt x="42757" y="946013"/>
                  </a:lnTo>
                  <a:lnTo>
                    <a:pt x="45273" y="943146"/>
                  </a:lnTo>
                  <a:lnTo>
                    <a:pt x="47841" y="940280"/>
                  </a:lnTo>
                  <a:lnTo>
                    <a:pt x="50437" y="937413"/>
                  </a:lnTo>
                  <a:lnTo>
                    <a:pt x="53065" y="934546"/>
                  </a:lnTo>
                  <a:lnTo>
                    <a:pt x="55725" y="931680"/>
                  </a:lnTo>
                  <a:lnTo>
                    <a:pt x="58400" y="928813"/>
                  </a:lnTo>
                  <a:lnTo>
                    <a:pt x="61110" y="925946"/>
                  </a:lnTo>
                  <a:lnTo>
                    <a:pt x="63826" y="923079"/>
                  </a:lnTo>
                  <a:lnTo>
                    <a:pt x="66565" y="920213"/>
                  </a:lnTo>
                  <a:lnTo>
                    <a:pt x="69309" y="917346"/>
                  </a:lnTo>
                  <a:lnTo>
                    <a:pt x="72064" y="914479"/>
                  </a:lnTo>
                  <a:lnTo>
                    <a:pt x="74822" y="911613"/>
                  </a:lnTo>
                  <a:lnTo>
                    <a:pt x="77583" y="908746"/>
                  </a:lnTo>
                  <a:lnTo>
                    <a:pt x="80340" y="905879"/>
                  </a:lnTo>
                  <a:lnTo>
                    <a:pt x="83096" y="903012"/>
                  </a:lnTo>
                  <a:lnTo>
                    <a:pt x="85838" y="900146"/>
                  </a:lnTo>
                  <a:lnTo>
                    <a:pt x="88574" y="897279"/>
                  </a:lnTo>
                  <a:lnTo>
                    <a:pt x="91292" y="894412"/>
                  </a:lnTo>
                  <a:lnTo>
                    <a:pt x="93995" y="891546"/>
                  </a:lnTo>
                  <a:lnTo>
                    <a:pt x="96681" y="888679"/>
                  </a:lnTo>
                  <a:lnTo>
                    <a:pt x="99338" y="885812"/>
                  </a:lnTo>
                  <a:lnTo>
                    <a:pt x="101983" y="882946"/>
                  </a:lnTo>
                  <a:lnTo>
                    <a:pt x="104582" y="880079"/>
                  </a:lnTo>
                  <a:lnTo>
                    <a:pt x="107170" y="877212"/>
                  </a:lnTo>
                  <a:lnTo>
                    <a:pt x="109708" y="874345"/>
                  </a:lnTo>
                  <a:lnTo>
                    <a:pt x="112223" y="871479"/>
                  </a:lnTo>
                  <a:lnTo>
                    <a:pt x="114697" y="868612"/>
                  </a:lnTo>
                  <a:lnTo>
                    <a:pt x="117129" y="865745"/>
                  </a:lnTo>
                  <a:lnTo>
                    <a:pt x="119533" y="862879"/>
                  </a:lnTo>
                  <a:lnTo>
                    <a:pt x="121873" y="860012"/>
                  </a:lnTo>
                  <a:lnTo>
                    <a:pt x="124196" y="857145"/>
                  </a:lnTo>
                  <a:lnTo>
                    <a:pt x="126440" y="854278"/>
                  </a:lnTo>
                  <a:lnTo>
                    <a:pt x="128660" y="851412"/>
                  </a:lnTo>
                  <a:lnTo>
                    <a:pt x="130816" y="848545"/>
                  </a:lnTo>
                  <a:lnTo>
                    <a:pt x="132927" y="845678"/>
                  </a:lnTo>
                  <a:lnTo>
                    <a:pt x="134990" y="842812"/>
                  </a:lnTo>
                  <a:lnTo>
                    <a:pt x="136985" y="839945"/>
                  </a:lnTo>
                  <a:lnTo>
                    <a:pt x="138952" y="837078"/>
                  </a:lnTo>
                  <a:lnTo>
                    <a:pt x="140826" y="834212"/>
                  </a:lnTo>
                  <a:lnTo>
                    <a:pt x="142677" y="831345"/>
                  </a:lnTo>
                  <a:lnTo>
                    <a:pt x="144441" y="828478"/>
                  </a:lnTo>
                  <a:lnTo>
                    <a:pt x="146166" y="825611"/>
                  </a:lnTo>
                  <a:lnTo>
                    <a:pt x="147824" y="822745"/>
                  </a:lnTo>
                  <a:lnTo>
                    <a:pt x="149419" y="819878"/>
                  </a:lnTo>
                  <a:lnTo>
                    <a:pt x="150970" y="817011"/>
                  </a:lnTo>
                  <a:lnTo>
                    <a:pt x="152432" y="814145"/>
                  </a:lnTo>
                  <a:lnTo>
                    <a:pt x="153869" y="811278"/>
                  </a:lnTo>
                  <a:lnTo>
                    <a:pt x="155202" y="808411"/>
                  </a:lnTo>
                  <a:lnTo>
                    <a:pt x="156504" y="805544"/>
                  </a:lnTo>
                  <a:lnTo>
                    <a:pt x="157726" y="802678"/>
                  </a:lnTo>
                  <a:lnTo>
                    <a:pt x="158894" y="799811"/>
                  </a:lnTo>
                  <a:lnTo>
                    <a:pt x="160005" y="796944"/>
                  </a:lnTo>
                  <a:lnTo>
                    <a:pt x="161037" y="794078"/>
                  </a:lnTo>
                  <a:lnTo>
                    <a:pt x="162038" y="791211"/>
                  </a:lnTo>
                  <a:lnTo>
                    <a:pt x="162935" y="788344"/>
                  </a:lnTo>
                  <a:lnTo>
                    <a:pt x="163808" y="785477"/>
                  </a:lnTo>
                  <a:lnTo>
                    <a:pt x="164590" y="782611"/>
                  </a:lnTo>
                  <a:lnTo>
                    <a:pt x="165330" y="779744"/>
                  </a:lnTo>
                  <a:lnTo>
                    <a:pt x="166003" y="776877"/>
                  </a:lnTo>
                  <a:lnTo>
                    <a:pt x="166612" y="774011"/>
                  </a:lnTo>
                  <a:lnTo>
                    <a:pt x="167179" y="771144"/>
                  </a:lnTo>
                  <a:lnTo>
                    <a:pt x="167659" y="768277"/>
                  </a:lnTo>
                  <a:lnTo>
                    <a:pt x="168116" y="765411"/>
                  </a:lnTo>
                  <a:lnTo>
                    <a:pt x="168475" y="762544"/>
                  </a:lnTo>
                  <a:lnTo>
                    <a:pt x="168807" y="759677"/>
                  </a:lnTo>
                  <a:lnTo>
                    <a:pt x="169065" y="756810"/>
                  </a:lnTo>
                  <a:lnTo>
                    <a:pt x="169275" y="753944"/>
                  </a:lnTo>
                  <a:lnTo>
                    <a:pt x="169435" y="751077"/>
                  </a:lnTo>
                  <a:lnTo>
                    <a:pt x="169527" y="748210"/>
                  </a:lnTo>
                  <a:lnTo>
                    <a:pt x="169591" y="745344"/>
                  </a:lnTo>
                  <a:lnTo>
                    <a:pt x="169568" y="742477"/>
                  </a:lnTo>
                  <a:lnTo>
                    <a:pt x="169525" y="739610"/>
                  </a:lnTo>
                  <a:lnTo>
                    <a:pt x="169406" y="736743"/>
                  </a:lnTo>
                  <a:lnTo>
                    <a:pt x="169253" y="733877"/>
                  </a:lnTo>
                  <a:lnTo>
                    <a:pt x="169047" y="731010"/>
                  </a:lnTo>
                  <a:lnTo>
                    <a:pt x="168790" y="728143"/>
                  </a:lnTo>
                  <a:lnTo>
                    <a:pt x="168499" y="725277"/>
                  </a:lnTo>
                  <a:lnTo>
                    <a:pt x="168141" y="722410"/>
                  </a:lnTo>
                  <a:lnTo>
                    <a:pt x="167765" y="719543"/>
                  </a:lnTo>
                  <a:lnTo>
                    <a:pt x="167316" y="716676"/>
                  </a:lnTo>
                  <a:lnTo>
                    <a:pt x="166845" y="713810"/>
                  </a:lnTo>
                  <a:lnTo>
                    <a:pt x="166321" y="710943"/>
                  </a:lnTo>
                  <a:lnTo>
                    <a:pt x="165760" y="708076"/>
                  </a:lnTo>
                  <a:lnTo>
                    <a:pt x="165165" y="705210"/>
                  </a:lnTo>
                  <a:lnTo>
                    <a:pt x="164519" y="702343"/>
                  </a:lnTo>
                  <a:lnTo>
                    <a:pt x="163856" y="699476"/>
                  </a:lnTo>
                  <a:lnTo>
                    <a:pt x="163130" y="696610"/>
                  </a:lnTo>
                  <a:lnTo>
                    <a:pt x="162391" y="693743"/>
                  </a:lnTo>
                  <a:lnTo>
                    <a:pt x="161602" y="690876"/>
                  </a:lnTo>
                  <a:lnTo>
                    <a:pt x="160789" y="688009"/>
                  </a:lnTo>
                  <a:lnTo>
                    <a:pt x="159942" y="685143"/>
                  </a:lnTo>
                  <a:lnTo>
                    <a:pt x="159061" y="682276"/>
                  </a:lnTo>
                  <a:lnTo>
                    <a:pt x="158159" y="679409"/>
                  </a:lnTo>
                  <a:lnTo>
                    <a:pt x="157215" y="676543"/>
                  </a:lnTo>
                  <a:lnTo>
                    <a:pt x="156260" y="673676"/>
                  </a:lnTo>
                  <a:lnTo>
                    <a:pt x="155262" y="670809"/>
                  </a:lnTo>
                  <a:lnTo>
                    <a:pt x="154250" y="667942"/>
                  </a:lnTo>
                  <a:lnTo>
                    <a:pt x="153208" y="665076"/>
                  </a:lnTo>
                  <a:lnTo>
                    <a:pt x="152146" y="662209"/>
                  </a:lnTo>
                  <a:lnTo>
                    <a:pt x="151065" y="659342"/>
                  </a:lnTo>
                  <a:lnTo>
                    <a:pt x="149958" y="656476"/>
                  </a:lnTo>
                  <a:lnTo>
                    <a:pt x="148841" y="653609"/>
                  </a:lnTo>
                  <a:lnTo>
                    <a:pt x="147694" y="650742"/>
                  </a:lnTo>
                  <a:lnTo>
                    <a:pt x="146541" y="647875"/>
                  </a:lnTo>
                  <a:lnTo>
                    <a:pt x="145365" y="645009"/>
                  </a:lnTo>
                  <a:lnTo>
                    <a:pt x="144179" y="642142"/>
                  </a:lnTo>
                  <a:lnTo>
                    <a:pt x="142980" y="639275"/>
                  </a:lnTo>
                  <a:lnTo>
                    <a:pt x="141768" y="636409"/>
                  </a:lnTo>
                  <a:lnTo>
                    <a:pt x="140550" y="633542"/>
                  </a:lnTo>
                  <a:lnTo>
                    <a:pt x="139318" y="630675"/>
                  </a:lnTo>
                  <a:lnTo>
                    <a:pt x="138083" y="627809"/>
                  </a:lnTo>
                  <a:lnTo>
                    <a:pt x="136838" y="624942"/>
                  </a:lnTo>
                  <a:lnTo>
                    <a:pt x="135591" y="622075"/>
                  </a:lnTo>
                  <a:lnTo>
                    <a:pt x="134340" y="619208"/>
                  </a:lnTo>
                  <a:lnTo>
                    <a:pt x="133088" y="616342"/>
                  </a:lnTo>
                  <a:lnTo>
                    <a:pt x="131834" y="613475"/>
                  </a:lnTo>
                  <a:lnTo>
                    <a:pt x="130583" y="610608"/>
                  </a:lnTo>
                  <a:lnTo>
                    <a:pt x="129332" y="607742"/>
                  </a:lnTo>
                  <a:lnTo>
                    <a:pt x="128088" y="604875"/>
                  </a:lnTo>
                  <a:lnTo>
                    <a:pt x="126847" y="602008"/>
                  </a:lnTo>
                  <a:lnTo>
                    <a:pt x="125615" y="599141"/>
                  </a:lnTo>
                  <a:lnTo>
                    <a:pt x="124390" y="596275"/>
                  </a:lnTo>
                  <a:lnTo>
                    <a:pt x="123175" y="593408"/>
                  </a:lnTo>
                  <a:lnTo>
                    <a:pt x="121973" y="590541"/>
                  </a:lnTo>
                  <a:lnTo>
                    <a:pt x="120779" y="587675"/>
                  </a:lnTo>
                  <a:lnTo>
                    <a:pt x="119607" y="584808"/>
                  </a:lnTo>
                  <a:lnTo>
                    <a:pt x="118442" y="581941"/>
                  </a:lnTo>
                  <a:lnTo>
                    <a:pt x="117305" y="579075"/>
                  </a:lnTo>
                  <a:lnTo>
                    <a:pt x="116179" y="576208"/>
                  </a:lnTo>
                  <a:lnTo>
                    <a:pt x="115079" y="573341"/>
                  </a:lnTo>
                  <a:lnTo>
                    <a:pt x="113999" y="570474"/>
                  </a:lnTo>
                  <a:lnTo>
                    <a:pt x="112939" y="567608"/>
                  </a:lnTo>
                  <a:lnTo>
                    <a:pt x="111913" y="564741"/>
                  </a:lnTo>
                  <a:lnTo>
                    <a:pt x="110899" y="561874"/>
                  </a:lnTo>
                  <a:lnTo>
                    <a:pt x="109933" y="559008"/>
                  </a:lnTo>
                  <a:lnTo>
                    <a:pt x="108980" y="556141"/>
                  </a:lnTo>
                  <a:lnTo>
                    <a:pt x="108071" y="553274"/>
                  </a:lnTo>
                  <a:lnTo>
                    <a:pt x="107187" y="550407"/>
                  </a:lnTo>
                  <a:lnTo>
                    <a:pt x="106338" y="547541"/>
                  </a:lnTo>
                  <a:lnTo>
                    <a:pt x="105530" y="544674"/>
                  </a:lnTo>
                  <a:lnTo>
                    <a:pt x="104746" y="541807"/>
                  </a:lnTo>
                  <a:lnTo>
                    <a:pt x="104020" y="538941"/>
                  </a:lnTo>
                  <a:lnTo>
                    <a:pt x="103310" y="536074"/>
                  </a:lnTo>
                  <a:lnTo>
                    <a:pt x="102668" y="533207"/>
                  </a:lnTo>
                  <a:lnTo>
                    <a:pt x="102048" y="530340"/>
                  </a:lnTo>
                  <a:lnTo>
                    <a:pt x="101483" y="527474"/>
                  </a:lnTo>
                  <a:lnTo>
                    <a:pt x="100960" y="524607"/>
                  </a:lnTo>
                  <a:lnTo>
                    <a:pt x="100476" y="521740"/>
                  </a:lnTo>
                  <a:lnTo>
                    <a:pt x="100055" y="518874"/>
                  </a:lnTo>
                  <a:lnTo>
                    <a:pt x="99656" y="516007"/>
                  </a:lnTo>
                  <a:lnTo>
                    <a:pt x="99342" y="513140"/>
                  </a:lnTo>
                  <a:lnTo>
                    <a:pt x="99049" y="510274"/>
                  </a:lnTo>
                  <a:lnTo>
                    <a:pt x="98829" y="507407"/>
                  </a:lnTo>
                  <a:lnTo>
                    <a:pt x="98648" y="504540"/>
                  </a:lnTo>
                  <a:lnTo>
                    <a:pt x="98523" y="501673"/>
                  </a:lnTo>
                  <a:lnTo>
                    <a:pt x="98460" y="498807"/>
                  </a:lnTo>
                  <a:lnTo>
                    <a:pt x="98431" y="495940"/>
                  </a:lnTo>
                  <a:lnTo>
                    <a:pt x="98488" y="493073"/>
                  </a:lnTo>
                  <a:lnTo>
                    <a:pt x="98521" y="491888"/>
                  </a:lnTo>
                  <a:lnTo>
                    <a:pt x="98567" y="490207"/>
                  </a:lnTo>
                  <a:lnTo>
                    <a:pt x="98739" y="487340"/>
                  </a:lnTo>
                  <a:lnTo>
                    <a:pt x="98943" y="484473"/>
                  </a:lnTo>
                  <a:lnTo>
                    <a:pt x="99217" y="481606"/>
                  </a:lnTo>
                  <a:lnTo>
                    <a:pt x="99547" y="478740"/>
                  </a:lnTo>
                  <a:lnTo>
                    <a:pt x="99925" y="475873"/>
                  </a:lnTo>
                  <a:lnTo>
                    <a:pt x="100382" y="473006"/>
                  </a:lnTo>
                  <a:lnTo>
                    <a:pt x="100865" y="470140"/>
                  </a:lnTo>
                  <a:lnTo>
                    <a:pt x="101451" y="467273"/>
                  </a:lnTo>
                  <a:lnTo>
                    <a:pt x="102060" y="464406"/>
                  </a:lnTo>
                  <a:lnTo>
                    <a:pt x="102754" y="461539"/>
                  </a:lnTo>
                  <a:lnTo>
                    <a:pt x="103491" y="458673"/>
                  </a:lnTo>
                  <a:lnTo>
                    <a:pt x="104289" y="455806"/>
                  </a:lnTo>
                  <a:lnTo>
                    <a:pt x="105155" y="452939"/>
                  </a:lnTo>
                  <a:lnTo>
                    <a:pt x="106057" y="450073"/>
                  </a:lnTo>
                  <a:lnTo>
                    <a:pt x="107048" y="447206"/>
                  </a:lnTo>
                  <a:lnTo>
                    <a:pt x="108063" y="444339"/>
                  </a:lnTo>
                  <a:lnTo>
                    <a:pt x="109169" y="441473"/>
                  </a:lnTo>
                  <a:lnTo>
                    <a:pt x="110307" y="438606"/>
                  </a:lnTo>
                  <a:lnTo>
                    <a:pt x="111513" y="435739"/>
                  </a:lnTo>
                  <a:lnTo>
                    <a:pt x="112771" y="432872"/>
                  </a:lnTo>
                  <a:lnTo>
                    <a:pt x="114073" y="430006"/>
                  </a:lnTo>
                  <a:lnTo>
                    <a:pt x="115448" y="427139"/>
                  </a:lnTo>
                  <a:lnTo>
                    <a:pt x="116845" y="424272"/>
                  </a:lnTo>
                  <a:lnTo>
                    <a:pt x="118332" y="421406"/>
                  </a:lnTo>
                  <a:lnTo>
                    <a:pt x="119839" y="418539"/>
                  </a:lnTo>
                  <a:lnTo>
                    <a:pt x="121416" y="415672"/>
                  </a:lnTo>
                  <a:lnTo>
                    <a:pt x="123028" y="412805"/>
                  </a:lnTo>
                  <a:lnTo>
                    <a:pt x="124689" y="409939"/>
                  </a:lnTo>
                  <a:lnTo>
                    <a:pt x="126402" y="407072"/>
                  </a:lnTo>
                  <a:lnTo>
                    <a:pt x="128143" y="404205"/>
                  </a:lnTo>
                  <a:lnTo>
                    <a:pt x="129951" y="401339"/>
                  </a:lnTo>
                  <a:lnTo>
                    <a:pt x="131775" y="398472"/>
                  </a:lnTo>
                  <a:lnTo>
                    <a:pt x="133663" y="395605"/>
                  </a:lnTo>
                  <a:lnTo>
                    <a:pt x="135573" y="392738"/>
                  </a:lnTo>
                  <a:lnTo>
                    <a:pt x="137528" y="389872"/>
                  </a:lnTo>
                  <a:lnTo>
                    <a:pt x="139517" y="387005"/>
                  </a:lnTo>
                  <a:lnTo>
                    <a:pt x="141533" y="384138"/>
                  </a:lnTo>
                  <a:lnTo>
                    <a:pt x="143594" y="381272"/>
                  </a:lnTo>
                  <a:lnTo>
                    <a:pt x="145667" y="378405"/>
                  </a:lnTo>
                  <a:lnTo>
                    <a:pt x="147791" y="375538"/>
                  </a:lnTo>
                  <a:lnTo>
                    <a:pt x="149926" y="372672"/>
                  </a:lnTo>
                  <a:lnTo>
                    <a:pt x="152096" y="369805"/>
                  </a:lnTo>
                  <a:lnTo>
                    <a:pt x="154285" y="366938"/>
                  </a:lnTo>
                  <a:lnTo>
                    <a:pt x="156496" y="364071"/>
                  </a:lnTo>
                  <a:lnTo>
                    <a:pt x="158730" y="361205"/>
                  </a:lnTo>
                  <a:lnTo>
                    <a:pt x="160976" y="358338"/>
                  </a:lnTo>
                  <a:lnTo>
                    <a:pt x="163247" y="355471"/>
                  </a:lnTo>
                  <a:lnTo>
                    <a:pt x="165525" y="352605"/>
                  </a:lnTo>
                  <a:lnTo>
                    <a:pt x="167824" y="349738"/>
                  </a:lnTo>
                  <a:lnTo>
                    <a:pt x="170129" y="346871"/>
                  </a:lnTo>
                  <a:lnTo>
                    <a:pt x="172446" y="344004"/>
                  </a:lnTo>
                  <a:lnTo>
                    <a:pt x="174770" y="341138"/>
                  </a:lnTo>
                  <a:lnTo>
                    <a:pt x="177100" y="338271"/>
                  </a:lnTo>
                  <a:lnTo>
                    <a:pt x="179436" y="335404"/>
                  </a:lnTo>
                  <a:lnTo>
                    <a:pt x="181773" y="332538"/>
                  </a:lnTo>
                  <a:lnTo>
                    <a:pt x="184112" y="329671"/>
                  </a:lnTo>
                  <a:lnTo>
                    <a:pt x="186450" y="326804"/>
                  </a:lnTo>
                  <a:lnTo>
                    <a:pt x="188786" y="323937"/>
                  </a:lnTo>
                  <a:lnTo>
                    <a:pt x="191118" y="321071"/>
                  </a:lnTo>
                  <a:lnTo>
                    <a:pt x="193445" y="318204"/>
                  </a:lnTo>
                  <a:lnTo>
                    <a:pt x="195764" y="315337"/>
                  </a:lnTo>
                  <a:lnTo>
                    <a:pt x="198078" y="312471"/>
                  </a:lnTo>
                  <a:lnTo>
                    <a:pt x="200377" y="309604"/>
                  </a:lnTo>
                  <a:lnTo>
                    <a:pt x="202671" y="306737"/>
                  </a:lnTo>
                  <a:lnTo>
                    <a:pt x="204945" y="303871"/>
                  </a:lnTo>
                  <a:lnTo>
                    <a:pt x="207210" y="301004"/>
                  </a:lnTo>
                  <a:lnTo>
                    <a:pt x="209458" y="298137"/>
                  </a:lnTo>
                  <a:lnTo>
                    <a:pt x="211689" y="295270"/>
                  </a:lnTo>
                  <a:lnTo>
                    <a:pt x="213906" y="292404"/>
                  </a:lnTo>
                  <a:lnTo>
                    <a:pt x="216096" y="289537"/>
                  </a:lnTo>
                  <a:lnTo>
                    <a:pt x="218279" y="286670"/>
                  </a:lnTo>
                  <a:lnTo>
                    <a:pt x="220423" y="283804"/>
                  </a:lnTo>
                  <a:lnTo>
                    <a:pt x="222559" y="280937"/>
                  </a:lnTo>
                  <a:lnTo>
                    <a:pt x="224663" y="278070"/>
                  </a:lnTo>
                  <a:lnTo>
                    <a:pt x="226747" y="275203"/>
                  </a:lnTo>
                  <a:lnTo>
                    <a:pt x="228806" y="272337"/>
                  </a:lnTo>
                  <a:lnTo>
                    <a:pt x="230835" y="269470"/>
                  </a:lnTo>
                  <a:lnTo>
                    <a:pt x="232848" y="266603"/>
                  </a:lnTo>
                  <a:lnTo>
                    <a:pt x="234817" y="263737"/>
                  </a:lnTo>
                  <a:lnTo>
                    <a:pt x="236774" y="260870"/>
                  </a:lnTo>
                  <a:lnTo>
                    <a:pt x="238686" y="258003"/>
                  </a:lnTo>
                  <a:lnTo>
                    <a:pt x="240581" y="255137"/>
                  </a:lnTo>
                  <a:lnTo>
                    <a:pt x="242440" y="252270"/>
                  </a:lnTo>
                  <a:lnTo>
                    <a:pt x="244268" y="249403"/>
                  </a:lnTo>
                  <a:lnTo>
                    <a:pt x="246072" y="246536"/>
                  </a:lnTo>
                  <a:lnTo>
                    <a:pt x="247832" y="243670"/>
                  </a:lnTo>
                  <a:lnTo>
                    <a:pt x="249580" y="240803"/>
                  </a:lnTo>
                  <a:lnTo>
                    <a:pt x="251270" y="237936"/>
                  </a:lnTo>
                  <a:lnTo>
                    <a:pt x="252947" y="235070"/>
                  </a:lnTo>
                  <a:lnTo>
                    <a:pt x="254580" y="232203"/>
                  </a:lnTo>
                  <a:lnTo>
                    <a:pt x="256186" y="229336"/>
                  </a:lnTo>
                  <a:lnTo>
                    <a:pt x="257759" y="226469"/>
                  </a:lnTo>
                  <a:lnTo>
                    <a:pt x="259293" y="223603"/>
                  </a:lnTo>
                  <a:lnTo>
                    <a:pt x="260808" y="220736"/>
                  </a:lnTo>
                  <a:lnTo>
                    <a:pt x="262269" y="217869"/>
                  </a:lnTo>
                  <a:lnTo>
                    <a:pt x="263717" y="215003"/>
                  </a:lnTo>
                  <a:lnTo>
                    <a:pt x="265113" y="212136"/>
                  </a:lnTo>
                  <a:lnTo>
                    <a:pt x="266489" y="209269"/>
                  </a:lnTo>
                  <a:lnTo>
                    <a:pt x="267827" y="206402"/>
                  </a:lnTo>
                  <a:lnTo>
                    <a:pt x="269131" y="203536"/>
                  </a:lnTo>
                  <a:lnTo>
                    <a:pt x="270410" y="200669"/>
                  </a:lnTo>
                  <a:lnTo>
                    <a:pt x="271643" y="197802"/>
                  </a:lnTo>
                  <a:lnTo>
                    <a:pt x="272863" y="194936"/>
                  </a:lnTo>
                  <a:lnTo>
                    <a:pt x="274027" y="192069"/>
                  </a:lnTo>
                  <a:lnTo>
                    <a:pt x="275178" y="189202"/>
                  </a:lnTo>
                  <a:lnTo>
                    <a:pt x="276286" y="186336"/>
                  </a:lnTo>
                  <a:lnTo>
                    <a:pt x="277369" y="183469"/>
                  </a:lnTo>
                  <a:lnTo>
                    <a:pt x="278422" y="180602"/>
                  </a:lnTo>
                  <a:lnTo>
                    <a:pt x="279438" y="177735"/>
                  </a:lnTo>
                  <a:lnTo>
                    <a:pt x="280437" y="174869"/>
                  </a:lnTo>
                  <a:lnTo>
                    <a:pt x="281389" y="172002"/>
                  </a:lnTo>
                  <a:lnTo>
                    <a:pt x="282329" y="169135"/>
                  </a:lnTo>
                  <a:lnTo>
                    <a:pt x="283225" y="166269"/>
                  </a:lnTo>
                  <a:lnTo>
                    <a:pt x="284103" y="163402"/>
                  </a:lnTo>
                  <a:lnTo>
                    <a:pt x="284949" y="160535"/>
                  </a:lnTo>
                  <a:lnTo>
                    <a:pt x="285768" y="157668"/>
                  </a:lnTo>
                  <a:lnTo>
                    <a:pt x="286566" y="154802"/>
                  </a:lnTo>
                  <a:lnTo>
                    <a:pt x="287327" y="151935"/>
                  </a:lnTo>
                  <a:lnTo>
                    <a:pt x="288078" y="149068"/>
                  </a:lnTo>
                  <a:lnTo>
                    <a:pt x="288785" y="146202"/>
                  </a:lnTo>
                  <a:lnTo>
                    <a:pt x="289481" y="143335"/>
                  </a:lnTo>
                  <a:lnTo>
                    <a:pt x="290145" y="140468"/>
                  </a:lnTo>
                  <a:lnTo>
                    <a:pt x="290789" y="137601"/>
                  </a:lnTo>
                  <a:lnTo>
                    <a:pt x="291412" y="134735"/>
                  </a:lnTo>
                  <a:lnTo>
                    <a:pt x="292007" y="131868"/>
                  </a:lnTo>
                  <a:lnTo>
                    <a:pt x="292589" y="129001"/>
                  </a:lnTo>
                  <a:lnTo>
                    <a:pt x="293137" y="126135"/>
                  </a:lnTo>
                  <a:lnTo>
                    <a:pt x="293677" y="123268"/>
                  </a:lnTo>
                  <a:lnTo>
                    <a:pt x="294186" y="120401"/>
                  </a:lnTo>
                  <a:lnTo>
                    <a:pt x="294682" y="117535"/>
                  </a:lnTo>
                  <a:lnTo>
                    <a:pt x="295156" y="114668"/>
                  </a:lnTo>
                  <a:lnTo>
                    <a:pt x="295612" y="111801"/>
                  </a:lnTo>
                  <a:lnTo>
                    <a:pt x="296053" y="108934"/>
                  </a:lnTo>
                  <a:lnTo>
                    <a:pt x="296469" y="106068"/>
                  </a:lnTo>
                  <a:lnTo>
                    <a:pt x="296879" y="103201"/>
                  </a:lnTo>
                  <a:lnTo>
                    <a:pt x="297260" y="100334"/>
                  </a:lnTo>
                  <a:lnTo>
                    <a:pt x="297633" y="97468"/>
                  </a:lnTo>
                  <a:lnTo>
                    <a:pt x="297986" y="94601"/>
                  </a:lnTo>
                  <a:lnTo>
                    <a:pt x="298327" y="91734"/>
                  </a:lnTo>
                  <a:lnTo>
                    <a:pt x="298654" y="88867"/>
                  </a:lnTo>
                  <a:lnTo>
                    <a:pt x="298963" y="86001"/>
                  </a:lnTo>
                  <a:lnTo>
                    <a:pt x="299265" y="83134"/>
                  </a:lnTo>
                  <a:lnTo>
                    <a:pt x="299546" y="80267"/>
                  </a:lnTo>
                  <a:lnTo>
                    <a:pt x="299821" y="77401"/>
                  </a:lnTo>
                  <a:lnTo>
                    <a:pt x="300078" y="74534"/>
                  </a:lnTo>
                  <a:lnTo>
                    <a:pt x="300328" y="71667"/>
                  </a:lnTo>
                  <a:lnTo>
                    <a:pt x="300564" y="68800"/>
                  </a:lnTo>
                  <a:lnTo>
                    <a:pt x="300789" y="65934"/>
                  </a:lnTo>
                  <a:lnTo>
                    <a:pt x="301006" y="63067"/>
                  </a:lnTo>
                  <a:lnTo>
                    <a:pt x="301209" y="60200"/>
                  </a:lnTo>
                  <a:lnTo>
                    <a:pt x="301408" y="57334"/>
                  </a:lnTo>
                  <a:lnTo>
                    <a:pt x="301591" y="54467"/>
                  </a:lnTo>
                  <a:lnTo>
                    <a:pt x="301770" y="51600"/>
                  </a:lnTo>
                  <a:lnTo>
                    <a:pt x="301937" y="48734"/>
                  </a:lnTo>
                  <a:lnTo>
                    <a:pt x="302097" y="45867"/>
                  </a:lnTo>
                  <a:lnTo>
                    <a:pt x="302250" y="43000"/>
                  </a:lnTo>
                  <a:lnTo>
                    <a:pt x="302394" y="40133"/>
                  </a:lnTo>
                  <a:lnTo>
                    <a:pt x="302533" y="37267"/>
                  </a:lnTo>
                  <a:lnTo>
                    <a:pt x="302661" y="34400"/>
                  </a:lnTo>
                  <a:lnTo>
                    <a:pt x="302787" y="31533"/>
                  </a:lnTo>
                  <a:lnTo>
                    <a:pt x="302903" y="28667"/>
                  </a:lnTo>
                  <a:lnTo>
                    <a:pt x="303015" y="25800"/>
                  </a:lnTo>
                  <a:lnTo>
                    <a:pt x="303120" y="22933"/>
                  </a:lnTo>
                  <a:lnTo>
                    <a:pt x="303219" y="20066"/>
                  </a:lnTo>
                  <a:lnTo>
                    <a:pt x="303315" y="17200"/>
                  </a:lnTo>
                  <a:lnTo>
                    <a:pt x="303403" y="14333"/>
                  </a:lnTo>
                  <a:lnTo>
                    <a:pt x="303489" y="11466"/>
                  </a:lnTo>
                  <a:lnTo>
                    <a:pt x="303568" y="8600"/>
                  </a:lnTo>
                  <a:lnTo>
                    <a:pt x="303644" y="5733"/>
                  </a:lnTo>
                  <a:lnTo>
                    <a:pt x="303715" y="2866"/>
                  </a:lnTo>
                  <a:lnTo>
                    <a:pt x="303782" y="0"/>
                  </a:lnTo>
                  <a:lnTo>
                    <a:pt x="305832" y="0"/>
                  </a:lnTo>
                  <a:lnTo>
                    <a:pt x="305899" y="2866"/>
                  </a:lnTo>
                  <a:lnTo>
                    <a:pt x="305970" y="5733"/>
                  </a:lnTo>
                  <a:lnTo>
                    <a:pt x="306047" y="8600"/>
                  </a:lnTo>
                  <a:lnTo>
                    <a:pt x="306125" y="11466"/>
                  </a:lnTo>
                  <a:lnTo>
                    <a:pt x="306211" y="14333"/>
                  </a:lnTo>
                  <a:lnTo>
                    <a:pt x="306300" y="17200"/>
                  </a:lnTo>
                  <a:lnTo>
                    <a:pt x="306395" y="20066"/>
                  </a:lnTo>
                  <a:lnTo>
                    <a:pt x="306494" y="22933"/>
                  </a:lnTo>
                  <a:lnTo>
                    <a:pt x="306600" y="25800"/>
                  </a:lnTo>
                  <a:lnTo>
                    <a:pt x="306712" y="28667"/>
                  </a:lnTo>
                  <a:lnTo>
                    <a:pt x="306827" y="31533"/>
                  </a:lnTo>
                  <a:lnTo>
                    <a:pt x="306953" y="34400"/>
                  </a:lnTo>
                  <a:lnTo>
                    <a:pt x="307081" y="37267"/>
                  </a:lnTo>
                  <a:lnTo>
                    <a:pt x="307220" y="40133"/>
                  </a:lnTo>
                  <a:lnTo>
                    <a:pt x="307364" y="43000"/>
                  </a:lnTo>
                  <a:lnTo>
                    <a:pt x="307517" y="45867"/>
                  </a:lnTo>
                  <a:lnTo>
                    <a:pt x="307677" y="48734"/>
                  </a:lnTo>
                  <a:lnTo>
                    <a:pt x="307845" y="51600"/>
                  </a:lnTo>
                  <a:lnTo>
                    <a:pt x="308023" y="54467"/>
                  </a:lnTo>
                  <a:lnTo>
                    <a:pt x="308206" y="57334"/>
                  </a:lnTo>
                  <a:lnTo>
                    <a:pt x="308405" y="60200"/>
                  </a:lnTo>
                  <a:lnTo>
                    <a:pt x="308608" y="63067"/>
                  </a:lnTo>
                  <a:lnTo>
                    <a:pt x="308825" y="65934"/>
                  </a:lnTo>
                  <a:lnTo>
                    <a:pt x="309050" y="68800"/>
                  </a:lnTo>
                  <a:lnTo>
                    <a:pt x="309287" y="71667"/>
                  </a:lnTo>
                  <a:lnTo>
                    <a:pt x="309536" y="74534"/>
                  </a:lnTo>
                  <a:lnTo>
                    <a:pt x="309793" y="77401"/>
                  </a:lnTo>
                  <a:lnTo>
                    <a:pt x="310069" y="80267"/>
                  </a:lnTo>
                  <a:lnTo>
                    <a:pt x="310349" y="83134"/>
                  </a:lnTo>
                  <a:lnTo>
                    <a:pt x="310651" y="86001"/>
                  </a:lnTo>
                  <a:lnTo>
                    <a:pt x="310961" y="88867"/>
                  </a:lnTo>
                  <a:lnTo>
                    <a:pt x="311287" y="91734"/>
                  </a:lnTo>
                  <a:lnTo>
                    <a:pt x="311628" y="94601"/>
                  </a:lnTo>
                  <a:lnTo>
                    <a:pt x="311981" y="97468"/>
                  </a:lnTo>
                  <a:lnTo>
                    <a:pt x="312355" y="100334"/>
                  </a:lnTo>
                  <a:lnTo>
                    <a:pt x="312736" y="103201"/>
                  </a:lnTo>
                  <a:lnTo>
                    <a:pt x="313145" y="106068"/>
                  </a:lnTo>
                  <a:lnTo>
                    <a:pt x="313561" y="108934"/>
                  </a:lnTo>
                  <a:lnTo>
                    <a:pt x="314003" y="111801"/>
                  </a:lnTo>
                  <a:lnTo>
                    <a:pt x="314458" y="114668"/>
                  </a:lnTo>
                  <a:lnTo>
                    <a:pt x="314932" y="117535"/>
                  </a:lnTo>
                  <a:lnTo>
                    <a:pt x="315428" y="120401"/>
                  </a:lnTo>
                  <a:lnTo>
                    <a:pt x="315937" y="123268"/>
                  </a:lnTo>
                  <a:lnTo>
                    <a:pt x="316477" y="126135"/>
                  </a:lnTo>
                  <a:lnTo>
                    <a:pt x="317025" y="129001"/>
                  </a:lnTo>
                  <a:lnTo>
                    <a:pt x="317608" y="131868"/>
                  </a:lnTo>
                  <a:lnTo>
                    <a:pt x="318203" y="134735"/>
                  </a:lnTo>
                  <a:lnTo>
                    <a:pt x="318825" y="137601"/>
                  </a:lnTo>
                  <a:lnTo>
                    <a:pt x="319470" y="140468"/>
                  </a:lnTo>
                  <a:lnTo>
                    <a:pt x="320133" y="143335"/>
                  </a:lnTo>
                  <a:lnTo>
                    <a:pt x="320830" y="146202"/>
                  </a:lnTo>
                  <a:lnTo>
                    <a:pt x="321537" y="149068"/>
                  </a:lnTo>
                  <a:lnTo>
                    <a:pt x="322287" y="151935"/>
                  </a:lnTo>
                  <a:lnTo>
                    <a:pt x="323048" y="154802"/>
                  </a:lnTo>
                  <a:lnTo>
                    <a:pt x="323846" y="157668"/>
                  </a:lnTo>
                  <a:lnTo>
                    <a:pt x="324665" y="160535"/>
                  </a:lnTo>
                  <a:lnTo>
                    <a:pt x="325511" y="163402"/>
                  </a:lnTo>
                  <a:lnTo>
                    <a:pt x="326389" y="166269"/>
                  </a:lnTo>
                  <a:lnTo>
                    <a:pt x="327285" y="169135"/>
                  </a:lnTo>
                  <a:lnTo>
                    <a:pt x="328225" y="172002"/>
                  </a:lnTo>
                  <a:lnTo>
                    <a:pt x="329177" y="174869"/>
                  </a:lnTo>
                  <a:lnTo>
                    <a:pt x="330176" y="177735"/>
                  </a:lnTo>
                  <a:lnTo>
                    <a:pt x="331193" y="180602"/>
                  </a:lnTo>
                  <a:lnTo>
                    <a:pt x="332246" y="183469"/>
                  </a:lnTo>
                  <a:lnTo>
                    <a:pt x="333328" y="186336"/>
                  </a:lnTo>
                  <a:lnTo>
                    <a:pt x="334436" y="189202"/>
                  </a:lnTo>
                  <a:lnTo>
                    <a:pt x="335587" y="192069"/>
                  </a:lnTo>
                  <a:lnTo>
                    <a:pt x="336751" y="194936"/>
                  </a:lnTo>
                  <a:lnTo>
                    <a:pt x="337972" y="197802"/>
                  </a:lnTo>
                  <a:lnTo>
                    <a:pt x="339205" y="200669"/>
                  </a:lnTo>
                  <a:lnTo>
                    <a:pt x="340484" y="203536"/>
                  </a:lnTo>
                  <a:lnTo>
                    <a:pt x="341788" y="206402"/>
                  </a:lnTo>
                  <a:lnTo>
                    <a:pt x="343125" y="209269"/>
                  </a:lnTo>
                  <a:lnTo>
                    <a:pt x="344501" y="212136"/>
                  </a:lnTo>
                  <a:lnTo>
                    <a:pt x="345897" y="215003"/>
                  </a:lnTo>
                  <a:lnTo>
                    <a:pt x="347345" y="217869"/>
                  </a:lnTo>
                  <a:lnTo>
                    <a:pt x="348807" y="220736"/>
                  </a:lnTo>
                  <a:lnTo>
                    <a:pt x="350321" y="223603"/>
                  </a:lnTo>
                  <a:lnTo>
                    <a:pt x="351855" y="226469"/>
                  </a:lnTo>
                  <a:lnTo>
                    <a:pt x="353429" y="229336"/>
                  </a:lnTo>
                  <a:lnTo>
                    <a:pt x="355034" y="232203"/>
                  </a:lnTo>
                  <a:lnTo>
                    <a:pt x="356667" y="235070"/>
                  </a:lnTo>
                  <a:lnTo>
                    <a:pt x="358344" y="237936"/>
                  </a:lnTo>
                  <a:lnTo>
                    <a:pt x="360035" y="240803"/>
                  </a:lnTo>
                  <a:lnTo>
                    <a:pt x="361782" y="243670"/>
                  </a:lnTo>
                  <a:lnTo>
                    <a:pt x="363542" y="246536"/>
                  </a:lnTo>
                  <a:lnTo>
                    <a:pt x="365346" y="249403"/>
                  </a:lnTo>
                  <a:lnTo>
                    <a:pt x="367175" y="252270"/>
                  </a:lnTo>
                  <a:lnTo>
                    <a:pt x="369034" y="255137"/>
                  </a:lnTo>
                  <a:lnTo>
                    <a:pt x="370928" y="258003"/>
                  </a:lnTo>
                  <a:lnTo>
                    <a:pt x="372840" y="260870"/>
                  </a:lnTo>
                  <a:lnTo>
                    <a:pt x="374798" y="263737"/>
                  </a:lnTo>
                  <a:lnTo>
                    <a:pt x="376767" y="266603"/>
                  </a:lnTo>
                  <a:lnTo>
                    <a:pt x="378779" y="269470"/>
                  </a:lnTo>
                  <a:lnTo>
                    <a:pt x="380808" y="272337"/>
                  </a:lnTo>
                  <a:lnTo>
                    <a:pt x="382867" y="275203"/>
                  </a:lnTo>
                  <a:lnTo>
                    <a:pt x="384951" y="278070"/>
                  </a:lnTo>
                  <a:lnTo>
                    <a:pt x="387055" y="280937"/>
                  </a:lnTo>
                  <a:lnTo>
                    <a:pt x="389191" y="283804"/>
                  </a:lnTo>
                  <a:lnTo>
                    <a:pt x="391336" y="286670"/>
                  </a:lnTo>
                  <a:lnTo>
                    <a:pt x="393518" y="289537"/>
                  </a:lnTo>
                  <a:lnTo>
                    <a:pt x="395709" y="292404"/>
                  </a:lnTo>
                  <a:lnTo>
                    <a:pt x="397926" y="295270"/>
                  </a:lnTo>
                  <a:lnTo>
                    <a:pt x="400156" y="298137"/>
                  </a:lnTo>
                  <a:lnTo>
                    <a:pt x="402404" y="301004"/>
                  </a:lnTo>
                  <a:lnTo>
                    <a:pt x="404669" y="303871"/>
                  </a:lnTo>
                  <a:lnTo>
                    <a:pt x="406943" y="306737"/>
                  </a:lnTo>
                  <a:lnTo>
                    <a:pt x="409237" y="309604"/>
                  </a:lnTo>
                  <a:lnTo>
                    <a:pt x="411536" y="312471"/>
                  </a:lnTo>
                  <a:lnTo>
                    <a:pt x="413850" y="315337"/>
                  </a:lnTo>
                  <a:lnTo>
                    <a:pt x="416169" y="318204"/>
                  </a:lnTo>
                  <a:lnTo>
                    <a:pt x="418496" y="321071"/>
                  </a:lnTo>
                  <a:lnTo>
                    <a:pt x="420828" y="323937"/>
                  </a:lnTo>
                  <a:lnTo>
                    <a:pt x="423164" y="326804"/>
                  </a:lnTo>
                  <a:lnTo>
                    <a:pt x="425503" y="329671"/>
                  </a:lnTo>
                  <a:lnTo>
                    <a:pt x="427842" y="332538"/>
                  </a:lnTo>
                  <a:lnTo>
                    <a:pt x="430179" y="335404"/>
                  </a:lnTo>
                  <a:lnTo>
                    <a:pt x="432514" y="338271"/>
                  </a:lnTo>
                  <a:lnTo>
                    <a:pt x="434844" y="341138"/>
                  </a:lnTo>
                  <a:lnTo>
                    <a:pt x="437168" y="344004"/>
                  </a:lnTo>
                  <a:lnTo>
                    <a:pt x="439485" y="346871"/>
                  </a:lnTo>
                  <a:lnTo>
                    <a:pt x="441790" y="349738"/>
                  </a:lnTo>
                  <a:lnTo>
                    <a:pt x="444089" y="352605"/>
                  </a:lnTo>
                  <a:lnTo>
                    <a:pt x="446367" y="355471"/>
                  </a:lnTo>
                  <a:lnTo>
                    <a:pt x="448639" y="358338"/>
                  </a:lnTo>
                  <a:lnTo>
                    <a:pt x="450885" y="361205"/>
                  </a:lnTo>
                  <a:lnTo>
                    <a:pt x="453119" y="364071"/>
                  </a:lnTo>
                  <a:lnTo>
                    <a:pt x="455330" y="366938"/>
                  </a:lnTo>
                  <a:lnTo>
                    <a:pt x="457518" y="369805"/>
                  </a:lnTo>
                  <a:lnTo>
                    <a:pt x="459688" y="372672"/>
                  </a:lnTo>
                  <a:lnTo>
                    <a:pt x="461823" y="375538"/>
                  </a:lnTo>
                  <a:lnTo>
                    <a:pt x="463947" y="378405"/>
                  </a:lnTo>
                  <a:lnTo>
                    <a:pt x="466021" y="381272"/>
                  </a:lnTo>
                  <a:lnTo>
                    <a:pt x="468081" y="384138"/>
                  </a:lnTo>
                  <a:lnTo>
                    <a:pt x="470098" y="387005"/>
                  </a:lnTo>
                  <a:lnTo>
                    <a:pt x="472086" y="389872"/>
                  </a:lnTo>
                  <a:lnTo>
                    <a:pt x="474041" y="392738"/>
                  </a:lnTo>
                  <a:lnTo>
                    <a:pt x="475951" y="395605"/>
                  </a:lnTo>
                  <a:lnTo>
                    <a:pt x="477840" y="398472"/>
                  </a:lnTo>
                  <a:lnTo>
                    <a:pt x="479664" y="401339"/>
                  </a:lnTo>
                  <a:lnTo>
                    <a:pt x="481471" y="404205"/>
                  </a:lnTo>
                  <a:lnTo>
                    <a:pt x="483212" y="407072"/>
                  </a:lnTo>
                  <a:lnTo>
                    <a:pt x="484925" y="409939"/>
                  </a:lnTo>
                  <a:lnTo>
                    <a:pt x="486586" y="412805"/>
                  </a:lnTo>
                  <a:lnTo>
                    <a:pt x="488199" y="415672"/>
                  </a:lnTo>
                  <a:lnTo>
                    <a:pt x="489775" y="418539"/>
                  </a:lnTo>
                  <a:lnTo>
                    <a:pt x="491282" y="421406"/>
                  </a:lnTo>
                  <a:lnTo>
                    <a:pt x="492769" y="424272"/>
                  </a:lnTo>
                  <a:lnTo>
                    <a:pt x="494166" y="427139"/>
                  </a:lnTo>
                  <a:lnTo>
                    <a:pt x="495541" y="430006"/>
                  </a:lnTo>
                  <a:lnTo>
                    <a:pt x="496844" y="432872"/>
                  </a:lnTo>
                  <a:lnTo>
                    <a:pt x="498102" y="435739"/>
                  </a:lnTo>
                  <a:lnTo>
                    <a:pt x="499307" y="438606"/>
                  </a:lnTo>
                  <a:lnTo>
                    <a:pt x="500445" y="441473"/>
                  </a:lnTo>
                  <a:lnTo>
                    <a:pt x="501551" y="444339"/>
                  </a:lnTo>
                  <a:lnTo>
                    <a:pt x="502566" y="447206"/>
                  </a:lnTo>
                  <a:lnTo>
                    <a:pt x="503557" y="450073"/>
                  </a:lnTo>
                  <a:lnTo>
                    <a:pt x="504460" y="452939"/>
                  </a:lnTo>
                  <a:lnTo>
                    <a:pt x="505325" y="455806"/>
                  </a:lnTo>
                  <a:lnTo>
                    <a:pt x="506123" y="458673"/>
                  </a:lnTo>
                  <a:lnTo>
                    <a:pt x="506861" y="461539"/>
                  </a:lnTo>
                  <a:lnTo>
                    <a:pt x="507554" y="464406"/>
                  </a:lnTo>
                  <a:lnTo>
                    <a:pt x="508163" y="467273"/>
                  </a:lnTo>
                  <a:lnTo>
                    <a:pt x="508749" y="470140"/>
                  </a:lnTo>
                  <a:lnTo>
                    <a:pt x="509232" y="473006"/>
                  </a:lnTo>
                  <a:lnTo>
                    <a:pt x="509689" y="475873"/>
                  </a:lnTo>
                  <a:lnTo>
                    <a:pt x="510068" y="478740"/>
                  </a:lnTo>
                  <a:lnTo>
                    <a:pt x="510397" y="481606"/>
                  </a:lnTo>
                  <a:lnTo>
                    <a:pt x="510672" y="484473"/>
                  </a:lnTo>
                  <a:lnTo>
                    <a:pt x="510875" y="487340"/>
                  </a:lnTo>
                  <a:lnTo>
                    <a:pt x="511047" y="490207"/>
                  </a:lnTo>
                  <a:lnTo>
                    <a:pt x="511093" y="491888"/>
                  </a:lnTo>
                  <a:lnTo>
                    <a:pt x="511126" y="493073"/>
                  </a:lnTo>
                  <a:lnTo>
                    <a:pt x="511183" y="495940"/>
                  </a:lnTo>
                  <a:lnTo>
                    <a:pt x="511155" y="498807"/>
                  </a:lnTo>
                  <a:lnTo>
                    <a:pt x="511091" y="501673"/>
                  </a:lnTo>
                  <a:lnTo>
                    <a:pt x="510966" y="504540"/>
                  </a:lnTo>
                  <a:lnTo>
                    <a:pt x="510785" y="507407"/>
                  </a:lnTo>
                  <a:lnTo>
                    <a:pt x="510566" y="510274"/>
                  </a:lnTo>
                  <a:lnTo>
                    <a:pt x="510272" y="513140"/>
                  </a:lnTo>
                  <a:lnTo>
                    <a:pt x="509958" y="516007"/>
                  </a:lnTo>
                  <a:lnTo>
                    <a:pt x="509559" y="518874"/>
                  </a:lnTo>
                  <a:lnTo>
                    <a:pt x="509138" y="521740"/>
                  </a:lnTo>
                  <a:lnTo>
                    <a:pt x="508654" y="524607"/>
                  </a:lnTo>
                  <a:lnTo>
                    <a:pt x="508131" y="527474"/>
                  </a:lnTo>
                  <a:lnTo>
                    <a:pt x="507566" y="530340"/>
                  </a:lnTo>
                  <a:lnTo>
                    <a:pt x="506947" y="533207"/>
                  </a:lnTo>
                  <a:lnTo>
                    <a:pt x="506304" y="536074"/>
                  </a:lnTo>
                  <a:lnTo>
                    <a:pt x="505594" y="538941"/>
                  </a:lnTo>
                  <a:lnTo>
                    <a:pt x="504869" y="541807"/>
                  </a:lnTo>
                  <a:lnTo>
                    <a:pt x="504084" y="544674"/>
                  </a:lnTo>
                  <a:lnTo>
                    <a:pt x="503276" y="547541"/>
                  </a:lnTo>
                  <a:lnTo>
                    <a:pt x="502427" y="550407"/>
                  </a:lnTo>
                  <a:lnTo>
                    <a:pt x="501543" y="553274"/>
                  </a:lnTo>
                  <a:lnTo>
                    <a:pt x="500635" y="556141"/>
                  </a:lnTo>
                  <a:lnTo>
                    <a:pt x="499681" y="559008"/>
                  </a:lnTo>
                  <a:lnTo>
                    <a:pt x="498716" y="561874"/>
                  </a:lnTo>
                  <a:lnTo>
                    <a:pt x="497701" y="564741"/>
                  </a:lnTo>
                  <a:lnTo>
                    <a:pt x="496675" y="567608"/>
                  </a:lnTo>
                  <a:lnTo>
                    <a:pt x="495615" y="570474"/>
                  </a:lnTo>
                  <a:lnTo>
                    <a:pt x="494536" y="573341"/>
                  </a:lnTo>
                  <a:lnTo>
                    <a:pt x="493435" y="576208"/>
                  </a:lnTo>
                  <a:lnTo>
                    <a:pt x="492309" y="579075"/>
                  </a:lnTo>
                  <a:lnTo>
                    <a:pt x="491172" y="581941"/>
                  </a:lnTo>
                  <a:lnTo>
                    <a:pt x="490007" y="584808"/>
                  </a:lnTo>
                  <a:lnTo>
                    <a:pt x="488835" y="587675"/>
                  </a:lnTo>
                  <a:lnTo>
                    <a:pt x="487642" y="590541"/>
                  </a:lnTo>
                  <a:lnTo>
                    <a:pt x="486440" y="593408"/>
                  </a:lnTo>
                  <a:lnTo>
                    <a:pt x="485224" y="596275"/>
                  </a:lnTo>
                  <a:lnTo>
                    <a:pt x="483999" y="599141"/>
                  </a:lnTo>
                  <a:lnTo>
                    <a:pt x="482768" y="602008"/>
                  </a:lnTo>
                  <a:lnTo>
                    <a:pt x="481526" y="604875"/>
                  </a:lnTo>
                  <a:lnTo>
                    <a:pt x="480282" y="607742"/>
                  </a:lnTo>
                  <a:lnTo>
                    <a:pt x="479031" y="610608"/>
                  </a:lnTo>
                  <a:lnTo>
                    <a:pt x="477780" y="613475"/>
                  </a:lnTo>
                  <a:lnTo>
                    <a:pt x="476526" y="616342"/>
                  </a:lnTo>
                  <a:lnTo>
                    <a:pt x="475274" y="619208"/>
                  </a:lnTo>
                  <a:lnTo>
                    <a:pt x="474023" y="622075"/>
                  </a:lnTo>
                  <a:lnTo>
                    <a:pt x="472776" y="624942"/>
                  </a:lnTo>
                  <a:lnTo>
                    <a:pt x="471531" y="627809"/>
                  </a:lnTo>
                  <a:lnTo>
                    <a:pt x="470296" y="630675"/>
                  </a:lnTo>
                  <a:lnTo>
                    <a:pt x="469065" y="633542"/>
                  </a:lnTo>
                  <a:lnTo>
                    <a:pt x="467846" y="636409"/>
                  </a:lnTo>
                  <a:lnTo>
                    <a:pt x="466634" y="639275"/>
                  </a:lnTo>
                  <a:lnTo>
                    <a:pt x="465435" y="642142"/>
                  </a:lnTo>
                  <a:lnTo>
                    <a:pt x="464249" y="645009"/>
                  </a:lnTo>
                  <a:lnTo>
                    <a:pt x="463073" y="647875"/>
                  </a:lnTo>
                  <a:lnTo>
                    <a:pt x="461920" y="650742"/>
                  </a:lnTo>
                  <a:lnTo>
                    <a:pt x="460773" y="653609"/>
                  </a:lnTo>
                  <a:lnTo>
                    <a:pt x="459656" y="656476"/>
                  </a:lnTo>
                  <a:lnTo>
                    <a:pt x="458549" y="659342"/>
                  </a:lnTo>
                  <a:lnTo>
                    <a:pt x="457468" y="662209"/>
                  </a:lnTo>
                  <a:lnTo>
                    <a:pt x="456406" y="665076"/>
                  </a:lnTo>
                  <a:lnTo>
                    <a:pt x="455364" y="667942"/>
                  </a:lnTo>
                  <a:lnTo>
                    <a:pt x="454353" y="670809"/>
                  </a:lnTo>
                  <a:lnTo>
                    <a:pt x="453354" y="673676"/>
                  </a:lnTo>
                  <a:lnTo>
                    <a:pt x="452399" y="676543"/>
                  </a:lnTo>
                  <a:lnTo>
                    <a:pt x="451455" y="679409"/>
                  </a:lnTo>
                  <a:lnTo>
                    <a:pt x="450553" y="682276"/>
                  </a:lnTo>
                  <a:lnTo>
                    <a:pt x="449673" y="685143"/>
                  </a:lnTo>
                  <a:lnTo>
                    <a:pt x="448825" y="688009"/>
                  </a:lnTo>
                  <a:lnTo>
                    <a:pt x="448013" y="690876"/>
                  </a:lnTo>
                  <a:lnTo>
                    <a:pt x="447223" y="693743"/>
                  </a:lnTo>
                  <a:lnTo>
                    <a:pt x="446484" y="696610"/>
                  </a:lnTo>
                  <a:lnTo>
                    <a:pt x="445759" y="699476"/>
                  </a:lnTo>
                  <a:lnTo>
                    <a:pt x="445095" y="702343"/>
                  </a:lnTo>
                  <a:lnTo>
                    <a:pt x="444450" y="705210"/>
                  </a:lnTo>
                  <a:lnTo>
                    <a:pt x="443854" y="708076"/>
                  </a:lnTo>
                  <a:lnTo>
                    <a:pt x="443294" y="710943"/>
                  </a:lnTo>
                  <a:lnTo>
                    <a:pt x="442769" y="713810"/>
                  </a:lnTo>
                  <a:lnTo>
                    <a:pt x="442299" y="716676"/>
                  </a:lnTo>
                  <a:lnTo>
                    <a:pt x="441849" y="719543"/>
                  </a:lnTo>
                  <a:lnTo>
                    <a:pt x="441473" y="722410"/>
                  </a:lnTo>
                  <a:lnTo>
                    <a:pt x="441115" y="725277"/>
                  </a:lnTo>
                  <a:lnTo>
                    <a:pt x="440825" y="728143"/>
                  </a:lnTo>
                  <a:lnTo>
                    <a:pt x="440567" y="731010"/>
                  </a:lnTo>
                  <a:lnTo>
                    <a:pt x="440361" y="733877"/>
                  </a:lnTo>
                  <a:lnTo>
                    <a:pt x="440208" y="736743"/>
                  </a:lnTo>
                  <a:lnTo>
                    <a:pt x="440089" y="739610"/>
                  </a:lnTo>
                  <a:lnTo>
                    <a:pt x="440046" y="742477"/>
                  </a:lnTo>
                  <a:lnTo>
                    <a:pt x="440023" y="745344"/>
                  </a:lnTo>
                  <a:lnTo>
                    <a:pt x="440087" y="748210"/>
                  </a:lnTo>
                  <a:lnTo>
                    <a:pt x="440179" y="751077"/>
                  </a:lnTo>
                  <a:lnTo>
                    <a:pt x="440339" y="753944"/>
                  </a:lnTo>
                  <a:lnTo>
                    <a:pt x="440549" y="756810"/>
                  </a:lnTo>
                  <a:lnTo>
                    <a:pt x="440808" y="759677"/>
                  </a:lnTo>
                  <a:lnTo>
                    <a:pt x="441139" y="762544"/>
                  </a:lnTo>
                  <a:lnTo>
                    <a:pt x="441498" y="765411"/>
                  </a:lnTo>
                  <a:lnTo>
                    <a:pt x="441955" y="768277"/>
                  </a:lnTo>
                  <a:lnTo>
                    <a:pt x="442435" y="771144"/>
                  </a:lnTo>
                  <a:lnTo>
                    <a:pt x="443002" y="774011"/>
                  </a:lnTo>
                  <a:lnTo>
                    <a:pt x="443611" y="776877"/>
                  </a:lnTo>
                  <a:lnTo>
                    <a:pt x="444284" y="779744"/>
                  </a:lnTo>
                  <a:lnTo>
                    <a:pt x="445025" y="782611"/>
                  </a:lnTo>
                  <a:lnTo>
                    <a:pt x="445806" y="785477"/>
                  </a:lnTo>
                  <a:lnTo>
                    <a:pt x="446679" y="788344"/>
                  </a:lnTo>
                  <a:lnTo>
                    <a:pt x="447576" y="791211"/>
                  </a:lnTo>
                  <a:lnTo>
                    <a:pt x="448577" y="794078"/>
                  </a:lnTo>
                  <a:lnTo>
                    <a:pt x="449609" y="796944"/>
                  </a:lnTo>
                  <a:lnTo>
                    <a:pt x="450720" y="799811"/>
                  </a:lnTo>
                  <a:lnTo>
                    <a:pt x="451888" y="802678"/>
                  </a:lnTo>
                  <a:lnTo>
                    <a:pt x="453110" y="805544"/>
                  </a:lnTo>
                  <a:lnTo>
                    <a:pt x="454413" y="808411"/>
                  </a:lnTo>
                  <a:lnTo>
                    <a:pt x="455745" y="811278"/>
                  </a:lnTo>
                  <a:lnTo>
                    <a:pt x="457183" y="814145"/>
                  </a:lnTo>
                  <a:lnTo>
                    <a:pt x="458644" y="817011"/>
                  </a:lnTo>
                  <a:lnTo>
                    <a:pt x="460196" y="819878"/>
                  </a:lnTo>
                  <a:lnTo>
                    <a:pt x="461790" y="822745"/>
                  </a:lnTo>
                  <a:lnTo>
                    <a:pt x="463449" y="825611"/>
                  </a:lnTo>
                  <a:lnTo>
                    <a:pt x="465173" y="828478"/>
                  </a:lnTo>
                  <a:lnTo>
                    <a:pt x="466937" y="831345"/>
                  </a:lnTo>
                  <a:lnTo>
                    <a:pt x="468788" y="834212"/>
                  </a:lnTo>
                  <a:lnTo>
                    <a:pt x="470662" y="837078"/>
                  </a:lnTo>
                  <a:lnTo>
                    <a:pt x="472629" y="839945"/>
                  </a:lnTo>
                  <a:lnTo>
                    <a:pt x="474624" y="842812"/>
                  </a:lnTo>
                  <a:lnTo>
                    <a:pt x="476687" y="845678"/>
                  </a:lnTo>
                  <a:lnTo>
                    <a:pt x="478798" y="848545"/>
                  </a:lnTo>
                  <a:lnTo>
                    <a:pt x="480954" y="851412"/>
                  </a:lnTo>
                  <a:lnTo>
                    <a:pt x="483174" y="854278"/>
                  </a:lnTo>
                  <a:lnTo>
                    <a:pt x="485418" y="857145"/>
                  </a:lnTo>
                  <a:lnTo>
                    <a:pt x="487741" y="860012"/>
                  </a:lnTo>
                  <a:lnTo>
                    <a:pt x="490082" y="862879"/>
                  </a:lnTo>
                  <a:lnTo>
                    <a:pt x="492485" y="865745"/>
                  </a:lnTo>
                  <a:lnTo>
                    <a:pt x="494917" y="868612"/>
                  </a:lnTo>
                  <a:lnTo>
                    <a:pt x="497391" y="871479"/>
                  </a:lnTo>
                  <a:lnTo>
                    <a:pt x="499906" y="874345"/>
                  </a:lnTo>
                  <a:lnTo>
                    <a:pt x="502445" y="877212"/>
                  </a:lnTo>
                  <a:lnTo>
                    <a:pt x="505032" y="880079"/>
                  </a:lnTo>
                  <a:lnTo>
                    <a:pt x="507631" y="882946"/>
                  </a:lnTo>
                  <a:lnTo>
                    <a:pt x="510276" y="885812"/>
                  </a:lnTo>
                  <a:lnTo>
                    <a:pt x="512933" y="888679"/>
                  </a:lnTo>
                  <a:lnTo>
                    <a:pt x="515619" y="891546"/>
                  </a:lnTo>
                  <a:lnTo>
                    <a:pt x="518322" y="894412"/>
                  </a:lnTo>
                  <a:lnTo>
                    <a:pt x="521041" y="897279"/>
                  </a:lnTo>
                  <a:lnTo>
                    <a:pt x="523777" y="900146"/>
                  </a:lnTo>
                  <a:lnTo>
                    <a:pt x="526519" y="903012"/>
                  </a:lnTo>
                  <a:lnTo>
                    <a:pt x="529274" y="905879"/>
                  </a:lnTo>
                  <a:lnTo>
                    <a:pt x="532031" y="908746"/>
                  </a:lnTo>
                  <a:lnTo>
                    <a:pt x="534792" y="911613"/>
                  </a:lnTo>
                  <a:lnTo>
                    <a:pt x="537550" y="914479"/>
                  </a:lnTo>
                  <a:lnTo>
                    <a:pt x="540305" y="917346"/>
                  </a:lnTo>
                  <a:lnTo>
                    <a:pt x="543050" y="920213"/>
                  </a:lnTo>
                  <a:lnTo>
                    <a:pt x="545789" y="923079"/>
                  </a:lnTo>
                  <a:lnTo>
                    <a:pt x="548505" y="925946"/>
                  </a:lnTo>
                  <a:lnTo>
                    <a:pt x="551214" y="928813"/>
                  </a:lnTo>
                  <a:lnTo>
                    <a:pt x="553889" y="931680"/>
                  </a:lnTo>
                  <a:lnTo>
                    <a:pt x="556550" y="934546"/>
                  </a:lnTo>
                  <a:lnTo>
                    <a:pt x="559177" y="937413"/>
                  </a:lnTo>
                  <a:lnTo>
                    <a:pt x="561773" y="940280"/>
                  </a:lnTo>
                  <a:lnTo>
                    <a:pt x="564341" y="943146"/>
                  </a:lnTo>
                  <a:lnTo>
                    <a:pt x="566858" y="946013"/>
                  </a:lnTo>
                  <a:lnTo>
                    <a:pt x="569356" y="948880"/>
                  </a:lnTo>
                  <a:lnTo>
                    <a:pt x="571777" y="951747"/>
                  </a:lnTo>
                  <a:lnTo>
                    <a:pt x="574178" y="954613"/>
                  </a:lnTo>
                  <a:lnTo>
                    <a:pt x="576505" y="957480"/>
                  </a:lnTo>
                  <a:lnTo>
                    <a:pt x="578790" y="960347"/>
                  </a:lnTo>
                  <a:lnTo>
                    <a:pt x="581016" y="963213"/>
                  </a:lnTo>
                  <a:lnTo>
                    <a:pt x="583170" y="966080"/>
                  </a:lnTo>
                  <a:lnTo>
                    <a:pt x="585285" y="968947"/>
                  </a:lnTo>
                  <a:lnTo>
                    <a:pt x="587294" y="971813"/>
                  </a:lnTo>
                  <a:lnTo>
                    <a:pt x="589276" y="974680"/>
                  </a:lnTo>
                  <a:lnTo>
                    <a:pt x="591138" y="977547"/>
                  </a:lnTo>
                  <a:lnTo>
                    <a:pt x="592956" y="980414"/>
                  </a:lnTo>
                  <a:lnTo>
                    <a:pt x="594678" y="983280"/>
                  </a:lnTo>
                  <a:lnTo>
                    <a:pt x="596321" y="986147"/>
                  </a:lnTo>
                  <a:lnTo>
                    <a:pt x="597894" y="989014"/>
                  </a:lnTo>
                  <a:lnTo>
                    <a:pt x="599349" y="991880"/>
                  </a:lnTo>
                  <a:lnTo>
                    <a:pt x="600765" y="994747"/>
                  </a:lnTo>
                  <a:lnTo>
                    <a:pt x="602021" y="997614"/>
                  </a:lnTo>
                  <a:lnTo>
                    <a:pt x="603238" y="1000481"/>
                  </a:lnTo>
                  <a:lnTo>
                    <a:pt x="604319" y="1003347"/>
                  </a:lnTo>
                  <a:lnTo>
                    <a:pt x="605325" y="1006214"/>
                  </a:lnTo>
                  <a:lnTo>
                    <a:pt x="606228" y="1009081"/>
                  </a:lnTo>
                  <a:lnTo>
                    <a:pt x="607014" y="1011947"/>
                  </a:lnTo>
                  <a:lnTo>
                    <a:pt x="607734" y="1014814"/>
                  </a:lnTo>
                  <a:lnTo>
                    <a:pt x="608292" y="1017681"/>
                  </a:lnTo>
                  <a:lnTo>
                    <a:pt x="608807" y="1020548"/>
                  </a:lnTo>
                  <a:lnTo>
                    <a:pt x="609148" y="1023414"/>
                  </a:lnTo>
                  <a:lnTo>
                    <a:pt x="609428" y="1026281"/>
                  </a:lnTo>
                  <a:lnTo>
                    <a:pt x="609574" y="1029148"/>
                  </a:lnTo>
                  <a:lnTo>
                    <a:pt x="609615" y="1032014"/>
                  </a:lnTo>
                  <a:lnTo>
                    <a:pt x="609564" y="1034881"/>
                  </a:lnTo>
                  <a:lnTo>
                    <a:pt x="609362" y="1037748"/>
                  </a:lnTo>
                  <a:lnTo>
                    <a:pt x="609341" y="1037988"/>
                  </a:lnTo>
                  <a:lnTo>
                    <a:pt x="609112" y="1040614"/>
                  </a:lnTo>
                  <a:lnTo>
                    <a:pt x="608666" y="1043481"/>
                  </a:lnTo>
                  <a:lnTo>
                    <a:pt x="608176" y="1046348"/>
                  </a:lnTo>
                  <a:lnTo>
                    <a:pt x="607527" y="1049215"/>
                  </a:lnTo>
                  <a:lnTo>
                    <a:pt x="606793" y="1052081"/>
                  </a:lnTo>
                  <a:lnTo>
                    <a:pt x="605946" y="1054948"/>
                  </a:lnTo>
                  <a:lnTo>
                    <a:pt x="604970" y="1057815"/>
                  </a:lnTo>
                  <a:lnTo>
                    <a:pt x="603926" y="1060681"/>
                  </a:lnTo>
                  <a:lnTo>
                    <a:pt x="602712" y="1063548"/>
                  </a:lnTo>
                  <a:lnTo>
                    <a:pt x="601455" y="1066415"/>
                  </a:lnTo>
                  <a:lnTo>
                    <a:pt x="600025" y="1069282"/>
                  </a:lnTo>
                  <a:lnTo>
                    <a:pt x="598536" y="1072148"/>
                  </a:lnTo>
                  <a:lnTo>
                    <a:pt x="596920" y="1075015"/>
                  </a:lnTo>
                  <a:lnTo>
                    <a:pt x="595205" y="1077882"/>
                  </a:lnTo>
                  <a:lnTo>
                    <a:pt x="593407" y="1080748"/>
                  </a:lnTo>
                  <a:lnTo>
                    <a:pt x="591474" y="1083615"/>
                  </a:lnTo>
                  <a:lnTo>
                    <a:pt x="589500" y="1086482"/>
                  </a:lnTo>
                  <a:lnTo>
                    <a:pt x="587357" y="1089349"/>
                  </a:lnTo>
                  <a:lnTo>
                    <a:pt x="585178" y="1092215"/>
                  </a:lnTo>
                  <a:lnTo>
                    <a:pt x="582870" y="1095082"/>
                  </a:lnTo>
                  <a:lnTo>
                    <a:pt x="580495" y="1097949"/>
                  </a:lnTo>
                  <a:lnTo>
                    <a:pt x="578031" y="1100815"/>
                  </a:lnTo>
                  <a:lnTo>
                    <a:pt x="575470" y="1103682"/>
                  </a:lnTo>
                  <a:lnTo>
                    <a:pt x="572859" y="1106549"/>
                  </a:lnTo>
                  <a:lnTo>
                    <a:pt x="570124" y="1109415"/>
                  </a:lnTo>
                  <a:lnTo>
                    <a:pt x="567360" y="1112282"/>
                  </a:lnTo>
                  <a:lnTo>
                    <a:pt x="564478" y="1115149"/>
                  </a:lnTo>
                  <a:lnTo>
                    <a:pt x="561557" y="1118016"/>
                  </a:lnTo>
                  <a:lnTo>
                    <a:pt x="558555" y="1120882"/>
                  </a:lnTo>
                  <a:lnTo>
                    <a:pt x="555491" y="1123749"/>
                  </a:lnTo>
                  <a:lnTo>
                    <a:pt x="552376" y="1126616"/>
                  </a:lnTo>
                  <a:lnTo>
                    <a:pt x="549183" y="1129482"/>
                  </a:lnTo>
                  <a:lnTo>
                    <a:pt x="545967" y="1132349"/>
                  </a:lnTo>
                  <a:lnTo>
                    <a:pt x="542659" y="1135216"/>
                  </a:lnTo>
                  <a:lnTo>
                    <a:pt x="539333" y="1138083"/>
                  </a:lnTo>
                  <a:lnTo>
                    <a:pt x="535943" y="1140949"/>
                  </a:lnTo>
                  <a:lnTo>
                    <a:pt x="532521" y="1143816"/>
                  </a:lnTo>
                  <a:lnTo>
                    <a:pt x="529060" y="1146683"/>
                  </a:lnTo>
                  <a:lnTo>
                    <a:pt x="525558" y="1149549"/>
                  </a:lnTo>
                  <a:lnTo>
                    <a:pt x="522036" y="1152416"/>
                  </a:lnTo>
                  <a:lnTo>
                    <a:pt x="518468" y="1155283"/>
                  </a:lnTo>
                  <a:lnTo>
                    <a:pt x="514891" y="1158150"/>
                  </a:lnTo>
                  <a:lnTo>
                    <a:pt x="511277" y="1161016"/>
                  </a:lnTo>
                  <a:lnTo>
                    <a:pt x="507653" y="1163883"/>
                  </a:lnTo>
                  <a:lnTo>
                    <a:pt x="504009" y="1166750"/>
                  </a:lnTo>
                  <a:lnTo>
                    <a:pt x="500353" y="1169616"/>
                  </a:lnTo>
                  <a:lnTo>
                    <a:pt x="496688" y="1172483"/>
                  </a:lnTo>
                  <a:lnTo>
                    <a:pt x="493014" y="1175350"/>
                  </a:lnTo>
                  <a:lnTo>
                    <a:pt x="489339" y="1178216"/>
                  </a:lnTo>
                  <a:lnTo>
                    <a:pt x="485661" y="1181083"/>
                  </a:lnTo>
                  <a:lnTo>
                    <a:pt x="481985" y="1183950"/>
                  </a:lnTo>
                  <a:lnTo>
                    <a:pt x="478316" y="1186817"/>
                  </a:lnTo>
                  <a:lnTo>
                    <a:pt x="474653" y="1189683"/>
                  </a:lnTo>
                  <a:lnTo>
                    <a:pt x="471000" y="1192550"/>
                  </a:lnTo>
                  <a:lnTo>
                    <a:pt x="467363" y="1195417"/>
                  </a:lnTo>
                  <a:lnTo>
                    <a:pt x="463735" y="1198283"/>
                  </a:lnTo>
                  <a:lnTo>
                    <a:pt x="460135" y="1201150"/>
                  </a:lnTo>
                  <a:lnTo>
                    <a:pt x="456544" y="1204017"/>
                  </a:lnTo>
                  <a:lnTo>
                    <a:pt x="452989" y="1206884"/>
                  </a:lnTo>
                  <a:lnTo>
                    <a:pt x="449450" y="1209750"/>
                  </a:lnTo>
                  <a:lnTo>
                    <a:pt x="445942" y="1212617"/>
                  </a:lnTo>
                  <a:lnTo>
                    <a:pt x="442464" y="1215484"/>
                  </a:lnTo>
                  <a:lnTo>
                    <a:pt x="439011" y="1218350"/>
                  </a:lnTo>
                  <a:lnTo>
                    <a:pt x="435605" y="1221217"/>
                  </a:lnTo>
                  <a:lnTo>
                    <a:pt x="432212" y="1224084"/>
                  </a:lnTo>
                  <a:lnTo>
                    <a:pt x="428885" y="1226950"/>
                  </a:lnTo>
                  <a:lnTo>
                    <a:pt x="425574" y="1229817"/>
                  </a:lnTo>
                  <a:lnTo>
                    <a:pt x="422318" y="1232684"/>
                  </a:lnTo>
                  <a:lnTo>
                    <a:pt x="419096" y="1235551"/>
                  </a:lnTo>
                  <a:lnTo>
                    <a:pt x="415916" y="1238417"/>
                  </a:lnTo>
                  <a:lnTo>
                    <a:pt x="412790" y="1241284"/>
                  </a:lnTo>
                  <a:lnTo>
                    <a:pt x="409691" y="1244151"/>
                  </a:lnTo>
                  <a:lnTo>
                    <a:pt x="406666" y="1247017"/>
                  </a:lnTo>
                  <a:lnTo>
                    <a:pt x="403661" y="1249884"/>
                  </a:lnTo>
                  <a:lnTo>
                    <a:pt x="400731" y="1252751"/>
                  </a:lnTo>
                  <a:lnTo>
                    <a:pt x="397833" y="1255618"/>
                  </a:lnTo>
                  <a:lnTo>
                    <a:pt x="394994" y="1258484"/>
                  </a:lnTo>
                  <a:lnTo>
                    <a:pt x="392207" y="1261351"/>
                  </a:lnTo>
                  <a:lnTo>
                    <a:pt x="389459" y="1264218"/>
                  </a:lnTo>
                  <a:lnTo>
                    <a:pt x="386786" y="1267084"/>
                  </a:lnTo>
                  <a:lnTo>
                    <a:pt x="384133" y="1269951"/>
                  </a:lnTo>
                  <a:lnTo>
                    <a:pt x="381574" y="1272818"/>
                  </a:lnTo>
                  <a:lnTo>
                    <a:pt x="379038" y="1275685"/>
                  </a:lnTo>
                  <a:lnTo>
                    <a:pt x="376575" y="1278551"/>
                  </a:lnTo>
                  <a:lnTo>
                    <a:pt x="374157" y="1281418"/>
                  </a:lnTo>
                  <a:lnTo>
                    <a:pt x="371790" y="1284285"/>
                  </a:lnTo>
                  <a:lnTo>
                    <a:pt x="369489" y="1287151"/>
                  </a:lnTo>
                  <a:lnTo>
                    <a:pt x="367219" y="1290018"/>
                  </a:lnTo>
                  <a:lnTo>
                    <a:pt x="365037" y="1292885"/>
                  </a:lnTo>
                  <a:lnTo>
                    <a:pt x="362875" y="1295751"/>
                  </a:lnTo>
                  <a:lnTo>
                    <a:pt x="360797" y="1298618"/>
                  </a:lnTo>
                  <a:lnTo>
                    <a:pt x="358752" y="1301485"/>
                  </a:lnTo>
                  <a:lnTo>
                    <a:pt x="356769" y="1304352"/>
                  </a:lnTo>
                  <a:lnTo>
                    <a:pt x="354839" y="1307218"/>
                  </a:lnTo>
                  <a:lnTo>
                    <a:pt x="352949" y="1310085"/>
                  </a:lnTo>
                  <a:lnTo>
                    <a:pt x="351133" y="1312952"/>
                  </a:lnTo>
                  <a:lnTo>
                    <a:pt x="349337" y="1315818"/>
                  </a:lnTo>
                  <a:lnTo>
                    <a:pt x="347629" y="1318685"/>
                  </a:lnTo>
                  <a:lnTo>
                    <a:pt x="345943" y="1321552"/>
                  </a:lnTo>
                  <a:lnTo>
                    <a:pt x="344324" y="1324419"/>
                  </a:lnTo>
                  <a:lnTo>
                    <a:pt x="342745" y="1327285"/>
                  </a:lnTo>
                  <a:lnTo>
                    <a:pt x="341212" y="1330152"/>
                  </a:lnTo>
                  <a:lnTo>
                    <a:pt x="339737" y="1333019"/>
                  </a:lnTo>
                  <a:lnTo>
                    <a:pt x="338289" y="1335885"/>
                  </a:lnTo>
                  <a:lnTo>
                    <a:pt x="336914" y="1338752"/>
                  </a:lnTo>
                  <a:lnTo>
                    <a:pt x="335557" y="1341619"/>
                  </a:lnTo>
                  <a:lnTo>
                    <a:pt x="334269" y="1344486"/>
                  </a:lnTo>
                  <a:lnTo>
                    <a:pt x="333008" y="1347352"/>
                  </a:lnTo>
                  <a:lnTo>
                    <a:pt x="331796" y="1350219"/>
                  </a:lnTo>
                  <a:lnTo>
                    <a:pt x="330627" y="1353086"/>
                  </a:lnTo>
                  <a:lnTo>
                    <a:pt x="329488" y="1355952"/>
                  </a:lnTo>
                  <a:lnTo>
                    <a:pt x="328407" y="1358819"/>
                  </a:lnTo>
                  <a:lnTo>
                    <a:pt x="327341" y="1361686"/>
                  </a:lnTo>
                  <a:lnTo>
                    <a:pt x="326341" y="1364552"/>
                  </a:lnTo>
                  <a:lnTo>
                    <a:pt x="325357" y="1367419"/>
                  </a:lnTo>
                  <a:lnTo>
                    <a:pt x="324422" y="1370286"/>
                  </a:lnTo>
                  <a:lnTo>
                    <a:pt x="323516" y="1373153"/>
                  </a:lnTo>
                  <a:lnTo>
                    <a:pt x="322644" y="1376019"/>
                  </a:lnTo>
                  <a:lnTo>
                    <a:pt x="321812" y="1378886"/>
                  </a:lnTo>
                  <a:lnTo>
                    <a:pt x="320998" y="1381753"/>
                  </a:lnTo>
                  <a:lnTo>
                    <a:pt x="320236" y="1384619"/>
                  </a:lnTo>
                  <a:lnTo>
                    <a:pt x="319486" y="1387486"/>
                  </a:lnTo>
                  <a:lnTo>
                    <a:pt x="318782" y="1390353"/>
                  </a:lnTo>
                  <a:lnTo>
                    <a:pt x="318097" y="1393220"/>
                  </a:lnTo>
                  <a:lnTo>
                    <a:pt x="317444" y="1396086"/>
                  </a:lnTo>
                  <a:lnTo>
                    <a:pt x="316818" y="1398953"/>
                  </a:lnTo>
                  <a:lnTo>
                    <a:pt x="316213" y="1401820"/>
                  </a:lnTo>
                  <a:lnTo>
                    <a:pt x="315644" y="1404686"/>
                  </a:lnTo>
                  <a:lnTo>
                    <a:pt x="315086" y="1407553"/>
                  </a:lnTo>
                  <a:lnTo>
                    <a:pt x="314568" y="1410420"/>
                  </a:lnTo>
                  <a:lnTo>
                    <a:pt x="314061" y="1413287"/>
                  </a:lnTo>
                  <a:lnTo>
                    <a:pt x="313583" y="1416153"/>
                  </a:lnTo>
                  <a:lnTo>
                    <a:pt x="313124" y="1419020"/>
                  </a:lnTo>
                  <a:lnTo>
                    <a:pt x="312684" y="1421887"/>
                  </a:lnTo>
                  <a:lnTo>
                    <a:pt x="312269" y="1424753"/>
                  </a:lnTo>
                  <a:lnTo>
                    <a:pt x="311865" y="1427620"/>
                  </a:lnTo>
                  <a:lnTo>
                    <a:pt x="311491" y="1430487"/>
                  </a:lnTo>
                  <a:lnTo>
                    <a:pt x="311123" y="1433353"/>
                  </a:lnTo>
                  <a:lnTo>
                    <a:pt x="310783" y="1436220"/>
                  </a:lnTo>
                  <a:lnTo>
                    <a:pt x="310452" y="1439087"/>
                  </a:lnTo>
                  <a:lnTo>
                    <a:pt x="310140" y="1441954"/>
                  </a:lnTo>
                  <a:lnTo>
                    <a:pt x="309844" y="1444820"/>
                  </a:lnTo>
                  <a:lnTo>
                    <a:pt x="309558" y="1447687"/>
                  </a:lnTo>
                  <a:lnTo>
                    <a:pt x="309293" y="1450554"/>
                  </a:lnTo>
                  <a:lnTo>
                    <a:pt x="309033" y="1453420"/>
                  </a:lnTo>
                  <a:lnTo>
                    <a:pt x="308795" y="1456287"/>
                  </a:lnTo>
                  <a:lnTo>
                    <a:pt x="308563" y="1459154"/>
                  </a:lnTo>
                  <a:lnTo>
                    <a:pt x="308347" y="1462021"/>
                  </a:lnTo>
                  <a:lnTo>
                    <a:pt x="308140" y="1464887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11806969" y="4861315"/>
              <a:ext cx="609599" cy="1343992"/>
            </a:xfrm>
            <a:custGeom>
              <a:avLst/>
              <a:pathLst>
                <a:path w="609599" h="1343992">
                  <a:moveTo>
                    <a:pt x="301442" y="1343992"/>
                  </a:moveTo>
                  <a:lnTo>
                    <a:pt x="301094" y="1341362"/>
                  </a:lnTo>
                  <a:lnTo>
                    <a:pt x="300722" y="1338732"/>
                  </a:lnTo>
                  <a:lnTo>
                    <a:pt x="300316" y="1336102"/>
                  </a:lnTo>
                  <a:lnTo>
                    <a:pt x="299867" y="1333472"/>
                  </a:lnTo>
                  <a:lnTo>
                    <a:pt x="299388" y="1330841"/>
                  </a:lnTo>
                  <a:lnTo>
                    <a:pt x="298871" y="1328211"/>
                  </a:lnTo>
                  <a:lnTo>
                    <a:pt x="298298" y="1325581"/>
                  </a:lnTo>
                  <a:lnTo>
                    <a:pt x="297688" y="1322951"/>
                  </a:lnTo>
                  <a:lnTo>
                    <a:pt x="297035" y="1320321"/>
                  </a:lnTo>
                  <a:lnTo>
                    <a:pt x="296312" y="1317691"/>
                  </a:lnTo>
                  <a:lnTo>
                    <a:pt x="295545" y="1315061"/>
                  </a:lnTo>
                  <a:lnTo>
                    <a:pt x="294728" y="1312431"/>
                  </a:lnTo>
                  <a:lnTo>
                    <a:pt x="293825" y="1309800"/>
                  </a:lnTo>
                  <a:lnTo>
                    <a:pt x="292870" y="1307170"/>
                  </a:lnTo>
                  <a:lnTo>
                    <a:pt x="291861" y="1304540"/>
                  </a:lnTo>
                  <a:lnTo>
                    <a:pt x="290746" y="1301910"/>
                  </a:lnTo>
                  <a:lnTo>
                    <a:pt x="289571" y="1299280"/>
                  </a:lnTo>
                  <a:lnTo>
                    <a:pt x="288334" y="1296650"/>
                  </a:lnTo>
                  <a:lnTo>
                    <a:pt x="286976" y="1294020"/>
                  </a:lnTo>
                  <a:lnTo>
                    <a:pt x="285545" y="1291390"/>
                  </a:lnTo>
                  <a:lnTo>
                    <a:pt x="284044" y="1288759"/>
                  </a:lnTo>
                  <a:lnTo>
                    <a:pt x="282409" y="1286129"/>
                  </a:lnTo>
                  <a:lnTo>
                    <a:pt x="280687" y="1283499"/>
                  </a:lnTo>
                  <a:lnTo>
                    <a:pt x="278886" y="1280869"/>
                  </a:lnTo>
                  <a:lnTo>
                    <a:pt x="276941" y="1278239"/>
                  </a:lnTo>
                  <a:lnTo>
                    <a:pt x="274893" y="1275609"/>
                  </a:lnTo>
                  <a:lnTo>
                    <a:pt x="272756" y="1272979"/>
                  </a:lnTo>
                  <a:lnTo>
                    <a:pt x="270468" y="1270349"/>
                  </a:lnTo>
                  <a:lnTo>
                    <a:pt x="268060" y="1267718"/>
                  </a:lnTo>
                  <a:lnTo>
                    <a:pt x="265555" y="1265088"/>
                  </a:lnTo>
                  <a:lnTo>
                    <a:pt x="262895" y="1262458"/>
                  </a:lnTo>
                  <a:lnTo>
                    <a:pt x="260097" y="1259828"/>
                  </a:lnTo>
                  <a:lnTo>
                    <a:pt x="257195" y="1257198"/>
                  </a:lnTo>
                  <a:lnTo>
                    <a:pt x="254137" y="1254568"/>
                  </a:lnTo>
                  <a:lnTo>
                    <a:pt x="250926" y="1251938"/>
                  </a:lnTo>
                  <a:lnTo>
                    <a:pt x="247607" y="1249308"/>
                  </a:lnTo>
                  <a:lnTo>
                    <a:pt x="244132" y="1246677"/>
                  </a:lnTo>
                  <a:lnTo>
                    <a:pt x="240493" y="1244047"/>
                  </a:lnTo>
                  <a:lnTo>
                    <a:pt x="236742" y="1241417"/>
                  </a:lnTo>
                  <a:lnTo>
                    <a:pt x="232843" y="1238787"/>
                  </a:lnTo>
                  <a:lnTo>
                    <a:pt x="228770" y="1236157"/>
                  </a:lnTo>
                  <a:lnTo>
                    <a:pt x="224587" y="1233527"/>
                  </a:lnTo>
                  <a:lnTo>
                    <a:pt x="220265" y="1230897"/>
                  </a:lnTo>
                  <a:lnTo>
                    <a:pt x="215766" y="1228267"/>
                  </a:lnTo>
                  <a:lnTo>
                    <a:pt x="211162" y="1225637"/>
                  </a:lnTo>
                  <a:lnTo>
                    <a:pt x="206433" y="1223006"/>
                  </a:lnTo>
                  <a:lnTo>
                    <a:pt x="201531" y="1220376"/>
                  </a:lnTo>
                  <a:lnTo>
                    <a:pt x="196531" y="1217746"/>
                  </a:lnTo>
                  <a:lnTo>
                    <a:pt x="191426" y="1215116"/>
                  </a:lnTo>
                  <a:lnTo>
                    <a:pt x="186159" y="1212486"/>
                  </a:lnTo>
                  <a:lnTo>
                    <a:pt x="180808" y="1209856"/>
                  </a:lnTo>
                  <a:lnTo>
                    <a:pt x="175371" y="1207226"/>
                  </a:lnTo>
                  <a:lnTo>
                    <a:pt x="169794" y="1204596"/>
                  </a:lnTo>
                  <a:lnTo>
                    <a:pt x="164152" y="1201965"/>
                  </a:lnTo>
                  <a:lnTo>
                    <a:pt x="158444" y="1199335"/>
                  </a:lnTo>
                  <a:lnTo>
                    <a:pt x="152633" y="1196705"/>
                  </a:lnTo>
                  <a:lnTo>
                    <a:pt x="146776" y="1194075"/>
                  </a:lnTo>
                  <a:lnTo>
                    <a:pt x="140876" y="1191445"/>
                  </a:lnTo>
                  <a:lnTo>
                    <a:pt x="134919" y="1188815"/>
                  </a:lnTo>
                  <a:lnTo>
                    <a:pt x="128941" y="1186185"/>
                  </a:lnTo>
                  <a:lnTo>
                    <a:pt x="122947" y="1183555"/>
                  </a:lnTo>
                  <a:lnTo>
                    <a:pt x="116944" y="1180924"/>
                  </a:lnTo>
                  <a:lnTo>
                    <a:pt x="110952" y="1178294"/>
                  </a:lnTo>
                  <a:lnTo>
                    <a:pt x="104974" y="1175664"/>
                  </a:lnTo>
                  <a:lnTo>
                    <a:pt x="99036" y="1173034"/>
                  </a:lnTo>
                  <a:lnTo>
                    <a:pt x="93150" y="1170404"/>
                  </a:lnTo>
                  <a:lnTo>
                    <a:pt x="87310" y="1167774"/>
                  </a:lnTo>
                  <a:lnTo>
                    <a:pt x="81558" y="1165144"/>
                  </a:lnTo>
                  <a:lnTo>
                    <a:pt x="75904" y="1162514"/>
                  </a:lnTo>
                  <a:lnTo>
                    <a:pt x="70329" y="1159883"/>
                  </a:lnTo>
                  <a:lnTo>
                    <a:pt x="64887" y="1157253"/>
                  </a:lnTo>
                  <a:lnTo>
                    <a:pt x="59595" y="1154623"/>
                  </a:lnTo>
                  <a:lnTo>
                    <a:pt x="54416" y="1151993"/>
                  </a:lnTo>
                  <a:lnTo>
                    <a:pt x="49409" y="1149363"/>
                  </a:lnTo>
                  <a:lnTo>
                    <a:pt x="44607" y="1146733"/>
                  </a:lnTo>
                  <a:lnTo>
                    <a:pt x="39951" y="1144103"/>
                  </a:lnTo>
                  <a:lnTo>
                    <a:pt x="35497" y="1141473"/>
                  </a:lnTo>
                  <a:lnTo>
                    <a:pt x="31307" y="1138842"/>
                  </a:lnTo>
                  <a:lnTo>
                    <a:pt x="27291" y="1136212"/>
                  </a:lnTo>
                  <a:lnTo>
                    <a:pt x="23502" y="1133582"/>
                  </a:lnTo>
                  <a:lnTo>
                    <a:pt x="20032" y="1130952"/>
                  </a:lnTo>
                  <a:lnTo>
                    <a:pt x="16762" y="1128322"/>
                  </a:lnTo>
                  <a:lnTo>
                    <a:pt x="13732" y="1125692"/>
                  </a:lnTo>
                  <a:lnTo>
                    <a:pt x="11074" y="1123062"/>
                  </a:lnTo>
                  <a:lnTo>
                    <a:pt x="8636" y="1120432"/>
                  </a:lnTo>
                  <a:lnTo>
                    <a:pt x="6444" y="1117801"/>
                  </a:lnTo>
                  <a:lnTo>
                    <a:pt x="4667" y="1115171"/>
                  </a:lnTo>
                  <a:lnTo>
                    <a:pt x="3125" y="1112541"/>
                  </a:lnTo>
                  <a:lnTo>
                    <a:pt x="1824" y="1109911"/>
                  </a:lnTo>
                  <a:lnTo>
                    <a:pt x="975" y="1107281"/>
                  </a:lnTo>
                  <a:lnTo>
                    <a:pt x="367" y="1104651"/>
                  </a:lnTo>
                  <a:lnTo>
                    <a:pt x="0" y="1102021"/>
                  </a:lnTo>
                  <a:lnTo>
                    <a:pt x="84" y="1099391"/>
                  </a:lnTo>
                  <a:lnTo>
                    <a:pt x="420" y="1096761"/>
                  </a:lnTo>
                  <a:lnTo>
                    <a:pt x="996" y="1094130"/>
                  </a:lnTo>
                  <a:lnTo>
                    <a:pt x="1998" y="1091500"/>
                  </a:lnTo>
                  <a:lnTo>
                    <a:pt x="3262" y="1088870"/>
                  </a:lnTo>
                  <a:lnTo>
                    <a:pt x="4757" y="1086240"/>
                  </a:lnTo>
                  <a:lnTo>
                    <a:pt x="6640" y="1083610"/>
                  </a:lnTo>
                  <a:lnTo>
                    <a:pt x="8787" y="1080980"/>
                  </a:lnTo>
                  <a:lnTo>
                    <a:pt x="11149" y="1078350"/>
                  </a:lnTo>
                  <a:lnTo>
                    <a:pt x="13854" y="1075720"/>
                  </a:lnTo>
                  <a:lnTo>
                    <a:pt x="16813" y="1073089"/>
                  </a:lnTo>
                  <a:lnTo>
                    <a:pt x="19967" y="1070459"/>
                  </a:lnTo>
                  <a:lnTo>
                    <a:pt x="23411" y="1067829"/>
                  </a:lnTo>
                  <a:lnTo>
                    <a:pt x="27092" y="1065199"/>
                  </a:lnTo>
                  <a:lnTo>
                    <a:pt x="30939" y="1062569"/>
                  </a:lnTo>
                  <a:lnTo>
                    <a:pt x="35023" y="1059939"/>
                  </a:lnTo>
                  <a:lnTo>
                    <a:pt x="39315" y="1057309"/>
                  </a:lnTo>
                  <a:lnTo>
                    <a:pt x="43743" y="1054679"/>
                  </a:lnTo>
                  <a:lnTo>
                    <a:pt x="48352" y="1052048"/>
                  </a:lnTo>
                  <a:lnTo>
                    <a:pt x="53132" y="1049418"/>
                  </a:lnTo>
                  <a:lnTo>
                    <a:pt x="58015" y="1046788"/>
                  </a:lnTo>
                  <a:lnTo>
                    <a:pt x="63026" y="1044158"/>
                  </a:lnTo>
                  <a:lnTo>
                    <a:pt x="68165" y="1041528"/>
                  </a:lnTo>
                  <a:lnTo>
                    <a:pt x="73371" y="1038898"/>
                  </a:lnTo>
                  <a:lnTo>
                    <a:pt x="78657" y="1036268"/>
                  </a:lnTo>
                  <a:lnTo>
                    <a:pt x="84021" y="1033638"/>
                  </a:lnTo>
                  <a:lnTo>
                    <a:pt x="89419" y="1031007"/>
                  </a:lnTo>
                  <a:lnTo>
                    <a:pt x="94852" y="1028377"/>
                  </a:lnTo>
                  <a:lnTo>
                    <a:pt x="100311" y="1025747"/>
                  </a:lnTo>
                  <a:lnTo>
                    <a:pt x="105772" y="1023117"/>
                  </a:lnTo>
                  <a:lnTo>
                    <a:pt x="111232" y="1020487"/>
                  </a:lnTo>
                  <a:lnTo>
                    <a:pt x="116663" y="1017857"/>
                  </a:lnTo>
                  <a:lnTo>
                    <a:pt x="122066" y="1015227"/>
                  </a:lnTo>
                  <a:lnTo>
                    <a:pt x="127440" y="1012597"/>
                  </a:lnTo>
                  <a:lnTo>
                    <a:pt x="132732" y="1009966"/>
                  </a:lnTo>
                  <a:lnTo>
                    <a:pt x="137970" y="1007336"/>
                  </a:lnTo>
                  <a:lnTo>
                    <a:pt x="143153" y="1004706"/>
                  </a:lnTo>
                  <a:lnTo>
                    <a:pt x="148212" y="1002076"/>
                  </a:lnTo>
                  <a:lnTo>
                    <a:pt x="153191" y="999446"/>
                  </a:lnTo>
                  <a:lnTo>
                    <a:pt x="158093" y="996816"/>
                  </a:lnTo>
                  <a:lnTo>
                    <a:pt x="162843" y="994186"/>
                  </a:lnTo>
                  <a:lnTo>
                    <a:pt x="167487" y="991556"/>
                  </a:lnTo>
                  <a:lnTo>
                    <a:pt x="172036" y="988926"/>
                  </a:lnTo>
                  <a:lnTo>
                    <a:pt x="176413" y="986295"/>
                  </a:lnTo>
                  <a:lnTo>
                    <a:pt x="180662" y="983665"/>
                  </a:lnTo>
                  <a:lnTo>
                    <a:pt x="184803" y="981035"/>
                  </a:lnTo>
                  <a:lnTo>
                    <a:pt x="188762" y="978405"/>
                  </a:lnTo>
                  <a:lnTo>
                    <a:pt x="192573" y="975775"/>
                  </a:lnTo>
                  <a:lnTo>
                    <a:pt x="196269" y="973145"/>
                  </a:lnTo>
                  <a:lnTo>
                    <a:pt x="199780" y="970515"/>
                  </a:lnTo>
                  <a:lnTo>
                    <a:pt x="203128" y="967885"/>
                  </a:lnTo>
                  <a:lnTo>
                    <a:pt x="206356" y="965254"/>
                  </a:lnTo>
                  <a:lnTo>
                    <a:pt x="209404" y="962624"/>
                  </a:lnTo>
                  <a:lnTo>
                    <a:pt x="212277" y="959994"/>
                  </a:lnTo>
                  <a:lnTo>
                    <a:pt x="215029" y="957364"/>
                  </a:lnTo>
                  <a:lnTo>
                    <a:pt x="217612" y="954734"/>
                  </a:lnTo>
                  <a:lnTo>
                    <a:pt x="220012" y="952104"/>
                  </a:lnTo>
                  <a:lnTo>
                    <a:pt x="222292" y="949474"/>
                  </a:lnTo>
                  <a:lnTo>
                    <a:pt x="224417" y="946844"/>
                  </a:lnTo>
                  <a:lnTo>
                    <a:pt x="226355" y="944213"/>
                  </a:lnTo>
                  <a:lnTo>
                    <a:pt x="228179" y="941583"/>
                  </a:lnTo>
                  <a:lnTo>
                    <a:pt x="229862" y="938953"/>
                  </a:lnTo>
                  <a:lnTo>
                    <a:pt x="231360" y="936323"/>
                  </a:lnTo>
                  <a:lnTo>
                    <a:pt x="232749" y="933693"/>
                  </a:lnTo>
                  <a:lnTo>
                    <a:pt x="234013" y="931063"/>
                  </a:lnTo>
                  <a:lnTo>
                    <a:pt x="235095" y="928433"/>
                  </a:lnTo>
                  <a:lnTo>
                    <a:pt x="236077" y="925803"/>
                  </a:lnTo>
                  <a:lnTo>
                    <a:pt x="236950" y="923172"/>
                  </a:lnTo>
                  <a:lnTo>
                    <a:pt x="237647" y="920542"/>
                  </a:lnTo>
                  <a:lnTo>
                    <a:pt x="238251" y="917912"/>
                  </a:lnTo>
                  <a:lnTo>
                    <a:pt x="238763" y="915282"/>
                  </a:lnTo>
                  <a:lnTo>
                    <a:pt x="239106" y="912652"/>
                  </a:lnTo>
                  <a:lnTo>
                    <a:pt x="239365" y="910022"/>
                  </a:lnTo>
                  <a:lnTo>
                    <a:pt x="239540" y="907392"/>
                  </a:lnTo>
                  <a:lnTo>
                    <a:pt x="239567" y="904762"/>
                  </a:lnTo>
                  <a:lnTo>
                    <a:pt x="239512" y="902131"/>
                  </a:lnTo>
                  <a:lnTo>
                    <a:pt x="239382" y="899501"/>
                  </a:lnTo>
                  <a:lnTo>
                    <a:pt x="239123" y="896871"/>
                  </a:lnTo>
                  <a:lnTo>
                    <a:pt x="238785" y="894241"/>
                  </a:lnTo>
                  <a:lnTo>
                    <a:pt x="238380" y="891611"/>
                  </a:lnTo>
                  <a:lnTo>
                    <a:pt x="237863" y="888981"/>
                  </a:lnTo>
                  <a:lnTo>
                    <a:pt x="237272" y="886351"/>
                  </a:lnTo>
                  <a:lnTo>
                    <a:pt x="236620" y="883721"/>
                  </a:lnTo>
                  <a:lnTo>
                    <a:pt x="235873" y="881090"/>
                  </a:lnTo>
                  <a:lnTo>
                    <a:pt x="235055" y="878460"/>
                  </a:lnTo>
                  <a:lnTo>
                    <a:pt x="234183" y="875830"/>
                  </a:lnTo>
                  <a:lnTo>
                    <a:pt x="233230" y="873200"/>
                  </a:lnTo>
                  <a:lnTo>
                    <a:pt x="232209" y="870570"/>
                  </a:lnTo>
                  <a:lnTo>
                    <a:pt x="231141" y="867940"/>
                  </a:lnTo>
                  <a:lnTo>
                    <a:pt x="230004" y="865310"/>
                  </a:lnTo>
                  <a:lnTo>
                    <a:pt x="228780" y="862627"/>
                  </a:lnTo>
                  <a:lnTo>
                    <a:pt x="227563" y="860050"/>
                  </a:lnTo>
                  <a:lnTo>
                    <a:pt x="226263" y="857419"/>
                  </a:lnTo>
                  <a:lnTo>
                    <a:pt x="224906" y="854789"/>
                  </a:lnTo>
                  <a:lnTo>
                    <a:pt x="223511" y="852159"/>
                  </a:lnTo>
                  <a:lnTo>
                    <a:pt x="222069" y="849529"/>
                  </a:lnTo>
                  <a:lnTo>
                    <a:pt x="220573" y="846899"/>
                  </a:lnTo>
                  <a:lnTo>
                    <a:pt x="219045" y="844269"/>
                  </a:lnTo>
                  <a:lnTo>
                    <a:pt x="217479" y="841639"/>
                  </a:lnTo>
                  <a:lnTo>
                    <a:pt x="215864" y="839009"/>
                  </a:lnTo>
                  <a:lnTo>
                    <a:pt x="214223" y="836378"/>
                  </a:lnTo>
                  <a:lnTo>
                    <a:pt x="212551" y="833748"/>
                  </a:lnTo>
                  <a:lnTo>
                    <a:pt x="210837" y="831118"/>
                  </a:lnTo>
                  <a:lnTo>
                    <a:pt x="209101" y="828488"/>
                  </a:lnTo>
                  <a:lnTo>
                    <a:pt x="207342" y="825858"/>
                  </a:lnTo>
                  <a:lnTo>
                    <a:pt x="205549" y="823228"/>
                  </a:lnTo>
                  <a:lnTo>
                    <a:pt x="203738" y="820598"/>
                  </a:lnTo>
                  <a:lnTo>
                    <a:pt x="201911" y="817968"/>
                  </a:lnTo>
                  <a:lnTo>
                    <a:pt x="200058" y="815337"/>
                  </a:lnTo>
                  <a:lnTo>
                    <a:pt x="198194" y="812707"/>
                  </a:lnTo>
                  <a:lnTo>
                    <a:pt x="196318" y="810077"/>
                  </a:lnTo>
                  <a:lnTo>
                    <a:pt x="194427" y="807447"/>
                  </a:lnTo>
                  <a:lnTo>
                    <a:pt x="192530" y="804817"/>
                  </a:lnTo>
                  <a:lnTo>
                    <a:pt x="190627" y="802187"/>
                  </a:lnTo>
                  <a:lnTo>
                    <a:pt x="188719" y="799557"/>
                  </a:lnTo>
                  <a:lnTo>
                    <a:pt x="186812" y="796927"/>
                  </a:lnTo>
                  <a:lnTo>
                    <a:pt x="184905" y="794296"/>
                  </a:lnTo>
                  <a:lnTo>
                    <a:pt x="183003" y="791666"/>
                  </a:lnTo>
                  <a:lnTo>
                    <a:pt x="181109" y="789036"/>
                  </a:lnTo>
                  <a:lnTo>
                    <a:pt x="179222" y="786406"/>
                  </a:lnTo>
                  <a:lnTo>
                    <a:pt x="177349" y="783776"/>
                  </a:lnTo>
                  <a:lnTo>
                    <a:pt x="175492" y="781146"/>
                  </a:lnTo>
                  <a:lnTo>
                    <a:pt x="173648" y="778516"/>
                  </a:lnTo>
                  <a:lnTo>
                    <a:pt x="171828" y="775886"/>
                  </a:lnTo>
                  <a:lnTo>
                    <a:pt x="170033" y="773255"/>
                  </a:lnTo>
                  <a:lnTo>
                    <a:pt x="168258" y="770625"/>
                  </a:lnTo>
                  <a:lnTo>
                    <a:pt x="166514" y="767995"/>
                  </a:lnTo>
                  <a:lnTo>
                    <a:pt x="164806" y="765365"/>
                  </a:lnTo>
                  <a:lnTo>
                    <a:pt x="163124" y="762735"/>
                  </a:lnTo>
                  <a:lnTo>
                    <a:pt x="161480" y="760105"/>
                  </a:lnTo>
                  <a:lnTo>
                    <a:pt x="159882" y="757475"/>
                  </a:lnTo>
                  <a:lnTo>
                    <a:pt x="158317" y="754845"/>
                  </a:lnTo>
                  <a:lnTo>
                    <a:pt x="156795" y="752214"/>
                  </a:lnTo>
                  <a:lnTo>
                    <a:pt x="155332" y="749584"/>
                  </a:lnTo>
                  <a:lnTo>
                    <a:pt x="153906" y="746954"/>
                  </a:lnTo>
                  <a:lnTo>
                    <a:pt x="152528" y="744324"/>
                  </a:lnTo>
                  <a:lnTo>
                    <a:pt x="151219" y="741694"/>
                  </a:lnTo>
                  <a:lnTo>
                    <a:pt x="149953" y="739064"/>
                  </a:lnTo>
                  <a:lnTo>
                    <a:pt x="148738" y="736434"/>
                  </a:lnTo>
                  <a:lnTo>
                    <a:pt x="147603" y="733804"/>
                  </a:lnTo>
                  <a:lnTo>
                    <a:pt x="146516" y="731174"/>
                  </a:lnTo>
                  <a:lnTo>
                    <a:pt x="145480" y="728543"/>
                  </a:lnTo>
                  <a:lnTo>
                    <a:pt x="144535" y="725913"/>
                  </a:lnTo>
                  <a:lnTo>
                    <a:pt x="143640" y="723283"/>
                  </a:lnTo>
                  <a:lnTo>
                    <a:pt x="142797" y="720653"/>
                  </a:lnTo>
                  <a:lnTo>
                    <a:pt x="142055" y="718023"/>
                  </a:lnTo>
                  <a:lnTo>
                    <a:pt x="141365" y="715393"/>
                  </a:lnTo>
                  <a:lnTo>
                    <a:pt x="140730" y="712763"/>
                  </a:lnTo>
                  <a:lnTo>
                    <a:pt x="140194" y="710133"/>
                  </a:lnTo>
                  <a:lnTo>
                    <a:pt x="139717" y="707502"/>
                  </a:lnTo>
                  <a:lnTo>
                    <a:pt x="139295" y="704872"/>
                  </a:lnTo>
                  <a:lnTo>
                    <a:pt x="138970" y="702242"/>
                  </a:lnTo>
                  <a:lnTo>
                    <a:pt x="138709" y="699612"/>
                  </a:lnTo>
                  <a:lnTo>
                    <a:pt x="138502" y="696982"/>
                  </a:lnTo>
                  <a:lnTo>
                    <a:pt x="138389" y="694352"/>
                  </a:lnTo>
                  <a:lnTo>
                    <a:pt x="138343" y="691722"/>
                  </a:lnTo>
                  <a:lnTo>
                    <a:pt x="138350" y="689092"/>
                  </a:lnTo>
                  <a:lnTo>
                    <a:pt x="138444" y="686461"/>
                  </a:lnTo>
                  <a:lnTo>
                    <a:pt x="138607" y="683831"/>
                  </a:lnTo>
                  <a:lnTo>
                    <a:pt x="138822" y="681201"/>
                  </a:lnTo>
                  <a:lnTo>
                    <a:pt x="139116" y="678571"/>
                  </a:lnTo>
                  <a:lnTo>
                    <a:pt x="139478" y="675941"/>
                  </a:lnTo>
                  <a:lnTo>
                    <a:pt x="139890" y="673311"/>
                  </a:lnTo>
                  <a:lnTo>
                    <a:pt x="140372" y="670681"/>
                  </a:lnTo>
                  <a:lnTo>
                    <a:pt x="140921" y="668051"/>
                  </a:lnTo>
                  <a:lnTo>
                    <a:pt x="141515" y="665420"/>
                  </a:lnTo>
                  <a:lnTo>
                    <a:pt x="142170" y="662790"/>
                  </a:lnTo>
                  <a:lnTo>
                    <a:pt x="142889" y="660160"/>
                  </a:lnTo>
                  <a:lnTo>
                    <a:pt x="143649" y="657530"/>
                  </a:lnTo>
                  <a:lnTo>
                    <a:pt x="144459" y="654900"/>
                  </a:lnTo>
                  <a:lnTo>
                    <a:pt x="145328" y="652270"/>
                  </a:lnTo>
                  <a:lnTo>
                    <a:pt x="145888" y="650642"/>
                  </a:lnTo>
                  <a:lnTo>
                    <a:pt x="146233" y="649640"/>
                  </a:lnTo>
                  <a:lnTo>
                    <a:pt x="147178" y="647010"/>
                  </a:lnTo>
                  <a:lnTo>
                    <a:pt x="148176" y="644379"/>
                  </a:lnTo>
                  <a:lnTo>
                    <a:pt x="149203" y="641749"/>
                  </a:lnTo>
                  <a:lnTo>
                    <a:pt x="150263" y="639119"/>
                  </a:lnTo>
                  <a:lnTo>
                    <a:pt x="151367" y="636489"/>
                  </a:lnTo>
                  <a:lnTo>
                    <a:pt x="152493" y="633859"/>
                  </a:lnTo>
                  <a:lnTo>
                    <a:pt x="153643" y="631229"/>
                  </a:lnTo>
                  <a:lnTo>
                    <a:pt x="154829" y="628599"/>
                  </a:lnTo>
                  <a:lnTo>
                    <a:pt x="156031" y="625969"/>
                  </a:lnTo>
                  <a:lnTo>
                    <a:pt x="157249" y="623338"/>
                  </a:lnTo>
                  <a:lnTo>
                    <a:pt x="158493" y="620708"/>
                  </a:lnTo>
                  <a:lnTo>
                    <a:pt x="159747" y="618078"/>
                  </a:lnTo>
                  <a:lnTo>
                    <a:pt x="161011" y="615448"/>
                  </a:lnTo>
                  <a:lnTo>
                    <a:pt x="162289" y="612818"/>
                  </a:lnTo>
                  <a:lnTo>
                    <a:pt x="163572" y="610188"/>
                  </a:lnTo>
                  <a:lnTo>
                    <a:pt x="164859" y="607558"/>
                  </a:lnTo>
                  <a:lnTo>
                    <a:pt x="166151" y="604928"/>
                  </a:lnTo>
                  <a:lnTo>
                    <a:pt x="167441" y="602298"/>
                  </a:lnTo>
                  <a:lnTo>
                    <a:pt x="168731" y="599667"/>
                  </a:lnTo>
                  <a:lnTo>
                    <a:pt x="170016" y="597037"/>
                  </a:lnTo>
                  <a:lnTo>
                    <a:pt x="171294" y="594407"/>
                  </a:lnTo>
                  <a:lnTo>
                    <a:pt x="172567" y="591777"/>
                  </a:lnTo>
                  <a:lnTo>
                    <a:pt x="173829" y="589147"/>
                  </a:lnTo>
                  <a:lnTo>
                    <a:pt x="175078" y="586517"/>
                  </a:lnTo>
                  <a:lnTo>
                    <a:pt x="176318" y="583887"/>
                  </a:lnTo>
                  <a:lnTo>
                    <a:pt x="177541" y="581257"/>
                  </a:lnTo>
                  <a:lnTo>
                    <a:pt x="178746" y="578626"/>
                  </a:lnTo>
                  <a:lnTo>
                    <a:pt x="179938" y="575996"/>
                  </a:lnTo>
                  <a:lnTo>
                    <a:pt x="181110" y="573366"/>
                  </a:lnTo>
                  <a:lnTo>
                    <a:pt x="182259" y="570736"/>
                  </a:lnTo>
                  <a:lnTo>
                    <a:pt x="183393" y="568106"/>
                  </a:lnTo>
                  <a:lnTo>
                    <a:pt x="184503" y="565476"/>
                  </a:lnTo>
                  <a:lnTo>
                    <a:pt x="185587" y="562846"/>
                  </a:lnTo>
                  <a:lnTo>
                    <a:pt x="186653" y="560216"/>
                  </a:lnTo>
                  <a:lnTo>
                    <a:pt x="187696" y="557585"/>
                  </a:lnTo>
                  <a:lnTo>
                    <a:pt x="188708" y="554955"/>
                  </a:lnTo>
                  <a:lnTo>
                    <a:pt x="189700" y="552325"/>
                  </a:lnTo>
                  <a:lnTo>
                    <a:pt x="190670" y="549695"/>
                  </a:lnTo>
                  <a:lnTo>
                    <a:pt x="191606" y="547065"/>
                  </a:lnTo>
                  <a:lnTo>
                    <a:pt x="192522" y="544435"/>
                  </a:lnTo>
                  <a:lnTo>
                    <a:pt x="193416" y="541805"/>
                  </a:lnTo>
                  <a:lnTo>
                    <a:pt x="194274" y="539175"/>
                  </a:lnTo>
                  <a:lnTo>
                    <a:pt x="195113" y="536544"/>
                  </a:lnTo>
                  <a:lnTo>
                    <a:pt x="195931" y="533914"/>
                  </a:lnTo>
                  <a:lnTo>
                    <a:pt x="196713" y="531284"/>
                  </a:lnTo>
                  <a:lnTo>
                    <a:pt x="197476" y="528654"/>
                  </a:lnTo>
                  <a:lnTo>
                    <a:pt x="198220" y="526024"/>
                  </a:lnTo>
                  <a:lnTo>
                    <a:pt x="198929" y="523394"/>
                  </a:lnTo>
                  <a:lnTo>
                    <a:pt x="199620" y="520764"/>
                  </a:lnTo>
                  <a:lnTo>
                    <a:pt x="200293" y="518134"/>
                  </a:lnTo>
                  <a:lnTo>
                    <a:pt x="200935" y="515503"/>
                  </a:lnTo>
                  <a:lnTo>
                    <a:pt x="201559" y="512873"/>
                  </a:lnTo>
                  <a:lnTo>
                    <a:pt x="202167" y="510243"/>
                  </a:lnTo>
                  <a:lnTo>
                    <a:pt x="202749" y="507613"/>
                  </a:lnTo>
                  <a:lnTo>
                    <a:pt x="203314" y="504983"/>
                  </a:lnTo>
                  <a:lnTo>
                    <a:pt x="203865" y="502353"/>
                  </a:lnTo>
                  <a:lnTo>
                    <a:pt x="204394" y="499723"/>
                  </a:lnTo>
                  <a:lnTo>
                    <a:pt x="204908" y="497093"/>
                  </a:lnTo>
                  <a:lnTo>
                    <a:pt x="205411" y="494463"/>
                  </a:lnTo>
                  <a:lnTo>
                    <a:pt x="205898" y="491832"/>
                  </a:lnTo>
                  <a:lnTo>
                    <a:pt x="206372" y="489202"/>
                  </a:lnTo>
                  <a:lnTo>
                    <a:pt x="206838" y="486572"/>
                  </a:lnTo>
                  <a:lnTo>
                    <a:pt x="207292" y="483942"/>
                  </a:lnTo>
                  <a:lnTo>
                    <a:pt x="207738" y="481312"/>
                  </a:lnTo>
                  <a:lnTo>
                    <a:pt x="208179" y="478682"/>
                  </a:lnTo>
                  <a:lnTo>
                    <a:pt x="208613" y="476052"/>
                  </a:lnTo>
                  <a:lnTo>
                    <a:pt x="209043" y="473422"/>
                  </a:lnTo>
                  <a:lnTo>
                    <a:pt x="209471" y="470791"/>
                  </a:lnTo>
                  <a:lnTo>
                    <a:pt x="209897" y="468161"/>
                  </a:lnTo>
                  <a:lnTo>
                    <a:pt x="210324" y="465531"/>
                  </a:lnTo>
                  <a:lnTo>
                    <a:pt x="210753" y="462901"/>
                  </a:lnTo>
                  <a:lnTo>
                    <a:pt x="211184" y="460271"/>
                  </a:lnTo>
                  <a:lnTo>
                    <a:pt x="211622" y="457641"/>
                  </a:lnTo>
                  <a:lnTo>
                    <a:pt x="212064" y="455011"/>
                  </a:lnTo>
                  <a:lnTo>
                    <a:pt x="212514" y="452381"/>
                  </a:lnTo>
                  <a:lnTo>
                    <a:pt x="212976" y="449750"/>
                  </a:lnTo>
                  <a:lnTo>
                    <a:pt x="213446" y="447120"/>
                  </a:lnTo>
                  <a:lnTo>
                    <a:pt x="213927" y="444490"/>
                  </a:lnTo>
                  <a:lnTo>
                    <a:pt x="214426" y="441860"/>
                  </a:lnTo>
                  <a:lnTo>
                    <a:pt x="214937" y="439230"/>
                  </a:lnTo>
                  <a:lnTo>
                    <a:pt x="215461" y="436600"/>
                  </a:lnTo>
                  <a:lnTo>
                    <a:pt x="216009" y="433970"/>
                  </a:lnTo>
                  <a:lnTo>
                    <a:pt x="216572" y="431340"/>
                  </a:lnTo>
                  <a:lnTo>
                    <a:pt x="217150" y="428709"/>
                  </a:lnTo>
                  <a:lnTo>
                    <a:pt x="217759" y="426079"/>
                  </a:lnTo>
                  <a:lnTo>
                    <a:pt x="218384" y="423449"/>
                  </a:lnTo>
                  <a:lnTo>
                    <a:pt x="219028" y="420819"/>
                  </a:lnTo>
                  <a:lnTo>
                    <a:pt x="219704" y="418189"/>
                  </a:lnTo>
                  <a:lnTo>
                    <a:pt x="220401" y="415559"/>
                  </a:lnTo>
                  <a:lnTo>
                    <a:pt x="221117" y="412929"/>
                  </a:lnTo>
                  <a:lnTo>
                    <a:pt x="221867" y="410299"/>
                  </a:lnTo>
                  <a:lnTo>
                    <a:pt x="222641" y="407668"/>
                  </a:lnTo>
                  <a:lnTo>
                    <a:pt x="223436" y="405038"/>
                  </a:lnTo>
                  <a:lnTo>
                    <a:pt x="224265" y="402408"/>
                  </a:lnTo>
                  <a:lnTo>
                    <a:pt x="225120" y="399778"/>
                  </a:lnTo>
                  <a:lnTo>
                    <a:pt x="225996" y="397148"/>
                  </a:lnTo>
                  <a:lnTo>
                    <a:pt x="226905" y="394518"/>
                  </a:lnTo>
                  <a:lnTo>
                    <a:pt x="227841" y="391888"/>
                  </a:lnTo>
                  <a:lnTo>
                    <a:pt x="228798" y="389258"/>
                  </a:lnTo>
                  <a:lnTo>
                    <a:pt x="229786" y="386627"/>
                  </a:lnTo>
                  <a:lnTo>
                    <a:pt x="230802" y="383997"/>
                  </a:lnTo>
                  <a:lnTo>
                    <a:pt x="231837" y="381367"/>
                  </a:lnTo>
                  <a:lnTo>
                    <a:pt x="232900" y="378737"/>
                  </a:lnTo>
                  <a:lnTo>
                    <a:pt x="233989" y="376107"/>
                  </a:lnTo>
                  <a:lnTo>
                    <a:pt x="235097" y="373477"/>
                  </a:lnTo>
                  <a:lnTo>
                    <a:pt x="236228" y="370847"/>
                  </a:lnTo>
                  <a:lnTo>
                    <a:pt x="237384" y="368217"/>
                  </a:lnTo>
                  <a:lnTo>
                    <a:pt x="238555" y="365587"/>
                  </a:lnTo>
                  <a:lnTo>
                    <a:pt x="239745" y="362956"/>
                  </a:lnTo>
                  <a:lnTo>
                    <a:pt x="240957" y="360326"/>
                  </a:lnTo>
                  <a:lnTo>
                    <a:pt x="242181" y="357696"/>
                  </a:lnTo>
                  <a:lnTo>
                    <a:pt x="243420" y="355066"/>
                  </a:lnTo>
                  <a:lnTo>
                    <a:pt x="244675" y="352436"/>
                  </a:lnTo>
                  <a:lnTo>
                    <a:pt x="245940" y="349806"/>
                  </a:lnTo>
                  <a:lnTo>
                    <a:pt x="247214" y="347176"/>
                  </a:lnTo>
                  <a:lnTo>
                    <a:pt x="248499" y="344546"/>
                  </a:lnTo>
                  <a:lnTo>
                    <a:pt x="249790" y="341915"/>
                  </a:lnTo>
                  <a:lnTo>
                    <a:pt x="251085" y="339285"/>
                  </a:lnTo>
                  <a:lnTo>
                    <a:pt x="252386" y="336655"/>
                  </a:lnTo>
                  <a:lnTo>
                    <a:pt x="253688" y="334025"/>
                  </a:lnTo>
                  <a:lnTo>
                    <a:pt x="254991" y="331395"/>
                  </a:lnTo>
                  <a:lnTo>
                    <a:pt x="256292" y="328765"/>
                  </a:lnTo>
                  <a:lnTo>
                    <a:pt x="257590" y="326135"/>
                  </a:lnTo>
                  <a:lnTo>
                    <a:pt x="258885" y="323505"/>
                  </a:lnTo>
                  <a:lnTo>
                    <a:pt x="260171" y="320874"/>
                  </a:lnTo>
                  <a:lnTo>
                    <a:pt x="261451" y="318244"/>
                  </a:lnTo>
                  <a:lnTo>
                    <a:pt x="262724" y="315614"/>
                  </a:lnTo>
                  <a:lnTo>
                    <a:pt x="263983" y="312984"/>
                  </a:lnTo>
                  <a:lnTo>
                    <a:pt x="265230" y="310354"/>
                  </a:lnTo>
                  <a:lnTo>
                    <a:pt x="266467" y="307724"/>
                  </a:lnTo>
                  <a:lnTo>
                    <a:pt x="267686" y="305094"/>
                  </a:lnTo>
                  <a:lnTo>
                    <a:pt x="268889" y="302464"/>
                  </a:lnTo>
                  <a:lnTo>
                    <a:pt x="270079" y="299833"/>
                  </a:lnTo>
                  <a:lnTo>
                    <a:pt x="271246" y="297203"/>
                  </a:lnTo>
                  <a:lnTo>
                    <a:pt x="272394" y="294573"/>
                  </a:lnTo>
                  <a:lnTo>
                    <a:pt x="273526" y="291943"/>
                  </a:lnTo>
                  <a:lnTo>
                    <a:pt x="274634" y="289313"/>
                  </a:lnTo>
                  <a:lnTo>
                    <a:pt x="275717" y="286683"/>
                  </a:lnTo>
                  <a:lnTo>
                    <a:pt x="276784" y="284053"/>
                  </a:lnTo>
                  <a:lnTo>
                    <a:pt x="277825" y="281423"/>
                  </a:lnTo>
                  <a:lnTo>
                    <a:pt x="278838" y="278792"/>
                  </a:lnTo>
                  <a:lnTo>
                    <a:pt x="279832" y="276162"/>
                  </a:lnTo>
                  <a:lnTo>
                    <a:pt x="280801" y="273532"/>
                  </a:lnTo>
                  <a:lnTo>
                    <a:pt x="281740" y="270902"/>
                  </a:lnTo>
                  <a:lnTo>
                    <a:pt x="282659" y="268272"/>
                  </a:lnTo>
                  <a:lnTo>
                    <a:pt x="283553" y="265642"/>
                  </a:lnTo>
                  <a:lnTo>
                    <a:pt x="284414" y="263012"/>
                  </a:lnTo>
                  <a:lnTo>
                    <a:pt x="285256" y="260382"/>
                  </a:lnTo>
                  <a:lnTo>
                    <a:pt x="286074" y="257751"/>
                  </a:lnTo>
                  <a:lnTo>
                    <a:pt x="286858" y="255121"/>
                  </a:lnTo>
                  <a:lnTo>
                    <a:pt x="287623" y="252491"/>
                  </a:lnTo>
                  <a:lnTo>
                    <a:pt x="288365" y="249861"/>
                  </a:lnTo>
                  <a:lnTo>
                    <a:pt x="289073" y="247231"/>
                  </a:lnTo>
                  <a:lnTo>
                    <a:pt x="289762" y="244601"/>
                  </a:lnTo>
                  <a:lnTo>
                    <a:pt x="290431" y="241971"/>
                  </a:lnTo>
                  <a:lnTo>
                    <a:pt x="291066" y="239341"/>
                  </a:lnTo>
                  <a:lnTo>
                    <a:pt x="291682" y="236711"/>
                  </a:lnTo>
                  <a:lnTo>
                    <a:pt x="292281" y="234080"/>
                  </a:lnTo>
                  <a:lnTo>
                    <a:pt x="292847" y="231450"/>
                  </a:lnTo>
                  <a:lnTo>
                    <a:pt x="293395" y="228820"/>
                  </a:lnTo>
                  <a:lnTo>
                    <a:pt x="293926" y="226190"/>
                  </a:lnTo>
                  <a:lnTo>
                    <a:pt x="294428" y="223560"/>
                  </a:lnTo>
                  <a:lnTo>
                    <a:pt x="294912" y="220930"/>
                  </a:lnTo>
                  <a:lnTo>
                    <a:pt x="295381" y="218300"/>
                  </a:lnTo>
                  <a:lnTo>
                    <a:pt x="295824" y="215670"/>
                  </a:lnTo>
                  <a:lnTo>
                    <a:pt x="296251" y="213039"/>
                  </a:lnTo>
                  <a:lnTo>
                    <a:pt x="296663" y="210409"/>
                  </a:lnTo>
                  <a:lnTo>
                    <a:pt x="297052" y="207779"/>
                  </a:lnTo>
                  <a:lnTo>
                    <a:pt x="297426" y="205149"/>
                  </a:lnTo>
                  <a:lnTo>
                    <a:pt x="297786" y="202519"/>
                  </a:lnTo>
                  <a:lnTo>
                    <a:pt x="298128" y="199889"/>
                  </a:lnTo>
                  <a:lnTo>
                    <a:pt x="298453" y="197259"/>
                  </a:lnTo>
                  <a:lnTo>
                    <a:pt x="298768" y="194629"/>
                  </a:lnTo>
                  <a:lnTo>
                    <a:pt x="299066" y="191998"/>
                  </a:lnTo>
                  <a:lnTo>
                    <a:pt x="299350" y="189368"/>
                  </a:lnTo>
                  <a:lnTo>
                    <a:pt x="299624" y="186738"/>
                  </a:lnTo>
                  <a:lnTo>
                    <a:pt x="299884" y="184108"/>
                  </a:lnTo>
                  <a:lnTo>
                    <a:pt x="300130" y="181478"/>
                  </a:lnTo>
                  <a:lnTo>
                    <a:pt x="300368" y="178848"/>
                  </a:lnTo>
                  <a:lnTo>
                    <a:pt x="300594" y="176218"/>
                  </a:lnTo>
                  <a:lnTo>
                    <a:pt x="300808" y="173588"/>
                  </a:lnTo>
                  <a:lnTo>
                    <a:pt x="301014" y="170957"/>
                  </a:lnTo>
                  <a:lnTo>
                    <a:pt x="301210" y="168327"/>
                  </a:lnTo>
                  <a:lnTo>
                    <a:pt x="301395" y="165697"/>
                  </a:lnTo>
                  <a:lnTo>
                    <a:pt x="301574" y="163067"/>
                  </a:lnTo>
                  <a:lnTo>
                    <a:pt x="301744" y="160437"/>
                  </a:lnTo>
                  <a:lnTo>
                    <a:pt x="301905" y="157807"/>
                  </a:lnTo>
                  <a:lnTo>
                    <a:pt x="302059" y="155177"/>
                  </a:lnTo>
                  <a:lnTo>
                    <a:pt x="302207" y="152547"/>
                  </a:lnTo>
                  <a:lnTo>
                    <a:pt x="302345" y="149916"/>
                  </a:lnTo>
                  <a:lnTo>
                    <a:pt x="302479" y="147286"/>
                  </a:lnTo>
                  <a:lnTo>
                    <a:pt x="302607" y="144656"/>
                  </a:lnTo>
                  <a:lnTo>
                    <a:pt x="302726" y="142026"/>
                  </a:lnTo>
                  <a:lnTo>
                    <a:pt x="302841" y="139396"/>
                  </a:lnTo>
                  <a:lnTo>
                    <a:pt x="302952" y="136766"/>
                  </a:lnTo>
                  <a:lnTo>
                    <a:pt x="303055" y="134136"/>
                  </a:lnTo>
                  <a:lnTo>
                    <a:pt x="303154" y="131506"/>
                  </a:lnTo>
                  <a:lnTo>
                    <a:pt x="303249" y="128875"/>
                  </a:lnTo>
                  <a:lnTo>
                    <a:pt x="303338" y="126245"/>
                  </a:lnTo>
                  <a:lnTo>
                    <a:pt x="303423" y="123615"/>
                  </a:lnTo>
                  <a:lnTo>
                    <a:pt x="303505" y="120985"/>
                  </a:lnTo>
                  <a:lnTo>
                    <a:pt x="303581" y="118355"/>
                  </a:lnTo>
                  <a:lnTo>
                    <a:pt x="303654" y="115725"/>
                  </a:lnTo>
                  <a:lnTo>
                    <a:pt x="303724" y="113095"/>
                  </a:lnTo>
                  <a:lnTo>
                    <a:pt x="303790" y="110465"/>
                  </a:lnTo>
                  <a:lnTo>
                    <a:pt x="303852" y="107835"/>
                  </a:lnTo>
                  <a:lnTo>
                    <a:pt x="303911" y="105204"/>
                  </a:lnTo>
                  <a:lnTo>
                    <a:pt x="303967" y="102574"/>
                  </a:lnTo>
                  <a:lnTo>
                    <a:pt x="304020" y="99944"/>
                  </a:lnTo>
                  <a:lnTo>
                    <a:pt x="304071" y="97314"/>
                  </a:lnTo>
                  <a:lnTo>
                    <a:pt x="304118" y="94684"/>
                  </a:lnTo>
                  <a:lnTo>
                    <a:pt x="304163" y="92054"/>
                  </a:lnTo>
                  <a:lnTo>
                    <a:pt x="304205" y="89424"/>
                  </a:lnTo>
                  <a:lnTo>
                    <a:pt x="304245" y="86794"/>
                  </a:lnTo>
                  <a:lnTo>
                    <a:pt x="304283" y="84163"/>
                  </a:lnTo>
                  <a:lnTo>
                    <a:pt x="304319" y="81533"/>
                  </a:lnTo>
                  <a:lnTo>
                    <a:pt x="304352" y="78903"/>
                  </a:lnTo>
                  <a:lnTo>
                    <a:pt x="304384" y="76273"/>
                  </a:lnTo>
                  <a:lnTo>
                    <a:pt x="304414" y="73643"/>
                  </a:lnTo>
                  <a:lnTo>
                    <a:pt x="304442" y="71013"/>
                  </a:lnTo>
                  <a:lnTo>
                    <a:pt x="304468" y="68383"/>
                  </a:lnTo>
                  <a:lnTo>
                    <a:pt x="304492" y="65753"/>
                  </a:lnTo>
                  <a:lnTo>
                    <a:pt x="304516" y="63122"/>
                  </a:lnTo>
                  <a:lnTo>
                    <a:pt x="304537" y="60492"/>
                  </a:lnTo>
                  <a:lnTo>
                    <a:pt x="304557" y="57862"/>
                  </a:lnTo>
                  <a:lnTo>
                    <a:pt x="304576" y="55232"/>
                  </a:lnTo>
                  <a:lnTo>
                    <a:pt x="304594" y="52602"/>
                  </a:lnTo>
                  <a:lnTo>
                    <a:pt x="304610" y="49972"/>
                  </a:lnTo>
                  <a:lnTo>
                    <a:pt x="304626" y="47342"/>
                  </a:lnTo>
                  <a:lnTo>
                    <a:pt x="304640" y="44712"/>
                  </a:lnTo>
                  <a:lnTo>
                    <a:pt x="304653" y="42081"/>
                  </a:lnTo>
                  <a:lnTo>
                    <a:pt x="304666" y="39451"/>
                  </a:lnTo>
                  <a:lnTo>
                    <a:pt x="304677" y="36821"/>
                  </a:lnTo>
                  <a:lnTo>
                    <a:pt x="304688" y="34191"/>
                  </a:lnTo>
                  <a:lnTo>
                    <a:pt x="304698" y="31561"/>
                  </a:lnTo>
                  <a:lnTo>
                    <a:pt x="304707" y="28931"/>
                  </a:lnTo>
                  <a:lnTo>
                    <a:pt x="304716" y="26301"/>
                  </a:lnTo>
                  <a:lnTo>
                    <a:pt x="304724" y="23671"/>
                  </a:lnTo>
                  <a:lnTo>
                    <a:pt x="304731" y="21040"/>
                  </a:lnTo>
                  <a:lnTo>
                    <a:pt x="304737" y="18410"/>
                  </a:lnTo>
                  <a:lnTo>
                    <a:pt x="304744" y="15780"/>
                  </a:lnTo>
                  <a:lnTo>
                    <a:pt x="304749" y="13150"/>
                  </a:lnTo>
                  <a:lnTo>
                    <a:pt x="304754" y="10520"/>
                  </a:lnTo>
                  <a:lnTo>
                    <a:pt x="304759" y="7890"/>
                  </a:lnTo>
                  <a:lnTo>
                    <a:pt x="304764" y="5260"/>
                  </a:lnTo>
                  <a:lnTo>
                    <a:pt x="304768" y="2630"/>
                  </a:lnTo>
                  <a:lnTo>
                    <a:pt x="304843" y="0"/>
                  </a:lnTo>
                  <a:lnTo>
                    <a:pt x="304847" y="2630"/>
                  </a:lnTo>
                  <a:lnTo>
                    <a:pt x="304851" y="5260"/>
                  </a:lnTo>
                  <a:lnTo>
                    <a:pt x="304855" y="7890"/>
                  </a:lnTo>
                  <a:lnTo>
                    <a:pt x="304860" y="10520"/>
                  </a:lnTo>
                  <a:lnTo>
                    <a:pt x="304865" y="13150"/>
                  </a:lnTo>
                  <a:lnTo>
                    <a:pt x="304871" y="15780"/>
                  </a:lnTo>
                  <a:lnTo>
                    <a:pt x="304877" y="18410"/>
                  </a:lnTo>
                  <a:lnTo>
                    <a:pt x="304884" y="21040"/>
                  </a:lnTo>
                  <a:lnTo>
                    <a:pt x="304891" y="23671"/>
                  </a:lnTo>
                  <a:lnTo>
                    <a:pt x="304899" y="26301"/>
                  </a:lnTo>
                  <a:lnTo>
                    <a:pt x="304907" y="28931"/>
                  </a:lnTo>
                  <a:lnTo>
                    <a:pt x="304916" y="31561"/>
                  </a:lnTo>
                  <a:lnTo>
                    <a:pt x="304926" y="34191"/>
                  </a:lnTo>
                  <a:lnTo>
                    <a:pt x="304937" y="36821"/>
                  </a:lnTo>
                  <a:lnTo>
                    <a:pt x="304948" y="39451"/>
                  </a:lnTo>
                  <a:lnTo>
                    <a:pt x="304961" y="42081"/>
                  </a:lnTo>
                  <a:lnTo>
                    <a:pt x="304974" y="44712"/>
                  </a:lnTo>
                  <a:lnTo>
                    <a:pt x="304988" y="47342"/>
                  </a:lnTo>
                  <a:lnTo>
                    <a:pt x="305004" y="49972"/>
                  </a:lnTo>
                  <a:lnTo>
                    <a:pt x="305021" y="52602"/>
                  </a:lnTo>
                  <a:lnTo>
                    <a:pt x="305038" y="55232"/>
                  </a:lnTo>
                  <a:lnTo>
                    <a:pt x="305057" y="57862"/>
                  </a:lnTo>
                  <a:lnTo>
                    <a:pt x="305077" y="60492"/>
                  </a:lnTo>
                  <a:lnTo>
                    <a:pt x="305099" y="63122"/>
                  </a:lnTo>
                  <a:lnTo>
                    <a:pt x="305122" y="65753"/>
                  </a:lnTo>
                  <a:lnTo>
                    <a:pt x="305147" y="68383"/>
                  </a:lnTo>
                  <a:lnTo>
                    <a:pt x="305173" y="71013"/>
                  </a:lnTo>
                  <a:lnTo>
                    <a:pt x="305201" y="73643"/>
                  </a:lnTo>
                  <a:lnTo>
                    <a:pt x="305231" y="76273"/>
                  </a:lnTo>
                  <a:lnTo>
                    <a:pt x="305262" y="78903"/>
                  </a:lnTo>
                  <a:lnTo>
                    <a:pt x="305296" y="81533"/>
                  </a:lnTo>
                  <a:lnTo>
                    <a:pt x="305331" y="84163"/>
                  </a:lnTo>
                  <a:lnTo>
                    <a:pt x="305369" y="86794"/>
                  </a:lnTo>
                  <a:lnTo>
                    <a:pt x="305409" y="89424"/>
                  </a:lnTo>
                  <a:lnTo>
                    <a:pt x="305452" y="92054"/>
                  </a:lnTo>
                  <a:lnTo>
                    <a:pt x="305496" y="94684"/>
                  </a:lnTo>
                  <a:lnTo>
                    <a:pt x="305544" y="97314"/>
                  </a:lnTo>
                  <a:lnTo>
                    <a:pt x="305594" y="99944"/>
                  </a:lnTo>
                  <a:lnTo>
                    <a:pt x="305647" y="102574"/>
                  </a:lnTo>
                  <a:lnTo>
                    <a:pt x="305703" y="105204"/>
                  </a:lnTo>
                  <a:lnTo>
                    <a:pt x="305763" y="107835"/>
                  </a:lnTo>
                  <a:lnTo>
                    <a:pt x="305825" y="110465"/>
                  </a:lnTo>
                  <a:lnTo>
                    <a:pt x="305890" y="113095"/>
                  </a:lnTo>
                  <a:lnTo>
                    <a:pt x="305960" y="115725"/>
                  </a:lnTo>
                  <a:lnTo>
                    <a:pt x="306033" y="118355"/>
                  </a:lnTo>
                  <a:lnTo>
                    <a:pt x="306109" y="120985"/>
                  </a:lnTo>
                  <a:lnTo>
                    <a:pt x="306191" y="123615"/>
                  </a:lnTo>
                  <a:lnTo>
                    <a:pt x="306276" y="126245"/>
                  </a:lnTo>
                  <a:lnTo>
                    <a:pt x="306365" y="128875"/>
                  </a:lnTo>
                  <a:lnTo>
                    <a:pt x="306460" y="131506"/>
                  </a:lnTo>
                  <a:lnTo>
                    <a:pt x="306559" y="134136"/>
                  </a:lnTo>
                  <a:lnTo>
                    <a:pt x="306662" y="136766"/>
                  </a:lnTo>
                  <a:lnTo>
                    <a:pt x="306773" y="139396"/>
                  </a:lnTo>
                  <a:lnTo>
                    <a:pt x="306888" y="142026"/>
                  </a:lnTo>
                  <a:lnTo>
                    <a:pt x="307007" y="144656"/>
                  </a:lnTo>
                  <a:lnTo>
                    <a:pt x="307136" y="147286"/>
                  </a:lnTo>
                  <a:lnTo>
                    <a:pt x="307269" y="149916"/>
                  </a:lnTo>
                  <a:lnTo>
                    <a:pt x="307407" y="152547"/>
                  </a:lnTo>
                  <a:lnTo>
                    <a:pt x="307555" y="155177"/>
                  </a:lnTo>
                  <a:lnTo>
                    <a:pt x="307710" y="157807"/>
                  </a:lnTo>
                  <a:lnTo>
                    <a:pt x="307870" y="160437"/>
                  </a:lnTo>
                  <a:lnTo>
                    <a:pt x="308040" y="163067"/>
                  </a:lnTo>
                  <a:lnTo>
                    <a:pt x="308219" y="165697"/>
                  </a:lnTo>
                  <a:lnTo>
                    <a:pt x="308404" y="168327"/>
                  </a:lnTo>
                  <a:lnTo>
                    <a:pt x="308601" y="170957"/>
                  </a:lnTo>
                  <a:lnTo>
                    <a:pt x="308807" y="173588"/>
                  </a:lnTo>
                  <a:lnTo>
                    <a:pt x="309020" y="176218"/>
                  </a:lnTo>
                  <a:lnTo>
                    <a:pt x="309247" y="178848"/>
                  </a:lnTo>
                  <a:lnTo>
                    <a:pt x="309484" y="181478"/>
                  </a:lnTo>
                  <a:lnTo>
                    <a:pt x="309731" y="184108"/>
                  </a:lnTo>
                  <a:lnTo>
                    <a:pt x="309991" y="186738"/>
                  </a:lnTo>
                  <a:lnTo>
                    <a:pt x="310264" y="189368"/>
                  </a:lnTo>
                  <a:lnTo>
                    <a:pt x="310548" y="191998"/>
                  </a:lnTo>
                  <a:lnTo>
                    <a:pt x="310846" y="194629"/>
                  </a:lnTo>
                  <a:lnTo>
                    <a:pt x="311161" y="197259"/>
                  </a:lnTo>
                  <a:lnTo>
                    <a:pt x="311487" y="199889"/>
                  </a:lnTo>
                  <a:lnTo>
                    <a:pt x="311828" y="202519"/>
                  </a:lnTo>
                  <a:lnTo>
                    <a:pt x="312189" y="205149"/>
                  </a:lnTo>
                  <a:lnTo>
                    <a:pt x="312562" y="207779"/>
                  </a:lnTo>
                  <a:lnTo>
                    <a:pt x="312952" y="210409"/>
                  </a:lnTo>
                  <a:lnTo>
                    <a:pt x="313364" y="213039"/>
                  </a:lnTo>
                  <a:lnTo>
                    <a:pt x="313790" y="215670"/>
                  </a:lnTo>
                  <a:lnTo>
                    <a:pt x="314233" y="218300"/>
                  </a:lnTo>
                  <a:lnTo>
                    <a:pt x="314702" y="220930"/>
                  </a:lnTo>
                  <a:lnTo>
                    <a:pt x="315187" y="223560"/>
                  </a:lnTo>
                  <a:lnTo>
                    <a:pt x="315688" y="226190"/>
                  </a:lnTo>
                  <a:lnTo>
                    <a:pt x="316220" y="228820"/>
                  </a:lnTo>
                  <a:lnTo>
                    <a:pt x="316768" y="231450"/>
                  </a:lnTo>
                  <a:lnTo>
                    <a:pt x="317333" y="234080"/>
                  </a:lnTo>
                  <a:lnTo>
                    <a:pt x="317932" y="236711"/>
                  </a:lnTo>
                  <a:lnTo>
                    <a:pt x="318548" y="239341"/>
                  </a:lnTo>
                  <a:lnTo>
                    <a:pt x="319183" y="241971"/>
                  </a:lnTo>
                  <a:lnTo>
                    <a:pt x="319852" y="244601"/>
                  </a:lnTo>
                  <a:lnTo>
                    <a:pt x="320541" y="247231"/>
                  </a:lnTo>
                  <a:lnTo>
                    <a:pt x="321249" y="249861"/>
                  </a:lnTo>
                  <a:lnTo>
                    <a:pt x="321992" y="252491"/>
                  </a:lnTo>
                  <a:lnTo>
                    <a:pt x="322756" y="255121"/>
                  </a:lnTo>
                  <a:lnTo>
                    <a:pt x="323540" y="257751"/>
                  </a:lnTo>
                  <a:lnTo>
                    <a:pt x="324358" y="260382"/>
                  </a:lnTo>
                  <a:lnTo>
                    <a:pt x="325200" y="263012"/>
                  </a:lnTo>
                  <a:lnTo>
                    <a:pt x="326061" y="265642"/>
                  </a:lnTo>
                  <a:lnTo>
                    <a:pt x="326955" y="268272"/>
                  </a:lnTo>
                  <a:lnTo>
                    <a:pt x="327874" y="270902"/>
                  </a:lnTo>
                  <a:lnTo>
                    <a:pt x="328813" y="273532"/>
                  </a:lnTo>
                  <a:lnTo>
                    <a:pt x="329782" y="276162"/>
                  </a:lnTo>
                  <a:lnTo>
                    <a:pt x="330776" y="278792"/>
                  </a:lnTo>
                  <a:lnTo>
                    <a:pt x="331790" y="281423"/>
                  </a:lnTo>
                  <a:lnTo>
                    <a:pt x="332830" y="284053"/>
                  </a:lnTo>
                  <a:lnTo>
                    <a:pt x="333897" y="286683"/>
                  </a:lnTo>
                  <a:lnTo>
                    <a:pt x="334981" y="289313"/>
                  </a:lnTo>
                  <a:lnTo>
                    <a:pt x="336088" y="291943"/>
                  </a:lnTo>
                  <a:lnTo>
                    <a:pt x="337220" y="294573"/>
                  </a:lnTo>
                  <a:lnTo>
                    <a:pt x="338368" y="297203"/>
                  </a:lnTo>
                  <a:lnTo>
                    <a:pt x="339536" y="299833"/>
                  </a:lnTo>
                  <a:lnTo>
                    <a:pt x="340725" y="302464"/>
                  </a:lnTo>
                  <a:lnTo>
                    <a:pt x="341928" y="305094"/>
                  </a:lnTo>
                  <a:lnTo>
                    <a:pt x="343147" y="307724"/>
                  </a:lnTo>
                  <a:lnTo>
                    <a:pt x="344384" y="310354"/>
                  </a:lnTo>
                  <a:lnTo>
                    <a:pt x="345632" y="312984"/>
                  </a:lnTo>
                  <a:lnTo>
                    <a:pt x="346890" y="315614"/>
                  </a:lnTo>
                  <a:lnTo>
                    <a:pt x="348163" y="318244"/>
                  </a:lnTo>
                  <a:lnTo>
                    <a:pt x="349443" y="320874"/>
                  </a:lnTo>
                  <a:lnTo>
                    <a:pt x="350730" y="323505"/>
                  </a:lnTo>
                  <a:lnTo>
                    <a:pt x="352025" y="326135"/>
                  </a:lnTo>
                  <a:lnTo>
                    <a:pt x="353323" y="328765"/>
                  </a:lnTo>
                  <a:lnTo>
                    <a:pt x="354624" y="331395"/>
                  </a:lnTo>
                  <a:lnTo>
                    <a:pt x="355926" y="334025"/>
                  </a:lnTo>
                  <a:lnTo>
                    <a:pt x="357228" y="336655"/>
                  </a:lnTo>
                  <a:lnTo>
                    <a:pt x="358529" y="339285"/>
                  </a:lnTo>
                  <a:lnTo>
                    <a:pt x="359824" y="341915"/>
                  </a:lnTo>
                  <a:lnTo>
                    <a:pt x="361115" y="344546"/>
                  </a:lnTo>
                  <a:lnTo>
                    <a:pt x="362401" y="347176"/>
                  </a:lnTo>
                  <a:lnTo>
                    <a:pt x="363674" y="349806"/>
                  </a:lnTo>
                  <a:lnTo>
                    <a:pt x="364939" y="352436"/>
                  </a:lnTo>
                  <a:lnTo>
                    <a:pt x="366194" y="355066"/>
                  </a:lnTo>
                  <a:lnTo>
                    <a:pt x="367433" y="357696"/>
                  </a:lnTo>
                  <a:lnTo>
                    <a:pt x="368657" y="360326"/>
                  </a:lnTo>
                  <a:lnTo>
                    <a:pt x="369869" y="362956"/>
                  </a:lnTo>
                  <a:lnTo>
                    <a:pt x="371059" y="365587"/>
                  </a:lnTo>
                  <a:lnTo>
                    <a:pt x="372231" y="368217"/>
                  </a:lnTo>
                  <a:lnTo>
                    <a:pt x="373387" y="370847"/>
                  </a:lnTo>
                  <a:lnTo>
                    <a:pt x="374518" y="373477"/>
                  </a:lnTo>
                  <a:lnTo>
                    <a:pt x="375625" y="376107"/>
                  </a:lnTo>
                  <a:lnTo>
                    <a:pt x="376715" y="378737"/>
                  </a:lnTo>
                  <a:lnTo>
                    <a:pt x="377777" y="381367"/>
                  </a:lnTo>
                  <a:lnTo>
                    <a:pt x="378813" y="383997"/>
                  </a:lnTo>
                  <a:lnTo>
                    <a:pt x="379828" y="386627"/>
                  </a:lnTo>
                  <a:lnTo>
                    <a:pt x="380816" y="389258"/>
                  </a:lnTo>
                  <a:lnTo>
                    <a:pt x="381773" y="391888"/>
                  </a:lnTo>
                  <a:lnTo>
                    <a:pt x="382710" y="394518"/>
                  </a:lnTo>
                  <a:lnTo>
                    <a:pt x="383619" y="397148"/>
                  </a:lnTo>
                  <a:lnTo>
                    <a:pt x="384494" y="399778"/>
                  </a:lnTo>
                  <a:lnTo>
                    <a:pt x="385349" y="402408"/>
                  </a:lnTo>
                  <a:lnTo>
                    <a:pt x="386178" y="405038"/>
                  </a:lnTo>
                  <a:lnTo>
                    <a:pt x="386973" y="407668"/>
                  </a:lnTo>
                  <a:lnTo>
                    <a:pt x="387747" y="410299"/>
                  </a:lnTo>
                  <a:lnTo>
                    <a:pt x="388498" y="412929"/>
                  </a:lnTo>
                  <a:lnTo>
                    <a:pt x="389214" y="415559"/>
                  </a:lnTo>
                  <a:lnTo>
                    <a:pt x="389911" y="418189"/>
                  </a:lnTo>
                  <a:lnTo>
                    <a:pt x="390587" y="420819"/>
                  </a:lnTo>
                  <a:lnTo>
                    <a:pt x="391230" y="423449"/>
                  </a:lnTo>
                  <a:lnTo>
                    <a:pt x="391856" y="426079"/>
                  </a:lnTo>
                  <a:lnTo>
                    <a:pt x="392464" y="428709"/>
                  </a:lnTo>
                  <a:lnTo>
                    <a:pt x="393042" y="431340"/>
                  </a:lnTo>
                  <a:lnTo>
                    <a:pt x="393605" y="433970"/>
                  </a:lnTo>
                  <a:lnTo>
                    <a:pt x="394154" y="436600"/>
                  </a:lnTo>
                  <a:lnTo>
                    <a:pt x="394677" y="439230"/>
                  </a:lnTo>
                  <a:lnTo>
                    <a:pt x="395188" y="441860"/>
                  </a:lnTo>
                  <a:lnTo>
                    <a:pt x="395687" y="444490"/>
                  </a:lnTo>
                  <a:lnTo>
                    <a:pt x="396168" y="447120"/>
                  </a:lnTo>
                  <a:lnTo>
                    <a:pt x="396638" y="449750"/>
                  </a:lnTo>
                  <a:lnTo>
                    <a:pt x="397100" y="452381"/>
                  </a:lnTo>
                  <a:lnTo>
                    <a:pt x="397550" y="455011"/>
                  </a:lnTo>
                  <a:lnTo>
                    <a:pt x="397993" y="457641"/>
                  </a:lnTo>
                  <a:lnTo>
                    <a:pt x="398430" y="460271"/>
                  </a:lnTo>
                  <a:lnTo>
                    <a:pt x="398862" y="462901"/>
                  </a:lnTo>
                  <a:lnTo>
                    <a:pt x="399290" y="465531"/>
                  </a:lnTo>
                  <a:lnTo>
                    <a:pt x="399717" y="468161"/>
                  </a:lnTo>
                  <a:lnTo>
                    <a:pt x="400144" y="470791"/>
                  </a:lnTo>
                  <a:lnTo>
                    <a:pt x="400572" y="473422"/>
                  </a:lnTo>
                  <a:lnTo>
                    <a:pt x="401001" y="476052"/>
                  </a:lnTo>
                  <a:lnTo>
                    <a:pt x="401436" y="478682"/>
                  </a:lnTo>
                  <a:lnTo>
                    <a:pt x="401876" y="481312"/>
                  </a:lnTo>
                  <a:lnTo>
                    <a:pt x="402322" y="483942"/>
                  </a:lnTo>
                  <a:lnTo>
                    <a:pt x="402776" y="486572"/>
                  </a:lnTo>
                  <a:lnTo>
                    <a:pt x="403242" y="489202"/>
                  </a:lnTo>
                  <a:lnTo>
                    <a:pt x="403717" y="491832"/>
                  </a:lnTo>
                  <a:lnTo>
                    <a:pt x="404203" y="494463"/>
                  </a:lnTo>
                  <a:lnTo>
                    <a:pt x="404706" y="497093"/>
                  </a:lnTo>
                  <a:lnTo>
                    <a:pt x="405221" y="499723"/>
                  </a:lnTo>
                  <a:lnTo>
                    <a:pt x="405750" y="502353"/>
                  </a:lnTo>
                  <a:lnTo>
                    <a:pt x="406301" y="504983"/>
                  </a:lnTo>
                  <a:lnTo>
                    <a:pt x="406866" y="507613"/>
                  </a:lnTo>
                  <a:lnTo>
                    <a:pt x="407447" y="510243"/>
                  </a:lnTo>
                  <a:lnTo>
                    <a:pt x="408055" y="512873"/>
                  </a:lnTo>
                  <a:lnTo>
                    <a:pt x="408679" y="515503"/>
                  </a:lnTo>
                  <a:lnTo>
                    <a:pt x="409321" y="518134"/>
                  </a:lnTo>
                  <a:lnTo>
                    <a:pt x="409994" y="520764"/>
                  </a:lnTo>
                  <a:lnTo>
                    <a:pt x="410685" y="523394"/>
                  </a:lnTo>
                  <a:lnTo>
                    <a:pt x="411394" y="526024"/>
                  </a:lnTo>
                  <a:lnTo>
                    <a:pt x="412138" y="528654"/>
                  </a:lnTo>
                  <a:lnTo>
                    <a:pt x="412901" y="531284"/>
                  </a:lnTo>
                  <a:lnTo>
                    <a:pt x="413683" y="533914"/>
                  </a:lnTo>
                  <a:lnTo>
                    <a:pt x="414501" y="536544"/>
                  </a:lnTo>
                  <a:lnTo>
                    <a:pt x="415340" y="539175"/>
                  </a:lnTo>
                  <a:lnTo>
                    <a:pt x="416199" y="541805"/>
                  </a:lnTo>
                  <a:lnTo>
                    <a:pt x="417092" y="544435"/>
                  </a:lnTo>
                  <a:lnTo>
                    <a:pt x="418009" y="547065"/>
                  </a:lnTo>
                  <a:lnTo>
                    <a:pt x="418945" y="549695"/>
                  </a:lnTo>
                  <a:lnTo>
                    <a:pt x="419914" y="552325"/>
                  </a:lnTo>
                  <a:lnTo>
                    <a:pt x="420907" y="554955"/>
                  </a:lnTo>
                  <a:lnTo>
                    <a:pt x="421918" y="557585"/>
                  </a:lnTo>
                  <a:lnTo>
                    <a:pt x="422961" y="560216"/>
                  </a:lnTo>
                  <a:lnTo>
                    <a:pt x="424027" y="562846"/>
                  </a:lnTo>
                  <a:lnTo>
                    <a:pt x="425111" y="565476"/>
                  </a:lnTo>
                  <a:lnTo>
                    <a:pt x="426222" y="568106"/>
                  </a:lnTo>
                  <a:lnTo>
                    <a:pt x="427355" y="570736"/>
                  </a:lnTo>
                  <a:lnTo>
                    <a:pt x="428504" y="573366"/>
                  </a:lnTo>
                  <a:lnTo>
                    <a:pt x="429676" y="575996"/>
                  </a:lnTo>
                  <a:lnTo>
                    <a:pt x="430868" y="578626"/>
                  </a:lnTo>
                  <a:lnTo>
                    <a:pt x="432074" y="581257"/>
                  </a:lnTo>
                  <a:lnTo>
                    <a:pt x="433296" y="583887"/>
                  </a:lnTo>
                  <a:lnTo>
                    <a:pt x="434536" y="586517"/>
                  </a:lnTo>
                  <a:lnTo>
                    <a:pt x="435785" y="589147"/>
                  </a:lnTo>
                  <a:lnTo>
                    <a:pt x="437047" y="591777"/>
                  </a:lnTo>
                  <a:lnTo>
                    <a:pt x="438320" y="594407"/>
                  </a:lnTo>
                  <a:lnTo>
                    <a:pt x="439598" y="597037"/>
                  </a:lnTo>
                  <a:lnTo>
                    <a:pt x="440883" y="599667"/>
                  </a:lnTo>
                  <a:lnTo>
                    <a:pt x="442173" y="602298"/>
                  </a:lnTo>
                  <a:lnTo>
                    <a:pt x="443464" y="604928"/>
                  </a:lnTo>
                  <a:lnTo>
                    <a:pt x="444755" y="607558"/>
                  </a:lnTo>
                  <a:lnTo>
                    <a:pt x="446042" y="610188"/>
                  </a:lnTo>
                  <a:lnTo>
                    <a:pt x="447325" y="612818"/>
                  </a:lnTo>
                  <a:lnTo>
                    <a:pt x="448603" y="615448"/>
                  </a:lnTo>
                  <a:lnTo>
                    <a:pt x="449867" y="618078"/>
                  </a:lnTo>
                  <a:lnTo>
                    <a:pt x="451121" y="620708"/>
                  </a:lnTo>
                  <a:lnTo>
                    <a:pt x="452365" y="623338"/>
                  </a:lnTo>
                  <a:lnTo>
                    <a:pt x="453583" y="625969"/>
                  </a:lnTo>
                  <a:lnTo>
                    <a:pt x="454785" y="628599"/>
                  </a:lnTo>
                  <a:lnTo>
                    <a:pt x="455971" y="631229"/>
                  </a:lnTo>
                  <a:lnTo>
                    <a:pt x="457121" y="633859"/>
                  </a:lnTo>
                  <a:lnTo>
                    <a:pt x="458248" y="636489"/>
                  </a:lnTo>
                  <a:lnTo>
                    <a:pt x="459351" y="639119"/>
                  </a:lnTo>
                  <a:lnTo>
                    <a:pt x="460411" y="641749"/>
                  </a:lnTo>
                  <a:lnTo>
                    <a:pt x="461438" y="644379"/>
                  </a:lnTo>
                  <a:lnTo>
                    <a:pt x="462436" y="647010"/>
                  </a:lnTo>
                  <a:lnTo>
                    <a:pt x="463382" y="649640"/>
                  </a:lnTo>
                  <a:lnTo>
                    <a:pt x="463726" y="650642"/>
                  </a:lnTo>
                  <a:lnTo>
                    <a:pt x="464286" y="652270"/>
                  </a:lnTo>
                  <a:lnTo>
                    <a:pt x="465155" y="654900"/>
                  </a:lnTo>
                  <a:lnTo>
                    <a:pt x="465966" y="657530"/>
                  </a:lnTo>
                  <a:lnTo>
                    <a:pt x="466725" y="660160"/>
                  </a:lnTo>
                  <a:lnTo>
                    <a:pt x="467444" y="662790"/>
                  </a:lnTo>
                  <a:lnTo>
                    <a:pt x="468099" y="665420"/>
                  </a:lnTo>
                  <a:lnTo>
                    <a:pt x="468693" y="668051"/>
                  </a:lnTo>
                  <a:lnTo>
                    <a:pt x="469242" y="670681"/>
                  </a:lnTo>
                  <a:lnTo>
                    <a:pt x="469724" y="673311"/>
                  </a:lnTo>
                  <a:lnTo>
                    <a:pt x="470136" y="675941"/>
                  </a:lnTo>
                  <a:lnTo>
                    <a:pt x="470499" y="678571"/>
                  </a:lnTo>
                  <a:lnTo>
                    <a:pt x="470792" y="681201"/>
                  </a:lnTo>
                  <a:lnTo>
                    <a:pt x="471007" y="683831"/>
                  </a:lnTo>
                  <a:lnTo>
                    <a:pt x="471170" y="686461"/>
                  </a:lnTo>
                  <a:lnTo>
                    <a:pt x="471264" y="689092"/>
                  </a:lnTo>
                  <a:lnTo>
                    <a:pt x="471272" y="691722"/>
                  </a:lnTo>
                  <a:lnTo>
                    <a:pt x="471225" y="694352"/>
                  </a:lnTo>
                  <a:lnTo>
                    <a:pt x="471112" y="696982"/>
                  </a:lnTo>
                  <a:lnTo>
                    <a:pt x="470906" y="699612"/>
                  </a:lnTo>
                  <a:lnTo>
                    <a:pt x="470644" y="702242"/>
                  </a:lnTo>
                  <a:lnTo>
                    <a:pt x="470320" y="704872"/>
                  </a:lnTo>
                  <a:lnTo>
                    <a:pt x="469897" y="707502"/>
                  </a:lnTo>
                  <a:lnTo>
                    <a:pt x="469421" y="710133"/>
                  </a:lnTo>
                  <a:lnTo>
                    <a:pt x="468885" y="712763"/>
                  </a:lnTo>
                  <a:lnTo>
                    <a:pt x="468249" y="715393"/>
                  </a:lnTo>
                  <a:lnTo>
                    <a:pt x="467560" y="718023"/>
                  </a:lnTo>
                  <a:lnTo>
                    <a:pt x="466817" y="720653"/>
                  </a:lnTo>
                  <a:lnTo>
                    <a:pt x="465974" y="723283"/>
                  </a:lnTo>
                  <a:lnTo>
                    <a:pt x="465080" y="725913"/>
                  </a:lnTo>
                  <a:lnTo>
                    <a:pt x="464135" y="728543"/>
                  </a:lnTo>
                  <a:lnTo>
                    <a:pt x="463099" y="731174"/>
                  </a:lnTo>
                  <a:lnTo>
                    <a:pt x="462011" y="733804"/>
                  </a:lnTo>
                  <a:lnTo>
                    <a:pt x="460876" y="736434"/>
                  </a:lnTo>
                  <a:lnTo>
                    <a:pt x="459661" y="739064"/>
                  </a:lnTo>
                  <a:lnTo>
                    <a:pt x="458395" y="741694"/>
                  </a:lnTo>
                  <a:lnTo>
                    <a:pt x="457086" y="744324"/>
                  </a:lnTo>
                  <a:lnTo>
                    <a:pt x="455708" y="746954"/>
                  </a:lnTo>
                  <a:lnTo>
                    <a:pt x="454282" y="749584"/>
                  </a:lnTo>
                  <a:lnTo>
                    <a:pt x="452819" y="752214"/>
                  </a:lnTo>
                  <a:lnTo>
                    <a:pt x="451297" y="754845"/>
                  </a:lnTo>
                  <a:lnTo>
                    <a:pt x="449732" y="757475"/>
                  </a:lnTo>
                  <a:lnTo>
                    <a:pt x="448134" y="760105"/>
                  </a:lnTo>
                  <a:lnTo>
                    <a:pt x="446490" y="762735"/>
                  </a:lnTo>
                  <a:lnTo>
                    <a:pt x="444808" y="765365"/>
                  </a:lnTo>
                  <a:lnTo>
                    <a:pt x="443100" y="767995"/>
                  </a:lnTo>
                  <a:lnTo>
                    <a:pt x="441356" y="770625"/>
                  </a:lnTo>
                  <a:lnTo>
                    <a:pt x="439581" y="773255"/>
                  </a:lnTo>
                  <a:lnTo>
                    <a:pt x="437786" y="775886"/>
                  </a:lnTo>
                  <a:lnTo>
                    <a:pt x="435966" y="778516"/>
                  </a:lnTo>
                  <a:lnTo>
                    <a:pt x="434122" y="781146"/>
                  </a:lnTo>
                  <a:lnTo>
                    <a:pt x="432265" y="783776"/>
                  </a:lnTo>
                  <a:lnTo>
                    <a:pt x="430393" y="786406"/>
                  </a:lnTo>
                  <a:lnTo>
                    <a:pt x="428505" y="789036"/>
                  </a:lnTo>
                  <a:lnTo>
                    <a:pt x="426611" y="791666"/>
                  </a:lnTo>
                  <a:lnTo>
                    <a:pt x="424709" y="794296"/>
                  </a:lnTo>
                  <a:lnTo>
                    <a:pt x="422802" y="796927"/>
                  </a:lnTo>
                  <a:lnTo>
                    <a:pt x="420895" y="799557"/>
                  </a:lnTo>
                  <a:lnTo>
                    <a:pt x="418987" y="802187"/>
                  </a:lnTo>
                  <a:lnTo>
                    <a:pt x="417085" y="804817"/>
                  </a:lnTo>
                  <a:lnTo>
                    <a:pt x="415187" y="807447"/>
                  </a:lnTo>
                  <a:lnTo>
                    <a:pt x="413296" y="810077"/>
                  </a:lnTo>
                  <a:lnTo>
                    <a:pt x="411421" y="812707"/>
                  </a:lnTo>
                  <a:lnTo>
                    <a:pt x="409556" y="815337"/>
                  </a:lnTo>
                  <a:lnTo>
                    <a:pt x="407703" y="817968"/>
                  </a:lnTo>
                  <a:lnTo>
                    <a:pt x="405876" y="820598"/>
                  </a:lnTo>
                  <a:lnTo>
                    <a:pt x="404066" y="823228"/>
                  </a:lnTo>
                  <a:lnTo>
                    <a:pt x="402272" y="825858"/>
                  </a:lnTo>
                  <a:lnTo>
                    <a:pt x="400513" y="828488"/>
                  </a:lnTo>
                  <a:lnTo>
                    <a:pt x="398777" y="831118"/>
                  </a:lnTo>
                  <a:lnTo>
                    <a:pt x="397063" y="833748"/>
                  </a:lnTo>
                  <a:lnTo>
                    <a:pt x="395391" y="836378"/>
                  </a:lnTo>
                  <a:lnTo>
                    <a:pt x="393750" y="839009"/>
                  </a:lnTo>
                  <a:lnTo>
                    <a:pt x="392135" y="841639"/>
                  </a:lnTo>
                  <a:lnTo>
                    <a:pt x="390569" y="844269"/>
                  </a:lnTo>
                  <a:lnTo>
                    <a:pt x="389041" y="846899"/>
                  </a:lnTo>
                  <a:lnTo>
                    <a:pt x="387545" y="849529"/>
                  </a:lnTo>
                  <a:lnTo>
                    <a:pt x="386103" y="852159"/>
                  </a:lnTo>
                  <a:lnTo>
                    <a:pt x="384709" y="854789"/>
                  </a:lnTo>
                  <a:lnTo>
                    <a:pt x="383351" y="857419"/>
                  </a:lnTo>
                  <a:lnTo>
                    <a:pt x="382052" y="860050"/>
                  </a:lnTo>
                  <a:lnTo>
                    <a:pt x="380810" y="862680"/>
                  </a:lnTo>
                  <a:lnTo>
                    <a:pt x="379610" y="865310"/>
                  </a:lnTo>
                  <a:lnTo>
                    <a:pt x="378473" y="867940"/>
                  </a:lnTo>
                  <a:lnTo>
                    <a:pt x="377405" y="870570"/>
                  </a:lnTo>
                  <a:lnTo>
                    <a:pt x="376385" y="873200"/>
                  </a:lnTo>
                  <a:lnTo>
                    <a:pt x="375432" y="875830"/>
                  </a:lnTo>
                  <a:lnTo>
                    <a:pt x="374559" y="878460"/>
                  </a:lnTo>
                  <a:lnTo>
                    <a:pt x="373741" y="881090"/>
                  </a:lnTo>
                  <a:lnTo>
                    <a:pt x="372994" y="883721"/>
                  </a:lnTo>
                  <a:lnTo>
                    <a:pt x="372342" y="886351"/>
                  </a:lnTo>
                  <a:lnTo>
                    <a:pt x="371751" y="888981"/>
                  </a:lnTo>
                  <a:lnTo>
                    <a:pt x="371235" y="891611"/>
                  </a:lnTo>
                  <a:lnTo>
                    <a:pt x="370829" y="894241"/>
                  </a:lnTo>
                  <a:lnTo>
                    <a:pt x="370492" y="896871"/>
                  </a:lnTo>
                  <a:lnTo>
                    <a:pt x="370233" y="899501"/>
                  </a:lnTo>
                  <a:lnTo>
                    <a:pt x="370102" y="902131"/>
                  </a:lnTo>
                  <a:lnTo>
                    <a:pt x="370048" y="904762"/>
                  </a:lnTo>
                  <a:lnTo>
                    <a:pt x="370074" y="907392"/>
                  </a:lnTo>
                  <a:lnTo>
                    <a:pt x="370249" y="910022"/>
                  </a:lnTo>
                  <a:lnTo>
                    <a:pt x="370508" y="912652"/>
                  </a:lnTo>
                  <a:lnTo>
                    <a:pt x="370852" y="915282"/>
                  </a:lnTo>
                  <a:lnTo>
                    <a:pt x="371363" y="917912"/>
                  </a:lnTo>
                  <a:lnTo>
                    <a:pt x="371967" y="920542"/>
                  </a:lnTo>
                  <a:lnTo>
                    <a:pt x="372664" y="923172"/>
                  </a:lnTo>
                  <a:lnTo>
                    <a:pt x="373537" y="925803"/>
                  </a:lnTo>
                  <a:lnTo>
                    <a:pt x="374519" y="928433"/>
                  </a:lnTo>
                  <a:lnTo>
                    <a:pt x="375601" y="931063"/>
                  </a:lnTo>
                  <a:lnTo>
                    <a:pt x="376865" y="933693"/>
                  </a:lnTo>
                  <a:lnTo>
                    <a:pt x="378255" y="936323"/>
                  </a:lnTo>
                  <a:lnTo>
                    <a:pt x="379752" y="938953"/>
                  </a:lnTo>
                  <a:lnTo>
                    <a:pt x="381435" y="941583"/>
                  </a:lnTo>
                  <a:lnTo>
                    <a:pt x="383259" y="944213"/>
                  </a:lnTo>
                  <a:lnTo>
                    <a:pt x="385198" y="946844"/>
                  </a:lnTo>
                  <a:lnTo>
                    <a:pt x="387322" y="949474"/>
                  </a:lnTo>
                  <a:lnTo>
                    <a:pt x="389603" y="952104"/>
                  </a:lnTo>
                  <a:lnTo>
                    <a:pt x="392003" y="954734"/>
                  </a:lnTo>
                  <a:lnTo>
                    <a:pt x="394585" y="957364"/>
                  </a:lnTo>
                  <a:lnTo>
                    <a:pt x="397337" y="959994"/>
                  </a:lnTo>
                  <a:lnTo>
                    <a:pt x="400210" y="962624"/>
                  </a:lnTo>
                  <a:lnTo>
                    <a:pt x="403258" y="965254"/>
                  </a:lnTo>
                  <a:lnTo>
                    <a:pt x="406486" y="967885"/>
                  </a:lnTo>
                  <a:lnTo>
                    <a:pt x="409834" y="970515"/>
                  </a:lnTo>
                  <a:lnTo>
                    <a:pt x="413346" y="973145"/>
                  </a:lnTo>
                  <a:lnTo>
                    <a:pt x="417041" y="975775"/>
                  </a:lnTo>
                  <a:lnTo>
                    <a:pt x="420852" y="978405"/>
                  </a:lnTo>
                  <a:lnTo>
                    <a:pt x="424812" y="981035"/>
                  </a:lnTo>
                  <a:lnTo>
                    <a:pt x="428953" y="983665"/>
                  </a:lnTo>
                  <a:lnTo>
                    <a:pt x="433201" y="986295"/>
                  </a:lnTo>
                  <a:lnTo>
                    <a:pt x="437579" y="988926"/>
                  </a:lnTo>
                  <a:lnTo>
                    <a:pt x="442128" y="991556"/>
                  </a:lnTo>
                  <a:lnTo>
                    <a:pt x="446771" y="994186"/>
                  </a:lnTo>
                  <a:lnTo>
                    <a:pt x="451521" y="996816"/>
                  </a:lnTo>
                  <a:lnTo>
                    <a:pt x="456423" y="999446"/>
                  </a:lnTo>
                  <a:lnTo>
                    <a:pt x="461402" y="1002076"/>
                  </a:lnTo>
                  <a:lnTo>
                    <a:pt x="466462" y="1004706"/>
                  </a:lnTo>
                  <a:lnTo>
                    <a:pt x="471644" y="1007336"/>
                  </a:lnTo>
                  <a:lnTo>
                    <a:pt x="476882" y="1009966"/>
                  </a:lnTo>
                  <a:lnTo>
                    <a:pt x="482175" y="1012597"/>
                  </a:lnTo>
                  <a:lnTo>
                    <a:pt x="487548" y="1015227"/>
                  </a:lnTo>
                  <a:lnTo>
                    <a:pt x="492951" y="1017857"/>
                  </a:lnTo>
                  <a:lnTo>
                    <a:pt x="498383" y="1020487"/>
                  </a:lnTo>
                  <a:lnTo>
                    <a:pt x="503842" y="1023117"/>
                  </a:lnTo>
                  <a:lnTo>
                    <a:pt x="509303" y="1025747"/>
                  </a:lnTo>
                  <a:lnTo>
                    <a:pt x="514762" y="1028377"/>
                  </a:lnTo>
                  <a:lnTo>
                    <a:pt x="520196" y="1031007"/>
                  </a:lnTo>
                  <a:lnTo>
                    <a:pt x="525594" y="1033638"/>
                  </a:lnTo>
                  <a:lnTo>
                    <a:pt x="530957" y="1036268"/>
                  </a:lnTo>
                  <a:lnTo>
                    <a:pt x="536243" y="1038898"/>
                  </a:lnTo>
                  <a:lnTo>
                    <a:pt x="541450" y="1041528"/>
                  </a:lnTo>
                  <a:lnTo>
                    <a:pt x="546588" y="1044158"/>
                  </a:lnTo>
                  <a:lnTo>
                    <a:pt x="551599" y="1046788"/>
                  </a:lnTo>
                  <a:lnTo>
                    <a:pt x="556482" y="1049418"/>
                  </a:lnTo>
                  <a:lnTo>
                    <a:pt x="561262" y="1052048"/>
                  </a:lnTo>
                  <a:lnTo>
                    <a:pt x="565872" y="1054679"/>
                  </a:lnTo>
                  <a:lnTo>
                    <a:pt x="570299" y="1057309"/>
                  </a:lnTo>
                  <a:lnTo>
                    <a:pt x="574591" y="1059939"/>
                  </a:lnTo>
                  <a:lnTo>
                    <a:pt x="578675" y="1062569"/>
                  </a:lnTo>
                  <a:lnTo>
                    <a:pt x="582523" y="1065199"/>
                  </a:lnTo>
                  <a:lnTo>
                    <a:pt x="586203" y="1067829"/>
                  </a:lnTo>
                  <a:lnTo>
                    <a:pt x="589648" y="1070459"/>
                  </a:lnTo>
                  <a:lnTo>
                    <a:pt x="592801" y="1073089"/>
                  </a:lnTo>
                  <a:lnTo>
                    <a:pt x="595760" y="1075720"/>
                  </a:lnTo>
                  <a:lnTo>
                    <a:pt x="598465" y="1078350"/>
                  </a:lnTo>
                  <a:lnTo>
                    <a:pt x="600828" y="1080980"/>
                  </a:lnTo>
                  <a:lnTo>
                    <a:pt x="602974" y="1083610"/>
                  </a:lnTo>
                  <a:lnTo>
                    <a:pt x="604858" y="1086240"/>
                  </a:lnTo>
                  <a:lnTo>
                    <a:pt x="606353" y="1088870"/>
                  </a:lnTo>
                  <a:lnTo>
                    <a:pt x="607616" y="1091500"/>
                  </a:lnTo>
                  <a:lnTo>
                    <a:pt x="608618" y="1094130"/>
                  </a:lnTo>
                  <a:lnTo>
                    <a:pt x="609194" y="1096761"/>
                  </a:lnTo>
                  <a:lnTo>
                    <a:pt x="609531" y="1099391"/>
                  </a:lnTo>
                  <a:lnTo>
                    <a:pt x="609599" y="1102134"/>
                  </a:lnTo>
                  <a:lnTo>
                    <a:pt x="609247" y="1104651"/>
                  </a:lnTo>
                  <a:lnTo>
                    <a:pt x="608639" y="1107281"/>
                  </a:lnTo>
                  <a:lnTo>
                    <a:pt x="607790" y="1109911"/>
                  </a:lnTo>
                  <a:lnTo>
                    <a:pt x="606489" y="1112541"/>
                  </a:lnTo>
                  <a:lnTo>
                    <a:pt x="604947" y="1115171"/>
                  </a:lnTo>
                  <a:lnTo>
                    <a:pt x="603171" y="1117801"/>
                  </a:lnTo>
                  <a:lnTo>
                    <a:pt x="600978" y="1120432"/>
                  </a:lnTo>
                  <a:lnTo>
                    <a:pt x="598540" y="1123062"/>
                  </a:lnTo>
                  <a:lnTo>
                    <a:pt x="595882" y="1125692"/>
                  </a:lnTo>
                  <a:lnTo>
                    <a:pt x="592852" y="1128322"/>
                  </a:lnTo>
                  <a:lnTo>
                    <a:pt x="589582" y="1130952"/>
                  </a:lnTo>
                  <a:lnTo>
                    <a:pt x="586112" y="1133582"/>
                  </a:lnTo>
                  <a:lnTo>
                    <a:pt x="582323" y="1136212"/>
                  </a:lnTo>
                  <a:lnTo>
                    <a:pt x="578308" y="1138842"/>
                  </a:lnTo>
                  <a:lnTo>
                    <a:pt x="574117" y="1141473"/>
                  </a:lnTo>
                  <a:lnTo>
                    <a:pt x="569664" y="1144103"/>
                  </a:lnTo>
                  <a:lnTo>
                    <a:pt x="565007" y="1146733"/>
                  </a:lnTo>
                  <a:lnTo>
                    <a:pt x="560206" y="1149363"/>
                  </a:lnTo>
                  <a:lnTo>
                    <a:pt x="555198" y="1151993"/>
                  </a:lnTo>
                  <a:lnTo>
                    <a:pt x="550019" y="1154623"/>
                  </a:lnTo>
                  <a:lnTo>
                    <a:pt x="544727" y="1157253"/>
                  </a:lnTo>
                  <a:lnTo>
                    <a:pt x="539285" y="1159883"/>
                  </a:lnTo>
                  <a:lnTo>
                    <a:pt x="533710" y="1162514"/>
                  </a:lnTo>
                  <a:lnTo>
                    <a:pt x="528056" y="1165144"/>
                  </a:lnTo>
                  <a:lnTo>
                    <a:pt x="522304" y="1167774"/>
                  </a:lnTo>
                  <a:lnTo>
                    <a:pt x="516464" y="1170404"/>
                  </a:lnTo>
                  <a:lnTo>
                    <a:pt x="510578" y="1173034"/>
                  </a:lnTo>
                  <a:lnTo>
                    <a:pt x="504640" y="1175664"/>
                  </a:lnTo>
                  <a:lnTo>
                    <a:pt x="498662" y="1178294"/>
                  </a:lnTo>
                  <a:lnTo>
                    <a:pt x="492671" y="1180924"/>
                  </a:lnTo>
                  <a:lnTo>
                    <a:pt x="486667" y="1183555"/>
                  </a:lnTo>
                  <a:lnTo>
                    <a:pt x="480673" y="1186185"/>
                  </a:lnTo>
                  <a:lnTo>
                    <a:pt x="474695" y="1188815"/>
                  </a:lnTo>
                  <a:lnTo>
                    <a:pt x="468738" y="1191445"/>
                  </a:lnTo>
                  <a:lnTo>
                    <a:pt x="462838" y="1194075"/>
                  </a:lnTo>
                  <a:lnTo>
                    <a:pt x="456981" y="1196705"/>
                  </a:lnTo>
                  <a:lnTo>
                    <a:pt x="451170" y="1199335"/>
                  </a:lnTo>
                  <a:lnTo>
                    <a:pt x="445463" y="1201965"/>
                  </a:lnTo>
                  <a:lnTo>
                    <a:pt x="439820" y="1204596"/>
                  </a:lnTo>
                  <a:lnTo>
                    <a:pt x="434243" y="1207226"/>
                  </a:lnTo>
                  <a:lnTo>
                    <a:pt x="428807" y="1209856"/>
                  </a:lnTo>
                  <a:lnTo>
                    <a:pt x="423456" y="1212486"/>
                  </a:lnTo>
                  <a:lnTo>
                    <a:pt x="418188" y="1215116"/>
                  </a:lnTo>
                  <a:lnTo>
                    <a:pt x="413083" y="1217746"/>
                  </a:lnTo>
                  <a:lnTo>
                    <a:pt x="408084" y="1220376"/>
                  </a:lnTo>
                  <a:lnTo>
                    <a:pt x="403181" y="1223006"/>
                  </a:lnTo>
                  <a:lnTo>
                    <a:pt x="398453" y="1225637"/>
                  </a:lnTo>
                  <a:lnTo>
                    <a:pt x="393848" y="1228267"/>
                  </a:lnTo>
                  <a:lnTo>
                    <a:pt x="389349" y="1230897"/>
                  </a:lnTo>
                  <a:lnTo>
                    <a:pt x="385027" y="1233527"/>
                  </a:lnTo>
                  <a:lnTo>
                    <a:pt x="380844" y="1236157"/>
                  </a:lnTo>
                  <a:lnTo>
                    <a:pt x="376771" y="1238787"/>
                  </a:lnTo>
                  <a:lnTo>
                    <a:pt x="372872" y="1241417"/>
                  </a:lnTo>
                  <a:lnTo>
                    <a:pt x="369122" y="1244047"/>
                  </a:lnTo>
                  <a:lnTo>
                    <a:pt x="365482" y="1246677"/>
                  </a:lnTo>
                  <a:lnTo>
                    <a:pt x="362008" y="1249308"/>
                  </a:lnTo>
                  <a:lnTo>
                    <a:pt x="358688" y="1251938"/>
                  </a:lnTo>
                  <a:lnTo>
                    <a:pt x="355477" y="1254568"/>
                  </a:lnTo>
                  <a:lnTo>
                    <a:pt x="352419" y="1257198"/>
                  </a:lnTo>
                  <a:lnTo>
                    <a:pt x="349518" y="1259828"/>
                  </a:lnTo>
                  <a:lnTo>
                    <a:pt x="346720" y="1262458"/>
                  </a:lnTo>
                  <a:lnTo>
                    <a:pt x="344059" y="1265088"/>
                  </a:lnTo>
                  <a:lnTo>
                    <a:pt x="341554" y="1267718"/>
                  </a:lnTo>
                  <a:lnTo>
                    <a:pt x="339146" y="1270349"/>
                  </a:lnTo>
                  <a:lnTo>
                    <a:pt x="336858" y="1272979"/>
                  </a:lnTo>
                  <a:lnTo>
                    <a:pt x="334722" y="1275609"/>
                  </a:lnTo>
                  <a:lnTo>
                    <a:pt x="332673" y="1278239"/>
                  </a:lnTo>
                  <a:lnTo>
                    <a:pt x="330728" y="1280869"/>
                  </a:lnTo>
                  <a:lnTo>
                    <a:pt x="328927" y="1283499"/>
                  </a:lnTo>
                  <a:lnTo>
                    <a:pt x="327205" y="1286129"/>
                  </a:lnTo>
                  <a:lnTo>
                    <a:pt x="325570" y="1288759"/>
                  </a:lnTo>
                  <a:lnTo>
                    <a:pt x="324069" y="1291390"/>
                  </a:lnTo>
                  <a:lnTo>
                    <a:pt x="322639" y="1294020"/>
                  </a:lnTo>
                  <a:lnTo>
                    <a:pt x="321280" y="1296650"/>
                  </a:lnTo>
                  <a:lnTo>
                    <a:pt x="320043" y="1299280"/>
                  </a:lnTo>
                  <a:lnTo>
                    <a:pt x="318868" y="1301910"/>
                  </a:lnTo>
                  <a:lnTo>
                    <a:pt x="317753" y="1304540"/>
                  </a:lnTo>
                  <a:lnTo>
                    <a:pt x="316744" y="1307170"/>
                  </a:lnTo>
                  <a:lnTo>
                    <a:pt x="315789" y="1309800"/>
                  </a:lnTo>
                  <a:lnTo>
                    <a:pt x="314886" y="1312431"/>
                  </a:lnTo>
                  <a:lnTo>
                    <a:pt x="314070" y="1315061"/>
                  </a:lnTo>
                  <a:lnTo>
                    <a:pt x="313303" y="1317691"/>
                  </a:lnTo>
                  <a:lnTo>
                    <a:pt x="312579" y="1320321"/>
                  </a:lnTo>
                  <a:lnTo>
                    <a:pt x="311926" y="1322951"/>
                  </a:lnTo>
                  <a:lnTo>
                    <a:pt x="311317" y="1325581"/>
                  </a:lnTo>
                  <a:lnTo>
                    <a:pt x="310743" y="1328211"/>
                  </a:lnTo>
                  <a:lnTo>
                    <a:pt x="310226" y="1330841"/>
                  </a:lnTo>
                  <a:lnTo>
                    <a:pt x="309747" y="1333472"/>
                  </a:lnTo>
                  <a:lnTo>
                    <a:pt x="309298" y="1336102"/>
                  </a:lnTo>
                  <a:lnTo>
                    <a:pt x="308893" y="1338732"/>
                  </a:lnTo>
                  <a:lnTo>
                    <a:pt x="308521" y="1341362"/>
                  </a:lnTo>
                  <a:lnTo>
                    <a:pt x="308172" y="1343992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12484319" y="4833692"/>
              <a:ext cx="609615" cy="1466645"/>
            </a:xfrm>
            <a:custGeom>
              <a:avLst/>
              <a:pathLst>
                <a:path w="609615" h="1466645">
                  <a:moveTo>
                    <a:pt x="301418" y="1466645"/>
                  </a:moveTo>
                  <a:lnTo>
                    <a:pt x="301146" y="1463775"/>
                  </a:lnTo>
                  <a:lnTo>
                    <a:pt x="300858" y="1460905"/>
                  </a:lnTo>
                  <a:lnTo>
                    <a:pt x="300554" y="1458035"/>
                  </a:lnTo>
                  <a:lnTo>
                    <a:pt x="300221" y="1455165"/>
                  </a:lnTo>
                  <a:lnTo>
                    <a:pt x="299874" y="1452295"/>
                  </a:lnTo>
                  <a:lnTo>
                    <a:pt x="299499" y="1449424"/>
                  </a:lnTo>
                  <a:lnTo>
                    <a:pt x="299098" y="1446554"/>
                  </a:lnTo>
                  <a:lnTo>
                    <a:pt x="298681" y="1443684"/>
                  </a:lnTo>
                  <a:lnTo>
                    <a:pt x="298222" y="1440814"/>
                  </a:lnTo>
                  <a:lnTo>
                    <a:pt x="297743" y="1437944"/>
                  </a:lnTo>
                  <a:lnTo>
                    <a:pt x="297235" y="1435074"/>
                  </a:lnTo>
                  <a:lnTo>
                    <a:pt x="296687" y="1432204"/>
                  </a:lnTo>
                  <a:lnTo>
                    <a:pt x="296119" y="1429333"/>
                  </a:lnTo>
                  <a:lnTo>
                    <a:pt x="295505" y="1426463"/>
                  </a:lnTo>
                  <a:lnTo>
                    <a:pt x="294856" y="1423593"/>
                  </a:lnTo>
                  <a:lnTo>
                    <a:pt x="294183" y="1420723"/>
                  </a:lnTo>
                  <a:lnTo>
                    <a:pt x="293448" y="1417853"/>
                  </a:lnTo>
                  <a:lnTo>
                    <a:pt x="292686" y="1414983"/>
                  </a:lnTo>
                  <a:lnTo>
                    <a:pt x="291880" y="1412113"/>
                  </a:lnTo>
                  <a:lnTo>
                    <a:pt x="291020" y="1409242"/>
                  </a:lnTo>
                  <a:lnTo>
                    <a:pt x="290131" y="1406372"/>
                  </a:lnTo>
                  <a:lnTo>
                    <a:pt x="289174" y="1403502"/>
                  </a:lnTo>
                  <a:lnTo>
                    <a:pt x="288174" y="1400632"/>
                  </a:lnTo>
                  <a:lnTo>
                    <a:pt x="287134" y="1397762"/>
                  </a:lnTo>
                  <a:lnTo>
                    <a:pt x="286015" y="1394892"/>
                  </a:lnTo>
                  <a:lnTo>
                    <a:pt x="284861" y="1392021"/>
                  </a:lnTo>
                  <a:lnTo>
                    <a:pt x="283641" y="1389151"/>
                  </a:lnTo>
                  <a:lnTo>
                    <a:pt x="282355" y="1386281"/>
                  </a:lnTo>
                  <a:lnTo>
                    <a:pt x="281031" y="1383411"/>
                  </a:lnTo>
                  <a:lnTo>
                    <a:pt x="279610" y="1380541"/>
                  </a:lnTo>
                  <a:lnTo>
                    <a:pt x="278142" y="1377671"/>
                  </a:lnTo>
                  <a:lnTo>
                    <a:pt x="276614" y="1374801"/>
                  </a:lnTo>
                  <a:lnTo>
                    <a:pt x="274993" y="1371930"/>
                  </a:lnTo>
                  <a:lnTo>
                    <a:pt x="273327" y="1369060"/>
                  </a:lnTo>
                  <a:lnTo>
                    <a:pt x="271570" y="1366190"/>
                  </a:lnTo>
                  <a:lnTo>
                    <a:pt x="269740" y="1363320"/>
                  </a:lnTo>
                  <a:lnTo>
                    <a:pt x="267862" y="1360450"/>
                  </a:lnTo>
                  <a:lnTo>
                    <a:pt x="265860" y="1357580"/>
                  </a:lnTo>
                  <a:lnTo>
                    <a:pt x="263807" y="1354710"/>
                  </a:lnTo>
                  <a:lnTo>
                    <a:pt x="261675" y="1351839"/>
                  </a:lnTo>
                  <a:lnTo>
                    <a:pt x="259441" y="1348969"/>
                  </a:lnTo>
                  <a:lnTo>
                    <a:pt x="257155" y="1346099"/>
                  </a:lnTo>
                  <a:lnTo>
                    <a:pt x="254754" y="1343229"/>
                  </a:lnTo>
                  <a:lnTo>
                    <a:pt x="252278" y="1340359"/>
                  </a:lnTo>
                  <a:lnTo>
                    <a:pt x="249740" y="1337489"/>
                  </a:lnTo>
                  <a:lnTo>
                    <a:pt x="247070" y="1334619"/>
                  </a:lnTo>
                  <a:lnTo>
                    <a:pt x="244345" y="1331748"/>
                  </a:lnTo>
                  <a:lnTo>
                    <a:pt x="241524" y="1328878"/>
                  </a:lnTo>
                  <a:lnTo>
                    <a:pt x="238602" y="1326008"/>
                  </a:lnTo>
                  <a:lnTo>
                    <a:pt x="235624" y="1323138"/>
                  </a:lnTo>
                  <a:lnTo>
                    <a:pt x="232517" y="1320268"/>
                  </a:lnTo>
                  <a:lnTo>
                    <a:pt x="229341" y="1317398"/>
                  </a:lnTo>
                  <a:lnTo>
                    <a:pt x="226092" y="1314527"/>
                  </a:lnTo>
                  <a:lnTo>
                    <a:pt x="222719" y="1311657"/>
                  </a:lnTo>
                  <a:lnTo>
                    <a:pt x="219292" y="1308787"/>
                  </a:lnTo>
                  <a:lnTo>
                    <a:pt x="215762" y="1305917"/>
                  </a:lnTo>
                  <a:lnTo>
                    <a:pt x="212144" y="1303047"/>
                  </a:lnTo>
                  <a:lnTo>
                    <a:pt x="208473" y="1300177"/>
                  </a:lnTo>
                  <a:lnTo>
                    <a:pt x="204675" y="1297307"/>
                  </a:lnTo>
                  <a:lnTo>
                    <a:pt x="200823" y="1294436"/>
                  </a:lnTo>
                  <a:lnTo>
                    <a:pt x="196898" y="1291566"/>
                  </a:lnTo>
                  <a:lnTo>
                    <a:pt x="192874" y="1288696"/>
                  </a:lnTo>
                  <a:lnTo>
                    <a:pt x="188804" y="1285826"/>
                  </a:lnTo>
                  <a:lnTo>
                    <a:pt x="184643" y="1282956"/>
                  </a:lnTo>
                  <a:lnTo>
                    <a:pt x="180419" y="1280086"/>
                  </a:lnTo>
                  <a:lnTo>
                    <a:pt x="176151" y="1277216"/>
                  </a:lnTo>
                  <a:lnTo>
                    <a:pt x="171787" y="1274345"/>
                  </a:lnTo>
                  <a:lnTo>
                    <a:pt x="167389" y="1271475"/>
                  </a:lnTo>
                  <a:lnTo>
                    <a:pt x="162935" y="1268605"/>
                  </a:lnTo>
                  <a:lnTo>
                    <a:pt x="158423" y="1265735"/>
                  </a:lnTo>
                  <a:lnTo>
                    <a:pt x="153883" y="1262865"/>
                  </a:lnTo>
                  <a:lnTo>
                    <a:pt x="149287" y="1259995"/>
                  </a:lnTo>
                  <a:lnTo>
                    <a:pt x="144663" y="1257125"/>
                  </a:lnTo>
                  <a:lnTo>
                    <a:pt x="140013" y="1254254"/>
                  </a:lnTo>
                  <a:lnTo>
                    <a:pt x="135329" y="1251384"/>
                  </a:lnTo>
                  <a:lnTo>
                    <a:pt x="130633" y="1248514"/>
                  </a:lnTo>
                  <a:lnTo>
                    <a:pt x="125921" y="1245644"/>
                  </a:lnTo>
                  <a:lnTo>
                    <a:pt x="121202" y="1242774"/>
                  </a:lnTo>
                  <a:lnTo>
                    <a:pt x="116481" y="1239904"/>
                  </a:lnTo>
                  <a:lnTo>
                    <a:pt x="111766" y="1237033"/>
                  </a:lnTo>
                  <a:lnTo>
                    <a:pt x="107061" y="1234163"/>
                  </a:lnTo>
                  <a:lnTo>
                    <a:pt x="102370" y="1231293"/>
                  </a:lnTo>
                  <a:lnTo>
                    <a:pt x="97712" y="1228423"/>
                  </a:lnTo>
                  <a:lnTo>
                    <a:pt x="93075" y="1225553"/>
                  </a:lnTo>
                  <a:lnTo>
                    <a:pt x="88481" y="1222683"/>
                  </a:lnTo>
                  <a:lnTo>
                    <a:pt x="83935" y="1219813"/>
                  </a:lnTo>
                  <a:lnTo>
                    <a:pt x="79419" y="1216942"/>
                  </a:lnTo>
                  <a:lnTo>
                    <a:pt x="74995" y="1214072"/>
                  </a:lnTo>
                  <a:lnTo>
                    <a:pt x="70617" y="1211202"/>
                  </a:lnTo>
                  <a:lnTo>
                    <a:pt x="66305" y="1208332"/>
                  </a:lnTo>
                  <a:lnTo>
                    <a:pt x="62096" y="1205462"/>
                  </a:lnTo>
                  <a:lnTo>
                    <a:pt x="57941" y="1202592"/>
                  </a:lnTo>
                  <a:lnTo>
                    <a:pt x="53908" y="1199722"/>
                  </a:lnTo>
                  <a:lnTo>
                    <a:pt x="49968" y="1196851"/>
                  </a:lnTo>
                  <a:lnTo>
                    <a:pt x="46102" y="1193981"/>
                  </a:lnTo>
                  <a:lnTo>
                    <a:pt x="42409" y="1191111"/>
                  </a:lnTo>
                  <a:lnTo>
                    <a:pt x="38793" y="1188241"/>
                  </a:lnTo>
                  <a:lnTo>
                    <a:pt x="35310" y="1185371"/>
                  </a:lnTo>
                  <a:lnTo>
                    <a:pt x="31983" y="1182501"/>
                  </a:lnTo>
                  <a:lnTo>
                    <a:pt x="28741" y="1179631"/>
                  </a:lnTo>
                  <a:lnTo>
                    <a:pt x="25706" y="1176760"/>
                  </a:lnTo>
                  <a:lnTo>
                    <a:pt x="22793" y="1173890"/>
                  </a:lnTo>
                  <a:lnTo>
                    <a:pt x="20004" y="1171020"/>
                  </a:lnTo>
                  <a:lnTo>
                    <a:pt x="17444" y="1168150"/>
                  </a:lnTo>
                  <a:lnTo>
                    <a:pt x="14987" y="1165280"/>
                  </a:lnTo>
                  <a:lnTo>
                    <a:pt x="12729" y="1162410"/>
                  </a:lnTo>
                  <a:lnTo>
                    <a:pt x="10657" y="1159539"/>
                  </a:lnTo>
                  <a:lnTo>
                    <a:pt x="8695" y="1156669"/>
                  </a:lnTo>
                  <a:lnTo>
                    <a:pt x="7011" y="1153799"/>
                  </a:lnTo>
                  <a:lnTo>
                    <a:pt x="5458" y="1150929"/>
                  </a:lnTo>
                  <a:lnTo>
                    <a:pt x="4075" y="1148059"/>
                  </a:lnTo>
                  <a:lnTo>
                    <a:pt x="2944" y="1145189"/>
                  </a:lnTo>
                  <a:lnTo>
                    <a:pt x="1933" y="1142319"/>
                  </a:lnTo>
                  <a:lnTo>
                    <a:pt x="1169" y="1139448"/>
                  </a:lnTo>
                  <a:lnTo>
                    <a:pt x="594" y="1136578"/>
                  </a:lnTo>
                  <a:lnTo>
                    <a:pt x="146" y="1133708"/>
                  </a:lnTo>
                  <a:lnTo>
                    <a:pt x="11" y="1130838"/>
                  </a:lnTo>
                  <a:lnTo>
                    <a:pt x="7" y="1129758"/>
                  </a:lnTo>
                  <a:lnTo>
                    <a:pt x="0" y="1127968"/>
                  </a:lnTo>
                  <a:lnTo>
                    <a:pt x="188" y="1125098"/>
                  </a:lnTo>
                  <a:lnTo>
                    <a:pt x="617" y="1122228"/>
                  </a:lnTo>
                  <a:lnTo>
                    <a:pt x="1168" y="1119357"/>
                  </a:lnTo>
                  <a:lnTo>
                    <a:pt x="1987" y="1116487"/>
                  </a:lnTo>
                  <a:lnTo>
                    <a:pt x="2972" y="1113617"/>
                  </a:lnTo>
                  <a:lnTo>
                    <a:pt x="4100" y="1110747"/>
                  </a:lnTo>
                  <a:lnTo>
                    <a:pt x="5508" y="1107877"/>
                  </a:lnTo>
                  <a:lnTo>
                    <a:pt x="7031" y="1105007"/>
                  </a:lnTo>
                  <a:lnTo>
                    <a:pt x="8758" y="1102136"/>
                  </a:lnTo>
                  <a:lnTo>
                    <a:pt x="10684" y="1099266"/>
                  </a:lnTo>
                  <a:lnTo>
                    <a:pt x="12721" y="1096396"/>
                  </a:lnTo>
                  <a:lnTo>
                    <a:pt x="15010" y="1093526"/>
                  </a:lnTo>
                  <a:lnTo>
                    <a:pt x="17423" y="1090656"/>
                  </a:lnTo>
                  <a:lnTo>
                    <a:pt x="19976" y="1087786"/>
                  </a:lnTo>
                  <a:lnTo>
                    <a:pt x="22743" y="1084916"/>
                  </a:lnTo>
                  <a:lnTo>
                    <a:pt x="25605" y="1082045"/>
                  </a:lnTo>
                  <a:lnTo>
                    <a:pt x="28644" y="1079175"/>
                  </a:lnTo>
                  <a:lnTo>
                    <a:pt x="31823" y="1076305"/>
                  </a:lnTo>
                  <a:lnTo>
                    <a:pt x="35088" y="1073435"/>
                  </a:lnTo>
                  <a:lnTo>
                    <a:pt x="38552" y="1070565"/>
                  </a:lnTo>
                  <a:lnTo>
                    <a:pt x="42094" y="1067695"/>
                  </a:lnTo>
                  <a:lnTo>
                    <a:pt x="45746" y="1064825"/>
                  </a:lnTo>
                  <a:lnTo>
                    <a:pt x="49534" y="1061954"/>
                  </a:lnTo>
                  <a:lnTo>
                    <a:pt x="53385" y="1059084"/>
                  </a:lnTo>
                  <a:lnTo>
                    <a:pt x="57359" y="1056214"/>
                  </a:lnTo>
                  <a:lnTo>
                    <a:pt x="61409" y="1053344"/>
                  </a:lnTo>
                  <a:lnTo>
                    <a:pt x="65517" y="1050474"/>
                  </a:lnTo>
                  <a:lnTo>
                    <a:pt x="69734" y="1047604"/>
                  </a:lnTo>
                  <a:lnTo>
                    <a:pt x="73988" y="1044734"/>
                  </a:lnTo>
                  <a:lnTo>
                    <a:pt x="78305" y="1041863"/>
                  </a:lnTo>
                  <a:lnTo>
                    <a:pt x="82679" y="1038993"/>
                  </a:lnTo>
                  <a:lnTo>
                    <a:pt x="87079" y="1036123"/>
                  </a:lnTo>
                  <a:lnTo>
                    <a:pt x="91530" y="1033253"/>
                  </a:lnTo>
                  <a:lnTo>
                    <a:pt x="96000" y="1030383"/>
                  </a:lnTo>
                  <a:lnTo>
                    <a:pt x="100490" y="1027513"/>
                  </a:lnTo>
                  <a:lnTo>
                    <a:pt x="104998" y="1024642"/>
                  </a:lnTo>
                  <a:lnTo>
                    <a:pt x="109508" y="1021772"/>
                  </a:lnTo>
                  <a:lnTo>
                    <a:pt x="114020" y="1018902"/>
                  </a:lnTo>
                  <a:lnTo>
                    <a:pt x="118523" y="1016032"/>
                  </a:lnTo>
                  <a:lnTo>
                    <a:pt x="123018" y="1013162"/>
                  </a:lnTo>
                  <a:lnTo>
                    <a:pt x="127484" y="1010292"/>
                  </a:lnTo>
                  <a:lnTo>
                    <a:pt x="131928" y="1007422"/>
                  </a:lnTo>
                  <a:lnTo>
                    <a:pt x="136346" y="1004551"/>
                  </a:lnTo>
                  <a:lnTo>
                    <a:pt x="140711" y="1001681"/>
                  </a:lnTo>
                  <a:lnTo>
                    <a:pt x="145049" y="998811"/>
                  </a:lnTo>
                  <a:lnTo>
                    <a:pt x="149326" y="995941"/>
                  </a:lnTo>
                  <a:lnTo>
                    <a:pt x="153548" y="993071"/>
                  </a:lnTo>
                  <a:lnTo>
                    <a:pt x="157734" y="990201"/>
                  </a:lnTo>
                  <a:lnTo>
                    <a:pt x="161817" y="987331"/>
                  </a:lnTo>
                  <a:lnTo>
                    <a:pt x="165855" y="984460"/>
                  </a:lnTo>
                  <a:lnTo>
                    <a:pt x="169822" y="981590"/>
                  </a:lnTo>
                  <a:lnTo>
                    <a:pt x="173692" y="978720"/>
                  </a:lnTo>
                  <a:lnTo>
                    <a:pt x="177512" y="975850"/>
                  </a:lnTo>
                  <a:lnTo>
                    <a:pt x="181217" y="972980"/>
                  </a:lnTo>
                  <a:lnTo>
                    <a:pt x="184844" y="970110"/>
                  </a:lnTo>
                  <a:lnTo>
                    <a:pt x="188405" y="967240"/>
                  </a:lnTo>
                  <a:lnTo>
                    <a:pt x="191825" y="964369"/>
                  </a:lnTo>
                  <a:lnTo>
                    <a:pt x="195184" y="961499"/>
                  </a:lnTo>
                  <a:lnTo>
                    <a:pt x="198435" y="958629"/>
                  </a:lnTo>
                  <a:lnTo>
                    <a:pt x="201570" y="955759"/>
                  </a:lnTo>
                  <a:lnTo>
                    <a:pt x="204642" y="952889"/>
                  </a:lnTo>
                  <a:lnTo>
                    <a:pt x="207561" y="950019"/>
                  </a:lnTo>
                  <a:lnTo>
                    <a:pt x="210396" y="947148"/>
                  </a:lnTo>
                  <a:lnTo>
                    <a:pt x="213143" y="944278"/>
                  </a:lnTo>
                  <a:lnTo>
                    <a:pt x="215737" y="941408"/>
                  </a:lnTo>
                  <a:lnTo>
                    <a:pt x="218264" y="938538"/>
                  </a:lnTo>
                  <a:lnTo>
                    <a:pt x="220659" y="935668"/>
                  </a:lnTo>
                  <a:lnTo>
                    <a:pt x="222940" y="932798"/>
                  </a:lnTo>
                  <a:lnTo>
                    <a:pt x="225151" y="929928"/>
                  </a:lnTo>
                  <a:lnTo>
                    <a:pt x="227191" y="927057"/>
                  </a:lnTo>
                  <a:lnTo>
                    <a:pt x="229157" y="924187"/>
                  </a:lnTo>
                  <a:lnTo>
                    <a:pt x="231019" y="921317"/>
                  </a:lnTo>
                  <a:lnTo>
                    <a:pt x="232740" y="918447"/>
                  </a:lnTo>
                  <a:lnTo>
                    <a:pt x="234393" y="915577"/>
                  </a:lnTo>
                  <a:lnTo>
                    <a:pt x="235906" y="912707"/>
                  </a:lnTo>
                  <a:lnTo>
                    <a:pt x="237320" y="909837"/>
                  </a:lnTo>
                  <a:lnTo>
                    <a:pt x="238661" y="906966"/>
                  </a:lnTo>
                  <a:lnTo>
                    <a:pt x="239840" y="904096"/>
                  </a:lnTo>
                  <a:lnTo>
                    <a:pt x="240956" y="901226"/>
                  </a:lnTo>
                  <a:lnTo>
                    <a:pt x="241966" y="898356"/>
                  </a:lnTo>
                  <a:lnTo>
                    <a:pt x="242856" y="895486"/>
                  </a:lnTo>
                  <a:lnTo>
                    <a:pt x="243686" y="892616"/>
                  </a:lnTo>
                  <a:lnTo>
                    <a:pt x="244380" y="889746"/>
                  </a:lnTo>
                  <a:lnTo>
                    <a:pt x="244997" y="886875"/>
                  </a:lnTo>
                  <a:lnTo>
                    <a:pt x="245541" y="884005"/>
                  </a:lnTo>
                  <a:lnTo>
                    <a:pt x="245955" y="881135"/>
                  </a:lnTo>
                  <a:lnTo>
                    <a:pt x="246313" y="878265"/>
                  </a:lnTo>
                  <a:lnTo>
                    <a:pt x="246574" y="875395"/>
                  </a:lnTo>
                  <a:lnTo>
                    <a:pt x="246745" y="872525"/>
                  </a:lnTo>
                  <a:lnTo>
                    <a:pt x="246864" y="869654"/>
                  </a:lnTo>
                  <a:lnTo>
                    <a:pt x="246866" y="866784"/>
                  </a:lnTo>
                  <a:lnTo>
                    <a:pt x="246812" y="863914"/>
                  </a:lnTo>
                  <a:lnTo>
                    <a:pt x="246694" y="861044"/>
                  </a:lnTo>
                  <a:lnTo>
                    <a:pt x="246480" y="858174"/>
                  </a:lnTo>
                  <a:lnTo>
                    <a:pt x="246224" y="855304"/>
                  </a:lnTo>
                  <a:lnTo>
                    <a:pt x="245886" y="852434"/>
                  </a:lnTo>
                  <a:lnTo>
                    <a:pt x="245486" y="849563"/>
                  </a:lnTo>
                  <a:lnTo>
                    <a:pt x="245049" y="846693"/>
                  </a:lnTo>
                  <a:lnTo>
                    <a:pt x="244519" y="843823"/>
                  </a:lnTo>
                  <a:lnTo>
                    <a:pt x="243957" y="840953"/>
                  </a:lnTo>
                  <a:lnTo>
                    <a:pt x="243342" y="838083"/>
                  </a:lnTo>
                  <a:lnTo>
                    <a:pt x="242668" y="835213"/>
                  </a:lnTo>
                  <a:lnTo>
                    <a:pt x="241964" y="832343"/>
                  </a:lnTo>
                  <a:lnTo>
                    <a:pt x="241202" y="829472"/>
                  </a:lnTo>
                  <a:lnTo>
                    <a:pt x="240406" y="826602"/>
                  </a:lnTo>
                  <a:lnTo>
                    <a:pt x="239581" y="823732"/>
                  </a:lnTo>
                  <a:lnTo>
                    <a:pt x="238704" y="820862"/>
                  </a:lnTo>
                  <a:lnTo>
                    <a:pt x="237808" y="817992"/>
                  </a:lnTo>
                  <a:lnTo>
                    <a:pt x="236880" y="815122"/>
                  </a:lnTo>
                  <a:lnTo>
                    <a:pt x="235923" y="812252"/>
                  </a:lnTo>
                  <a:lnTo>
                    <a:pt x="234951" y="809381"/>
                  </a:lnTo>
                  <a:lnTo>
                    <a:pt x="233949" y="806511"/>
                  </a:lnTo>
                  <a:lnTo>
                    <a:pt x="232935" y="803641"/>
                  </a:lnTo>
                  <a:lnTo>
                    <a:pt x="231907" y="800771"/>
                  </a:lnTo>
                  <a:lnTo>
                    <a:pt x="230863" y="797901"/>
                  </a:lnTo>
                  <a:lnTo>
                    <a:pt x="229813" y="795031"/>
                  </a:lnTo>
                  <a:lnTo>
                    <a:pt x="228755" y="792160"/>
                  </a:lnTo>
                  <a:lnTo>
                    <a:pt x="227694" y="789290"/>
                  </a:lnTo>
                  <a:lnTo>
                    <a:pt x="226631" y="786420"/>
                  </a:lnTo>
                  <a:lnTo>
                    <a:pt x="225571" y="783550"/>
                  </a:lnTo>
                  <a:lnTo>
                    <a:pt x="224514" y="780680"/>
                  </a:lnTo>
                  <a:lnTo>
                    <a:pt x="223463" y="777810"/>
                  </a:lnTo>
                  <a:lnTo>
                    <a:pt x="222424" y="774940"/>
                  </a:lnTo>
                  <a:lnTo>
                    <a:pt x="221393" y="772069"/>
                  </a:lnTo>
                  <a:lnTo>
                    <a:pt x="220380" y="769199"/>
                  </a:lnTo>
                  <a:lnTo>
                    <a:pt x="219383" y="766329"/>
                  </a:lnTo>
                  <a:lnTo>
                    <a:pt x="218398" y="763459"/>
                  </a:lnTo>
                  <a:lnTo>
                    <a:pt x="217446" y="760589"/>
                  </a:lnTo>
                  <a:lnTo>
                    <a:pt x="216510" y="757719"/>
                  </a:lnTo>
                  <a:lnTo>
                    <a:pt x="215599" y="754849"/>
                  </a:lnTo>
                  <a:lnTo>
                    <a:pt x="214722" y="751978"/>
                  </a:lnTo>
                  <a:lnTo>
                    <a:pt x="213864" y="749108"/>
                  </a:lnTo>
                  <a:lnTo>
                    <a:pt x="213049" y="746238"/>
                  </a:lnTo>
                  <a:lnTo>
                    <a:pt x="212264" y="743368"/>
                  </a:lnTo>
                  <a:lnTo>
                    <a:pt x="211505" y="740498"/>
                  </a:lnTo>
                  <a:lnTo>
                    <a:pt x="210801" y="737628"/>
                  </a:lnTo>
                  <a:lnTo>
                    <a:pt x="210122" y="734757"/>
                  </a:lnTo>
                  <a:lnTo>
                    <a:pt x="209488" y="731887"/>
                  </a:lnTo>
                  <a:lnTo>
                    <a:pt x="208901" y="729017"/>
                  </a:lnTo>
                  <a:lnTo>
                    <a:pt x="208341" y="726147"/>
                  </a:lnTo>
                  <a:lnTo>
                    <a:pt x="207848" y="723277"/>
                  </a:lnTo>
                  <a:lnTo>
                    <a:pt x="207389" y="720407"/>
                  </a:lnTo>
                  <a:lnTo>
                    <a:pt x="206971" y="717537"/>
                  </a:lnTo>
                  <a:lnTo>
                    <a:pt x="206619" y="714666"/>
                  </a:lnTo>
                  <a:lnTo>
                    <a:pt x="206298" y="711796"/>
                  </a:lnTo>
                  <a:lnTo>
                    <a:pt x="206038" y="708926"/>
                  </a:lnTo>
                  <a:lnTo>
                    <a:pt x="205830" y="706056"/>
                  </a:lnTo>
                  <a:lnTo>
                    <a:pt x="205653" y="703186"/>
                  </a:lnTo>
                  <a:lnTo>
                    <a:pt x="205559" y="700316"/>
                  </a:lnTo>
                  <a:lnTo>
                    <a:pt x="205499" y="697446"/>
                  </a:lnTo>
                  <a:lnTo>
                    <a:pt x="205490" y="694575"/>
                  </a:lnTo>
                  <a:lnTo>
                    <a:pt x="205549" y="691705"/>
                  </a:lnTo>
                  <a:lnTo>
                    <a:pt x="205641" y="688835"/>
                  </a:lnTo>
                  <a:lnTo>
                    <a:pt x="205802" y="685965"/>
                  </a:lnTo>
                  <a:lnTo>
                    <a:pt x="206013" y="683095"/>
                  </a:lnTo>
                  <a:lnTo>
                    <a:pt x="206260" y="680225"/>
                  </a:lnTo>
                  <a:lnTo>
                    <a:pt x="206589" y="677355"/>
                  </a:lnTo>
                  <a:lnTo>
                    <a:pt x="206950" y="674484"/>
                  </a:lnTo>
                  <a:lnTo>
                    <a:pt x="207365" y="671614"/>
                  </a:lnTo>
                  <a:lnTo>
                    <a:pt x="207841" y="668744"/>
                  </a:lnTo>
                  <a:lnTo>
                    <a:pt x="208348" y="665874"/>
                  </a:lnTo>
                  <a:lnTo>
                    <a:pt x="208926" y="663004"/>
                  </a:lnTo>
                  <a:lnTo>
                    <a:pt x="209544" y="660134"/>
                  </a:lnTo>
                  <a:lnTo>
                    <a:pt x="210200" y="657263"/>
                  </a:lnTo>
                  <a:lnTo>
                    <a:pt x="210923" y="654393"/>
                  </a:lnTo>
                  <a:lnTo>
                    <a:pt x="211674" y="651523"/>
                  </a:lnTo>
                  <a:lnTo>
                    <a:pt x="212477" y="648653"/>
                  </a:lnTo>
                  <a:lnTo>
                    <a:pt x="213326" y="645783"/>
                  </a:lnTo>
                  <a:lnTo>
                    <a:pt x="214201" y="642913"/>
                  </a:lnTo>
                  <a:lnTo>
                    <a:pt x="215138" y="640043"/>
                  </a:lnTo>
                  <a:lnTo>
                    <a:pt x="216102" y="637172"/>
                  </a:lnTo>
                  <a:lnTo>
                    <a:pt x="217099" y="634302"/>
                  </a:lnTo>
                  <a:lnTo>
                    <a:pt x="218144" y="631432"/>
                  </a:lnTo>
                  <a:lnTo>
                    <a:pt x="219210" y="628562"/>
                  </a:lnTo>
                  <a:lnTo>
                    <a:pt x="220316" y="625692"/>
                  </a:lnTo>
                  <a:lnTo>
                    <a:pt x="221452" y="622822"/>
                  </a:lnTo>
                  <a:lnTo>
                    <a:pt x="222606" y="619952"/>
                  </a:lnTo>
                  <a:lnTo>
                    <a:pt x="223802" y="617081"/>
                  </a:lnTo>
                  <a:lnTo>
                    <a:pt x="225014" y="614211"/>
                  </a:lnTo>
                  <a:lnTo>
                    <a:pt x="226248" y="611341"/>
                  </a:lnTo>
                  <a:lnTo>
                    <a:pt x="227508" y="608471"/>
                  </a:lnTo>
                  <a:lnTo>
                    <a:pt x="228780" y="605601"/>
                  </a:lnTo>
                  <a:lnTo>
                    <a:pt x="230075" y="602731"/>
                  </a:lnTo>
                  <a:lnTo>
                    <a:pt x="231382" y="599861"/>
                  </a:lnTo>
                  <a:lnTo>
                    <a:pt x="232699" y="596990"/>
                  </a:lnTo>
                  <a:lnTo>
                    <a:pt x="234032" y="594120"/>
                  </a:lnTo>
                  <a:lnTo>
                    <a:pt x="235370" y="591250"/>
                  </a:lnTo>
                  <a:lnTo>
                    <a:pt x="236717" y="588380"/>
                  </a:lnTo>
                  <a:lnTo>
                    <a:pt x="238068" y="585510"/>
                  </a:lnTo>
                  <a:lnTo>
                    <a:pt x="239422" y="582640"/>
                  </a:lnTo>
                  <a:lnTo>
                    <a:pt x="240778" y="579769"/>
                  </a:lnTo>
                  <a:lnTo>
                    <a:pt x="242132" y="576899"/>
                  </a:lnTo>
                  <a:lnTo>
                    <a:pt x="243484" y="574029"/>
                  </a:lnTo>
                  <a:lnTo>
                    <a:pt x="244830" y="571159"/>
                  </a:lnTo>
                  <a:lnTo>
                    <a:pt x="246172" y="568289"/>
                  </a:lnTo>
                  <a:lnTo>
                    <a:pt x="247505" y="565419"/>
                  </a:lnTo>
                  <a:lnTo>
                    <a:pt x="248828" y="562549"/>
                  </a:lnTo>
                  <a:lnTo>
                    <a:pt x="250143" y="559678"/>
                  </a:lnTo>
                  <a:lnTo>
                    <a:pt x="251439" y="556808"/>
                  </a:lnTo>
                  <a:lnTo>
                    <a:pt x="252725" y="553938"/>
                  </a:lnTo>
                  <a:lnTo>
                    <a:pt x="253996" y="551068"/>
                  </a:lnTo>
                  <a:lnTo>
                    <a:pt x="255244" y="548198"/>
                  </a:lnTo>
                  <a:lnTo>
                    <a:pt x="256481" y="545328"/>
                  </a:lnTo>
                  <a:lnTo>
                    <a:pt x="257693" y="542458"/>
                  </a:lnTo>
                  <a:lnTo>
                    <a:pt x="258884" y="539587"/>
                  </a:lnTo>
                  <a:lnTo>
                    <a:pt x="260061" y="536717"/>
                  </a:lnTo>
                  <a:lnTo>
                    <a:pt x="261202" y="533847"/>
                  </a:lnTo>
                  <a:lnTo>
                    <a:pt x="262327" y="530977"/>
                  </a:lnTo>
                  <a:lnTo>
                    <a:pt x="263427" y="528107"/>
                  </a:lnTo>
                  <a:lnTo>
                    <a:pt x="264495" y="525237"/>
                  </a:lnTo>
                  <a:lnTo>
                    <a:pt x="265547" y="522367"/>
                  </a:lnTo>
                  <a:lnTo>
                    <a:pt x="266560" y="519496"/>
                  </a:lnTo>
                  <a:lnTo>
                    <a:pt x="267550" y="516626"/>
                  </a:lnTo>
                  <a:lnTo>
                    <a:pt x="268518" y="513756"/>
                  </a:lnTo>
                  <a:lnTo>
                    <a:pt x="269443" y="510886"/>
                  </a:lnTo>
                  <a:lnTo>
                    <a:pt x="270351" y="508016"/>
                  </a:lnTo>
                  <a:lnTo>
                    <a:pt x="271224" y="505146"/>
                  </a:lnTo>
                  <a:lnTo>
                    <a:pt x="272064" y="502275"/>
                  </a:lnTo>
                  <a:lnTo>
                    <a:pt x="272886" y="499405"/>
                  </a:lnTo>
                  <a:lnTo>
                    <a:pt x="273662" y="496535"/>
                  </a:lnTo>
                  <a:lnTo>
                    <a:pt x="274416" y="493665"/>
                  </a:lnTo>
                  <a:lnTo>
                    <a:pt x="275143" y="490795"/>
                  </a:lnTo>
                  <a:lnTo>
                    <a:pt x="275829" y="487925"/>
                  </a:lnTo>
                  <a:lnTo>
                    <a:pt x="276497" y="485055"/>
                  </a:lnTo>
                  <a:lnTo>
                    <a:pt x="277127" y="482184"/>
                  </a:lnTo>
                  <a:lnTo>
                    <a:pt x="277728" y="479314"/>
                  </a:lnTo>
                  <a:lnTo>
                    <a:pt x="278311" y="476444"/>
                  </a:lnTo>
                  <a:lnTo>
                    <a:pt x="278847" y="473574"/>
                  </a:lnTo>
                  <a:lnTo>
                    <a:pt x="279366" y="470704"/>
                  </a:lnTo>
                  <a:lnTo>
                    <a:pt x="279857" y="467834"/>
                  </a:lnTo>
                  <a:lnTo>
                    <a:pt x="280314" y="464964"/>
                  </a:lnTo>
                  <a:lnTo>
                    <a:pt x="280754" y="462093"/>
                  </a:lnTo>
                  <a:lnTo>
                    <a:pt x="281159" y="459223"/>
                  </a:lnTo>
                  <a:lnTo>
                    <a:pt x="281541" y="456353"/>
                  </a:lnTo>
                  <a:lnTo>
                    <a:pt x="281905" y="453483"/>
                  </a:lnTo>
                  <a:lnTo>
                    <a:pt x="282233" y="450613"/>
                  </a:lnTo>
                  <a:lnTo>
                    <a:pt x="282546" y="447743"/>
                  </a:lnTo>
                  <a:lnTo>
                    <a:pt x="282835" y="444873"/>
                  </a:lnTo>
                  <a:lnTo>
                    <a:pt x="283100" y="442002"/>
                  </a:lnTo>
                  <a:lnTo>
                    <a:pt x="283351" y="439132"/>
                  </a:lnTo>
                  <a:lnTo>
                    <a:pt x="283573" y="436262"/>
                  </a:lnTo>
                  <a:lnTo>
                    <a:pt x="283780" y="433392"/>
                  </a:lnTo>
                  <a:lnTo>
                    <a:pt x="283973" y="430522"/>
                  </a:lnTo>
                  <a:lnTo>
                    <a:pt x="284141" y="427652"/>
                  </a:lnTo>
                  <a:lnTo>
                    <a:pt x="284299" y="424781"/>
                  </a:lnTo>
                  <a:lnTo>
                    <a:pt x="284439" y="421911"/>
                  </a:lnTo>
                  <a:lnTo>
                    <a:pt x="284563" y="419041"/>
                  </a:lnTo>
                  <a:lnTo>
                    <a:pt x="284680" y="416171"/>
                  </a:lnTo>
                  <a:lnTo>
                    <a:pt x="284777" y="413301"/>
                  </a:lnTo>
                  <a:lnTo>
                    <a:pt x="284866" y="410431"/>
                  </a:lnTo>
                  <a:lnTo>
                    <a:pt x="284946" y="407561"/>
                  </a:lnTo>
                  <a:lnTo>
                    <a:pt x="285013" y="404690"/>
                  </a:lnTo>
                  <a:lnTo>
                    <a:pt x="285075" y="401820"/>
                  </a:lnTo>
                  <a:lnTo>
                    <a:pt x="285126" y="398950"/>
                  </a:lnTo>
                  <a:lnTo>
                    <a:pt x="285172" y="396080"/>
                  </a:lnTo>
                  <a:lnTo>
                    <a:pt x="285213" y="393210"/>
                  </a:lnTo>
                  <a:lnTo>
                    <a:pt x="285246" y="390340"/>
                  </a:lnTo>
                  <a:lnTo>
                    <a:pt x="285277" y="387470"/>
                  </a:lnTo>
                  <a:lnTo>
                    <a:pt x="285305" y="384599"/>
                  </a:lnTo>
                  <a:lnTo>
                    <a:pt x="285329" y="381729"/>
                  </a:lnTo>
                  <a:lnTo>
                    <a:pt x="285352" y="378859"/>
                  </a:lnTo>
                  <a:lnTo>
                    <a:pt x="285374" y="375989"/>
                  </a:lnTo>
                  <a:lnTo>
                    <a:pt x="285396" y="373119"/>
                  </a:lnTo>
                  <a:lnTo>
                    <a:pt x="285418" y="370249"/>
                  </a:lnTo>
                  <a:lnTo>
                    <a:pt x="285442" y="367378"/>
                  </a:lnTo>
                  <a:lnTo>
                    <a:pt x="285468" y="364508"/>
                  </a:lnTo>
                  <a:lnTo>
                    <a:pt x="285495" y="361638"/>
                  </a:lnTo>
                  <a:lnTo>
                    <a:pt x="285527" y="358768"/>
                  </a:lnTo>
                  <a:lnTo>
                    <a:pt x="285560" y="355898"/>
                  </a:lnTo>
                  <a:lnTo>
                    <a:pt x="285600" y="353028"/>
                  </a:lnTo>
                  <a:lnTo>
                    <a:pt x="285643" y="350158"/>
                  </a:lnTo>
                  <a:lnTo>
                    <a:pt x="285691" y="347287"/>
                  </a:lnTo>
                  <a:lnTo>
                    <a:pt x="285746" y="344417"/>
                  </a:lnTo>
                  <a:lnTo>
                    <a:pt x="285805" y="341547"/>
                  </a:lnTo>
                  <a:lnTo>
                    <a:pt x="285871" y="338677"/>
                  </a:lnTo>
                  <a:lnTo>
                    <a:pt x="285945" y="335807"/>
                  </a:lnTo>
                  <a:lnTo>
                    <a:pt x="286022" y="332937"/>
                  </a:lnTo>
                  <a:lnTo>
                    <a:pt x="286111" y="330067"/>
                  </a:lnTo>
                  <a:lnTo>
                    <a:pt x="286204" y="327196"/>
                  </a:lnTo>
                  <a:lnTo>
                    <a:pt x="286305" y="324326"/>
                  </a:lnTo>
                  <a:lnTo>
                    <a:pt x="286416" y="321456"/>
                  </a:lnTo>
                  <a:lnTo>
                    <a:pt x="286531" y="318586"/>
                  </a:lnTo>
                  <a:lnTo>
                    <a:pt x="286657" y="315716"/>
                  </a:lnTo>
                  <a:lnTo>
                    <a:pt x="286790" y="312846"/>
                  </a:lnTo>
                  <a:lnTo>
                    <a:pt x="286929" y="309976"/>
                  </a:lnTo>
                  <a:lnTo>
                    <a:pt x="287079" y="307105"/>
                  </a:lnTo>
                  <a:lnTo>
                    <a:pt x="287235" y="304235"/>
                  </a:lnTo>
                  <a:lnTo>
                    <a:pt x="287399" y="301365"/>
                  </a:lnTo>
                  <a:lnTo>
                    <a:pt x="287572" y="298495"/>
                  </a:lnTo>
                  <a:lnTo>
                    <a:pt x="287750" y="295625"/>
                  </a:lnTo>
                  <a:lnTo>
                    <a:pt x="287938" y="292755"/>
                  </a:lnTo>
                  <a:lnTo>
                    <a:pt x="288133" y="289884"/>
                  </a:lnTo>
                  <a:lnTo>
                    <a:pt x="288333" y="287014"/>
                  </a:lnTo>
                  <a:lnTo>
                    <a:pt x="288542" y="284144"/>
                  </a:lnTo>
                  <a:lnTo>
                    <a:pt x="288756" y="281274"/>
                  </a:lnTo>
                  <a:lnTo>
                    <a:pt x="288978" y="278404"/>
                  </a:lnTo>
                  <a:lnTo>
                    <a:pt x="289206" y="275534"/>
                  </a:lnTo>
                  <a:lnTo>
                    <a:pt x="289438" y="272664"/>
                  </a:lnTo>
                  <a:lnTo>
                    <a:pt x="289678" y="269793"/>
                  </a:lnTo>
                  <a:lnTo>
                    <a:pt x="289922" y="266923"/>
                  </a:lnTo>
                  <a:lnTo>
                    <a:pt x="290170" y="264053"/>
                  </a:lnTo>
                  <a:lnTo>
                    <a:pt x="290424" y="261183"/>
                  </a:lnTo>
                  <a:lnTo>
                    <a:pt x="290681" y="258313"/>
                  </a:lnTo>
                  <a:lnTo>
                    <a:pt x="290943" y="255443"/>
                  </a:lnTo>
                  <a:lnTo>
                    <a:pt x="291209" y="252573"/>
                  </a:lnTo>
                  <a:lnTo>
                    <a:pt x="291476" y="249702"/>
                  </a:lnTo>
                  <a:lnTo>
                    <a:pt x="291748" y="246832"/>
                  </a:lnTo>
                  <a:lnTo>
                    <a:pt x="292022" y="243962"/>
                  </a:lnTo>
                  <a:lnTo>
                    <a:pt x="292298" y="241092"/>
                  </a:lnTo>
                  <a:lnTo>
                    <a:pt x="292575" y="238222"/>
                  </a:lnTo>
                  <a:lnTo>
                    <a:pt x="292854" y="235352"/>
                  </a:lnTo>
                  <a:lnTo>
                    <a:pt x="293134" y="232482"/>
                  </a:lnTo>
                  <a:lnTo>
                    <a:pt x="293415" y="229611"/>
                  </a:lnTo>
                  <a:lnTo>
                    <a:pt x="293696" y="226741"/>
                  </a:lnTo>
                  <a:lnTo>
                    <a:pt x="293977" y="223871"/>
                  </a:lnTo>
                  <a:lnTo>
                    <a:pt x="294257" y="221001"/>
                  </a:lnTo>
                  <a:lnTo>
                    <a:pt x="294537" y="218131"/>
                  </a:lnTo>
                  <a:lnTo>
                    <a:pt x="294815" y="215261"/>
                  </a:lnTo>
                  <a:lnTo>
                    <a:pt x="295093" y="212390"/>
                  </a:lnTo>
                  <a:lnTo>
                    <a:pt x="295369" y="209520"/>
                  </a:lnTo>
                  <a:lnTo>
                    <a:pt x="295642" y="206650"/>
                  </a:lnTo>
                  <a:lnTo>
                    <a:pt x="295914" y="203780"/>
                  </a:lnTo>
                  <a:lnTo>
                    <a:pt x="296183" y="200910"/>
                  </a:lnTo>
                  <a:lnTo>
                    <a:pt x="296450" y="198040"/>
                  </a:lnTo>
                  <a:lnTo>
                    <a:pt x="296713" y="195170"/>
                  </a:lnTo>
                  <a:lnTo>
                    <a:pt x="296973" y="192299"/>
                  </a:lnTo>
                  <a:lnTo>
                    <a:pt x="297230" y="189429"/>
                  </a:lnTo>
                  <a:lnTo>
                    <a:pt x="297482" y="186559"/>
                  </a:lnTo>
                  <a:lnTo>
                    <a:pt x="297732" y="183689"/>
                  </a:lnTo>
                  <a:lnTo>
                    <a:pt x="297977" y="180819"/>
                  </a:lnTo>
                  <a:lnTo>
                    <a:pt x="298217" y="177949"/>
                  </a:lnTo>
                  <a:lnTo>
                    <a:pt x="298454" y="175079"/>
                  </a:lnTo>
                  <a:lnTo>
                    <a:pt x="298686" y="172208"/>
                  </a:lnTo>
                  <a:lnTo>
                    <a:pt x="298913" y="169338"/>
                  </a:lnTo>
                  <a:lnTo>
                    <a:pt x="299137" y="166468"/>
                  </a:lnTo>
                  <a:lnTo>
                    <a:pt x="299353" y="163598"/>
                  </a:lnTo>
                  <a:lnTo>
                    <a:pt x="299566" y="160728"/>
                  </a:lnTo>
                  <a:lnTo>
                    <a:pt x="299774" y="157858"/>
                  </a:lnTo>
                  <a:lnTo>
                    <a:pt x="299976" y="154988"/>
                  </a:lnTo>
                  <a:lnTo>
                    <a:pt x="300175" y="152117"/>
                  </a:lnTo>
                  <a:lnTo>
                    <a:pt x="300366" y="149247"/>
                  </a:lnTo>
                  <a:lnTo>
                    <a:pt x="300553" y="146377"/>
                  </a:lnTo>
                  <a:lnTo>
                    <a:pt x="300736" y="143507"/>
                  </a:lnTo>
                  <a:lnTo>
                    <a:pt x="300911" y="140637"/>
                  </a:lnTo>
                  <a:lnTo>
                    <a:pt x="301083" y="137767"/>
                  </a:lnTo>
                  <a:lnTo>
                    <a:pt x="301250" y="134896"/>
                  </a:lnTo>
                  <a:lnTo>
                    <a:pt x="301410" y="132026"/>
                  </a:lnTo>
                  <a:lnTo>
                    <a:pt x="301567" y="129156"/>
                  </a:lnTo>
                  <a:lnTo>
                    <a:pt x="301717" y="126286"/>
                  </a:lnTo>
                  <a:lnTo>
                    <a:pt x="301862" y="123416"/>
                  </a:lnTo>
                  <a:lnTo>
                    <a:pt x="302003" y="120546"/>
                  </a:lnTo>
                  <a:lnTo>
                    <a:pt x="302138" y="117676"/>
                  </a:lnTo>
                  <a:lnTo>
                    <a:pt x="302270" y="114805"/>
                  </a:lnTo>
                  <a:lnTo>
                    <a:pt x="302395" y="111935"/>
                  </a:lnTo>
                  <a:lnTo>
                    <a:pt x="302516" y="109065"/>
                  </a:lnTo>
                  <a:lnTo>
                    <a:pt x="302634" y="106195"/>
                  </a:lnTo>
                  <a:lnTo>
                    <a:pt x="302744" y="103325"/>
                  </a:lnTo>
                  <a:lnTo>
                    <a:pt x="302852" y="100455"/>
                  </a:lnTo>
                  <a:lnTo>
                    <a:pt x="302955" y="97585"/>
                  </a:lnTo>
                  <a:lnTo>
                    <a:pt x="303053" y="94714"/>
                  </a:lnTo>
                  <a:lnTo>
                    <a:pt x="303149" y="91844"/>
                  </a:lnTo>
                  <a:lnTo>
                    <a:pt x="303238" y="88974"/>
                  </a:lnTo>
                  <a:lnTo>
                    <a:pt x="303325" y="86104"/>
                  </a:lnTo>
                  <a:lnTo>
                    <a:pt x="303408" y="83234"/>
                  </a:lnTo>
                  <a:lnTo>
                    <a:pt x="303486" y="80364"/>
                  </a:lnTo>
                  <a:lnTo>
                    <a:pt x="303562" y="77494"/>
                  </a:lnTo>
                  <a:lnTo>
                    <a:pt x="303634" y="74623"/>
                  </a:lnTo>
                  <a:lnTo>
                    <a:pt x="303702" y="71753"/>
                  </a:lnTo>
                  <a:lnTo>
                    <a:pt x="303767" y="68883"/>
                  </a:lnTo>
                  <a:lnTo>
                    <a:pt x="303829" y="66013"/>
                  </a:lnTo>
                  <a:lnTo>
                    <a:pt x="303887" y="63143"/>
                  </a:lnTo>
                  <a:lnTo>
                    <a:pt x="303944" y="60273"/>
                  </a:lnTo>
                  <a:lnTo>
                    <a:pt x="303996" y="57402"/>
                  </a:lnTo>
                  <a:lnTo>
                    <a:pt x="304047" y="54532"/>
                  </a:lnTo>
                  <a:lnTo>
                    <a:pt x="304094" y="51662"/>
                  </a:lnTo>
                  <a:lnTo>
                    <a:pt x="304139" y="48792"/>
                  </a:lnTo>
                  <a:lnTo>
                    <a:pt x="304182" y="45922"/>
                  </a:lnTo>
                  <a:lnTo>
                    <a:pt x="304222" y="43052"/>
                  </a:lnTo>
                  <a:lnTo>
                    <a:pt x="304260" y="40182"/>
                  </a:lnTo>
                  <a:lnTo>
                    <a:pt x="304296" y="37311"/>
                  </a:lnTo>
                  <a:lnTo>
                    <a:pt x="304329" y="34441"/>
                  </a:lnTo>
                  <a:lnTo>
                    <a:pt x="304362" y="31571"/>
                  </a:lnTo>
                  <a:lnTo>
                    <a:pt x="304392" y="28701"/>
                  </a:lnTo>
                  <a:lnTo>
                    <a:pt x="304420" y="25831"/>
                  </a:lnTo>
                  <a:lnTo>
                    <a:pt x="304447" y="22961"/>
                  </a:lnTo>
                  <a:lnTo>
                    <a:pt x="304471" y="20091"/>
                  </a:lnTo>
                  <a:lnTo>
                    <a:pt x="304495" y="17220"/>
                  </a:lnTo>
                  <a:lnTo>
                    <a:pt x="304517" y="14350"/>
                  </a:lnTo>
                  <a:lnTo>
                    <a:pt x="304537" y="11480"/>
                  </a:lnTo>
                  <a:lnTo>
                    <a:pt x="304557" y="8610"/>
                  </a:lnTo>
                  <a:lnTo>
                    <a:pt x="304575" y="5740"/>
                  </a:lnTo>
                  <a:lnTo>
                    <a:pt x="304592" y="2870"/>
                  </a:lnTo>
                  <a:lnTo>
                    <a:pt x="304608" y="0"/>
                  </a:lnTo>
                  <a:lnTo>
                    <a:pt x="305006" y="0"/>
                  </a:lnTo>
                  <a:lnTo>
                    <a:pt x="305023" y="2870"/>
                  </a:lnTo>
                  <a:lnTo>
                    <a:pt x="305039" y="5740"/>
                  </a:lnTo>
                  <a:lnTo>
                    <a:pt x="305057" y="8610"/>
                  </a:lnTo>
                  <a:lnTo>
                    <a:pt x="305077" y="11480"/>
                  </a:lnTo>
                  <a:lnTo>
                    <a:pt x="305097" y="14350"/>
                  </a:lnTo>
                  <a:lnTo>
                    <a:pt x="305119" y="17220"/>
                  </a:lnTo>
                  <a:lnTo>
                    <a:pt x="305143" y="20091"/>
                  </a:lnTo>
                  <a:lnTo>
                    <a:pt x="305167" y="22961"/>
                  </a:lnTo>
                  <a:lnTo>
                    <a:pt x="305195" y="25831"/>
                  </a:lnTo>
                  <a:lnTo>
                    <a:pt x="305223" y="28701"/>
                  </a:lnTo>
                  <a:lnTo>
                    <a:pt x="305253" y="31571"/>
                  </a:lnTo>
                  <a:lnTo>
                    <a:pt x="305285" y="34441"/>
                  </a:lnTo>
                  <a:lnTo>
                    <a:pt x="305318" y="37311"/>
                  </a:lnTo>
                  <a:lnTo>
                    <a:pt x="305354" y="40182"/>
                  </a:lnTo>
                  <a:lnTo>
                    <a:pt x="305392" y="43052"/>
                  </a:lnTo>
                  <a:lnTo>
                    <a:pt x="305432" y="45922"/>
                  </a:lnTo>
                  <a:lnTo>
                    <a:pt x="305475" y="48792"/>
                  </a:lnTo>
                  <a:lnTo>
                    <a:pt x="305520" y="51662"/>
                  </a:lnTo>
                  <a:lnTo>
                    <a:pt x="305568" y="54532"/>
                  </a:lnTo>
                  <a:lnTo>
                    <a:pt x="305618" y="57402"/>
                  </a:lnTo>
                  <a:lnTo>
                    <a:pt x="305670" y="60273"/>
                  </a:lnTo>
                  <a:lnTo>
                    <a:pt x="305727" y="63143"/>
                  </a:lnTo>
                  <a:lnTo>
                    <a:pt x="305786" y="66013"/>
                  </a:lnTo>
                  <a:lnTo>
                    <a:pt x="305847" y="68883"/>
                  </a:lnTo>
                  <a:lnTo>
                    <a:pt x="305913" y="71753"/>
                  </a:lnTo>
                  <a:lnTo>
                    <a:pt x="305980" y="74623"/>
                  </a:lnTo>
                  <a:lnTo>
                    <a:pt x="306052" y="77494"/>
                  </a:lnTo>
                  <a:lnTo>
                    <a:pt x="306128" y="80364"/>
                  </a:lnTo>
                  <a:lnTo>
                    <a:pt x="306206" y="83234"/>
                  </a:lnTo>
                  <a:lnTo>
                    <a:pt x="306289" y="86104"/>
                  </a:lnTo>
                  <a:lnTo>
                    <a:pt x="306376" y="88974"/>
                  </a:lnTo>
                  <a:lnTo>
                    <a:pt x="306466" y="91844"/>
                  </a:lnTo>
                  <a:lnTo>
                    <a:pt x="306561" y="94714"/>
                  </a:lnTo>
                  <a:lnTo>
                    <a:pt x="306659" y="97585"/>
                  </a:lnTo>
                  <a:lnTo>
                    <a:pt x="306762" y="100455"/>
                  </a:lnTo>
                  <a:lnTo>
                    <a:pt x="306870" y="103325"/>
                  </a:lnTo>
                  <a:lnTo>
                    <a:pt x="306981" y="106195"/>
                  </a:lnTo>
                  <a:lnTo>
                    <a:pt x="307098" y="109065"/>
                  </a:lnTo>
                  <a:lnTo>
                    <a:pt x="307219" y="111935"/>
                  </a:lnTo>
                  <a:lnTo>
                    <a:pt x="307345" y="114805"/>
                  </a:lnTo>
                  <a:lnTo>
                    <a:pt x="307476" y="117676"/>
                  </a:lnTo>
                  <a:lnTo>
                    <a:pt x="307611" y="120546"/>
                  </a:lnTo>
                  <a:lnTo>
                    <a:pt x="307752" y="123416"/>
                  </a:lnTo>
                  <a:lnTo>
                    <a:pt x="307898" y="126286"/>
                  </a:lnTo>
                  <a:lnTo>
                    <a:pt x="308047" y="129156"/>
                  </a:lnTo>
                  <a:lnTo>
                    <a:pt x="308204" y="132026"/>
                  </a:lnTo>
                  <a:lnTo>
                    <a:pt x="308365" y="134896"/>
                  </a:lnTo>
                  <a:lnTo>
                    <a:pt x="308531" y="137767"/>
                  </a:lnTo>
                  <a:lnTo>
                    <a:pt x="308703" y="140637"/>
                  </a:lnTo>
                  <a:lnTo>
                    <a:pt x="308878" y="143507"/>
                  </a:lnTo>
                  <a:lnTo>
                    <a:pt x="309061" y="146377"/>
                  </a:lnTo>
                  <a:lnTo>
                    <a:pt x="309248" y="149247"/>
                  </a:lnTo>
                  <a:lnTo>
                    <a:pt x="309439" y="152117"/>
                  </a:lnTo>
                  <a:lnTo>
                    <a:pt x="309638" y="154988"/>
                  </a:lnTo>
                  <a:lnTo>
                    <a:pt x="309840" y="157858"/>
                  </a:lnTo>
                  <a:lnTo>
                    <a:pt x="310048" y="160728"/>
                  </a:lnTo>
                  <a:lnTo>
                    <a:pt x="310261" y="163598"/>
                  </a:lnTo>
                  <a:lnTo>
                    <a:pt x="310477" y="166468"/>
                  </a:lnTo>
                  <a:lnTo>
                    <a:pt x="310701" y="169338"/>
                  </a:lnTo>
                  <a:lnTo>
                    <a:pt x="310928" y="172208"/>
                  </a:lnTo>
                  <a:lnTo>
                    <a:pt x="311160" y="175079"/>
                  </a:lnTo>
                  <a:lnTo>
                    <a:pt x="311397" y="177949"/>
                  </a:lnTo>
                  <a:lnTo>
                    <a:pt x="311637" y="180819"/>
                  </a:lnTo>
                  <a:lnTo>
                    <a:pt x="311883" y="183689"/>
                  </a:lnTo>
                  <a:lnTo>
                    <a:pt x="312132" y="186559"/>
                  </a:lnTo>
                  <a:lnTo>
                    <a:pt x="312384" y="189429"/>
                  </a:lnTo>
                  <a:lnTo>
                    <a:pt x="312642" y="192299"/>
                  </a:lnTo>
                  <a:lnTo>
                    <a:pt x="312901" y="195170"/>
                  </a:lnTo>
                  <a:lnTo>
                    <a:pt x="313164" y="198040"/>
                  </a:lnTo>
                  <a:lnTo>
                    <a:pt x="313431" y="200910"/>
                  </a:lnTo>
                  <a:lnTo>
                    <a:pt x="313700" y="203780"/>
                  </a:lnTo>
                  <a:lnTo>
                    <a:pt x="313972" y="206650"/>
                  </a:lnTo>
                  <a:lnTo>
                    <a:pt x="314246" y="209520"/>
                  </a:lnTo>
                  <a:lnTo>
                    <a:pt x="314521" y="212390"/>
                  </a:lnTo>
                  <a:lnTo>
                    <a:pt x="314799" y="215261"/>
                  </a:lnTo>
                  <a:lnTo>
                    <a:pt x="315077" y="218131"/>
                  </a:lnTo>
                  <a:lnTo>
                    <a:pt x="315357" y="221001"/>
                  </a:lnTo>
                  <a:lnTo>
                    <a:pt x="315638" y="223871"/>
                  </a:lnTo>
                  <a:lnTo>
                    <a:pt x="315919" y="226741"/>
                  </a:lnTo>
                  <a:lnTo>
                    <a:pt x="316199" y="229611"/>
                  </a:lnTo>
                  <a:lnTo>
                    <a:pt x="316480" y="232482"/>
                  </a:lnTo>
                  <a:lnTo>
                    <a:pt x="316760" y="235352"/>
                  </a:lnTo>
                  <a:lnTo>
                    <a:pt x="317039" y="238222"/>
                  </a:lnTo>
                  <a:lnTo>
                    <a:pt x="317317" y="241092"/>
                  </a:lnTo>
                  <a:lnTo>
                    <a:pt x="317592" y="243962"/>
                  </a:lnTo>
                  <a:lnTo>
                    <a:pt x="317866" y="246832"/>
                  </a:lnTo>
                  <a:lnTo>
                    <a:pt x="318138" y="249702"/>
                  </a:lnTo>
                  <a:lnTo>
                    <a:pt x="318405" y="252573"/>
                  </a:lnTo>
                  <a:lnTo>
                    <a:pt x="318671" y="255443"/>
                  </a:lnTo>
                  <a:lnTo>
                    <a:pt x="318933" y="258313"/>
                  </a:lnTo>
                  <a:lnTo>
                    <a:pt x="319190" y="261183"/>
                  </a:lnTo>
                  <a:lnTo>
                    <a:pt x="319444" y="264053"/>
                  </a:lnTo>
                  <a:lnTo>
                    <a:pt x="319693" y="266923"/>
                  </a:lnTo>
                  <a:lnTo>
                    <a:pt x="319937" y="269793"/>
                  </a:lnTo>
                  <a:lnTo>
                    <a:pt x="320177" y="272664"/>
                  </a:lnTo>
                  <a:lnTo>
                    <a:pt x="320408" y="275534"/>
                  </a:lnTo>
                  <a:lnTo>
                    <a:pt x="320636" y="278404"/>
                  </a:lnTo>
                  <a:lnTo>
                    <a:pt x="320858" y="281274"/>
                  </a:lnTo>
                  <a:lnTo>
                    <a:pt x="321072" y="284144"/>
                  </a:lnTo>
                  <a:lnTo>
                    <a:pt x="321282" y="287014"/>
                  </a:lnTo>
                  <a:lnTo>
                    <a:pt x="321482" y="289884"/>
                  </a:lnTo>
                  <a:lnTo>
                    <a:pt x="321676" y="292755"/>
                  </a:lnTo>
                  <a:lnTo>
                    <a:pt x="321864" y="295625"/>
                  </a:lnTo>
                  <a:lnTo>
                    <a:pt x="322042" y="298495"/>
                  </a:lnTo>
                  <a:lnTo>
                    <a:pt x="322215" y="301365"/>
                  </a:lnTo>
                  <a:lnTo>
                    <a:pt x="322379" y="304235"/>
                  </a:lnTo>
                  <a:lnTo>
                    <a:pt x="322535" y="307105"/>
                  </a:lnTo>
                  <a:lnTo>
                    <a:pt x="322686" y="309976"/>
                  </a:lnTo>
                  <a:lnTo>
                    <a:pt x="322824" y="312846"/>
                  </a:lnTo>
                  <a:lnTo>
                    <a:pt x="322957" y="315716"/>
                  </a:lnTo>
                  <a:lnTo>
                    <a:pt x="323083" y="318586"/>
                  </a:lnTo>
                  <a:lnTo>
                    <a:pt x="323198" y="321456"/>
                  </a:lnTo>
                  <a:lnTo>
                    <a:pt x="323309" y="324326"/>
                  </a:lnTo>
                  <a:lnTo>
                    <a:pt x="323410" y="327196"/>
                  </a:lnTo>
                  <a:lnTo>
                    <a:pt x="323503" y="330067"/>
                  </a:lnTo>
                  <a:lnTo>
                    <a:pt x="323592" y="332937"/>
                  </a:lnTo>
                  <a:lnTo>
                    <a:pt x="323670" y="335807"/>
                  </a:lnTo>
                  <a:lnTo>
                    <a:pt x="323743" y="338677"/>
                  </a:lnTo>
                  <a:lnTo>
                    <a:pt x="323809" y="341547"/>
                  </a:lnTo>
                  <a:lnTo>
                    <a:pt x="323868" y="344417"/>
                  </a:lnTo>
                  <a:lnTo>
                    <a:pt x="323924" y="347287"/>
                  </a:lnTo>
                  <a:lnTo>
                    <a:pt x="323971" y="350158"/>
                  </a:lnTo>
                  <a:lnTo>
                    <a:pt x="324014" y="353028"/>
                  </a:lnTo>
                  <a:lnTo>
                    <a:pt x="324054" y="355898"/>
                  </a:lnTo>
                  <a:lnTo>
                    <a:pt x="324088" y="358768"/>
                  </a:lnTo>
                  <a:lnTo>
                    <a:pt x="324119" y="361638"/>
                  </a:lnTo>
                  <a:lnTo>
                    <a:pt x="324147" y="364508"/>
                  </a:lnTo>
                  <a:lnTo>
                    <a:pt x="324172" y="367378"/>
                  </a:lnTo>
                  <a:lnTo>
                    <a:pt x="324196" y="370249"/>
                  </a:lnTo>
                  <a:lnTo>
                    <a:pt x="324218" y="373119"/>
                  </a:lnTo>
                  <a:lnTo>
                    <a:pt x="324240" y="375989"/>
                  </a:lnTo>
                  <a:lnTo>
                    <a:pt x="324262" y="378859"/>
                  </a:lnTo>
                  <a:lnTo>
                    <a:pt x="324285" y="381729"/>
                  </a:lnTo>
                  <a:lnTo>
                    <a:pt x="324310" y="384599"/>
                  </a:lnTo>
                  <a:lnTo>
                    <a:pt x="324337" y="387470"/>
                  </a:lnTo>
                  <a:lnTo>
                    <a:pt x="324368" y="390340"/>
                  </a:lnTo>
                  <a:lnTo>
                    <a:pt x="324401" y="393210"/>
                  </a:lnTo>
                  <a:lnTo>
                    <a:pt x="324442" y="396080"/>
                  </a:lnTo>
                  <a:lnTo>
                    <a:pt x="324488" y="398950"/>
                  </a:lnTo>
                  <a:lnTo>
                    <a:pt x="324539" y="401820"/>
                  </a:lnTo>
                  <a:lnTo>
                    <a:pt x="324601" y="404690"/>
                  </a:lnTo>
                  <a:lnTo>
                    <a:pt x="324668" y="407561"/>
                  </a:lnTo>
                  <a:lnTo>
                    <a:pt x="324748" y="410431"/>
                  </a:lnTo>
                  <a:lnTo>
                    <a:pt x="324837" y="413301"/>
                  </a:lnTo>
                  <a:lnTo>
                    <a:pt x="324934" y="416171"/>
                  </a:lnTo>
                  <a:lnTo>
                    <a:pt x="325051" y="419041"/>
                  </a:lnTo>
                  <a:lnTo>
                    <a:pt x="325176" y="421911"/>
                  </a:lnTo>
                  <a:lnTo>
                    <a:pt x="325315" y="424781"/>
                  </a:lnTo>
                  <a:lnTo>
                    <a:pt x="325474" y="427652"/>
                  </a:lnTo>
                  <a:lnTo>
                    <a:pt x="325642" y="430522"/>
                  </a:lnTo>
                  <a:lnTo>
                    <a:pt x="325834" y="433392"/>
                  </a:lnTo>
                  <a:lnTo>
                    <a:pt x="326041" y="436262"/>
                  </a:lnTo>
                  <a:lnTo>
                    <a:pt x="326264" y="439132"/>
                  </a:lnTo>
                  <a:lnTo>
                    <a:pt x="326515" y="442002"/>
                  </a:lnTo>
                  <a:lnTo>
                    <a:pt x="326779" y="444873"/>
                  </a:lnTo>
                  <a:lnTo>
                    <a:pt x="327068" y="447743"/>
                  </a:lnTo>
                  <a:lnTo>
                    <a:pt x="327381" y="450613"/>
                  </a:lnTo>
                  <a:lnTo>
                    <a:pt x="327709" y="453483"/>
                  </a:lnTo>
                  <a:lnTo>
                    <a:pt x="328073" y="456353"/>
                  </a:lnTo>
                  <a:lnTo>
                    <a:pt x="328456" y="459223"/>
                  </a:lnTo>
                  <a:lnTo>
                    <a:pt x="328860" y="462093"/>
                  </a:lnTo>
                  <a:lnTo>
                    <a:pt x="329301" y="464964"/>
                  </a:lnTo>
                  <a:lnTo>
                    <a:pt x="329757" y="467834"/>
                  </a:lnTo>
                  <a:lnTo>
                    <a:pt x="330249" y="470704"/>
                  </a:lnTo>
                  <a:lnTo>
                    <a:pt x="330767" y="473574"/>
                  </a:lnTo>
                  <a:lnTo>
                    <a:pt x="331304" y="476444"/>
                  </a:lnTo>
                  <a:lnTo>
                    <a:pt x="331886" y="479314"/>
                  </a:lnTo>
                  <a:lnTo>
                    <a:pt x="332487" y="482184"/>
                  </a:lnTo>
                  <a:lnTo>
                    <a:pt x="333118" y="485055"/>
                  </a:lnTo>
                  <a:lnTo>
                    <a:pt x="333785" y="487925"/>
                  </a:lnTo>
                  <a:lnTo>
                    <a:pt x="334471" y="490795"/>
                  </a:lnTo>
                  <a:lnTo>
                    <a:pt x="335199" y="493665"/>
                  </a:lnTo>
                  <a:lnTo>
                    <a:pt x="335952" y="496535"/>
                  </a:lnTo>
                  <a:lnTo>
                    <a:pt x="336729" y="499405"/>
                  </a:lnTo>
                  <a:lnTo>
                    <a:pt x="337550" y="502275"/>
                  </a:lnTo>
                  <a:lnTo>
                    <a:pt x="338390" y="505146"/>
                  </a:lnTo>
                  <a:lnTo>
                    <a:pt x="339264" y="508016"/>
                  </a:lnTo>
                  <a:lnTo>
                    <a:pt x="340171" y="510886"/>
                  </a:lnTo>
                  <a:lnTo>
                    <a:pt x="341096" y="513756"/>
                  </a:lnTo>
                  <a:lnTo>
                    <a:pt x="342064" y="516626"/>
                  </a:lnTo>
                  <a:lnTo>
                    <a:pt x="343054" y="519496"/>
                  </a:lnTo>
                  <a:lnTo>
                    <a:pt x="344067" y="522367"/>
                  </a:lnTo>
                  <a:lnTo>
                    <a:pt x="345119" y="525237"/>
                  </a:lnTo>
                  <a:lnTo>
                    <a:pt x="346187" y="528107"/>
                  </a:lnTo>
                  <a:lnTo>
                    <a:pt x="347287" y="530977"/>
                  </a:lnTo>
                  <a:lnTo>
                    <a:pt x="348412" y="533847"/>
                  </a:lnTo>
                  <a:lnTo>
                    <a:pt x="349553" y="536717"/>
                  </a:lnTo>
                  <a:lnTo>
                    <a:pt x="350730" y="539587"/>
                  </a:lnTo>
                  <a:lnTo>
                    <a:pt x="351921" y="542458"/>
                  </a:lnTo>
                  <a:lnTo>
                    <a:pt x="353133" y="545328"/>
                  </a:lnTo>
                  <a:lnTo>
                    <a:pt x="354370" y="548198"/>
                  </a:lnTo>
                  <a:lnTo>
                    <a:pt x="355618" y="551068"/>
                  </a:lnTo>
                  <a:lnTo>
                    <a:pt x="356890" y="553938"/>
                  </a:lnTo>
                  <a:lnTo>
                    <a:pt x="358175" y="556808"/>
                  </a:lnTo>
                  <a:lnTo>
                    <a:pt x="359471" y="559678"/>
                  </a:lnTo>
                  <a:lnTo>
                    <a:pt x="360787" y="562549"/>
                  </a:lnTo>
                  <a:lnTo>
                    <a:pt x="362109" y="565419"/>
                  </a:lnTo>
                  <a:lnTo>
                    <a:pt x="363442" y="568289"/>
                  </a:lnTo>
                  <a:lnTo>
                    <a:pt x="364784" y="571159"/>
                  </a:lnTo>
                  <a:lnTo>
                    <a:pt x="366130" y="574029"/>
                  </a:lnTo>
                  <a:lnTo>
                    <a:pt x="367482" y="576899"/>
                  </a:lnTo>
                  <a:lnTo>
                    <a:pt x="368837" y="579769"/>
                  </a:lnTo>
                  <a:lnTo>
                    <a:pt x="370192" y="582640"/>
                  </a:lnTo>
                  <a:lnTo>
                    <a:pt x="371546" y="585510"/>
                  </a:lnTo>
                  <a:lnTo>
                    <a:pt x="372897" y="588380"/>
                  </a:lnTo>
                  <a:lnTo>
                    <a:pt x="374244" y="591250"/>
                  </a:lnTo>
                  <a:lnTo>
                    <a:pt x="375582" y="594120"/>
                  </a:lnTo>
                  <a:lnTo>
                    <a:pt x="376915" y="596990"/>
                  </a:lnTo>
                  <a:lnTo>
                    <a:pt x="378233" y="599861"/>
                  </a:lnTo>
                  <a:lnTo>
                    <a:pt x="379540" y="602731"/>
                  </a:lnTo>
                  <a:lnTo>
                    <a:pt x="380835" y="605601"/>
                  </a:lnTo>
                  <a:lnTo>
                    <a:pt x="382106" y="608471"/>
                  </a:lnTo>
                  <a:lnTo>
                    <a:pt x="383366" y="611341"/>
                  </a:lnTo>
                  <a:lnTo>
                    <a:pt x="384601" y="614211"/>
                  </a:lnTo>
                  <a:lnTo>
                    <a:pt x="385812" y="617081"/>
                  </a:lnTo>
                  <a:lnTo>
                    <a:pt x="387008" y="619952"/>
                  </a:lnTo>
                  <a:lnTo>
                    <a:pt x="388163" y="622822"/>
                  </a:lnTo>
                  <a:lnTo>
                    <a:pt x="389298" y="625692"/>
                  </a:lnTo>
                  <a:lnTo>
                    <a:pt x="390405" y="628562"/>
                  </a:lnTo>
                  <a:lnTo>
                    <a:pt x="391470" y="631432"/>
                  </a:lnTo>
                  <a:lnTo>
                    <a:pt x="392515" y="634302"/>
                  </a:lnTo>
                  <a:lnTo>
                    <a:pt x="393513" y="637172"/>
                  </a:lnTo>
                  <a:lnTo>
                    <a:pt x="394476" y="640043"/>
                  </a:lnTo>
                  <a:lnTo>
                    <a:pt x="395413" y="642913"/>
                  </a:lnTo>
                  <a:lnTo>
                    <a:pt x="396288" y="645783"/>
                  </a:lnTo>
                  <a:lnTo>
                    <a:pt x="397137" y="648653"/>
                  </a:lnTo>
                  <a:lnTo>
                    <a:pt x="397940" y="651523"/>
                  </a:lnTo>
                  <a:lnTo>
                    <a:pt x="398692" y="654393"/>
                  </a:lnTo>
                  <a:lnTo>
                    <a:pt x="399415" y="657263"/>
                  </a:lnTo>
                  <a:lnTo>
                    <a:pt x="400070" y="660134"/>
                  </a:lnTo>
                  <a:lnTo>
                    <a:pt x="400688" y="663004"/>
                  </a:lnTo>
                  <a:lnTo>
                    <a:pt x="401266" y="665874"/>
                  </a:lnTo>
                  <a:lnTo>
                    <a:pt x="401773" y="668744"/>
                  </a:lnTo>
                  <a:lnTo>
                    <a:pt x="402249" y="671614"/>
                  </a:lnTo>
                  <a:lnTo>
                    <a:pt x="402665" y="674484"/>
                  </a:lnTo>
                  <a:lnTo>
                    <a:pt x="403026" y="677355"/>
                  </a:lnTo>
                  <a:lnTo>
                    <a:pt x="403354" y="680225"/>
                  </a:lnTo>
                  <a:lnTo>
                    <a:pt x="403601" y="683095"/>
                  </a:lnTo>
                  <a:lnTo>
                    <a:pt x="403812" y="685965"/>
                  </a:lnTo>
                  <a:lnTo>
                    <a:pt x="403974" y="688835"/>
                  </a:lnTo>
                  <a:lnTo>
                    <a:pt x="404065" y="691705"/>
                  </a:lnTo>
                  <a:lnTo>
                    <a:pt x="404124" y="694575"/>
                  </a:lnTo>
                  <a:lnTo>
                    <a:pt x="404115" y="697446"/>
                  </a:lnTo>
                  <a:lnTo>
                    <a:pt x="404055" y="700316"/>
                  </a:lnTo>
                  <a:lnTo>
                    <a:pt x="403961" y="703186"/>
                  </a:lnTo>
                  <a:lnTo>
                    <a:pt x="403785" y="706056"/>
                  </a:lnTo>
                  <a:lnTo>
                    <a:pt x="403576" y="708926"/>
                  </a:lnTo>
                  <a:lnTo>
                    <a:pt x="403316" y="711796"/>
                  </a:lnTo>
                  <a:lnTo>
                    <a:pt x="402995" y="714666"/>
                  </a:lnTo>
                  <a:lnTo>
                    <a:pt x="402644" y="717537"/>
                  </a:lnTo>
                  <a:lnTo>
                    <a:pt x="402225" y="720407"/>
                  </a:lnTo>
                  <a:lnTo>
                    <a:pt x="401767" y="723277"/>
                  </a:lnTo>
                  <a:lnTo>
                    <a:pt x="401273" y="726147"/>
                  </a:lnTo>
                  <a:lnTo>
                    <a:pt x="400713" y="729017"/>
                  </a:lnTo>
                  <a:lnTo>
                    <a:pt x="400126" y="731887"/>
                  </a:lnTo>
                  <a:lnTo>
                    <a:pt x="399492" y="734757"/>
                  </a:lnTo>
                  <a:lnTo>
                    <a:pt x="398813" y="737628"/>
                  </a:lnTo>
                  <a:lnTo>
                    <a:pt x="398110" y="740498"/>
                  </a:lnTo>
                  <a:lnTo>
                    <a:pt x="397350" y="743368"/>
                  </a:lnTo>
                  <a:lnTo>
                    <a:pt x="396565" y="746238"/>
                  </a:lnTo>
                  <a:lnTo>
                    <a:pt x="395751" y="749108"/>
                  </a:lnTo>
                  <a:lnTo>
                    <a:pt x="394892" y="751978"/>
                  </a:lnTo>
                  <a:lnTo>
                    <a:pt x="394016" y="754849"/>
                  </a:lnTo>
                  <a:lnTo>
                    <a:pt x="393105" y="757719"/>
                  </a:lnTo>
                  <a:lnTo>
                    <a:pt x="392168" y="760589"/>
                  </a:lnTo>
                  <a:lnTo>
                    <a:pt x="391217" y="763459"/>
                  </a:lnTo>
                  <a:lnTo>
                    <a:pt x="390231" y="766329"/>
                  </a:lnTo>
                  <a:lnTo>
                    <a:pt x="389235" y="769199"/>
                  </a:lnTo>
                  <a:lnTo>
                    <a:pt x="388221" y="772069"/>
                  </a:lnTo>
                  <a:lnTo>
                    <a:pt x="387179" y="774969"/>
                  </a:lnTo>
                  <a:lnTo>
                    <a:pt x="386151" y="777810"/>
                  </a:lnTo>
                  <a:lnTo>
                    <a:pt x="385100" y="780680"/>
                  </a:lnTo>
                  <a:lnTo>
                    <a:pt x="384043" y="783550"/>
                  </a:lnTo>
                  <a:lnTo>
                    <a:pt x="382983" y="786420"/>
                  </a:lnTo>
                  <a:lnTo>
                    <a:pt x="381920" y="789290"/>
                  </a:lnTo>
                  <a:lnTo>
                    <a:pt x="380859" y="792160"/>
                  </a:lnTo>
                  <a:lnTo>
                    <a:pt x="379801" y="795031"/>
                  </a:lnTo>
                  <a:lnTo>
                    <a:pt x="378752" y="797901"/>
                  </a:lnTo>
                  <a:lnTo>
                    <a:pt x="377707" y="800771"/>
                  </a:lnTo>
                  <a:lnTo>
                    <a:pt x="376680" y="803641"/>
                  </a:lnTo>
                  <a:lnTo>
                    <a:pt x="375665" y="806511"/>
                  </a:lnTo>
                  <a:lnTo>
                    <a:pt x="374663" y="809381"/>
                  </a:lnTo>
                  <a:lnTo>
                    <a:pt x="373691" y="812252"/>
                  </a:lnTo>
                  <a:lnTo>
                    <a:pt x="372734" y="815122"/>
                  </a:lnTo>
                  <a:lnTo>
                    <a:pt x="371806" y="817992"/>
                  </a:lnTo>
                  <a:lnTo>
                    <a:pt x="370910" y="820862"/>
                  </a:lnTo>
                  <a:lnTo>
                    <a:pt x="370033" y="823732"/>
                  </a:lnTo>
                  <a:lnTo>
                    <a:pt x="369209" y="826602"/>
                  </a:lnTo>
                  <a:lnTo>
                    <a:pt x="368412" y="829472"/>
                  </a:lnTo>
                  <a:lnTo>
                    <a:pt x="367650" y="832343"/>
                  </a:lnTo>
                  <a:lnTo>
                    <a:pt x="366947" y="835213"/>
                  </a:lnTo>
                  <a:lnTo>
                    <a:pt x="366272" y="838083"/>
                  </a:lnTo>
                  <a:lnTo>
                    <a:pt x="365658" y="840953"/>
                  </a:lnTo>
                  <a:lnTo>
                    <a:pt x="365095" y="843823"/>
                  </a:lnTo>
                  <a:lnTo>
                    <a:pt x="364566" y="846693"/>
                  </a:lnTo>
                  <a:lnTo>
                    <a:pt x="364128" y="849563"/>
                  </a:lnTo>
                  <a:lnTo>
                    <a:pt x="363728" y="852434"/>
                  </a:lnTo>
                  <a:lnTo>
                    <a:pt x="363391" y="855304"/>
                  </a:lnTo>
                  <a:lnTo>
                    <a:pt x="363134" y="858174"/>
                  </a:lnTo>
                  <a:lnTo>
                    <a:pt x="362920" y="861044"/>
                  </a:lnTo>
                  <a:lnTo>
                    <a:pt x="362802" y="863914"/>
                  </a:lnTo>
                  <a:lnTo>
                    <a:pt x="362749" y="866784"/>
                  </a:lnTo>
                  <a:lnTo>
                    <a:pt x="362750" y="869654"/>
                  </a:lnTo>
                  <a:lnTo>
                    <a:pt x="362870" y="872525"/>
                  </a:lnTo>
                  <a:lnTo>
                    <a:pt x="363040" y="875395"/>
                  </a:lnTo>
                  <a:lnTo>
                    <a:pt x="363301" y="878265"/>
                  </a:lnTo>
                  <a:lnTo>
                    <a:pt x="363660" y="881135"/>
                  </a:lnTo>
                  <a:lnTo>
                    <a:pt x="364073" y="884005"/>
                  </a:lnTo>
                  <a:lnTo>
                    <a:pt x="364617" y="886875"/>
                  </a:lnTo>
                  <a:lnTo>
                    <a:pt x="365234" y="889746"/>
                  </a:lnTo>
                  <a:lnTo>
                    <a:pt x="365929" y="892616"/>
                  </a:lnTo>
                  <a:lnTo>
                    <a:pt x="366758" y="895486"/>
                  </a:lnTo>
                  <a:lnTo>
                    <a:pt x="367649" y="898356"/>
                  </a:lnTo>
                  <a:lnTo>
                    <a:pt x="368658" y="901226"/>
                  </a:lnTo>
                  <a:lnTo>
                    <a:pt x="369774" y="904096"/>
                  </a:lnTo>
                  <a:lnTo>
                    <a:pt x="370953" y="906966"/>
                  </a:lnTo>
                  <a:lnTo>
                    <a:pt x="372295" y="909837"/>
                  </a:lnTo>
                  <a:lnTo>
                    <a:pt x="373708" y="912707"/>
                  </a:lnTo>
                  <a:lnTo>
                    <a:pt x="375221" y="915577"/>
                  </a:lnTo>
                  <a:lnTo>
                    <a:pt x="376874" y="918447"/>
                  </a:lnTo>
                  <a:lnTo>
                    <a:pt x="378595" y="921317"/>
                  </a:lnTo>
                  <a:lnTo>
                    <a:pt x="380458" y="924187"/>
                  </a:lnTo>
                  <a:lnTo>
                    <a:pt x="382423" y="927057"/>
                  </a:lnTo>
                  <a:lnTo>
                    <a:pt x="384463" y="929928"/>
                  </a:lnTo>
                  <a:lnTo>
                    <a:pt x="386675" y="932798"/>
                  </a:lnTo>
                  <a:lnTo>
                    <a:pt x="388955" y="935668"/>
                  </a:lnTo>
                  <a:lnTo>
                    <a:pt x="391351" y="938538"/>
                  </a:lnTo>
                  <a:lnTo>
                    <a:pt x="393877" y="941408"/>
                  </a:lnTo>
                  <a:lnTo>
                    <a:pt x="396471" y="944278"/>
                  </a:lnTo>
                  <a:lnTo>
                    <a:pt x="399218" y="947148"/>
                  </a:lnTo>
                  <a:lnTo>
                    <a:pt x="402054" y="950019"/>
                  </a:lnTo>
                  <a:lnTo>
                    <a:pt x="404973" y="952889"/>
                  </a:lnTo>
                  <a:lnTo>
                    <a:pt x="408044" y="955759"/>
                  </a:lnTo>
                  <a:lnTo>
                    <a:pt x="411179" y="958629"/>
                  </a:lnTo>
                  <a:lnTo>
                    <a:pt x="414430" y="961499"/>
                  </a:lnTo>
                  <a:lnTo>
                    <a:pt x="417789" y="964369"/>
                  </a:lnTo>
                  <a:lnTo>
                    <a:pt x="421209" y="967240"/>
                  </a:lnTo>
                  <a:lnTo>
                    <a:pt x="424770" y="970110"/>
                  </a:lnTo>
                  <a:lnTo>
                    <a:pt x="428397" y="972980"/>
                  </a:lnTo>
                  <a:lnTo>
                    <a:pt x="432103" y="975850"/>
                  </a:lnTo>
                  <a:lnTo>
                    <a:pt x="435922" y="978720"/>
                  </a:lnTo>
                  <a:lnTo>
                    <a:pt x="439792" y="981590"/>
                  </a:lnTo>
                  <a:lnTo>
                    <a:pt x="443759" y="984460"/>
                  </a:lnTo>
                  <a:lnTo>
                    <a:pt x="447798" y="987331"/>
                  </a:lnTo>
                  <a:lnTo>
                    <a:pt x="451881" y="990201"/>
                  </a:lnTo>
                  <a:lnTo>
                    <a:pt x="456067" y="993071"/>
                  </a:lnTo>
                  <a:lnTo>
                    <a:pt x="460289" y="995941"/>
                  </a:lnTo>
                  <a:lnTo>
                    <a:pt x="464566" y="998811"/>
                  </a:lnTo>
                  <a:lnTo>
                    <a:pt x="468903" y="1001681"/>
                  </a:lnTo>
                  <a:lnTo>
                    <a:pt x="473269" y="1004551"/>
                  </a:lnTo>
                  <a:lnTo>
                    <a:pt x="477686" y="1007422"/>
                  </a:lnTo>
                  <a:lnTo>
                    <a:pt x="482131" y="1010292"/>
                  </a:lnTo>
                  <a:lnTo>
                    <a:pt x="486596" y="1013162"/>
                  </a:lnTo>
                  <a:lnTo>
                    <a:pt x="491092" y="1016032"/>
                  </a:lnTo>
                  <a:lnTo>
                    <a:pt x="495594" y="1018902"/>
                  </a:lnTo>
                  <a:lnTo>
                    <a:pt x="500106" y="1021772"/>
                  </a:lnTo>
                  <a:lnTo>
                    <a:pt x="504617" y="1024642"/>
                  </a:lnTo>
                  <a:lnTo>
                    <a:pt x="509124" y="1027513"/>
                  </a:lnTo>
                  <a:lnTo>
                    <a:pt x="513614" y="1030383"/>
                  </a:lnTo>
                  <a:lnTo>
                    <a:pt x="518085" y="1033253"/>
                  </a:lnTo>
                  <a:lnTo>
                    <a:pt x="522535" y="1036123"/>
                  </a:lnTo>
                  <a:lnTo>
                    <a:pt x="526936" y="1038993"/>
                  </a:lnTo>
                  <a:lnTo>
                    <a:pt x="531309" y="1041863"/>
                  </a:lnTo>
                  <a:lnTo>
                    <a:pt x="535626" y="1044734"/>
                  </a:lnTo>
                  <a:lnTo>
                    <a:pt x="539881" y="1047604"/>
                  </a:lnTo>
                  <a:lnTo>
                    <a:pt x="544098" y="1050474"/>
                  </a:lnTo>
                  <a:lnTo>
                    <a:pt x="548205" y="1053344"/>
                  </a:lnTo>
                  <a:lnTo>
                    <a:pt x="552255" y="1056214"/>
                  </a:lnTo>
                  <a:lnTo>
                    <a:pt x="556230" y="1059084"/>
                  </a:lnTo>
                  <a:lnTo>
                    <a:pt x="560080" y="1061954"/>
                  </a:lnTo>
                  <a:lnTo>
                    <a:pt x="563868" y="1064825"/>
                  </a:lnTo>
                  <a:lnTo>
                    <a:pt x="567520" y="1067695"/>
                  </a:lnTo>
                  <a:lnTo>
                    <a:pt x="571062" y="1070565"/>
                  </a:lnTo>
                  <a:lnTo>
                    <a:pt x="574527" y="1073435"/>
                  </a:lnTo>
                  <a:lnTo>
                    <a:pt x="577791" y="1076305"/>
                  </a:lnTo>
                  <a:lnTo>
                    <a:pt x="580970" y="1079175"/>
                  </a:lnTo>
                  <a:lnTo>
                    <a:pt x="584010" y="1082045"/>
                  </a:lnTo>
                  <a:lnTo>
                    <a:pt x="586871" y="1084916"/>
                  </a:lnTo>
                  <a:lnTo>
                    <a:pt x="589639" y="1087786"/>
                  </a:lnTo>
                  <a:lnTo>
                    <a:pt x="592191" y="1090656"/>
                  </a:lnTo>
                  <a:lnTo>
                    <a:pt x="594604" y="1093526"/>
                  </a:lnTo>
                  <a:lnTo>
                    <a:pt x="596893" y="1096396"/>
                  </a:lnTo>
                  <a:lnTo>
                    <a:pt x="598930" y="1099266"/>
                  </a:lnTo>
                  <a:lnTo>
                    <a:pt x="600856" y="1102136"/>
                  </a:lnTo>
                  <a:lnTo>
                    <a:pt x="602583" y="1105007"/>
                  </a:lnTo>
                  <a:lnTo>
                    <a:pt x="604106" y="1107877"/>
                  </a:lnTo>
                  <a:lnTo>
                    <a:pt x="605514" y="1110747"/>
                  </a:lnTo>
                  <a:lnTo>
                    <a:pt x="606643" y="1113617"/>
                  </a:lnTo>
                  <a:lnTo>
                    <a:pt x="607627" y="1116487"/>
                  </a:lnTo>
                  <a:lnTo>
                    <a:pt x="608446" y="1119357"/>
                  </a:lnTo>
                  <a:lnTo>
                    <a:pt x="608998" y="1122228"/>
                  </a:lnTo>
                  <a:lnTo>
                    <a:pt x="609426" y="1125098"/>
                  </a:lnTo>
                  <a:lnTo>
                    <a:pt x="609615" y="1127968"/>
                  </a:lnTo>
                  <a:lnTo>
                    <a:pt x="609607" y="1129758"/>
                  </a:lnTo>
                  <a:lnTo>
                    <a:pt x="609603" y="1130838"/>
                  </a:lnTo>
                  <a:lnTo>
                    <a:pt x="609468" y="1133708"/>
                  </a:lnTo>
                  <a:lnTo>
                    <a:pt x="609020" y="1136578"/>
                  </a:lnTo>
                  <a:lnTo>
                    <a:pt x="608445" y="1139448"/>
                  </a:lnTo>
                  <a:lnTo>
                    <a:pt x="607681" y="1142319"/>
                  </a:lnTo>
                  <a:lnTo>
                    <a:pt x="606671" y="1145189"/>
                  </a:lnTo>
                  <a:lnTo>
                    <a:pt x="605540" y="1148059"/>
                  </a:lnTo>
                  <a:lnTo>
                    <a:pt x="604156" y="1150929"/>
                  </a:lnTo>
                  <a:lnTo>
                    <a:pt x="602603" y="1153799"/>
                  </a:lnTo>
                  <a:lnTo>
                    <a:pt x="600920" y="1156669"/>
                  </a:lnTo>
                  <a:lnTo>
                    <a:pt x="598957" y="1159539"/>
                  </a:lnTo>
                  <a:lnTo>
                    <a:pt x="596885" y="1162410"/>
                  </a:lnTo>
                  <a:lnTo>
                    <a:pt x="594627" y="1165280"/>
                  </a:lnTo>
                  <a:lnTo>
                    <a:pt x="592171" y="1168150"/>
                  </a:lnTo>
                  <a:lnTo>
                    <a:pt x="589611" y="1171020"/>
                  </a:lnTo>
                  <a:lnTo>
                    <a:pt x="586821" y="1173890"/>
                  </a:lnTo>
                  <a:lnTo>
                    <a:pt x="583908" y="1176760"/>
                  </a:lnTo>
                  <a:lnTo>
                    <a:pt x="580873" y="1179631"/>
                  </a:lnTo>
                  <a:lnTo>
                    <a:pt x="577632" y="1182501"/>
                  </a:lnTo>
                  <a:lnTo>
                    <a:pt x="574305" y="1185371"/>
                  </a:lnTo>
                  <a:lnTo>
                    <a:pt x="570822" y="1188241"/>
                  </a:lnTo>
                  <a:lnTo>
                    <a:pt x="567205" y="1191111"/>
                  </a:lnTo>
                  <a:lnTo>
                    <a:pt x="563512" y="1193981"/>
                  </a:lnTo>
                  <a:lnTo>
                    <a:pt x="559646" y="1196851"/>
                  </a:lnTo>
                  <a:lnTo>
                    <a:pt x="555706" y="1199722"/>
                  </a:lnTo>
                  <a:lnTo>
                    <a:pt x="551673" y="1202592"/>
                  </a:lnTo>
                  <a:lnTo>
                    <a:pt x="547518" y="1205462"/>
                  </a:lnTo>
                  <a:lnTo>
                    <a:pt x="543309" y="1208332"/>
                  </a:lnTo>
                  <a:lnTo>
                    <a:pt x="538998" y="1211202"/>
                  </a:lnTo>
                  <a:lnTo>
                    <a:pt x="534619" y="1214072"/>
                  </a:lnTo>
                  <a:lnTo>
                    <a:pt x="530195" y="1216942"/>
                  </a:lnTo>
                  <a:lnTo>
                    <a:pt x="525679" y="1219813"/>
                  </a:lnTo>
                  <a:lnTo>
                    <a:pt x="521133" y="1222683"/>
                  </a:lnTo>
                  <a:lnTo>
                    <a:pt x="516540" y="1225553"/>
                  </a:lnTo>
                  <a:lnTo>
                    <a:pt x="511902" y="1228423"/>
                  </a:lnTo>
                  <a:lnTo>
                    <a:pt x="507245" y="1231293"/>
                  </a:lnTo>
                  <a:lnTo>
                    <a:pt x="502553" y="1234163"/>
                  </a:lnTo>
                  <a:lnTo>
                    <a:pt x="497849" y="1237033"/>
                  </a:lnTo>
                  <a:lnTo>
                    <a:pt x="493134" y="1239904"/>
                  </a:lnTo>
                  <a:lnTo>
                    <a:pt x="488412" y="1242774"/>
                  </a:lnTo>
                  <a:lnTo>
                    <a:pt x="483693" y="1245644"/>
                  </a:lnTo>
                  <a:lnTo>
                    <a:pt x="478981" y="1248514"/>
                  </a:lnTo>
                  <a:lnTo>
                    <a:pt x="474285" y="1251384"/>
                  </a:lnTo>
                  <a:lnTo>
                    <a:pt x="469601" y="1254254"/>
                  </a:lnTo>
                  <a:lnTo>
                    <a:pt x="464952" y="1257125"/>
                  </a:lnTo>
                  <a:lnTo>
                    <a:pt x="460328" y="1259995"/>
                  </a:lnTo>
                  <a:lnTo>
                    <a:pt x="455731" y="1262865"/>
                  </a:lnTo>
                  <a:lnTo>
                    <a:pt x="451191" y="1265735"/>
                  </a:lnTo>
                  <a:lnTo>
                    <a:pt x="446679" y="1268605"/>
                  </a:lnTo>
                  <a:lnTo>
                    <a:pt x="442225" y="1271475"/>
                  </a:lnTo>
                  <a:lnTo>
                    <a:pt x="437827" y="1274345"/>
                  </a:lnTo>
                  <a:lnTo>
                    <a:pt x="433464" y="1277216"/>
                  </a:lnTo>
                  <a:lnTo>
                    <a:pt x="429195" y="1280086"/>
                  </a:lnTo>
                  <a:lnTo>
                    <a:pt x="424971" y="1282956"/>
                  </a:lnTo>
                  <a:lnTo>
                    <a:pt x="420810" y="1285826"/>
                  </a:lnTo>
                  <a:lnTo>
                    <a:pt x="416740" y="1288696"/>
                  </a:lnTo>
                  <a:lnTo>
                    <a:pt x="412717" y="1291566"/>
                  </a:lnTo>
                  <a:lnTo>
                    <a:pt x="408791" y="1294436"/>
                  </a:lnTo>
                  <a:lnTo>
                    <a:pt x="404939" y="1297307"/>
                  </a:lnTo>
                  <a:lnTo>
                    <a:pt x="401141" y="1300177"/>
                  </a:lnTo>
                  <a:lnTo>
                    <a:pt x="397470" y="1303047"/>
                  </a:lnTo>
                  <a:lnTo>
                    <a:pt x="393852" y="1305917"/>
                  </a:lnTo>
                  <a:lnTo>
                    <a:pt x="390322" y="1308787"/>
                  </a:lnTo>
                  <a:lnTo>
                    <a:pt x="386895" y="1311657"/>
                  </a:lnTo>
                  <a:lnTo>
                    <a:pt x="383523" y="1314527"/>
                  </a:lnTo>
                  <a:lnTo>
                    <a:pt x="380273" y="1317398"/>
                  </a:lnTo>
                  <a:lnTo>
                    <a:pt x="377097" y="1320268"/>
                  </a:lnTo>
                  <a:lnTo>
                    <a:pt x="373990" y="1323138"/>
                  </a:lnTo>
                  <a:lnTo>
                    <a:pt x="371012" y="1326008"/>
                  </a:lnTo>
                  <a:lnTo>
                    <a:pt x="368090" y="1328878"/>
                  </a:lnTo>
                  <a:lnTo>
                    <a:pt x="365269" y="1331748"/>
                  </a:lnTo>
                  <a:lnTo>
                    <a:pt x="362544" y="1334619"/>
                  </a:lnTo>
                  <a:lnTo>
                    <a:pt x="359874" y="1337489"/>
                  </a:lnTo>
                  <a:lnTo>
                    <a:pt x="357336" y="1340359"/>
                  </a:lnTo>
                  <a:lnTo>
                    <a:pt x="354860" y="1343229"/>
                  </a:lnTo>
                  <a:lnTo>
                    <a:pt x="352460" y="1346099"/>
                  </a:lnTo>
                  <a:lnTo>
                    <a:pt x="350173" y="1348969"/>
                  </a:lnTo>
                  <a:lnTo>
                    <a:pt x="347939" y="1351839"/>
                  </a:lnTo>
                  <a:lnTo>
                    <a:pt x="345807" y="1354710"/>
                  </a:lnTo>
                  <a:lnTo>
                    <a:pt x="343755" y="1357580"/>
                  </a:lnTo>
                  <a:lnTo>
                    <a:pt x="341752" y="1360450"/>
                  </a:lnTo>
                  <a:lnTo>
                    <a:pt x="339874" y="1363320"/>
                  </a:lnTo>
                  <a:lnTo>
                    <a:pt x="338044" y="1366190"/>
                  </a:lnTo>
                  <a:lnTo>
                    <a:pt x="336287" y="1369060"/>
                  </a:lnTo>
                  <a:lnTo>
                    <a:pt x="334622" y="1371930"/>
                  </a:lnTo>
                  <a:lnTo>
                    <a:pt x="333000" y="1374801"/>
                  </a:lnTo>
                  <a:lnTo>
                    <a:pt x="331473" y="1377671"/>
                  </a:lnTo>
                  <a:lnTo>
                    <a:pt x="330004" y="1380541"/>
                  </a:lnTo>
                  <a:lnTo>
                    <a:pt x="328584" y="1383411"/>
                  </a:lnTo>
                  <a:lnTo>
                    <a:pt x="327260" y="1386281"/>
                  </a:lnTo>
                  <a:lnTo>
                    <a:pt x="325974" y="1389151"/>
                  </a:lnTo>
                  <a:lnTo>
                    <a:pt x="324753" y="1392021"/>
                  </a:lnTo>
                  <a:lnTo>
                    <a:pt x="323599" y="1394892"/>
                  </a:lnTo>
                  <a:lnTo>
                    <a:pt x="322480" y="1397762"/>
                  </a:lnTo>
                  <a:lnTo>
                    <a:pt x="321440" y="1400632"/>
                  </a:lnTo>
                  <a:lnTo>
                    <a:pt x="320441" y="1403502"/>
                  </a:lnTo>
                  <a:lnTo>
                    <a:pt x="319483" y="1406372"/>
                  </a:lnTo>
                  <a:lnTo>
                    <a:pt x="318594" y="1409242"/>
                  </a:lnTo>
                  <a:lnTo>
                    <a:pt x="317734" y="1412113"/>
                  </a:lnTo>
                  <a:lnTo>
                    <a:pt x="316928" y="1414983"/>
                  </a:lnTo>
                  <a:lnTo>
                    <a:pt x="316167" y="1417853"/>
                  </a:lnTo>
                  <a:lnTo>
                    <a:pt x="315432" y="1420723"/>
                  </a:lnTo>
                  <a:lnTo>
                    <a:pt x="314758" y="1423593"/>
                  </a:lnTo>
                  <a:lnTo>
                    <a:pt x="314110" y="1426463"/>
                  </a:lnTo>
                  <a:lnTo>
                    <a:pt x="313496" y="1429333"/>
                  </a:lnTo>
                  <a:lnTo>
                    <a:pt x="312927" y="1432204"/>
                  </a:lnTo>
                  <a:lnTo>
                    <a:pt x="312379" y="1435074"/>
                  </a:lnTo>
                  <a:lnTo>
                    <a:pt x="311872" y="1437944"/>
                  </a:lnTo>
                  <a:lnTo>
                    <a:pt x="311393" y="1440814"/>
                  </a:lnTo>
                  <a:lnTo>
                    <a:pt x="310933" y="1443684"/>
                  </a:lnTo>
                  <a:lnTo>
                    <a:pt x="310517" y="1446554"/>
                  </a:lnTo>
                  <a:lnTo>
                    <a:pt x="310116" y="1449424"/>
                  </a:lnTo>
                  <a:lnTo>
                    <a:pt x="309741" y="1452295"/>
                  </a:lnTo>
                  <a:lnTo>
                    <a:pt x="309393" y="1455165"/>
                  </a:lnTo>
                  <a:lnTo>
                    <a:pt x="309060" y="1458035"/>
                  </a:lnTo>
                  <a:lnTo>
                    <a:pt x="308756" y="1460905"/>
                  </a:lnTo>
                  <a:lnTo>
                    <a:pt x="308469" y="1463775"/>
                  </a:lnTo>
                  <a:lnTo>
                    <a:pt x="308196" y="1466645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10757076" y="5306074"/>
              <a:ext cx="0" cy="298178"/>
            </a:xfrm>
            <a:custGeom>
              <a:avLst/>
              <a:pathLst>
                <a:path w="0" h="298178">
                  <a:moveTo>
                    <a:pt x="0" y="29817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10757076" y="596345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10706274" y="5604252"/>
              <a:ext cx="101602" cy="359197"/>
            </a:xfrm>
            <a:custGeom>
              <a:avLst/>
              <a:pathLst>
                <a:path w="101602" h="359197">
                  <a:moveTo>
                    <a:pt x="0" y="0"/>
                  </a:moveTo>
                  <a:lnTo>
                    <a:pt x="0" y="359197"/>
                  </a:lnTo>
                  <a:lnTo>
                    <a:pt x="101602" y="359197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10706274" y="5963450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11434426" y="5352361"/>
              <a:ext cx="0" cy="64989"/>
            </a:xfrm>
            <a:custGeom>
              <a:avLst/>
              <a:pathLst>
                <a:path w="0" h="64989">
                  <a:moveTo>
                    <a:pt x="0" y="6498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11434426" y="596345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11383625" y="5417350"/>
              <a:ext cx="101602" cy="546099"/>
            </a:xfrm>
            <a:custGeom>
              <a:avLst/>
              <a:pathLst>
                <a:path w="101602" h="546099">
                  <a:moveTo>
                    <a:pt x="0" y="0"/>
                  </a:moveTo>
                  <a:lnTo>
                    <a:pt x="0" y="546099"/>
                  </a:lnTo>
                  <a:lnTo>
                    <a:pt x="101602" y="546099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11383625" y="5963450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12111776" y="5103173"/>
              <a:ext cx="0" cy="408784"/>
            </a:xfrm>
            <a:custGeom>
              <a:avLst/>
              <a:pathLst>
                <a:path w="0" h="408784">
                  <a:moveTo>
                    <a:pt x="0" y="40878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12111776" y="596345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12060975" y="5511958"/>
              <a:ext cx="101602" cy="451492"/>
            </a:xfrm>
            <a:custGeom>
              <a:avLst/>
              <a:pathLst>
                <a:path w="101602" h="451492">
                  <a:moveTo>
                    <a:pt x="0" y="0"/>
                  </a:moveTo>
                  <a:lnTo>
                    <a:pt x="0" y="451492"/>
                  </a:lnTo>
                  <a:lnTo>
                    <a:pt x="101602" y="451492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12060975" y="5723942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12789127" y="5170579"/>
              <a:ext cx="0" cy="438081"/>
            </a:xfrm>
            <a:custGeom>
              <a:avLst/>
              <a:pathLst>
                <a:path w="0" h="438081">
                  <a:moveTo>
                    <a:pt x="0" y="43808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12789127" y="596345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12738325" y="5608661"/>
              <a:ext cx="101602" cy="354788"/>
            </a:xfrm>
            <a:custGeom>
              <a:avLst/>
              <a:pathLst>
                <a:path w="101602" h="354788">
                  <a:moveTo>
                    <a:pt x="0" y="0"/>
                  </a:moveTo>
                  <a:lnTo>
                    <a:pt x="0" y="354788"/>
                  </a:lnTo>
                  <a:lnTo>
                    <a:pt x="101602" y="354788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12738325" y="5963450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10723674" y="5779855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11401025" y="569495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12078375" y="567794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12755725" y="5789592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tx500"/>
            <p:cNvSpPr/>
            <p:nvPr/>
          </p:nvSpPr>
          <p:spPr>
            <a:xfrm>
              <a:off x="12425854" y="4738241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501" name="pl501"/>
            <p:cNvSpPr/>
            <p:nvPr/>
          </p:nvSpPr>
          <p:spPr>
            <a:xfrm>
              <a:off x="12111776" y="4853693"/>
              <a:ext cx="0" cy="17205"/>
            </a:xfrm>
            <a:custGeom>
              <a:avLst/>
              <a:pathLst>
                <a:path w="0" h="17205">
                  <a:moveTo>
                    <a:pt x="0" y="1720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12111776" y="4853693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12789127" y="4853693"/>
              <a:ext cx="0" cy="17205"/>
            </a:xfrm>
            <a:custGeom>
              <a:avLst/>
              <a:pathLst>
                <a:path w="0" h="17205">
                  <a:moveTo>
                    <a:pt x="0" y="0"/>
                  </a:moveTo>
                  <a:lnTo>
                    <a:pt x="0" y="172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tx504"/>
            <p:cNvSpPr/>
            <p:nvPr/>
          </p:nvSpPr>
          <p:spPr>
            <a:xfrm>
              <a:off x="11755545" y="4841474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05" name="pl505"/>
            <p:cNvSpPr/>
            <p:nvPr/>
          </p:nvSpPr>
          <p:spPr>
            <a:xfrm>
              <a:off x="12111776" y="4956926"/>
              <a:ext cx="0" cy="17205"/>
            </a:xfrm>
            <a:custGeom>
              <a:avLst/>
              <a:pathLst>
                <a:path w="0" h="17205">
                  <a:moveTo>
                    <a:pt x="0" y="1720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11434426" y="4956926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11434426" y="4956926"/>
              <a:ext cx="0" cy="17205"/>
            </a:xfrm>
            <a:custGeom>
              <a:avLst/>
              <a:pathLst>
                <a:path w="0" h="17205">
                  <a:moveTo>
                    <a:pt x="0" y="0"/>
                  </a:moveTo>
                  <a:lnTo>
                    <a:pt x="0" y="172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tx508"/>
            <p:cNvSpPr/>
            <p:nvPr/>
          </p:nvSpPr>
          <p:spPr>
            <a:xfrm>
              <a:off x="12094220" y="4428542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09" name="pl509"/>
            <p:cNvSpPr/>
            <p:nvPr/>
          </p:nvSpPr>
          <p:spPr>
            <a:xfrm>
              <a:off x="12789127" y="4543993"/>
              <a:ext cx="0" cy="17205"/>
            </a:xfrm>
            <a:custGeom>
              <a:avLst/>
              <a:pathLst>
                <a:path w="0" h="17205">
                  <a:moveTo>
                    <a:pt x="0" y="1720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11434426" y="4543993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11434426" y="4543993"/>
              <a:ext cx="0" cy="17205"/>
            </a:xfrm>
            <a:custGeom>
              <a:avLst/>
              <a:pathLst>
                <a:path w="0" h="17205">
                  <a:moveTo>
                    <a:pt x="0" y="0"/>
                  </a:moveTo>
                  <a:lnTo>
                    <a:pt x="0" y="172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tx512"/>
            <p:cNvSpPr/>
            <p:nvPr/>
          </p:nvSpPr>
          <p:spPr>
            <a:xfrm>
              <a:off x="11416870" y="4635008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13" name="pl513"/>
            <p:cNvSpPr/>
            <p:nvPr/>
          </p:nvSpPr>
          <p:spPr>
            <a:xfrm>
              <a:off x="12111776" y="4750459"/>
              <a:ext cx="0" cy="17205"/>
            </a:xfrm>
            <a:custGeom>
              <a:avLst/>
              <a:pathLst>
                <a:path w="0" h="17205">
                  <a:moveTo>
                    <a:pt x="0" y="1720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l514"/>
            <p:cNvSpPr/>
            <p:nvPr/>
          </p:nvSpPr>
          <p:spPr>
            <a:xfrm>
              <a:off x="10757076" y="4750459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10757076" y="4750459"/>
              <a:ext cx="0" cy="17205"/>
            </a:xfrm>
            <a:custGeom>
              <a:avLst/>
              <a:pathLst>
                <a:path w="0" h="17205">
                  <a:moveTo>
                    <a:pt x="0" y="0"/>
                  </a:moveTo>
                  <a:lnTo>
                    <a:pt x="0" y="172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tx516"/>
            <p:cNvSpPr/>
            <p:nvPr/>
          </p:nvSpPr>
          <p:spPr>
            <a:xfrm>
              <a:off x="11755545" y="453177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17" name="pl517"/>
            <p:cNvSpPr/>
            <p:nvPr/>
          </p:nvSpPr>
          <p:spPr>
            <a:xfrm>
              <a:off x="12789127" y="4647226"/>
              <a:ext cx="0" cy="17205"/>
            </a:xfrm>
            <a:custGeom>
              <a:avLst/>
              <a:pathLst>
                <a:path w="0" h="17205">
                  <a:moveTo>
                    <a:pt x="0" y="1720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10757076" y="4647226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10757076" y="4647226"/>
              <a:ext cx="0" cy="17205"/>
            </a:xfrm>
            <a:custGeom>
              <a:avLst/>
              <a:pathLst>
                <a:path w="0" h="17205">
                  <a:moveTo>
                    <a:pt x="0" y="0"/>
                  </a:moveTo>
                  <a:lnTo>
                    <a:pt x="0" y="172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tx520"/>
            <p:cNvSpPr/>
            <p:nvPr/>
          </p:nvSpPr>
          <p:spPr>
            <a:xfrm>
              <a:off x="11078194" y="4944708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21" name="pl521"/>
            <p:cNvSpPr/>
            <p:nvPr/>
          </p:nvSpPr>
          <p:spPr>
            <a:xfrm>
              <a:off x="11434426" y="5060159"/>
              <a:ext cx="0" cy="17205"/>
            </a:xfrm>
            <a:custGeom>
              <a:avLst/>
              <a:pathLst>
                <a:path w="0" h="17205">
                  <a:moveTo>
                    <a:pt x="0" y="1720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10757076" y="5060159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10757076" y="5060159"/>
              <a:ext cx="0" cy="17205"/>
            </a:xfrm>
            <a:custGeom>
              <a:avLst/>
              <a:pathLst>
                <a:path w="0" h="17205">
                  <a:moveTo>
                    <a:pt x="0" y="0"/>
                  </a:moveTo>
                  <a:lnTo>
                    <a:pt x="0" y="172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10350666" y="3990086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tx525"/>
            <p:cNvSpPr/>
            <p:nvPr/>
          </p:nvSpPr>
          <p:spPr>
            <a:xfrm>
              <a:off x="2041104" y="6903820"/>
              <a:ext cx="52084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Myocytes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5340607" y="6903820"/>
              <a:ext cx="34930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T.cdlls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8451515" y="6903820"/>
              <a:ext cx="34299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T.cells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1993509" y="3845659"/>
              <a:ext cx="6160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Fibroblasts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5146846" y="3845659"/>
              <a:ext cx="73682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Macrophages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8213405" y="3845659"/>
              <a:ext cx="81921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Malignant.cells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11500016" y="3845659"/>
              <a:ext cx="54617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Mast.cells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1885427" y="787497"/>
              <a:ext cx="83219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B_Plasma.cells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5124671" y="787497"/>
              <a:ext cx="78117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Dendritic.cells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8172074" y="787497"/>
              <a:ext cx="90187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Endothelial.cells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11376160" y="787497"/>
              <a:ext cx="7938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Epithelial.cells</a:t>
              </a:r>
            </a:p>
          </p:txBody>
        </p:sp>
        <p:sp>
          <p:nvSpPr>
            <p:cNvPr id="536" name="pl536"/>
            <p:cNvSpPr/>
            <p:nvPr/>
          </p:nvSpPr>
          <p:spPr>
            <a:xfrm>
              <a:off x="1285499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l537"/>
            <p:cNvSpPr/>
            <p:nvPr/>
          </p:nvSpPr>
          <p:spPr>
            <a:xfrm>
              <a:off x="1962850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2640200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3317550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tx540"/>
            <p:cNvSpPr/>
            <p:nvPr/>
          </p:nvSpPr>
          <p:spPr>
            <a:xfrm rot="-2700000">
              <a:off x="1200404" y="9705013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41" name="tx541"/>
            <p:cNvSpPr/>
            <p:nvPr/>
          </p:nvSpPr>
          <p:spPr>
            <a:xfrm rot="-2700000">
              <a:off x="1882515" y="9703041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542" name="tx542"/>
            <p:cNvSpPr/>
            <p:nvPr/>
          </p:nvSpPr>
          <p:spPr>
            <a:xfrm rot="-2700000">
              <a:off x="2545504" y="9708989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43" name="tx543"/>
            <p:cNvSpPr/>
            <p:nvPr/>
          </p:nvSpPr>
          <p:spPr>
            <a:xfrm rot="-2700000">
              <a:off x="3232455" y="9705013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44" name="pl544"/>
            <p:cNvSpPr/>
            <p:nvPr/>
          </p:nvSpPr>
          <p:spPr>
            <a:xfrm>
              <a:off x="5515257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tx545"/>
            <p:cNvSpPr/>
            <p:nvPr/>
          </p:nvSpPr>
          <p:spPr>
            <a:xfrm rot="-2700000">
              <a:off x="5430162" y="9705013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46" name="pl546"/>
            <p:cNvSpPr/>
            <p:nvPr/>
          </p:nvSpPr>
          <p:spPr>
            <a:xfrm>
              <a:off x="7606985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8284336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8961686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9639036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tx550"/>
            <p:cNvSpPr/>
            <p:nvPr/>
          </p:nvSpPr>
          <p:spPr>
            <a:xfrm rot="-2700000">
              <a:off x="7521890" y="9705013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51" name="tx551"/>
            <p:cNvSpPr/>
            <p:nvPr/>
          </p:nvSpPr>
          <p:spPr>
            <a:xfrm rot="-2700000">
              <a:off x="8204001" y="9703041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552" name="tx552"/>
            <p:cNvSpPr/>
            <p:nvPr/>
          </p:nvSpPr>
          <p:spPr>
            <a:xfrm rot="-2700000">
              <a:off x="8866990" y="9708989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53" name="tx553"/>
            <p:cNvSpPr/>
            <p:nvPr/>
          </p:nvSpPr>
          <p:spPr>
            <a:xfrm rot="-2700000">
              <a:off x="9553941" y="9705013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54" name="pl554"/>
            <p:cNvSpPr/>
            <p:nvPr/>
          </p:nvSpPr>
          <p:spPr>
            <a:xfrm>
              <a:off x="1285499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1962850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2640200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3317550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tx558"/>
            <p:cNvSpPr/>
            <p:nvPr/>
          </p:nvSpPr>
          <p:spPr>
            <a:xfrm rot="-2700000">
              <a:off x="1200404" y="6646851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59" name="tx559"/>
            <p:cNvSpPr/>
            <p:nvPr/>
          </p:nvSpPr>
          <p:spPr>
            <a:xfrm rot="-2700000">
              <a:off x="1882515" y="6644879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560" name="tx560"/>
            <p:cNvSpPr/>
            <p:nvPr/>
          </p:nvSpPr>
          <p:spPr>
            <a:xfrm rot="-2700000">
              <a:off x="2545504" y="6650828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61" name="tx561"/>
            <p:cNvSpPr/>
            <p:nvPr/>
          </p:nvSpPr>
          <p:spPr>
            <a:xfrm rot="-2700000">
              <a:off x="3232455" y="6646851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62" name="pl562"/>
            <p:cNvSpPr/>
            <p:nvPr/>
          </p:nvSpPr>
          <p:spPr>
            <a:xfrm>
              <a:off x="4499232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5176582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5853932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6531283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tx566"/>
            <p:cNvSpPr/>
            <p:nvPr/>
          </p:nvSpPr>
          <p:spPr>
            <a:xfrm rot="-2700000">
              <a:off x="4414136" y="6646851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67" name="tx567"/>
            <p:cNvSpPr/>
            <p:nvPr/>
          </p:nvSpPr>
          <p:spPr>
            <a:xfrm rot="-2700000">
              <a:off x="5096247" y="6644879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568" name="tx568"/>
            <p:cNvSpPr/>
            <p:nvPr/>
          </p:nvSpPr>
          <p:spPr>
            <a:xfrm rot="-2700000">
              <a:off x="5759237" y="6650828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69" name="tx569"/>
            <p:cNvSpPr/>
            <p:nvPr/>
          </p:nvSpPr>
          <p:spPr>
            <a:xfrm rot="-2700000">
              <a:off x="6446187" y="6646851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70" name="pl570"/>
            <p:cNvSpPr/>
            <p:nvPr/>
          </p:nvSpPr>
          <p:spPr>
            <a:xfrm>
              <a:off x="7976449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l571"/>
            <p:cNvSpPr/>
            <p:nvPr/>
          </p:nvSpPr>
          <p:spPr>
            <a:xfrm>
              <a:off x="9269572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tx572"/>
            <p:cNvSpPr/>
            <p:nvPr/>
          </p:nvSpPr>
          <p:spPr>
            <a:xfrm rot="-2700000">
              <a:off x="7881754" y="6650828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73" name="tx573"/>
            <p:cNvSpPr/>
            <p:nvPr/>
          </p:nvSpPr>
          <p:spPr>
            <a:xfrm rot="-2700000">
              <a:off x="9184477" y="6646851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74" name="pl574"/>
            <p:cNvSpPr/>
            <p:nvPr/>
          </p:nvSpPr>
          <p:spPr>
            <a:xfrm>
              <a:off x="10757076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5"/>
            <p:cNvSpPr/>
            <p:nvPr/>
          </p:nvSpPr>
          <p:spPr>
            <a:xfrm>
              <a:off x="11434426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6"/>
            <p:cNvSpPr/>
            <p:nvPr/>
          </p:nvSpPr>
          <p:spPr>
            <a:xfrm>
              <a:off x="12111776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7"/>
            <p:cNvSpPr/>
            <p:nvPr/>
          </p:nvSpPr>
          <p:spPr>
            <a:xfrm>
              <a:off x="12789127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tx578"/>
            <p:cNvSpPr/>
            <p:nvPr/>
          </p:nvSpPr>
          <p:spPr>
            <a:xfrm rot="-2700000">
              <a:off x="10671980" y="6646851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79" name="tx579"/>
            <p:cNvSpPr/>
            <p:nvPr/>
          </p:nvSpPr>
          <p:spPr>
            <a:xfrm rot="-2700000">
              <a:off x="11354091" y="6644879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580" name="tx580"/>
            <p:cNvSpPr/>
            <p:nvPr/>
          </p:nvSpPr>
          <p:spPr>
            <a:xfrm rot="-2700000">
              <a:off x="12017081" y="6650828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81" name="tx581"/>
            <p:cNvSpPr/>
            <p:nvPr/>
          </p:nvSpPr>
          <p:spPr>
            <a:xfrm rot="-2700000">
              <a:off x="12704031" y="6646851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82" name="pl582"/>
            <p:cNvSpPr/>
            <p:nvPr/>
          </p:nvSpPr>
          <p:spPr>
            <a:xfrm>
              <a:off x="1285499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1962850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2640200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3317550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tx586"/>
            <p:cNvSpPr/>
            <p:nvPr/>
          </p:nvSpPr>
          <p:spPr>
            <a:xfrm rot="-2700000">
              <a:off x="1200404" y="3588690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87" name="tx587"/>
            <p:cNvSpPr/>
            <p:nvPr/>
          </p:nvSpPr>
          <p:spPr>
            <a:xfrm rot="-2700000">
              <a:off x="1882515" y="3586718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588" name="tx588"/>
            <p:cNvSpPr/>
            <p:nvPr/>
          </p:nvSpPr>
          <p:spPr>
            <a:xfrm rot="-2700000">
              <a:off x="2545504" y="3592666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89" name="tx589"/>
            <p:cNvSpPr/>
            <p:nvPr/>
          </p:nvSpPr>
          <p:spPr>
            <a:xfrm rot="-2700000">
              <a:off x="3232455" y="3588690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90" name="pl590"/>
            <p:cNvSpPr/>
            <p:nvPr/>
          </p:nvSpPr>
          <p:spPr>
            <a:xfrm>
              <a:off x="4499232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5176582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5853932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6531283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tx594"/>
            <p:cNvSpPr/>
            <p:nvPr/>
          </p:nvSpPr>
          <p:spPr>
            <a:xfrm rot="-2700000">
              <a:off x="4414136" y="3588690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95" name="tx595"/>
            <p:cNvSpPr/>
            <p:nvPr/>
          </p:nvSpPr>
          <p:spPr>
            <a:xfrm rot="-2700000">
              <a:off x="5096247" y="3586718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596" name="tx596"/>
            <p:cNvSpPr/>
            <p:nvPr/>
          </p:nvSpPr>
          <p:spPr>
            <a:xfrm rot="-2700000">
              <a:off x="5759237" y="3592666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97" name="tx597"/>
            <p:cNvSpPr/>
            <p:nvPr/>
          </p:nvSpPr>
          <p:spPr>
            <a:xfrm rot="-2700000">
              <a:off x="6446187" y="3588690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98" name="pl598"/>
            <p:cNvSpPr/>
            <p:nvPr/>
          </p:nvSpPr>
          <p:spPr>
            <a:xfrm>
              <a:off x="7606985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8284336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8961686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9639036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tx602"/>
            <p:cNvSpPr/>
            <p:nvPr/>
          </p:nvSpPr>
          <p:spPr>
            <a:xfrm rot="-2700000">
              <a:off x="7521890" y="3588690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603" name="tx603"/>
            <p:cNvSpPr/>
            <p:nvPr/>
          </p:nvSpPr>
          <p:spPr>
            <a:xfrm rot="-2700000">
              <a:off x="8204001" y="3586718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604" name="tx604"/>
            <p:cNvSpPr/>
            <p:nvPr/>
          </p:nvSpPr>
          <p:spPr>
            <a:xfrm rot="-2700000">
              <a:off x="8866990" y="3592666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605" name="tx605"/>
            <p:cNvSpPr/>
            <p:nvPr/>
          </p:nvSpPr>
          <p:spPr>
            <a:xfrm rot="-2700000">
              <a:off x="9553941" y="3588690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606" name="pl606"/>
            <p:cNvSpPr/>
            <p:nvPr/>
          </p:nvSpPr>
          <p:spPr>
            <a:xfrm>
              <a:off x="11126540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12419663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tx608"/>
            <p:cNvSpPr/>
            <p:nvPr/>
          </p:nvSpPr>
          <p:spPr>
            <a:xfrm rot="-2700000">
              <a:off x="11041444" y="3588690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609" name="tx609"/>
            <p:cNvSpPr/>
            <p:nvPr/>
          </p:nvSpPr>
          <p:spPr>
            <a:xfrm rot="-2700000">
              <a:off x="12339328" y="3586718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610" name="tx610"/>
            <p:cNvSpPr/>
            <p:nvPr/>
          </p:nvSpPr>
          <p:spPr>
            <a:xfrm>
              <a:off x="10151046" y="2995337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11" name="tx611"/>
            <p:cNvSpPr/>
            <p:nvPr/>
          </p:nvSpPr>
          <p:spPr>
            <a:xfrm>
              <a:off x="10151046" y="254922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10151046" y="2103113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13" name="tx613"/>
            <p:cNvSpPr/>
            <p:nvPr/>
          </p:nvSpPr>
          <p:spPr>
            <a:xfrm>
              <a:off x="10151046" y="1657001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14" name="tx614"/>
            <p:cNvSpPr/>
            <p:nvPr/>
          </p:nvSpPr>
          <p:spPr>
            <a:xfrm>
              <a:off x="10151046" y="1210889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15" name="pl615"/>
            <p:cNvSpPr/>
            <p:nvPr/>
          </p:nvSpPr>
          <p:spPr>
            <a:xfrm>
              <a:off x="10278666" y="3040829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10278666" y="2594717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10278666" y="214860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10278666" y="170249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10278666" y="1256381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tx620"/>
            <p:cNvSpPr/>
            <p:nvPr/>
          </p:nvSpPr>
          <p:spPr>
            <a:xfrm>
              <a:off x="10108709" y="6349698"/>
              <a:ext cx="11301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21" name="tx621"/>
            <p:cNvSpPr/>
            <p:nvPr/>
          </p:nvSpPr>
          <p:spPr>
            <a:xfrm>
              <a:off x="10151046" y="5917958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22" name="tx622"/>
            <p:cNvSpPr/>
            <p:nvPr/>
          </p:nvSpPr>
          <p:spPr>
            <a:xfrm>
              <a:off x="10151046" y="5486219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23" name="tx623"/>
            <p:cNvSpPr/>
            <p:nvPr/>
          </p:nvSpPr>
          <p:spPr>
            <a:xfrm>
              <a:off x="10151046" y="5054480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24" name="tx624"/>
            <p:cNvSpPr/>
            <p:nvPr/>
          </p:nvSpPr>
          <p:spPr>
            <a:xfrm>
              <a:off x="10151046" y="4622740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25" name="tx625"/>
            <p:cNvSpPr/>
            <p:nvPr/>
          </p:nvSpPr>
          <p:spPr>
            <a:xfrm>
              <a:off x="10151046" y="4191001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26" name="pl626"/>
            <p:cNvSpPr/>
            <p:nvPr/>
          </p:nvSpPr>
          <p:spPr>
            <a:xfrm>
              <a:off x="10278666" y="6395189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10278666" y="5963450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10278666" y="5531710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10278666" y="5099971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10278666" y="4668232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10278666" y="4236492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tx632"/>
            <p:cNvSpPr/>
            <p:nvPr/>
          </p:nvSpPr>
          <p:spPr>
            <a:xfrm>
              <a:off x="7000956" y="3007574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3" name="tx633"/>
            <p:cNvSpPr/>
            <p:nvPr/>
          </p:nvSpPr>
          <p:spPr>
            <a:xfrm>
              <a:off x="7000956" y="2334228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34" name="tx634"/>
            <p:cNvSpPr/>
            <p:nvPr/>
          </p:nvSpPr>
          <p:spPr>
            <a:xfrm>
              <a:off x="7000956" y="1660881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35" name="tx635"/>
            <p:cNvSpPr/>
            <p:nvPr/>
          </p:nvSpPr>
          <p:spPr>
            <a:xfrm>
              <a:off x="7000956" y="987534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36" name="pl636"/>
            <p:cNvSpPr/>
            <p:nvPr/>
          </p:nvSpPr>
          <p:spPr>
            <a:xfrm>
              <a:off x="7128575" y="305306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l637"/>
            <p:cNvSpPr/>
            <p:nvPr/>
          </p:nvSpPr>
          <p:spPr>
            <a:xfrm>
              <a:off x="7128575" y="2379719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7128575" y="1706372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9"/>
            <p:cNvSpPr/>
            <p:nvPr/>
          </p:nvSpPr>
          <p:spPr>
            <a:xfrm>
              <a:off x="7128575" y="103302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tx640"/>
            <p:cNvSpPr/>
            <p:nvPr/>
          </p:nvSpPr>
          <p:spPr>
            <a:xfrm>
              <a:off x="7000956" y="6056783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1" name="tx641"/>
            <p:cNvSpPr/>
            <p:nvPr/>
          </p:nvSpPr>
          <p:spPr>
            <a:xfrm>
              <a:off x="7000956" y="550859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42" name="tx642"/>
            <p:cNvSpPr/>
            <p:nvPr/>
          </p:nvSpPr>
          <p:spPr>
            <a:xfrm>
              <a:off x="7000956" y="4960407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43" name="tx643"/>
            <p:cNvSpPr/>
            <p:nvPr/>
          </p:nvSpPr>
          <p:spPr>
            <a:xfrm>
              <a:off x="7000956" y="4412219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44" name="pl644"/>
            <p:cNvSpPr/>
            <p:nvPr/>
          </p:nvSpPr>
          <p:spPr>
            <a:xfrm>
              <a:off x="7128575" y="6102274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7128575" y="5554087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7128575" y="5005899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7128575" y="4457711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tx648"/>
            <p:cNvSpPr/>
            <p:nvPr/>
          </p:nvSpPr>
          <p:spPr>
            <a:xfrm>
              <a:off x="7000956" y="925900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9" name="tx649"/>
            <p:cNvSpPr/>
            <p:nvPr/>
          </p:nvSpPr>
          <p:spPr>
            <a:xfrm>
              <a:off x="7000956" y="861127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50" name="tx650"/>
            <p:cNvSpPr/>
            <p:nvPr/>
          </p:nvSpPr>
          <p:spPr>
            <a:xfrm>
              <a:off x="7000956" y="796354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51" name="tx651"/>
            <p:cNvSpPr/>
            <p:nvPr/>
          </p:nvSpPr>
          <p:spPr>
            <a:xfrm>
              <a:off x="7000956" y="731581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52" name="pl652"/>
            <p:cNvSpPr/>
            <p:nvPr/>
          </p:nvSpPr>
          <p:spPr>
            <a:xfrm>
              <a:off x="7128575" y="930449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7128575" y="865676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7128575" y="800903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7128575" y="736130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tx656"/>
            <p:cNvSpPr/>
            <p:nvPr/>
          </p:nvSpPr>
          <p:spPr>
            <a:xfrm>
              <a:off x="3893202" y="3004802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57" name="tx657"/>
            <p:cNvSpPr/>
            <p:nvPr/>
          </p:nvSpPr>
          <p:spPr>
            <a:xfrm>
              <a:off x="3893202" y="2602897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58" name="tx658"/>
            <p:cNvSpPr/>
            <p:nvPr/>
          </p:nvSpPr>
          <p:spPr>
            <a:xfrm>
              <a:off x="3893202" y="2200991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59" name="tx659"/>
            <p:cNvSpPr/>
            <p:nvPr/>
          </p:nvSpPr>
          <p:spPr>
            <a:xfrm>
              <a:off x="3893202" y="1799086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60" name="tx660"/>
            <p:cNvSpPr/>
            <p:nvPr/>
          </p:nvSpPr>
          <p:spPr>
            <a:xfrm>
              <a:off x="3893202" y="1397180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61" name="tx661"/>
            <p:cNvSpPr/>
            <p:nvPr/>
          </p:nvSpPr>
          <p:spPr>
            <a:xfrm>
              <a:off x="3893202" y="99527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662" name="pl662"/>
            <p:cNvSpPr/>
            <p:nvPr/>
          </p:nvSpPr>
          <p:spPr>
            <a:xfrm>
              <a:off x="4020822" y="3050294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4020822" y="2648388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4020822" y="224648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4020822" y="1844577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4020822" y="1442672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4020822" y="104076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tx668"/>
            <p:cNvSpPr/>
            <p:nvPr/>
          </p:nvSpPr>
          <p:spPr>
            <a:xfrm>
              <a:off x="3893202" y="6155721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9" name="tx669"/>
            <p:cNvSpPr/>
            <p:nvPr/>
          </p:nvSpPr>
          <p:spPr>
            <a:xfrm>
              <a:off x="3893202" y="5712742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70" name="tx670"/>
            <p:cNvSpPr/>
            <p:nvPr/>
          </p:nvSpPr>
          <p:spPr>
            <a:xfrm>
              <a:off x="3893202" y="5269764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71" name="tx671"/>
            <p:cNvSpPr/>
            <p:nvPr/>
          </p:nvSpPr>
          <p:spPr>
            <a:xfrm>
              <a:off x="3893202" y="482678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72" name="tx672"/>
            <p:cNvSpPr/>
            <p:nvPr/>
          </p:nvSpPr>
          <p:spPr>
            <a:xfrm>
              <a:off x="3893202" y="4383806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73" name="pl673"/>
            <p:cNvSpPr/>
            <p:nvPr/>
          </p:nvSpPr>
          <p:spPr>
            <a:xfrm>
              <a:off x="4020822" y="620121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4020822" y="5758234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4020822" y="531525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4020822" y="487227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4020822" y="4429297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tx678"/>
            <p:cNvSpPr/>
            <p:nvPr/>
          </p:nvSpPr>
          <p:spPr>
            <a:xfrm>
              <a:off x="3787223" y="9364065"/>
              <a:ext cx="1766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679" name="tx679"/>
            <p:cNvSpPr/>
            <p:nvPr/>
          </p:nvSpPr>
          <p:spPr>
            <a:xfrm>
              <a:off x="3787223" y="8651899"/>
              <a:ext cx="1766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1.3</a:t>
              </a:r>
            </a:p>
          </p:txBody>
        </p:sp>
        <p:sp>
          <p:nvSpPr>
            <p:cNvPr id="680" name="tx680"/>
            <p:cNvSpPr/>
            <p:nvPr/>
          </p:nvSpPr>
          <p:spPr>
            <a:xfrm>
              <a:off x="3787223" y="7939733"/>
              <a:ext cx="1766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1.4</a:t>
              </a:r>
            </a:p>
          </p:txBody>
        </p:sp>
        <p:sp>
          <p:nvSpPr>
            <p:cNvPr id="681" name="tx681"/>
            <p:cNvSpPr/>
            <p:nvPr/>
          </p:nvSpPr>
          <p:spPr>
            <a:xfrm>
              <a:off x="3787223" y="7227567"/>
              <a:ext cx="1766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682" name="pl682"/>
            <p:cNvSpPr/>
            <p:nvPr/>
          </p:nvSpPr>
          <p:spPr>
            <a:xfrm>
              <a:off x="4020822" y="940955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l683"/>
            <p:cNvSpPr/>
            <p:nvPr/>
          </p:nvSpPr>
          <p:spPr>
            <a:xfrm>
              <a:off x="4020822" y="8697390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l684"/>
            <p:cNvSpPr/>
            <p:nvPr/>
          </p:nvSpPr>
          <p:spPr>
            <a:xfrm>
              <a:off x="4020822" y="7985224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l685"/>
            <p:cNvSpPr/>
            <p:nvPr/>
          </p:nvSpPr>
          <p:spPr>
            <a:xfrm>
              <a:off x="4020822" y="7273058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tx686"/>
            <p:cNvSpPr/>
            <p:nvPr/>
          </p:nvSpPr>
          <p:spPr>
            <a:xfrm>
              <a:off x="679470" y="3131823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87" name="tx687"/>
            <p:cNvSpPr/>
            <p:nvPr/>
          </p:nvSpPr>
          <p:spPr>
            <a:xfrm>
              <a:off x="679470" y="2360356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88" name="tx688"/>
            <p:cNvSpPr/>
            <p:nvPr/>
          </p:nvSpPr>
          <p:spPr>
            <a:xfrm>
              <a:off x="679470" y="1588889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89" name="pl689"/>
            <p:cNvSpPr/>
            <p:nvPr/>
          </p:nvSpPr>
          <p:spPr>
            <a:xfrm>
              <a:off x="807089" y="3177314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l690"/>
            <p:cNvSpPr/>
            <p:nvPr/>
          </p:nvSpPr>
          <p:spPr>
            <a:xfrm>
              <a:off x="807089" y="2405847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807089" y="1634380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tx692"/>
            <p:cNvSpPr/>
            <p:nvPr/>
          </p:nvSpPr>
          <p:spPr>
            <a:xfrm>
              <a:off x="679470" y="6186312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93" name="tx693"/>
            <p:cNvSpPr/>
            <p:nvPr/>
          </p:nvSpPr>
          <p:spPr>
            <a:xfrm>
              <a:off x="679470" y="5475589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94" name="tx694"/>
            <p:cNvSpPr/>
            <p:nvPr/>
          </p:nvSpPr>
          <p:spPr>
            <a:xfrm>
              <a:off x="679470" y="476486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95" name="tx695"/>
            <p:cNvSpPr/>
            <p:nvPr/>
          </p:nvSpPr>
          <p:spPr>
            <a:xfrm>
              <a:off x="679470" y="4054142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96" name="pl696"/>
            <p:cNvSpPr/>
            <p:nvPr/>
          </p:nvSpPr>
          <p:spPr>
            <a:xfrm>
              <a:off x="807089" y="6231804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807089" y="5521080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807089" y="4810357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807089" y="4099633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tx700"/>
            <p:cNvSpPr/>
            <p:nvPr/>
          </p:nvSpPr>
          <p:spPr>
            <a:xfrm>
              <a:off x="679470" y="8871321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679470" y="8230844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679470" y="7590367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03" name="pl703"/>
            <p:cNvSpPr/>
            <p:nvPr/>
          </p:nvSpPr>
          <p:spPr>
            <a:xfrm>
              <a:off x="807089" y="8916812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l704"/>
            <p:cNvSpPr/>
            <p:nvPr/>
          </p:nvSpPr>
          <p:spPr>
            <a:xfrm>
              <a:off x="807089" y="8276336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l705"/>
            <p:cNvSpPr/>
            <p:nvPr/>
          </p:nvSpPr>
          <p:spPr>
            <a:xfrm>
              <a:off x="807089" y="7635859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tx706"/>
            <p:cNvSpPr/>
            <p:nvPr/>
          </p:nvSpPr>
          <p:spPr>
            <a:xfrm>
              <a:off x="6846249" y="9867761"/>
              <a:ext cx="382127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707" name="tx707"/>
            <p:cNvSpPr/>
            <p:nvPr/>
          </p:nvSpPr>
          <p:spPr>
            <a:xfrm rot="-5400000">
              <a:off x="-21319" y="5187136"/>
              <a:ext cx="118204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5879683" y="520462"/>
              <a:ext cx="231526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 by Cell Type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2026-05-26T22:02:25Z</dcterms:modified>
  <cp:category/>
</cp:coreProperties>
</file>