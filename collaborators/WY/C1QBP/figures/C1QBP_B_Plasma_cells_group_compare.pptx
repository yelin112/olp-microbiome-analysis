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029200" cy="4572000"/>
            <a:chOff x="457200" y="457200"/>
            <a:chExt cx="5029200" cy="45720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9140" y="4083749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9140" y="3450983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9140" y="2818217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9140" y="2185451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9140" y="1552685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9140" y="919919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58647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48700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1092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73149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1108480" y="2244678"/>
              <a:ext cx="955995" cy="2093130"/>
            </a:xfrm>
            <a:custGeom>
              <a:avLst/>
              <a:pathLst>
                <a:path w="955995" h="2093130">
                  <a:moveTo>
                    <a:pt x="472651" y="2093130"/>
                  </a:moveTo>
                  <a:lnTo>
                    <a:pt x="471833" y="2089033"/>
                  </a:lnTo>
                  <a:lnTo>
                    <a:pt x="470915" y="2084937"/>
                  </a:lnTo>
                  <a:lnTo>
                    <a:pt x="469838" y="2080841"/>
                  </a:lnTo>
                  <a:lnTo>
                    <a:pt x="468635" y="2076745"/>
                  </a:lnTo>
                  <a:lnTo>
                    <a:pt x="467298" y="2072649"/>
                  </a:lnTo>
                  <a:lnTo>
                    <a:pt x="465817" y="2068553"/>
                  </a:lnTo>
                  <a:lnTo>
                    <a:pt x="464101" y="2064457"/>
                  </a:lnTo>
                  <a:lnTo>
                    <a:pt x="462200" y="2060360"/>
                  </a:lnTo>
                  <a:lnTo>
                    <a:pt x="460107" y="2056264"/>
                  </a:lnTo>
                  <a:lnTo>
                    <a:pt x="457810" y="2052168"/>
                  </a:lnTo>
                  <a:lnTo>
                    <a:pt x="455195" y="2048072"/>
                  </a:lnTo>
                  <a:lnTo>
                    <a:pt x="452318" y="2043976"/>
                  </a:lnTo>
                  <a:lnTo>
                    <a:pt x="449180" y="2039880"/>
                  </a:lnTo>
                  <a:lnTo>
                    <a:pt x="445769" y="2035784"/>
                  </a:lnTo>
                  <a:lnTo>
                    <a:pt x="441953" y="2031687"/>
                  </a:lnTo>
                  <a:lnTo>
                    <a:pt x="437785" y="2027591"/>
                  </a:lnTo>
                  <a:lnTo>
                    <a:pt x="433284" y="2023495"/>
                  </a:lnTo>
                  <a:lnTo>
                    <a:pt x="428438" y="2019399"/>
                  </a:lnTo>
                  <a:lnTo>
                    <a:pt x="423106" y="2015303"/>
                  </a:lnTo>
                  <a:lnTo>
                    <a:pt x="417334" y="2011207"/>
                  </a:lnTo>
                  <a:lnTo>
                    <a:pt x="411163" y="2007111"/>
                  </a:lnTo>
                  <a:lnTo>
                    <a:pt x="404586" y="2003014"/>
                  </a:lnTo>
                  <a:lnTo>
                    <a:pt x="397468" y="1998918"/>
                  </a:lnTo>
                  <a:lnTo>
                    <a:pt x="389836" y="1994822"/>
                  </a:lnTo>
                  <a:lnTo>
                    <a:pt x="381764" y="1990726"/>
                  </a:lnTo>
                  <a:lnTo>
                    <a:pt x="373251" y="1986630"/>
                  </a:lnTo>
                  <a:lnTo>
                    <a:pt x="364183" y="1982534"/>
                  </a:lnTo>
                  <a:lnTo>
                    <a:pt x="354568" y="1978438"/>
                  </a:lnTo>
                  <a:lnTo>
                    <a:pt x="344515" y="1974341"/>
                  </a:lnTo>
                  <a:lnTo>
                    <a:pt x="334029" y="1970245"/>
                  </a:lnTo>
                  <a:lnTo>
                    <a:pt x="323034" y="1966149"/>
                  </a:lnTo>
                  <a:lnTo>
                    <a:pt x="311526" y="1962053"/>
                  </a:lnTo>
                  <a:lnTo>
                    <a:pt x="299638" y="1957957"/>
                  </a:lnTo>
                  <a:lnTo>
                    <a:pt x="287385" y="1953861"/>
                  </a:lnTo>
                  <a:lnTo>
                    <a:pt x="274739" y="1949765"/>
                  </a:lnTo>
                  <a:lnTo>
                    <a:pt x="261701" y="1945668"/>
                  </a:lnTo>
                  <a:lnTo>
                    <a:pt x="248408" y="1941572"/>
                  </a:lnTo>
                  <a:lnTo>
                    <a:pt x="234890" y="1937476"/>
                  </a:lnTo>
                  <a:lnTo>
                    <a:pt x="221159" y="1933380"/>
                  </a:lnTo>
                  <a:lnTo>
                    <a:pt x="207259" y="1929284"/>
                  </a:lnTo>
                  <a:lnTo>
                    <a:pt x="193295" y="1925188"/>
                  </a:lnTo>
                  <a:lnTo>
                    <a:pt x="179308" y="1921092"/>
                  </a:lnTo>
                  <a:lnTo>
                    <a:pt x="165344" y="1916995"/>
                  </a:lnTo>
                  <a:lnTo>
                    <a:pt x="151524" y="1912899"/>
                  </a:lnTo>
                  <a:lnTo>
                    <a:pt x="137884" y="1908803"/>
                  </a:lnTo>
                  <a:lnTo>
                    <a:pt x="124469" y="1904707"/>
                  </a:lnTo>
                  <a:lnTo>
                    <a:pt x="111337" y="1900611"/>
                  </a:lnTo>
                  <a:lnTo>
                    <a:pt x="98726" y="1896515"/>
                  </a:lnTo>
                  <a:lnTo>
                    <a:pt x="86562" y="1892419"/>
                  </a:lnTo>
                  <a:lnTo>
                    <a:pt x="74887" y="1888322"/>
                  </a:lnTo>
                  <a:lnTo>
                    <a:pt x="63746" y="1884226"/>
                  </a:lnTo>
                  <a:lnTo>
                    <a:pt x="53509" y="1880130"/>
                  </a:lnTo>
                  <a:lnTo>
                    <a:pt x="43972" y="1876034"/>
                  </a:lnTo>
                  <a:lnTo>
                    <a:pt x="35165" y="1871938"/>
                  </a:lnTo>
                  <a:lnTo>
                    <a:pt x="27124" y="1867842"/>
                  </a:lnTo>
                  <a:lnTo>
                    <a:pt x="20261" y="1863746"/>
                  </a:lnTo>
                  <a:lnTo>
                    <a:pt x="14326" y="1859649"/>
                  </a:lnTo>
                  <a:lnTo>
                    <a:pt x="9296" y="1855553"/>
                  </a:lnTo>
                  <a:lnTo>
                    <a:pt x="5195" y="1851457"/>
                  </a:lnTo>
                  <a:lnTo>
                    <a:pt x="2416" y="1847361"/>
                  </a:lnTo>
                  <a:lnTo>
                    <a:pt x="712" y="1843265"/>
                  </a:lnTo>
                  <a:lnTo>
                    <a:pt x="0" y="1839071"/>
                  </a:lnTo>
                  <a:lnTo>
                    <a:pt x="263" y="1835073"/>
                  </a:lnTo>
                  <a:lnTo>
                    <a:pt x="1853" y="1830976"/>
                  </a:lnTo>
                  <a:lnTo>
                    <a:pt x="4551" y="1826880"/>
                  </a:lnTo>
                  <a:lnTo>
                    <a:pt x="8204" y="1822784"/>
                  </a:lnTo>
                  <a:lnTo>
                    <a:pt x="12794" y="1818688"/>
                  </a:lnTo>
                  <a:lnTo>
                    <a:pt x="18560" y="1814592"/>
                  </a:lnTo>
                  <a:lnTo>
                    <a:pt x="25342" y="1810496"/>
                  </a:lnTo>
                  <a:lnTo>
                    <a:pt x="32941" y="1806399"/>
                  </a:lnTo>
                  <a:lnTo>
                    <a:pt x="41326" y="1802303"/>
                  </a:lnTo>
                  <a:lnTo>
                    <a:pt x="50631" y="1798207"/>
                  </a:lnTo>
                  <a:lnTo>
                    <a:pt x="60744" y="1794111"/>
                  </a:lnTo>
                  <a:lnTo>
                    <a:pt x="71458" y="1790015"/>
                  </a:lnTo>
                  <a:lnTo>
                    <a:pt x="82730" y="1785919"/>
                  </a:lnTo>
                  <a:lnTo>
                    <a:pt x="94603" y="1781823"/>
                  </a:lnTo>
                  <a:lnTo>
                    <a:pt x="106996" y="1777726"/>
                  </a:lnTo>
                  <a:lnTo>
                    <a:pt x="119729" y="1773630"/>
                  </a:lnTo>
                  <a:lnTo>
                    <a:pt x="132756" y="1769534"/>
                  </a:lnTo>
                  <a:lnTo>
                    <a:pt x="146056" y="1765438"/>
                  </a:lnTo>
                  <a:lnTo>
                    <a:pt x="159550" y="1761342"/>
                  </a:lnTo>
                  <a:lnTo>
                    <a:pt x="173121" y="1757246"/>
                  </a:lnTo>
                  <a:lnTo>
                    <a:pt x="186728" y="1753150"/>
                  </a:lnTo>
                  <a:lnTo>
                    <a:pt x="200318" y="1749053"/>
                  </a:lnTo>
                  <a:lnTo>
                    <a:pt x="213785" y="1744957"/>
                  </a:lnTo>
                  <a:lnTo>
                    <a:pt x="227103" y="1740861"/>
                  </a:lnTo>
                  <a:lnTo>
                    <a:pt x="240238" y="1736765"/>
                  </a:lnTo>
                  <a:lnTo>
                    <a:pt x="253134" y="1732669"/>
                  </a:lnTo>
                  <a:lnTo>
                    <a:pt x="265646" y="1728573"/>
                  </a:lnTo>
                  <a:lnTo>
                    <a:pt x="277840" y="1724477"/>
                  </a:lnTo>
                  <a:lnTo>
                    <a:pt x="289693" y="1720380"/>
                  </a:lnTo>
                  <a:lnTo>
                    <a:pt x="301171" y="1716284"/>
                  </a:lnTo>
                  <a:lnTo>
                    <a:pt x="312081" y="1712188"/>
                  </a:lnTo>
                  <a:lnTo>
                    <a:pt x="322573" y="1708092"/>
                  </a:lnTo>
                  <a:lnTo>
                    <a:pt x="332639" y="1703996"/>
                  </a:lnTo>
                  <a:lnTo>
                    <a:pt x="342269" y="1699900"/>
                  </a:lnTo>
                  <a:lnTo>
                    <a:pt x="351240" y="1695804"/>
                  </a:lnTo>
                  <a:lnTo>
                    <a:pt x="359759" y="1691707"/>
                  </a:lnTo>
                  <a:lnTo>
                    <a:pt x="367829" y="1687611"/>
                  </a:lnTo>
                  <a:lnTo>
                    <a:pt x="375450" y="1683515"/>
                  </a:lnTo>
                  <a:lnTo>
                    <a:pt x="382438" y="1679419"/>
                  </a:lnTo>
                  <a:lnTo>
                    <a:pt x="388975" y="1675323"/>
                  </a:lnTo>
                  <a:lnTo>
                    <a:pt x="395090" y="1671227"/>
                  </a:lnTo>
                  <a:lnTo>
                    <a:pt x="400791" y="1667131"/>
                  </a:lnTo>
                  <a:lnTo>
                    <a:pt x="405940" y="1663034"/>
                  </a:lnTo>
                  <a:lnTo>
                    <a:pt x="410680" y="1658938"/>
                  </a:lnTo>
                  <a:lnTo>
                    <a:pt x="415057" y="1654842"/>
                  </a:lnTo>
                  <a:lnTo>
                    <a:pt x="419083" y="1650746"/>
                  </a:lnTo>
                  <a:lnTo>
                    <a:pt x="422667" y="1646650"/>
                  </a:lnTo>
                  <a:lnTo>
                    <a:pt x="425905" y="1642554"/>
                  </a:lnTo>
                  <a:lnTo>
                    <a:pt x="428856" y="1638458"/>
                  </a:lnTo>
                  <a:lnTo>
                    <a:pt x="431532" y="1634361"/>
                  </a:lnTo>
                  <a:lnTo>
                    <a:pt x="433878" y="1630265"/>
                  </a:lnTo>
                  <a:lnTo>
                    <a:pt x="435954" y="1626169"/>
                  </a:lnTo>
                  <a:lnTo>
                    <a:pt x="437817" y="1622073"/>
                  </a:lnTo>
                  <a:lnTo>
                    <a:pt x="439481" y="1617977"/>
                  </a:lnTo>
                  <a:lnTo>
                    <a:pt x="440914" y="1613881"/>
                  </a:lnTo>
                  <a:lnTo>
                    <a:pt x="442152" y="1609785"/>
                  </a:lnTo>
                  <a:lnTo>
                    <a:pt x="443245" y="1605688"/>
                  </a:lnTo>
                  <a:lnTo>
                    <a:pt x="444203" y="1601592"/>
                  </a:lnTo>
                  <a:lnTo>
                    <a:pt x="445014" y="1597496"/>
                  </a:lnTo>
                  <a:lnTo>
                    <a:pt x="445694" y="1593400"/>
                  </a:lnTo>
                  <a:lnTo>
                    <a:pt x="446283" y="1589304"/>
                  </a:lnTo>
                  <a:lnTo>
                    <a:pt x="446788" y="1585208"/>
                  </a:lnTo>
                  <a:lnTo>
                    <a:pt x="447208" y="1581112"/>
                  </a:lnTo>
                  <a:lnTo>
                    <a:pt x="447550" y="1577015"/>
                  </a:lnTo>
                  <a:lnTo>
                    <a:pt x="447841" y="1572919"/>
                  </a:lnTo>
                  <a:lnTo>
                    <a:pt x="448087" y="1568823"/>
                  </a:lnTo>
                  <a:lnTo>
                    <a:pt x="448290" y="1564727"/>
                  </a:lnTo>
                  <a:lnTo>
                    <a:pt x="448454" y="1560631"/>
                  </a:lnTo>
                  <a:lnTo>
                    <a:pt x="448596" y="1556535"/>
                  </a:lnTo>
                  <a:lnTo>
                    <a:pt x="448718" y="1552438"/>
                  </a:lnTo>
                  <a:lnTo>
                    <a:pt x="448825" y="1548342"/>
                  </a:lnTo>
                  <a:lnTo>
                    <a:pt x="448920" y="1544246"/>
                  </a:lnTo>
                  <a:lnTo>
                    <a:pt x="449010" y="1540150"/>
                  </a:lnTo>
                  <a:lnTo>
                    <a:pt x="449098" y="1536054"/>
                  </a:lnTo>
                  <a:lnTo>
                    <a:pt x="449187" y="1531958"/>
                  </a:lnTo>
                  <a:lnTo>
                    <a:pt x="449280" y="1527862"/>
                  </a:lnTo>
                  <a:lnTo>
                    <a:pt x="449380" y="1523765"/>
                  </a:lnTo>
                  <a:lnTo>
                    <a:pt x="449487" y="1519669"/>
                  </a:lnTo>
                  <a:lnTo>
                    <a:pt x="449603" y="1515573"/>
                  </a:lnTo>
                  <a:lnTo>
                    <a:pt x="449734" y="1511477"/>
                  </a:lnTo>
                  <a:lnTo>
                    <a:pt x="449876" y="1507381"/>
                  </a:lnTo>
                  <a:lnTo>
                    <a:pt x="450031" y="1503285"/>
                  </a:lnTo>
                  <a:lnTo>
                    <a:pt x="450198" y="1499189"/>
                  </a:lnTo>
                  <a:lnTo>
                    <a:pt x="450383" y="1495092"/>
                  </a:lnTo>
                  <a:lnTo>
                    <a:pt x="450582" y="1490996"/>
                  </a:lnTo>
                  <a:lnTo>
                    <a:pt x="450794" y="1486900"/>
                  </a:lnTo>
                  <a:lnTo>
                    <a:pt x="451019" y="1482804"/>
                  </a:lnTo>
                  <a:lnTo>
                    <a:pt x="451263" y="1478708"/>
                  </a:lnTo>
                  <a:lnTo>
                    <a:pt x="451519" y="1474612"/>
                  </a:lnTo>
                  <a:lnTo>
                    <a:pt x="451788" y="1470516"/>
                  </a:lnTo>
                  <a:lnTo>
                    <a:pt x="452068" y="1466419"/>
                  </a:lnTo>
                  <a:lnTo>
                    <a:pt x="452363" y="1462323"/>
                  </a:lnTo>
                  <a:lnTo>
                    <a:pt x="452669" y="1458227"/>
                  </a:lnTo>
                  <a:lnTo>
                    <a:pt x="452984" y="1454131"/>
                  </a:lnTo>
                  <a:lnTo>
                    <a:pt x="453308" y="1450035"/>
                  </a:lnTo>
                  <a:lnTo>
                    <a:pt x="453642" y="1445939"/>
                  </a:lnTo>
                  <a:lnTo>
                    <a:pt x="453983" y="1441843"/>
                  </a:lnTo>
                  <a:lnTo>
                    <a:pt x="454330" y="1437746"/>
                  </a:lnTo>
                  <a:lnTo>
                    <a:pt x="454682" y="1433650"/>
                  </a:lnTo>
                  <a:lnTo>
                    <a:pt x="455038" y="1429554"/>
                  </a:lnTo>
                  <a:lnTo>
                    <a:pt x="455397" y="1425458"/>
                  </a:lnTo>
                  <a:lnTo>
                    <a:pt x="455757" y="1421362"/>
                  </a:lnTo>
                  <a:lnTo>
                    <a:pt x="456118" y="1417266"/>
                  </a:lnTo>
                  <a:lnTo>
                    <a:pt x="456478" y="1413170"/>
                  </a:lnTo>
                  <a:lnTo>
                    <a:pt x="456836" y="1409073"/>
                  </a:lnTo>
                  <a:lnTo>
                    <a:pt x="457190" y="1404977"/>
                  </a:lnTo>
                  <a:lnTo>
                    <a:pt x="457541" y="1400881"/>
                  </a:lnTo>
                  <a:lnTo>
                    <a:pt x="457886" y="1396785"/>
                  </a:lnTo>
                  <a:lnTo>
                    <a:pt x="458223" y="1392689"/>
                  </a:lnTo>
                  <a:lnTo>
                    <a:pt x="458553" y="1388593"/>
                  </a:lnTo>
                  <a:lnTo>
                    <a:pt x="458876" y="1384497"/>
                  </a:lnTo>
                  <a:lnTo>
                    <a:pt x="459190" y="1380400"/>
                  </a:lnTo>
                  <a:lnTo>
                    <a:pt x="459492" y="1376304"/>
                  </a:lnTo>
                  <a:lnTo>
                    <a:pt x="459784" y="1372208"/>
                  </a:lnTo>
                  <a:lnTo>
                    <a:pt x="460066" y="1368112"/>
                  </a:lnTo>
                  <a:lnTo>
                    <a:pt x="460336" y="1364016"/>
                  </a:lnTo>
                  <a:lnTo>
                    <a:pt x="460591" y="1359920"/>
                  </a:lnTo>
                  <a:lnTo>
                    <a:pt x="460835" y="1355824"/>
                  </a:lnTo>
                  <a:lnTo>
                    <a:pt x="461067" y="1351727"/>
                  </a:lnTo>
                  <a:lnTo>
                    <a:pt x="461286" y="1347631"/>
                  </a:lnTo>
                  <a:lnTo>
                    <a:pt x="461489" y="1343535"/>
                  </a:lnTo>
                  <a:lnTo>
                    <a:pt x="461680" y="1339439"/>
                  </a:lnTo>
                  <a:lnTo>
                    <a:pt x="461859" y="1335343"/>
                  </a:lnTo>
                  <a:lnTo>
                    <a:pt x="462025" y="1331247"/>
                  </a:lnTo>
                  <a:lnTo>
                    <a:pt x="462175" y="1327151"/>
                  </a:lnTo>
                  <a:lnTo>
                    <a:pt x="462314" y="1323054"/>
                  </a:lnTo>
                  <a:lnTo>
                    <a:pt x="462441" y="1318958"/>
                  </a:lnTo>
                  <a:lnTo>
                    <a:pt x="462557" y="1314862"/>
                  </a:lnTo>
                  <a:lnTo>
                    <a:pt x="462657" y="1310766"/>
                  </a:lnTo>
                  <a:lnTo>
                    <a:pt x="462747" y="1306670"/>
                  </a:lnTo>
                  <a:lnTo>
                    <a:pt x="462827" y="1302574"/>
                  </a:lnTo>
                  <a:lnTo>
                    <a:pt x="462897" y="1298477"/>
                  </a:lnTo>
                  <a:lnTo>
                    <a:pt x="462953" y="1294381"/>
                  </a:lnTo>
                  <a:lnTo>
                    <a:pt x="463000" y="1290285"/>
                  </a:lnTo>
                  <a:lnTo>
                    <a:pt x="463037" y="1286189"/>
                  </a:lnTo>
                  <a:lnTo>
                    <a:pt x="463066" y="1282093"/>
                  </a:lnTo>
                  <a:lnTo>
                    <a:pt x="463083" y="1277997"/>
                  </a:lnTo>
                  <a:lnTo>
                    <a:pt x="463091" y="1273901"/>
                  </a:lnTo>
                  <a:lnTo>
                    <a:pt x="463091" y="1269804"/>
                  </a:lnTo>
                  <a:lnTo>
                    <a:pt x="463082" y="1265708"/>
                  </a:lnTo>
                  <a:lnTo>
                    <a:pt x="463063" y="1261612"/>
                  </a:lnTo>
                  <a:lnTo>
                    <a:pt x="463036" y="1257516"/>
                  </a:lnTo>
                  <a:lnTo>
                    <a:pt x="463000" y="1253420"/>
                  </a:lnTo>
                  <a:lnTo>
                    <a:pt x="462956" y="1249324"/>
                  </a:lnTo>
                  <a:lnTo>
                    <a:pt x="462903" y="1245228"/>
                  </a:lnTo>
                  <a:lnTo>
                    <a:pt x="462840" y="1241131"/>
                  </a:lnTo>
                  <a:lnTo>
                    <a:pt x="462769" y="1237035"/>
                  </a:lnTo>
                  <a:lnTo>
                    <a:pt x="462690" y="1232939"/>
                  </a:lnTo>
                  <a:lnTo>
                    <a:pt x="462601" y="1228843"/>
                  </a:lnTo>
                  <a:lnTo>
                    <a:pt x="462502" y="1224747"/>
                  </a:lnTo>
                  <a:lnTo>
                    <a:pt x="462394" y="1220651"/>
                  </a:lnTo>
                  <a:lnTo>
                    <a:pt x="462278" y="1216555"/>
                  </a:lnTo>
                  <a:lnTo>
                    <a:pt x="462152" y="1212458"/>
                  </a:lnTo>
                  <a:lnTo>
                    <a:pt x="462014" y="1208362"/>
                  </a:lnTo>
                  <a:lnTo>
                    <a:pt x="461869" y="1204266"/>
                  </a:lnTo>
                  <a:lnTo>
                    <a:pt x="461714" y="1200170"/>
                  </a:lnTo>
                  <a:lnTo>
                    <a:pt x="461550" y="1196074"/>
                  </a:lnTo>
                  <a:lnTo>
                    <a:pt x="461374" y="1191978"/>
                  </a:lnTo>
                  <a:lnTo>
                    <a:pt x="461189" y="1187882"/>
                  </a:lnTo>
                  <a:lnTo>
                    <a:pt x="460996" y="1183785"/>
                  </a:lnTo>
                  <a:lnTo>
                    <a:pt x="460794" y="1179689"/>
                  </a:lnTo>
                  <a:lnTo>
                    <a:pt x="460581" y="1175593"/>
                  </a:lnTo>
                  <a:lnTo>
                    <a:pt x="460360" y="1171497"/>
                  </a:lnTo>
                  <a:lnTo>
                    <a:pt x="460131" y="1167401"/>
                  </a:lnTo>
                  <a:lnTo>
                    <a:pt x="459895" y="1163305"/>
                  </a:lnTo>
                  <a:lnTo>
                    <a:pt x="459648" y="1159209"/>
                  </a:lnTo>
                  <a:lnTo>
                    <a:pt x="459394" y="1155112"/>
                  </a:lnTo>
                  <a:lnTo>
                    <a:pt x="459135" y="1151016"/>
                  </a:lnTo>
                  <a:lnTo>
                    <a:pt x="458869" y="1146920"/>
                  </a:lnTo>
                  <a:lnTo>
                    <a:pt x="458595" y="1142824"/>
                  </a:lnTo>
                  <a:lnTo>
                    <a:pt x="458316" y="1138728"/>
                  </a:lnTo>
                  <a:lnTo>
                    <a:pt x="458032" y="1134632"/>
                  </a:lnTo>
                  <a:lnTo>
                    <a:pt x="457744" y="1130536"/>
                  </a:lnTo>
                  <a:lnTo>
                    <a:pt x="457450" y="1126439"/>
                  </a:lnTo>
                  <a:lnTo>
                    <a:pt x="457153" y="1122343"/>
                  </a:lnTo>
                  <a:lnTo>
                    <a:pt x="456853" y="1118247"/>
                  </a:lnTo>
                  <a:lnTo>
                    <a:pt x="456551" y="1114151"/>
                  </a:lnTo>
                  <a:lnTo>
                    <a:pt x="456245" y="1110055"/>
                  </a:lnTo>
                  <a:lnTo>
                    <a:pt x="455938" y="1105959"/>
                  </a:lnTo>
                  <a:lnTo>
                    <a:pt x="455630" y="1101863"/>
                  </a:lnTo>
                  <a:lnTo>
                    <a:pt x="455321" y="1097766"/>
                  </a:lnTo>
                  <a:lnTo>
                    <a:pt x="455012" y="1093670"/>
                  </a:lnTo>
                  <a:lnTo>
                    <a:pt x="454702" y="1089574"/>
                  </a:lnTo>
                  <a:lnTo>
                    <a:pt x="454393" y="1085478"/>
                  </a:lnTo>
                  <a:lnTo>
                    <a:pt x="454085" y="1081382"/>
                  </a:lnTo>
                  <a:lnTo>
                    <a:pt x="453778" y="1077286"/>
                  </a:lnTo>
                  <a:lnTo>
                    <a:pt x="453472" y="1073190"/>
                  </a:lnTo>
                  <a:lnTo>
                    <a:pt x="453169" y="1069093"/>
                  </a:lnTo>
                  <a:lnTo>
                    <a:pt x="452867" y="1064997"/>
                  </a:lnTo>
                  <a:lnTo>
                    <a:pt x="452569" y="1060901"/>
                  </a:lnTo>
                  <a:lnTo>
                    <a:pt x="452274" y="1056805"/>
                  </a:lnTo>
                  <a:lnTo>
                    <a:pt x="451982" y="1052709"/>
                  </a:lnTo>
                  <a:lnTo>
                    <a:pt x="451693" y="1048613"/>
                  </a:lnTo>
                  <a:lnTo>
                    <a:pt x="451408" y="1044516"/>
                  </a:lnTo>
                  <a:lnTo>
                    <a:pt x="451129" y="1040420"/>
                  </a:lnTo>
                  <a:lnTo>
                    <a:pt x="450854" y="1036324"/>
                  </a:lnTo>
                  <a:lnTo>
                    <a:pt x="450584" y="1032228"/>
                  </a:lnTo>
                  <a:lnTo>
                    <a:pt x="450319" y="1028132"/>
                  </a:lnTo>
                  <a:lnTo>
                    <a:pt x="450062" y="1024036"/>
                  </a:lnTo>
                  <a:lnTo>
                    <a:pt x="449810" y="1019940"/>
                  </a:lnTo>
                  <a:lnTo>
                    <a:pt x="449564" y="1015843"/>
                  </a:lnTo>
                  <a:lnTo>
                    <a:pt x="449325" y="1011747"/>
                  </a:lnTo>
                  <a:lnTo>
                    <a:pt x="449094" y="1007651"/>
                  </a:lnTo>
                  <a:lnTo>
                    <a:pt x="448871" y="1003555"/>
                  </a:lnTo>
                  <a:lnTo>
                    <a:pt x="448655" y="999459"/>
                  </a:lnTo>
                  <a:lnTo>
                    <a:pt x="448448" y="995363"/>
                  </a:lnTo>
                  <a:lnTo>
                    <a:pt x="448251" y="991267"/>
                  </a:lnTo>
                  <a:lnTo>
                    <a:pt x="448062" y="987170"/>
                  </a:lnTo>
                  <a:lnTo>
                    <a:pt x="447881" y="983074"/>
                  </a:lnTo>
                  <a:lnTo>
                    <a:pt x="447710" y="978978"/>
                  </a:lnTo>
                  <a:lnTo>
                    <a:pt x="447551" y="974882"/>
                  </a:lnTo>
                  <a:lnTo>
                    <a:pt x="447401" y="970786"/>
                  </a:lnTo>
                  <a:lnTo>
                    <a:pt x="447261" y="966690"/>
                  </a:lnTo>
                  <a:lnTo>
                    <a:pt x="447130" y="962594"/>
                  </a:lnTo>
                  <a:lnTo>
                    <a:pt x="447013" y="958497"/>
                  </a:lnTo>
                  <a:lnTo>
                    <a:pt x="446906" y="954401"/>
                  </a:lnTo>
                  <a:lnTo>
                    <a:pt x="446808" y="950305"/>
                  </a:lnTo>
                  <a:lnTo>
                    <a:pt x="446721" y="946209"/>
                  </a:lnTo>
                  <a:lnTo>
                    <a:pt x="446648" y="942113"/>
                  </a:lnTo>
                  <a:lnTo>
                    <a:pt x="446585" y="938017"/>
                  </a:lnTo>
                  <a:lnTo>
                    <a:pt x="446531" y="933921"/>
                  </a:lnTo>
                  <a:lnTo>
                    <a:pt x="446488" y="929824"/>
                  </a:lnTo>
                  <a:lnTo>
                    <a:pt x="446459" y="925728"/>
                  </a:lnTo>
                  <a:lnTo>
                    <a:pt x="446440" y="921632"/>
                  </a:lnTo>
                  <a:lnTo>
                    <a:pt x="446431" y="917536"/>
                  </a:lnTo>
                  <a:lnTo>
                    <a:pt x="446431" y="913440"/>
                  </a:lnTo>
                  <a:lnTo>
                    <a:pt x="446445" y="909344"/>
                  </a:lnTo>
                  <a:lnTo>
                    <a:pt x="446469" y="905248"/>
                  </a:lnTo>
                  <a:lnTo>
                    <a:pt x="446503" y="901151"/>
                  </a:lnTo>
                  <a:lnTo>
                    <a:pt x="446545" y="897055"/>
                  </a:lnTo>
                  <a:lnTo>
                    <a:pt x="446600" y="892959"/>
                  </a:lnTo>
                  <a:lnTo>
                    <a:pt x="446666" y="888863"/>
                  </a:lnTo>
                  <a:lnTo>
                    <a:pt x="446740" y="884767"/>
                  </a:lnTo>
                  <a:lnTo>
                    <a:pt x="446823" y="880671"/>
                  </a:lnTo>
                  <a:lnTo>
                    <a:pt x="446918" y="876575"/>
                  </a:lnTo>
                  <a:lnTo>
                    <a:pt x="447022" y="872478"/>
                  </a:lnTo>
                  <a:lnTo>
                    <a:pt x="447136" y="868382"/>
                  </a:lnTo>
                  <a:lnTo>
                    <a:pt x="447257" y="864286"/>
                  </a:lnTo>
                  <a:lnTo>
                    <a:pt x="447389" y="860190"/>
                  </a:lnTo>
                  <a:lnTo>
                    <a:pt x="447531" y="856094"/>
                  </a:lnTo>
                  <a:lnTo>
                    <a:pt x="447682" y="851998"/>
                  </a:lnTo>
                  <a:lnTo>
                    <a:pt x="447840" y="847902"/>
                  </a:lnTo>
                  <a:lnTo>
                    <a:pt x="448007" y="843805"/>
                  </a:lnTo>
                  <a:lnTo>
                    <a:pt x="448185" y="839709"/>
                  </a:lnTo>
                  <a:lnTo>
                    <a:pt x="448370" y="835613"/>
                  </a:lnTo>
                  <a:lnTo>
                    <a:pt x="448563" y="831517"/>
                  </a:lnTo>
                  <a:lnTo>
                    <a:pt x="448764" y="827421"/>
                  </a:lnTo>
                  <a:lnTo>
                    <a:pt x="448975" y="823325"/>
                  </a:lnTo>
                  <a:lnTo>
                    <a:pt x="449193" y="819229"/>
                  </a:lnTo>
                  <a:lnTo>
                    <a:pt x="449417" y="815132"/>
                  </a:lnTo>
                  <a:lnTo>
                    <a:pt x="449649" y="811036"/>
                  </a:lnTo>
                  <a:lnTo>
                    <a:pt x="449890" y="806940"/>
                  </a:lnTo>
                  <a:lnTo>
                    <a:pt x="450137" y="802844"/>
                  </a:lnTo>
                  <a:lnTo>
                    <a:pt x="450390" y="798748"/>
                  </a:lnTo>
                  <a:lnTo>
                    <a:pt x="450650" y="794652"/>
                  </a:lnTo>
                  <a:lnTo>
                    <a:pt x="450916" y="790556"/>
                  </a:lnTo>
                  <a:lnTo>
                    <a:pt x="451188" y="786459"/>
                  </a:lnTo>
                  <a:lnTo>
                    <a:pt x="451465" y="782363"/>
                  </a:lnTo>
                  <a:lnTo>
                    <a:pt x="451746" y="778267"/>
                  </a:lnTo>
                  <a:lnTo>
                    <a:pt x="452033" y="774171"/>
                  </a:lnTo>
                  <a:lnTo>
                    <a:pt x="452324" y="770075"/>
                  </a:lnTo>
                  <a:lnTo>
                    <a:pt x="452618" y="765979"/>
                  </a:lnTo>
                  <a:lnTo>
                    <a:pt x="452915" y="761882"/>
                  </a:lnTo>
                  <a:lnTo>
                    <a:pt x="453216" y="757786"/>
                  </a:lnTo>
                  <a:lnTo>
                    <a:pt x="453519" y="753690"/>
                  </a:lnTo>
                  <a:lnTo>
                    <a:pt x="453823" y="749594"/>
                  </a:lnTo>
                  <a:lnTo>
                    <a:pt x="454129" y="745498"/>
                  </a:lnTo>
                  <a:lnTo>
                    <a:pt x="454436" y="741402"/>
                  </a:lnTo>
                  <a:lnTo>
                    <a:pt x="454743" y="737306"/>
                  </a:lnTo>
                  <a:lnTo>
                    <a:pt x="455050" y="733209"/>
                  </a:lnTo>
                  <a:lnTo>
                    <a:pt x="455357" y="729113"/>
                  </a:lnTo>
                  <a:lnTo>
                    <a:pt x="455662" y="725017"/>
                  </a:lnTo>
                  <a:lnTo>
                    <a:pt x="455966" y="720921"/>
                  </a:lnTo>
                  <a:lnTo>
                    <a:pt x="456268" y="716825"/>
                  </a:lnTo>
                  <a:lnTo>
                    <a:pt x="456568" y="712729"/>
                  </a:lnTo>
                  <a:lnTo>
                    <a:pt x="456865" y="708633"/>
                  </a:lnTo>
                  <a:lnTo>
                    <a:pt x="457159" y="704536"/>
                  </a:lnTo>
                  <a:lnTo>
                    <a:pt x="457449" y="700440"/>
                  </a:lnTo>
                  <a:lnTo>
                    <a:pt x="457736" y="696344"/>
                  </a:lnTo>
                  <a:lnTo>
                    <a:pt x="458018" y="692248"/>
                  </a:lnTo>
                  <a:lnTo>
                    <a:pt x="458296" y="688152"/>
                  </a:lnTo>
                  <a:lnTo>
                    <a:pt x="458569" y="684056"/>
                  </a:lnTo>
                  <a:lnTo>
                    <a:pt x="458838" y="679960"/>
                  </a:lnTo>
                  <a:lnTo>
                    <a:pt x="459102" y="675863"/>
                  </a:lnTo>
                  <a:lnTo>
                    <a:pt x="459359" y="671767"/>
                  </a:lnTo>
                  <a:lnTo>
                    <a:pt x="459612" y="667671"/>
                  </a:lnTo>
                  <a:lnTo>
                    <a:pt x="459860" y="663575"/>
                  </a:lnTo>
                  <a:lnTo>
                    <a:pt x="460102" y="659479"/>
                  </a:lnTo>
                  <a:lnTo>
                    <a:pt x="460338" y="655383"/>
                  </a:lnTo>
                  <a:lnTo>
                    <a:pt x="460569" y="651287"/>
                  </a:lnTo>
                  <a:lnTo>
                    <a:pt x="460795" y="647190"/>
                  </a:lnTo>
                  <a:lnTo>
                    <a:pt x="461016" y="643094"/>
                  </a:lnTo>
                  <a:lnTo>
                    <a:pt x="461231" y="638998"/>
                  </a:lnTo>
                  <a:lnTo>
                    <a:pt x="461441" y="634902"/>
                  </a:lnTo>
                  <a:lnTo>
                    <a:pt x="461646" y="630806"/>
                  </a:lnTo>
                  <a:lnTo>
                    <a:pt x="461847" y="626710"/>
                  </a:lnTo>
                  <a:lnTo>
                    <a:pt x="462043" y="622614"/>
                  </a:lnTo>
                  <a:lnTo>
                    <a:pt x="462235" y="618517"/>
                  </a:lnTo>
                  <a:lnTo>
                    <a:pt x="462423" y="614421"/>
                  </a:lnTo>
                  <a:lnTo>
                    <a:pt x="462607" y="610325"/>
                  </a:lnTo>
                  <a:lnTo>
                    <a:pt x="462787" y="606229"/>
                  </a:lnTo>
                  <a:lnTo>
                    <a:pt x="462964" y="602133"/>
                  </a:lnTo>
                  <a:lnTo>
                    <a:pt x="463139" y="598037"/>
                  </a:lnTo>
                  <a:lnTo>
                    <a:pt x="463311" y="593941"/>
                  </a:lnTo>
                  <a:lnTo>
                    <a:pt x="463480" y="589844"/>
                  </a:lnTo>
                  <a:lnTo>
                    <a:pt x="463648" y="585748"/>
                  </a:lnTo>
                  <a:lnTo>
                    <a:pt x="463814" y="581652"/>
                  </a:lnTo>
                  <a:lnTo>
                    <a:pt x="463978" y="577556"/>
                  </a:lnTo>
                  <a:lnTo>
                    <a:pt x="464141" y="573460"/>
                  </a:lnTo>
                  <a:lnTo>
                    <a:pt x="464304" y="569364"/>
                  </a:lnTo>
                  <a:lnTo>
                    <a:pt x="464466" y="565268"/>
                  </a:lnTo>
                  <a:lnTo>
                    <a:pt x="464628" y="561171"/>
                  </a:lnTo>
                  <a:lnTo>
                    <a:pt x="464790" y="557075"/>
                  </a:lnTo>
                  <a:lnTo>
                    <a:pt x="464952" y="552979"/>
                  </a:lnTo>
                  <a:lnTo>
                    <a:pt x="465114" y="548883"/>
                  </a:lnTo>
                  <a:lnTo>
                    <a:pt x="465278" y="544787"/>
                  </a:lnTo>
                  <a:lnTo>
                    <a:pt x="465442" y="540691"/>
                  </a:lnTo>
                  <a:lnTo>
                    <a:pt x="465608" y="536595"/>
                  </a:lnTo>
                  <a:lnTo>
                    <a:pt x="465775" y="532498"/>
                  </a:lnTo>
                  <a:lnTo>
                    <a:pt x="465943" y="528402"/>
                  </a:lnTo>
                  <a:lnTo>
                    <a:pt x="466112" y="524306"/>
                  </a:lnTo>
                  <a:lnTo>
                    <a:pt x="466284" y="520210"/>
                  </a:lnTo>
                  <a:lnTo>
                    <a:pt x="466457" y="516114"/>
                  </a:lnTo>
                  <a:lnTo>
                    <a:pt x="466632" y="512018"/>
                  </a:lnTo>
                  <a:lnTo>
                    <a:pt x="466809" y="507921"/>
                  </a:lnTo>
                  <a:lnTo>
                    <a:pt x="466988" y="503825"/>
                  </a:lnTo>
                  <a:lnTo>
                    <a:pt x="467169" y="499729"/>
                  </a:lnTo>
                  <a:lnTo>
                    <a:pt x="467351" y="495633"/>
                  </a:lnTo>
                  <a:lnTo>
                    <a:pt x="467535" y="491537"/>
                  </a:lnTo>
                  <a:lnTo>
                    <a:pt x="467721" y="487441"/>
                  </a:lnTo>
                  <a:lnTo>
                    <a:pt x="467909" y="483345"/>
                  </a:lnTo>
                  <a:lnTo>
                    <a:pt x="468097" y="479248"/>
                  </a:lnTo>
                  <a:lnTo>
                    <a:pt x="468287" y="475152"/>
                  </a:lnTo>
                  <a:lnTo>
                    <a:pt x="468477" y="471056"/>
                  </a:lnTo>
                  <a:lnTo>
                    <a:pt x="468669" y="466960"/>
                  </a:lnTo>
                  <a:lnTo>
                    <a:pt x="468860" y="462864"/>
                  </a:lnTo>
                  <a:lnTo>
                    <a:pt x="469052" y="458768"/>
                  </a:lnTo>
                  <a:lnTo>
                    <a:pt x="469244" y="454672"/>
                  </a:lnTo>
                  <a:lnTo>
                    <a:pt x="469435" y="450575"/>
                  </a:lnTo>
                  <a:lnTo>
                    <a:pt x="469626" y="446479"/>
                  </a:lnTo>
                  <a:lnTo>
                    <a:pt x="469816" y="442383"/>
                  </a:lnTo>
                  <a:lnTo>
                    <a:pt x="470004" y="438287"/>
                  </a:lnTo>
                  <a:lnTo>
                    <a:pt x="470190" y="434191"/>
                  </a:lnTo>
                  <a:lnTo>
                    <a:pt x="470375" y="430095"/>
                  </a:lnTo>
                  <a:lnTo>
                    <a:pt x="470557" y="425999"/>
                  </a:lnTo>
                  <a:lnTo>
                    <a:pt x="470736" y="421902"/>
                  </a:lnTo>
                  <a:lnTo>
                    <a:pt x="470912" y="417806"/>
                  </a:lnTo>
                  <a:lnTo>
                    <a:pt x="471085" y="413710"/>
                  </a:lnTo>
                  <a:lnTo>
                    <a:pt x="471255" y="409614"/>
                  </a:lnTo>
                  <a:lnTo>
                    <a:pt x="471421" y="405518"/>
                  </a:lnTo>
                  <a:lnTo>
                    <a:pt x="471582" y="401422"/>
                  </a:lnTo>
                  <a:lnTo>
                    <a:pt x="471740" y="397326"/>
                  </a:lnTo>
                  <a:lnTo>
                    <a:pt x="471893" y="393229"/>
                  </a:lnTo>
                  <a:lnTo>
                    <a:pt x="472041" y="389133"/>
                  </a:lnTo>
                  <a:lnTo>
                    <a:pt x="472184" y="385037"/>
                  </a:lnTo>
                  <a:lnTo>
                    <a:pt x="472323" y="380941"/>
                  </a:lnTo>
                  <a:lnTo>
                    <a:pt x="472458" y="376845"/>
                  </a:lnTo>
                  <a:lnTo>
                    <a:pt x="472587" y="372749"/>
                  </a:lnTo>
                  <a:lnTo>
                    <a:pt x="472711" y="368653"/>
                  </a:lnTo>
                  <a:lnTo>
                    <a:pt x="472831" y="364556"/>
                  </a:lnTo>
                  <a:lnTo>
                    <a:pt x="472947" y="360460"/>
                  </a:lnTo>
                  <a:lnTo>
                    <a:pt x="473058" y="356364"/>
                  </a:lnTo>
                  <a:lnTo>
                    <a:pt x="473164" y="352268"/>
                  </a:lnTo>
                  <a:lnTo>
                    <a:pt x="473266" y="348172"/>
                  </a:lnTo>
                  <a:lnTo>
                    <a:pt x="473365" y="344076"/>
                  </a:lnTo>
                  <a:lnTo>
                    <a:pt x="473460" y="339980"/>
                  </a:lnTo>
                  <a:lnTo>
                    <a:pt x="473551" y="335883"/>
                  </a:lnTo>
                  <a:lnTo>
                    <a:pt x="473640" y="331787"/>
                  </a:lnTo>
                  <a:lnTo>
                    <a:pt x="473726" y="327691"/>
                  </a:lnTo>
                  <a:lnTo>
                    <a:pt x="473809" y="323595"/>
                  </a:lnTo>
                  <a:lnTo>
                    <a:pt x="473890" y="319499"/>
                  </a:lnTo>
                  <a:lnTo>
                    <a:pt x="473969" y="315403"/>
                  </a:lnTo>
                  <a:lnTo>
                    <a:pt x="474047" y="311307"/>
                  </a:lnTo>
                  <a:lnTo>
                    <a:pt x="474124" y="307210"/>
                  </a:lnTo>
                  <a:lnTo>
                    <a:pt x="474199" y="303114"/>
                  </a:lnTo>
                  <a:lnTo>
                    <a:pt x="474274" y="299018"/>
                  </a:lnTo>
                  <a:lnTo>
                    <a:pt x="474348" y="294922"/>
                  </a:lnTo>
                  <a:lnTo>
                    <a:pt x="474423" y="290826"/>
                  </a:lnTo>
                  <a:lnTo>
                    <a:pt x="474497" y="286730"/>
                  </a:lnTo>
                  <a:lnTo>
                    <a:pt x="474572" y="282634"/>
                  </a:lnTo>
                  <a:lnTo>
                    <a:pt x="474648" y="278537"/>
                  </a:lnTo>
                  <a:lnTo>
                    <a:pt x="474724" y="274441"/>
                  </a:lnTo>
                  <a:lnTo>
                    <a:pt x="474800" y="270345"/>
                  </a:lnTo>
                  <a:lnTo>
                    <a:pt x="474878" y="266249"/>
                  </a:lnTo>
                  <a:lnTo>
                    <a:pt x="474957" y="262153"/>
                  </a:lnTo>
                  <a:lnTo>
                    <a:pt x="475036" y="258057"/>
                  </a:lnTo>
                  <a:lnTo>
                    <a:pt x="475117" y="253960"/>
                  </a:lnTo>
                  <a:lnTo>
                    <a:pt x="475199" y="249864"/>
                  </a:lnTo>
                  <a:lnTo>
                    <a:pt x="475281" y="245768"/>
                  </a:lnTo>
                  <a:lnTo>
                    <a:pt x="475365" y="241672"/>
                  </a:lnTo>
                  <a:lnTo>
                    <a:pt x="475449" y="237576"/>
                  </a:lnTo>
                  <a:lnTo>
                    <a:pt x="475534" y="233480"/>
                  </a:lnTo>
                  <a:lnTo>
                    <a:pt x="475620" y="229384"/>
                  </a:lnTo>
                  <a:lnTo>
                    <a:pt x="475706" y="225287"/>
                  </a:lnTo>
                  <a:lnTo>
                    <a:pt x="475792" y="221191"/>
                  </a:lnTo>
                  <a:lnTo>
                    <a:pt x="475878" y="217095"/>
                  </a:lnTo>
                  <a:lnTo>
                    <a:pt x="475964" y="212999"/>
                  </a:lnTo>
                  <a:lnTo>
                    <a:pt x="476050" y="208903"/>
                  </a:lnTo>
                  <a:lnTo>
                    <a:pt x="476135" y="204807"/>
                  </a:lnTo>
                  <a:lnTo>
                    <a:pt x="476220" y="200711"/>
                  </a:lnTo>
                  <a:lnTo>
                    <a:pt x="476304" y="196614"/>
                  </a:lnTo>
                  <a:lnTo>
                    <a:pt x="476387" y="192518"/>
                  </a:lnTo>
                  <a:lnTo>
                    <a:pt x="476468" y="188422"/>
                  </a:lnTo>
                  <a:lnTo>
                    <a:pt x="476547" y="184326"/>
                  </a:lnTo>
                  <a:lnTo>
                    <a:pt x="476626" y="180230"/>
                  </a:lnTo>
                  <a:lnTo>
                    <a:pt x="476702" y="176134"/>
                  </a:lnTo>
                  <a:lnTo>
                    <a:pt x="476777" y="172038"/>
                  </a:lnTo>
                  <a:lnTo>
                    <a:pt x="476849" y="167941"/>
                  </a:lnTo>
                  <a:lnTo>
                    <a:pt x="476919" y="163845"/>
                  </a:lnTo>
                  <a:lnTo>
                    <a:pt x="476987" y="159749"/>
                  </a:lnTo>
                  <a:lnTo>
                    <a:pt x="477052" y="155653"/>
                  </a:lnTo>
                  <a:lnTo>
                    <a:pt x="477115" y="151557"/>
                  </a:lnTo>
                  <a:lnTo>
                    <a:pt x="477175" y="147461"/>
                  </a:lnTo>
                  <a:lnTo>
                    <a:pt x="477233" y="143365"/>
                  </a:lnTo>
                  <a:lnTo>
                    <a:pt x="477288" y="139268"/>
                  </a:lnTo>
                  <a:lnTo>
                    <a:pt x="477341" y="135172"/>
                  </a:lnTo>
                  <a:lnTo>
                    <a:pt x="477390" y="131076"/>
                  </a:lnTo>
                  <a:lnTo>
                    <a:pt x="477438" y="126980"/>
                  </a:lnTo>
                  <a:lnTo>
                    <a:pt x="477482" y="122884"/>
                  </a:lnTo>
                  <a:lnTo>
                    <a:pt x="477524" y="118788"/>
                  </a:lnTo>
                  <a:lnTo>
                    <a:pt x="477563" y="114692"/>
                  </a:lnTo>
                  <a:lnTo>
                    <a:pt x="477601" y="110595"/>
                  </a:lnTo>
                  <a:lnTo>
                    <a:pt x="477635" y="106499"/>
                  </a:lnTo>
                  <a:lnTo>
                    <a:pt x="477667" y="102403"/>
                  </a:lnTo>
                  <a:lnTo>
                    <a:pt x="477697" y="98307"/>
                  </a:lnTo>
                  <a:lnTo>
                    <a:pt x="477725" y="94211"/>
                  </a:lnTo>
                  <a:lnTo>
                    <a:pt x="477751" y="90115"/>
                  </a:lnTo>
                  <a:lnTo>
                    <a:pt x="477774" y="86019"/>
                  </a:lnTo>
                  <a:lnTo>
                    <a:pt x="477796" y="81922"/>
                  </a:lnTo>
                  <a:lnTo>
                    <a:pt x="477816" y="77826"/>
                  </a:lnTo>
                  <a:lnTo>
                    <a:pt x="477835" y="73730"/>
                  </a:lnTo>
                  <a:lnTo>
                    <a:pt x="477851" y="69634"/>
                  </a:lnTo>
                  <a:lnTo>
                    <a:pt x="477866" y="65538"/>
                  </a:lnTo>
                  <a:lnTo>
                    <a:pt x="477880" y="61442"/>
                  </a:lnTo>
                  <a:lnTo>
                    <a:pt x="477893" y="57346"/>
                  </a:lnTo>
                  <a:lnTo>
                    <a:pt x="477904" y="53249"/>
                  </a:lnTo>
                  <a:lnTo>
                    <a:pt x="477915" y="49153"/>
                  </a:lnTo>
                  <a:lnTo>
                    <a:pt x="477924" y="45057"/>
                  </a:lnTo>
                  <a:lnTo>
                    <a:pt x="477932" y="40961"/>
                  </a:lnTo>
                  <a:lnTo>
                    <a:pt x="477940" y="36865"/>
                  </a:lnTo>
                  <a:lnTo>
                    <a:pt x="477946" y="32769"/>
                  </a:lnTo>
                  <a:lnTo>
                    <a:pt x="477952" y="28673"/>
                  </a:lnTo>
                  <a:lnTo>
                    <a:pt x="477958" y="24576"/>
                  </a:lnTo>
                  <a:lnTo>
                    <a:pt x="477962" y="20480"/>
                  </a:lnTo>
                  <a:lnTo>
                    <a:pt x="477966" y="16384"/>
                  </a:lnTo>
                  <a:lnTo>
                    <a:pt x="477970" y="12288"/>
                  </a:lnTo>
                  <a:lnTo>
                    <a:pt x="477973" y="8192"/>
                  </a:lnTo>
                  <a:lnTo>
                    <a:pt x="477976" y="4096"/>
                  </a:lnTo>
                  <a:lnTo>
                    <a:pt x="478010" y="0"/>
                  </a:lnTo>
                  <a:lnTo>
                    <a:pt x="478012" y="4096"/>
                  </a:lnTo>
                  <a:lnTo>
                    <a:pt x="478015" y="8192"/>
                  </a:lnTo>
                  <a:lnTo>
                    <a:pt x="478018" y="12288"/>
                  </a:lnTo>
                  <a:lnTo>
                    <a:pt x="478022" y="16384"/>
                  </a:lnTo>
                  <a:lnTo>
                    <a:pt x="478026" y="20480"/>
                  </a:lnTo>
                  <a:lnTo>
                    <a:pt x="478031" y="24576"/>
                  </a:lnTo>
                  <a:lnTo>
                    <a:pt x="478036" y="28673"/>
                  </a:lnTo>
                  <a:lnTo>
                    <a:pt x="478042" y="32769"/>
                  </a:lnTo>
                  <a:lnTo>
                    <a:pt x="478049" y="36865"/>
                  </a:lnTo>
                  <a:lnTo>
                    <a:pt x="478056" y="40961"/>
                  </a:lnTo>
                  <a:lnTo>
                    <a:pt x="478064" y="45057"/>
                  </a:lnTo>
                  <a:lnTo>
                    <a:pt x="478074" y="49153"/>
                  </a:lnTo>
                  <a:lnTo>
                    <a:pt x="478084" y="53249"/>
                  </a:lnTo>
                  <a:lnTo>
                    <a:pt x="478095" y="57346"/>
                  </a:lnTo>
                  <a:lnTo>
                    <a:pt x="478108" y="61442"/>
                  </a:lnTo>
                  <a:lnTo>
                    <a:pt x="478122" y="65538"/>
                  </a:lnTo>
                  <a:lnTo>
                    <a:pt x="478137" y="69634"/>
                  </a:lnTo>
                  <a:lnTo>
                    <a:pt x="478154" y="73730"/>
                  </a:lnTo>
                  <a:lnTo>
                    <a:pt x="478172" y="77826"/>
                  </a:lnTo>
                  <a:lnTo>
                    <a:pt x="478192" y="81922"/>
                  </a:lnTo>
                  <a:lnTo>
                    <a:pt x="478214" y="86019"/>
                  </a:lnTo>
                  <a:lnTo>
                    <a:pt x="478238" y="90115"/>
                  </a:lnTo>
                  <a:lnTo>
                    <a:pt x="478264" y="94211"/>
                  </a:lnTo>
                  <a:lnTo>
                    <a:pt x="478291" y="98307"/>
                  </a:lnTo>
                  <a:lnTo>
                    <a:pt x="478321" y="102403"/>
                  </a:lnTo>
                  <a:lnTo>
                    <a:pt x="478353" y="106499"/>
                  </a:lnTo>
                  <a:lnTo>
                    <a:pt x="478388" y="110595"/>
                  </a:lnTo>
                  <a:lnTo>
                    <a:pt x="478425" y="114692"/>
                  </a:lnTo>
                  <a:lnTo>
                    <a:pt x="478464" y="118788"/>
                  </a:lnTo>
                  <a:lnTo>
                    <a:pt x="478506" y="122884"/>
                  </a:lnTo>
                  <a:lnTo>
                    <a:pt x="478551" y="126980"/>
                  </a:lnTo>
                  <a:lnTo>
                    <a:pt x="478598" y="131076"/>
                  </a:lnTo>
                  <a:lnTo>
                    <a:pt x="478648" y="135172"/>
                  </a:lnTo>
                  <a:lnTo>
                    <a:pt x="478700" y="139268"/>
                  </a:lnTo>
                  <a:lnTo>
                    <a:pt x="478755" y="143365"/>
                  </a:lnTo>
                  <a:lnTo>
                    <a:pt x="478813" y="147461"/>
                  </a:lnTo>
                  <a:lnTo>
                    <a:pt x="478873" y="151557"/>
                  </a:lnTo>
                  <a:lnTo>
                    <a:pt x="478936" y="155653"/>
                  </a:lnTo>
                  <a:lnTo>
                    <a:pt x="479001" y="159749"/>
                  </a:lnTo>
                  <a:lnTo>
                    <a:pt x="479069" y="163845"/>
                  </a:lnTo>
                  <a:lnTo>
                    <a:pt x="479140" y="167941"/>
                  </a:lnTo>
                  <a:lnTo>
                    <a:pt x="479212" y="172038"/>
                  </a:lnTo>
                  <a:lnTo>
                    <a:pt x="479286" y="176134"/>
                  </a:lnTo>
                  <a:lnTo>
                    <a:pt x="479363" y="180230"/>
                  </a:lnTo>
                  <a:lnTo>
                    <a:pt x="479441" y="184326"/>
                  </a:lnTo>
                  <a:lnTo>
                    <a:pt x="479521" y="188422"/>
                  </a:lnTo>
                  <a:lnTo>
                    <a:pt x="479602" y="192518"/>
                  </a:lnTo>
                  <a:lnTo>
                    <a:pt x="479685" y="196614"/>
                  </a:lnTo>
                  <a:lnTo>
                    <a:pt x="479768" y="200711"/>
                  </a:lnTo>
                  <a:lnTo>
                    <a:pt x="479853" y="204807"/>
                  </a:lnTo>
                  <a:lnTo>
                    <a:pt x="479938" y="208903"/>
                  </a:lnTo>
                  <a:lnTo>
                    <a:pt x="480024" y="212999"/>
                  </a:lnTo>
                  <a:lnTo>
                    <a:pt x="480110" y="217095"/>
                  </a:lnTo>
                  <a:lnTo>
                    <a:pt x="480197" y="221191"/>
                  </a:lnTo>
                  <a:lnTo>
                    <a:pt x="480283" y="225287"/>
                  </a:lnTo>
                  <a:lnTo>
                    <a:pt x="480369" y="229384"/>
                  </a:lnTo>
                  <a:lnTo>
                    <a:pt x="480454" y="233480"/>
                  </a:lnTo>
                  <a:lnTo>
                    <a:pt x="480539" y="237576"/>
                  </a:lnTo>
                  <a:lnTo>
                    <a:pt x="480624" y="241672"/>
                  </a:lnTo>
                  <a:lnTo>
                    <a:pt x="480707" y="245768"/>
                  </a:lnTo>
                  <a:lnTo>
                    <a:pt x="480790" y="249864"/>
                  </a:lnTo>
                  <a:lnTo>
                    <a:pt x="480871" y="253960"/>
                  </a:lnTo>
                  <a:lnTo>
                    <a:pt x="480952" y="258057"/>
                  </a:lnTo>
                  <a:lnTo>
                    <a:pt x="481032" y="262153"/>
                  </a:lnTo>
                  <a:lnTo>
                    <a:pt x="481110" y="266249"/>
                  </a:lnTo>
                  <a:lnTo>
                    <a:pt x="481188" y="270345"/>
                  </a:lnTo>
                  <a:lnTo>
                    <a:pt x="481265" y="274441"/>
                  </a:lnTo>
                  <a:lnTo>
                    <a:pt x="481341" y="278537"/>
                  </a:lnTo>
                  <a:lnTo>
                    <a:pt x="481416" y="282634"/>
                  </a:lnTo>
                  <a:lnTo>
                    <a:pt x="481491" y="286730"/>
                  </a:lnTo>
                  <a:lnTo>
                    <a:pt x="481566" y="290826"/>
                  </a:lnTo>
                  <a:lnTo>
                    <a:pt x="481640" y="294922"/>
                  </a:lnTo>
                  <a:lnTo>
                    <a:pt x="481714" y="299018"/>
                  </a:lnTo>
                  <a:lnTo>
                    <a:pt x="481789" y="303114"/>
                  </a:lnTo>
                  <a:lnTo>
                    <a:pt x="481865" y="307210"/>
                  </a:lnTo>
                  <a:lnTo>
                    <a:pt x="481941" y="311307"/>
                  </a:lnTo>
                  <a:lnTo>
                    <a:pt x="482019" y="315403"/>
                  </a:lnTo>
                  <a:lnTo>
                    <a:pt x="482098" y="319499"/>
                  </a:lnTo>
                  <a:lnTo>
                    <a:pt x="482179" y="323595"/>
                  </a:lnTo>
                  <a:lnTo>
                    <a:pt x="482262" y="327691"/>
                  </a:lnTo>
                  <a:lnTo>
                    <a:pt x="482348" y="331787"/>
                  </a:lnTo>
                  <a:lnTo>
                    <a:pt x="482437" y="335883"/>
                  </a:lnTo>
                  <a:lnTo>
                    <a:pt x="482528" y="339980"/>
                  </a:lnTo>
                  <a:lnTo>
                    <a:pt x="482623" y="344076"/>
                  </a:lnTo>
                  <a:lnTo>
                    <a:pt x="482722" y="348172"/>
                  </a:lnTo>
                  <a:lnTo>
                    <a:pt x="482825" y="352268"/>
                  </a:lnTo>
                  <a:lnTo>
                    <a:pt x="482931" y="356364"/>
                  </a:lnTo>
                  <a:lnTo>
                    <a:pt x="483041" y="360460"/>
                  </a:lnTo>
                  <a:lnTo>
                    <a:pt x="483157" y="364556"/>
                  </a:lnTo>
                  <a:lnTo>
                    <a:pt x="483277" y="368653"/>
                  </a:lnTo>
                  <a:lnTo>
                    <a:pt x="483401" y="372749"/>
                  </a:lnTo>
                  <a:lnTo>
                    <a:pt x="483530" y="376845"/>
                  </a:lnTo>
                  <a:lnTo>
                    <a:pt x="483665" y="380941"/>
                  </a:lnTo>
                  <a:lnTo>
                    <a:pt x="483804" y="385037"/>
                  </a:lnTo>
                  <a:lnTo>
                    <a:pt x="483948" y="389133"/>
                  </a:lnTo>
                  <a:lnTo>
                    <a:pt x="484095" y="393229"/>
                  </a:lnTo>
                  <a:lnTo>
                    <a:pt x="484249" y="397326"/>
                  </a:lnTo>
                  <a:lnTo>
                    <a:pt x="484406" y="401422"/>
                  </a:lnTo>
                  <a:lnTo>
                    <a:pt x="484568" y="405518"/>
                  </a:lnTo>
                  <a:lnTo>
                    <a:pt x="484733" y="409614"/>
                  </a:lnTo>
                  <a:lnTo>
                    <a:pt x="484903" y="413710"/>
                  </a:lnTo>
                  <a:lnTo>
                    <a:pt x="485076" y="417806"/>
                  </a:lnTo>
                  <a:lnTo>
                    <a:pt x="485252" y="421902"/>
                  </a:lnTo>
                  <a:lnTo>
                    <a:pt x="485431" y="425999"/>
                  </a:lnTo>
                  <a:lnTo>
                    <a:pt x="485614" y="430095"/>
                  </a:lnTo>
                  <a:lnTo>
                    <a:pt x="485798" y="434191"/>
                  </a:lnTo>
                  <a:lnTo>
                    <a:pt x="485985" y="438287"/>
                  </a:lnTo>
                  <a:lnTo>
                    <a:pt x="486173" y="442383"/>
                  </a:lnTo>
                  <a:lnTo>
                    <a:pt x="486362" y="446479"/>
                  </a:lnTo>
                  <a:lnTo>
                    <a:pt x="486553" y="450575"/>
                  </a:lnTo>
                  <a:lnTo>
                    <a:pt x="486744" y="454672"/>
                  </a:lnTo>
                  <a:lnTo>
                    <a:pt x="486936" y="458768"/>
                  </a:lnTo>
                  <a:lnTo>
                    <a:pt x="487128" y="462864"/>
                  </a:lnTo>
                  <a:lnTo>
                    <a:pt x="487320" y="466960"/>
                  </a:lnTo>
                  <a:lnTo>
                    <a:pt x="487511" y="471056"/>
                  </a:lnTo>
                  <a:lnTo>
                    <a:pt x="487702" y="475152"/>
                  </a:lnTo>
                  <a:lnTo>
                    <a:pt x="487891" y="479248"/>
                  </a:lnTo>
                  <a:lnTo>
                    <a:pt x="488080" y="483345"/>
                  </a:lnTo>
                  <a:lnTo>
                    <a:pt x="488267" y="487441"/>
                  </a:lnTo>
                  <a:lnTo>
                    <a:pt x="488453" y="491537"/>
                  </a:lnTo>
                  <a:lnTo>
                    <a:pt x="488637" y="495633"/>
                  </a:lnTo>
                  <a:lnTo>
                    <a:pt x="488819" y="499729"/>
                  </a:lnTo>
                  <a:lnTo>
                    <a:pt x="489000" y="503825"/>
                  </a:lnTo>
                  <a:lnTo>
                    <a:pt x="489179" y="507921"/>
                  </a:lnTo>
                  <a:lnTo>
                    <a:pt x="489356" y="512018"/>
                  </a:lnTo>
                  <a:lnTo>
                    <a:pt x="489531" y="516114"/>
                  </a:lnTo>
                  <a:lnTo>
                    <a:pt x="489704" y="520210"/>
                  </a:lnTo>
                  <a:lnTo>
                    <a:pt x="489876" y="524306"/>
                  </a:lnTo>
                  <a:lnTo>
                    <a:pt x="490046" y="528402"/>
                  </a:lnTo>
                  <a:lnTo>
                    <a:pt x="490214" y="532498"/>
                  </a:lnTo>
                  <a:lnTo>
                    <a:pt x="490381" y="536595"/>
                  </a:lnTo>
                  <a:lnTo>
                    <a:pt x="490546" y="540691"/>
                  </a:lnTo>
                  <a:lnTo>
                    <a:pt x="490711" y="544787"/>
                  </a:lnTo>
                  <a:lnTo>
                    <a:pt x="490874" y="548883"/>
                  </a:lnTo>
                  <a:lnTo>
                    <a:pt x="491037" y="552979"/>
                  </a:lnTo>
                  <a:lnTo>
                    <a:pt x="491199" y="557075"/>
                  </a:lnTo>
                  <a:lnTo>
                    <a:pt x="491360" y="561171"/>
                  </a:lnTo>
                  <a:lnTo>
                    <a:pt x="491522" y="565268"/>
                  </a:lnTo>
                  <a:lnTo>
                    <a:pt x="491684" y="569364"/>
                  </a:lnTo>
                  <a:lnTo>
                    <a:pt x="491847" y="573460"/>
                  </a:lnTo>
                  <a:lnTo>
                    <a:pt x="492010" y="577556"/>
                  </a:lnTo>
                  <a:lnTo>
                    <a:pt x="492175" y="581652"/>
                  </a:lnTo>
                  <a:lnTo>
                    <a:pt x="492341" y="585748"/>
                  </a:lnTo>
                  <a:lnTo>
                    <a:pt x="492508" y="589844"/>
                  </a:lnTo>
                  <a:lnTo>
                    <a:pt x="492677" y="593941"/>
                  </a:lnTo>
                  <a:lnTo>
                    <a:pt x="492849" y="598037"/>
                  </a:lnTo>
                  <a:lnTo>
                    <a:pt x="493024" y="602133"/>
                  </a:lnTo>
                  <a:lnTo>
                    <a:pt x="493201" y="606229"/>
                  </a:lnTo>
                  <a:lnTo>
                    <a:pt x="493381" y="610325"/>
                  </a:lnTo>
                  <a:lnTo>
                    <a:pt x="493566" y="614421"/>
                  </a:lnTo>
                  <a:lnTo>
                    <a:pt x="493754" y="618517"/>
                  </a:lnTo>
                  <a:lnTo>
                    <a:pt x="493945" y="622614"/>
                  </a:lnTo>
                  <a:lnTo>
                    <a:pt x="494141" y="626710"/>
                  </a:lnTo>
                  <a:lnTo>
                    <a:pt x="494342" y="630806"/>
                  </a:lnTo>
                  <a:lnTo>
                    <a:pt x="494548" y="634902"/>
                  </a:lnTo>
                  <a:lnTo>
                    <a:pt x="494758" y="638998"/>
                  </a:lnTo>
                  <a:lnTo>
                    <a:pt x="494972" y="643094"/>
                  </a:lnTo>
                  <a:lnTo>
                    <a:pt x="495193" y="647190"/>
                  </a:lnTo>
                  <a:lnTo>
                    <a:pt x="495419" y="651287"/>
                  </a:lnTo>
                  <a:lnTo>
                    <a:pt x="495650" y="655383"/>
                  </a:lnTo>
                  <a:lnTo>
                    <a:pt x="495886" y="659479"/>
                  </a:lnTo>
                  <a:lnTo>
                    <a:pt x="496128" y="663575"/>
                  </a:lnTo>
                  <a:lnTo>
                    <a:pt x="496376" y="667671"/>
                  </a:lnTo>
                  <a:lnTo>
                    <a:pt x="496629" y="671767"/>
                  </a:lnTo>
                  <a:lnTo>
                    <a:pt x="496887" y="675863"/>
                  </a:lnTo>
                  <a:lnTo>
                    <a:pt x="497150" y="679960"/>
                  </a:lnTo>
                  <a:lnTo>
                    <a:pt x="497419" y="684056"/>
                  </a:lnTo>
                  <a:lnTo>
                    <a:pt x="497692" y="688152"/>
                  </a:lnTo>
                  <a:lnTo>
                    <a:pt x="497970" y="692248"/>
                  </a:lnTo>
                  <a:lnTo>
                    <a:pt x="498252" y="696344"/>
                  </a:lnTo>
                  <a:lnTo>
                    <a:pt x="498539" y="700440"/>
                  </a:lnTo>
                  <a:lnTo>
                    <a:pt x="498830" y="704536"/>
                  </a:lnTo>
                  <a:lnTo>
                    <a:pt x="499123" y="708633"/>
                  </a:lnTo>
                  <a:lnTo>
                    <a:pt x="499420" y="712729"/>
                  </a:lnTo>
                  <a:lnTo>
                    <a:pt x="499720" y="716825"/>
                  </a:lnTo>
                  <a:lnTo>
                    <a:pt x="500022" y="720921"/>
                  </a:lnTo>
                  <a:lnTo>
                    <a:pt x="500326" y="725017"/>
                  </a:lnTo>
                  <a:lnTo>
                    <a:pt x="500632" y="729113"/>
                  </a:lnTo>
                  <a:lnTo>
                    <a:pt x="500938" y="733209"/>
                  </a:lnTo>
                  <a:lnTo>
                    <a:pt x="501245" y="737306"/>
                  </a:lnTo>
                  <a:lnTo>
                    <a:pt x="501552" y="741402"/>
                  </a:lnTo>
                  <a:lnTo>
                    <a:pt x="501859" y="745498"/>
                  </a:lnTo>
                  <a:lnTo>
                    <a:pt x="502165" y="749594"/>
                  </a:lnTo>
                  <a:lnTo>
                    <a:pt x="502470" y="753690"/>
                  </a:lnTo>
                  <a:lnTo>
                    <a:pt x="502772" y="757786"/>
                  </a:lnTo>
                  <a:lnTo>
                    <a:pt x="503073" y="761882"/>
                  </a:lnTo>
                  <a:lnTo>
                    <a:pt x="503370" y="765979"/>
                  </a:lnTo>
                  <a:lnTo>
                    <a:pt x="503664" y="770075"/>
                  </a:lnTo>
                  <a:lnTo>
                    <a:pt x="503955" y="774171"/>
                  </a:lnTo>
                  <a:lnTo>
                    <a:pt x="504242" y="778267"/>
                  </a:lnTo>
                  <a:lnTo>
                    <a:pt x="504524" y="782363"/>
                  </a:lnTo>
                  <a:lnTo>
                    <a:pt x="504800" y="786459"/>
                  </a:lnTo>
                  <a:lnTo>
                    <a:pt x="505072" y="790556"/>
                  </a:lnTo>
                  <a:lnTo>
                    <a:pt x="505339" y="794652"/>
                  </a:lnTo>
                  <a:lnTo>
                    <a:pt x="505598" y="798748"/>
                  </a:lnTo>
                  <a:lnTo>
                    <a:pt x="505851" y="802844"/>
                  </a:lnTo>
                  <a:lnTo>
                    <a:pt x="506098" y="806940"/>
                  </a:lnTo>
                  <a:lnTo>
                    <a:pt x="506339" y="811036"/>
                  </a:lnTo>
                  <a:lnTo>
                    <a:pt x="506571" y="815132"/>
                  </a:lnTo>
                  <a:lnTo>
                    <a:pt x="506796" y="819229"/>
                  </a:lnTo>
                  <a:lnTo>
                    <a:pt x="507013" y="823325"/>
                  </a:lnTo>
                  <a:lnTo>
                    <a:pt x="507224" y="827421"/>
                  </a:lnTo>
                  <a:lnTo>
                    <a:pt x="507426" y="831517"/>
                  </a:lnTo>
                  <a:lnTo>
                    <a:pt x="507618" y="835613"/>
                  </a:lnTo>
                  <a:lnTo>
                    <a:pt x="507803" y="839709"/>
                  </a:lnTo>
                  <a:lnTo>
                    <a:pt x="507981" y="843805"/>
                  </a:lnTo>
                  <a:lnTo>
                    <a:pt x="508149" y="847902"/>
                  </a:lnTo>
                  <a:lnTo>
                    <a:pt x="508307" y="851998"/>
                  </a:lnTo>
                  <a:lnTo>
                    <a:pt x="508457" y="856094"/>
                  </a:lnTo>
                  <a:lnTo>
                    <a:pt x="508599" y="860190"/>
                  </a:lnTo>
                  <a:lnTo>
                    <a:pt x="508731" y="864286"/>
                  </a:lnTo>
                  <a:lnTo>
                    <a:pt x="508853" y="868382"/>
                  </a:lnTo>
                  <a:lnTo>
                    <a:pt x="508966" y="872478"/>
                  </a:lnTo>
                  <a:lnTo>
                    <a:pt x="509071" y="876575"/>
                  </a:lnTo>
                  <a:lnTo>
                    <a:pt x="509165" y="880671"/>
                  </a:lnTo>
                  <a:lnTo>
                    <a:pt x="509248" y="884767"/>
                  </a:lnTo>
                  <a:lnTo>
                    <a:pt x="509323" y="888863"/>
                  </a:lnTo>
                  <a:lnTo>
                    <a:pt x="509388" y="892959"/>
                  </a:lnTo>
                  <a:lnTo>
                    <a:pt x="509443" y="897055"/>
                  </a:lnTo>
                  <a:lnTo>
                    <a:pt x="509486" y="901151"/>
                  </a:lnTo>
                  <a:lnTo>
                    <a:pt x="509519" y="905248"/>
                  </a:lnTo>
                  <a:lnTo>
                    <a:pt x="509543" y="909344"/>
                  </a:lnTo>
                  <a:lnTo>
                    <a:pt x="509557" y="913440"/>
                  </a:lnTo>
                  <a:lnTo>
                    <a:pt x="509558" y="917536"/>
                  </a:lnTo>
                  <a:lnTo>
                    <a:pt x="509548" y="921632"/>
                  </a:lnTo>
                  <a:lnTo>
                    <a:pt x="509530" y="925728"/>
                  </a:lnTo>
                  <a:lnTo>
                    <a:pt x="509500" y="929824"/>
                  </a:lnTo>
                  <a:lnTo>
                    <a:pt x="509457" y="933921"/>
                  </a:lnTo>
                  <a:lnTo>
                    <a:pt x="509404" y="938017"/>
                  </a:lnTo>
                  <a:lnTo>
                    <a:pt x="509341" y="942113"/>
                  </a:lnTo>
                  <a:lnTo>
                    <a:pt x="509268" y="946209"/>
                  </a:lnTo>
                  <a:lnTo>
                    <a:pt x="509180" y="950305"/>
                  </a:lnTo>
                  <a:lnTo>
                    <a:pt x="509082" y="954401"/>
                  </a:lnTo>
                  <a:lnTo>
                    <a:pt x="508975" y="958497"/>
                  </a:lnTo>
                  <a:lnTo>
                    <a:pt x="508858" y="962594"/>
                  </a:lnTo>
                  <a:lnTo>
                    <a:pt x="508727" y="966690"/>
                  </a:lnTo>
                  <a:lnTo>
                    <a:pt x="508587" y="970786"/>
                  </a:lnTo>
                  <a:lnTo>
                    <a:pt x="508437" y="974882"/>
                  </a:lnTo>
                  <a:lnTo>
                    <a:pt x="508278" y="978978"/>
                  </a:lnTo>
                  <a:lnTo>
                    <a:pt x="508107" y="983074"/>
                  </a:lnTo>
                  <a:lnTo>
                    <a:pt x="507927" y="987170"/>
                  </a:lnTo>
                  <a:lnTo>
                    <a:pt x="507738" y="991267"/>
                  </a:lnTo>
                  <a:lnTo>
                    <a:pt x="507541" y="995363"/>
                  </a:lnTo>
                  <a:lnTo>
                    <a:pt x="507333" y="999459"/>
                  </a:lnTo>
                  <a:lnTo>
                    <a:pt x="507117" y="1003555"/>
                  </a:lnTo>
                  <a:lnTo>
                    <a:pt x="506894" y="1007651"/>
                  </a:lnTo>
                  <a:lnTo>
                    <a:pt x="506664" y="1011747"/>
                  </a:lnTo>
                  <a:lnTo>
                    <a:pt x="506425" y="1015843"/>
                  </a:lnTo>
                  <a:lnTo>
                    <a:pt x="506179" y="1019940"/>
                  </a:lnTo>
                  <a:lnTo>
                    <a:pt x="505927" y="1024036"/>
                  </a:lnTo>
                  <a:lnTo>
                    <a:pt x="505669" y="1028132"/>
                  </a:lnTo>
                  <a:lnTo>
                    <a:pt x="505404" y="1032228"/>
                  </a:lnTo>
                  <a:lnTo>
                    <a:pt x="505134" y="1036324"/>
                  </a:lnTo>
                  <a:lnTo>
                    <a:pt x="504859" y="1040420"/>
                  </a:lnTo>
                  <a:lnTo>
                    <a:pt x="504580" y="1044516"/>
                  </a:lnTo>
                  <a:lnTo>
                    <a:pt x="504296" y="1048613"/>
                  </a:lnTo>
                  <a:lnTo>
                    <a:pt x="504007" y="1052709"/>
                  </a:lnTo>
                  <a:lnTo>
                    <a:pt x="503715" y="1056805"/>
                  </a:lnTo>
                  <a:lnTo>
                    <a:pt x="503420" y="1060901"/>
                  </a:lnTo>
                  <a:lnTo>
                    <a:pt x="503121" y="1064997"/>
                  </a:lnTo>
                  <a:lnTo>
                    <a:pt x="502820" y="1069093"/>
                  </a:lnTo>
                  <a:lnTo>
                    <a:pt x="502516" y="1073190"/>
                  </a:lnTo>
                  <a:lnTo>
                    <a:pt x="502211" y="1077286"/>
                  </a:lnTo>
                  <a:lnTo>
                    <a:pt x="501904" y="1081382"/>
                  </a:lnTo>
                  <a:lnTo>
                    <a:pt x="501595" y="1085478"/>
                  </a:lnTo>
                  <a:lnTo>
                    <a:pt x="501286" y="1089574"/>
                  </a:lnTo>
                  <a:lnTo>
                    <a:pt x="500977" y="1093670"/>
                  </a:lnTo>
                  <a:lnTo>
                    <a:pt x="500667" y="1097766"/>
                  </a:lnTo>
                  <a:lnTo>
                    <a:pt x="500358" y="1101863"/>
                  </a:lnTo>
                  <a:lnTo>
                    <a:pt x="500050" y="1105959"/>
                  </a:lnTo>
                  <a:lnTo>
                    <a:pt x="499743" y="1110055"/>
                  </a:lnTo>
                  <a:lnTo>
                    <a:pt x="499438" y="1114151"/>
                  </a:lnTo>
                  <a:lnTo>
                    <a:pt x="499135" y="1118247"/>
                  </a:lnTo>
                  <a:lnTo>
                    <a:pt x="498835" y="1122343"/>
                  </a:lnTo>
                  <a:lnTo>
                    <a:pt x="498538" y="1126439"/>
                  </a:lnTo>
                  <a:lnTo>
                    <a:pt x="498245" y="1130536"/>
                  </a:lnTo>
                  <a:lnTo>
                    <a:pt x="497956" y="1134632"/>
                  </a:lnTo>
                  <a:lnTo>
                    <a:pt x="497673" y="1138728"/>
                  </a:lnTo>
                  <a:lnTo>
                    <a:pt x="497394" y="1142824"/>
                  </a:lnTo>
                  <a:lnTo>
                    <a:pt x="497120" y="1146920"/>
                  </a:lnTo>
                  <a:lnTo>
                    <a:pt x="496854" y="1151016"/>
                  </a:lnTo>
                  <a:lnTo>
                    <a:pt x="496594" y="1155112"/>
                  </a:lnTo>
                  <a:lnTo>
                    <a:pt x="496341" y="1159209"/>
                  </a:lnTo>
                  <a:lnTo>
                    <a:pt x="496094" y="1163305"/>
                  </a:lnTo>
                  <a:lnTo>
                    <a:pt x="495857" y="1167401"/>
                  </a:lnTo>
                  <a:lnTo>
                    <a:pt x="495628" y="1171497"/>
                  </a:lnTo>
                  <a:lnTo>
                    <a:pt x="495407" y="1175593"/>
                  </a:lnTo>
                  <a:lnTo>
                    <a:pt x="495194" y="1179689"/>
                  </a:lnTo>
                  <a:lnTo>
                    <a:pt x="494992" y="1183785"/>
                  </a:lnTo>
                  <a:lnTo>
                    <a:pt x="494799" y="1187882"/>
                  </a:lnTo>
                  <a:lnTo>
                    <a:pt x="494615" y="1191978"/>
                  </a:lnTo>
                  <a:lnTo>
                    <a:pt x="494439" y="1196074"/>
                  </a:lnTo>
                  <a:lnTo>
                    <a:pt x="494274" y="1200170"/>
                  </a:lnTo>
                  <a:lnTo>
                    <a:pt x="494120" y="1204266"/>
                  </a:lnTo>
                  <a:lnTo>
                    <a:pt x="493974" y="1208362"/>
                  </a:lnTo>
                  <a:lnTo>
                    <a:pt x="493837" y="1212458"/>
                  </a:lnTo>
                  <a:lnTo>
                    <a:pt x="493711" y="1216555"/>
                  </a:lnTo>
                  <a:lnTo>
                    <a:pt x="493594" y="1220651"/>
                  </a:lnTo>
                  <a:lnTo>
                    <a:pt x="493487" y="1224747"/>
                  </a:lnTo>
                  <a:lnTo>
                    <a:pt x="493387" y="1228843"/>
                  </a:lnTo>
                  <a:lnTo>
                    <a:pt x="493298" y="1232939"/>
                  </a:lnTo>
                  <a:lnTo>
                    <a:pt x="493219" y="1237035"/>
                  </a:lnTo>
                  <a:lnTo>
                    <a:pt x="493148" y="1241131"/>
                  </a:lnTo>
                  <a:lnTo>
                    <a:pt x="493085" y="1245228"/>
                  </a:lnTo>
                  <a:lnTo>
                    <a:pt x="493032" y="1249324"/>
                  </a:lnTo>
                  <a:lnTo>
                    <a:pt x="492988" y="1253420"/>
                  </a:lnTo>
                  <a:lnTo>
                    <a:pt x="492953" y="1257516"/>
                  </a:lnTo>
                  <a:lnTo>
                    <a:pt x="492925" y="1261612"/>
                  </a:lnTo>
                  <a:lnTo>
                    <a:pt x="492906" y="1265708"/>
                  </a:lnTo>
                  <a:lnTo>
                    <a:pt x="492898" y="1269804"/>
                  </a:lnTo>
                  <a:lnTo>
                    <a:pt x="492898" y="1273901"/>
                  </a:lnTo>
                  <a:lnTo>
                    <a:pt x="492905" y="1277997"/>
                  </a:lnTo>
                  <a:lnTo>
                    <a:pt x="492923" y="1282093"/>
                  </a:lnTo>
                  <a:lnTo>
                    <a:pt x="492951" y="1286189"/>
                  </a:lnTo>
                  <a:lnTo>
                    <a:pt x="492989" y="1290285"/>
                  </a:lnTo>
                  <a:lnTo>
                    <a:pt x="493035" y="1294381"/>
                  </a:lnTo>
                  <a:lnTo>
                    <a:pt x="493092" y="1298477"/>
                  </a:lnTo>
                  <a:lnTo>
                    <a:pt x="493161" y="1302574"/>
                  </a:lnTo>
                  <a:lnTo>
                    <a:pt x="493241" y="1306670"/>
                  </a:lnTo>
                  <a:lnTo>
                    <a:pt x="493331" y="1310766"/>
                  </a:lnTo>
                  <a:lnTo>
                    <a:pt x="493432" y="1314862"/>
                  </a:lnTo>
                  <a:lnTo>
                    <a:pt x="493548" y="1318958"/>
                  </a:lnTo>
                  <a:lnTo>
                    <a:pt x="493675" y="1323054"/>
                  </a:lnTo>
                  <a:lnTo>
                    <a:pt x="493813" y="1327151"/>
                  </a:lnTo>
                  <a:lnTo>
                    <a:pt x="493963" y="1331247"/>
                  </a:lnTo>
                  <a:lnTo>
                    <a:pt x="494130" y="1335343"/>
                  </a:lnTo>
                  <a:lnTo>
                    <a:pt x="494309" y="1339439"/>
                  </a:lnTo>
                  <a:lnTo>
                    <a:pt x="494500" y="1343535"/>
                  </a:lnTo>
                  <a:lnTo>
                    <a:pt x="494702" y="1347631"/>
                  </a:lnTo>
                  <a:lnTo>
                    <a:pt x="494922" y="1351727"/>
                  </a:lnTo>
                  <a:lnTo>
                    <a:pt x="495154" y="1355824"/>
                  </a:lnTo>
                  <a:lnTo>
                    <a:pt x="495397" y="1359920"/>
                  </a:lnTo>
                  <a:lnTo>
                    <a:pt x="495652" y="1364016"/>
                  </a:lnTo>
                  <a:lnTo>
                    <a:pt x="495923" y="1368112"/>
                  </a:lnTo>
                  <a:lnTo>
                    <a:pt x="496205" y="1372208"/>
                  </a:lnTo>
                  <a:lnTo>
                    <a:pt x="496496" y="1376304"/>
                  </a:lnTo>
                  <a:lnTo>
                    <a:pt x="496798" y="1380400"/>
                  </a:lnTo>
                  <a:lnTo>
                    <a:pt x="497112" y="1384497"/>
                  </a:lnTo>
                  <a:lnTo>
                    <a:pt x="497435" y="1388593"/>
                  </a:lnTo>
                  <a:lnTo>
                    <a:pt x="497765" y="1392689"/>
                  </a:lnTo>
                  <a:lnTo>
                    <a:pt x="498103" y="1396785"/>
                  </a:lnTo>
                  <a:lnTo>
                    <a:pt x="498448" y="1400881"/>
                  </a:lnTo>
                  <a:lnTo>
                    <a:pt x="498798" y="1404977"/>
                  </a:lnTo>
                  <a:lnTo>
                    <a:pt x="499153" y="1409073"/>
                  </a:lnTo>
                  <a:lnTo>
                    <a:pt x="499510" y="1413170"/>
                  </a:lnTo>
                  <a:lnTo>
                    <a:pt x="499870" y="1417266"/>
                  </a:lnTo>
                  <a:lnTo>
                    <a:pt x="500231" y="1421362"/>
                  </a:lnTo>
                  <a:lnTo>
                    <a:pt x="500591" y="1425458"/>
                  </a:lnTo>
                  <a:lnTo>
                    <a:pt x="500950" y="1429554"/>
                  </a:lnTo>
                  <a:lnTo>
                    <a:pt x="501307" y="1433650"/>
                  </a:lnTo>
                  <a:lnTo>
                    <a:pt x="501658" y="1437746"/>
                  </a:lnTo>
                  <a:lnTo>
                    <a:pt x="502005" y="1441843"/>
                  </a:lnTo>
                  <a:lnTo>
                    <a:pt x="502347" y="1445939"/>
                  </a:lnTo>
                  <a:lnTo>
                    <a:pt x="502681" y="1450035"/>
                  </a:lnTo>
                  <a:lnTo>
                    <a:pt x="503005" y="1454131"/>
                  </a:lnTo>
                  <a:lnTo>
                    <a:pt x="503320" y="1458227"/>
                  </a:lnTo>
                  <a:lnTo>
                    <a:pt x="503626" y="1462323"/>
                  </a:lnTo>
                  <a:lnTo>
                    <a:pt x="503921" y="1466419"/>
                  </a:lnTo>
                  <a:lnTo>
                    <a:pt x="504201" y="1470516"/>
                  </a:lnTo>
                  <a:lnTo>
                    <a:pt x="504469" y="1474612"/>
                  </a:lnTo>
                  <a:lnTo>
                    <a:pt x="504726" y="1478708"/>
                  </a:lnTo>
                  <a:lnTo>
                    <a:pt x="504969" y="1482804"/>
                  </a:lnTo>
                  <a:lnTo>
                    <a:pt x="505194" y="1486900"/>
                  </a:lnTo>
                  <a:lnTo>
                    <a:pt x="505406" y="1490996"/>
                  </a:lnTo>
                  <a:lnTo>
                    <a:pt x="505605" y="1495092"/>
                  </a:lnTo>
                  <a:lnTo>
                    <a:pt x="505791" y="1499189"/>
                  </a:lnTo>
                  <a:lnTo>
                    <a:pt x="505958" y="1503285"/>
                  </a:lnTo>
                  <a:lnTo>
                    <a:pt x="506112" y="1507381"/>
                  </a:lnTo>
                  <a:lnTo>
                    <a:pt x="506254" y="1511477"/>
                  </a:lnTo>
                  <a:lnTo>
                    <a:pt x="506385" y="1515573"/>
                  </a:lnTo>
                  <a:lnTo>
                    <a:pt x="506501" y="1519669"/>
                  </a:lnTo>
                  <a:lnTo>
                    <a:pt x="506608" y="1523765"/>
                  </a:lnTo>
                  <a:lnTo>
                    <a:pt x="506708" y="1527862"/>
                  </a:lnTo>
                  <a:lnTo>
                    <a:pt x="506802" y="1531958"/>
                  </a:lnTo>
                  <a:lnTo>
                    <a:pt x="506890" y="1536054"/>
                  </a:lnTo>
                  <a:lnTo>
                    <a:pt x="506978" y="1540150"/>
                  </a:lnTo>
                  <a:lnTo>
                    <a:pt x="507069" y="1544246"/>
                  </a:lnTo>
                  <a:lnTo>
                    <a:pt x="507163" y="1548342"/>
                  </a:lnTo>
                  <a:lnTo>
                    <a:pt x="507270" y="1552438"/>
                  </a:lnTo>
                  <a:lnTo>
                    <a:pt x="507393" y="1556535"/>
                  </a:lnTo>
                  <a:lnTo>
                    <a:pt x="507534" y="1560631"/>
                  </a:lnTo>
                  <a:lnTo>
                    <a:pt x="507698" y="1564727"/>
                  </a:lnTo>
                  <a:lnTo>
                    <a:pt x="507901" y="1568823"/>
                  </a:lnTo>
                  <a:lnTo>
                    <a:pt x="508147" y="1572919"/>
                  </a:lnTo>
                  <a:lnTo>
                    <a:pt x="508438" y="1577015"/>
                  </a:lnTo>
                  <a:lnTo>
                    <a:pt x="508780" y="1581112"/>
                  </a:lnTo>
                  <a:lnTo>
                    <a:pt x="509200" y="1585208"/>
                  </a:lnTo>
                  <a:lnTo>
                    <a:pt x="509706" y="1589304"/>
                  </a:lnTo>
                  <a:lnTo>
                    <a:pt x="510295" y="1593400"/>
                  </a:lnTo>
                  <a:lnTo>
                    <a:pt x="510975" y="1597496"/>
                  </a:lnTo>
                  <a:lnTo>
                    <a:pt x="511785" y="1601592"/>
                  </a:lnTo>
                  <a:lnTo>
                    <a:pt x="512743" y="1605688"/>
                  </a:lnTo>
                  <a:lnTo>
                    <a:pt x="513836" y="1609785"/>
                  </a:lnTo>
                  <a:lnTo>
                    <a:pt x="515074" y="1613881"/>
                  </a:lnTo>
                  <a:lnTo>
                    <a:pt x="516508" y="1617977"/>
                  </a:lnTo>
                  <a:lnTo>
                    <a:pt x="518171" y="1622073"/>
                  </a:lnTo>
                  <a:lnTo>
                    <a:pt x="520035" y="1626169"/>
                  </a:lnTo>
                  <a:lnTo>
                    <a:pt x="522111" y="1630265"/>
                  </a:lnTo>
                  <a:lnTo>
                    <a:pt x="524456" y="1634361"/>
                  </a:lnTo>
                  <a:lnTo>
                    <a:pt x="527132" y="1638458"/>
                  </a:lnTo>
                  <a:lnTo>
                    <a:pt x="530083" y="1642554"/>
                  </a:lnTo>
                  <a:lnTo>
                    <a:pt x="533322" y="1646650"/>
                  </a:lnTo>
                  <a:lnTo>
                    <a:pt x="536905" y="1650746"/>
                  </a:lnTo>
                  <a:lnTo>
                    <a:pt x="540932" y="1654842"/>
                  </a:lnTo>
                  <a:lnTo>
                    <a:pt x="545309" y="1658938"/>
                  </a:lnTo>
                  <a:lnTo>
                    <a:pt x="550048" y="1663034"/>
                  </a:lnTo>
                  <a:lnTo>
                    <a:pt x="555197" y="1667131"/>
                  </a:lnTo>
                  <a:lnTo>
                    <a:pt x="560899" y="1671227"/>
                  </a:lnTo>
                  <a:lnTo>
                    <a:pt x="567014" y="1675323"/>
                  </a:lnTo>
                  <a:lnTo>
                    <a:pt x="573551" y="1679419"/>
                  </a:lnTo>
                  <a:lnTo>
                    <a:pt x="580539" y="1683515"/>
                  </a:lnTo>
                  <a:lnTo>
                    <a:pt x="588160" y="1687611"/>
                  </a:lnTo>
                  <a:lnTo>
                    <a:pt x="596229" y="1691707"/>
                  </a:lnTo>
                  <a:lnTo>
                    <a:pt x="604748" y="1695804"/>
                  </a:lnTo>
                  <a:lnTo>
                    <a:pt x="613720" y="1699900"/>
                  </a:lnTo>
                  <a:lnTo>
                    <a:pt x="623349" y="1703996"/>
                  </a:lnTo>
                  <a:lnTo>
                    <a:pt x="633415" y="1708092"/>
                  </a:lnTo>
                  <a:lnTo>
                    <a:pt x="643908" y="1712188"/>
                  </a:lnTo>
                  <a:lnTo>
                    <a:pt x="654818" y="1716284"/>
                  </a:lnTo>
                  <a:lnTo>
                    <a:pt x="666295" y="1720380"/>
                  </a:lnTo>
                  <a:lnTo>
                    <a:pt x="678149" y="1724477"/>
                  </a:lnTo>
                  <a:lnTo>
                    <a:pt x="690342" y="1728573"/>
                  </a:lnTo>
                  <a:lnTo>
                    <a:pt x="702854" y="1732669"/>
                  </a:lnTo>
                  <a:lnTo>
                    <a:pt x="715751" y="1736765"/>
                  </a:lnTo>
                  <a:lnTo>
                    <a:pt x="728885" y="1740861"/>
                  </a:lnTo>
                  <a:lnTo>
                    <a:pt x="742203" y="1744957"/>
                  </a:lnTo>
                  <a:lnTo>
                    <a:pt x="755671" y="1749053"/>
                  </a:lnTo>
                  <a:lnTo>
                    <a:pt x="769260" y="1753150"/>
                  </a:lnTo>
                  <a:lnTo>
                    <a:pt x="782867" y="1757246"/>
                  </a:lnTo>
                  <a:lnTo>
                    <a:pt x="796439" y="1761342"/>
                  </a:lnTo>
                  <a:lnTo>
                    <a:pt x="809932" y="1765438"/>
                  </a:lnTo>
                  <a:lnTo>
                    <a:pt x="823232" y="1769534"/>
                  </a:lnTo>
                  <a:lnTo>
                    <a:pt x="836259" y="1773630"/>
                  </a:lnTo>
                  <a:lnTo>
                    <a:pt x="848992" y="1777726"/>
                  </a:lnTo>
                  <a:lnTo>
                    <a:pt x="861385" y="1781823"/>
                  </a:lnTo>
                  <a:lnTo>
                    <a:pt x="873258" y="1785919"/>
                  </a:lnTo>
                  <a:lnTo>
                    <a:pt x="884530" y="1790015"/>
                  </a:lnTo>
                  <a:lnTo>
                    <a:pt x="895244" y="1794111"/>
                  </a:lnTo>
                  <a:lnTo>
                    <a:pt x="905358" y="1798207"/>
                  </a:lnTo>
                  <a:lnTo>
                    <a:pt x="914662" y="1802303"/>
                  </a:lnTo>
                  <a:lnTo>
                    <a:pt x="923047" y="1806399"/>
                  </a:lnTo>
                  <a:lnTo>
                    <a:pt x="930646" y="1810496"/>
                  </a:lnTo>
                  <a:lnTo>
                    <a:pt x="937428" y="1814592"/>
                  </a:lnTo>
                  <a:lnTo>
                    <a:pt x="943194" y="1818688"/>
                  </a:lnTo>
                  <a:lnTo>
                    <a:pt x="947785" y="1822784"/>
                  </a:lnTo>
                  <a:lnTo>
                    <a:pt x="951437" y="1826880"/>
                  </a:lnTo>
                  <a:lnTo>
                    <a:pt x="954135" y="1830976"/>
                  </a:lnTo>
                  <a:lnTo>
                    <a:pt x="955726" y="1835073"/>
                  </a:lnTo>
                  <a:lnTo>
                    <a:pt x="955995" y="1839169"/>
                  </a:lnTo>
                  <a:lnTo>
                    <a:pt x="955276" y="1843265"/>
                  </a:lnTo>
                  <a:lnTo>
                    <a:pt x="953572" y="1847361"/>
                  </a:lnTo>
                  <a:lnTo>
                    <a:pt x="950794" y="1851457"/>
                  </a:lnTo>
                  <a:lnTo>
                    <a:pt x="946692" y="1855553"/>
                  </a:lnTo>
                  <a:lnTo>
                    <a:pt x="941662" y="1859649"/>
                  </a:lnTo>
                  <a:lnTo>
                    <a:pt x="935727" y="1863746"/>
                  </a:lnTo>
                  <a:lnTo>
                    <a:pt x="928864" y="1867842"/>
                  </a:lnTo>
                  <a:lnTo>
                    <a:pt x="920824" y="1871938"/>
                  </a:lnTo>
                  <a:lnTo>
                    <a:pt x="912017" y="1876034"/>
                  </a:lnTo>
                  <a:lnTo>
                    <a:pt x="902480" y="1880130"/>
                  </a:lnTo>
                  <a:lnTo>
                    <a:pt x="892242" y="1884226"/>
                  </a:lnTo>
                  <a:lnTo>
                    <a:pt x="881102" y="1888322"/>
                  </a:lnTo>
                  <a:lnTo>
                    <a:pt x="869427" y="1892419"/>
                  </a:lnTo>
                  <a:lnTo>
                    <a:pt x="857262" y="1896515"/>
                  </a:lnTo>
                  <a:lnTo>
                    <a:pt x="844652" y="1900611"/>
                  </a:lnTo>
                  <a:lnTo>
                    <a:pt x="831519" y="1904707"/>
                  </a:lnTo>
                  <a:lnTo>
                    <a:pt x="818105" y="1908803"/>
                  </a:lnTo>
                  <a:lnTo>
                    <a:pt x="804465" y="1912899"/>
                  </a:lnTo>
                  <a:lnTo>
                    <a:pt x="790644" y="1916995"/>
                  </a:lnTo>
                  <a:lnTo>
                    <a:pt x="776680" y="1921092"/>
                  </a:lnTo>
                  <a:lnTo>
                    <a:pt x="762693" y="1925188"/>
                  </a:lnTo>
                  <a:lnTo>
                    <a:pt x="748730" y="1929284"/>
                  </a:lnTo>
                  <a:lnTo>
                    <a:pt x="734829" y="1933380"/>
                  </a:lnTo>
                  <a:lnTo>
                    <a:pt x="721099" y="1937476"/>
                  </a:lnTo>
                  <a:lnTo>
                    <a:pt x="707580" y="1941572"/>
                  </a:lnTo>
                  <a:lnTo>
                    <a:pt x="694287" y="1945668"/>
                  </a:lnTo>
                  <a:lnTo>
                    <a:pt x="681249" y="1949765"/>
                  </a:lnTo>
                  <a:lnTo>
                    <a:pt x="668603" y="1953861"/>
                  </a:lnTo>
                  <a:lnTo>
                    <a:pt x="656351" y="1957957"/>
                  </a:lnTo>
                  <a:lnTo>
                    <a:pt x="644462" y="1962053"/>
                  </a:lnTo>
                  <a:lnTo>
                    <a:pt x="632954" y="1966149"/>
                  </a:lnTo>
                  <a:lnTo>
                    <a:pt x="621959" y="1970245"/>
                  </a:lnTo>
                  <a:lnTo>
                    <a:pt x="611473" y="1974341"/>
                  </a:lnTo>
                  <a:lnTo>
                    <a:pt x="601420" y="1978438"/>
                  </a:lnTo>
                  <a:lnTo>
                    <a:pt x="591805" y="1982534"/>
                  </a:lnTo>
                  <a:lnTo>
                    <a:pt x="582737" y="1986630"/>
                  </a:lnTo>
                  <a:lnTo>
                    <a:pt x="574224" y="1990726"/>
                  </a:lnTo>
                  <a:lnTo>
                    <a:pt x="566153" y="1994822"/>
                  </a:lnTo>
                  <a:lnTo>
                    <a:pt x="558520" y="1998918"/>
                  </a:lnTo>
                  <a:lnTo>
                    <a:pt x="551402" y="2003014"/>
                  </a:lnTo>
                  <a:lnTo>
                    <a:pt x="544825" y="2007111"/>
                  </a:lnTo>
                  <a:lnTo>
                    <a:pt x="538655" y="2011207"/>
                  </a:lnTo>
                  <a:lnTo>
                    <a:pt x="532882" y="2015303"/>
                  </a:lnTo>
                  <a:lnTo>
                    <a:pt x="527551" y="2019399"/>
                  </a:lnTo>
                  <a:lnTo>
                    <a:pt x="522705" y="2023495"/>
                  </a:lnTo>
                  <a:lnTo>
                    <a:pt x="518203" y="2027591"/>
                  </a:lnTo>
                  <a:lnTo>
                    <a:pt x="514036" y="2031687"/>
                  </a:lnTo>
                  <a:lnTo>
                    <a:pt x="510219" y="2035784"/>
                  </a:lnTo>
                  <a:lnTo>
                    <a:pt x="506808" y="2039880"/>
                  </a:lnTo>
                  <a:lnTo>
                    <a:pt x="503670" y="2043976"/>
                  </a:lnTo>
                  <a:lnTo>
                    <a:pt x="500793" y="2048072"/>
                  </a:lnTo>
                  <a:lnTo>
                    <a:pt x="498178" y="2052168"/>
                  </a:lnTo>
                  <a:lnTo>
                    <a:pt x="495882" y="2056264"/>
                  </a:lnTo>
                  <a:lnTo>
                    <a:pt x="493788" y="2060360"/>
                  </a:lnTo>
                  <a:lnTo>
                    <a:pt x="491888" y="2064457"/>
                  </a:lnTo>
                  <a:lnTo>
                    <a:pt x="490171" y="2068553"/>
                  </a:lnTo>
                  <a:lnTo>
                    <a:pt x="488691" y="2072649"/>
                  </a:lnTo>
                  <a:lnTo>
                    <a:pt x="487354" y="2076745"/>
                  </a:lnTo>
                  <a:lnTo>
                    <a:pt x="486151" y="2080841"/>
                  </a:lnTo>
                  <a:lnTo>
                    <a:pt x="485073" y="2084937"/>
                  </a:lnTo>
                  <a:lnTo>
                    <a:pt x="484156" y="2089033"/>
                  </a:lnTo>
                  <a:lnTo>
                    <a:pt x="483337" y="2093130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2170699" y="2604635"/>
              <a:ext cx="956002" cy="1608722"/>
            </a:xfrm>
            <a:custGeom>
              <a:avLst/>
              <a:pathLst>
                <a:path w="956002" h="1608722">
                  <a:moveTo>
                    <a:pt x="472662" y="1608722"/>
                  </a:moveTo>
                  <a:lnTo>
                    <a:pt x="471406" y="1605574"/>
                  </a:lnTo>
                  <a:lnTo>
                    <a:pt x="469832" y="1602426"/>
                  </a:lnTo>
                  <a:lnTo>
                    <a:pt x="467950" y="1599277"/>
                  </a:lnTo>
                  <a:lnTo>
                    <a:pt x="465722" y="1596129"/>
                  </a:lnTo>
                  <a:lnTo>
                    <a:pt x="463101" y="1592981"/>
                  </a:lnTo>
                  <a:lnTo>
                    <a:pt x="460042" y="1589833"/>
                  </a:lnTo>
                  <a:lnTo>
                    <a:pt x="456445" y="1586685"/>
                  </a:lnTo>
                  <a:lnTo>
                    <a:pt x="452168" y="1583537"/>
                  </a:lnTo>
                  <a:lnTo>
                    <a:pt x="447249" y="1580388"/>
                  </a:lnTo>
                  <a:lnTo>
                    <a:pt x="441629" y="1577240"/>
                  </a:lnTo>
                  <a:lnTo>
                    <a:pt x="435250" y="1574092"/>
                  </a:lnTo>
                  <a:lnTo>
                    <a:pt x="428057" y="1570944"/>
                  </a:lnTo>
                  <a:lnTo>
                    <a:pt x="419824" y="1567796"/>
                  </a:lnTo>
                  <a:lnTo>
                    <a:pt x="410548" y="1564647"/>
                  </a:lnTo>
                  <a:lnTo>
                    <a:pt x="400274" y="1561499"/>
                  </a:lnTo>
                  <a:lnTo>
                    <a:pt x="388968" y="1558351"/>
                  </a:lnTo>
                  <a:lnTo>
                    <a:pt x="376606" y="1555203"/>
                  </a:lnTo>
                  <a:lnTo>
                    <a:pt x="363171" y="1552055"/>
                  </a:lnTo>
                  <a:lnTo>
                    <a:pt x="348371" y="1548906"/>
                  </a:lnTo>
                  <a:lnTo>
                    <a:pt x="332524" y="1545758"/>
                  </a:lnTo>
                  <a:lnTo>
                    <a:pt x="315674" y="1542610"/>
                  </a:lnTo>
                  <a:lnTo>
                    <a:pt x="297877" y="1539462"/>
                  </a:lnTo>
                  <a:lnTo>
                    <a:pt x="279207" y="1536314"/>
                  </a:lnTo>
                  <a:lnTo>
                    <a:pt x="259693" y="1533166"/>
                  </a:lnTo>
                  <a:lnTo>
                    <a:pt x="239457" y="1530017"/>
                  </a:lnTo>
                  <a:lnTo>
                    <a:pt x="218784" y="1526869"/>
                  </a:lnTo>
                  <a:lnTo>
                    <a:pt x="197837" y="1523721"/>
                  </a:lnTo>
                  <a:lnTo>
                    <a:pt x="176786" y="1520573"/>
                  </a:lnTo>
                  <a:lnTo>
                    <a:pt x="155818" y="1517425"/>
                  </a:lnTo>
                  <a:lnTo>
                    <a:pt x="135242" y="1514276"/>
                  </a:lnTo>
                  <a:lnTo>
                    <a:pt x="115337" y="1511128"/>
                  </a:lnTo>
                  <a:lnTo>
                    <a:pt x="96287" y="1507980"/>
                  </a:lnTo>
                  <a:lnTo>
                    <a:pt x="78303" y="1504832"/>
                  </a:lnTo>
                  <a:lnTo>
                    <a:pt x="61592" y="1501684"/>
                  </a:lnTo>
                  <a:lnTo>
                    <a:pt x="46369" y="1498536"/>
                  </a:lnTo>
                  <a:lnTo>
                    <a:pt x="33335" y="1495387"/>
                  </a:lnTo>
                  <a:lnTo>
                    <a:pt x="22252" y="1492239"/>
                  </a:lnTo>
                  <a:lnTo>
                    <a:pt x="13252" y="1489091"/>
                  </a:lnTo>
                  <a:lnTo>
                    <a:pt x="6446" y="1485943"/>
                  </a:lnTo>
                  <a:lnTo>
                    <a:pt x="1926" y="1482795"/>
                  </a:lnTo>
                  <a:lnTo>
                    <a:pt x="0" y="1479646"/>
                  </a:lnTo>
                  <a:lnTo>
                    <a:pt x="145" y="1479114"/>
                  </a:lnTo>
                  <a:lnTo>
                    <a:pt x="861" y="1476498"/>
                  </a:lnTo>
                  <a:lnTo>
                    <a:pt x="4077" y="1473350"/>
                  </a:lnTo>
                  <a:lnTo>
                    <a:pt x="9589" y="1470202"/>
                  </a:lnTo>
                  <a:lnTo>
                    <a:pt x="17317" y="1467054"/>
                  </a:lnTo>
                  <a:lnTo>
                    <a:pt x="27156" y="1463905"/>
                  </a:lnTo>
                  <a:lnTo>
                    <a:pt x="39313" y="1460757"/>
                  </a:lnTo>
                  <a:lnTo>
                    <a:pt x="53309" y="1457609"/>
                  </a:lnTo>
                  <a:lnTo>
                    <a:pt x="68801" y="1454461"/>
                  </a:lnTo>
                  <a:lnTo>
                    <a:pt x="85586" y="1451313"/>
                  </a:lnTo>
                  <a:lnTo>
                    <a:pt x="103452" y="1448165"/>
                  </a:lnTo>
                  <a:lnTo>
                    <a:pt x="122189" y="1445016"/>
                  </a:lnTo>
                  <a:lnTo>
                    <a:pt x="141614" y="1441868"/>
                  </a:lnTo>
                  <a:lnTo>
                    <a:pt x="161289" y="1438720"/>
                  </a:lnTo>
                  <a:lnTo>
                    <a:pt x="181002" y="1435572"/>
                  </a:lnTo>
                  <a:lnTo>
                    <a:pt x="200552" y="1432424"/>
                  </a:lnTo>
                  <a:lnTo>
                    <a:pt x="219744" y="1429275"/>
                  </a:lnTo>
                  <a:lnTo>
                    <a:pt x="238311" y="1426127"/>
                  </a:lnTo>
                  <a:lnTo>
                    <a:pt x="255977" y="1422979"/>
                  </a:lnTo>
                  <a:lnTo>
                    <a:pt x="272705" y="1419831"/>
                  </a:lnTo>
                  <a:lnTo>
                    <a:pt x="288388" y="1416683"/>
                  </a:lnTo>
                  <a:lnTo>
                    <a:pt x="302932" y="1413535"/>
                  </a:lnTo>
                  <a:lnTo>
                    <a:pt x="316260" y="1410386"/>
                  </a:lnTo>
                  <a:lnTo>
                    <a:pt x="328038" y="1407238"/>
                  </a:lnTo>
                  <a:lnTo>
                    <a:pt x="338403" y="1404090"/>
                  </a:lnTo>
                  <a:lnTo>
                    <a:pt x="347435" y="1400942"/>
                  </a:lnTo>
                  <a:lnTo>
                    <a:pt x="355140" y="1397794"/>
                  </a:lnTo>
                  <a:lnTo>
                    <a:pt x="361537" y="1394645"/>
                  </a:lnTo>
                  <a:lnTo>
                    <a:pt x="366621" y="1391497"/>
                  </a:lnTo>
                  <a:lnTo>
                    <a:pt x="370188" y="1388349"/>
                  </a:lnTo>
                  <a:lnTo>
                    <a:pt x="372612" y="1385201"/>
                  </a:lnTo>
                  <a:lnTo>
                    <a:pt x="373957" y="1382053"/>
                  </a:lnTo>
                  <a:lnTo>
                    <a:pt x="374293" y="1378904"/>
                  </a:lnTo>
                  <a:lnTo>
                    <a:pt x="373690" y="1375756"/>
                  </a:lnTo>
                  <a:lnTo>
                    <a:pt x="372135" y="1372608"/>
                  </a:lnTo>
                  <a:lnTo>
                    <a:pt x="369727" y="1369460"/>
                  </a:lnTo>
                  <a:lnTo>
                    <a:pt x="366675" y="1366312"/>
                  </a:lnTo>
                  <a:lnTo>
                    <a:pt x="363059" y="1363164"/>
                  </a:lnTo>
                  <a:lnTo>
                    <a:pt x="360051" y="1360854"/>
                  </a:lnTo>
                  <a:lnTo>
                    <a:pt x="358958" y="1360015"/>
                  </a:lnTo>
                  <a:lnTo>
                    <a:pt x="354449" y="1356867"/>
                  </a:lnTo>
                  <a:lnTo>
                    <a:pt x="349566" y="1353719"/>
                  </a:lnTo>
                  <a:lnTo>
                    <a:pt x="344463" y="1350571"/>
                  </a:lnTo>
                  <a:lnTo>
                    <a:pt x="339226" y="1347423"/>
                  </a:lnTo>
                  <a:lnTo>
                    <a:pt x="333922" y="1344274"/>
                  </a:lnTo>
                  <a:lnTo>
                    <a:pt x="328615" y="1341126"/>
                  </a:lnTo>
                  <a:lnTo>
                    <a:pt x="323369" y="1337978"/>
                  </a:lnTo>
                  <a:lnTo>
                    <a:pt x="318290" y="1334830"/>
                  </a:lnTo>
                  <a:lnTo>
                    <a:pt x="313411" y="1331682"/>
                  </a:lnTo>
                  <a:lnTo>
                    <a:pt x="308776" y="1328534"/>
                  </a:lnTo>
                  <a:lnTo>
                    <a:pt x="304424" y="1325385"/>
                  </a:lnTo>
                  <a:lnTo>
                    <a:pt x="300391" y="1322237"/>
                  </a:lnTo>
                  <a:lnTo>
                    <a:pt x="296760" y="1319089"/>
                  </a:lnTo>
                  <a:lnTo>
                    <a:pt x="293572" y="1315941"/>
                  </a:lnTo>
                  <a:lnTo>
                    <a:pt x="290794" y="1312793"/>
                  </a:lnTo>
                  <a:lnTo>
                    <a:pt x="288436" y="1309644"/>
                  </a:lnTo>
                  <a:lnTo>
                    <a:pt x="286509" y="1306496"/>
                  </a:lnTo>
                  <a:lnTo>
                    <a:pt x="285016" y="1303348"/>
                  </a:lnTo>
                  <a:lnTo>
                    <a:pt x="284053" y="1300200"/>
                  </a:lnTo>
                  <a:lnTo>
                    <a:pt x="283534" y="1297052"/>
                  </a:lnTo>
                  <a:lnTo>
                    <a:pt x="283426" y="1293903"/>
                  </a:lnTo>
                  <a:lnTo>
                    <a:pt x="283716" y="1290755"/>
                  </a:lnTo>
                  <a:lnTo>
                    <a:pt x="284385" y="1287607"/>
                  </a:lnTo>
                  <a:lnTo>
                    <a:pt x="285431" y="1284459"/>
                  </a:lnTo>
                  <a:lnTo>
                    <a:pt x="286879" y="1281311"/>
                  </a:lnTo>
                  <a:lnTo>
                    <a:pt x="288624" y="1278163"/>
                  </a:lnTo>
                  <a:lnTo>
                    <a:pt x="290639" y="1275014"/>
                  </a:lnTo>
                  <a:lnTo>
                    <a:pt x="292899" y="1271866"/>
                  </a:lnTo>
                  <a:lnTo>
                    <a:pt x="295376" y="1268718"/>
                  </a:lnTo>
                  <a:lnTo>
                    <a:pt x="298066" y="1265570"/>
                  </a:lnTo>
                  <a:lnTo>
                    <a:pt x="300926" y="1262422"/>
                  </a:lnTo>
                  <a:lnTo>
                    <a:pt x="303907" y="1259273"/>
                  </a:lnTo>
                  <a:lnTo>
                    <a:pt x="306987" y="1256125"/>
                  </a:lnTo>
                  <a:lnTo>
                    <a:pt x="310143" y="1252977"/>
                  </a:lnTo>
                  <a:lnTo>
                    <a:pt x="313355" y="1249829"/>
                  </a:lnTo>
                  <a:lnTo>
                    <a:pt x="316603" y="1246681"/>
                  </a:lnTo>
                  <a:lnTo>
                    <a:pt x="319860" y="1243533"/>
                  </a:lnTo>
                  <a:lnTo>
                    <a:pt x="323109" y="1240384"/>
                  </a:lnTo>
                  <a:lnTo>
                    <a:pt x="326339" y="1237236"/>
                  </a:lnTo>
                  <a:lnTo>
                    <a:pt x="329537" y="1234088"/>
                  </a:lnTo>
                  <a:lnTo>
                    <a:pt x="332692" y="1230940"/>
                  </a:lnTo>
                  <a:lnTo>
                    <a:pt x="335783" y="1227792"/>
                  </a:lnTo>
                  <a:lnTo>
                    <a:pt x="336861" y="1226672"/>
                  </a:lnTo>
                  <a:lnTo>
                    <a:pt x="338815" y="1224643"/>
                  </a:lnTo>
                  <a:lnTo>
                    <a:pt x="341783" y="1221495"/>
                  </a:lnTo>
                  <a:lnTo>
                    <a:pt x="344684" y="1218347"/>
                  </a:lnTo>
                  <a:lnTo>
                    <a:pt x="347514" y="1215199"/>
                  </a:lnTo>
                  <a:lnTo>
                    <a:pt x="350260" y="1212051"/>
                  </a:lnTo>
                  <a:lnTo>
                    <a:pt x="352924" y="1208903"/>
                  </a:lnTo>
                  <a:lnTo>
                    <a:pt x="355512" y="1205754"/>
                  </a:lnTo>
                  <a:lnTo>
                    <a:pt x="358026" y="1202606"/>
                  </a:lnTo>
                  <a:lnTo>
                    <a:pt x="360466" y="1199458"/>
                  </a:lnTo>
                  <a:lnTo>
                    <a:pt x="362831" y="1196310"/>
                  </a:lnTo>
                  <a:lnTo>
                    <a:pt x="365105" y="1193162"/>
                  </a:lnTo>
                  <a:lnTo>
                    <a:pt x="367305" y="1190013"/>
                  </a:lnTo>
                  <a:lnTo>
                    <a:pt x="369434" y="1186865"/>
                  </a:lnTo>
                  <a:lnTo>
                    <a:pt x="371493" y="1183717"/>
                  </a:lnTo>
                  <a:lnTo>
                    <a:pt x="373482" y="1180569"/>
                  </a:lnTo>
                  <a:lnTo>
                    <a:pt x="375400" y="1177421"/>
                  </a:lnTo>
                  <a:lnTo>
                    <a:pt x="377237" y="1174272"/>
                  </a:lnTo>
                  <a:lnTo>
                    <a:pt x="379011" y="1171124"/>
                  </a:lnTo>
                  <a:lnTo>
                    <a:pt x="380721" y="1167976"/>
                  </a:lnTo>
                  <a:lnTo>
                    <a:pt x="382371" y="1164828"/>
                  </a:lnTo>
                  <a:lnTo>
                    <a:pt x="383960" y="1161680"/>
                  </a:lnTo>
                  <a:lnTo>
                    <a:pt x="385483" y="1158532"/>
                  </a:lnTo>
                  <a:lnTo>
                    <a:pt x="386945" y="1155383"/>
                  </a:lnTo>
                  <a:lnTo>
                    <a:pt x="388353" y="1152235"/>
                  </a:lnTo>
                  <a:lnTo>
                    <a:pt x="389711" y="1149087"/>
                  </a:lnTo>
                  <a:lnTo>
                    <a:pt x="391020" y="1145939"/>
                  </a:lnTo>
                  <a:lnTo>
                    <a:pt x="392282" y="1142791"/>
                  </a:lnTo>
                  <a:lnTo>
                    <a:pt x="393490" y="1139642"/>
                  </a:lnTo>
                  <a:lnTo>
                    <a:pt x="394656" y="1136494"/>
                  </a:lnTo>
                  <a:lnTo>
                    <a:pt x="395783" y="1133346"/>
                  </a:lnTo>
                  <a:lnTo>
                    <a:pt x="396874" y="1130198"/>
                  </a:lnTo>
                  <a:lnTo>
                    <a:pt x="397931" y="1127050"/>
                  </a:lnTo>
                  <a:lnTo>
                    <a:pt x="398955" y="1123902"/>
                  </a:lnTo>
                  <a:lnTo>
                    <a:pt x="399946" y="1120753"/>
                  </a:lnTo>
                  <a:lnTo>
                    <a:pt x="400912" y="1117605"/>
                  </a:lnTo>
                  <a:lnTo>
                    <a:pt x="401855" y="1114457"/>
                  </a:lnTo>
                  <a:lnTo>
                    <a:pt x="402779" y="1111309"/>
                  </a:lnTo>
                  <a:lnTo>
                    <a:pt x="403687" y="1108161"/>
                  </a:lnTo>
                  <a:lnTo>
                    <a:pt x="404578" y="1105012"/>
                  </a:lnTo>
                  <a:lnTo>
                    <a:pt x="405458" y="1101864"/>
                  </a:lnTo>
                  <a:lnTo>
                    <a:pt x="406331" y="1098716"/>
                  </a:lnTo>
                  <a:lnTo>
                    <a:pt x="407199" y="1095568"/>
                  </a:lnTo>
                  <a:lnTo>
                    <a:pt x="408065" y="1092420"/>
                  </a:lnTo>
                  <a:lnTo>
                    <a:pt x="408931" y="1089271"/>
                  </a:lnTo>
                  <a:lnTo>
                    <a:pt x="409801" y="1086123"/>
                  </a:lnTo>
                  <a:lnTo>
                    <a:pt x="410676" y="1082975"/>
                  </a:lnTo>
                  <a:lnTo>
                    <a:pt x="411558" y="1079827"/>
                  </a:lnTo>
                  <a:lnTo>
                    <a:pt x="412447" y="1076679"/>
                  </a:lnTo>
                  <a:lnTo>
                    <a:pt x="413344" y="1073531"/>
                  </a:lnTo>
                  <a:lnTo>
                    <a:pt x="414252" y="1070382"/>
                  </a:lnTo>
                  <a:lnTo>
                    <a:pt x="415169" y="1067234"/>
                  </a:lnTo>
                  <a:lnTo>
                    <a:pt x="416094" y="1064086"/>
                  </a:lnTo>
                  <a:lnTo>
                    <a:pt x="417026" y="1060938"/>
                  </a:lnTo>
                  <a:lnTo>
                    <a:pt x="417963" y="1057790"/>
                  </a:lnTo>
                  <a:lnTo>
                    <a:pt x="418903" y="1054641"/>
                  </a:lnTo>
                  <a:lnTo>
                    <a:pt x="419844" y="1051493"/>
                  </a:lnTo>
                  <a:lnTo>
                    <a:pt x="420782" y="1048345"/>
                  </a:lnTo>
                  <a:lnTo>
                    <a:pt x="421714" y="1045197"/>
                  </a:lnTo>
                  <a:lnTo>
                    <a:pt x="422638" y="1042049"/>
                  </a:lnTo>
                  <a:lnTo>
                    <a:pt x="423551" y="1038901"/>
                  </a:lnTo>
                  <a:lnTo>
                    <a:pt x="424450" y="1035752"/>
                  </a:lnTo>
                  <a:lnTo>
                    <a:pt x="425327" y="1032604"/>
                  </a:lnTo>
                  <a:lnTo>
                    <a:pt x="426185" y="1029456"/>
                  </a:lnTo>
                  <a:lnTo>
                    <a:pt x="427021" y="1026308"/>
                  </a:lnTo>
                  <a:lnTo>
                    <a:pt x="427833" y="1023160"/>
                  </a:lnTo>
                  <a:lnTo>
                    <a:pt x="428622" y="1020011"/>
                  </a:lnTo>
                  <a:lnTo>
                    <a:pt x="429384" y="1016863"/>
                  </a:lnTo>
                  <a:lnTo>
                    <a:pt x="430118" y="1013715"/>
                  </a:lnTo>
                  <a:lnTo>
                    <a:pt x="430828" y="1010567"/>
                  </a:lnTo>
                  <a:lnTo>
                    <a:pt x="431516" y="1007419"/>
                  </a:lnTo>
                  <a:lnTo>
                    <a:pt x="432184" y="1004270"/>
                  </a:lnTo>
                  <a:lnTo>
                    <a:pt x="432833" y="1001122"/>
                  </a:lnTo>
                  <a:lnTo>
                    <a:pt x="433466" y="997974"/>
                  </a:lnTo>
                  <a:lnTo>
                    <a:pt x="434086" y="994826"/>
                  </a:lnTo>
                  <a:lnTo>
                    <a:pt x="434700" y="991678"/>
                  </a:lnTo>
                  <a:lnTo>
                    <a:pt x="435309" y="988530"/>
                  </a:lnTo>
                  <a:lnTo>
                    <a:pt x="435919" y="985381"/>
                  </a:lnTo>
                  <a:lnTo>
                    <a:pt x="436532" y="982233"/>
                  </a:lnTo>
                  <a:lnTo>
                    <a:pt x="437156" y="979085"/>
                  </a:lnTo>
                  <a:lnTo>
                    <a:pt x="437792" y="975937"/>
                  </a:lnTo>
                  <a:lnTo>
                    <a:pt x="438443" y="972789"/>
                  </a:lnTo>
                  <a:lnTo>
                    <a:pt x="439112" y="969640"/>
                  </a:lnTo>
                  <a:lnTo>
                    <a:pt x="439801" y="966492"/>
                  </a:lnTo>
                  <a:lnTo>
                    <a:pt x="440515" y="963344"/>
                  </a:lnTo>
                  <a:lnTo>
                    <a:pt x="441257" y="960196"/>
                  </a:lnTo>
                  <a:lnTo>
                    <a:pt x="442025" y="957048"/>
                  </a:lnTo>
                  <a:lnTo>
                    <a:pt x="442818" y="953900"/>
                  </a:lnTo>
                  <a:lnTo>
                    <a:pt x="443636" y="950751"/>
                  </a:lnTo>
                  <a:lnTo>
                    <a:pt x="444479" y="947603"/>
                  </a:lnTo>
                  <a:lnTo>
                    <a:pt x="445351" y="944455"/>
                  </a:lnTo>
                  <a:lnTo>
                    <a:pt x="446245" y="941307"/>
                  </a:lnTo>
                  <a:lnTo>
                    <a:pt x="447160" y="938159"/>
                  </a:lnTo>
                  <a:lnTo>
                    <a:pt x="448091" y="935010"/>
                  </a:lnTo>
                  <a:lnTo>
                    <a:pt x="449037" y="931862"/>
                  </a:lnTo>
                  <a:lnTo>
                    <a:pt x="449996" y="928714"/>
                  </a:lnTo>
                  <a:lnTo>
                    <a:pt x="450965" y="925566"/>
                  </a:lnTo>
                  <a:lnTo>
                    <a:pt x="451938" y="922418"/>
                  </a:lnTo>
                  <a:lnTo>
                    <a:pt x="452912" y="919269"/>
                  </a:lnTo>
                  <a:lnTo>
                    <a:pt x="453884" y="916121"/>
                  </a:lnTo>
                  <a:lnTo>
                    <a:pt x="454851" y="912973"/>
                  </a:lnTo>
                  <a:lnTo>
                    <a:pt x="455808" y="909825"/>
                  </a:lnTo>
                  <a:lnTo>
                    <a:pt x="456752" y="906677"/>
                  </a:lnTo>
                  <a:lnTo>
                    <a:pt x="457679" y="903529"/>
                  </a:lnTo>
                  <a:lnTo>
                    <a:pt x="458589" y="900380"/>
                  </a:lnTo>
                  <a:lnTo>
                    <a:pt x="459479" y="897232"/>
                  </a:lnTo>
                  <a:lnTo>
                    <a:pt x="460346" y="894084"/>
                  </a:lnTo>
                  <a:lnTo>
                    <a:pt x="461183" y="890936"/>
                  </a:lnTo>
                  <a:lnTo>
                    <a:pt x="461992" y="887788"/>
                  </a:lnTo>
                  <a:lnTo>
                    <a:pt x="462772" y="884639"/>
                  </a:lnTo>
                  <a:lnTo>
                    <a:pt x="463524" y="881491"/>
                  </a:lnTo>
                  <a:lnTo>
                    <a:pt x="464245" y="878343"/>
                  </a:lnTo>
                  <a:lnTo>
                    <a:pt x="464935" y="875195"/>
                  </a:lnTo>
                  <a:lnTo>
                    <a:pt x="465586" y="872047"/>
                  </a:lnTo>
                  <a:lnTo>
                    <a:pt x="466205" y="868899"/>
                  </a:lnTo>
                  <a:lnTo>
                    <a:pt x="466794" y="865750"/>
                  </a:lnTo>
                  <a:lnTo>
                    <a:pt x="467351" y="862602"/>
                  </a:lnTo>
                  <a:lnTo>
                    <a:pt x="467878" y="859454"/>
                  </a:lnTo>
                  <a:lnTo>
                    <a:pt x="468371" y="856306"/>
                  </a:lnTo>
                  <a:lnTo>
                    <a:pt x="468830" y="853158"/>
                  </a:lnTo>
                  <a:lnTo>
                    <a:pt x="469260" y="850009"/>
                  </a:lnTo>
                  <a:lnTo>
                    <a:pt x="469662" y="846861"/>
                  </a:lnTo>
                  <a:lnTo>
                    <a:pt x="470037" y="843713"/>
                  </a:lnTo>
                  <a:lnTo>
                    <a:pt x="470385" y="840565"/>
                  </a:lnTo>
                  <a:lnTo>
                    <a:pt x="470701" y="837417"/>
                  </a:lnTo>
                  <a:lnTo>
                    <a:pt x="470990" y="834269"/>
                  </a:lnTo>
                  <a:lnTo>
                    <a:pt x="471254" y="831120"/>
                  </a:lnTo>
                  <a:lnTo>
                    <a:pt x="471494" y="827972"/>
                  </a:lnTo>
                  <a:lnTo>
                    <a:pt x="471710" y="824824"/>
                  </a:lnTo>
                  <a:lnTo>
                    <a:pt x="471902" y="821676"/>
                  </a:lnTo>
                  <a:lnTo>
                    <a:pt x="472064" y="818528"/>
                  </a:lnTo>
                  <a:lnTo>
                    <a:pt x="472202" y="815379"/>
                  </a:lnTo>
                  <a:lnTo>
                    <a:pt x="472317" y="812231"/>
                  </a:lnTo>
                  <a:lnTo>
                    <a:pt x="472408" y="809083"/>
                  </a:lnTo>
                  <a:lnTo>
                    <a:pt x="472476" y="805935"/>
                  </a:lnTo>
                  <a:lnTo>
                    <a:pt x="472515" y="802787"/>
                  </a:lnTo>
                  <a:lnTo>
                    <a:pt x="472527" y="799638"/>
                  </a:lnTo>
                  <a:lnTo>
                    <a:pt x="472514" y="796490"/>
                  </a:lnTo>
                  <a:lnTo>
                    <a:pt x="472475" y="793342"/>
                  </a:lnTo>
                  <a:lnTo>
                    <a:pt x="472410" y="790194"/>
                  </a:lnTo>
                  <a:lnTo>
                    <a:pt x="472320" y="787046"/>
                  </a:lnTo>
                  <a:lnTo>
                    <a:pt x="472197" y="783898"/>
                  </a:lnTo>
                  <a:lnTo>
                    <a:pt x="472047" y="780749"/>
                  </a:lnTo>
                  <a:lnTo>
                    <a:pt x="471871" y="777601"/>
                  </a:lnTo>
                  <a:lnTo>
                    <a:pt x="471669" y="774453"/>
                  </a:lnTo>
                  <a:lnTo>
                    <a:pt x="471442" y="771305"/>
                  </a:lnTo>
                  <a:lnTo>
                    <a:pt x="471188" y="768157"/>
                  </a:lnTo>
                  <a:lnTo>
                    <a:pt x="470906" y="765008"/>
                  </a:lnTo>
                  <a:lnTo>
                    <a:pt x="470601" y="761860"/>
                  </a:lnTo>
                  <a:lnTo>
                    <a:pt x="470277" y="758712"/>
                  </a:lnTo>
                  <a:lnTo>
                    <a:pt x="469933" y="755564"/>
                  </a:lnTo>
                  <a:lnTo>
                    <a:pt x="469572" y="752416"/>
                  </a:lnTo>
                  <a:lnTo>
                    <a:pt x="469195" y="749268"/>
                  </a:lnTo>
                  <a:lnTo>
                    <a:pt x="468806" y="746119"/>
                  </a:lnTo>
                  <a:lnTo>
                    <a:pt x="468409" y="742971"/>
                  </a:lnTo>
                  <a:lnTo>
                    <a:pt x="468008" y="739823"/>
                  </a:lnTo>
                  <a:lnTo>
                    <a:pt x="467605" y="736675"/>
                  </a:lnTo>
                  <a:lnTo>
                    <a:pt x="467203" y="733527"/>
                  </a:lnTo>
                  <a:lnTo>
                    <a:pt x="466808" y="730378"/>
                  </a:lnTo>
                  <a:lnTo>
                    <a:pt x="466424" y="727230"/>
                  </a:lnTo>
                  <a:lnTo>
                    <a:pt x="466052" y="724082"/>
                  </a:lnTo>
                  <a:lnTo>
                    <a:pt x="465696" y="720934"/>
                  </a:lnTo>
                  <a:lnTo>
                    <a:pt x="465358" y="717786"/>
                  </a:lnTo>
                  <a:lnTo>
                    <a:pt x="465043" y="714637"/>
                  </a:lnTo>
                  <a:lnTo>
                    <a:pt x="464757" y="711489"/>
                  </a:lnTo>
                  <a:lnTo>
                    <a:pt x="464497" y="708341"/>
                  </a:lnTo>
                  <a:lnTo>
                    <a:pt x="464264" y="705193"/>
                  </a:lnTo>
                  <a:lnTo>
                    <a:pt x="464059" y="702045"/>
                  </a:lnTo>
                  <a:lnTo>
                    <a:pt x="463883" y="698897"/>
                  </a:lnTo>
                  <a:lnTo>
                    <a:pt x="463740" y="695748"/>
                  </a:lnTo>
                  <a:lnTo>
                    <a:pt x="463629" y="692600"/>
                  </a:lnTo>
                  <a:lnTo>
                    <a:pt x="463545" y="689452"/>
                  </a:lnTo>
                  <a:lnTo>
                    <a:pt x="463487" y="686304"/>
                  </a:lnTo>
                  <a:lnTo>
                    <a:pt x="463454" y="683156"/>
                  </a:lnTo>
                  <a:lnTo>
                    <a:pt x="463443" y="680007"/>
                  </a:lnTo>
                  <a:lnTo>
                    <a:pt x="463459" y="676859"/>
                  </a:lnTo>
                  <a:lnTo>
                    <a:pt x="463493" y="673711"/>
                  </a:lnTo>
                  <a:lnTo>
                    <a:pt x="463543" y="670563"/>
                  </a:lnTo>
                  <a:lnTo>
                    <a:pt x="463607" y="667415"/>
                  </a:lnTo>
                  <a:lnTo>
                    <a:pt x="463682" y="664267"/>
                  </a:lnTo>
                  <a:lnTo>
                    <a:pt x="463768" y="661118"/>
                  </a:lnTo>
                  <a:lnTo>
                    <a:pt x="463862" y="657970"/>
                  </a:lnTo>
                  <a:lnTo>
                    <a:pt x="463961" y="654822"/>
                  </a:lnTo>
                  <a:lnTo>
                    <a:pt x="464063" y="651674"/>
                  </a:lnTo>
                  <a:lnTo>
                    <a:pt x="464168" y="648526"/>
                  </a:lnTo>
                  <a:lnTo>
                    <a:pt x="464274" y="645377"/>
                  </a:lnTo>
                  <a:lnTo>
                    <a:pt x="464380" y="642229"/>
                  </a:lnTo>
                  <a:lnTo>
                    <a:pt x="464486" y="639081"/>
                  </a:lnTo>
                  <a:lnTo>
                    <a:pt x="464590" y="635933"/>
                  </a:lnTo>
                  <a:lnTo>
                    <a:pt x="464692" y="632785"/>
                  </a:lnTo>
                  <a:lnTo>
                    <a:pt x="464793" y="629636"/>
                  </a:lnTo>
                  <a:lnTo>
                    <a:pt x="464891" y="626488"/>
                  </a:lnTo>
                  <a:lnTo>
                    <a:pt x="464987" y="623340"/>
                  </a:lnTo>
                  <a:lnTo>
                    <a:pt x="465080" y="620192"/>
                  </a:lnTo>
                  <a:lnTo>
                    <a:pt x="465171" y="617044"/>
                  </a:lnTo>
                  <a:lnTo>
                    <a:pt x="465260" y="613896"/>
                  </a:lnTo>
                  <a:lnTo>
                    <a:pt x="465347" y="610747"/>
                  </a:lnTo>
                  <a:lnTo>
                    <a:pt x="465431" y="607599"/>
                  </a:lnTo>
                  <a:lnTo>
                    <a:pt x="465513" y="604451"/>
                  </a:lnTo>
                  <a:lnTo>
                    <a:pt x="465591" y="601303"/>
                  </a:lnTo>
                  <a:lnTo>
                    <a:pt x="465668" y="598155"/>
                  </a:lnTo>
                  <a:lnTo>
                    <a:pt x="465741" y="595006"/>
                  </a:lnTo>
                  <a:lnTo>
                    <a:pt x="465813" y="591858"/>
                  </a:lnTo>
                  <a:lnTo>
                    <a:pt x="465881" y="588710"/>
                  </a:lnTo>
                  <a:lnTo>
                    <a:pt x="465946" y="585562"/>
                  </a:lnTo>
                  <a:lnTo>
                    <a:pt x="466009" y="582414"/>
                  </a:lnTo>
                  <a:lnTo>
                    <a:pt x="466071" y="579266"/>
                  </a:lnTo>
                  <a:lnTo>
                    <a:pt x="466131" y="576117"/>
                  </a:lnTo>
                  <a:lnTo>
                    <a:pt x="466190" y="572969"/>
                  </a:lnTo>
                  <a:lnTo>
                    <a:pt x="466249" y="569821"/>
                  </a:lnTo>
                  <a:lnTo>
                    <a:pt x="466309" y="566673"/>
                  </a:lnTo>
                  <a:lnTo>
                    <a:pt x="466370" y="563525"/>
                  </a:lnTo>
                  <a:lnTo>
                    <a:pt x="466435" y="560376"/>
                  </a:lnTo>
                  <a:lnTo>
                    <a:pt x="466504" y="557228"/>
                  </a:lnTo>
                  <a:lnTo>
                    <a:pt x="466578" y="554080"/>
                  </a:lnTo>
                  <a:lnTo>
                    <a:pt x="466660" y="550932"/>
                  </a:lnTo>
                  <a:lnTo>
                    <a:pt x="466750" y="547784"/>
                  </a:lnTo>
                  <a:lnTo>
                    <a:pt x="466850" y="544635"/>
                  </a:lnTo>
                  <a:lnTo>
                    <a:pt x="466960" y="541487"/>
                  </a:lnTo>
                  <a:lnTo>
                    <a:pt x="467080" y="538339"/>
                  </a:lnTo>
                  <a:lnTo>
                    <a:pt x="467215" y="535191"/>
                  </a:lnTo>
                  <a:lnTo>
                    <a:pt x="467365" y="532043"/>
                  </a:lnTo>
                  <a:lnTo>
                    <a:pt x="467527" y="528895"/>
                  </a:lnTo>
                  <a:lnTo>
                    <a:pt x="467703" y="525746"/>
                  </a:lnTo>
                  <a:lnTo>
                    <a:pt x="467893" y="522598"/>
                  </a:lnTo>
                  <a:lnTo>
                    <a:pt x="468097" y="519450"/>
                  </a:lnTo>
                  <a:lnTo>
                    <a:pt x="468317" y="516302"/>
                  </a:lnTo>
                  <a:lnTo>
                    <a:pt x="468550" y="513154"/>
                  </a:lnTo>
                  <a:lnTo>
                    <a:pt x="468794" y="510005"/>
                  </a:lnTo>
                  <a:lnTo>
                    <a:pt x="469049" y="506857"/>
                  </a:lnTo>
                  <a:lnTo>
                    <a:pt x="469315" y="503709"/>
                  </a:lnTo>
                  <a:lnTo>
                    <a:pt x="469590" y="500561"/>
                  </a:lnTo>
                  <a:lnTo>
                    <a:pt x="469873" y="497413"/>
                  </a:lnTo>
                  <a:lnTo>
                    <a:pt x="470162" y="494265"/>
                  </a:lnTo>
                  <a:lnTo>
                    <a:pt x="470455" y="491116"/>
                  </a:lnTo>
                  <a:lnTo>
                    <a:pt x="470751" y="487968"/>
                  </a:lnTo>
                  <a:lnTo>
                    <a:pt x="471049" y="484820"/>
                  </a:lnTo>
                  <a:lnTo>
                    <a:pt x="471348" y="481672"/>
                  </a:lnTo>
                  <a:lnTo>
                    <a:pt x="471645" y="478524"/>
                  </a:lnTo>
                  <a:lnTo>
                    <a:pt x="471940" y="475375"/>
                  </a:lnTo>
                  <a:lnTo>
                    <a:pt x="472232" y="472227"/>
                  </a:lnTo>
                  <a:lnTo>
                    <a:pt x="472519" y="469079"/>
                  </a:lnTo>
                  <a:lnTo>
                    <a:pt x="472801" y="465931"/>
                  </a:lnTo>
                  <a:lnTo>
                    <a:pt x="473076" y="462783"/>
                  </a:lnTo>
                  <a:lnTo>
                    <a:pt x="473343" y="459634"/>
                  </a:lnTo>
                  <a:lnTo>
                    <a:pt x="473603" y="456486"/>
                  </a:lnTo>
                  <a:lnTo>
                    <a:pt x="473855" y="453338"/>
                  </a:lnTo>
                  <a:lnTo>
                    <a:pt x="474098" y="450190"/>
                  </a:lnTo>
                  <a:lnTo>
                    <a:pt x="474331" y="447042"/>
                  </a:lnTo>
                  <a:lnTo>
                    <a:pt x="474553" y="443894"/>
                  </a:lnTo>
                  <a:lnTo>
                    <a:pt x="474765" y="440745"/>
                  </a:lnTo>
                  <a:lnTo>
                    <a:pt x="474967" y="437597"/>
                  </a:lnTo>
                  <a:lnTo>
                    <a:pt x="475158" y="434449"/>
                  </a:lnTo>
                  <a:lnTo>
                    <a:pt x="475339" y="431301"/>
                  </a:lnTo>
                  <a:lnTo>
                    <a:pt x="475506" y="428153"/>
                  </a:lnTo>
                  <a:lnTo>
                    <a:pt x="475661" y="425004"/>
                  </a:lnTo>
                  <a:lnTo>
                    <a:pt x="475804" y="421856"/>
                  </a:lnTo>
                  <a:lnTo>
                    <a:pt x="475936" y="418708"/>
                  </a:lnTo>
                  <a:lnTo>
                    <a:pt x="476056" y="415560"/>
                  </a:lnTo>
                  <a:lnTo>
                    <a:pt x="476165" y="412412"/>
                  </a:lnTo>
                  <a:lnTo>
                    <a:pt x="476258" y="409264"/>
                  </a:lnTo>
                  <a:lnTo>
                    <a:pt x="476341" y="406115"/>
                  </a:lnTo>
                  <a:lnTo>
                    <a:pt x="476412" y="402967"/>
                  </a:lnTo>
                  <a:lnTo>
                    <a:pt x="476472" y="399819"/>
                  </a:lnTo>
                  <a:lnTo>
                    <a:pt x="476521" y="396671"/>
                  </a:lnTo>
                  <a:lnTo>
                    <a:pt x="476558" y="393523"/>
                  </a:lnTo>
                  <a:lnTo>
                    <a:pt x="476584" y="390374"/>
                  </a:lnTo>
                  <a:lnTo>
                    <a:pt x="476600" y="387226"/>
                  </a:lnTo>
                  <a:lnTo>
                    <a:pt x="476608" y="384078"/>
                  </a:lnTo>
                  <a:lnTo>
                    <a:pt x="476608" y="380930"/>
                  </a:lnTo>
                  <a:lnTo>
                    <a:pt x="476600" y="377782"/>
                  </a:lnTo>
                  <a:lnTo>
                    <a:pt x="476584" y="374634"/>
                  </a:lnTo>
                  <a:lnTo>
                    <a:pt x="476562" y="371485"/>
                  </a:lnTo>
                  <a:lnTo>
                    <a:pt x="476535" y="368337"/>
                  </a:lnTo>
                  <a:lnTo>
                    <a:pt x="476503" y="365189"/>
                  </a:lnTo>
                  <a:lnTo>
                    <a:pt x="476468" y="362041"/>
                  </a:lnTo>
                  <a:lnTo>
                    <a:pt x="476430" y="358893"/>
                  </a:lnTo>
                  <a:lnTo>
                    <a:pt x="476388" y="355744"/>
                  </a:lnTo>
                  <a:lnTo>
                    <a:pt x="476346" y="352596"/>
                  </a:lnTo>
                  <a:lnTo>
                    <a:pt x="476303" y="349448"/>
                  </a:lnTo>
                  <a:lnTo>
                    <a:pt x="476259" y="346300"/>
                  </a:lnTo>
                  <a:lnTo>
                    <a:pt x="476215" y="343152"/>
                  </a:lnTo>
                  <a:lnTo>
                    <a:pt x="476172" y="340003"/>
                  </a:lnTo>
                  <a:lnTo>
                    <a:pt x="476131" y="336855"/>
                  </a:lnTo>
                  <a:lnTo>
                    <a:pt x="476091" y="333707"/>
                  </a:lnTo>
                  <a:lnTo>
                    <a:pt x="476052" y="330559"/>
                  </a:lnTo>
                  <a:lnTo>
                    <a:pt x="476016" y="327411"/>
                  </a:lnTo>
                  <a:lnTo>
                    <a:pt x="475982" y="324263"/>
                  </a:lnTo>
                  <a:lnTo>
                    <a:pt x="475951" y="321114"/>
                  </a:lnTo>
                  <a:lnTo>
                    <a:pt x="475923" y="317966"/>
                  </a:lnTo>
                  <a:lnTo>
                    <a:pt x="475898" y="314818"/>
                  </a:lnTo>
                  <a:lnTo>
                    <a:pt x="475875" y="311670"/>
                  </a:lnTo>
                  <a:lnTo>
                    <a:pt x="475856" y="308522"/>
                  </a:lnTo>
                  <a:lnTo>
                    <a:pt x="475840" y="305373"/>
                  </a:lnTo>
                  <a:lnTo>
                    <a:pt x="475828" y="302225"/>
                  </a:lnTo>
                  <a:lnTo>
                    <a:pt x="475819" y="299077"/>
                  </a:lnTo>
                  <a:lnTo>
                    <a:pt x="475813" y="295929"/>
                  </a:lnTo>
                  <a:lnTo>
                    <a:pt x="475810" y="292781"/>
                  </a:lnTo>
                  <a:lnTo>
                    <a:pt x="475811" y="289633"/>
                  </a:lnTo>
                  <a:lnTo>
                    <a:pt x="475816" y="286484"/>
                  </a:lnTo>
                  <a:lnTo>
                    <a:pt x="475825" y="283336"/>
                  </a:lnTo>
                  <a:lnTo>
                    <a:pt x="475836" y="280188"/>
                  </a:lnTo>
                  <a:lnTo>
                    <a:pt x="475851" y="277040"/>
                  </a:lnTo>
                  <a:lnTo>
                    <a:pt x="475868" y="273892"/>
                  </a:lnTo>
                  <a:lnTo>
                    <a:pt x="475889" y="270743"/>
                  </a:lnTo>
                  <a:lnTo>
                    <a:pt x="475912" y="267595"/>
                  </a:lnTo>
                  <a:lnTo>
                    <a:pt x="475937" y="264447"/>
                  </a:lnTo>
                  <a:lnTo>
                    <a:pt x="475964" y="261299"/>
                  </a:lnTo>
                  <a:lnTo>
                    <a:pt x="475992" y="258151"/>
                  </a:lnTo>
                  <a:lnTo>
                    <a:pt x="476021" y="255002"/>
                  </a:lnTo>
                  <a:lnTo>
                    <a:pt x="476050" y="251854"/>
                  </a:lnTo>
                  <a:lnTo>
                    <a:pt x="476078" y="248706"/>
                  </a:lnTo>
                  <a:lnTo>
                    <a:pt x="476105" y="245558"/>
                  </a:lnTo>
                  <a:lnTo>
                    <a:pt x="476131" y="242410"/>
                  </a:lnTo>
                  <a:lnTo>
                    <a:pt x="476153" y="239262"/>
                  </a:lnTo>
                  <a:lnTo>
                    <a:pt x="476173" y="236113"/>
                  </a:lnTo>
                  <a:lnTo>
                    <a:pt x="476188" y="232965"/>
                  </a:lnTo>
                  <a:lnTo>
                    <a:pt x="476198" y="229817"/>
                  </a:lnTo>
                  <a:lnTo>
                    <a:pt x="476203" y="226669"/>
                  </a:lnTo>
                  <a:lnTo>
                    <a:pt x="476202" y="223521"/>
                  </a:lnTo>
                  <a:lnTo>
                    <a:pt x="476194" y="220372"/>
                  </a:lnTo>
                  <a:lnTo>
                    <a:pt x="476181" y="217224"/>
                  </a:lnTo>
                  <a:lnTo>
                    <a:pt x="476158" y="214076"/>
                  </a:lnTo>
                  <a:lnTo>
                    <a:pt x="476128" y="210928"/>
                  </a:lnTo>
                  <a:lnTo>
                    <a:pt x="476092" y="207780"/>
                  </a:lnTo>
                  <a:lnTo>
                    <a:pt x="476048" y="204632"/>
                  </a:lnTo>
                  <a:lnTo>
                    <a:pt x="475998" y="201483"/>
                  </a:lnTo>
                  <a:lnTo>
                    <a:pt x="475941" y="198335"/>
                  </a:lnTo>
                  <a:lnTo>
                    <a:pt x="475878" y="195187"/>
                  </a:lnTo>
                  <a:lnTo>
                    <a:pt x="475810" y="192039"/>
                  </a:lnTo>
                  <a:lnTo>
                    <a:pt x="475738" y="188891"/>
                  </a:lnTo>
                  <a:lnTo>
                    <a:pt x="475664" y="185742"/>
                  </a:lnTo>
                  <a:lnTo>
                    <a:pt x="475587" y="182594"/>
                  </a:lnTo>
                  <a:lnTo>
                    <a:pt x="475510" y="179446"/>
                  </a:lnTo>
                  <a:lnTo>
                    <a:pt x="475434" y="176298"/>
                  </a:lnTo>
                  <a:lnTo>
                    <a:pt x="475360" y="173150"/>
                  </a:lnTo>
                  <a:lnTo>
                    <a:pt x="475290" y="170001"/>
                  </a:lnTo>
                  <a:lnTo>
                    <a:pt x="475225" y="166853"/>
                  </a:lnTo>
                  <a:lnTo>
                    <a:pt x="475165" y="163705"/>
                  </a:lnTo>
                  <a:lnTo>
                    <a:pt x="475115" y="160557"/>
                  </a:lnTo>
                  <a:lnTo>
                    <a:pt x="475073" y="157409"/>
                  </a:lnTo>
                  <a:lnTo>
                    <a:pt x="475040" y="154261"/>
                  </a:lnTo>
                  <a:lnTo>
                    <a:pt x="475018" y="151112"/>
                  </a:lnTo>
                  <a:lnTo>
                    <a:pt x="475006" y="147964"/>
                  </a:lnTo>
                  <a:lnTo>
                    <a:pt x="475007" y="144816"/>
                  </a:lnTo>
                  <a:lnTo>
                    <a:pt x="475022" y="141668"/>
                  </a:lnTo>
                  <a:lnTo>
                    <a:pt x="475048" y="138520"/>
                  </a:lnTo>
                  <a:lnTo>
                    <a:pt x="475086" y="135371"/>
                  </a:lnTo>
                  <a:lnTo>
                    <a:pt x="475136" y="132223"/>
                  </a:lnTo>
                  <a:lnTo>
                    <a:pt x="475197" y="129075"/>
                  </a:lnTo>
                  <a:lnTo>
                    <a:pt x="475270" y="125927"/>
                  </a:lnTo>
                  <a:lnTo>
                    <a:pt x="475354" y="122779"/>
                  </a:lnTo>
                  <a:lnTo>
                    <a:pt x="475446" y="119631"/>
                  </a:lnTo>
                  <a:lnTo>
                    <a:pt x="475546" y="116482"/>
                  </a:lnTo>
                  <a:lnTo>
                    <a:pt x="475653" y="113334"/>
                  </a:lnTo>
                  <a:lnTo>
                    <a:pt x="475765" y="110186"/>
                  </a:lnTo>
                  <a:lnTo>
                    <a:pt x="475883" y="107038"/>
                  </a:lnTo>
                  <a:lnTo>
                    <a:pt x="476004" y="103890"/>
                  </a:lnTo>
                  <a:lnTo>
                    <a:pt x="476127" y="100741"/>
                  </a:lnTo>
                  <a:lnTo>
                    <a:pt x="476251" y="97593"/>
                  </a:lnTo>
                  <a:lnTo>
                    <a:pt x="476374" y="94445"/>
                  </a:lnTo>
                  <a:lnTo>
                    <a:pt x="476497" y="91297"/>
                  </a:lnTo>
                  <a:lnTo>
                    <a:pt x="476616" y="88149"/>
                  </a:lnTo>
                  <a:lnTo>
                    <a:pt x="476732" y="85000"/>
                  </a:lnTo>
                  <a:lnTo>
                    <a:pt x="476844" y="81852"/>
                  </a:lnTo>
                  <a:lnTo>
                    <a:pt x="476952" y="78704"/>
                  </a:lnTo>
                  <a:lnTo>
                    <a:pt x="477054" y="75556"/>
                  </a:lnTo>
                  <a:lnTo>
                    <a:pt x="477150" y="72408"/>
                  </a:lnTo>
                  <a:lnTo>
                    <a:pt x="477240" y="69260"/>
                  </a:lnTo>
                  <a:lnTo>
                    <a:pt x="477324" y="66111"/>
                  </a:lnTo>
                  <a:lnTo>
                    <a:pt x="477402" y="62963"/>
                  </a:lnTo>
                  <a:lnTo>
                    <a:pt x="477473" y="59815"/>
                  </a:lnTo>
                  <a:lnTo>
                    <a:pt x="477539" y="56667"/>
                  </a:lnTo>
                  <a:lnTo>
                    <a:pt x="477598" y="53519"/>
                  </a:lnTo>
                  <a:lnTo>
                    <a:pt x="477651" y="50370"/>
                  </a:lnTo>
                  <a:lnTo>
                    <a:pt x="477699" y="47222"/>
                  </a:lnTo>
                  <a:lnTo>
                    <a:pt x="477741" y="44074"/>
                  </a:lnTo>
                  <a:lnTo>
                    <a:pt x="477779" y="40926"/>
                  </a:lnTo>
                  <a:lnTo>
                    <a:pt x="477813" y="37778"/>
                  </a:lnTo>
                  <a:lnTo>
                    <a:pt x="477841" y="34630"/>
                  </a:lnTo>
                  <a:lnTo>
                    <a:pt x="477866" y="31481"/>
                  </a:lnTo>
                  <a:lnTo>
                    <a:pt x="477888" y="28333"/>
                  </a:lnTo>
                  <a:lnTo>
                    <a:pt x="477907" y="25185"/>
                  </a:lnTo>
                  <a:lnTo>
                    <a:pt x="477923" y="22037"/>
                  </a:lnTo>
                  <a:lnTo>
                    <a:pt x="477937" y="18889"/>
                  </a:lnTo>
                  <a:lnTo>
                    <a:pt x="477948" y="15740"/>
                  </a:lnTo>
                  <a:lnTo>
                    <a:pt x="477958" y="12592"/>
                  </a:lnTo>
                  <a:lnTo>
                    <a:pt x="477966" y="9444"/>
                  </a:lnTo>
                  <a:lnTo>
                    <a:pt x="477972" y="6296"/>
                  </a:lnTo>
                  <a:lnTo>
                    <a:pt x="477978" y="3148"/>
                  </a:lnTo>
                  <a:lnTo>
                    <a:pt x="478019" y="0"/>
                  </a:lnTo>
                  <a:lnTo>
                    <a:pt x="478023" y="3148"/>
                  </a:lnTo>
                  <a:lnTo>
                    <a:pt x="478029" y="6296"/>
                  </a:lnTo>
                  <a:lnTo>
                    <a:pt x="478036" y="9444"/>
                  </a:lnTo>
                  <a:lnTo>
                    <a:pt x="478044" y="12592"/>
                  </a:lnTo>
                  <a:lnTo>
                    <a:pt x="478053" y="15740"/>
                  </a:lnTo>
                  <a:lnTo>
                    <a:pt x="478065" y="18889"/>
                  </a:lnTo>
                  <a:lnTo>
                    <a:pt x="478078" y="22037"/>
                  </a:lnTo>
                  <a:lnTo>
                    <a:pt x="478094" y="25185"/>
                  </a:lnTo>
                  <a:lnTo>
                    <a:pt x="478113" y="28333"/>
                  </a:lnTo>
                  <a:lnTo>
                    <a:pt x="478135" y="31481"/>
                  </a:lnTo>
                  <a:lnTo>
                    <a:pt x="478160" y="34630"/>
                  </a:lnTo>
                  <a:lnTo>
                    <a:pt x="478189" y="37778"/>
                  </a:lnTo>
                  <a:lnTo>
                    <a:pt x="478222" y="40926"/>
                  </a:lnTo>
                  <a:lnTo>
                    <a:pt x="478260" y="44074"/>
                  </a:lnTo>
                  <a:lnTo>
                    <a:pt x="478303" y="47222"/>
                  </a:lnTo>
                  <a:lnTo>
                    <a:pt x="478350" y="50370"/>
                  </a:lnTo>
                  <a:lnTo>
                    <a:pt x="478403" y="53519"/>
                  </a:lnTo>
                  <a:lnTo>
                    <a:pt x="478462" y="56667"/>
                  </a:lnTo>
                  <a:lnTo>
                    <a:pt x="478528" y="59815"/>
                  </a:lnTo>
                  <a:lnTo>
                    <a:pt x="478600" y="62963"/>
                  </a:lnTo>
                  <a:lnTo>
                    <a:pt x="478677" y="66111"/>
                  </a:lnTo>
                  <a:lnTo>
                    <a:pt x="478761" y="69260"/>
                  </a:lnTo>
                  <a:lnTo>
                    <a:pt x="478851" y="72408"/>
                  </a:lnTo>
                  <a:lnTo>
                    <a:pt x="478947" y="75556"/>
                  </a:lnTo>
                  <a:lnTo>
                    <a:pt x="479050" y="78704"/>
                  </a:lnTo>
                  <a:lnTo>
                    <a:pt x="479157" y="81852"/>
                  </a:lnTo>
                  <a:lnTo>
                    <a:pt x="479269" y="85000"/>
                  </a:lnTo>
                  <a:lnTo>
                    <a:pt x="479385" y="88149"/>
                  </a:lnTo>
                  <a:lnTo>
                    <a:pt x="479505" y="91297"/>
                  </a:lnTo>
                  <a:lnTo>
                    <a:pt x="479627" y="94445"/>
                  </a:lnTo>
                  <a:lnTo>
                    <a:pt x="479750" y="97593"/>
                  </a:lnTo>
                  <a:lnTo>
                    <a:pt x="479874" y="100741"/>
                  </a:lnTo>
                  <a:lnTo>
                    <a:pt x="479997" y="103890"/>
                  </a:lnTo>
                  <a:lnTo>
                    <a:pt x="480118" y="107038"/>
                  </a:lnTo>
                  <a:lnTo>
                    <a:pt x="480236" y="110186"/>
                  </a:lnTo>
                  <a:lnTo>
                    <a:pt x="480349" y="113334"/>
                  </a:lnTo>
                  <a:lnTo>
                    <a:pt x="480455" y="116482"/>
                  </a:lnTo>
                  <a:lnTo>
                    <a:pt x="480555" y="119631"/>
                  </a:lnTo>
                  <a:lnTo>
                    <a:pt x="480648" y="122779"/>
                  </a:lnTo>
                  <a:lnTo>
                    <a:pt x="480731" y="125927"/>
                  </a:lnTo>
                  <a:lnTo>
                    <a:pt x="480804" y="129075"/>
                  </a:lnTo>
                  <a:lnTo>
                    <a:pt x="480865" y="132223"/>
                  </a:lnTo>
                  <a:lnTo>
                    <a:pt x="480915" y="135371"/>
                  </a:lnTo>
                  <a:lnTo>
                    <a:pt x="480953" y="138520"/>
                  </a:lnTo>
                  <a:lnTo>
                    <a:pt x="480979" y="141668"/>
                  </a:lnTo>
                  <a:lnTo>
                    <a:pt x="480994" y="144816"/>
                  </a:lnTo>
                  <a:lnTo>
                    <a:pt x="480995" y="147964"/>
                  </a:lnTo>
                  <a:lnTo>
                    <a:pt x="480983" y="151112"/>
                  </a:lnTo>
                  <a:lnTo>
                    <a:pt x="480961" y="154261"/>
                  </a:lnTo>
                  <a:lnTo>
                    <a:pt x="480929" y="157409"/>
                  </a:lnTo>
                  <a:lnTo>
                    <a:pt x="480887" y="160557"/>
                  </a:lnTo>
                  <a:lnTo>
                    <a:pt x="480836" y="163705"/>
                  </a:lnTo>
                  <a:lnTo>
                    <a:pt x="480776" y="166853"/>
                  </a:lnTo>
                  <a:lnTo>
                    <a:pt x="480711" y="170001"/>
                  </a:lnTo>
                  <a:lnTo>
                    <a:pt x="480641" y="173150"/>
                  </a:lnTo>
                  <a:lnTo>
                    <a:pt x="480567" y="176298"/>
                  </a:lnTo>
                  <a:lnTo>
                    <a:pt x="480491" y="179446"/>
                  </a:lnTo>
                  <a:lnTo>
                    <a:pt x="480414" y="182594"/>
                  </a:lnTo>
                  <a:lnTo>
                    <a:pt x="480338" y="185742"/>
                  </a:lnTo>
                  <a:lnTo>
                    <a:pt x="480263" y="188891"/>
                  </a:lnTo>
                  <a:lnTo>
                    <a:pt x="480192" y="192039"/>
                  </a:lnTo>
                  <a:lnTo>
                    <a:pt x="480124" y="195187"/>
                  </a:lnTo>
                  <a:lnTo>
                    <a:pt x="480060" y="198335"/>
                  </a:lnTo>
                  <a:lnTo>
                    <a:pt x="480003" y="201483"/>
                  </a:lnTo>
                  <a:lnTo>
                    <a:pt x="479953" y="204632"/>
                  </a:lnTo>
                  <a:lnTo>
                    <a:pt x="479910" y="207780"/>
                  </a:lnTo>
                  <a:lnTo>
                    <a:pt x="479873" y="210928"/>
                  </a:lnTo>
                  <a:lnTo>
                    <a:pt x="479843" y="214076"/>
                  </a:lnTo>
                  <a:lnTo>
                    <a:pt x="479821" y="217224"/>
                  </a:lnTo>
                  <a:lnTo>
                    <a:pt x="479807" y="220372"/>
                  </a:lnTo>
                  <a:lnTo>
                    <a:pt x="479800" y="223521"/>
                  </a:lnTo>
                  <a:lnTo>
                    <a:pt x="479798" y="226669"/>
                  </a:lnTo>
                  <a:lnTo>
                    <a:pt x="479803" y="229817"/>
                  </a:lnTo>
                  <a:lnTo>
                    <a:pt x="479813" y="232965"/>
                  </a:lnTo>
                  <a:lnTo>
                    <a:pt x="479828" y="236113"/>
                  </a:lnTo>
                  <a:lnTo>
                    <a:pt x="479848" y="239262"/>
                  </a:lnTo>
                  <a:lnTo>
                    <a:pt x="479871" y="242410"/>
                  </a:lnTo>
                  <a:lnTo>
                    <a:pt x="479896" y="245558"/>
                  </a:lnTo>
                  <a:lnTo>
                    <a:pt x="479923" y="248706"/>
                  </a:lnTo>
                  <a:lnTo>
                    <a:pt x="479952" y="251854"/>
                  </a:lnTo>
                  <a:lnTo>
                    <a:pt x="479981" y="255002"/>
                  </a:lnTo>
                  <a:lnTo>
                    <a:pt x="480009" y="258151"/>
                  </a:lnTo>
                  <a:lnTo>
                    <a:pt x="480037" y="261299"/>
                  </a:lnTo>
                  <a:lnTo>
                    <a:pt x="480064" y="264447"/>
                  </a:lnTo>
                  <a:lnTo>
                    <a:pt x="480090" y="267595"/>
                  </a:lnTo>
                  <a:lnTo>
                    <a:pt x="480113" y="270743"/>
                  </a:lnTo>
                  <a:lnTo>
                    <a:pt x="480133" y="273892"/>
                  </a:lnTo>
                  <a:lnTo>
                    <a:pt x="480150" y="277040"/>
                  </a:lnTo>
                  <a:lnTo>
                    <a:pt x="480165" y="280188"/>
                  </a:lnTo>
                  <a:lnTo>
                    <a:pt x="480177" y="283336"/>
                  </a:lnTo>
                  <a:lnTo>
                    <a:pt x="480185" y="286484"/>
                  </a:lnTo>
                  <a:lnTo>
                    <a:pt x="480190" y="289633"/>
                  </a:lnTo>
                  <a:lnTo>
                    <a:pt x="480191" y="292781"/>
                  </a:lnTo>
                  <a:lnTo>
                    <a:pt x="480188" y="295929"/>
                  </a:lnTo>
                  <a:lnTo>
                    <a:pt x="480183" y="299077"/>
                  </a:lnTo>
                  <a:lnTo>
                    <a:pt x="480174" y="302225"/>
                  </a:lnTo>
                  <a:lnTo>
                    <a:pt x="480161" y="305373"/>
                  </a:lnTo>
                  <a:lnTo>
                    <a:pt x="480145" y="308522"/>
                  </a:lnTo>
                  <a:lnTo>
                    <a:pt x="480126" y="311670"/>
                  </a:lnTo>
                  <a:lnTo>
                    <a:pt x="480104" y="314818"/>
                  </a:lnTo>
                  <a:lnTo>
                    <a:pt x="480078" y="317966"/>
                  </a:lnTo>
                  <a:lnTo>
                    <a:pt x="480050" y="321114"/>
                  </a:lnTo>
                  <a:lnTo>
                    <a:pt x="480019" y="324263"/>
                  </a:lnTo>
                  <a:lnTo>
                    <a:pt x="479985" y="327411"/>
                  </a:lnTo>
                  <a:lnTo>
                    <a:pt x="479949" y="330559"/>
                  </a:lnTo>
                  <a:lnTo>
                    <a:pt x="479911" y="333707"/>
                  </a:lnTo>
                  <a:lnTo>
                    <a:pt x="479870" y="336855"/>
                  </a:lnTo>
                  <a:lnTo>
                    <a:pt x="479829" y="340003"/>
                  </a:lnTo>
                  <a:lnTo>
                    <a:pt x="479786" y="343152"/>
                  </a:lnTo>
                  <a:lnTo>
                    <a:pt x="479742" y="346300"/>
                  </a:lnTo>
                  <a:lnTo>
                    <a:pt x="479699" y="349448"/>
                  </a:lnTo>
                  <a:lnTo>
                    <a:pt x="479655" y="352596"/>
                  </a:lnTo>
                  <a:lnTo>
                    <a:pt x="479613" y="355744"/>
                  </a:lnTo>
                  <a:lnTo>
                    <a:pt x="479572" y="358893"/>
                  </a:lnTo>
                  <a:lnTo>
                    <a:pt x="479533" y="362041"/>
                  </a:lnTo>
                  <a:lnTo>
                    <a:pt x="479498" y="365189"/>
                  </a:lnTo>
                  <a:lnTo>
                    <a:pt x="479466" y="368337"/>
                  </a:lnTo>
                  <a:lnTo>
                    <a:pt x="479439" y="371485"/>
                  </a:lnTo>
                  <a:lnTo>
                    <a:pt x="479417" y="374634"/>
                  </a:lnTo>
                  <a:lnTo>
                    <a:pt x="479401" y="377782"/>
                  </a:lnTo>
                  <a:lnTo>
                    <a:pt x="479393" y="380930"/>
                  </a:lnTo>
                  <a:lnTo>
                    <a:pt x="479393" y="384078"/>
                  </a:lnTo>
                  <a:lnTo>
                    <a:pt x="479401" y="387226"/>
                  </a:lnTo>
                  <a:lnTo>
                    <a:pt x="479417" y="390374"/>
                  </a:lnTo>
                  <a:lnTo>
                    <a:pt x="479443" y="393523"/>
                  </a:lnTo>
                  <a:lnTo>
                    <a:pt x="479481" y="396671"/>
                  </a:lnTo>
                  <a:lnTo>
                    <a:pt x="479530" y="399819"/>
                  </a:lnTo>
                  <a:lnTo>
                    <a:pt x="479590" y="402967"/>
                  </a:lnTo>
                  <a:lnTo>
                    <a:pt x="479661" y="406115"/>
                  </a:lnTo>
                  <a:lnTo>
                    <a:pt x="479743" y="409264"/>
                  </a:lnTo>
                  <a:lnTo>
                    <a:pt x="479837" y="412412"/>
                  </a:lnTo>
                  <a:lnTo>
                    <a:pt x="479945" y="415560"/>
                  </a:lnTo>
                  <a:lnTo>
                    <a:pt x="480065" y="418708"/>
                  </a:lnTo>
                  <a:lnTo>
                    <a:pt x="480197" y="421856"/>
                  </a:lnTo>
                  <a:lnTo>
                    <a:pt x="480341" y="425004"/>
                  </a:lnTo>
                  <a:lnTo>
                    <a:pt x="480496" y="428153"/>
                  </a:lnTo>
                  <a:lnTo>
                    <a:pt x="480663" y="431301"/>
                  </a:lnTo>
                  <a:lnTo>
                    <a:pt x="480843" y="434449"/>
                  </a:lnTo>
                  <a:lnTo>
                    <a:pt x="481034" y="437597"/>
                  </a:lnTo>
                  <a:lnTo>
                    <a:pt x="481236" y="440745"/>
                  </a:lnTo>
                  <a:lnTo>
                    <a:pt x="481448" y="443894"/>
                  </a:lnTo>
                  <a:lnTo>
                    <a:pt x="481670" y="447042"/>
                  </a:lnTo>
                  <a:lnTo>
                    <a:pt x="481903" y="450190"/>
                  </a:lnTo>
                  <a:lnTo>
                    <a:pt x="482146" y="453338"/>
                  </a:lnTo>
                  <a:lnTo>
                    <a:pt x="482398" y="456486"/>
                  </a:lnTo>
                  <a:lnTo>
                    <a:pt x="482658" y="459634"/>
                  </a:lnTo>
                  <a:lnTo>
                    <a:pt x="482925" y="462783"/>
                  </a:lnTo>
                  <a:lnTo>
                    <a:pt x="483200" y="465931"/>
                  </a:lnTo>
                  <a:lnTo>
                    <a:pt x="483482" y="469079"/>
                  </a:lnTo>
                  <a:lnTo>
                    <a:pt x="483769" y="472227"/>
                  </a:lnTo>
                  <a:lnTo>
                    <a:pt x="484061" y="475375"/>
                  </a:lnTo>
                  <a:lnTo>
                    <a:pt x="484356" y="478524"/>
                  </a:lnTo>
                  <a:lnTo>
                    <a:pt x="484653" y="481672"/>
                  </a:lnTo>
                  <a:lnTo>
                    <a:pt x="484952" y="484820"/>
                  </a:lnTo>
                  <a:lnTo>
                    <a:pt x="485250" y="487968"/>
                  </a:lnTo>
                  <a:lnTo>
                    <a:pt x="485546" y="491116"/>
                  </a:lnTo>
                  <a:lnTo>
                    <a:pt x="485840" y="494265"/>
                  </a:lnTo>
                  <a:lnTo>
                    <a:pt x="486129" y="497413"/>
                  </a:lnTo>
                  <a:lnTo>
                    <a:pt x="486412" y="500561"/>
                  </a:lnTo>
                  <a:lnTo>
                    <a:pt x="486687" y="503709"/>
                  </a:lnTo>
                  <a:lnTo>
                    <a:pt x="486952" y="506857"/>
                  </a:lnTo>
                  <a:lnTo>
                    <a:pt x="487207" y="510005"/>
                  </a:lnTo>
                  <a:lnTo>
                    <a:pt x="487452" y="513154"/>
                  </a:lnTo>
                  <a:lnTo>
                    <a:pt x="487684" y="516302"/>
                  </a:lnTo>
                  <a:lnTo>
                    <a:pt x="487905" y="519450"/>
                  </a:lnTo>
                  <a:lnTo>
                    <a:pt x="488108" y="522598"/>
                  </a:lnTo>
                  <a:lnTo>
                    <a:pt x="488298" y="525746"/>
                  </a:lnTo>
                  <a:lnTo>
                    <a:pt x="488474" y="528895"/>
                  </a:lnTo>
                  <a:lnTo>
                    <a:pt x="488637" y="532043"/>
                  </a:lnTo>
                  <a:lnTo>
                    <a:pt x="488786" y="535191"/>
                  </a:lnTo>
                  <a:lnTo>
                    <a:pt x="488921" y="538339"/>
                  </a:lnTo>
                  <a:lnTo>
                    <a:pt x="489042" y="541487"/>
                  </a:lnTo>
                  <a:lnTo>
                    <a:pt x="489151" y="544635"/>
                  </a:lnTo>
                  <a:lnTo>
                    <a:pt x="489251" y="547784"/>
                  </a:lnTo>
                  <a:lnTo>
                    <a:pt x="489341" y="550932"/>
                  </a:lnTo>
                  <a:lnTo>
                    <a:pt x="489423" y="554080"/>
                  </a:lnTo>
                  <a:lnTo>
                    <a:pt x="489498" y="557228"/>
                  </a:lnTo>
                  <a:lnTo>
                    <a:pt x="489566" y="560376"/>
                  </a:lnTo>
                  <a:lnTo>
                    <a:pt x="489631" y="563525"/>
                  </a:lnTo>
                  <a:lnTo>
                    <a:pt x="489693" y="566673"/>
                  </a:lnTo>
                  <a:lnTo>
                    <a:pt x="489753" y="569821"/>
                  </a:lnTo>
                  <a:lnTo>
                    <a:pt x="489811" y="572969"/>
                  </a:lnTo>
                  <a:lnTo>
                    <a:pt x="489871" y="576117"/>
                  </a:lnTo>
                  <a:lnTo>
                    <a:pt x="489930" y="579266"/>
                  </a:lnTo>
                  <a:lnTo>
                    <a:pt x="489992" y="582414"/>
                  </a:lnTo>
                  <a:lnTo>
                    <a:pt x="490055" y="585562"/>
                  </a:lnTo>
                  <a:lnTo>
                    <a:pt x="490121" y="588710"/>
                  </a:lnTo>
                  <a:lnTo>
                    <a:pt x="490189" y="591858"/>
                  </a:lnTo>
                  <a:lnTo>
                    <a:pt x="490260" y="595006"/>
                  </a:lnTo>
                  <a:lnTo>
                    <a:pt x="490334" y="598155"/>
                  </a:lnTo>
                  <a:lnTo>
                    <a:pt x="490410" y="601303"/>
                  </a:lnTo>
                  <a:lnTo>
                    <a:pt x="490489" y="604451"/>
                  </a:lnTo>
                  <a:lnTo>
                    <a:pt x="490570" y="607599"/>
                  </a:lnTo>
                  <a:lnTo>
                    <a:pt x="490654" y="610747"/>
                  </a:lnTo>
                  <a:lnTo>
                    <a:pt x="490741" y="613896"/>
                  </a:lnTo>
                  <a:lnTo>
                    <a:pt x="490830" y="617044"/>
                  </a:lnTo>
                  <a:lnTo>
                    <a:pt x="490921" y="620192"/>
                  </a:lnTo>
                  <a:lnTo>
                    <a:pt x="491014" y="623340"/>
                  </a:lnTo>
                  <a:lnTo>
                    <a:pt x="491110" y="626488"/>
                  </a:lnTo>
                  <a:lnTo>
                    <a:pt x="491209" y="629636"/>
                  </a:lnTo>
                  <a:lnTo>
                    <a:pt x="491309" y="632785"/>
                  </a:lnTo>
                  <a:lnTo>
                    <a:pt x="491411" y="635933"/>
                  </a:lnTo>
                  <a:lnTo>
                    <a:pt x="491515" y="639081"/>
                  </a:lnTo>
                  <a:lnTo>
                    <a:pt x="491621" y="642229"/>
                  </a:lnTo>
                  <a:lnTo>
                    <a:pt x="491727" y="645377"/>
                  </a:lnTo>
                  <a:lnTo>
                    <a:pt x="491833" y="648526"/>
                  </a:lnTo>
                  <a:lnTo>
                    <a:pt x="491938" y="651674"/>
                  </a:lnTo>
                  <a:lnTo>
                    <a:pt x="492041" y="654822"/>
                  </a:lnTo>
                  <a:lnTo>
                    <a:pt x="492140" y="657970"/>
                  </a:lnTo>
                  <a:lnTo>
                    <a:pt x="492234" y="661118"/>
                  </a:lnTo>
                  <a:lnTo>
                    <a:pt x="492319" y="664267"/>
                  </a:lnTo>
                  <a:lnTo>
                    <a:pt x="492394" y="667415"/>
                  </a:lnTo>
                  <a:lnTo>
                    <a:pt x="492458" y="670563"/>
                  </a:lnTo>
                  <a:lnTo>
                    <a:pt x="492508" y="673711"/>
                  </a:lnTo>
                  <a:lnTo>
                    <a:pt x="492542" y="676859"/>
                  </a:lnTo>
                  <a:lnTo>
                    <a:pt x="492558" y="680007"/>
                  </a:lnTo>
                  <a:lnTo>
                    <a:pt x="492548" y="683156"/>
                  </a:lnTo>
                  <a:lnTo>
                    <a:pt x="492514" y="686304"/>
                  </a:lnTo>
                  <a:lnTo>
                    <a:pt x="492456" y="689452"/>
                  </a:lnTo>
                  <a:lnTo>
                    <a:pt x="492372" y="692600"/>
                  </a:lnTo>
                  <a:lnTo>
                    <a:pt x="492261" y="695748"/>
                  </a:lnTo>
                  <a:lnTo>
                    <a:pt x="492118" y="698897"/>
                  </a:lnTo>
                  <a:lnTo>
                    <a:pt x="491942" y="702045"/>
                  </a:lnTo>
                  <a:lnTo>
                    <a:pt x="491737" y="705193"/>
                  </a:lnTo>
                  <a:lnTo>
                    <a:pt x="491504" y="708341"/>
                  </a:lnTo>
                  <a:lnTo>
                    <a:pt x="491244" y="711489"/>
                  </a:lnTo>
                  <a:lnTo>
                    <a:pt x="490958" y="714637"/>
                  </a:lnTo>
                  <a:lnTo>
                    <a:pt x="490643" y="717786"/>
                  </a:lnTo>
                  <a:lnTo>
                    <a:pt x="490305" y="720934"/>
                  </a:lnTo>
                  <a:lnTo>
                    <a:pt x="489949" y="724082"/>
                  </a:lnTo>
                  <a:lnTo>
                    <a:pt x="489578" y="727230"/>
                  </a:lnTo>
                  <a:lnTo>
                    <a:pt x="489193" y="730378"/>
                  </a:lnTo>
                  <a:lnTo>
                    <a:pt x="488798" y="733527"/>
                  </a:lnTo>
                  <a:lnTo>
                    <a:pt x="488396" y="736675"/>
                  </a:lnTo>
                  <a:lnTo>
                    <a:pt x="487993" y="739823"/>
                  </a:lnTo>
                  <a:lnTo>
                    <a:pt x="487592" y="742971"/>
                  </a:lnTo>
                  <a:lnTo>
                    <a:pt x="487195" y="746119"/>
                  </a:lnTo>
                  <a:lnTo>
                    <a:pt x="486806" y="749268"/>
                  </a:lnTo>
                  <a:lnTo>
                    <a:pt x="486429" y="752416"/>
                  </a:lnTo>
                  <a:lnTo>
                    <a:pt x="486069" y="755564"/>
                  </a:lnTo>
                  <a:lnTo>
                    <a:pt x="485725" y="758712"/>
                  </a:lnTo>
                  <a:lnTo>
                    <a:pt x="485400" y="761860"/>
                  </a:lnTo>
                  <a:lnTo>
                    <a:pt x="485095" y="765008"/>
                  </a:lnTo>
                  <a:lnTo>
                    <a:pt x="484813" y="768157"/>
                  </a:lnTo>
                  <a:lnTo>
                    <a:pt x="484559" y="771305"/>
                  </a:lnTo>
                  <a:lnTo>
                    <a:pt x="484332" y="774453"/>
                  </a:lnTo>
                  <a:lnTo>
                    <a:pt x="484130" y="777601"/>
                  </a:lnTo>
                  <a:lnTo>
                    <a:pt x="483954" y="780749"/>
                  </a:lnTo>
                  <a:lnTo>
                    <a:pt x="483804" y="783898"/>
                  </a:lnTo>
                  <a:lnTo>
                    <a:pt x="483681" y="787046"/>
                  </a:lnTo>
                  <a:lnTo>
                    <a:pt x="483591" y="790194"/>
                  </a:lnTo>
                  <a:lnTo>
                    <a:pt x="483526" y="793342"/>
                  </a:lnTo>
                  <a:lnTo>
                    <a:pt x="483488" y="796490"/>
                  </a:lnTo>
                  <a:lnTo>
                    <a:pt x="483474" y="799638"/>
                  </a:lnTo>
                  <a:lnTo>
                    <a:pt x="483486" y="802787"/>
                  </a:lnTo>
                  <a:lnTo>
                    <a:pt x="483526" y="805935"/>
                  </a:lnTo>
                  <a:lnTo>
                    <a:pt x="483593" y="809083"/>
                  </a:lnTo>
                  <a:lnTo>
                    <a:pt x="483684" y="812231"/>
                  </a:lnTo>
                  <a:lnTo>
                    <a:pt x="483799" y="815379"/>
                  </a:lnTo>
                  <a:lnTo>
                    <a:pt x="483938" y="818528"/>
                  </a:lnTo>
                  <a:lnTo>
                    <a:pt x="484100" y="821676"/>
                  </a:lnTo>
                  <a:lnTo>
                    <a:pt x="484291" y="824824"/>
                  </a:lnTo>
                  <a:lnTo>
                    <a:pt x="484507" y="827972"/>
                  </a:lnTo>
                  <a:lnTo>
                    <a:pt x="484747" y="831120"/>
                  </a:lnTo>
                  <a:lnTo>
                    <a:pt x="485011" y="834269"/>
                  </a:lnTo>
                  <a:lnTo>
                    <a:pt x="485301" y="837417"/>
                  </a:lnTo>
                  <a:lnTo>
                    <a:pt x="485617" y="840565"/>
                  </a:lnTo>
                  <a:lnTo>
                    <a:pt x="485964" y="843713"/>
                  </a:lnTo>
                  <a:lnTo>
                    <a:pt x="486339" y="846861"/>
                  </a:lnTo>
                  <a:lnTo>
                    <a:pt x="486741" y="850009"/>
                  </a:lnTo>
                  <a:lnTo>
                    <a:pt x="487171" y="853158"/>
                  </a:lnTo>
                  <a:lnTo>
                    <a:pt x="487630" y="856306"/>
                  </a:lnTo>
                  <a:lnTo>
                    <a:pt x="488123" y="859454"/>
                  </a:lnTo>
                  <a:lnTo>
                    <a:pt x="488650" y="862602"/>
                  </a:lnTo>
                  <a:lnTo>
                    <a:pt x="489207" y="865750"/>
                  </a:lnTo>
                  <a:lnTo>
                    <a:pt x="489796" y="868899"/>
                  </a:lnTo>
                  <a:lnTo>
                    <a:pt x="490416" y="872047"/>
                  </a:lnTo>
                  <a:lnTo>
                    <a:pt x="491067" y="875195"/>
                  </a:lnTo>
                  <a:lnTo>
                    <a:pt x="491756" y="878343"/>
                  </a:lnTo>
                  <a:lnTo>
                    <a:pt x="492478" y="881491"/>
                  </a:lnTo>
                  <a:lnTo>
                    <a:pt x="493229" y="884639"/>
                  </a:lnTo>
                  <a:lnTo>
                    <a:pt x="494009" y="887788"/>
                  </a:lnTo>
                  <a:lnTo>
                    <a:pt x="494818" y="890936"/>
                  </a:lnTo>
                  <a:lnTo>
                    <a:pt x="495655" y="894084"/>
                  </a:lnTo>
                  <a:lnTo>
                    <a:pt x="496522" y="897232"/>
                  </a:lnTo>
                  <a:lnTo>
                    <a:pt x="497412" y="900380"/>
                  </a:lnTo>
                  <a:lnTo>
                    <a:pt x="498322" y="903529"/>
                  </a:lnTo>
                  <a:lnTo>
                    <a:pt x="499250" y="906677"/>
                  </a:lnTo>
                  <a:lnTo>
                    <a:pt x="500193" y="909825"/>
                  </a:lnTo>
                  <a:lnTo>
                    <a:pt x="501151" y="912973"/>
                  </a:lnTo>
                  <a:lnTo>
                    <a:pt x="502118" y="916121"/>
                  </a:lnTo>
                  <a:lnTo>
                    <a:pt x="503090" y="919269"/>
                  </a:lnTo>
                  <a:lnTo>
                    <a:pt x="504064" y="922418"/>
                  </a:lnTo>
                  <a:lnTo>
                    <a:pt x="505037" y="925566"/>
                  </a:lnTo>
                  <a:lnTo>
                    <a:pt x="506005" y="928714"/>
                  </a:lnTo>
                  <a:lnTo>
                    <a:pt x="506964" y="931862"/>
                  </a:lnTo>
                  <a:lnTo>
                    <a:pt x="507910" y="935010"/>
                  </a:lnTo>
                  <a:lnTo>
                    <a:pt x="508842" y="938159"/>
                  </a:lnTo>
                  <a:lnTo>
                    <a:pt x="509756" y="941307"/>
                  </a:lnTo>
                  <a:lnTo>
                    <a:pt x="510651" y="944455"/>
                  </a:lnTo>
                  <a:lnTo>
                    <a:pt x="511522" y="947603"/>
                  </a:lnTo>
                  <a:lnTo>
                    <a:pt x="512365" y="950751"/>
                  </a:lnTo>
                  <a:lnTo>
                    <a:pt x="513184" y="953900"/>
                  </a:lnTo>
                  <a:lnTo>
                    <a:pt x="513977" y="957048"/>
                  </a:lnTo>
                  <a:lnTo>
                    <a:pt x="514744" y="960196"/>
                  </a:lnTo>
                  <a:lnTo>
                    <a:pt x="515486" y="963344"/>
                  </a:lnTo>
                  <a:lnTo>
                    <a:pt x="516200" y="966492"/>
                  </a:lnTo>
                  <a:lnTo>
                    <a:pt x="516890" y="969640"/>
                  </a:lnTo>
                  <a:lnTo>
                    <a:pt x="517559" y="972789"/>
                  </a:lnTo>
                  <a:lnTo>
                    <a:pt x="518210" y="975937"/>
                  </a:lnTo>
                  <a:lnTo>
                    <a:pt x="518846" y="979085"/>
                  </a:lnTo>
                  <a:lnTo>
                    <a:pt x="519469" y="982233"/>
                  </a:lnTo>
                  <a:lnTo>
                    <a:pt x="520082" y="985381"/>
                  </a:lnTo>
                  <a:lnTo>
                    <a:pt x="520692" y="988530"/>
                  </a:lnTo>
                  <a:lnTo>
                    <a:pt x="521302" y="991678"/>
                  </a:lnTo>
                  <a:lnTo>
                    <a:pt x="521915" y="994826"/>
                  </a:lnTo>
                  <a:lnTo>
                    <a:pt x="522536" y="997974"/>
                  </a:lnTo>
                  <a:lnTo>
                    <a:pt x="523168" y="1001122"/>
                  </a:lnTo>
                  <a:lnTo>
                    <a:pt x="523818" y="1004270"/>
                  </a:lnTo>
                  <a:lnTo>
                    <a:pt x="524486" y="1007419"/>
                  </a:lnTo>
                  <a:lnTo>
                    <a:pt x="525174" y="1010567"/>
                  </a:lnTo>
                  <a:lnTo>
                    <a:pt x="525884" y="1013715"/>
                  </a:lnTo>
                  <a:lnTo>
                    <a:pt x="526617" y="1016863"/>
                  </a:lnTo>
                  <a:lnTo>
                    <a:pt x="527379" y="1020011"/>
                  </a:lnTo>
                  <a:lnTo>
                    <a:pt x="528168" y="1023160"/>
                  </a:lnTo>
                  <a:lnTo>
                    <a:pt x="528981" y="1026308"/>
                  </a:lnTo>
                  <a:lnTo>
                    <a:pt x="529816" y="1029456"/>
                  </a:lnTo>
                  <a:lnTo>
                    <a:pt x="530674" y="1032604"/>
                  </a:lnTo>
                  <a:lnTo>
                    <a:pt x="531551" y="1035752"/>
                  </a:lnTo>
                  <a:lnTo>
                    <a:pt x="532450" y="1038901"/>
                  </a:lnTo>
                  <a:lnTo>
                    <a:pt x="533363" y="1042049"/>
                  </a:lnTo>
                  <a:lnTo>
                    <a:pt x="534287" y="1045197"/>
                  </a:lnTo>
                  <a:lnTo>
                    <a:pt x="535220" y="1048345"/>
                  </a:lnTo>
                  <a:lnTo>
                    <a:pt x="536158" y="1051493"/>
                  </a:lnTo>
                  <a:lnTo>
                    <a:pt x="537098" y="1054641"/>
                  </a:lnTo>
                  <a:lnTo>
                    <a:pt x="538039" y="1057790"/>
                  </a:lnTo>
                  <a:lnTo>
                    <a:pt x="538975" y="1060938"/>
                  </a:lnTo>
                  <a:lnTo>
                    <a:pt x="539907" y="1064086"/>
                  </a:lnTo>
                  <a:lnTo>
                    <a:pt x="540832" y="1067234"/>
                  </a:lnTo>
                  <a:lnTo>
                    <a:pt x="541750" y="1070382"/>
                  </a:lnTo>
                  <a:lnTo>
                    <a:pt x="542657" y="1073531"/>
                  </a:lnTo>
                  <a:lnTo>
                    <a:pt x="543554" y="1076679"/>
                  </a:lnTo>
                  <a:lnTo>
                    <a:pt x="544444" y="1079827"/>
                  </a:lnTo>
                  <a:lnTo>
                    <a:pt x="545325" y="1082975"/>
                  </a:lnTo>
                  <a:lnTo>
                    <a:pt x="546200" y="1086123"/>
                  </a:lnTo>
                  <a:lnTo>
                    <a:pt x="547070" y="1089271"/>
                  </a:lnTo>
                  <a:lnTo>
                    <a:pt x="547936" y="1092420"/>
                  </a:lnTo>
                  <a:lnTo>
                    <a:pt x="548802" y="1095568"/>
                  </a:lnTo>
                  <a:lnTo>
                    <a:pt x="549670" y="1098716"/>
                  </a:lnTo>
                  <a:lnTo>
                    <a:pt x="550543" y="1101864"/>
                  </a:lnTo>
                  <a:lnTo>
                    <a:pt x="551423" y="1105012"/>
                  </a:lnTo>
                  <a:lnTo>
                    <a:pt x="552315" y="1108161"/>
                  </a:lnTo>
                  <a:lnTo>
                    <a:pt x="553222" y="1111309"/>
                  </a:lnTo>
                  <a:lnTo>
                    <a:pt x="554146" y="1114457"/>
                  </a:lnTo>
                  <a:lnTo>
                    <a:pt x="555090" y="1117605"/>
                  </a:lnTo>
                  <a:lnTo>
                    <a:pt x="556055" y="1120753"/>
                  </a:lnTo>
                  <a:lnTo>
                    <a:pt x="557046" y="1123902"/>
                  </a:lnTo>
                  <a:lnTo>
                    <a:pt x="558070" y="1127050"/>
                  </a:lnTo>
                  <a:lnTo>
                    <a:pt x="559127" y="1130198"/>
                  </a:lnTo>
                  <a:lnTo>
                    <a:pt x="560218" y="1133346"/>
                  </a:lnTo>
                  <a:lnTo>
                    <a:pt x="561346" y="1136494"/>
                  </a:lnTo>
                  <a:lnTo>
                    <a:pt x="562512" y="1139642"/>
                  </a:lnTo>
                  <a:lnTo>
                    <a:pt x="563719" y="1142791"/>
                  </a:lnTo>
                  <a:lnTo>
                    <a:pt x="564981" y="1145939"/>
                  </a:lnTo>
                  <a:lnTo>
                    <a:pt x="566290" y="1149087"/>
                  </a:lnTo>
                  <a:lnTo>
                    <a:pt x="567648" y="1152235"/>
                  </a:lnTo>
                  <a:lnTo>
                    <a:pt x="569057" y="1155383"/>
                  </a:lnTo>
                  <a:lnTo>
                    <a:pt x="570518" y="1158532"/>
                  </a:lnTo>
                  <a:lnTo>
                    <a:pt x="572041" y="1161680"/>
                  </a:lnTo>
                  <a:lnTo>
                    <a:pt x="573631" y="1164828"/>
                  </a:lnTo>
                  <a:lnTo>
                    <a:pt x="575280" y="1167976"/>
                  </a:lnTo>
                  <a:lnTo>
                    <a:pt x="576990" y="1171124"/>
                  </a:lnTo>
                  <a:lnTo>
                    <a:pt x="578764" y="1174272"/>
                  </a:lnTo>
                  <a:lnTo>
                    <a:pt x="580601" y="1177421"/>
                  </a:lnTo>
                  <a:lnTo>
                    <a:pt x="582519" y="1180569"/>
                  </a:lnTo>
                  <a:lnTo>
                    <a:pt x="584508" y="1183717"/>
                  </a:lnTo>
                  <a:lnTo>
                    <a:pt x="586567" y="1186865"/>
                  </a:lnTo>
                  <a:lnTo>
                    <a:pt x="588696" y="1190013"/>
                  </a:lnTo>
                  <a:lnTo>
                    <a:pt x="590896" y="1193162"/>
                  </a:lnTo>
                  <a:lnTo>
                    <a:pt x="593170" y="1196310"/>
                  </a:lnTo>
                  <a:lnTo>
                    <a:pt x="595535" y="1199458"/>
                  </a:lnTo>
                  <a:lnTo>
                    <a:pt x="597975" y="1202606"/>
                  </a:lnTo>
                  <a:lnTo>
                    <a:pt x="600489" y="1205754"/>
                  </a:lnTo>
                  <a:lnTo>
                    <a:pt x="603078" y="1208903"/>
                  </a:lnTo>
                  <a:lnTo>
                    <a:pt x="605741" y="1212051"/>
                  </a:lnTo>
                  <a:lnTo>
                    <a:pt x="608487" y="1215199"/>
                  </a:lnTo>
                  <a:lnTo>
                    <a:pt x="611318" y="1218347"/>
                  </a:lnTo>
                  <a:lnTo>
                    <a:pt x="614218" y="1221495"/>
                  </a:lnTo>
                  <a:lnTo>
                    <a:pt x="617186" y="1224643"/>
                  </a:lnTo>
                  <a:lnTo>
                    <a:pt x="619140" y="1226672"/>
                  </a:lnTo>
                  <a:lnTo>
                    <a:pt x="620218" y="1227792"/>
                  </a:lnTo>
                  <a:lnTo>
                    <a:pt x="623310" y="1230940"/>
                  </a:lnTo>
                  <a:lnTo>
                    <a:pt x="626464" y="1234088"/>
                  </a:lnTo>
                  <a:lnTo>
                    <a:pt x="629663" y="1237236"/>
                  </a:lnTo>
                  <a:lnTo>
                    <a:pt x="632892" y="1240384"/>
                  </a:lnTo>
                  <a:lnTo>
                    <a:pt x="636141" y="1243533"/>
                  </a:lnTo>
                  <a:lnTo>
                    <a:pt x="639398" y="1246681"/>
                  </a:lnTo>
                  <a:lnTo>
                    <a:pt x="642647" y="1249829"/>
                  </a:lnTo>
                  <a:lnTo>
                    <a:pt x="645858" y="1252977"/>
                  </a:lnTo>
                  <a:lnTo>
                    <a:pt x="649014" y="1256125"/>
                  </a:lnTo>
                  <a:lnTo>
                    <a:pt x="652094" y="1259273"/>
                  </a:lnTo>
                  <a:lnTo>
                    <a:pt x="655076" y="1262422"/>
                  </a:lnTo>
                  <a:lnTo>
                    <a:pt x="657936" y="1265570"/>
                  </a:lnTo>
                  <a:lnTo>
                    <a:pt x="660626" y="1268718"/>
                  </a:lnTo>
                  <a:lnTo>
                    <a:pt x="663103" y="1271866"/>
                  </a:lnTo>
                  <a:lnTo>
                    <a:pt x="665362" y="1275014"/>
                  </a:lnTo>
                  <a:lnTo>
                    <a:pt x="667377" y="1278163"/>
                  </a:lnTo>
                  <a:lnTo>
                    <a:pt x="669122" y="1281311"/>
                  </a:lnTo>
                  <a:lnTo>
                    <a:pt x="670570" y="1284459"/>
                  </a:lnTo>
                  <a:lnTo>
                    <a:pt x="671616" y="1287607"/>
                  </a:lnTo>
                  <a:lnTo>
                    <a:pt x="672285" y="1290755"/>
                  </a:lnTo>
                  <a:lnTo>
                    <a:pt x="672575" y="1293903"/>
                  </a:lnTo>
                  <a:lnTo>
                    <a:pt x="672467" y="1297052"/>
                  </a:lnTo>
                  <a:lnTo>
                    <a:pt x="671948" y="1300200"/>
                  </a:lnTo>
                  <a:lnTo>
                    <a:pt x="670986" y="1303348"/>
                  </a:lnTo>
                  <a:lnTo>
                    <a:pt x="669492" y="1306496"/>
                  </a:lnTo>
                  <a:lnTo>
                    <a:pt x="667565" y="1309644"/>
                  </a:lnTo>
                  <a:lnTo>
                    <a:pt x="665208" y="1312793"/>
                  </a:lnTo>
                  <a:lnTo>
                    <a:pt x="662429" y="1315941"/>
                  </a:lnTo>
                  <a:lnTo>
                    <a:pt x="659241" y="1319089"/>
                  </a:lnTo>
                  <a:lnTo>
                    <a:pt x="655610" y="1322237"/>
                  </a:lnTo>
                  <a:lnTo>
                    <a:pt x="651577" y="1325385"/>
                  </a:lnTo>
                  <a:lnTo>
                    <a:pt x="647225" y="1328534"/>
                  </a:lnTo>
                  <a:lnTo>
                    <a:pt x="642590" y="1331682"/>
                  </a:lnTo>
                  <a:lnTo>
                    <a:pt x="637711" y="1334830"/>
                  </a:lnTo>
                  <a:lnTo>
                    <a:pt x="632632" y="1337978"/>
                  </a:lnTo>
                  <a:lnTo>
                    <a:pt x="627386" y="1341126"/>
                  </a:lnTo>
                  <a:lnTo>
                    <a:pt x="622079" y="1344274"/>
                  </a:lnTo>
                  <a:lnTo>
                    <a:pt x="616775" y="1347423"/>
                  </a:lnTo>
                  <a:lnTo>
                    <a:pt x="611539" y="1350571"/>
                  </a:lnTo>
                  <a:lnTo>
                    <a:pt x="606435" y="1353719"/>
                  </a:lnTo>
                  <a:lnTo>
                    <a:pt x="601552" y="1356867"/>
                  </a:lnTo>
                  <a:lnTo>
                    <a:pt x="597043" y="1360015"/>
                  </a:lnTo>
                  <a:lnTo>
                    <a:pt x="595951" y="1360854"/>
                  </a:lnTo>
                  <a:lnTo>
                    <a:pt x="592942" y="1363164"/>
                  </a:lnTo>
                  <a:lnTo>
                    <a:pt x="589326" y="1366312"/>
                  </a:lnTo>
                  <a:lnTo>
                    <a:pt x="586274" y="1369460"/>
                  </a:lnTo>
                  <a:lnTo>
                    <a:pt x="583866" y="1372608"/>
                  </a:lnTo>
                  <a:lnTo>
                    <a:pt x="582311" y="1375756"/>
                  </a:lnTo>
                  <a:lnTo>
                    <a:pt x="581709" y="1378904"/>
                  </a:lnTo>
                  <a:lnTo>
                    <a:pt x="582044" y="1382053"/>
                  </a:lnTo>
                  <a:lnTo>
                    <a:pt x="583389" y="1385201"/>
                  </a:lnTo>
                  <a:lnTo>
                    <a:pt x="585813" y="1388349"/>
                  </a:lnTo>
                  <a:lnTo>
                    <a:pt x="589381" y="1391497"/>
                  </a:lnTo>
                  <a:lnTo>
                    <a:pt x="594464" y="1394645"/>
                  </a:lnTo>
                  <a:lnTo>
                    <a:pt x="600861" y="1397794"/>
                  </a:lnTo>
                  <a:lnTo>
                    <a:pt x="608567" y="1400942"/>
                  </a:lnTo>
                  <a:lnTo>
                    <a:pt x="617598" y="1404090"/>
                  </a:lnTo>
                  <a:lnTo>
                    <a:pt x="627963" y="1407238"/>
                  </a:lnTo>
                  <a:lnTo>
                    <a:pt x="639741" y="1410386"/>
                  </a:lnTo>
                  <a:lnTo>
                    <a:pt x="653070" y="1413535"/>
                  </a:lnTo>
                  <a:lnTo>
                    <a:pt x="667613" y="1416683"/>
                  </a:lnTo>
                  <a:lnTo>
                    <a:pt x="683296" y="1419831"/>
                  </a:lnTo>
                  <a:lnTo>
                    <a:pt x="700025" y="1422979"/>
                  </a:lnTo>
                  <a:lnTo>
                    <a:pt x="717690" y="1426127"/>
                  </a:lnTo>
                  <a:lnTo>
                    <a:pt x="736257" y="1429275"/>
                  </a:lnTo>
                  <a:lnTo>
                    <a:pt x="755450" y="1432424"/>
                  </a:lnTo>
                  <a:lnTo>
                    <a:pt x="774999" y="1435572"/>
                  </a:lnTo>
                  <a:lnTo>
                    <a:pt x="794713" y="1438720"/>
                  </a:lnTo>
                  <a:lnTo>
                    <a:pt x="814388" y="1441868"/>
                  </a:lnTo>
                  <a:lnTo>
                    <a:pt x="833813" y="1445016"/>
                  </a:lnTo>
                  <a:lnTo>
                    <a:pt x="852549" y="1448165"/>
                  </a:lnTo>
                  <a:lnTo>
                    <a:pt x="870415" y="1451313"/>
                  </a:lnTo>
                  <a:lnTo>
                    <a:pt x="887200" y="1454461"/>
                  </a:lnTo>
                  <a:lnTo>
                    <a:pt x="902693" y="1457609"/>
                  </a:lnTo>
                  <a:lnTo>
                    <a:pt x="916689" y="1460757"/>
                  </a:lnTo>
                  <a:lnTo>
                    <a:pt x="928846" y="1463905"/>
                  </a:lnTo>
                  <a:lnTo>
                    <a:pt x="938684" y="1467054"/>
                  </a:lnTo>
                  <a:lnTo>
                    <a:pt x="946412" y="1470202"/>
                  </a:lnTo>
                  <a:lnTo>
                    <a:pt x="951924" y="1473350"/>
                  </a:lnTo>
                  <a:lnTo>
                    <a:pt x="955140" y="1476498"/>
                  </a:lnTo>
                  <a:lnTo>
                    <a:pt x="955856" y="1479114"/>
                  </a:lnTo>
                  <a:lnTo>
                    <a:pt x="956002" y="1479646"/>
                  </a:lnTo>
                  <a:lnTo>
                    <a:pt x="954076" y="1482795"/>
                  </a:lnTo>
                  <a:lnTo>
                    <a:pt x="949555" y="1485943"/>
                  </a:lnTo>
                  <a:lnTo>
                    <a:pt x="942750" y="1489091"/>
                  </a:lnTo>
                  <a:lnTo>
                    <a:pt x="933750" y="1492239"/>
                  </a:lnTo>
                  <a:lnTo>
                    <a:pt x="922666" y="1495387"/>
                  </a:lnTo>
                  <a:lnTo>
                    <a:pt x="909632" y="1498536"/>
                  </a:lnTo>
                  <a:lnTo>
                    <a:pt x="894409" y="1501684"/>
                  </a:lnTo>
                  <a:lnTo>
                    <a:pt x="877698" y="1504832"/>
                  </a:lnTo>
                  <a:lnTo>
                    <a:pt x="859714" y="1507980"/>
                  </a:lnTo>
                  <a:lnTo>
                    <a:pt x="840665" y="1511128"/>
                  </a:lnTo>
                  <a:lnTo>
                    <a:pt x="820759" y="1514276"/>
                  </a:lnTo>
                  <a:lnTo>
                    <a:pt x="800184" y="1517425"/>
                  </a:lnTo>
                  <a:lnTo>
                    <a:pt x="779215" y="1520573"/>
                  </a:lnTo>
                  <a:lnTo>
                    <a:pt x="758164" y="1523721"/>
                  </a:lnTo>
                  <a:lnTo>
                    <a:pt x="737217" y="1526869"/>
                  </a:lnTo>
                  <a:lnTo>
                    <a:pt x="716545" y="1530017"/>
                  </a:lnTo>
                  <a:lnTo>
                    <a:pt x="696309" y="1533166"/>
                  </a:lnTo>
                  <a:lnTo>
                    <a:pt x="676795" y="1536314"/>
                  </a:lnTo>
                  <a:lnTo>
                    <a:pt x="658124" y="1539462"/>
                  </a:lnTo>
                  <a:lnTo>
                    <a:pt x="640327" y="1542610"/>
                  </a:lnTo>
                  <a:lnTo>
                    <a:pt x="623477" y="1545758"/>
                  </a:lnTo>
                  <a:lnTo>
                    <a:pt x="607630" y="1548906"/>
                  </a:lnTo>
                  <a:lnTo>
                    <a:pt x="592830" y="1552055"/>
                  </a:lnTo>
                  <a:lnTo>
                    <a:pt x="579395" y="1555203"/>
                  </a:lnTo>
                  <a:lnTo>
                    <a:pt x="567033" y="1558351"/>
                  </a:lnTo>
                  <a:lnTo>
                    <a:pt x="555728" y="1561499"/>
                  </a:lnTo>
                  <a:lnTo>
                    <a:pt x="545454" y="1564647"/>
                  </a:lnTo>
                  <a:lnTo>
                    <a:pt x="536178" y="1567796"/>
                  </a:lnTo>
                  <a:lnTo>
                    <a:pt x="527944" y="1570944"/>
                  </a:lnTo>
                  <a:lnTo>
                    <a:pt x="520751" y="1574092"/>
                  </a:lnTo>
                  <a:lnTo>
                    <a:pt x="514373" y="1577240"/>
                  </a:lnTo>
                  <a:lnTo>
                    <a:pt x="508753" y="1580388"/>
                  </a:lnTo>
                  <a:lnTo>
                    <a:pt x="503833" y="1583537"/>
                  </a:lnTo>
                  <a:lnTo>
                    <a:pt x="499556" y="1586685"/>
                  </a:lnTo>
                  <a:lnTo>
                    <a:pt x="495960" y="1589833"/>
                  </a:lnTo>
                  <a:lnTo>
                    <a:pt x="492900" y="1592981"/>
                  </a:lnTo>
                  <a:lnTo>
                    <a:pt x="490280" y="1596129"/>
                  </a:lnTo>
                  <a:lnTo>
                    <a:pt x="488051" y="1599277"/>
                  </a:lnTo>
                  <a:lnTo>
                    <a:pt x="486169" y="1602426"/>
                  </a:lnTo>
                  <a:lnTo>
                    <a:pt x="484595" y="1605574"/>
                  </a:lnTo>
                  <a:lnTo>
                    <a:pt x="483340" y="1608722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3232923" y="2353221"/>
              <a:ext cx="956002" cy="1917483"/>
            </a:xfrm>
            <a:custGeom>
              <a:avLst/>
              <a:pathLst>
                <a:path w="956002" h="1917483">
                  <a:moveTo>
                    <a:pt x="472675" y="1917483"/>
                  </a:moveTo>
                  <a:lnTo>
                    <a:pt x="471627" y="1913730"/>
                  </a:lnTo>
                  <a:lnTo>
                    <a:pt x="470415" y="1909978"/>
                  </a:lnTo>
                  <a:lnTo>
                    <a:pt x="469021" y="1906225"/>
                  </a:lnTo>
                  <a:lnTo>
                    <a:pt x="467383" y="1902473"/>
                  </a:lnTo>
                  <a:lnTo>
                    <a:pt x="465462" y="1898721"/>
                  </a:lnTo>
                  <a:lnTo>
                    <a:pt x="463272" y="1894968"/>
                  </a:lnTo>
                  <a:lnTo>
                    <a:pt x="460786" y="1891216"/>
                  </a:lnTo>
                  <a:lnTo>
                    <a:pt x="457979" y="1887463"/>
                  </a:lnTo>
                  <a:lnTo>
                    <a:pt x="454733" y="1883711"/>
                  </a:lnTo>
                  <a:lnTo>
                    <a:pt x="451037" y="1879959"/>
                  </a:lnTo>
                  <a:lnTo>
                    <a:pt x="446905" y="1876206"/>
                  </a:lnTo>
                  <a:lnTo>
                    <a:pt x="442308" y="1872454"/>
                  </a:lnTo>
                  <a:lnTo>
                    <a:pt x="437216" y="1868701"/>
                  </a:lnTo>
                  <a:lnTo>
                    <a:pt x="431435" y="1864949"/>
                  </a:lnTo>
                  <a:lnTo>
                    <a:pt x="425035" y="1861196"/>
                  </a:lnTo>
                  <a:lnTo>
                    <a:pt x="418027" y="1857444"/>
                  </a:lnTo>
                  <a:lnTo>
                    <a:pt x="410386" y="1853692"/>
                  </a:lnTo>
                  <a:lnTo>
                    <a:pt x="402091" y="1849939"/>
                  </a:lnTo>
                  <a:lnTo>
                    <a:pt x="392881" y="1846187"/>
                  </a:lnTo>
                  <a:lnTo>
                    <a:pt x="382958" y="1842434"/>
                  </a:lnTo>
                  <a:lnTo>
                    <a:pt x="372324" y="1838682"/>
                  </a:lnTo>
                  <a:lnTo>
                    <a:pt x="360975" y="1834930"/>
                  </a:lnTo>
                  <a:lnTo>
                    <a:pt x="348884" y="1831177"/>
                  </a:lnTo>
                  <a:lnTo>
                    <a:pt x="335876" y="1827425"/>
                  </a:lnTo>
                  <a:lnTo>
                    <a:pt x="322197" y="1823672"/>
                  </a:lnTo>
                  <a:lnTo>
                    <a:pt x="307873" y="1819920"/>
                  </a:lnTo>
                  <a:lnTo>
                    <a:pt x="292938" y="1816168"/>
                  </a:lnTo>
                  <a:lnTo>
                    <a:pt x="277385" y="1812415"/>
                  </a:lnTo>
                  <a:lnTo>
                    <a:pt x="261218" y="1808663"/>
                  </a:lnTo>
                  <a:lnTo>
                    <a:pt x="244650" y="1804910"/>
                  </a:lnTo>
                  <a:lnTo>
                    <a:pt x="227749" y="1801158"/>
                  </a:lnTo>
                  <a:lnTo>
                    <a:pt x="210592" y="1797405"/>
                  </a:lnTo>
                  <a:lnTo>
                    <a:pt x="193255" y="1793653"/>
                  </a:lnTo>
                  <a:lnTo>
                    <a:pt x="175897" y="1789901"/>
                  </a:lnTo>
                  <a:lnTo>
                    <a:pt x="158649" y="1786148"/>
                  </a:lnTo>
                  <a:lnTo>
                    <a:pt x="141615" y="1782396"/>
                  </a:lnTo>
                  <a:lnTo>
                    <a:pt x="124896" y="1778643"/>
                  </a:lnTo>
                  <a:lnTo>
                    <a:pt x="108726" y="1774891"/>
                  </a:lnTo>
                  <a:lnTo>
                    <a:pt x="93269" y="1771139"/>
                  </a:lnTo>
                  <a:lnTo>
                    <a:pt x="78563" y="1767386"/>
                  </a:lnTo>
                  <a:lnTo>
                    <a:pt x="64712" y="1763634"/>
                  </a:lnTo>
                  <a:lnTo>
                    <a:pt x="51816" y="1759881"/>
                  </a:lnTo>
                  <a:lnTo>
                    <a:pt x="40286" y="1756129"/>
                  </a:lnTo>
                  <a:lnTo>
                    <a:pt x="30092" y="1752377"/>
                  </a:lnTo>
                  <a:lnTo>
                    <a:pt x="21204" y="1748624"/>
                  </a:lnTo>
                  <a:lnTo>
                    <a:pt x="13687" y="1744872"/>
                  </a:lnTo>
                  <a:lnTo>
                    <a:pt x="7601" y="1741119"/>
                  </a:lnTo>
                  <a:lnTo>
                    <a:pt x="3479" y="1737367"/>
                  </a:lnTo>
                  <a:lnTo>
                    <a:pt x="962" y="1733614"/>
                  </a:lnTo>
                  <a:lnTo>
                    <a:pt x="170" y="1730528"/>
                  </a:lnTo>
                  <a:lnTo>
                    <a:pt x="0" y="1729862"/>
                  </a:lnTo>
                  <a:lnTo>
                    <a:pt x="593" y="1726110"/>
                  </a:lnTo>
                  <a:lnTo>
                    <a:pt x="2757" y="1722357"/>
                  </a:lnTo>
                  <a:lnTo>
                    <a:pt x="6942" y="1718605"/>
                  </a:lnTo>
                  <a:lnTo>
                    <a:pt x="12576" y="1714852"/>
                  </a:lnTo>
                  <a:lnTo>
                    <a:pt x="19600" y="1711100"/>
                  </a:lnTo>
                  <a:lnTo>
                    <a:pt x="27952" y="1707348"/>
                  </a:lnTo>
                  <a:lnTo>
                    <a:pt x="37634" y="1703595"/>
                  </a:lnTo>
                  <a:lnTo>
                    <a:pt x="48751" y="1699843"/>
                  </a:lnTo>
                  <a:lnTo>
                    <a:pt x="60849" y="1696090"/>
                  </a:lnTo>
                  <a:lnTo>
                    <a:pt x="73826" y="1692338"/>
                  </a:lnTo>
                  <a:lnTo>
                    <a:pt x="87579" y="1688585"/>
                  </a:lnTo>
                  <a:lnTo>
                    <a:pt x="102060" y="1684833"/>
                  </a:lnTo>
                  <a:lnTo>
                    <a:pt x="117130" y="1681081"/>
                  </a:lnTo>
                  <a:lnTo>
                    <a:pt x="132530" y="1677328"/>
                  </a:lnTo>
                  <a:lnTo>
                    <a:pt x="148155" y="1673576"/>
                  </a:lnTo>
                  <a:lnTo>
                    <a:pt x="163898" y="1669823"/>
                  </a:lnTo>
                  <a:lnTo>
                    <a:pt x="179628" y="1666071"/>
                  </a:lnTo>
                  <a:lnTo>
                    <a:pt x="195173" y="1662319"/>
                  </a:lnTo>
                  <a:lnTo>
                    <a:pt x="210451" y="1658566"/>
                  </a:lnTo>
                  <a:lnTo>
                    <a:pt x="225382" y="1654814"/>
                  </a:lnTo>
                  <a:lnTo>
                    <a:pt x="239894" y="1651061"/>
                  </a:lnTo>
                  <a:lnTo>
                    <a:pt x="253779" y="1647309"/>
                  </a:lnTo>
                  <a:lnTo>
                    <a:pt x="266999" y="1643557"/>
                  </a:lnTo>
                  <a:lnTo>
                    <a:pt x="279576" y="1639804"/>
                  </a:lnTo>
                  <a:lnTo>
                    <a:pt x="291474" y="1636052"/>
                  </a:lnTo>
                  <a:lnTo>
                    <a:pt x="302664" y="1632299"/>
                  </a:lnTo>
                  <a:lnTo>
                    <a:pt x="312909" y="1628547"/>
                  </a:lnTo>
                  <a:lnTo>
                    <a:pt x="322352" y="1624794"/>
                  </a:lnTo>
                  <a:lnTo>
                    <a:pt x="331043" y="1621042"/>
                  </a:lnTo>
                  <a:lnTo>
                    <a:pt x="338989" y="1617290"/>
                  </a:lnTo>
                  <a:lnTo>
                    <a:pt x="346197" y="1613537"/>
                  </a:lnTo>
                  <a:lnTo>
                    <a:pt x="352452" y="1609785"/>
                  </a:lnTo>
                  <a:lnTo>
                    <a:pt x="358021" y="1606032"/>
                  </a:lnTo>
                  <a:lnTo>
                    <a:pt x="362939" y="1602280"/>
                  </a:lnTo>
                  <a:lnTo>
                    <a:pt x="367237" y="1598528"/>
                  </a:lnTo>
                  <a:lnTo>
                    <a:pt x="370923" y="1594775"/>
                  </a:lnTo>
                  <a:lnTo>
                    <a:pt x="373909" y="1591023"/>
                  </a:lnTo>
                  <a:lnTo>
                    <a:pt x="376412" y="1587270"/>
                  </a:lnTo>
                  <a:lnTo>
                    <a:pt x="378470" y="1583518"/>
                  </a:lnTo>
                  <a:lnTo>
                    <a:pt x="380118" y="1579765"/>
                  </a:lnTo>
                  <a:lnTo>
                    <a:pt x="381364" y="1576013"/>
                  </a:lnTo>
                  <a:lnTo>
                    <a:pt x="382216" y="1572261"/>
                  </a:lnTo>
                  <a:lnTo>
                    <a:pt x="382802" y="1568508"/>
                  </a:lnTo>
                  <a:lnTo>
                    <a:pt x="383155" y="1564756"/>
                  </a:lnTo>
                  <a:lnTo>
                    <a:pt x="383305" y="1561003"/>
                  </a:lnTo>
                  <a:lnTo>
                    <a:pt x="383265" y="1557251"/>
                  </a:lnTo>
                  <a:lnTo>
                    <a:pt x="383076" y="1553499"/>
                  </a:lnTo>
                  <a:lnTo>
                    <a:pt x="382797" y="1549746"/>
                  </a:lnTo>
                  <a:lnTo>
                    <a:pt x="382448" y="1545994"/>
                  </a:lnTo>
                  <a:lnTo>
                    <a:pt x="382051" y="1542241"/>
                  </a:lnTo>
                  <a:lnTo>
                    <a:pt x="381626" y="1538489"/>
                  </a:lnTo>
                  <a:lnTo>
                    <a:pt x="381204" y="1534737"/>
                  </a:lnTo>
                  <a:lnTo>
                    <a:pt x="380801" y="1530984"/>
                  </a:lnTo>
                  <a:lnTo>
                    <a:pt x="380429" y="1527232"/>
                  </a:lnTo>
                  <a:lnTo>
                    <a:pt x="380098" y="1523479"/>
                  </a:lnTo>
                  <a:lnTo>
                    <a:pt x="379835" y="1519727"/>
                  </a:lnTo>
                  <a:lnTo>
                    <a:pt x="379643" y="1515974"/>
                  </a:lnTo>
                  <a:lnTo>
                    <a:pt x="379520" y="1512222"/>
                  </a:lnTo>
                  <a:lnTo>
                    <a:pt x="379471" y="1508470"/>
                  </a:lnTo>
                  <a:lnTo>
                    <a:pt x="379498" y="1504717"/>
                  </a:lnTo>
                  <a:lnTo>
                    <a:pt x="379629" y="1500965"/>
                  </a:lnTo>
                  <a:lnTo>
                    <a:pt x="379842" y="1497212"/>
                  </a:lnTo>
                  <a:lnTo>
                    <a:pt x="380134" y="1493460"/>
                  </a:lnTo>
                  <a:lnTo>
                    <a:pt x="380502" y="1489708"/>
                  </a:lnTo>
                  <a:lnTo>
                    <a:pt x="380947" y="1485955"/>
                  </a:lnTo>
                  <a:lnTo>
                    <a:pt x="381487" y="1482203"/>
                  </a:lnTo>
                  <a:lnTo>
                    <a:pt x="382094" y="1478450"/>
                  </a:lnTo>
                  <a:lnTo>
                    <a:pt x="382763" y="1474698"/>
                  </a:lnTo>
                  <a:lnTo>
                    <a:pt x="383493" y="1470946"/>
                  </a:lnTo>
                  <a:lnTo>
                    <a:pt x="384281" y="1467193"/>
                  </a:lnTo>
                  <a:lnTo>
                    <a:pt x="385133" y="1463441"/>
                  </a:lnTo>
                  <a:lnTo>
                    <a:pt x="386028" y="1459688"/>
                  </a:lnTo>
                  <a:lnTo>
                    <a:pt x="386963" y="1455936"/>
                  </a:lnTo>
                  <a:lnTo>
                    <a:pt x="387933" y="1452183"/>
                  </a:lnTo>
                  <a:lnTo>
                    <a:pt x="388937" y="1448431"/>
                  </a:lnTo>
                  <a:lnTo>
                    <a:pt x="389972" y="1444679"/>
                  </a:lnTo>
                  <a:lnTo>
                    <a:pt x="391027" y="1440926"/>
                  </a:lnTo>
                  <a:lnTo>
                    <a:pt x="392099" y="1437174"/>
                  </a:lnTo>
                  <a:lnTo>
                    <a:pt x="393184" y="1433421"/>
                  </a:lnTo>
                  <a:lnTo>
                    <a:pt x="394280" y="1429669"/>
                  </a:lnTo>
                  <a:lnTo>
                    <a:pt x="395383" y="1425917"/>
                  </a:lnTo>
                  <a:lnTo>
                    <a:pt x="396487" y="1422164"/>
                  </a:lnTo>
                  <a:lnTo>
                    <a:pt x="397590" y="1418412"/>
                  </a:lnTo>
                  <a:lnTo>
                    <a:pt x="398690" y="1414659"/>
                  </a:lnTo>
                  <a:lnTo>
                    <a:pt x="399784" y="1410907"/>
                  </a:lnTo>
                  <a:lnTo>
                    <a:pt x="400868" y="1407154"/>
                  </a:lnTo>
                  <a:lnTo>
                    <a:pt x="401941" y="1403402"/>
                  </a:lnTo>
                  <a:lnTo>
                    <a:pt x="403003" y="1399650"/>
                  </a:lnTo>
                  <a:lnTo>
                    <a:pt x="404051" y="1395897"/>
                  </a:lnTo>
                  <a:lnTo>
                    <a:pt x="405079" y="1392145"/>
                  </a:lnTo>
                  <a:lnTo>
                    <a:pt x="406090" y="1388392"/>
                  </a:lnTo>
                  <a:lnTo>
                    <a:pt x="407083" y="1384640"/>
                  </a:lnTo>
                  <a:lnTo>
                    <a:pt x="408057" y="1380888"/>
                  </a:lnTo>
                  <a:lnTo>
                    <a:pt x="409012" y="1377135"/>
                  </a:lnTo>
                  <a:lnTo>
                    <a:pt x="409939" y="1373383"/>
                  </a:lnTo>
                  <a:lnTo>
                    <a:pt x="410843" y="1369630"/>
                  </a:lnTo>
                  <a:lnTo>
                    <a:pt x="411726" y="1365878"/>
                  </a:lnTo>
                  <a:lnTo>
                    <a:pt x="412586" y="1362126"/>
                  </a:lnTo>
                  <a:lnTo>
                    <a:pt x="413421" y="1358373"/>
                  </a:lnTo>
                  <a:lnTo>
                    <a:pt x="414225" y="1354621"/>
                  </a:lnTo>
                  <a:lnTo>
                    <a:pt x="415004" y="1350868"/>
                  </a:lnTo>
                  <a:lnTo>
                    <a:pt x="415758" y="1347116"/>
                  </a:lnTo>
                  <a:lnTo>
                    <a:pt x="416487" y="1343363"/>
                  </a:lnTo>
                  <a:lnTo>
                    <a:pt x="417187" y="1339611"/>
                  </a:lnTo>
                  <a:lnTo>
                    <a:pt x="417855" y="1335859"/>
                  </a:lnTo>
                  <a:lnTo>
                    <a:pt x="418497" y="1332106"/>
                  </a:lnTo>
                  <a:lnTo>
                    <a:pt x="419112" y="1328354"/>
                  </a:lnTo>
                  <a:lnTo>
                    <a:pt x="419701" y="1324601"/>
                  </a:lnTo>
                  <a:lnTo>
                    <a:pt x="420259" y="1320849"/>
                  </a:lnTo>
                  <a:lnTo>
                    <a:pt x="420784" y="1317097"/>
                  </a:lnTo>
                  <a:lnTo>
                    <a:pt x="421282" y="1313344"/>
                  </a:lnTo>
                  <a:lnTo>
                    <a:pt x="421754" y="1309592"/>
                  </a:lnTo>
                  <a:lnTo>
                    <a:pt x="422198" y="1305839"/>
                  </a:lnTo>
                  <a:lnTo>
                    <a:pt x="422609" y="1302087"/>
                  </a:lnTo>
                  <a:lnTo>
                    <a:pt x="422990" y="1298335"/>
                  </a:lnTo>
                  <a:lnTo>
                    <a:pt x="423343" y="1294582"/>
                  </a:lnTo>
                  <a:lnTo>
                    <a:pt x="423668" y="1290830"/>
                  </a:lnTo>
                  <a:lnTo>
                    <a:pt x="423966" y="1287077"/>
                  </a:lnTo>
                  <a:lnTo>
                    <a:pt x="424230" y="1283325"/>
                  </a:lnTo>
                  <a:lnTo>
                    <a:pt x="424463" y="1279572"/>
                  </a:lnTo>
                  <a:lnTo>
                    <a:pt x="424667" y="1275820"/>
                  </a:lnTo>
                  <a:lnTo>
                    <a:pt x="424843" y="1272068"/>
                  </a:lnTo>
                  <a:lnTo>
                    <a:pt x="424991" y="1268315"/>
                  </a:lnTo>
                  <a:lnTo>
                    <a:pt x="425100" y="1264563"/>
                  </a:lnTo>
                  <a:lnTo>
                    <a:pt x="425177" y="1260810"/>
                  </a:lnTo>
                  <a:lnTo>
                    <a:pt x="425225" y="1257058"/>
                  </a:lnTo>
                  <a:lnTo>
                    <a:pt x="425240" y="1253306"/>
                  </a:lnTo>
                  <a:lnTo>
                    <a:pt x="425224" y="1249553"/>
                  </a:lnTo>
                  <a:lnTo>
                    <a:pt x="425164" y="1245801"/>
                  </a:lnTo>
                  <a:lnTo>
                    <a:pt x="425070" y="1242048"/>
                  </a:lnTo>
                  <a:lnTo>
                    <a:pt x="424941" y="1238296"/>
                  </a:lnTo>
                  <a:lnTo>
                    <a:pt x="424777" y="1234543"/>
                  </a:lnTo>
                  <a:lnTo>
                    <a:pt x="424575" y="1230791"/>
                  </a:lnTo>
                  <a:lnTo>
                    <a:pt x="424324" y="1227039"/>
                  </a:lnTo>
                  <a:lnTo>
                    <a:pt x="424036" y="1223286"/>
                  </a:lnTo>
                  <a:lnTo>
                    <a:pt x="423708" y="1219534"/>
                  </a:lnTo>
                  <a:lnTo>
                    <a:pt x="423341" y="1215781"/>
                  </a:lnTo>
                  <a:lnTo>
                    <a:pt x="422929" y="1212029"/>
                  </a:lnTo>
                  <a:lnTo>
                    <a:pt x="422467" y="1208277"/>
                  </a:lnTo>
                  <a:lnTo>
                    <a:pt x="421963" y="1204524"/>
                  </a:lnTo>
                  <a:lnTo>
                    <a:pt x="421419" y="1200772"/>
                  </a:lnTo>
                  <a:lnTo>
                    <a:pt x="420833" y="1197019"/>
                  </a:lnTo>
                  <a:lnTo>
                    <a:pt x="420198" y="1193267"/>
                  </a:lnTo>
                  <a:lnTo>
                    <a:pt x="419516" y="1189515"/>
                  </a:lnTo>
                  <a:lnTo>
                    <a:pt x="418793" y="1185762"/>
                  </a:lnTo>
                  <a:lnTo>
                    <a:pt x="418031" y="1182010"/>
                  </a:lnTo>
                  <a:lnTo>
                    <a:pt x="417230" y="1178257"/>
                  </a:lnTo>
                  <a:lnTo>
                    <a:pt x="416383" y="1174505"/>
                  </a:lnTo>
                  <a:lnTo>
                    <a:pt x="416245" y="1173919"/>
                  </a:lnTo>
                  <a:lnTo>
                    <a:pt x="415496" y="1170752"/>
                  </a:lnTo>
                  <a:lnTo>
                    <a:pt x="414576" y="1167000"/>
                  </a:lnTo>
                  <a:lnTo>
                    <a:pt x="413625" y="1163248"/>
                  </a:lnTo>
                  <a:lnTo>
                    <a:pt x="412643" y="1159495"/>
                  </a:lnTo>
                  <a:lnTo>
                    <a:pt x="411626" y="1155743"/>
                  </a:lnTo>
                  <a:lnTo>
                    <a:pt x="410585" y="1151990"/>
                  </a:lnTo>
                  <a:lnTo>
                    <a:pt x="409523" y="1148238"/>
                  </a:lnTo>
                  <a:lnTo>
                    <a:pt x="408443" y="1144486"/>
                  </a:lnTo>
                  <a:lnTo>
                    <a:pt x="407349" y="1140733"/>
                  </a:lnTo>
                  <a:lnTo>
                    <a:pt x="406240" y="1136981"/>
                  </a:lnTo>
                  <a:lnTo>
                    <a:pt x="405126" y="1133228"/>
                  </a:lnTo>
                  <a:lnTo>
                    <a:pt x="404011" y="1129476"/>
                  </a:lnTo>
                  <a:lnTo>
                    <a:pt x="402898" y="1125723"/>
                  </a:lnTo>
                  <a:lnTo>
                    <a:pt x="401790" y="1121971"/>
                  </a:lnTo>
                  <a:lnTo>
                    <a:pt x="400698" y="1118219"/>
                  </a:lnTo>
                  <a:lnTo>
                    <a:pt x="399622" y="1114466"/>
                  </a:lnTo>
                  <a:lnTo>
                    <a:pt x="398568" y="1110714"/>
                  </a:lnTo>
                  <a:lnTo>
                    <a:pt x="397539" y="1106961"/>
                  </a:lnTo>
                  <a:lnTo>
                    <a:pt x="396542" y="1103209"/>
                  </a:lnTo>
                  <a:lnTo>
                    <a:pt x="395590" y="1099457"/>
                  </a:lnTo>
                  <a:lnTo>
                    <a:pt x="394679" y="1095704"/>
                  </a:lnTo>
                  <a:lnTo>
                    <a:pt x="393813" y="1091952"/>
                  </a:lnTo>
                  <a:lnTo>
                    <a:pt x="392995" y="1088199"/>
                  </a:lnTo>
                  <a:lnTo>
                    <a:pt x="392238" y="1084447"/>
                  </a:lnTo>
                  <a:lnTo>
                    <a:pt x="391550" y="1080695"/>
                  </a:lnTo>
                  <a:lnTo>
                    <a:pt x="390924" y="1076942"/>
                  </a:lnTo>
                  <a:lnTo>
                    <a:pt x="390364" y="1073190"/>
                  </a:lnTo>
                  <a:lnTo>
                    <a:pt x="389870" y="1069437"/>
                  </a:lnTo>
                  <a:lnTo>
                    <a:pt x="389462" y="1065685"/>
                  </a:lnTo>
                  <a:lnTo>
                    <a:pt x="389139" y="1061932"/>
                  </a:lnTo>
                  <a:lnTo>
                    <a:pt x="388892" y="1058180"/>
                  </a:lnTo>
                  <a:lnTo>
                    <a:pt x="388722" y="1054428"/>
                  </a:lnTo>
                  <a:lnTo>
                    <a:pt x="388631" y="1050675"/>
                  </a:lnTo>
                  <a:lnTo>
                    <a:pt x="388640" y="1046923"/>
                  </a:lnTo>
                  <a:lnTo>
                    <a:pt x="388736" y="1043170"/>
                  </a:lnTo>
                  <a:lnTo>
                    <a:pt x="388911" y="1039418"/>
                  </a:lnTo>
                  <a:lnTo>
                    <a:pt x="389166" y="1035666"/>
                  </a:lnTo>
                  <a:lnTo>
                    <a:pt x="389499" y="1031913"/>
                  </a:lnTo>
                  <a:lnTo>
                    <a:pt x="389932" y="1028161"/>
                  </a:lnTo>
                  <a:lnTo>
                    <a:pt x="390443" y="1024408"/>
                  </a:lnTo>
                  <a:lnTo>
                    <a:pt x="391025" y="1020656"/>
                  </a:lnTo>
                  <a:lnTo>
                    <a:pt x="391677" y="1016904"/>
                  </a:lnTo>
                  <a:lnTo>
                    <a:pt x="392397" y="1013151"/>
                  </a:lnTo>
                  <a:lnTo>
                    <a:pt x="393201" y="1009399"/>
                  </a:lnTo>
                  <a:lnTo>
                    <a:pt x="394063" y="1005646"/>
                  </a:lnTo>
                  <a:lnTo>
                    <a:pt x="394979" y="1001894"/>
                  </a:lnTo>
                  <a:lnTo>
                    <a:pt x="395947" y="998141"/>
                  </a:lnTo>
                  <a:lnTo>
                    <a:pt x="396965" y="994389"/>
                  </a:lnTo>
                  <a:lnTo>
                    <a:pt x="398036" y="990637"/>
                  </a:lnTo>
                  <a:lnTo>
                    <a:pt x="399143" y="986884"/>
                  </a:lnTo>
                  <a:lnTo>
                    <a:pt x="400282" y="983132"/>
                  </a:lnTo>
                  <a:lnTo>
                    <a:pt x="401450" y="979379"/>
                  </a:lnTo>
                  <a:lnTo>
                    <a:pt x="402644" y="975627"/>
                  </a:lnTo>
                  <a:lnTo>
                    <a:pt x="403860" y="971875"/>
                  </a:lnTo>
                  <a:lnTo>
                    <a:pt x="405089" y="968122"/>
                  </a:lnTo>
                  <a:lnTo>
                    <a:pt x="406327" y="964370"/>
                  </a:lnTo>
                  <a:lnTo>
                    <a:pt x="407571" y="960617"/>
                  </a:lnTo>
                  <a:lnTo>
                    <a:pt x="408817" y="956865"/>
                  </a:lnTo>
                  <a:lnTo>
                    <a:pt x="410059" y="953112"/>
                  </a:lnTo>
                  <a:lnTo>
                    <a:pt x="411294" y="949360"/>
                  </a:lnTo>
                  <a:lnTo>
                    <a:pt x="412519" y="945608"/>
                  </a:lnTo>
                  <a:lnTo>
                    <a:pt x="413732" y="941855"/>
                  </a:lnTo>
                  <a:lnTo>
                    <a:pt x="414927" y="938103"/>
                  </a:lnTo>
                  <a:lnTo>
                    <a:pt x="416100" y="934350"/>
                  </a:lnTo>
                  <a:lnTo>
                    <a:pt x="417252" y="930598"/>
                  </a:lnTo>
                  <a:lnTo>
                    <a:pt x="418382" y="926846"/>
                  </a:lnTo>
                  <a:lnTo>
                    <a:pt x="419488" y="923093"/>
                  </a:lnTo>
                  <a:lnTo>
                    <a:pt x="420561" y="919341"/>
                  </a:lnTo>
                  <a:lnTo>
                    <a:pt x="421603" y="915588"/>
                  </a:lnTo>
                  <a:lnTo>
                    <a:pt x="422617" y="911836"/>
                  </a:lnTo>
                  <a:lnTo>
                    <a:pt x="423601" y="908084"/>
                  </a:lnTo>
                  <a:lnTo>
                    <a:pt x="424555" y="904331"/>
                  </a:lnTo>
                  <a:lnTo>
                    <a:pt x="425468" y="900579"/>
                  </a:lnTo>
                  <a:lnTo>
                    <a:pt x="426348" y="896826"/>
                  </a:lnTo>
                  <a:lnTo>
                    <a:pt x="427196" y="893074"/>
                  </a:lnTo>
                  <a:lnTo>
                    <a:pt x="428012" y="889321"/>
                  </a:lnTo>
                  <a:lnTo>
                    <a:pt x="428795" y="885569"/>
                  </a:lnTo>
                  <a:lnTo>
                    <a:pt x="429535" y="881817"/>
                  </a:lnTo>
                  <a:lnTo>
                    <a:pt x="430243" y="878064"/>
                  </a:lnTo>
                  <a:lnTo>
                    <a:pt x="430918" y="874312"/>
                  </a:lnTo>
                  <a:lnTo>
                    <a:pt x="431562" y="870559"/>
                  </a:lnTo>
                  <a:lnTo>
                    <a:pt x="432171" y="866807"/>
                  </a:lnTo>
                  <a:lnTo>
                    <a:pt x="432741" y="863055"/>
                  </a:lnTo>
                  <a:lnTo>
                    <a:pt x="433281" y="859302"/>
                  </a:lnTo>
                  <a:lnTo>
                    <a:pt x="433790" y="855550"/>
                  </a:lnTo>
                  <a:lnTo>
                    <a:pt x="434269" y="851797"/>
                  </a:lnTo>
                  <a:lnTo>
                    <a:pt x="434715" y="848045"/>
                  </a:lnTo>
                  <a:lnTo>
                    <a:pt x="435127" y="844292"/>
                  </a:lnTo>
                  <a:lnTo>
                    <a:pt x="435513" y="840540"/>
                  </a:lnTo>
                  <a:lnTo>
                    <a:pt x="435872" y="836788"/>
                  </a:lnTo>
                  <a:lnTo>
                    <a:pt x="436205" y="833035"/>
                  </a:lnTo>
                  <a:lnTo>
                    <a:pt x="436509" y="829283"/>
                  </a:lnTo>
                  <a:lnTo>
                    <a:pt x="436787" y="825530"/>
                  </a:lnTo>
                  <a:lnTo>
                    <a:pt x="437043" y="821778"/>
                  </a:lnTo>
                  <a:lnTo>
                    <a:pt x="437280" y="818026"/>
                  </a:lnTo>
                  <a:lnTo>
                    <a:pt x="437497" y="814273"/>
                  </a:lnTo>
                  <a:lnTo>
                    <a:pt x="437692" y="810521"/>
                  </a:lnTo>
                  <a:lnTo>
                    <a:pt x="437871" y="806768"/>
                  </a:lnTo>
                  <a:lnTo>
                    <a:pt x="438036" y="803016"/>
                  </a:lnTo>
                  <a:lnTo>
                    <a:pt x="438189" y="799264"/>
                  </a:lnTo>
                  <a:lnTo>
                    <a:pt x="438332" y="795511"/>
                  </a:lnTo>
                  <a:lnTo>
                    <a:pt x="438463" y="791759"/>
                  </a:lnTo>
                  <a:lnTo>
                    <a:pt x="438588" y="788006"/>
                  </a:lnTo>
                  <a:lnTo>
                    <a:pt x="438709" y="784254"/>
                  </a:lnTo>
                  <a:lnTo>
                    <a:pt x="438827" y="780501"/>
                  </a:lnTo>
                  <a:lnTo>
                    <a:pt x="438943" y="776749"/>
                  </a:lnTo>
                  <a:lnTo>
                    <a:pt x="439061" y="772997"/>
                  </a:lnTo>
                  <a:lnTo>
                    <a:pt x="439181" y="769244"/>
                  </a:lnTo>
                  <a:lnTo>
                    <a:pt x="439306" y="765492"/>
                  </a:lnTo>
                  <a:lnTo>
                    <a:pt x="439437" y="761739"/>
                  </a:lnTo>
                  <a:lnTo>
                    <a:pt x="439575" y="757987"/>
                  </a:lnTo>
                  <a:lnTo>
                    <a:pt x="439725" y="754235"/>
                  </a:lnTo>
                  <a:lnTo>
                    <a:pt x="439884" y="750482"/>
                  </a:lnTo>
                  <a:lnTo>
                    <a:pt x="440055" y="746730"/>
                  </a:lnTo>
                  <a:lnTo>
                    <a:pt x="440237" y="742977"/>
                  </a:lnTo>
                  <a:lnTo>
                    <a:pt x="440433" y="739225"/>
                  </a:lnTo>
                  <a:lnTo>
                    <a:pt x="440646" y="735473"/>
                  </a:lnTo>
                  <a:lnTo>
                    <a:pt x="440872" y="731720"/>
                  </a:lnTo>
                  <a:lnTo>
                    <a:pt x="441113" y="727968"/>
                  </a:lnTo>
                  <a:lnTo>
                    <a:pt x="441367" y="724215"/>
                  </a:lnTo>
                  <a:lnTo>
                    <a:pt x="441639" y="720463"/>
                  </a:lnTo>
                  <a:lnTo>
                    <a:pt x="441927" y="716710"/>
                  </a:lnTo>
                  <a:lnTo>
                    <a:pt x="442229" y="712958"/>
                  </a:lnTo>
                  <a:lnTo>
                    <a:pt x="442545" y="709206"/>
                  </a:lnTo>
                  <a:lnTo>
                    <a:pt x="442874" y="705453"/>
                  </a:lnTo>
                  <a:lnTo>
                    <a:pt x="443218" y="701701"/>
                  </a:lnTo>
                  <a:lnTo>
                    <a:pt x="443576" y="697948"/>
                  </a:lnTo>
                  <a:lnTo>
                    <a:pt x="443944" y="694196"/>
                  </a:lnTo>
                  <a:lnTo>
                    <a:pt x="444323" y="690444"/>
                  </a:lnTo>
                  <a:lnTo>
                    <a:pt x="444712" y="686691"/>
                  </a:lnTo>
                  <a:lnTo>
                    <a:pt x="445112" y="682939"/>
                  </a:lnTo>
                  <a:lnTo>
                    <a:pt x="445520" y="679186"/>
                  </a:lnTo>
                  <a:lnTo>
                    <a:pt x="445935" y="675434"/>
                  </a:lnTo>
                  <a:lnTo>
                    <a:pt x="446356" y="671681"/>
                  </a:lnTo>
                  <a:lnTo>
                    <a:pt x="446782" y="667929"/>
                  </a:lnTo>
                  <a:lnTo>
                    <a:pt x="447215" y="664177"/>
                  </a:lnTo>
                  <a:lnTo>
                    <a:pt x="447650" y="660424"/>
                  </a:lnTo>
                  <a:lnTo>
                    <a:pt x="448089" y="656672"/>
                  </a:lnTo>
                  <a:lnTo>
                    <a:pt x="448529" y="652919"/>
                  </a:lnTo>
                  <a:lnTo>
                    <a:pt x="448971" y="649167"/>
                  </a:lnTo>
                  <a:lnTo>
                    <a:pt x="449415" y="645415"/>
                  </a:lnTo>
                  <a:lnTo>
                    <a:pt x="449858" y="641662"/>
                  </a:lnTo>
                  <a:lnTo>
                    <a:pt x="450301" y="637910"/>
                  </a:lnTo>
                  <a:lnTo>
                    <a:pt x="450744" y="634157"/>
                  </a:lnTo>
                  <a:lnTo>
                    <a:pt x="451185" y="630405"/>
                  </a:lnTo>
                  <a:lnTo>
                    <a:pt x="451625" y="626653"/>
                  </a:lnTo>
                  <a:lnTo>
                    <a:pt x="452063" y="622900"/>
                  </a:lnTo>
                  <a:lnTo>
                    <a:pt x="452500" y="619148"/>
                  </a:lnTo>
                  <a:lnTo>
                    <a:pt x="452935" y="615395"/>
                  </a:lnTo>
                  <a:lnTo>
                    <a:pt x="453367" y="611643"/>
                  </a:lnTo>
                  <a:lnTo>
                    <a:pt x="453798" y="607890"/>
                  </a:lnTo>
                  <a:lnTo>
                    <a:pt x="454226" y="604138"/>
                  </a:lnTo>
                  <a:lnTo>
                    <a:pt x="454652" y="600386"/>
                  </a:lnTo>
                  <a:lnTo>
                    <a:pt x="455077" y="596633"/>
                  </a:lnTo>
                  <a:lnTo>
                    <a:pt x="455499" y="592881"/>
                  </a:lnTo>
                  <a:lnTo>
                    <a:pt x="455920" y="589128"/>
                  </a:lnTo>
                  <a:lnTo>
                    <a:pt x="456338" y="585376"/>
                  </a:lnTo>
                  <a:lnTo>
                    <a:pt x="456756" y="581624"/>
                  </a:lnTo>
                  <a:lnTo>
                    <a:pt x="457171" y="577871"/>
                  </a:lnTo>
                  <a:lnTo>
                    <a:pt x="457585" y="574119"/>
                  </a:lnTo>
                  <a:lnTo>
                    <a:pt x="457997" y="570366"/>
                  </a:lnTo>
                  <a:lnTo>
                    <a:pt x="458408" y="566614"/>
                  </a:lnTo>
                  <a:lnTo>
                    <a:pt x="458817" y="562861"/>
                  </a:lnTo>
                  <a:lnTo>
                    <a:pt x="459225" y="559109"/>
                  </a:lnTo>
                  <a:lnTo>
                    <a:pt x="459630" y="555357"/>
                  </a:lnTo>
                  <a:lnTo>
                    <a:pt x="460034" y="551604"/>
                  </a:lnTo>
                  <a:lnTo>
                    <a:pt x="460436" y="547852"/>
                  </a:lnTo>
                  <a:lnTo>
                    <a:pt x="460836" y="544099"/>
                  </a:lnTo>
                  <a:lnTo>
                    <a:pt x="461234" y="540347"/>
                  </a:lnTo>
                  <a:lnTo>
                    <a:pt x="461628" y="536595"/>
                  </a:lnTo>
                  <a:lnTo>
                    <a:pt x="462020" y="532842"/>
                  </a:lnTo>
                  <a:lnTo>
                    <a:pt x="462408" y="529090"/>
                  </a:lnTo>
                  <a:lnTo>
                    <a:pt x="462793" y="525337"/>
                  </a:lnTo>
                  <a:lnTo>
                    <a:pt x="463174" y="521585"/>
                  </a:lnTo>
                  <a:lnTo>
                    <a:pt x="463550" y="517833"/>
                  </a:lnTo>
                  <a:lnTo>
                    <a:pt x="463921" y="514080"/>
                  </a:lnTo>
                  <a:lnTo>
                    <a:pt x="464288" y="510328"/>
                  </a:lnTo>
                  <a:lnTo>
                    <a:pt x="464650" y="506575"/>
                  </a:lnTo>
                  <a:lnTo>
                    <a:pt x="465005" y="502823"/>
                  </a:lnTo>
                  <a:lnTo>
                    <a:pt x="465354" y="499070"/>
                  </a:lnTo>
                  <a:lnTo>
                    <a:pt x="465697" y="495318"/>
                  </a:lnTo>
                  <a:lnTo>
                    <a:pt x="466033" y="491566"/>
                  </a:lnTo>
                  <a:lnTo>
                    <a:pt x="466363" y="487813"/>
                  </a:lnTo>
                  <a:lnTo>
                    <a:pt x="466686" y="484061"/>
                  </a:lnTo>
                  <a:lnTo>
                    <a:pt x="467001" y="480308"/>
                  </a:lnTo>
                  <a:lnTo>
                    <a:pt x="467309" y="476556"/>
                  </a:lnTo>
                  <a:lnTo>
                    <a:pt x="467610" y="472804"/>
                  </a:lnTo>
                  <a:lnTo>
                    <a:pt x="467905" y="469051"/>
                  </a:lnTo>
                  <a:lnTo>
                    <a:pt x="468191" y="465299"/>
                  </a:lnTo>
                  <a:lnTo>
                    <a:pt x="468469" y="461546"/>
                  </a:lnTo>
                  <a:lnTo>
                    <a:pt x="468741" y="457794"/>
                  </a:lnTo>
                  <a:lnTo>
                    <a:pt x="469006" y="454042"/>
                  </a:lnTo>
                  <a:lnTo>
                    <a:pt x="469265" y="450289"/>
                  </a:lnTo>
                  <a:lnTo>
                    <a:pt x="469516" y="446537"/>
                  </a:lnTo>
                  <a:lnTo>
                    <a:pt x="469760" y="442784"/>
                  </a:lnTo>
                  <a:lnTo>
                    <a:pt x="469998" y="439032"/>
                  </a:lnTo>
                  <a:lnTo>
                    <a:pt x="470230" y="435279"/>
                  </a:lnTo>
                  <a:lnTo>
                    <a:pt x="470457" y="431527"/>
                  </a:lnTo>
                  <a:lnTo>
                    <a:pt x="470676" y="427775"/>
                  </a:lnTo>
                  <a:lnTo>
                    <a:pt x="470890" y="424022"/>
                  </a:lnTo>
                  <a:lnTo>
                    <a:pt x="471098" y="420270"/>
                  </a:lnTo>
                  <a:lnTo>
                    <a:pt x="471301" y="416517"/>
                  </a:lnTo>
                  <a:lnTo>
                    <a:pt x="471498" y="412765"/>
                  </a:lnTo>
                  <a:lnTo>
                    <a:pt x="471689" y="409013"/>
                  </a:lnTo>
                  <a:lnTo>
                    <a:pt x="471875" y="405260"/>
                  </a:lnTo>
                  <a:lnTo>
                    <a:pt x="472056" y="401508"/>
                  </a:lnTo>
                  <a:lnTo>
                    <a:pt x="472231" y="397755"/>
                  </a:lnTo>
                  <a:lnTo>
                    <a:pt x="472402" y="394003"/>
                  </a:lnTo>
                  <a:lnTo>
                    <a:pt x="472565" y="390250"/>
                  </a:lnTo>
                  <a:lnTo>
                    <a:pt x="472724" y="386498"/>
                  </a:lnTo>
                  <a:lnTo>
                    <a:pt x="472878" y="382746"/>
                  </a:lnTo>
                  <a:lnTo>
                    <a:pt x="473027" y="378993"/>
                  </a:lnTo>
                  <a:lnTo>
                    <a:pt x="473169" y="375241"/>
                  </a:lnTo>
                  <a:lnTo>
                    <a:pt x="473306" y="371488"/>
                  </a:lnTo>
                  <a:lnTo>
                    <a:pt x="473437" y="367736"/>
                  </a:lnTo>
                  <a:lnTo>
                    <a:pt x="473563" y="363984"/>
                  </a:lnTo>
                  <a:lnTo>
                    <a:pt x="473684" y="360231"/>
                  </a:lnTo>
                  <a:lnTo>
                    <a:pt x="473798" y="356479"/>
                  </a:lnTo>
                  <a:lnTo>
                    <a:pt x="473907" y="352726"/>
                  </a:lnTo>
                  <a:lnTo>
                    <a:pt x="474011" y="348974"/>
                  </a:lnTo>
                  <a:lnTo>
                    <a:pt x="474110" y="345222"/>
                  </a:lnTo>
                  <a:lnTo>
                    <a:pt x="474204" y="341469"/>
                  </a:lnTo>
                  <a:lnTo>
                    <a:pt x="474292" y="337717"/>
                  </a:lnTo>
                  <a:lnTo>
                    <a:pt x="474376" y="333964"/>
                  </a:lnTo>
                  <a:lnTo>
                    <a:pt x="474455" y="330212"/>
                  </a:lnTo>
                  <a:lnTo>
                    <a:pt x="474530" y="326459"/>
                  </a:lnTo>
                  <a:lnTo>
                    <a:pt x="474601" y="322707"/>
                  </a:lnTo>
                  <a:lnTo>
                    <a:pt x="474667" y="318955"/>
                  </a:lnTo>
                  <a:lnTo>
                    <a:pt x="474730" y="315202"/>
                  </a:lnTo>
                  <a:lnTo>
                    <a:pt x="474790" y="311450"/>
                  </a:lnTo>
                  <a:lnTo>
                    <a:pt x="474847" y="307697"/>
                  </a:lnTo>
                  <a:lnTo>
                    <a:pt x="474901" y="303945"/>
                  </a:lnTo>
                  <a:lnTo>
                    <a:pt x="474952" y="300193"/>
                  </a:lnTo>
                  <a:lnTo>
                    <a:pt x="475002" y="296440"/>
                  </a:lnTo>
                  <a:lnTo>
                    <a:pt x="475050" y="292688"/>
                  </a:lnTo>
                  <a:lnTo>
                    <a:pt x="475097" y="288935"/>
                  </a:lnTo>
                  <a:lnTo>
                    <a:pt x="475142" y="285183"/>
                  </a:lnTo>
                  <a:lnTo>
                    <a:pt x="475187" y="281430"/>
                  </a:lnTo>
                  <a:lnTo>
                    <a:pt x="475231" y="277678"/>
                  </a:lnTo>
                  <a:lnTo>
                    <a:pt x="475275" y="273926"/>
                  </a:lnTo>
                  <a:lnTo>
                    <a:pt x="475319" y="270173"/>
                  </a:lnTo>
                  <a:lnTo>
                    <a:pt x="475364" y="266421"/>
                  </a:lnTo>
                  <a:lnTo>
                    <a:pt x="475409" y="262668"/>
                  </a:lnTo>
                  <a:lnTo>
                    <a:pt x="475455" y="258916"/>
                  </a:lnTo>
                  <a:lnTo>
                    <a:pt x="475502" y="255164"/>
                  </a:lnTo>
                  <a:lnTo>
                    <a:pt x="475550" y="251411"/>
                  </a:lnTo>
                  <a:lnTo>
                    <a:pt x="475599" y="247659"/>
                  </a:lnTo>
                  <a:lnTo>
                    <a:pt x="475651" y="243906"/>
                  </a:lnTo>
                  <a:lnTo>
                    <a:pt x="475703" y="240154"/>
                  </a:lnTo>
                  <a:lnTo>
                    <a:pt x="475757" y="236402"/>
                  </a:lnTo>
                  <a:lnTo>
                    <a:pt x="475813" y="232649"/>
                  </a:lnTo>
                  <a:lnTo>
                    <a:pt x="475870" y="228897"/>
                  </a:lnTo>
                  <a:lnTo>
                    <a:pt x="475929" y="225144"/>
                  </a:lnTo>
                  <a:lnTo>
                    <a:pt x="475990" y="221392"/>
                  </a:lnTo>
                  <a:lnTo>
                    <a:pt x="476052" y="217639"/>
                  </a:lnTo>
                  <a:lnTo>
                    <a:pt x="476115" y="213887"/>
                  </a:lnTo>
                  <a:lnTo>
                    <a:pt x="476179" y="210135"/>
                  </a:lnTo>
                  <a:lnTo>
                    <a:pt x="476245" y="206382"/>
                  </a:lnTo>
                  <a:lnTo>
                    <a:pt x="476312" y="202630"/>
                  </a:lnTo>
                  <a:lnTo>
                    <a:pt x="476379" y="198877"/>
                  </a:lnTo>
                  <a:lnTo>
                    <a:pt x="476447" y="195125"/>
                  </a:lnTo>
                  <a:lnTo>
                    <a:pt x="476515" y="191373"/>
                  </a:lnTo>
                  <a:lnTo>
                    <a:pt x="476583" y="187620"/>
                  </a:lnTo>
                  <a:lnTo>
                    <a:pt x="476651" y="183868"/>
                  </a:lnTo>
                  <a:lnTo>
                    <a:pt x="476719" y="180115"/>
                  </a:lnTo>
                  <a:lnTo>
                    <a:pt x="476786" y="176363"/>
                  </a:lnTo>
                  <a:lnTo>
                    <a:pt x="476853" y="172611"/>
                  </a:lnTo>
                  <a:lnTo>
                    <a:pt x="476918" y="168858"/>
                  </a:lnTo>
                  <a:lnTo>
                    <a:pt x="476982" y="165106"/>
                  </a:lnTo>
                  <a:lnTo>
                    <a:pt x="477045" y="161353"/>
                  </a:lnTo>
                  <a:lnTo>
                    <a:pt x="477106" y="157601"/>
                  </a:lnTo>
                  <a:lnTo>
                    <a:pt x="477165" y="153848"/>
                  </a:lnTo>
                  <a:lnTo>
                    <a:pt x="477223" y="150096"/>
                  </a:lnTo>
                  <a:lnTo>
                    <a:pt x="477278" y="146344"/>
                  </a:lnTo>
                  <a:lnTo>
                    <a:pt x="477331" y="142591"/>
                  </a:lnTo>
                  <a:lnTo>
                    <a:pt x="477382" y="138839"/>
                  </a:lnTo>
                  <a:lnTo>
                    <a:pt x="477431" y="135086"/>
                  </a:lnTo>
                  <a:lnTo>
                    <a:pt x="477477" y="131334"/>
                  </a:lnTo>
                  <a:lnTo>
                    <a:pt x="477521" y="127582"/>
                  </a:lnTo>
                  <a:lnTo>
                    <a:pt x="477562" y="123829"/>
                  </a:lnTo>
                  <a:lnTo>
                    <a:pt x="477601" y="120077"/>
                  </a:lnTo>
                  <a:lnTo>
                    <a:pt x="477637" y="116324"/>
                  </a:lnTo>
                  <a:lnTo>
                    <a:pt x="477671" y="112572"/>
                  </a:lnTo>
                  <a:lnTo>
                    <a:pt x="477703" y="108819"/>
                  </a:lnTo>
                  <a:lnTo>
                    <a:pt x="477733" y="105067"/>
                  </a:lnTo>
                  <a:lnTo>
                    <a:pt x="477760" y="101315"/>
                  </a:lnTo>
                  <a:lnTo>
                    <a:pt x="477785" y="97562"/>
                  </a:lnTo>
                  <a:lnTo>
                    <a:pt x="477808" y="93810"/>
                  </a:lnTo>
                  <a:lnTo>
                    <a:pt x="477829" y="90057"/>
                  </a:lnTo>
                  <a:lnTo>
                    <a:pt x="477849" y="86305"/>
                  </a:lnTo>
                  <a:lnTo>
                    <a:pt x="477866" y="82553"/>
                  </a:lnTo>
                  <a:lnTo>
                    <a:pt x="477882" y="78800"/>
                  </a:lnTo>
                  <a:lnTo>
                    <a:pt x="477896" y="75048"/>
                  </a:lnTo>
                  <a:lnTo>
                    <a:pt x="477909" y="71295"/>
                  </a:lnTo>
                  <a:lnTo>
                    <a:pt x="477921" y="67543"/>
                  </a:lnTo>
                  <a:lnTo>
                    <a:pt x="477931" y="63791"/>
                  </a:lnTo>
                  <a:lnTo>
                    <a:pt x="477940" y="60038"/>
                  </a:lnTo>
                  <a:lnTo>
                    <a:pt x="477948" y="56286"/>
                  </a:lnTo>
                  <a:lnTo>
                    <a:pt x="477955" y="52533"/>
                  </a:lnTo>
                  <a:lnTo>
                    <a:pt x="477962" y="48781"/>
                  </a:lnTo>
                  <a:lnTo>
                    <a:pt x="477967" y="45028"/>
                  </a:lnTo>
                  <a:lnTo>
                    <a:pt x="477972" y="41276"/>
                  </a:lnTo>
                  <a:lnTo>
                    <a:pt x="477976" y="37524"/>
                  </a:lnTo>
                  <a:lnTo>
                    <a:pt x="477980" y="33771"/>
                  </a:lnTo>
                  <a:lnTo>
                    <a:pt x="477983" y="30019"/>
                  </a:lnTo>
                  <a:lnTo>
                    <a:pt x="477986" y="26266"/>
                  </a:lnTo>
                  <a:lnTo>
                    <a:pt x="477988" y="22514"/>
                  </a:lnTo>
                  <a:lnTo>
                    <a:pt x="477990" y="18762"/>
                  </a:lnTo>
                  <a:lnTo>
                    <a:pt x="477992" y="15009"/>
                  </a:lnTo>
                  <a:lnTo>
                    <a:pt x="477993" y="11257"/>
                  </a:lnTo>
                  <a:lnTo>
                    <a:pt x="477994" y="7504"/>
                  </a:lnTo>
                  <a:lnTo>
                    <a:pt x="477996" y="3752"/>
                  </a:lnTo>
                  <a:lnTo>
                    <a:pt x="478005" y="0"/>
                  </a:lnTo>
                  <a:lnTo>
                    <a:pt x="478006" y="3752"/>
                  </a:lnTo>
                  <a:lnTo>
                    <a:pt x="478007" y="7504"/>
                  </a:lnTo>
                  <a:lnTo>
                    <a:pt x="478008" y="11257"/>
                  </a:lnTo>
                  <a:lnTo>
                    <a:pt x="478009" y="15009"/>
                  </a:lnTo>
                  <a:lnTo>
                    <a:pt x="478011" y="18762"/>
                  </a:lnTo>
                  <a:lnTo>
                    <a:pt x="478013" y="22514"/>
                  </a:lnTo>
                  <a:lnTo>
                    <a:pt x="478016" y="26266"/>
                  </a:lnTo>
                  <a:lnTo>
                    <a:pt x="478018" y="30019"/>
                  </a:lnTo>
                  <a:lnTo>
                    <a:pt x="478021" y="33771"/>
                  </a:lnTo>
                  <a:lnTo>
                    <a:pt x="478025" y="37524"/>
                  </a:lnTo>
                  <a:lnTo>
                    <a:pt x="478029" y="41276"/>
                  </a:lnTo>
                  <a:lnTo>
                    <a:pt x="478034" y="45028"/>
                  </a:lnTo>
                  <a:lnTo>
                    <a:pt x="478040" y="48781"/>
                  </a:lnTo>
                  <a:lnTo>
                    <a:pt x="478046" y="52533"/>
                  </a:lnTo>
                  <a:lnTo>
                    <a:pt x="478053" y="56286"/>
                  </a:lnTo>
                  <a:lnTo>
                    <a:pt x="478061" y="60038"/>
                  </a:lnTo>
                  <a:lnTo>
                    <a:pt x="478071" y="63791"/>
                  </a:lnTo>
                  <a:lnTo>
                    <a:pt x="478081" y="67543"/>
                  </a:lnTo>
                  <a:lnTo>
                    <a:pt x="478092" y="71295"/>
                  </a:lnTo>
                  <a:lnTo>
                    <a:pt x="478105" y="75048"/>
                  </a:lnTo>
                  <a:lnTo>
                    <a:pt x="478120" y="78800"/>
                  </a:lnTo>
                  <a:lnTo>
                    <a:pt x="478135" y="82553"/>
                  </a:lnTo>
                  <a:lnTo>
                    <a:pt x="478153" y="86305"/>
                  </a:lnTo>
                  <a:lnTo>
                    <a:pt x="478172" y="90057"/>
                  </a:lnTo>
                  <a:lnTo>
                    <a:pt x="478193" y="93810"/>
                  </a:lnTo>
                  <a:lnTo>
                    <a:pt x="478216" y="97562"/>
                  </a:lnTo>
                  <a:lnTo>
                    <a:pt x="478241" y="101315"/>
                  </a:lnTo>
                  <a:lnTo>
                    <a:pt x="478268" y="105067"/>
                  </a:lnTo>
                  <a:lnTo>
                    <a:pt x="478298" y="108819"/>
                  </a:lnTo>
                  <a:lnTo>
                    <a:pt x="478330" y="112572"/>
                  </a:lnTo>
                  <a:lnTo>
                    <a:pt x="478364" y="116324"/>
                  </a:lnTo>
                  <a:lnTo>
                    <a:pt x="478400" y="120077"/>
                  </a:lnTo>
                  <a:lnTo>
                    <a:pt x="478439" y="123829"/>
                  </a:lnTo>
                  <a:lnTo>
                    <a:pt x="478481" y="127582"/>
                  </a:lnTo>
                  <a:lnTo>
                    <a:pt x="478524" y="131334"/>
                  </a:lnTo>
                  <a:lnTo>
                    <a:pt x="478571" y="135086"/>
                  </a:lnTo>
                  <a:lnTo>
                    <a:pt x="478619" y="138839"/>
                  </a:lnTo>
                  <a:lnTo>
                    <a:pt x="478670" y="142591"/>
                  </a:lnTo>
                  <a:lnTo>
                    <a:pt x="478723" y="146344"/>
                  </a:lnTo>
                  <a:lnTo>
                    <a:pt x="478779" y="150096"/>
                  </a:lnTo>
                  <a:lnTo>
                    <a:pt x="478836" y="153848"/>
                  </a:lnTo>
                  <a:lnTo>
                    <a:pt x="478895" y="157601"/>
                  </a:lnTo>
                  <a:lnTo>
                    <a:pt x="478956" y="161353"/>
                  </a:lnTo>
                  <a:lnTo>
                    <a:pt x="479019" y="165106"/>
                  </a:lnTo>
                  <a:lnTo>
                    <a:pt x="479083" y="168858"/>
                  </a:lnTo>
                  <a:lnTo>
                    <a:pt x="479149" y="172611"/>
                  </a:lnTo>
                  <a:lnTo>
                    <a:pt x="479215" y="176363"/>
                  </a:lnTo>
                  <a:lnTo>
                    <a:pt x="479282" y="180115"/>
                  </a:lnTo>
                  <a:lnTo>
                    <a:pt x="479350" y="183868"/>
                  </a:lnTo>
                  <a:lnTo>
                    <a:pt x="479418" y="187620"/>
                  </a:lnTo>
                  <a:lnTo>
                    <a:pt x="479486" y="191373"/>
                  </a:lnTo>
                  <a:lnTo>
                    <a:pt x="479554" y="195125"/>
                  </a:lnTo>
                  <a:lnTo>
                    <a:pt x="479622" y="198877"/>
                  </a:lnTo>
                  <a:lnTo>
                    <a:pt x="479689" y="202630"/>
                  </a:lnTo>
                  <a:lnTo>
                    <a:pt x="479756" y="206382"/>
                  </a:lnTo>
                  <a:lnTo>
                    <a:pt x="479822" y="210135"/>
                  </a:lnTo>
                  <a:lnTo>
                    <a:pt x="479886" y="213887"/>
                  </a:lnTo>
                  <a:lnTo>
                    <a:pt x="479950" y="217639"/>
                  </a:lnTo>
                  <a:lnTo>
                    <a:pt x="480012" y="221392"/>
                  </a:lnTo>
                  <a:lnTo>
                    <a:pt x="480072" y="225144"/>
                  </a:lnTo>
                  <a:lnTo>
                    <a:pt x="480131" y="228897"/>
                  </a:lnTo>
                  <a:lnTo>
                    <a:pt x="480189" y="232649"/>
                  </a:lnTo>
                  <a:lnTo>
                    <a:pt x="480244" y="236402"/>
                  </a:lnTo>
                  <a:lnTo>
                    <a:pt x="480298" y="240154"/>
                  </a:lnTo>
                  <a:lnTo>
                    <a:pt x="480351" y="243906"/>
                  </a:lnTo>
                  <a:lnTo>
                    <a:pt x="480402" y="247659"/>
                  </a:lnTo>
                  <a:lnTo>
                    <a:pt x="480451" y="251411"/>
                  </a:lnTo>
                  <a:lnTo>
                    <a:pt x="480499" y="255164"/>
                  </a:lnTo>
                  <a:lnTo>
                    <a:pt x="480546" y="258916"/>
                  </a:lnTo>
                  <a:lnTo>
                    <a:pt x="480592" y="262668"/>
                  </a:lnTo>
                  <a:lnTo>
                    <a:pt x="480638" y="266421"/>
                  </a:lnTo>
                  <a:lnTo>
                    <a:pt x="480682" y="270173"/>
                  </a:lnTo>
                  <a:lnTo>
                    <a:pt x="480726" y="273926"/>
                  </a:lnTo>
                  <a:lnTo>
                    <a:pt x="480770" y="277678"/>
                  </a:lnTo>
                  <a:lnTo>
                    <a:pt x="480815" y="281430"/>
                  </a:lnTo>
                  <a:lnTo>
                    <a:pt x="480859" y="285183"/>
                  </a:lnTo>
                  <a:lnTo>
                    <a:pt x="480905" y="288935"/>
                  </a:lnTo>
                  <a:lnTo>
                    <a:pt x="480951" y="292688"/>
                  </a:lnTo>
                  <a:lnTo>
                    <a:pt x="480999" y="296440"/>
                  </a:lnTo>
                  <a:lnTo>
                    <a:pt x="481049" y="300193"/>
                  </a:lnTo>
                  <a:lnTo>
                    <a:pt x="481100" y="303945"/>
                  </a:lnTo>
                  <a:lnTo>
                    <a:pt x="481155" y="307697"/>
                  </a:lnTo>
                  <a:lnTo>
                    <a:pt x="481212" y="311450"/>
                  </a:lnTo>
                  <a:lnTo>
                    <a:pt x="481271" y="315202"/>
                  </a:lnTo>
                  <a:lnTo>
                    <a:pt x="481334" y="318955"/>
                  </a:lnTo>
                  <a:lnTo>
                    <a:pt x="481400" y="322707"/>
                  </a:lnTo>
                  <a:lnTo>
                    <a:pt x="481472" y="326459"/>
                  </a:lnTo>
                  <a:lnTo>
                    <a:pt x="481546" y="330212"/>
                  </a:lnTo>
                  <a:lnTo>
                    <a:pt x="481626" y="333964"/>
                  </a:lnTo>
                  <a:lnTo>
                    <a:pt x="481709" y="337717"/>
                  </a:lnTo>
                  <a:lnTo>
                    <a:pt x="481797" y="341469"/>
                  </a:lnTo>
                  <a:lnTo>
                    <a:pt x="481891" y="345222"/>
                  </a:lnTo>
                  <a:lnTo>
                    <a:pt x="481990" y="348974"/>
                  </a:lnTo>
                  <a:lnTo>
                    <a:pt x="482094" y="352726"/>
                  </a:lnTo>
                  <a:lnTo>
                    <a:pt x="482203" y="356479"/>
                  </a:lnTo>
                  <a:lnTo>
                    <a:pt x="482318" y="360231"/>
                  </a:lnTo>
                  <a:lnTo>
                    <a:pt x="482438" y="363984"/>
                  </a:lnTo>
                  <a:lnTo>
                    <a:pt x="482564" y="367736"/>
                  </a:lnTo>
                  <a:lnTo>
                    <a:pt x="482696" y="371488"/>
                  </a:lnTo>
                  <a:lnTo>
                    <a:pt x="482832" y="375241"/>
                  </a:lnTo>
                  <a:lnTo>
                    <a:pt x="482975" y="378993"/>
                  </a:lnTo>
                  <a:lnTo>
                    <a:pt x="483123" y="382746"/>
                  </a:lnTo>
                  <a:lnTo>
                    <a:pt x="483277" y="386498"/>
                  </a:lnTo>
                  <a:lnTo>
                    <a:pt x="483436" y="390250"/>
                  </a:lnTo>
                  <a:lnTo>
                    <a:pt x="483600" y="394003"/>
                  </a:lnTo>
                  <a:lnTo>
                    <a:pt x="483770" y="397755"/>
                  </a:lnTo>
                  <a:lnTo>
                    <a:pt x="483946" y="401508"/>
                  </a:lnTo>
                  <a:lnTo>
                    <a:pt x="484126" y="405260"/>
                  </a:lnTo>
                  <a:lnTo>
                    <a:pt x="484312" y="409013"/>
                  </a:lnTo>
                  <a:lnTo>
                    <a:pt x="484503" y="412765"/>
                  </a:lnTo>
                  <a:lnTo>
                    <a:pt x="484701" y="416517"/>
                  </a:lnTo>
                  <a:lnTo>
                    <a:pt x="484904" y="420270"/>
                  </a:lnTo>
                  <a:lnTo>
                    <a:pt x="485112" y="424022"/>
                  </a:lnTo>
                  <a:lnTo>
                    <a:pt x="485325" y="427775"/>
                  </a:lnTo>
                  <a:lnTo>
                    <a:pt x="485544" y="431527"/>
                  </a:lnTo>
                  <a:lnTo>
                    <a:pt x="485771" y="435279"/>
                  </a:lnTo>
                  <a:lnTo>
                    <a:pt x="486003" y="439032"/>
                  </a:lnTo>
                  <a:lnTo>
                    <a:pt x="486241" y="442784"/>
                  </a:lnTo>
                  <a:lnTo>
                    <a:pt x="486485" y="446537"/>
                  </a:lnTo>
                  <a:lnTo>
                    <a:pt x="486736" y="450289"/>
                  </a:lnTo>
                  <a:lnTo>
                    <a:pt x="486995" y="454042"/>
                  </a:lnTo>
                  <a:lnTo>
                    <a:pt x="487260" y="457794"/>
                  </a:lnTo>
                  <a:lnTo>
                    <a:pt x="487532" y="461546"/>
                  </a:lnTo>
                  <a:lnTo>
                    <a:pt x="487811" y="465299"/>
                  </a:lnTo>
                  <a:lnTo>
                    <a:pt x="488097" y="469051"/>
                  </a:lnTo>
                  <a:lnTo>
                    <a:pt x="488391" y="472804"/>
                  </a:lnTo>
                  <a:lnTo>
                    <a:pt x="488692" y="476556"/>
                  </a:lnTo>
                  <a:lnTo>
                    <a:pt x="489000" y="480308"/>
                  </a:lnTo>
                  <a:lnTo>
                    <a:pt x="489315" y="484061"/>
                  </a:lnTo>
                  <a:lnTo>
                    <a:pt x="489638" y="487813"/>
                  </a:lnTo>
                  <a:lnTo>
                    <a:pt x="489968" y="491566"/>
                  </a:lnTo>
                  <a:lnTo>
                    <a:pt x="490305" y="495318"/>
                  </a:lnTo>
                  <a:lnTo>
                    <a:pt x="490647" y="499070"/>
                  </a:lnTo>
                  <a:lnTo>
                    <a:pt x="490996" y="502823"/>
                  </a:lnTo>
                  <a:lnTo>
                    <a:pt x="491352" y="506575"/>
                  </a:lnTo>
                  <a:lnTo>
                    <a:pt x="491713" y="510328"/>
                  </a:lnTo>
                  <a:lnTo>
                    <a:pt x="492080" y="514080"/>
                  </a:lnTo>
                  <a:lnTo>
                    <a:pt x="492451" y="517833"/>
                  </a:lnTo>
                  <a:lnTo>
                    <a:pt x="492827" y="521585"/>
                  </a:lnTo>
                  <a:lnTo>
                    <a:pt x="493208" y="525337"/>
                  </a:lnTo>
                  <a:lnTo>
                    <a:pt x="493593" y="529090"/>
                  </a:lnTo>
                  <a:lnTo>
                    <a:pt x="493982" y="532842"/>
                  </a:lnTo>
                  <a:lnTo>
                    <a:pt x="494373" y="536595"/>
                  </a:lnTo>
                  <a:lnTo>
                    <a:pt x="494767" y="540347"/>
                  </a:lnTo>
                  <a:lnTo>
                    <a:pt x="495165" y="544099"/>
                  </a:lnTo>
                  <a:lnTo>
                    <a:pt x="495565" y="547852"/>
                  </a:lnTo>
                  <a:lnTo>
                    <a:pt x="495967" y="551604"/>
                  </a:lnTo>
                  <a:lnTo>
                    <a:pt x="496371" y="555357"/>
                  </a:lnTo>
                  <a:lnTo>
                    <a:pt x="496777" y="559109"/>
                  </a:lnTo>
                  <a:lnTo>
                    <a:pt x="497184" y="562861"/>
                  </a:lnTo>
                  <a:lnTo>
                    <a:pt x="497594" y="566614"/>
                  </a:lnTo>
                  <a:lnTo>
                    <a:pt x="498004" y="570366"/>
                  </a:lnTo>
                  <a:lnTo>
                    <a:pt x="498416" y="574119"/>
                  </a:lnTo>
                  <a:lnTo>
                    <a:pt x="498830" y="577871"/>
                  </a:lnTo>
                  <a:lnTo>
                    <a:pt x="499246" y="581624"/>
                  </a:lnTo>
                  <a:lnTo>
                    <a:pt x="499663" y="585376"/>
                  </a:lnTo>
                  <a:lnTo>
                    <a:pt x="500082" y="589128"/>
                  </a:lnTo>
                  <a:lnTo>
                    <a:pt x="500502" y="592881"/>
                  </a:lnTo>
                  <a:lnTo>
                    <a:pt x="500924" y="596633"/>
                  </a:lnTo>
                  <a:lnTo>
                    <a:pt x="501349" y="600386"/>
                  </a:lnTo>
                  <a:lnTo>
                    <a:pt x="501775" y="604138"/>
                  </a:lnTo>
                  <a:lnTo>
                    <a:pt x="502204" y="607890"/>
                  </a:lnTo>
                  <a:lnTo>
                    <a:pt x="502634" y="611643"/>
                  </a:lnTo>
                  <a:lnTo>
                    <a:pt x="503067" y="615395"/>
                  </a:lnTo>
                  <a:lnTo>
                    <a:pt x="503501" y="619148"/>
                  </a:lnTo>
                  <a:lnTo>
                    <a:pt x="503938" y="622900"/>
                  </a:lnTo>
                  <a:lnTo>
                    <a:pt x="504376" y="626653"/>
                  </a:lnTo>
                  <a:lnTo>
                    <a:pt x="504816" y="630405"/>
                  </a:lnTo>
                  <a:lnTo>
                    <a:pt x="505258" y="634157"/>
                  </a:lnTo>
                  <a:lnTo>
                    <a:pt x="505700" y="637910"/>
                  </a:lnTo>
                  <a:lnTo>
                    <a:pt x="506143" y="641662"/>
                  </a:lnTo>
                  <a:lnTo>
                    <a:pt x="506587" y="645415"/>
                  </a:lnTo>
                  <a:lnTo>
                    <a:pt x="507030" y="649167"/>
                  </a:lnTo>
                  <a:lnTo>
                    <a:pt x="507472" y="652919"/>
                  </a:lnTo>
                  <a:lnTo>
                    <a:pt x="507913" y="656672"/>
                  </a:lnTo>
                  <a:lnTo>
                    <a:pt x="508351" y="660424"/>
                  </a:lnTo>
                  <a:lnTo>
                    <a:pt x="508787" y="664177"/>
                  </a:lnTo>
                  <a:lnTo>
                    <a:pt x="509219" y="667929"/>
                  </a:lnTo>
                  <a:lnTo>
                    <a:pt x="509645" y="671681"/>
                  </a:lnTo>
                  <a:lnTo>
                    <a:pt x="510066" y="675434"/>
                  </a:lnTo>
                  <a:lnTo>
                    <a:pt x="510481" y="679186"/>
                  </a:lnTo>
                  <a:lnTo>
                    <a:pt x="510889" y="682939"/>
                  </a:lnTo>
                  <a:lnTo>
                    <a:pt x="511289" y="686691"/>
                  </a:lnTo>
                  <a:lnTo>
                    <a:pt x="511678" y="690444"/>
                  </a:lnTo>
                  <a:lnTo>
                    <a:pt x="512057" y="694196"/>
                  </a:lnTo>
                  <a:lnTo>
                    <a:pt x="512426" y="697948"/>
                  </a:lnTo>
                  <a:lnTo>
                    <a:pt x="512783" y="701701"/>
                  </a:lnTo>
                  <a:lnTo>
                    <a:pt x="513127" y="705453"/>
                  </a:lnTo>
                  <a:lnTo>
                    <a:pt x="513456" y="709206"/>
                  </a:lnTo>
                  <a:lnTo>
                    <a:pt x="513772" y="712958"/>
                  </a:lnTo>
                  <a:lnTo>
                    <a:pt x="514074" y="716710"/>
                  </a:lnTo>
                  <a:lnTo>
                    <a:pt x="514362" y="720463"/>
                  </a:lnTo>
                  <a:lnTo>
                    <a:pt x="514634" y="724215"/>
                  </a:lnTo>
                  <a:lnTo>
                    <a:pt x="514889" y="727968"/>
                  </a:lnTo>
                  <a:lnTo>
                    <a:pt x="515129" y="731720"/>
                  </a:lnTo>
                  <a:lnTo>
                    <a:pt x="515356" y="735473"/>
                  </a:lnTo>
                  <a:lnTo>
                    <a:pt x="515568" y="739225"/>
                  </a:lnTo>
                  <a:lnTo>
                    <a:pt x="515765" y="742977"/>
                  </a:lnTo>
                  <a:lnTo>
                    <a:pt x="515947" y="746730"/>
                  </a:lnTo>
                  <a:lnTo>
                    <a:pt x="516117" y="750482"/>
                  </a:lnTo>
                  <a:lnTo>
                    <a:pt x="516277" y="754235"/>
                  </a:lnTo>
                  <a:lnTo>
                    <a:pt x="516426" y="757987"/>
                  </a:lnTo>
                  <a:lnTo>
                    <a:pt x="516564" y="761739"/>
                  </a:lnTo>
                  <a:lnTo>
                    <a:pt x="516695" y="765492"/>
                  </a:lnTo>
                  <a:lnTo>
                    <a:pt x="516820" y="769244"/>
                  </a:lnTo>
                  <a:lnTo>
                    <a:pt x="516941" y="772997"/>
                  </a:lnTo>
                  <a:lnTo>
                    <a:pt x="517058" y="776749"/>
                  </a:lnTo>
                  <a:lnTo>
                    <a:pt x="517175" y="780501"/>
                  </a:lnTo>
                  <a:lnTo>
                    <a:pt x="517292" y="784254"/>
                  </a:lnTo>
                  <a:lnTo>
                    <a:pt x="517413" y="788006"/>
                  </a:lnTo>
                  <a:lnTo>
                    <a:pt x="517538" y="791759"/>
                  </a:lnTo>
                  <a:lnTo>
                    <a:pt x="517670" y="795511"/>
                  </a:lnTo>
                  <a:lnTo>
                    <a:pt x="517812" y="799264"/>
                  </a:lnTo>
                  <a:lnTo>
                    <a:pt x="517965" y="803016"/>
                  </a:lnTo>
                  <a:lnTo>
                    <a:pt x="518130" y="806768"/>
                  </a:lnTo>
                  <a:lnTo>
                    <a:pt x="518309" y="810521"/>
                  </a:lnTo>
                  <a:lnTo>
                    <a:pt x="518504" y="814273"/>
                  </a:lnTo>
                  <a:lnTo>
                    <a:pt x="518722" y="818026"/>
                  </a:lnTo>
                  <a:lnTo>
                    <a:pt x="518958" y="821778"/>
                  </a:lnTo>
                  <a:lnTo>
                    <a:pt x="519214" y="825530"/>
                  </a:lnTo>
                  <a:lnTo>
                    <a:pt x="519492" y="829283"/>
                  </a:lnTo>
                  <a:lnTo>
                    <a:pt x="519796" y="833035"/>
                  </a:lnTo>
                  <a:lnTo>
                    <a:pt x="520130" y="836788"/>
                  </a:lnTo>
                  <a:lnTo>
                    <a:pt x="520489" y="840540"/>
                  </a:lnTo>
                  <a:lnTo>
                    <a:pt x="520874" y="844292"/>
                  </a:lnTo>
                  <a:lnTo>
                    <a:pt x="521286" y="848045"/>
                  </a:lnTo>
                  <a:lnTo>
                    <a:pt x="521732" y="851797"/>
                  </a:lnTo>
                  <a:lnTo>
                    <a:pt x="522212" y="855550"/>
                  </a:lnTo>
                  <a:lnTo>
                    <a:pt x="522721" y="859302"/>
                  </a:lnTo>
                  <a:lnTo>
                    <a:pt x="523260" y="863055"/>
                  </a:lnTo>
                  <a:lnTo>
                    <a:pt x="523830" y="866807"/>
                  </a:lnTo>
                  <a:lnTo>
                    <a:pt x="524439" y="870559"/>
                  </a:lnTo>
                  <a:lnTo>
                    <a:pt x="525083" y="874312"/>
                  </a:lnTo>
                  <a:lnTo>
                    <a:pt x="525759" y="878064"/>
                  </a:lnTo>
                  <a:lnTo>
                    <a:pt x="526466" y="881817"/>
                  </a:lnTo>
                  <a:lnTo>
                    <a:pt x="527206" y="885569"/>
                  </a:lnTo>
                  <a:lnTo>
                    <a:pt x="527989" y="889321"/>
                  </a:lnTo>
                  <a:lnTo>
                    <a:pt x="528805" y="893074"/>
                  </a:lnTo>
                  <a:lnTo>
                    <a:pt x="529653" y="896826"/>
                  </a:lnTo>
                  <a:lnTo>
                    <a:pt x="530533" y="900579"/>
                  </a:lnTo>
                  <a:lnTo>
                    <a:pt x="531446" y="904331"/>
                  </a:lnTo>
                  <a:lnTo>
                    <a:pt x="532400" y="908084"/>
                  </a:lnTo>
                  <a:lnTo>
                    <a:pt x="533384" y="911836"/>
                  </a:lnTo>
                  <a:lnTo>
                    <a:pt x="534398" y="915588"/>
                  </a:lnTo>
                  <a:lnTo>
                    <a:pt x="535441" y="919341"/>
                  </a:lnTo>
                  <a:lnTo>
                    <a:pt x="536513" y="923093"/>
                  </a:lnTo>
                  <a:lnTo>
                    <a:pt x="537619" y="926846"/>
                  </a:lnTo>
                  <a:lnTo>
                    <a:pt x="538749" y="930598"/>
                  </a:lnTo>
                  <a:lnTo>
                    <a:pt x="539901" y="934350"/>
                  </a:lnTo>
                  <a:lnTo>
                    <a:pt x="541075" y="938103"/>
                  </a:lnTo>
                  <a:lnTo>
                    <a:pt x="542269" y="941855"/>
                  </a:lnTo>
                  <a:lnTo>
                    <a:pt x="543482" y="945608"/>
                  </a:lnTo>
                  <a:lnTo>
                    <a:pt x="544708" y="949360"/>
                  </a:lnTo>
                  <a:lnTo>
                    <a:pt x="545943" y="953112"/>
                  </a:lnTo>
                  <a:lnTo>
                    <a:pt x="547185" y="956865"/>
                  </a:lnTo>
                  <a:lnTo>
                    <a:pt x="548431" y="960617"/>
                  </a:lnTo>
                  <a:lnTo>
                    <a:pt x="549675" y="964370"/>
                  </a:lnTo>
                  <a:lnTo>
                    <a:pt x="550913" y="968122"/>
                  </a:lnTo>
                  <a:lnTo>
                    <a:pt x="552141" y="971875"/>
                  </a:lnTo>
                  <a:lnTo>
                    <a:pt x="553357" y="975627"/>
                  </a:lnTo>
                  <a:lnTo>
                    <a:pt x="554551" y="979379"/>
                  </a:lnTo>
                  <a:lnTo>
                    <a:pt x="555719" y="983132"/>
                  </a:lnTo>
                  <a:lnTo>
                    <a:pt x="556858" y="986884"/>
                  </a:lnTo>
                  <a:lnTo>
                    <a:pt x="557965" y="990637"/>
                  </a:lnTo>
                  <a:lnTo>
                    <a:pt x="559037" y="994389"/>
                  </a:lnTo>
                  <a:lnTo>
                    <a:pt x="560054" y="998141"/>
                  </a:lnTo>
                  <a:lnTo>
                    <a:pt x="561022" y="1001894"/>
                  </a:lnTo>
                  <a:lnTo>
                    <a:pt x="561939" y="1005646"/>
                  </a:lnTo>
                  <a:lnTo>
                    <a:pt x="562800" y="1009399"/>
                  </a:lnTo>
                  <a:lnTo>
                    <a:pt x="563604" y="1013151"/>
                  </a:lnTo>
                  <a:lnTo>
                    <a:pt x="564324" y="1016904"/>
                  </a:lnTo>
                  <a:lnTo>
                    <a:pt x="564976" y="1020656"/>
                  </a:lnTo>
                  <a:lnTo>
                    <a:pt x="565558" y="1024408"/>
                  </a:lnTo>
                  <a:lnTo>
                    <a:pt x="566069" y="1028161"/>
                  </a:lnTo>
                  <a:lnTo>
                    <a:pt x="566502" y="1031913"/>
                  </a:lnTo>
                  <a:lnTo>
                    <a:pt x="566835" y="1035666"/>
                  </a:lnTo>
                  <a:lnTo>
                    <a:pt x="567090" y="1039418"/>
                  </a:lnTo>
                  <a:lnTo>
                    <a:pt x="567266" y="1043170"/>
                  </a:lnTo>
                  <a:lnTo>
                    <a:pt x="567362" y="1046923"/>
                  </a:lnTo>
                  <a:lnTo>
                    <a:pt x="567370" y="1050675"/>
                  </a:lnTo>
                  <a:lnTo>
                    <a:pt x="567279" y="1054428"/>
                  </a:lnTo>
                  <a:lnTo>
                    <a:pt x="567109" y="1058180"/>
                  </a:lnTo>
                  <a:lnTo>
                    <a:pt x="566862" y="1061932"/>
                  </a:lnTo>
                  <a:lnTo>
                    <a:pt x="566539" y="1065685"/>
                  </a:lnTo>
                  <a:lnTo>
                    <a:pt x="566131" y="1069437"/>
                  </a:lnTo>
                  <a:lnTo>
                    <a:pt x="565638" y="1073190"/>
                  </a:lnTo>
                  <a:lnTo>
                    <a:pt x="565077" y="1076942"/>
                  </a:lnTo>
                  <a:lnTo>
                    <a:pt x="564451" y="1080695"/>
                  </a:lnTo>
                  <a:lnTo>
                    <a:pt x="563764" y="1084447"/>
                  </a:lnTo>
                  <a:lnTo>
                    <a:pt x="563006" y="1088199"/>
                  </a:lnTo>
                  <a:lnTo>
                    <a:pt x="562188" y="1091952"/>
                  </a:lnTo>
                  <a:lnTo>
                    <a:pt x="561322" y="1095704"/>
                  </a:lnTo>
                  <a:lnTo>
                    <a:pt x="560411" y="1099457"/>
                  </a:lnTo>
                  <a:lnTo>
                    <a:pt x="559459" y="1103209"/>
                  </a:lnTo>
                  <a:lnTo>
                    <a:pt x="558462" y="1106961"/>
                  </a:lnTo>
                  <a:lnTo>
                    <a:pt x="557433" y="1110714"/>
                  </a:lnTo>
                  <a:lnTo>
                    <a:pt x="556379" y="1114466"/>
                  </a:lnTo>
                  <a:lnTo>
                    <a:pt x="555304" y="1118219"/>
                  </a:lnTo>
                  <a:lnTo>
                    <a:pt x="554211" y="1121971"/>
                  </a:lnTo>
                  <a:lnTo>
                    <a:pt x="553104" y="1125723"/>
                  </a:lnTo>
                  <a:lnTo>
                    <a:pt x="551990" y="1129476"/>
                  </a:lnTo>
                  <a:lnTo>
                    <a:pt x="550875" y="1133228"/>
                  </a:lnTo>
                  <a:lnTo>
                    <a:pt x="549761" y="1136981"/>
                  </a:lnTo>
                  <a:lnTo>
                    <a:pt x="548653" y="1140733"/>
                  </a:lnTo>
                  <a:lnTo>
                    <a:pt x="547558" y="1144486"/>
                  </a:lnTo>
                  <a:lnTo>
                    <a:pt x="546478" y="1148238"/>
                  </a:lnTo>
                  <a:lnTo>
                    <a:pt x="545416" y="1151990"/>
                  </a:lnTo>
                  <a:lnTo>
                    <a:pt x="544375" y="1155743"/>
                  </a:lnTo>
                  <a:lnTo>
                    <a:pt x="543359" y="1159495"/>
                  </a:lnTo>
                  <a:lnTo>
                    <a:pt x="542377" y="1163248"/>
                  </a:lnTo>
                  <a:lnTo>
                    <a:pt x="541425" y="1167000"/>
                  </a:lnTo>
                  <a:lnTo>
                    <a:pt x="540505" y="1170752"/>
                  </a:lnTo>
                  <a:lnTo>
                    <a:pt x="539757" y="1173919"/>
                  </a:lnTo>
                  <a:lnTo>
                    <a:pt x="539618" y="1174505"/>
                  </a:lnTo>
                  <a:lnTo>
                    <a:pt x="538772" y="1178257"/>
                  </a:lnTo>
                  <a:lnTo>
                    <a:pt x="537971" y="1182010"/>
                  </a:lnTo>
                  <a:lnTo>
                    <a:pt x="537208" y="1185762"/>
                  </a:lnTo>
                  <a:lnTo>
                    <a:pt x="536486" y="1189515"/>
                  </a:lnTo>
                  <a:lnTo>
                    <a:pt x="535803" y="1193267"/>
                  </a:lnTo>
                  <a:lnTo>
                    <a:pt x="535169" y="1197019"/>
                  </a:lnTo>
                  <a:lnTo>
                    <a:pt x="534583" y="1200772"/>
                  </a:lnTo>
                  <a:lnTo>
                    <a:pt x="534038" y="1204524"/>
                  </a:lnTo>
                  <a:lnTo>
                    <a:pt x="533535" y="1208277"/>
                  </a:lnTo>
                  <a:lnTo>
                    <a:pt x="533072" y="1212029"/>
                  </a:lnTo>
                  <a:lnTo>
                    <a:pt x="532660" y="1215781"/>
                  </a:lnTo>
                  <a:lnTo>
                    <a:pt x="532293" y="1219534"/>
                  </a:lnTo>
                  <a:lnTo>
                    <a:pt x="531966" y="1223286"/>
                  </a:lnTo>
                  <a:lnTo>
                    <a:pt x="531677" y="1227039"/>
                  </a:lnTo>
                  <a:lnTo>
                    <a:pt x="531427" y="1230791"/>
                  </a:lnTo>
                  <a:lnTo>
                    <a:pt x="531224" y="1234543"/>
                  </a:lnTo>
                  <a:lnTo>
                    <a:pt x="531060" y="1238296"/>
                  </a:lnTo>
                  <a:lnTo>
                    <a:pt x="530931" y="1242048"/>
                  </a:lnTo>
                  <a:lnTo>
                    <a:pt x="530837" y="1245801"/>
                  </a:lnTo>
                  <a:lnTo>
                    <a:pt x="530777" y="1249553"/>
                  </a:lnTo>
                  <a:lnTo>
                    <a:pt x="530761" y="1253306"/>
                  </a:lnTo>
                  <a:lnTo>
                    <a:pt x="530777" y="1257058"/>
                  </a:lnTo>
                  <a:lnTo>
                    <a:pt x="530824" y="1260810"/>
                  </a:lnTo>
                  <a:lnTo>
                    <a:pt x="530901" y="1264563"/>
                  </a:lnTo>
                  <a:lnTo>
                    <a:pt x="531010" y="1268315"/>
                  </a:lnTo>
                  <a:lnTo>
                    <a:pt x="531158" y="1272068"/>
                  </a:lnTo>
                  <a:lnTo>
                    <a:pt x="531334" y="1275820"/>
                  </a:lnTo>
                  <a:lnTo>
                    <a:pt x="531539" y="1279572"/>
                  </a:lnTo>
                  <a:lnTo>
                    <a:pt x="531771" y="1283325"/>
                  </a:lnTo>
                  <a:lnTo>
                    <a:pt x="532035" y="1287077"/>
                  </a:lnTo>
                  <a:lnTo>
                    <a:pt x="532333" y="1290830"/>
                  </a:lnTo>
                  <a:lnTo>
                    <a:pt x="532659" y="1294582"/>
                  </a:lnTo>
                  <a:lnTo>
                    <a:pt x="533012" y="1298335"/>
                  </a:lnTo>
                  <a:lnTo>
                    <a:pt x="533392" y="1302087"/>
                  </a:lnTo>
                  <a:lnTo>
                    <a:pt x="533803" y="1305839"/>
                  </a:lnTo>
                  <a:lnTo>
                    <a:pt x="534248" y="1309592"/>
                  </a:lnTo>
                  <a:lnTo>
                    <a:pt x="534719" y="1313344"/>
                  </a:lnTo>
                  <a:lnTo>
                    <a:pt x="535217" y="1317097"/>
                  </a:lnTo>
                  <a:lnTo>
                    <a:pt x="535743" y="1320849"/>
                  </a:lnTo>
                  <a:lnTo>
                    <a:pt x="536300" y="1324601"/>
                  </a:lnTo>
                  <a:lnTo>
                    <a:pt x="536889" y="1328354"/>
                  </a:lnTo>
                  <a:lnTo>
                    <a:pt x="537504" y="1332106"/>
                  </a:lnTo>
                  <a:lnTo>
                    <a:pt x="538146" y="1335859"/>
                  </a:lnTo>
                  <a:lnTo>
                    <a:pt x="538814" y="1339611"/>
                  </a:lnTo>
                  <a:lnTo>
                    <a:pt x="539515" y="1343363"/>
                  </a:lnTo>
                  <a:lnTo>
                    <a:pt x="540243" y="1347116"/>
                  </a:lnTo>
                  <a:lnTo>
                    <a:pt x="540997" y="1350868"/>
                  </a:lnTo>
                  <a:lnTo>
                    <a:pt x="541777" y="1354621"/>
                  </a:lnTo>
                  <a:lnTo>
                    <a:pt x="542580" y="1358373"/>
                  </a:lnTo>
                  <a:lnTo>
                    <a:pt x="543416" y="1362126"/>
                  </a:lnTo>
                  <a:lnTo>
                    <a:pt x="544275" y="1365878"/>
                  </a:lnTo>
                  <a:lnTo>
                    <a:pt x="545158" y="1369630"/>
                  </a:lnTo>
                  <a:lnTo>
                    <a:pt x="546063" y="1373383"/>
                  </a:lnTo>
                  <a:lnTo>
                    <a:pt x="546990" y="1377135"/>
                  </a:lnTo>
                  <a:lnTo>
                    <a:pt x="547944" y="1380888"/>
                  </a:lnTo>
                  <a:lnTo>
                    <a:pt x="548918" y="1384640"/>
                  </a:lnTo>
                  <a:lnTo>
                    <a:pt x="549911" y="1388392"/>
                  </a:lnTo>
                  <a:lnTo>
                    <a:pt x="550922" y="1392145"/>
                  </a:lnTo>
                  <a:lnTo>
                    <a:pt x="551951" y="1395897"/>
                  </a:lnTo>
                  <a:lnTo>
                    <a:pt x="552999" y="1399650"/>
                  </a:lnTo>
                  <a:lnTo>
                    <a:pt x="554060" y="1403402"/>
                  </a:lnTo>
                  <a:lnTo>
                    <a:pt x="555134" y="1407154"/>
                  </a:lnTo>
                  <a:lnTo>
                    <a:pt x="556217" y="1410907"/>
                  </a:lnTo>
                  <a:lnTo>
                    <a:pt x="557311" y="1414659"/>
                  </a:lnTo>
                  <a:lnTo>
                    <a:pt x="558411" y="1418412"/>
                  </a:lnTo>
                  <a:lnTo>
                    <a:pt x="559515" y="1422164"/>
                  </a:lnTo>
                  <a:lnTo>
                    <a:pt x="560619" y="1425917"/>
                  </a:lnTo>
                  <a:lnTo>
                    <a:pt x="561721" y="1429669"/>
                  </a:lnTo>
                  <a:lnTo>
                    <a:pt x="562817" y="1433421"/>
                  </a:lnTo>
                  <a:lnTo>
                    <a:pt x="563902" y="1437174"/>
                  </a:lnTo>
                  <a:lnTo>
                    <a:pt x="564974" y="1440926"/>
                  </a:lnTo>
                  <a:lnTo>
                    <a:pt x="566029" y="1444679"/>
                  </a:lnTo>
                  <a:lnTo>
                    <a:pt x="567064" y="1448431"/>
                  </a:lnTo>
                  <a:lnTo>
                    <a:pt x="568069" y="1452183"/>
                  </a:lnTo>
                  <a:lnTo>
                    <a:pt x="569039" y="1455936"/>
                  </a:lnTo>
                  <a:lnTo>
                    <a:pt x="569973" y="1459688"/>
                  </a:lnTo>
                  <a:lnTo>
                    <a:pt x="570868" y="1463441"/>
                  </a:lnTo>
                  <a:lnTo>
                    <a:pt x="571720" y="1467193"/>
                  </a:lnTo>
                  <a:lnTo>
                    <a:pt x="572508" y="1470946"/>
                  </a:lnTo>
                  <a:lnTo>
                    <a:pt x="573238" y="1474698"/>
                  </a:lnTo>
                  <a:lnTo>
                    <a:pt x="573908" y="1478450"/>
                  </a:lnTo>
                  <a:lnTo>
                    <a:pt x="574514" y="1482203"/>
                  </a:lnTo>
                  <a:lnTo>
                    <a:pt x="575055" y="1485955"/>
                  </a:lnTo>
                  <a:lnTo>
                    <a:pt x="575499" y="1489708"/>
                  </a:lnTo>
                  <a:lnTo>
                    <a:pt x="575868" y="1493460"/>
                  </a:lnTo>
                  <a:lnTo>
                    <a:pt x="576159" y="1497212"/>
                  </a:lnTo>
                  <a:lnTo>
                    <a:pt x="576372" y="1500965"/>
                  </a:lnTo>
                  <a:lnTo>
                    <a:pt x="576503" y="1504717"/>
                  </a:lnTo>
                  <a:lnTo>
                    <a:pt x="576530" y="1508470"/>
                  </a:lnTo>
                  <a:lnTo>
                    <a:pt x="576481" y="1512222"/>
                  </a:lnTo>
                  <a:lnTo>
                    <a:pt x="576358" y="1515974"/>
                  </a:lnTo>
                  <a:lnTo>
                    <a:pt x="576166" y="1519727"/>
                  </a:lnTo>
                  <a:lnTo>
                    <a:pt x="575903" y="1523479"/>
                  </a:lnTo>
                  <a:lnTo>
                    <a:pt x="575572" y="1527232"/>
                  </a:lnTo>
                  <a:lnTo>
                    <a:pt x="575200" y="1530984"/>
                  </a:lnTo>
                  <a:lnTo>
                    <a:pt x="574797" y="1534737"/>
                  </a:lnTo>
                  <a:lnTo>
                    <a:pt x="574375" y="1538489"/>
                  </a:lnTo>
                  <a:lnTo>
                    <a:pt x="573950" y="1542241"/>
                  </a:lnTo>
                  <a:lnTo>
                    <a:pt x="573554" y="1545994"/>
                  </a:lnTo>
                  <a:lnTo>
                    <a:pt x="573205" y="1549746"/>
                  </a:lnTo>
                  <a:lnTo>
                    <a:pt x="572925" y="1553499"/>
                  </a:lnTo>
                  <a:lnTo>
                    <a:pt x="572736" y="1557251"/>
                  </a:lnTo>
                  <a:lnTo>
                    <a:pt x="572696" y="1561003"/>
                  </a:lnTo>
                  <a:lnTo>
                    <a:pt x="572847" y="1564756"/>
                  </a:lnTo>
                  <a:lnTo>
                    <a:pt x="573199" y="1568508"/>
                  </a:lnTo>
                  <a:lnTo>
                    <a:pt x="573785" y="1572261"/>
                  </a:lnTo>
                  <a:lnTo>
                    <a:pt x="574637" y="1576013"/>
                  </a:lnTo>
                  <a:lnTo>
                    <a:pt x="575883" y="1579765"/>
                  </a:lnTo>
                  <a:lnTo>
                    <a:pt x="577531" y="1583518"/>
                  </a:lnTo>
                  <a:lnTo>
                    <a:pt x="579589" y="1587270"/>
                  </a:lnTo>
                  <a:lnTo>
                    <a:pt x="582092" y="1591023"/>
                  </a:lnTo>
                  <a:lnTo>
                    <a:pt x="585078" y="1594775"/>
                  </a:lnTo>
                  <a:lnTo>
                    <a:pt x="588765" y="1598528"/>
                  </a:lnTo>
                  <a:lnTo>
                    <a:pt x="593062" y="1602280"/>
                  </a:lnTo>
                  <a:lnTo>
                    <a:pt x="597981" y="1606032"/>
                  </a:lnTo>
                  <a:lnTo>
                    <a:pt x="603549" y="1609785"/>
                  </a:lnTo>
                  <a:lnTo>
                    <a:pt x="609804" y="1613537"/>
                  </a:lnTo>
                  <a:lnTo>
                    <a:pt x="617013" y="1617290"/>
                  </a:lnTo>
                  <a:lnTo>
                    <a:pt x="624958" y="1621042"/>
                  </a:lnTo>
                  <a:lnTo>
                    <a:pt x="633650" y="1624794"/>
                  </a:lnTo>
                  <a:lnTo>
                    <a:pt x="643092" y="1628547"/>
                  </a:lnTo>
                  <a:lnTo>
                    <a:pt x="653337" y="1632299"/>
                  </a:lnTo>
                  <a:lnTo>
                    <a:pt x="664527" y="1636052"/>
                  </a:lnTo>
                  <a:lnTo>
                    <a:pt x="676426" y="1639804"/>
                  </a:lnTo>
                  <a:lnTo>
                    <a:pt x="689003" y="1643557"/>
                  </a:lnTo>
                  <a:lnTo>
                    <a:pt x="702223" y="1647309"/>
                  </a:lnTo>
                  <a:lnTo>
                    <a:pt x="716108" y="1651061"/>
                  </a:lnTo>
                  <a:lnTo>
                    <a:pt x="730619" y="1654814"/>
                  </a:lnTo>
                  <a:lnTo>
                    <a:pt x="745551" y="1658566"/>
                  </a:lnTo>
                  <a:lnTo>
                    <a:pt x="760829" y="1662319"/>
                  </a:lnTo>
                  <a:lnTo>
                    <a:pt x="776373" y="1666071"/>
                  </a:lnTo>
                  <a:lnTo>
                    <a:pt x="792103" y="1669823"/>
                  </a:lnTo>
                  <a:lnTo>
                    <a:pt x="807846" y="1673576"/>
                  </a:lnTo>
                  <a:lnTo>
                    <a:pt x="823471" y="1677328"/>
                  </a:lnTo>
                  <a:lnTo>
                    <a:pt x="838872" y="1681081"/>
                  </a:lnTo>
                  <a:lnTo>
                    <a:pt x="853941" y="1684833"/>
                  </a:lnTo>
                  <a:lnTo>
                    <a:pt x="868422" y="1688585"/>
                  </a:lnTo>
                  <a:lnTo>
                    <a:pt x="882175" y="1692338"/>
                  </a:lnTo>
                  <a:lnTo>
                    <a:pt x="895153" y="1696090"/>
                  </a:lnTo>
                  <a:lnTo>
                    <a:pt x="907251" y="1699843"/>
                  </a:lnTo>
                  <a:lnTo>
                    <a:pt x="918367" y="1703595"/>
                  </a:lnTo>
                  <a:lnTo>
                    <a:pt x="928050" y="1707348"/>
                  </a:lnTo>
                  <a:lnTo>
                    <a:pt x="936401" y="1711100"/>
                  </a:lnTo>
                  <a:lnTo>
                    <a:pt x="943425" y="1714852"/>
                  </a:lnTo>
                  <a:lnTo>
                    <a:pt x="949059" y="1718605"/>
                  </a:lnTo>
                  <a:lnTo>
                    <a:pt x="953245" y="1722357"/>
                  </a:lnTo>
                  <a:lnTo>
                    <a:pt x="955408" y="1726110"/>
                  </a:lnTo>
                  <a:lnTo>
                    <a:pt x="956002" y="1729862"/>
                  </a:lnTo>
                  <a:lnTo>
                    <a:pt x="955831" y="1730528"/>
                  </a:lnTo>
                  <a:lnTo>
                    <a:pt x="955039" y="1733614"/>
                  </a:lnTo>
                  <a:lnTo>
                    <a:pt x="952522" y="1737367"/>
                  </a:lnTo>
                  <a:lnTo>
                    <a:pt x="948400" y="1741119"/>
                  </a:lnTo>
                  <a:lnTo>
                    <a:pt x="942314" y="1744872"/>
                  </a:lnTo>
                  <a:lnTo>
                    <a:pt x="934797" y="1748624"/>
                  </a:lnTo>
                  <a:lnTo>
                    <a:pt x="925909" y="1752377"/>
                  </a:lnTo>
                  <a:lnTo>
                    <a:pt x="915715" y="1756129"/>
                  </a:lnTo>
                  <a:lnTo>
                    <a:pt x="904186" y="1759881"/>
                  </a:lnTo>
                  <a:lnTo>
                    <a:pt x="891289" y="1763634"/>
                  </a:lnTo>
                  <a:lnTo>
                    <a:pt x="877438" y="1767386"/>
                  </a:lnTo>
                  <a:lnTo>
                    <a:pt x="862732" y="1771139"/>
                  </a:lnTo>
                  <a:lnTo>
                    <a:pt x="847275" y="1774891"/>
                  </a:lnTo>
                  <a:lnTo>
                    <a:pt x="831105" y="1778643"/>
                  </a:lnTo>
                  <a:lnTo>
                    <a:pt x="814386" y="1782396"/>
                  </a:lnTo>
                  <a:lnTo>
                    <a:pt x="797352" y="1786148"/>
                  </a:lnTo>
                  <a:lnTo>
                    <a:pt x="780105" y="1789901"/>
                  </a:lnTo>
                  <a:lnTo>
                    <a:pt x="762747" y="1793653"/>
                  </a:lnTo>
                  <a:lnTo>
                    <a:pt x="745410" y="1797405"/>
                  </a:lnTo>
                  <a:lnTo>
                    <a:pt x="728252" y="1801158"/>
                  </a:lnTo>
                  <a:lnTo>
                    <a:pt x="711352" y="1804910"/>
                  </a:lnTo>
                  <a:lnTo>
                    <a:pt x="694783" y="1808663"/>
                  </a:lnTo>
                  <a:lnTo>
                    <a:pt x="678616" y="1812415"/>
                  </a:lnTo>
                  <a:lnTo>
                    <a:pt x="663063" y="1816168"/>
                  </a:lnTo>
                  <a:lnTo>
                    <a:pt x="648128" y="1819920"/>
                  </a:lnTo>
                  <a:lnTo>
                    <a:pt x="633805" y="1823672"/>
                  </a:lnTo>
                  <a:lnTo>
                    <a:pt x="620125" y="1827425"/>
                  </a:lnTo>
                  <a:lnTo>
                    <a:pt x="607117" y="1831177"/>
                  </a:lnTo>
                  <a:lnTo>
                    <a:pt x="595026" y="1834930"/>
                  </a:lnTo>
                  <a:lnTo>
                    <a:pt x="583678" y="1838682"/>
                  </a:lnTo>
                  <a:lnTo>
                    <a:pt x="573044" y="1842434"/>
                  </a:lnTo>
                  <a:lnTo>
                    <a:pt x="563120" y="1846187"/>
                  </a:lnTo>
                  <a:lnTo>
                    <a:pt x="553911" y="1849939"/>
                  </a:lnTo>
                  <a:lnTo>
                    <a:pt x="545615" y="1853692"/>
                  </a:lnTo>
                  <a:lnTo>
                    <a:pt x="537975" y="1857444"/>
                  </a:lnTo>
                  <a:lnTo>
                    <a:pt x="530966" y="1861196"/>
                  </a:lnTo>
                  <a:lnTo>
                    <a:pt x="524567" y="1864949"/>
                  </a:lnTo>
                  <a:lnTo>
                    <a:pt x="518786" y="1868701"/>
                  </a:lnTo>
                  <a:lnTo>
                    <a:pt x="513694" y="1872454"/>
                  </a:lnTo>
                  <a:lnTo>
                    <a:pt x="509096" y="1876206"/>
                  </a:lnTo>
                  <a:lnTo>
                    <a:pt x="504964" y="1879959"/>
                  </a:lnTo>
                  <a:lnTo>
                    <a:pt x="501268" y="1883711"/>
                  </a:lnTo>
                  <a:lnTo>
                    <a:pt x="498022" y="1887463"/>
                  </a:lnTo>
                  <a:lnTo>
                    <a:pt x="495215" y="1891216"/>
                  </a:lnTo>
                  <a:lnTo>
                    <a:pt x="492730" y="1894968"/>
                  </a:lnTo>
                  <a:lnTo>
                    <a:pt x="490539" y="1898721"/>
                  </a:lnTo>
                  <a:lnTo>
                    <a:pt x="488619" y="1902473"/>
                  </a:lnTo>
                  <a:lnTo>
                    <a:pt x="486981" y="1906225"/>
                  </a:lnTo>
                  <a:lnTo>
                    <a:pt x="485586" y="1909978"/>
                  </a:lnTo>
                  <a:lnTo>
                    <a:pt x="484374" y="1913730"/>
                  </a:lnTo>
                  <a:lnTo>
                    <a:pt x="483326" y="1917483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4295148" y="2174177"/>
              <a:ext cx="956002" cy="2137479"/>
            </a:xfrm>
            <a:custGeom>
              <a:avLst/>
              <a:pathLst>
                <a:path w="956002" h="2137479">
                  <a:moveTo>
                    <a:pt x="472722" y="2137479"/>
                  </a:moveTo>
                  <a:lnTo>
                    <a:pt x="471787" y="2133296"/>
                  </a:lnTo>
                  <a:lnTo>
                    <a:pt x="470721" y="2129113"/>
                  </a:lnTo>
                  <a:lnTo>
                    <a:pt x="469483" y="2124930"/>
                  </a:lnTo>
                  <a:lnTo>
                    <a:pt x="468038" y="2120747"/>
                  </a:lnTo>
                  <a:lnTo>
                    <a:pt x="466404" y="2116564"/>
                  </a:lnTo>
                  <a:lnTo>
                    <a:pt x="464563" y="2112381"/>
                  </a:lnTo>
                  <a:lnTo>
                    <a:pt x="462499" y="2108198"/>
                  </a:lnTo>
                  <a:lnTo>
                    <a:pt x="460090" y="2104015"/>
                  </a:lnTo>
                  <a:lnTo>
                    <a:pt x="457390" y="2099832"/>
                  </a:lnTo>
                  <a:lnTo>
                    <a:pt x="454386" y="2095649"/>
                  </a:lnTo>
                  <a:lnTo>
                    <a:pt x="451058" y="2091466"/>
                  </a:lnTo>
                  <a:lnTo>
                    <a:pt x="447321" y="2087283"/>
                  </a:lnTo>
                  <a:lnTo>
                    <a:pt x="443110" y="2083100"/>
                  </a:lnTo>
                  <a:lnTo>
                    <a:pt x="438485" y="2078917"/>
                  </a:lnTo>
                  <a:lnTo>
                    <a:pt x="433424" y="2074735"/>
                  </a:lnTo>
                  <a:lnTo>
                    <a:pt x="427909" y="2070552"/>
                  </a:lnTo>
                  <a:lnTo>
                    <a:pt x="421732" y="2066369"/>
                  </a:lnTo>
                  <a:lnTo>
                    <a:pt x="415019" y="2062186"/>
                  </a:lnTo>
                  <a:lnTo>
                    <a:pt x="407773" y="2058003"/>
                  </a:lnTo>
                  <a:lnTo>
                    <a:pt x="399979" y="2053820"/>
                  </a:lnTo>
                  <a:lnTo>
                    <a:pt x="391535" y="2049637"/>
                  </a:lnTo>
                  <a:lnTo>
                    <a:pt x="382371" y="2045454"/>
                  </a:lnTo>
                  <a:lnTo>
                    <a:pt x="372620" y="2041271"/>
                  </a:lnTo>
                  <a:lnTo>
                    <a:pt x="362282" y="2037088"/>
                  </a:lnTo>
                  <a:lnTo>
                    <a:pt x="351357" y="2032905"/>
                  </a:lnTo>
                  <a:lnTo>
                    <a:pt x="339653" y="2028722"/>
                  </a:lnTo>
                  <a:lnTo>
                    <a:pt x="327361" y="2024539"/>
                  </a:lnTo>
                  <a:lnTo>
                    <a:pt x="314530" y="2020356"/>
                  </a:lnTo>
                  <a:lnTo>
                    <a:pt x="301181" y="2016173"/>
                  </a:lnTo>
                  <a:lnTo>
                    <a:pt x="287277" y="2011991"/>
                  </a:lnTo>
                  <a:lnTo>
                    <a:pt x="272828" y="2007808"/>
                  </a:lnTo>
                  <a:lnTo>
                    <a:pt x="258004" y="2003625"/>
                  </a:lnTo>
                  <a:lnTo>
                    <a:pt x="242848" y="1999442"/>
                  </a:lnTo>
                  <a:lnTo>
                    <a:pt x="227410" y="1995259"/>
                  </a:lnTo>
                  <a:lnTo>
                    <a:pt x="211705" y="1991076"/>
                  </a:lnTo>
                  <a:lnTo>
                    <a:pt x="195893" y="1986893"/>
                  </a:lnTo>
                  <a:lnTo>
                    <a:pt x="180053" y="1982710"/>
                  </a:lnTo>
                  <a:lnTo>
                    <a:pt x="164252" y="1978527"/>
                  </a:lnTo>
                  <a:lnTo>
                    <a:pt x="148591" y="1974344"/>
                  </a:lnTo>
                  <a:lnTo>
                    <a:pt x="133243" y="1970161"/>
                  </a:lnTo>
                  <a:lnTo>
                    <a:pt x="118249" y="1965978"/>
                  </a:lnTo>
                  <a:lnTo>
                    <a:pt x="103686" y="1961795"/>
                  </a:lnTo>
                  <a:lnTo>
                    <a:pt x="89630" y="1957612"/>
                  </a:lnTo>
                  <a:lnTo>
                    <a:pt x="76393" y="1953429"/>
                  </a:lnTo>
                  <a:lnTo>
                    <a:pt x="63957" y="1949247"/>
                  </a:lnTo>
                  <a:lnTo>
                    <a:pt x="52341" y="1945064"/>
                  </a:lnTo>
                  <a:lnTo>
                    <a:pt x="41611" y="1940881"/>
                  </a:lnTo>
                  <a:lnTo>
                    <a:pt x="31948" y="1936698"/>
                  </a:lnTo>
                  <a:lnTo>
                    <a:pt x="23639" y="1932515"/>
                  </a:lnTo>
                  <a:lnTo>
                    <a:pt x="16452" y="1928332"/>
                  </a:lnTo>
                  <a:lnTo>
                    <a:pt x="10427" y="1924149"/>
                  </a:lnTo>
                  <a:lnTo>
                    <a:pt x="5599" y="1919966"/>
                  </a:lnTo>
                  <a:lnTo>
                    <a:pt x="2388" y="1915783"/>
                  </a:lnTo>
                  <a:lnTo>
                    <a:pt x="559" y="1911600"/>
                  </a:lnTo>
                  <a:lnTo>
                    <a:pt x="287" y="1909571"/>
                  </a:lnTo>
                  <a:lnTo>
                    <a:pt x="0" y="1907417"/>
                  </a:lnTo>
                  <a:lnTo>
                    <a:pt x="709" y="1903234"/>
                  </a:lnTo>
                  <a:lnTo>
                    <a:pt x="2802" y="1899051"/>
                  </a:lnTo>
                  <a:lnTo>
                    <a:pt x="6489" y="1894868"/>
                  </a:lnTo>
                  <a:lnTo>
                    <a:pt x="11358" y="1890685"/>
                  </a:lnTo>
                  <a:lnTo>
                    <a:pt x="17372" y="1886503"/>
                  </a:lnTo>
                  <a:lnTo>
                    <a:pt x="24486" y="1882320"/>
                  </a:lnTo>
                  <a:lnTo>
                    <a:pt x="32927" y="1878137"/>
                  </a:lnTo>
                  <a:lnTo>
                    <a:pt x="42398" y="1873954"/>
                  </a:lnTo>
                  <a:lnTo>
                    <a:pt x="52725" y="1869771"/>
                  </a:lnTo>
                  <a:lnTo>
                    <a:pt x="63839" y="1865588"/>
                  </a:lnTo>
                  <a:lnTo>
                    <a:pt x="75721" y="1861405"/>
                  </a:lnTo>
                  <a:lnTo>
                    <a:pt x="88372" y="1857222"/>
                  </a:lnTo>
                  <a:lnTo>
                    <a:pt x="101494" y="1853039"/>
                  </a:lnTo>
                  <a:lnTo>
                    <a:pt x="115011" y="1848856"/>
                  </a:lnTo>
                  <a:lnTo>
                    <a:pt x="128849" y="1844673"/>
                  </a:lnTo>
                  <a:lnTo>
                    <a:pt x="142956" y="1840490"/>
                  </a:lnTo>
                  <a:lnTo>
                    <a:pt x="157166" y="1836307"/>
                  </a:lnTo>
                  <a:lnTo>
                    <a:pt x="171385" y="1832124"/>
                  </a:lnTo>
                  <a:lnTo>
                    <a:pt x="185550" y="1827941"/>
                  </a:lnTo>
                  <a:lnTo>
                    <a:pt x="199581" y="1823759"/>
                  </a:lnTo>
                  <a:lnTo>
                    <a:pt x="213319" y="1819576"/>
                  </a:lnTo>
                  <a:lnTo>
                    <a:pt x="226760" y="1815393"/>
                  </a:lnTo>
                  <a:lnTo>
                    <a:pt x="239860" y="1811210"/>
                  </a:lnTo>
                  <a:lnTo>
                    <a:pt x="252578" y="1807027"/>
                  </a:lnTo>
                  <a:lnTo>
                    <a:pt x="264747" y="1802844"/>
                  </a:lnTo>
                  <a:lnTo>
                    <a:pt x="276371" y="1798661"/>
                  </a:lnTo>
                  <a:lnTo>
                    <a:pt x="287490" y="1794478"/>
                  </a:lnTo>
                  <a:lnTo>
                    <a:pt x="298087" y="1790295"/>
                  </a:lnTo>
                  <a:lnTo>
                    <a:pt x="308115" y="1786112"/>
                  </a:lnTo>
                  <a:lnTo>
                    <a:pt x="317409" y="1781929"/>
                  </a:lnTo>
                  <a:lnTo>
                    <a:pt x="326154" y="1777746"/>
                  </a:lnTo>
                  <a:lnTo>
                    <a:pt x="334353" y="1773563"/>
                  </a:lnTo>
                  <a:lnTo>
                    <a:pt x="342014" y="1769380"/>
                  </a:lnTo>
                  <a:lnTo>
                    <a:pt x="349016" y="1765197"/>
                  </a:lnTo>
                  <a:lnTo>
                    <a:pt x="355442" y="1761015"/>
                  </a:lnTo>
                  <a:lnTo>
                    <a:pt x="361384" y="1756832"/>
                  </a:lnTo>
                  <a:lnTo>
                    <a:pt x="366862" y="1752649"/>
                  </a:lnTo>
                  <a:lnTo>
                    <a:pt x="371876" y="1748466"/>
                  </a:lnTo>
                  <a:lnTo>
                    <a:pt x="376337" y="1744283"/>
                  </a:lnTo>
                  <a:lnTo>
                    <a:pt x="380422" y="1740100"/>
                  </a:lnTo>
                  <a:lnTo>
                    <a:pt x="384156" y="1735917"/>
                  </a:lnTo>
                  <a:lnTo>
                    <a:pt x="387559" y="1731734"/>
                  </a:lnTo>
                  <a:lnTo>
                    <a:pt x="390593" y="1727551"/>
                  </a:lnTo>
                  <a:lnTo>
                    <a:pt x="393322" y="1723368"/>
                  </a:lnTo>
                  <a:lnTo>
                    <a:pt x="395813" y="1719185"/>
                  </a:lnTo>
                  <a:lnTo>
                    <a:pt x="398088" y="1715002"/>
                  </a:lnTo>
                  <a:lnTo>
                    <a:pt x="400161" y="1710819"/>
                  </a:lnTo>
                  <a:lnTo>
                    <a:pt x="402005" y="1706636"/>
                  </a:lnTo>
                  <a:lnTo>
                    <a:pt x="403710" y="1702453"/>
                  </a:lnTo>
                  <a:lnTo>
                    <a:pt x="405289" y="1698271"/>
                  </a:lnTo>
                  <a:lnTo>
                    <a:pt x="406756" y="1694088"/>
                  </a:lnTo>
                  <a:lnTo>
                    <a:pt x="408107" y="1689905"/>
                  </a:lnTo>
                  <a:lnTo>
                    <a:pt x="409370" y="1685722"/>
                  </a:lnTo>
                  <a:lnTo>
                    <a:pt x="410568" y="1681539"/>
                  </a:lnTo>
                  <a:lnTo>
                    <a:pt x="411711" y="1677356"/>
                  </a:lnTo>
                  <a:lnTo>
                    <a:pt x="412805" y="1673173"/>
                  </a:lnTo>
                  <a:lnTo>
                    <a:pt x="413848" y="1668990"/>
                  </a:lnTo>
                  <a:lnTo>
                    <a:pt x="414861" y="1664807"/>
                  </a:lnTo>
                  <a:lnTo>
                    <a:pt x="415848" y="1660624"/>
                  </a:lnTo>
                  <a:lnTo>
                    <a:pt x="416813" y="1656441"/>
                  </a:lnTo>
                  <a:lnTo>
                    <a:pt x="417754" y="1652258"/>
                  </a:lnTo>
                  <a:lnTo>
                    <a:pt x="418677" y="1648075"/>
                  </a:lnTo>
                  <a:lnTo>
                    <a:pt x="419584" y="1643892"/>
                  </a:lnTo>
                  <a:lnTo>
                    <a:pt x="420478" y="1639709"/>
                  </a:lnTo>
                  <a:lnTo>
                    <a:pt x="421357" y="1635527"/>
                  </a:lnTo>
                  <a:lnTo>
                    <a:pt x="422216" y="1631344"/>
                  </a:lnTo>
                  <a:lnTo>
                    <a:pt x="423060" y="1627161"/>
                  </a:lnTo>
                  <a:lnTo>
                    <a:pt x="423887" y="1622978"/>
                  </a:lnTo>
                  <a:lnTo>
                    <a:pt x="424698" y="1618795"/>
                  </a:lnTo>
                  <a:lnTo>
                    <a:pt x="425487" y="1614612"/>
                  </a:lnTo>
                  <a:lnTo>
                    <a:pt x="426252" y="1610429"/>
                  </a:lnTo>
                  <a:lnTo>
                    <a:pt x="426995" y="1606246"/>
                  </a:lnTo>
                  <a:lnTo>
                    <a:pt x="427715" y="1602063"/>
                  </a:lnTo>
                  <a:lnTo>
                    <a:pt x="428411" y="1597880"/>
                  </a:lnTo>
                  <a:lnTo>
                    <a:pt x="429071" y="1593697"/>
                  </a:lnTo>
                  <a:lnTo>
                    <a:pt x="429702" y="1589514"/>
                  </a:lnTo>
                  <a:lnTo>
                    <a:pt x="430303" y="1585331"/>
                  </a:lnTo>
                  <a:lnTo>
                    <a:pt x="430875" y="1581148"/>
                  </a:lnTo>
                  <a:lnTo>
                    <a:pt x="431408" y="1576965"/>
                  </a:lnTo>
                  <a:lnTo>
                    <a:pt x="431901" y="1572783"/>
                  </a:lnTo>
                  <a:lnTo>
                    <a:pt x="432360" y="1568600"/>
                  </a:lnTo>
                  <a:lnTo>
                    <a:pt x="432783" y="1564417"/>
                  </a:lnTo>
                  <a:lnTo>
                    <a:pt x="433169" y="1560234"/>
                  </a:lnTo>
                  <a:lnTo>
                    <a:pt x="433504" y="1556051"/>
                  </a:lnTo>
                  <a:lnTo>
                    <a:pt x="433798" y="1551868"/>
                  </a:lnTo>
                  <a:lnTo>
                    <a:pt x="434052" y="1547685"/>
                  </a:lnTo>
                  <a:lnTo>
                    <a:pt x="434266" y="1543502"/>
                  </a:lnTo>
                  <a:lnTo>
                    <a:pt x="434431" y="1539319"/>
                  </a:lnTo>
                  <a:lnTo>
                    <a:pt x="434543" y="1535136"/>
                  </a:lnTo>
                  <a:lnTo>
                    <a:pt x="434612" y="1530953"/>
                  </a:lnTo>
                  <a:lnTo>
                    <a:pt x="434636" y="1526770"/>
                  </a:lnTo>
                  <a:lnTo>
                    <a:pt x="434614" y="1522587"/>
                  </a:lnTo>
                  <a:lnTo>
                    <a:pt x="434530" y="1518404"/>
                  </a:lnTo>
                  <a:lnTo>
                    <a:pt x="434397" y="1514221"/>
                  </a:lnTo>
                  <a:lnTo>
                    <a:pt x="434215" y="1510039"/>
                  </a:lnTo>
                  <a:lnTo>
                    <a:pt x="433984" y="1505856"/>
                  </a:lnTo>
                  <a:lnTo>
                    <a:pt x="433696" y="1501673"/>
                  </a:lnTo>
                  <a:lnTo>
                    <a:pt x="433344" y="1497490"/>
                  </a:lnTo>
                  <a:lnTo>
                    <a:pt x="432941" y="1493307"/>
                  </a:lnTo>
                  <a:lnTo>
                    <a:pt x="432486" y="1489124"/>
                  </a:lnTo>
                  <a:lnTo>
                    <a:pt x="431978" y="1484941"/>
                  </a:lnTo>
                  <a:lnTo>
                    <a:pt x="431397" y="1480758"/>
                  </a:lnTo>
                  <a:lnTo>
                    <a:pt x="430759" y="1476575"/>
                  </a:lnTo>
                  <a:lnTo>
                    <a:pt x="430066" y="1472392"/>
                  </a:lnTo>
                  <a:lnTo>
                    <a:pt x="429318" y="1468209"/>
                  </a:lnTo>
                  <a:lnTo>
                    <a:pt x="428506" y="1464026"/>
                  </a:lnTo>
                  <a:lnTo>
                    <a:pt x="427623" y="1459843"/>
                  </a:lnTo>
                  <a:lnTo>
                    <a:pt x="426684" y="1455660"/>
                  </a:lnTo>
                  <a:lnTo>
                    <a:pt x="425688" y="1451477"/>
                  </a:lnTo>
                  <a:lnTo>
                    <a:pt x="424636" y="1447295"/>
                  </a:lnTo>
                  <a:lnTo>
                    <a:pt x="423509" y="1443112"/>
                  </a:lnTo>
                  <a:lnTo>
                    <a:pt x="422322" y="1438929"/>
                  </a:lnTo>
                  <a:lnTo>
                    <a:pt x="421080" y="1434746"/>
                  </a:lnTo>
                  <a:lnTo>
                    <a:pt x="419782" y="1430563"/>
                  </a:lnTo>
                  <a:lnTo>
                    <a:pt x="418424" y="1426380"/>
                  </a:lnTo>
                  <a:lnTo>
                    <a:pt x="416998" y="1422197"/>
                  </a:lnTo>
                  <a:lnTo>
                    <a:pt x="415521" y="1418014"/>
                  </a:lnTo>
                  <a:lnTo>
                    <a:pt x="413994" y="1413831"/>
                  </a:lnTo>
                  <a:lnTo>
                    <a:pt x="412418" y="1409648"/>
                  </a:lnTo>
                  <a:lnTo>
                    <a:pt x="410780" y="1405465"/>
                  </a:lnTo>
                  <a:lnTo>
                    <a:pt x="409095" y="1401282"/>
                  </a:lnTo>
                  <a:lnTo>
                    <a:pt x="407368" y="1397099"/>
                  </a:lnTo>
                  <a:lnTo>
                    <a:pt x="405602" y="1392916"/>
                  </a:lnTo>
                  <a:lnTo>
                    <a:pt x="403795" y="1388733"/>
                  </a:lnTo>
                  <a:lnTo>
                    <a:pt x="401946" y="1384551"/>
                  </a:lnTo>
                  <a:lnTo>
                    <a:pt x="400068" y="1380368"/>
                  </a:lnTo>
                  <a:lnTo>
                    <a:pt x="398165" y="1376185"/>
                  </a:lnTo>
                  <a:lnTo>
                    <a:pt x="396239" y="1372002"/>
                  </a:lnTo>
                  <a:lnTo>
                    <a:pt x="394291" y="1367819"/>
                  </a:lnTo>
                  <a:lnTo>
                    <a:pt x="392331" y="1363636"/>
                  </a:lnTo>
                  <a:lnTo>
                    <a:pt x="390363" y="1359453"/>
                  </a:lnTo>
                  <a:lnTo>
                    <a:pt x="388392" y="1355270"/>
                  </a:lnTo>
                  <a:lnTo>
                    <a:pt x="386423" y="1351087"/>
                  </a:lnTo>
                  <a:lnTo>
                    <a:pt x="384466" y="1346904"/>
                  </a:lnTo>
                  <a:lnTo>
                    <a:pt x="382523" y="1342721"/>
                  </a:lnTo>
                  <a:lnTo>
                    <a:pt x="380600" y="1338538"/>
                  </a:lnTo>
                  <a:lnTo>
                    <a:pt x="378702" y="1334355"/>
                  </a:lnTo>
                  <a:lnTo>
                    <a:pt x="376843" y="1330172"/>
                  </a:lnTo>
                  <a:lnTo>
                    <a:pt x="375027" y="1325989"/>
                  </a:lnTo>
                  <a:lnTo>
                    <a:pt x="373256" y="1321807"/>
                  </a:lnTo>
                  <a:lnTo>
                    <a:pt x="371533" y="1317624"/>
                  </a:lnTo>
                  <a:lnTo>
                    <a:pt x="369868" y="1313441"/>
                  </a:lnTo>
                  <a:lnTo>
                    <a:pt x="368284" y="1309258"/>
                  </a:lnTo>
                  <a:lnTo>
                    <a:pt x="366767" y="1305075"/>
                  </a:lnTo>
                  <a:lnTo>
                    <a:pt x="365322" y="1300892"/>
                  </a:lnTo>
                  <a:lnTo>
                    <a:pt x="363953" y="1296709"/>
                  </a:lnTo>
                  <a:lnTo>
                    <a:pt x="362687" y="1292526"/>
                  </a:lnTo>
                  <a:lnTo>
                    <a:pt x="361519" y="1288343"/>
                  </a:lnTo>
                  <a:lnTo>
                    <a:pt x="360442" y="1284160"/>
                  </a:lnTo>
                  <a:lnTo>
                    <a:pt x="359458" y="1279977"/>
                  </a:lnTo>
                  <a:lnTo>
                    <a:pt x="358811" y="1276907"/>
                  </a:lnTo>
                  <a:lnTo>
                    <a:pt x="358577" y="1275794"/>
                  </a:lnTo>
                  <a:lnTo>
                    <a:pt x="357829" y="1271611"/>
                  </a:lnTo>
                  <a:lnTo>
                    <a:pt x="357185" y="1267428"/>
                  </a:lnTo>
                  <a:lnTo>
                    <a:pt x="356644" y="1263245"/>
                  </a:lnTo>
                  <a:lnTo>
                    <a:pt x="356209" y="1259063"/>
                  </a:lnTo>
                  <a:lnTo>
                    <a:pt x="355909" y="1254880"/>
                  </a:lnTo>
                  <a:lnTo>
                    <a:pt x="355730" y="1250697"/>
                  </a:lnTo>
                  <a:lnTo>
                    <a:pt x="355658" y="1246514"/>
                  </a:lnTo>
                  <a:lnTo>
                    <a:pt x="355693" y="1242331"/>
                  </a:lnTo>
                  <a:lnTo>
                    <a:pt x="355839" y="1238148"/>
                  </a:lnTo>
                  <a:lnTo>
                    <a:pt x="356124" y="1233965"/>
                  </a:lnTo>
                  <a:lnTo>
                    <a:pt x="356509" y="1229782"/>
                  </a:lnTo>
                  <a:lnTo>
                    <a:pt x="356993" y="1225599"/>
                  </a:lnTo>
                  <a:lnTo>
                    <a:pt x="357574" y="1221416"/>
                  </a:lnTo>
                  <a:lnTo>
                    <a:pt x="358271" y="1217233"/>
                  </a:lnTo>
                  <a:lnTo>
                    <a:pt x="359069" y="1213050"/>
                  </a:lnTo>
                  <a:lnTo>
                    <a:pt x="359951" y="1208867"/>
                  </a:lnTo>
                  <a:lnTo>
                    <a:pt x="360913" y="1204684"/>
                  </a:lnTo>
                  <a:lnTo>
                    <a:pt x="361957" y="1200501"/>
                  </a:lnTo>
                  <a:lnTo>
                    <a:pt x="363095" y="1196319"/>
                  </a:lnTo>
                  <a:lnTo>
                    <a:pt x="364298" y="1192136"/>
                  </a:lnTo>
                  <a:lnTo>
                    <a:pt x="365562" y="1187953"/>
                  </a:lnTo>
                  <a:lnTo>
                    <a:pt x="366881" y="1183770"/>
                  </a:lnTo>
                  <a:lnTo>
                    <a:pt x="368263" y="1179587"/>
                  </a:lnTo>
                  <a:lnTo>
                    <a:pt x="369695" y="1175404"/>
                  </a:lnTo>
                  <a:lnTo>
                    <a:pt x="371165" y="1171221"/>
                  </a:lnTo>
                  <a:lnTo>
                    <a:pt x="372669" y="1167038"/>
                  </a:lnTo>
                  <a:lnTo>
                    <a:pt x="374203" y="1162855"/>
                  </a:lnTo>
                  <a:lnTo>
                    <a:pt x="375769" y="1158672"/>
                  </a:lnTo>
                  <a:lnTo>
                    <a:pt x="377350" y="1154489"/>
                  </a:lnTo>
                  <a:lnTo>
                    <a:pt x="378944" y="1150306"/>
                  </a:lnTo>
                  <a:lnTo>
                    <a:pt x="380547" y="1146123"/>
                  </a:lnTo>
                  <a:lnTo>
                    <a:pt x="382154" y="1141940"/>
                  </a:lnTo>
                  <a:lnTo>
                    <a:pt x="383760" y="1137757"/>
                  </a:lnTo>
                  <a:lnTo>
                    <a:pt x="385360" y="1133574"/>
                  </a:lnTo>
                  <a:lnTo>
                    <a:pt x="386950" y="1129392"/>
                  </a:lnTo>
                  <a:lnTo>
                    <a:pt x="388529" y="1125209"/>
                  </a:lnTo>
                  <a:lnTo>
                    <a:pt x="390086" y="1121026"/>
                  </a:lnTo>
                  <a:lnTo>
                    <a:pt x="391623" y="1116843"/>
                  </a:lnTo>
                  <a:lnTo>
                    <a:pt x="393138" y="1112660"/>
                  </a:lnTo>
                  <a:lnTo>
                    <a:pt x="394629" y="1108477"/>
                  </a:lnTo>
                  <a:lnTo>
                    <a:pt x="396089" y="1104294"/>
                  </a:lnTo>
                  <a:lnTo>
                    <a:pt x="397514" y="1100111"/>
                  </a:lnTo>
                  <a:lnTo>
                    <a:pt x="398908" y="1095928"/>
                  </a:lnTo>
                  <a:lnTo>
                    <a:pt x="400271" y="1091745"/>
                  </a:lnTo>
                  <a:lnTo>
                    <a:pt x="401601" y="1087562"/>
                  </a:lnTo>
                  <a:lnTo>
                    <a:pt x="402884" y="1083379"/>
                  </a:lnTo>
                  <a:lnTo>
                    <a:pt x="404133" y="1079196"/>
                  </a:lnTo>
                  <a:lnTo>
                    <a:pt x="405345" y="1075013"/>
                  </a:lnTo>
                  <a:lnTo>
                    <a:pt x="406523" y="1070830"/>
                  </a:lnTo>
                  <a:lnTo>
                    <a:pt x="407657" y="1066648"/>
                  </a:lnTo>
                  <a:lnTo>
                    <a:pt x="408748" y="1062465"/>
                  </a:lnTo>
                  <a:lnTo>
                    <a:pt x="409804" y="1058282"/>
                  </a:lnTo>
                  <a:lnTo>
                    <a:pt x="410823" y="1054099"/>
                  </a:lnTo>
                  <a:lnTo>
                    <a:pt x="411808" y="1049916"/>
                  </a:lnTo>
                  <a:lnTo>
                    <a:pt x="412744" y="1045733"/>
                  </a:lnTo>
                  <a:lnTo>
                    <a:pt x="413645" y="1041550"/>
                  </a:lnTo>
                  <a:lnTo>
                    <a:pt x="414513" y="1037367"/>
                  </a:lnTo>
                  <a:lnTo>
                    <a:pt x="415347" y="1033184"/>
                  </a:lnTo>
                  <a:lnTo>
                    <a:pt x="416143" y="1029001"/>
                  </a:lnTo>
                  <a:lnTo>
                    <a:pt x="416901" y="1024818"/>
                  </a:lnTo>
                  <a:lnTo>
                    <a:pt x="417629" y="1020635"/>
                  </a:lnTo>
                  <a:lnTo>
                    <a:pt x="418327" y="1016452"/>
                  </a:lnTo>
                  <a:lnTo>
                    <a:pt x="418996" y="1012269"/>
                  </a:lnTo>
                  <a:lnTo>
                    <a:pt x="419626" y="1008086"/>
                  </a:lnTo>
                  <a:lnTo>
                    <a:pt x="420230" y="1003904"/>
                  </a:lnTo>
                  <a:lnTo>
                    <a:pt x="420808" y="999721"/>
                  </a:lnTo>
                  <a:lnTo>
                    <a:pt x="421362" y="995538"/>
                  </a:lnTo>
                  <a:lnTo>
                    <a:pt x="421889" y="991355"/>
                  </a:lnTo>
                  <a:lnTo>
                    <a:pt x="422389" y="987172"/>
                  </a:lnTo>
                  <a:lnTo>
                    <a:pt x="422870" y="982989"/>
                  </a:lnTo>
                  <a:lnTo>
                    <a:pt x="423331" y="978806"/>
                  </a:lnTo>
                  <a:lnTo>
                    <a:pt x="423774" y="974623"/>
                  </a:lnTo>
                  <a:lnTo>
                    <a:pt x="424195" y="970440"/>
                  </a:lnTo>
                  <a:lnTo>
                    <a:pt x="424602" y="966257"/>
                  </a:lnTo>
                  <a:lnTo>
                    <a:pt x="424996" y="962074"/>
                  </a:lnTo>
                  <a:lnTo>
                    <a:pt x="425379" y="957891"/>
                  </a:lnTo>
                  <a:lnTo>
                    <a:pt x="425750" y="953708"/>
                  </a:lnTo>
                  <a:lnTo>
                    <a:pt x="426112" y="949525"/>
                  </a:lnTo>
                  <a:lnTo>
                    <a:pt x="426468" y="945342"/>
                  </a:lnTo>
                  <a:lnTo>
                    <a:pt x="426819" y="941160"/>
                  </a:lnTo>
                  <a:lnTo>
                    <a:pt x="427168" y="936977"/>
                  </a:lnTo>
                  <a:lnTo>
                    <a:pt x="427515" y="932794"/>
                  </a:lnTo>
                  <a:lnTo>
                    <a:pt x="427863" y="928611"/>
                  </a:lnTo>
                  <a:lnTo>
                    <a:pt x="428214" y="924428"/>
                  </a:lnTo>
                  <a:lnTo>
                    <a:pt x="428569" y="920245"/>
                  </a:lnTo>
                  <a:lnTo>
                    <a:pt x="428930" y="916062"/>
                  </a:lnTo>
                  <a:lnTo>
                    <a:pt x="429300" y="911879"/>
                  </a:lnTo>
                  <a:lnTo>
                    <a:pt x="429680" y="907696"/>
                  </a:lnTo>
                  <a:lnTo>
                    <a:pt x="430069" y="903513"/>
                  </a:lnTo>
                  <a:lnTo>
                    <a:pt x="430469" y="899330"/>
                  </a:lnTo>
                  <a:lnTo>
                    <a:pt x="430886" y="895147"/>
                  </a:lnTo>
                  <a:lnTo>
                    <a:pt x="431318" y="890964"/>
                  </a:lnTo>
                  <a:lnTo>
                    <a:pt x="431765" y="886781"/>
                  </a:lnTo>
                  <a:lnTo>
                    <a:pt x="432226" y="882598"/>
                  </a:lnTo>
                  <a:lnTo>
                    <a:pt x="432706" y="878416"/>
                  </a:lnTo>
                  <a:lnTo>
                    <a:pt x="433207" y="874233"/>
                  </a:lnTo>
                  <a:lnTo>
                    <a:pt x="433725" y="870050"/>
                  </a:lnTo>
                  <a:lnTo>
                    <a:pt x="434260" y="865867"/>
                  </a:lnTo>
                  <a:lnTo>
                    <a:pt x="434812" y="861684"/>
                  </a:lnTo>
                  <a:lnTo>
                    <a:pt x="435388" y="857501"/>
                  </a:lnTo>
                  <a:lnTo>
                    <a:pt x="435982" y="853318"/>
                  </a:lnTo>
                  <a:lnTo>
                    <a:pt x="436592" y="849135"/>
                  </a:lnTo>
                  <a:lnTo>
                    <a:pt x="437220" y="844952"/>
                  </a:lnTo>
                  <a:lnTo>
                    <a:pt x="437865" y="840769"/>
                  </a:lnTo>
                  <a:lnTo>
                    <a:pt x="438529" y="836586"/>
                  </a:lnTo>
                  <a:lnTo>
                    <a:pt x="439208" y="832403"/>
                  </a:lnTo>
                  <a:lnTo>
                    <a:pt x="439899" y="828220"/>
                  </a:lnTo>
                  <a:lnTo>
                    <a:pt x="440604" y="824037"/>
                  </a:lnTo>
                  <a:lnTo>
                    <a:pt x="441323" y="819854"/>
                  </a:lnTo>
                  <a:lnTo>
                    <a:pt x="442053" y="815672"/>
                  </a:lnTo>
                  <a:lnTo>
                    <a:pt x="442792" y="811489"/>
                  </a:lnTo>
                  <a:lnTo>
                    <a:pt x="443538" y="807306"/>
                  </a:lnTo>
                  <a:lnTo>
                    <a:pt x="444291" y="803123"/>
                  </a:lnTo>
                  <a:lnTo>
                    <a:pt x="445050" y="798940"/>
                  </a:lnTo>
                  <a:lnTo>
                    <a:pt x="445812" y="794757"/>
                  </a:lnTo>
                  <a:lnTo>
                    <a:pt x="446575" y="790574"/>
                  </a:lnTo>
                  <a:lnTo>
                    <a:pt x="447339" y="786391"/>
                  </a:lnTo>
                  <a:lnTo>
                    <a:pt x="448101" y="782208"/>
                  </a:lnTo>
                  <a:lnTo>
                    <a:pt x="448859" y="778025"/>
                  </a:lnTo>
                  <a:lnTo>
                    <a:pt x="449613" y="773842"/>
                  </a:lnTo>
                  <a:lnTo>
                    <a:pt x="450361" y="769659"/>
                  </a:lnTo>
                  <a:lnTo>
                    <a:pt x="451102" y="765476"/>
                  </a:lnTo>
                  <a:lnTo>
                    <a:pt x="451831" y="761293"/>
                  </a:lnTo>
                  <a:lnTo>
                    <a:pt x="452550" y="757110"/>
                  </a:lnTo>
                  <a:lnTo>
                    <a:pt x="453257" y="752928"/>
                  </a:lnTo>
                  <a:lnTo>
                    <a:pt x="453952" y="748745"/>
                  </a:lnTo>
                  <a:lnTo>
                    <a:pt x="454630" y="744562"/>
                  </a:lnTo>
                  <a:lnTo>
                    <a:pt x="455291" y="740379"/>
                  </a:lnTo>
                  <a:lnTo>
                    <a:pt x="455936" y="736196"/>
                  </a:lnTo>
                  <a:lnTo>
                    <a:pt x="456565" y="732013"/>
                  </a:lnTo>
                  <a:lnTo>
                    <a:pt x="457176" y="727830"/>
                  </a:lnTo>
                  <a:lnTo>
                    <a:pt x="457762" y="723647"/>
                  </a:lnTo>
                  <a:lnTo>
                    <a:pt x="458330" y="719464"/>
                  </a:lnTo>
                  <a:lnTo>
                    <a:pt x="458879" y="715281"/>
                  </a:lnTo>
                  <a:lnTo>
                    <a:pt x="459408" y="711098"/>
                  </a:lnTo>
                  <a:lnTo>
                    <a:pt x="459912" y="706915"/>
                  </a:lnTo>
                  <a:lnTo>
                    <a:pt x="460394" y="702732"/>
                  </a:lnTo>
                  <a:lnTo>
                    <a:pt x="460857" y="698549"/>
                  </a:lnTo>
                  <a:lnTo>
                    <a:pt x="461299" y="694366"/>
                  </a:lnTo>
                  <a:lnTo>
                    <a:pt x="461720" y="690184"/>
                  </a:lnTo>
                  <a:lnTo>
                    <a:pt x="462116" y="686001"/>
                  </a:lnTo>
                  <a:lnTo>
                    <a:pt x="462493" y="681818"/>
                  </a:lnTo>
                  <a:lnTo>
                    <a:pt x="462851" y="677635"/>
                  </a:lnTo>
                  <a:lnTo>
                    <a:pt x="463191" y="673452"/>
                  </a:lnTo>
                  <a:lnTo>
                    <a:pt x="463510" y="669269"/>
                  </a:lnTo>
                  <a:lnTo>
                    <a:pt x="463810" y="665086"/>
                  </a:lnTo>
                  <a:lnTo>
                    <a:pt x="464095" y="660903"/>
                  </a:lnTo>
                  <a:lnTo>
                    <a:pt x="464364" y="656720"/>
                  </a:lnTo>
                  <a:lnTo>
                    <a:pt x="464619" y="652537"/>
                  </a:lnTo>
                  <a:lnTo>
                    <a:pt x="464857" y="648354"/>
                  </a:lnTo>
                  <a:lnTo>
                    <a:pt x="465082" y="644171"/>
                  </a:lnTo>
                  <a:lnTo>
                    <a:pt x="465297" y="639988"/>
                  </a:lnTo>
                  <a:lnTo>
                    <a:pt x="465502" y="635805"/>
                  </a:lnTo>
                  <a:lnTo>
                    <a:pt x="465696" y="631622"/>
                  </a:lnTo>
                  <a:lnTo>
                    <a:pt x="465881" y="627440"/>
                  </a:lnTo>
                  <a:lnTo>
                    <a:pt x="466059" y="623257"/>
                  </a:lnTo>
                  <a:lnTo>
                    <a:pt x="466231" y="619074"/>
                  </a:lnTo>
                  <a:lnTo>
                    <a:pt x="466398" y="614891"/>
                  </a:lnTo>
                  <a:lnTo>
                    <a:pt x="466560" y="610708"/>
                  </a:lnTo>
                  <a:lnTo>
                    <a:pt x="466719" y="606525"/>
                  </a:lnTo>
                  <a:lnTo>
                    <a:pt x="466875" y="602342"/>
                  </a:lnTo>
                  <a:lnTo>
                    <a:pt x="467029" y="598159"/>
                  </a:lnTo>
                  <a:lnTo>
                    <a:pt x="467183" y="593976"/>
                  </a:lnTo>
                  <a:lnTo>
                    <a:pt x="467335" y="589793"/>
                  </a:lnTo>
                  <a:lnTo>
                    <a:pt x="467488" y="585610"/>
                  </a:lnTo>
                  <a:lnTo>
                    <a:pt x="467642" y="581427"/>
                  </a:lnTo>
                  <a:lnTo>
                    <a:pt x="467796" y="577244"/>
                  </a:lnTo>
                  <a:lnTo>
                    <a:pt x="467953" y="573061"/>
                  </a:lnTo>
                  <a:lnTo>
                    <a:pt x="468110" y="568878"/>
                  </a:lnTo>
                  <a:lnTo>
                    <a:pt x="468270" y="564696"/>
                  </a:lnTo>
                  <a:lnTo>
                    <a:pt x="468431" y="560513"/>
                  </a:lnTo>
                  <a:lnTo>
                    <a:pt x="468594" y="556330"/>
                  </a:lnTo>
                  <a:lnTo>
                    <a:pt x="468760" y="552147"/>
                  </a:lnTo>
                  <a:lnTo>
                    <a:pt x="468927" y="547964"/>
                  </a:lnTo>
                  <a:lnTo>
                    <a:pt x="469097" y="543781"/>
                  </a:lnTo>
                  <a:lnTo>
                    <a:pt x="469268" y="539598"/>
                  </a:lnTo>
                  <a:lnTo>
                    <a:pt x="469441" y="535415"/>
                  </a:lnTo>
                  <a:lnTo>
                    <a:pt x="469615" y="531232"/>
                  </a:lnTo>
                  <a:lnTo>
                    <a:pt x="469791" y="527049"/>
                  </a:lnTo>
                  <a:lnTo>
                    <a:pt x="469967" y="522866"/>
                  </a:lnTo>
                  <a:lnTo>
                    <a:pt x="470145" y="518683"/>
                  </a:lnTo>
                  <a:lnTo>
                    <a:pt x="470322" y="514500"/>
                  </a:lnTo>
                  <a:lnTo>
                    <a:pt x="470501" y="510317"/>
                  </a:lnTo>
                  <a:lnTo>
                    <a:pt x="470679" y="506134"/>
                  </a:lnTo>
                  <a:lnTo>
                    <a:pt x="470857" y="501952"/>
                  </a:lnTo>
                  <a:lnTo>
                    <a:pt x="471034" y="497769"/>
                  </a:lnTo>
                  <a:lnTo>
                    <a:pt x="471210" y="493586"/>
                  </a:lnTo>
                  <a:lnTo>
                    <a:pt x="471385" y="489403"/>
                  </a:lnTo>
                  <a:lnTo>
                    <a:pt x="471559" y="485220"/>
                  </a:lnTo>
                  <a:lnTo>
                    <a:pt x="471731" y="481037"/>
                  </a:lnTo>
                  <a:lnTo>
                    <a:pt x="471901" y="476854"/>
                  </a:lnTo>
                  <a:lnTo>
                    <a:pt x="472069" y="472671"/>
                  </a:lnTo>
                  <a:lnTo>
                    <a:pt x="472235" y="468488"/>
                  </a:lnTo>
                  <a:lnTo>
                    <a:pt x="472398" y="464305"/>
                  </a:lnTo>
                  <a:lnTo>
                    <a:pt x="472558" y="460122"/>
                  </a:lnTo>
                  <a:lnTo>
                    <a:pt x="472714" y="455939"/>
                  </a:lnTo>
                  <a:lnTo>
                    <a:pt x="472868" y="451756"/>
                  </a:lnTo>
                  <a:lnTo>
                    <a:pt x="473018" y="447573"/>
                  </a:lnTo>
                  <a:lnTo>
                    <a:pt x="473164" y="443390"/>
                  </a:lnTo>
                  <a:lnTo>
                    <a:pt x="473306" y="439208"/>
                  </a:lnTo>
                  <a:lnTo>
                    <a:pt x="473443" y="435025"/>
                  </a:lnTo>
                  <a:lnTo>
                    <a:pt x="473577" y="430842"/>
                  </a:lnTo>
                  <a:lnTo>
                    <a:pt x="473706" y="426659"/>
                  </a:lnTo>
                  <a:lnTo>
                    <a:pt x="473830" y="422476"/>
                  </a:lnTo>
                  <a:lnTo>
                    <a:pt x="473949" y="418293"/>
                  </a:lnTo>
                  <a:lnTo>
                    <a:pt x="474063" y="414110"/>
                  </a:lnTo>
                  <a:lnTo>
                    <a:pt x="474173" y="409927"/>
                  </a:lnTo>
                  <a:lnTo>
                    <a:pt x="474278" y="405744"/>
                  </a:lnTo>
                  <a:lnTo>
                    <a:pt x="474376" y="401561"/>
                  </a:lnTo>
                  <a:lnTo>
                    <a:pt x="474470" y="397378"/>
                  </a:lnTo>
                  <a:lnTo>
                    <a:pt x="474560" y="393195"/>
                  </a:lnTo>
                  <a:lnTo>
                    <a:pt x="474644" y="389012"/>
                  </a:lnTo>
                  <a:lnTo>
                    <a:pt x="474723" y="384829"/>
                  </a:lnTo>
                  <a:lnTo>
                    <a:pt x="474796" y="380646"/>
                  </a:lnTo>
                  <a:lnTo>
                    <a:pt x="474866" y="376464"/>
                  </a:lnTo>
                  <a:lnTo>
                    <a:pt x="474931" y="372281"/>
                  </a:lnTo>
                  <a:lnTo>
                    <a:pt x="474991" y="368098"/>
                  </a:lnTo>
                  <a:lnTo>
                    <a:pt x="475047" y="363915"/>
                  </a:lnTo>
                  <a:lnTo>
                    <a:pt x="475098" y="359732"/>
                  </a:lnTo>
                  <a:lnTo>
                    <a:pt x="475147" y="355549"/>
                  </a:lnTo>
                  <a:lnTo>
                    <a:pt x="475192" y="351366"/>
                  </a:lnTo>
                  <a:lnTo>
                    <a:pt x="475233" y="347183"/>
                  </a:lnTo>
                  <a:lnTo>
                    <a:pt x="475272" y="343000"/>
                  </a:lnTo>
                  <a:lnTo>
                    <a:pt x="475308" y="338817"/>
                  </a:lnTo>
                  <a:lnTo>
                    <a:pt x="475342" y="334634"/>
                  </a:lnTo>
                  <a:lnTo>
                    <a:pt x="475374" y="330451"/>
                  </a:lnTo>
                  <a:lnTo>
                    <a:pt x="475404" y="326268"/>
                  </a:lnTo>
                  <a:lnTo>
                    <a:pt x="475434" y="322085"/>
                  </a:lnTo>
                  <a:lnTo>
                    <a:pt x="475462" y="317902"/>
                  </a:lnTo>
                  <a:lnTo>
                    <a:pt x="475490" y="313720"/>
                  </a:lnTo>
                  <a:lnTo>
                    <a:pt x="475518" y="309537"/>
                  </a:lnTo>
                  <a:lnTo>
                    <a:pt x="475546" y="305354"/>
                  </a:lnTo>
                  <a:lnTo>
                    <a:pt x="475574" y="301171"/>
                  </a:lnTo>
                  <a:lnTo>
                    <a:pt x="475603" y="296988"/>
                  </a:lnTo>
                  <a:lnTo>
                    <a:pt x="475632" y="292805"/>
                  </a:lnTo>
                  <a:lnTo>
                    <a:pt x="475663" y="288622"/>
                  </a:lnTo>
                  <a:lnTo>
                    <a:pt x="475696" y="284439"/>
                  </a:lnTo>
                  <a:lnTo>
                    <a:pt x="475729" y="280256"/>
                  </a:lnTo>
                  <a:lnTo>
                    <a:pt x="475765" y="276073"/>
                  </a:lnTo>
                  <a:lnTo>
                    <a:pt x="475802" y="271890"/>
                  </a:lnTo>
                  <a:lnTo>
                    <a:pt x="475841" y="267707"/>
                  </a:lnTo>
                  <a:lnTo>
                    <a:pt x="475882" y="263524"/>
                  </a:lnTo>
                  <a:lnTo>
                    <a:pt x="475925" y="259341"/>
                  </a:lnTo>
                  <a:lnTo>
                    <a:pt x="475970" y="255158"/>
                  </a:lnTo>
                  <a:lnTo>
                    <a:pt x="476018" y="250976"/>
                  </a:lnTo>
                  <a:lnTo>
                    <a:pt x="476067" y="246793"/>
                  </a:lnTo>
                  <a:lnTo>
                    <a:pt x="476118" y="242610"/>
                  </a:lnTo>
                  <a:lnTo>
                    <a:pt x="476170" y="238427"/>
                  </a:lnTo>
                  <a:lnTo>
                    <a:pt x="476225" y="234244"/>
                  </a:lnTo>
                  <a:lnTo>
                    <a:pt x="476281" y="230061"/>
                  </a:lnTo>
                  <a:lnTo>
                    <a:pt x="476338" y="225878"/>
                  </a:lnTo>
                  <a:lnTo>
                    <a:pt x="476396" y="221695"/>
                  </a:lnTo>
                  <a:lnTo>
                    <a:pt x="476455" y="217512"/>
                  </a:lnTo>
                  <a:lnTo>
                    <a:pt x="476515" y="213329"/>
                  </a:lnTo>
                  <a:lnTo>
                    <a:pt x="476576" y="209146"/>
                  </a:lnTo>
                  <a:lnTo>
                    <a:pt x="476637" y="204963"/>
                  </a:lnTo>
                  <a:lnTo>
                    <a:pt x="476698" y="200780"/>
                  </a:lnTo>
                  <a:lnTo>
                    <a:pt x="476759" y="196597"/>
                  </a:lnTo>
                  <a:lnTo>
                    <a:pt x="476820" y="192414"/>
                  </a:lnTo>
                  <a:lnTo>
                    <a:pt x="476880" y="188232"/>
                  </a:lnTo>
                  <a:lnTo>
                    <a:pt x="476940" y="184049"/>
                  </a:lnTo>
                  <a:lnTo>
                    <a:pt x="476999" y="179866"/>
                  </a:lnTo>
                  <a:lnTo>
                    <a:pt x="477056" y="175683"/>
                  </a:lnTo>
                  <a:lnTo>
                    <a:pt x="477113" y="171500"/>
                  </a:lnTo>
                  <a:lnTo>
                    <a:pt x="477168" y="167317"/>
                  </a:lnTo>
                  <a:lnTo>
                    <a:pt x="477221" y="163134"/>
                  </a:lnTo>
                  <a:lnTo>
                    <a:pt x="477273" y="158951"/>
                  </a:lnTo>
                  <a:lnTo>
                    <a:pt x="477323" y="154768"/>
                  </a:lnTo>
                  <a:lnTo>
                    <a:pt x="477371" y="150585"/>
                  </a:lnTo>
                  <a:lnTo>
                    <a:pt x="477417" y="146402"/>
                  </a:lnTo>
                  <a:lnTo>
                    <a:pt x="477461" y="142219"/>
                  </a:lnTo>
                  <a:lnTo>
                    <a:pt x="477503" y="138036"/>
                  </a:lnTo>
                  <a:lnTo>
                    <a:pt x="477543" y="133853"/>
                  </a:lnTo>
                  <a:lnTo>
                    <a:pt x="477581" y="129670"/>
                  </a:lnTo>
                  <a:lnTo>
                    <a:pt x="477616" y="125488"/>
                  </a:lnTo>
                  <a:lnTo>
                    <a:pt x="477650" y="121305"/>
                  </a:lnTo>
                  <a:lnTo>
                    <a:pt x="477681" y="117122"/>
                  </a:lnTo>
                  <a:lnTo>
                    <a:pt x="477710" y="112939"/>
                  </a:lnTo>
                  <a:lnTo>
                    <a:pt x="477738" y="108756"/>
                  </a:lnTo>
                  <a:lnTo>
                    <a:pt x="477763" y="104573"/>
                  </a:lnTo>
                  <a:lnTo>
                    <a:pt x="477787" y="100390"/>
                  </a:lnTo>
                  <a:lnTo>
                    <a:pt x="477808" y="96207"/>
                  </a:lnTo>
                  <a:lnTo>
                    <a:pt x="477828" y="92024"/>
                  </a:lnTo>
                  <a:lnTo>
                    <a:pt x="477847" y="87841"/>
                  </a:lnTo>
                  <a:lnTo>
                    <a:pt x="477863" y="83658"/>
                  </a:lnTo>
                  <a:lnTo>
                    <a:pt x="477879" y="79475"/>
                  </a:lnTo>
                  <a:lnTo>
                    <a:pt x="477892" y="75292"/>
                  </a:lnTo>
                  <a:lnTo>
                    <a:pt x="477905" y="71109"/>
                  </a:lnTo>
                  <a:lnTo>
                    <a:pt x="477916" y="66926"/>
                  </a:lnTo>
                  <a:lnTo>
                    <a:pt x="477926" y="62744"/>
                  </a:lnTo>
                  <a:lnTo>
                    <a:pt x="477936" y="58561"/>
                  </a:lnTo>
                  <a:lnTo>
                    <a:pt x="477944" y="54378"/>
                  </a:lnTo>
                  <a:lnTo>
                    <a:pt x="477951" y="50195"/>
                  </a:lnTo>
                  <a:lnTo>
                    <a:pt x="477958" y="46012"/>
                  </a:lnTo>
                  <a:lnTo>
                    <a:pt x="477963" y="41829"/>
                  </a:lnTo>
                  <a:lnTo>
                    <a:pt x="477968" y="37646"/>
                  </a:lnTo>
                  <a:lnTo>
                    <a:pt x="477973" y="33463"/>
                  </a:lnTo>
                  <a:lnTo>
                    <a:pt x="477977" y="29280"/>
                  </a:lnTo>
                  <a:lnTo>
                    <a:pt x="477980" y="25097"/>
                  </a:lnTo>
                  <a:lnTo>
                    <a:pt x="477983" y="20914"/>
                  </a:lnTo>
                  <a:lnTo>
                    <a:pt x="477986" y="16731"/>
                  </a:lnTo>
                  <a:lnTo>
                    <a:pt x="477988" y="12548"/>
                  </a:lnTo>
                  <a:lnTo>
                    <a:pt x="477990" y="8365"/>
                  </a:lnTo>
                  <a:lnTo>
                    <a:pt x="477991" y="4182"/>
                  </a:lnTo>
                  <a:lnTo>
                    <a:pt x="478008" y="0"/>
                  </a:lnTo>
                  <a:lnTo>
                    <a:pt x="478010" y="4182"/>
                  </a:lnTo>
                  <a:lnTo>
                    <a:pt x="478011" y="8365"/>
                  </a:lnTo>
                  <a:lnTo>
                    <a:pt x="478013" y="12548"/>
                  </a:lnTo>
                  <a:lnTo>
                    <a:pt x="478016" y="16731"/>
                  </a:lnTo>
                  <a:lnTo>
                    <a:pt x="478018" y="20914"/>
                  </a:lnTo>
                  <a:lnTo>
                    <a:pt x="478021" y="25097"/>
                  </a:lnTo>
                  <a:lnTo>
                    <a:pt x="478025" y="29280"/>
                  </a:lnTo>
                  <a:lnTo>
                    <a:pt x="478029" y="33463"/>
                  </a:lnTo>
                  <a:lnTo>
                    <a:pt x="478033" y="37646"/>
                  </a:lnTo>
                  <a:lnTo>
                    <a:pt x="478038" y="41829"/>
                  </a:lnTo>
                  <a:lnTo>
                    <a:pt x="478044" y="46012"/>
                  </a:lnTo>
                  <a:lnTo>
                    <a:pt x="478050" y="50195"/>
                  </a:lnTo>
                  <a:lnTo>
                    <a:pt x="478058" y="54378"/>
                  </a:lnTo>
                  <a:lnTo>
                    <a:pt x="478066" y="58561"/>
                  </a:lnTo>
                  <a:lnTo>
                    <a:pt x="478075" y="62744"/>
                  </a:lnTo>
                  <a:lnTo>
                    <a:pt x="478085" y="66926"/>
                  </a:lnTo>
                  <a:lnTo>
                    <a:pt x="478096" y="71109"/>
                  </a:lnTo>
                  <a:lnTo>
                    <a:pt x="478109" y="75292"/>
                  </a:lnTo>
                  <a:lnTo>
                    <a:pt x="478123" y="79475"/>
                  </a:lnTo>
                  <a:lnTo>
                    <a:pt x="478138" y="83658"/>
                  </a:lnTo>
                  <a:lnTo>
                    <a:pt x="478154" y="87841"/>
                  </a:lnTo>
                  <a:lnTo>
                    <a:pt x="478173" y="92024"/>
                  </a:lnTo>
                  <a:lnTo>
                    <a:pt x="478193" y="96207"/>
                  </a:lnTo>
                  <a:lnTo>
                    <a:pt x="478215" y="100390"/>
                  </a:lnTo>
                  <a:lnTo>
                    <a:pt x="478238" y="104573"/>
                  </a:lnTo>
                  <a:lnTo>
                    <a:pt x="478263" y="108756"/>
                  </a:lnTo>
                  <a:lnTo>
                    <a:pt x="478291" y="112939"/>
                  </a:lnTo>
                  <a:lnTo>
                    <a:pt x="478320" y="117122"/>
                  </a:lnTo>
                  <a:lnTo>
                    <a:pt x="478351" y="121305"/>
                  </a:lnTo>
                  <a:lnTo>
                    <a:pt x="478385" y="125488"/>
                  </a:lnTo>
                  <a:lnTo>
                    <a:pt x="478421" y="129670"/>
                  </a:lnTo>
                  <a:lnTo>
                    <a:pt x="478459" y="133853"/>
                  </a:lnTo>
                  <a:lnTo>
                    <a:pt x="478498" y="138036"/>
                  </a:lnTo>
                  <a:lnTo>
                    <a:pt x="478540" y="142219"/>
                  </a:lnTo>
                  <a:lnTo>
                    <a:pt x="478584" y="146402"/>
                  </a:lnTo>
                  <a:lnTo>
                    <a:pt x="478631" y="150585"/>
                  </a:lnTo>
                  <a:lnTo>
                    <a:pt x="478679" y="154768"/>
                  </a:lnTo>
                  <a:lnTo>
                    <a:pt x="478728" y="158951"/>
                  </a:lnTo>
                  <a:lnTo>
                    <a:pt x="478780" y="163134"/>
                  </a:lnTo>
                  <a:lnTo>
                    <a:pt x="478834" y="167317"/>
                  </a:lnTo>
                  <a:lnTo>
                    <a:pt x="478889" y="171500"/>
                  </a:lnTo>
                  <a:lnTo>
                    <a:pt x="478945" y="175683"/>
                  </a:lnTo>
                  <a:lnTo>
                    <a:pt x="479002" y="179866"/>
                  </a:lnTo>
                  <a:lnTo>
                    <a:pt x="479061" y="184049"/>
                  </a:lnTo>
                  <a:lnTo>
                    <a:pt x="479121" y="188232"/>
                  </a:lnTo>
                  <a:lnTo>
                    <a:pt x="479181" y="192414"/>
                  </a:lnTo>
                  <a:lnTo>
                    <a:pt x="479242" y="196597"/>
                  </a:lnTo>
                  <a:lnTo>
                    <a:pt x="479303" y="200780"/>
                  </a:lnTo>
                  <a:lnTo>
                    <a:pt x="479364" y="204963"/>
                  </a:lnTo>
                  <a:lnTo>
                    <a:pt x="479425" y="209146"/>
                  </a:lnTo>
                  <a:lnTo>
                    <a:pt x="479486" y="213329"/>
                  </a:lnTo>
                  <a:lnTo>
                    <a:pt x="479546" y="217512"/>
                  </a:lnTo>
                  <a:lnTo>
                    <a:pt x="479605" y="221695"/>
                  </a:lnTo>
                  <a:lnTo>
                    <a:pt x="479663" y="225878"/>
                  </a:lnTo>
                  <a:lnTo>
                    <a:pt x="479721" y="230061"/>
                  </a:lnTo>
                  <a:lnTo>
                    <a:pt x="479777" y="234244"/>
                  </a:lnTo>
                  <a:lnTo>
                    <a:pt x="479831" y="238427"/>
                  </a:lnTo>
                  <a:lnTo>
                    <a:pt x="479884" y="242610"/>
                  </a:lnTo>
                  <a:lnTo>
                    <a:pt x="479934" y="246793"/>
                  </a:lnTo>
                  <a:lnTo>
                    <a:pt x="479983" y="250976"/>
                  </a:lnTo>
                  <a:lnTo>
                    <a:pt x="480031" y="255158"/>
                  </a:lnTo>
                  <a:lnTo>
                    <a:pt x="480076" y="259341"/>
                  </a:lnTo>
                  <a:lnTo>
                    <a:pt x="480119" y="263524"/>
                  </a:lnTo>
                  <a:lnTo>
                    <a:pt x="480160" y="267707"/>
                  </a:lnTo>
                  <a:lnTo>
                    <a:pt x="480199" y="271890"/>
                  </a:lnTo>
                  <a:lnTo>
                    <a:pt x="480237" y="276073"/>
                  </a:lnTo>
                  <a:lnTo>
                    <a:pt x="480272" y="280256"/>
                  </a:lnTo>
                  <a:lnTo>
                    <a:pt x="480306" y="284439"/>
                  </a:lnTo>
                  <a:lnTo>
                    <a:pt x="480338" y="288622"/>
                  </a:lnTo>
                  <a:lnTo>
                    <a:pt x="480369" y="292805"/>
                  </a:lnTo>
                  <a:lnTo>
                    <a:pt x="480399" y="296988"/>
                  </a:lnTo>
                  <a:lnTo>
                    <a:pt x="480428" y="301171"/>
                  </a:lnTo>
                  <a:lnTo>
                    <a:pt x="480456" y="305354"/>
                  </a:lnTo>
                  <a:lnTo>
                    <a:pt x="480484" y="309537"/>
                  </a:lnTo>
                  <a:lnTo>
                    <a:pt x="480511" y="313720"/>
                  </a:lnTo>
                  <a:lnTo>
                    <a:pt x="480539" y="317902"/>
                  </a:lnTo>
                  <a:lnTo>
                    <a:pt x="480568" y="322085"/>
                  </a:lnTo>
                  <a:lnTo>
                    <a:pt x="480597" y="326268"/>
                  </a:lnTo>
                  <a:lnTo>
                    <a:pt x="480627" y="330451"/>
                  </a:lnTo>
                  <a:lnTo>
                    <a:pt x="480659" y="334634"/>
                  </a:lnTo>
                  <a:lnTo>
                    <a:pt x="480693" y="338817"/>
                  </a:lnTo>
                  <a:lnTo>
                    <a:pt x="480730" y="343000"/>
                  </a:lnTo>
                  <a:lnTo>
                    <a:pt x="480768" y="347183"/>
                  </a:lnTo>
                  <a:lnTo>
                    <a:pt x="480809" y="351366"/>
                  </a:lnTo>
                  <a:lnTo>
                    <a:pt x="480854" y="355549"/>
                  </a:lnTo>
                  <a:lnTo>
                    <a:pt x="480903" y="359732"/>
                  </a:lnTo>
                  <a:lnTo>
                    <a:pt x="480955" y="363915"/>
                  </a:lnTo>
                  <a:lnTo>
                    <a:pt x="481010" y="368098"/>
                  </a:lnTo>
                  <a:lnTo>
                    <a:pt x="481071" y="372281"/>
                  </a:lnTo>
                  <a:lnTo>
                    <a:pt x="481136" y="376464"/>
                  </a:lnTo>
                  <a:lnTo>
                    <a:pt x="481205" y="380646"/>
                  </a:lnTo>
                  <a:lnTo>
                    <a:pt x="481279" y="384829"/>
                  </a:lnTo>
                  <a:lnTo>
                    <a:pt x="481357" y="389012"/>
                  </a:lnTo>
                  <a:lnTo>
                    <a:pt x="481442" y="393195"/>
                  </a:lnTo>
                  <a:lnTo>
                    <a:pt x="481531" y="397378"/>
                  </a:lnTo>
                  <a:lnTo>
                    <a:pt x="481625" y="401561"/>
                  </a:lnTo>
                  <a:lnTo>
                    <a:pt x="481724" y="405744"/>
                  </a:lnTo>
                  <a:lnTo>
                    <a:pt x="481828" y="409927"/>
                  </a:lnTo>
                  <a:lnTo>
                    <a:pt x="481938" y="414110"/>
                  </a:lnTo>
                  <a:lnTo>
                    <a:pt x="482052" y="418293"/>
                  </a:lnTo>
                  <a:lnTo>
                    <a:pt x="482171" y="422476"/>
                  </a:lnTo>
                  <a:lnTo>
                    <a:pt x="482295" y="426659"/>
                  </a:lnTo>
                  <a:lnTo>
                    <a:pt x="482425" y="430842"/>
                  </a:lnTo>
                  <a:lnTo>
                    <a:pt x="482558" y="435025"/>
                  </a:lnTo>
                  <a:lnTo>
                    <a:pt x="482696" y="439208"/>
                  </a:lnTo>
                  <a:lnTo>
                    <a:pt x="482837" y="443390"/>
                  </a:lnTo>
                  <a:lnTo>
                    <a:pt x="482983" y="447573"/>
                  </a:lnTo>
                  <a:lnTo>
                    <a:pt x="483133" y="451756"/>
                  </a:lnTo>
                  <a:lnTo>
                    <a:pt x="483287" y="455939"/>
                  </a:lnTo>
                  <a:lnTo>
                    <a:pt x="483443" y="460122"/>
                  </a:lnTo>
                  <a:lnTo>
                    <a:pt x="483603" y="464305"/>
                  </a:lnTo>
                  <a:lnTo>
                    <a:pt x="483766" y="468488"/>
                  </a:lnTo>
                  <a:lnTo>
                    <a:pt x="483932" y="472671"/>
                  </a:lnTo>
                  <a:lnTo>
                    <a:pt x="484100" y="476854"/>
                  </a:lnTo>
                  <a:lnTo>
                    <a:pt x="484270" y="481037"/>
                  </a:lnTo>
                  <a:lnTo>
                    <a:pt x="484442" y="485220"/>
                  </a:lnTo>
                  <a:lnTo>
                    <a:pt x="484616" y="489403"/>
                  </a:lnTo>
                  <a:lnTo>
                    <a:pt x="484791" y="493586"/>
                  </a:lnTo>
                  <a:lnTo>
                    <a:pt x="484968" y="497769"/>
                  </a:lnTo>
                  <a:lnTo>
                    <a:pt x="485145" y="501952"/>
                  </a:lnTo>
                  <a:lnTo>
                    <a:pt x="485323" y="506134"/>
                  </a:lnTo>
                  <a:lnTo>
                    <a:pt x="485501" y="510317"/>
                  </a:lnTo>
                  <a:lnTo>
                    <a:pt x="485679" y="514500"/>
                  </a:lnTo>
                  <a:lnTo>
                    <a:pt x="485857" y="518683"/>
                  </a:lnTo>
                  <a:lnTo>
                    <a:pt x="486034" y="522866"/>
                  </a:lnTo>
                  <a:lnTo>
                    <a:pt x="486211" y="527049"/>
                  </a:lnTo>
                  <a:lnTo>
                    <a:pt x="486386" y="531232"/>
                  </a:lnTo>
                  <a:lnTo>
                    <a:pt x="486561" y="535415"/>
                  </a:lnTo>
                  <a:lnTo>
                    <a:pt x="486734" y="539598"/>
                  </a:lnTo>
                  <a:lnTo>
                    <a:pt x="486905" y="543781"/>
                  </a:lnTo>
                  <a:lnTo>
                    <a:pt x="487074" y="547964"/>
                  </a:lnTo>
                  <a:lnTo>
                    <a:pt x="487241" y="552147"/>
                  </a:lnTo>
                  <a:lnTo>
                    <a:pt x="487407" y="556330"/>
                  </a:lnTo>
                  <a:lnTo>
                    <a:pt x="487570" y="560513"/>
                  </a:lnTo>
                  <a:lnTo>
                    <a:pt x="487732" y="564696"/>
                  </a:lnTo>
                  <a:lnTo>
                    <a:pt x="487891" y="568878"/>
                  </a:lnTo>
                  <a:lnTo>
                    <a:pt x="488049" y="573061"/>
                  </a:lnTo>
                  <a:lnTo>
                    <a:pt x="488205" y="577244"/>
                  </a:lnTo>
                  <a:lnTo>
                    <a:pt x="488359" y="581427"/>
                  </a:lnTo>
                  <a:lnTo>
                    <a:pt x="488513" y="585610"/>
                  </a:lnTo>
                  <a:lnTo>
                    <a:pt x="488666" y="589793"/>
                  </a:lnTo>
                  <a:lnTo>
                    <a:pt x="488819" y="593976"/>
                  </a:lnTo>
                  <a:lnTo>
                    <a:pt x="488972" y="598159"/>
                  </a:lnTo>
                  <a:lnTo>
                    <a:pt x="489126" y="602342"/>
                  </a:lnTo>
                  <a:lnTo>
                    <a:pt x="489283" y="606525"/>
                  </a:lnTo>
                  <a:lnTo>
                    <a:pt x="489441" y="610708"/>
                  </a:lnTo>
                  <a:lnTo>
                    <a:pt x="489603" y="614891"/>
                  </a:lnTo>
                  <a:lnTo>
                    <a:pt x="489770" y="619074"/>
                  </a:lnTo>
                  <a:lnTo>
                    <a:pt x="489942" y="623257"/>
                  </a:lnTo>
                  <a:lnTo>
                    <a:pt x="490120" y="627440"/>
                  </a:lnTo>
                  <a:lnTo>
                    <a:pt x="490305" y="631622"/>
                  </a:lnTo>
                  <a:lnTo>
                    <a:pt x="490499" y="635805"/>
                  </a:lnTo>
                  <a:lnTo>
                    <a:pt x="490704" y="639988"/>
                  </a:lnTo>
                  <a:lnTo>
                    <a:pt x="490919" y="644171"/>
                  </a:lnTo>
                  <a:lnTo>
                    <a:pt x="491145" y="648354"/>
                  </a:lnTo>
                  <a:lnTo>
                    <a:pt x="491382" y="652537"/>
                  </a:lnTo>
                  <a:lnTo>
                    <a:pt x="491637" y="656720"/>
                  </a:lnTo>
                  <a:lnTo>
                    <a:pt x="491907" y="660903"/>
                  </a:lnTo>
                  <a:lnTo>
                    <a:pt x="492191" y="665086"/>
                  </a:lnTo>
                  <a:lnTo>
                    <a:pt x="492491" y="669269"/>
                  </a:lnTo>
                  <a:lnTo>
                    <a:pt x="492810" y="673452"/>
                  </a:lnTo>
                  <a:lnTo>
                    <a:pt x="493150" y="677635"/>
                  </a:lnTo>
                  <a:lnTo>
                    <a:pt x="493509" y="681818"/>
                  </a:lnTo>
                  <a:lnTo>
                    <a:pt x="493885" y="686001"/>
                  </a:lnTo>
                  <a:lnTo>
                    <a:pt x="494281" y="690184"/>
                  </a:lnTo>
                  <a:lnTo>
                    <a:pt x="494702" y="694366"/>
                  </a:lnTo>
                  <a:lnTo>
                    <a:pt x="495145" y="698549"/>
                  </a:lnTo>
                  <a:lnTo>
                    <a:pt x="495607" y="702732"/>
                  </a:lnTo>
                  <a:lnTo>
                    <a:pt x="496089" y="706915"/>
                  </a:lnTo>
                  <a:lnTo>
                    <a:pt x="496593" y="711098"/>
                  </a:lnTo>
                  <a:lnTo>
                    <a:pt x="497123" y="715281"/>
                  </a:lnTo>
                  <a:lnTo>
                    <a:pt x="497671" y="719464"/>
                  </a:lnTo>
                  <a:lnTo>
                    <a:pt x="498239" y="723647"/>
                  </a:lnTo>
                  <a:lnTo>
                    <a:pt x="498826" y="727830"/>
                  </a:lnTo>
                  <a:lnTo>
                    <a:pt x="499436" y="732013"/>
                  </a:lnTo>
                  <a:lnTo>
                    <a:pt x="500065" y="736196"/>
                  </a:lnTo>
                  <a:lnTo>
                    <a:pt x="500710" y="740379"/>
                  </a:lnTo>
                  <a:lnTo>
                    <a:pt x="501371" y="744562"/>
                  </a:lnTo>
                  <a:lnTo>
                    <a:pt x="502049" y="748745"/>
                  </a:lnTo>
                  <a:lnTo>
                    <a:pt x="502744" y="752928"/>
                  </a:lnTo>
                  <a:lnTo>
                    <a:pt x="503452" y="757110"/>
                  </a:lnTo>
                  <a:lnTo>
                    <a:pt x="504170" y="761293"/>
                  </a:lnTo>
                  <a:lnTo>
                    <a:pt x="504899" y="765476"/>
                  </a:lnTo>
                  <a:lnTo>
                    <a:pt x="505640" y="769659"/>
                  </a:lnTo>
                  <a:lnTo>
                    <a:pt x="506388" y="773842"/>
                  </a:lnTo>
                  <a:lnTo>
                    <a:pt x="507142" y="778025"/>
                  </a:lnTo>
                  <a:lnTo>
                    <a:pt x="507900" y="782208"/>
                  </a:lnTo>
                  <a:lnTo>
                    <a:pt x="508662" y="786391"/>
                  </a:lnTo>
                  <a:lnTo>
                    <a:pt x="509426" y="790574"/>
                  </a:lnTo>
                  <a:lnTo>
                    <a:pt x="510189" y="794757"/>
                  </a:lnTo>
                  <a:lnTo>
                    <a:pt x="510951" y="798940"/>
                  </a:lnTo>
                  <a:lnTo>
                    <a:pt x="511710" y="803123"/>
                  </a:lnTo>
                  <a:lnTo>
                    <a:pt x="512463" y="807306"/>
                  </a:lnTo>
                  <a:lnTo>
                    <a:pt x="513209" y="811489"/>
                  </a:lnTo>
                  <a:lnTo>
                    <a:pt x="513948" y="815672"/>
                  </a:lnTo>
                  <a:lnTo>
                    <a:pt x="514678" y="819854"/>
                  </a:lnTo>
                  <a:lnTo>
                    <a:pt x="515397" y="824037"/>
                  </a:lnTo>
                  <a:lnTo>
                    <a:pt x="516102" y="828220"/>
                  </a:lnTo>
                  <a:lnTo>
                    <a:pt x="516794" y="832403"/>
                  </a:lnTo>
                  <a:lnTo>
                    <a:pt x="517472" y="836586"/>
                  </a:lnTo>
                  <a:lnTo>
                    <a:pt x="518137" y="840769"/>
                  </a:lnTo>
                  <a:lnTo>
                    <a:pt x="518782" y="844952"/>
                  </a:lnTo>
                  <a:lnTo>
                    <a:pt x="519409" y="849135"/>
                  </a:lnTo>
                  <a:lnTo>
                    <a:pt x="520019" y="853318"/>
                  </a:lnTo>
                  <a:lnTo>
                    <a:pt x="520613" y="857501"/>
                  </a:lnTo>
                  <a:lnTo>
                    <a:pt x="521189" y="861684"/>
                  </a:lnTo>
                  <a:lnTo>
                    <a:pt x="521741" y="865867"/>
                  </a:lnTo>
                  <a:lnTo>
                    <a:pt x="522276" y="870050"/>
                  </a:lnTo>
                  <a:lnTo>
                    <a:pt x="522794" y="874233"/>
                  </a:lnTo>
                  <a:lnTo>
                    <a:pt x="523295" y="878416"/>
                  </a:lnTo>
                  <a:lnTo>
                    <a:pt x="523775" y="882598"/>
                  </a:lnTo>
                  <a:lnTo>
                    <a:pt x="524237" y="886781"/>
                  </a:lnTo>
                  <a:lnTo>
                    <a:pt x="524683" y="890964"/>
                  </a:lnTo>
                  <a:lnTo>
                    <a:pt x="525115" y="895147"/>
                  </a:lnTo>
                  <a:lnTo>
                    <a:pt x="525532" y="899330"/>
                  </a:lnTo>
                  <a:lnTo>
                    <a:pt x="525932" y="903513"/>
                  </a:lnTo>
                  <a:lnTo>
                    <a:pt x="526322" y="907696"/>
                  </a:lnTo>
                  <a:lnTo>
                    <a:pt x="526701" y="911879"/>
                  </a:lnTo>
                  <a:lnTo>
                    <a:pt x="527071" y="916062"/>
                  </a:lnTo>
                  <a:lnTo>
                    <a:pt x="527432" y="920245"/>
                  </a:lnTo>
                  <a:lnTo>
                    <a:pt x="527787" y="924428"/>
                  </a:lnTo>
                  <a:lnTo>
                    <a:pt x="528138" y="928611"/>
                  </a:lnTo>
                  <a:lnTo>
                    <a:pt x="528487" y="932794"/>
                  </a:lnTo>
                  <a:lnTo>
                    <a:pt x="528834" y="936977"/>
                  </a:lnTo>
                  <a:lnTo>
                    <a:pt x="529182" y="941160"/>
                  </a:lnTo>
                  <a:lnTo>
                    <a:pt x="529533" y="945342"/>
                  </a:lnTo>
                  <a:lnTo>
                    <a:pt x="529889" y="949525"/>
                  </a:lnTo>
                  <a:lnTo>
                    <a:pt x="530251" y="953708"/>
                  </a:lnTo>
                  <a:lnTo>
                    <a:pt x="530622" y="957891"/>
                  </a:lnTo>
                  <a:lnTo>
                    <a:pt x="531005" y="962074"/>
                  </a:lnTo>
                  <a:lnTo>
                    <a:pt x="531399" y="966257"/>
                  </a:lnTo>
                  <a:lnTo>
                    <a:pt x="531806" y="970440"/>
                  </a:lnTo>
                  <a:lnTo>
                    <a:pt x="532227" y="974623"/>
                  </a:lnTo>
                  <a:lnTo>
                    <a:pt x="532670" y="978806"/>
                  </a:lnTo>
                  <a:lnTo>
                    <a:pt x="533132" y="982989"/>
                  </a:lnTo>
                  <a:lnTo>
                    <a:pt x="533612" y="987172"/>
                  </a:lnTo>
                  <a:lnTo>
                    <a:pt x="534112" y="991355"/>
                  </a:lnTo>
                  <a:lnTo>
                    <a:pt x="534639" y="995538"/>
                  </a:lnTo>
                  <a:lnTo>
                    <a:pt x="535193" y="999721"/>
                  </a:lnTo>
                  <a:lnTo>
                    <a:pt x="535771" y="1003904"/>
                  </a:lnTo>
                  <a:lnTo>
                    <a:pt x="536375" y="1008086"/>
                  </a:lnTo>
                  <a:lnTo>
                    <a:pt x="537006" y="1012269"/>
                  </a:lnTo>
                  <a:lnTo>
                    <a:pt x="537674" y="1016452"/>
                  </a:lnTo>
                  <a:lnTo>
                    <a:pt x="538372" y="1020635"/>
                  </a:lnTo>
                  <a:lnTo>
                    <a:pt x="539100" y="1024818"/>
                  </a:lnTo>
                  <a:lnTo>
                    <a:pt x="539858" y="1029001"/>
                  </a:lnTo>
                  <a:lnTo>
                    <a:pt x="540654" y="1033184"/>
                  </a:lnTo>
                  <a:lnTo>
                    <a:pt x="541488" y="1037367"/>
                  </a:lnTo>
                  <a:lnTo>
                    <a:pt x="542356" y="1041550"/>
                  </a:lnTo>
                  <a:lnTo>
                    <a:pt x="543258" y="1045733"/>
                  </a:lnTo>
                  <a:lnTo>
                    <a:pt x="544193" y="1049916"/>
                  </a:lnTo>
                  <a:lnTo>
                    <a:pt x="545178" y="1054099"/>
                  </a:lnTo>
                  <a:lnTo>
                    <a:pt x="546198" y="1058282"/>
                  </a:lnTo>
                  <a:lnTo>
                    <a:pt x="547253" y="1062465"/>
                  </a:lnTo>
                  <a:lnTo>
                    <a:pt x="548344" y="1066648"/>
                  </a:lnTo>
                  <a:lnTo>
                    <a:pt x="549479" y="1070830"/>
                  </a:lnTo>
                  <a:lnTo>
                    <a:pt x="550656" y="1075013"/>
                  </a:lnTo>
                  <a:lnTo>
                    <a:pt x="551869" y="1079196"/>
                  </a:lnTo>
                  <a:lnTo>
                    <a:pt x="553117" y="1083379"/>
                  </a:lnTo>
                  <a:lnTo>
                    <a:pt x="554400" y="1087562"/>
                  </a:lnTo>
                  <a:lnTo>
                    <a:pt x="555730" y="1091745"/>
                  </a:lnTo>
                  <a:lnTo>
                    <a:pt x="557093" y="1095928"/>
                  </a:lnTo>
                  <a:lnTo>
                    <a:pt x="558487" y="1100111"/>
                  </a:lnTo>
                  <a:lnTo>
                    <a:pt x="559913" y="1104294"/>
                  </a:lnTo>
                  <a:lnTo>
                    <a:pt x="561372" y="1108477"/>
                  </a:lnTo>
                  <a:lnTo>
                    <a:pt x="562863" y="1112660"/>
                  </a:lnTo>
                  <a:lnTo>
                    <a:pt x="564378" y="1116843"/>
                  </a:lnTo>
                  <a:lnTo>
                    <a:pt x="565915" y="1121026"/>
                  </a:lnTo>
                  <a:lnTo>
                    <a:pt x="567472" y="1125209"/>
                  </a:lnTo>
                  <a:lnTo>
                    <a:pt x="569051" y="1129392"/>
                  </a:lnTo>
                  <a:lnTo>
                    <a:pt x="570642" y="1133574"/>
                  </a:lnTo>
                  <a:lnTo>
                    <a:pt x="572241" y="1137757"/>
                  </a:lnTo>
                  <a:lnTo>
                    <a:pt x="573847" y="1141940"/>
                  </a:lnTo>
                  <a:lnTo>
                    <a:pt x="575454" y="1146123"/>
                  </a:lnTo>
                  <a:lnTo>
                    <a:pt x="577057" y="1150306"/>
                  </a:lnTo>
                  <a:lnTo>
                    <a:pt x="578651" y="1154489"/>
                  </a:lnTo>
                  <a:lnTo>
                    <a:pt x="580233" y="1158672"/>
                  </a:lnTo>
                  <a:lnTo>
                    <a:pt x="581798" y="1162855"/>
                  </a:lnTo>
                  <a:lnTo>
                    <a:pt x="583332" y="1167038"/>
                  </a:lnTo>
                  <a:lnTo>
                    <a:pt x="584836" y="1171221"/>
                  </a:lnTo>
                  <a:lnTo>
                    <a:pt x="586306" y="1175404"/>
                  </a:lnTo>
                  <a:lnTo>
                    <a:pt x="587738" y="1179587"/>
                  </a:lnTo>
                  <a:lnTo>
                    <a:pt x="589120" y="1183770"/>
                  </a:lnTo>
                  <a:lnTo>
                    <a:pt x="590440" y="1187953"/>
                  </a:lnTo>
                  <a:lnTo>
                    <a:pt x="591703" y="1192136"/>
                  </a:lnTo>
                  <a:lnTo>
                    <a:pt x="592906" y="1196319"/>
                  </a:lnTo>
                  <a:lnTo>
                    <a:pt x="594045" y="1200501"/>
                  </a:lnTo>
                  <a:lnTo>
                    <a:pt x="595088" y="1204684"/>
                  </a:lnTo>
                  <a:lnTo>
                    <a:pt x="596050" y="1208867"/>
                  </a:lnTo>
                  <a:lnTo>
                    <a:pt x="596933" y="1213050"/>
                  </a:lnTo>
                  <a:lnTo>
                    <a:pt x="597730" y="1217233"/>
                  </a:lnTo>
                  <a:lnTo>
                    <a:pt x="598428" y="1221416"/>
                  </a:lnTo>
                  <a:lnTo>
                    <a:pt x="599008" y="1225599"/>
                  </a:lnTo>
                  <a:lnTo>
                    <a:pt x="599492" y="1229782"/>
                  </a:lnTo>
                  <a:lnTo>
                    <a:pt x="599878" y="1233965"/>
                  </a:lnTo>
                  <a:lnTo>
                    <a:pt x="600162" y="1238148"/>
                  </a:lnTo>
                  <a:lnTo>
                    <a:pt x="600309" y="1242331"/>
                  </a:lnTo>
                  <a:lnTo>
                    <a:pt x="600343" y="1246514"/>
                  </a:lnTo>
                  <a:lnTo>
                    <a:pt x="600271" y="1250697"/>
                  </a:lnTo>
                  <a:lnTo>
                    <a:pt x="600092" y="1254880"/>
                  </a:lnTo>
                  <a:lnTo>
                    <a:pt x="599792" y="1259063"/>
                  </a:lnTo>
                  <a:lnTo>
                    <a:pt x="599357" y="1263245"/>
                  </a:lnTo>
                  <a:lnTo>
                    <a:pt x="598817" y="1267428"/>
                  </a:lnTo>
                  <a:lnTo>
                    <a:pt x="598172" y="1271611"/>
                  </a:lnTo>
                  <a:lnTo>
                    <a:pt x="597424" y="1275794"/>
                  </a:lnTo>
                  <a:lnTo>
                    <a:pt x="597190" y="1276907"/>
                  </a:lnTo>
                  <a:lnTo>
                    <a:pt x="596544" y="1279977"/>
                  </a:lnTo>
                  <a:lnTo>
                    <a:pt x="595560" y="1284160"/>
                  </a:lnTo>
                  <a:lnTo>
                    <a:pt x="594482" y="1288343"/>
                  </a:lnTo>
                  <a:lnTo>
                    <a:pt x="593314" y="1292526"/>
                  </a:lnTo>
                  <a:lnTo>
                    <a:pt x="592049" y="1296709"/>
                  </a:lnTo>
                  <a:lnTo>
                    <a:pt x="590679" y="1300892"/>
                  </a:lnTo>
                  <a:lnTo>
                    <a:pt x="589234" y="1305075"/>
                  </a:lnTo>
                  <a:lnTo>
                    <a:pt x="587718" y="1309258"/>
                  </a:lnTo>
                  <a:lnTo>
                    <a:pt x="586133" y="1313441"/>
                  </a:lnTo>
                  <a:lnTo>
                    <a:pt x="584469" y="1317624"/>
                  </a:lnTo>
                  <a:lnTo>
                    <a:pt x="582746" y="1321807"/>
                  </a:lnTo>
                  <a:lnTo>
                    <a:pt x="580974" y="1325989"/>
                  </a:lnTo>
                  <a:lnTo>
                    <a:pt x="579158" y="1330172"/>
                  </a:lnTo>
                  <a:lnTo>
                    <a:pt x="577300" y="1334355"/>
                  </a:lnTo>
                  <a:lnTo>
                    <a:pt x="575401" y="1338538"/>
                  </a:lnTo>
                  <a:lnTo>
                    <a:pt x="573478" y="1342721"/>
                  </a:lnTo>
                  <a:lnTo>
                    <a:pt x="571536" y="1346904"/>
                  </a:lnTo>
                  <a:lnTo>
                    <a:pt x="569578" y="1351087"/>
                  </a:lnTo>
                  <a:lnTo>
                    <a:pt x="567609" y="1355270"/>
                  </a:lnTo>
                  <a:lnTo>
                    <a:pt x="565638" y="1359453"/>
                  </a:lnTo>
                  <a:lnTo>
                    <a:pt x="563671" y="1363636"/>
                  </a:lnTo>
                  <a:lnTo>
                    <a:pt x="561710" y="1367819"/>
                  </a:lnTo>
                  <a:lnTo>
                    <a:pt x="559762" y="1372002"/>
                  </a:lnTo>
                  <a:lnTo>
                    <a:pt x="557836" y="1376185"/>
                  </a:lnTo>
                  <a:lnTo>
                    <a:pt x="555933" y="1380368"/>
                  </a:lnTo>
                  <a:lnTo>
                    <a:pt x="554056" y="1384551"/>
                  </a:lnTo>
                  <a:lnTo>
                    <a:pt x="552207" y="1388733"/>
                  </a:lnTo>
                  <a:lnTo>
                    <a:pt x="550399" y="1392916"/>
                  </a:lnTo>
                  <a:lnTo>
                    <a:pt x="548633" y="1397099"/>
                  </a:lnTo>
                  <a:lnTo>
                    <a:pt x="546906" y="1401282"/>
                  </a:lnTo>
                  <a:lnTo>
                    <a:pt x="545221" y="1405465"/>
                  </a:lnTo>
                  <a:lnTo>
                    <a:pt x="543583" y="1409648"/>
                  </a:lnTo>
                  <a:lnTo>
                    <a:pt x="542007" y="1413831"/>
                  </a:lnTo>
                  <a:lnTo>
                    <a:pt x="540480" y="1418014"/>
                  </a:lnTo>
                  <a:lnTo>
                    <a:pt x="539003" y="1422197"/>
                  </a:lnTo>
                  <a:lnTo>
                    <a:pt x="537577" y="1426380"/>
                  </a:lnTo>
                  <a:lnTo>
                    <a:pt x="536219" y="1430563"/>
                  </a:lnTo>
                  <a:lnTo>
                    <a:pt x="534922" y="1434746"/>
                  </a:lnTo>
                  <a:lnTo>
                    <a:pt x="533679" y="1438929"/>
                  </a:lnTo>
                  <a:lnTo>
                    <a:pt x="532493" y="1443112"/>
                  </a:lnTo>
                  <a:lnTo>
                    <a:pt x="531365" y="1447295"/>
                  </a:lnTo>
                  <a:lnTo>
                    <a:pt x="530313" y="1451477"/>
                  </a:lnTo>
                  <a:lnTo>
                    <a:pt x="529317" y="1455660"/>
                  </a:lnTo>
                  <a:lnTo>
                    <a:pt x="528378" y="1459843"/>
                  </a:lnTo>
                  <a:lnTo>
                    <a:pt x="527495" y="1464026"/>
                  </a:lnTo>
                  <a:lnTo>
                    <a:pt x="526683" y="1468209"/>
                  </a:lnTo>
                  <a:lnTo>
                    <a:pt x="525935" y="1472392"/>
                  </a:lnTo>
                  <a:lnTo>
                    <a:pt x="525242" y="1476575"/>
                  </a:lnTo>
                  <a:lnTo>
                    <a:pt x="524604" y="1480758"/>
                  </a:lnTo>
                  <a:lnTo>
                    <a:pt x="524023" y="1484941"/>
                  </a:lnTo>
                  <a:lnTo>
                    <a:pt x="523515" y="1489124"/>
                  </a:lnTo>
                  <a:lnTo>
                    <a:pt x="523060" y="1493307"/>
                  </a:lnTo>
                  <a:lnTo>
                    <a:pt x="522657" y="1497490"/>
                  </a:lnTo>
                  <a:lnTo>
                    <a:pt x="522306" y="1501673"/>
                  </a:lnTo>
                  <a:lnTo>
                    <a:pt x="522017" y="1505856"/>
                  </a:lnTo>
                  <a:lnTo>
                    <a:pt x="521787" y="1510039"/>
                  </a:lnTo>
                  <a:lnTo>
                    <a:pt x="521605" y="1514221"/>
                  </a:lnTo>
                  <a:lnTo>
                    <a:pt x="521471" y="1518404"/>
                  </a:lnTo>
                  <a:lnTo>
                    <a:pt x="521387" y="1522587"/>
                  </a:lnTo>
                  <a:lnTo>
                    <a:pt x="521366" y="1526770"/>
                  </a:lnTo>
                  <a:lnTo>
                    <a:pt x="521390" y="1530953"/>
                  </a:lnTo>
                  <a:lnTo>
                    <a:pt x="521458" y="1535136"/>
                  </a:lnTo>
                  <a:lnTo>
                    <a:pt x="521570" y="1539319"/>
                  </a:lnTo>
                  <a:lnTo>
                    <a:pt x="521735" y="1543502"/>
                  </a:lnTo>
                  <a:lnTo>
                    <a:pt x="521949" y="1547685"/>
                  </a:lnTo>
                  <a:lnTo>
                    <a:pt x="522203" y="1551868"/>
                  </a:lnTo>
                  <a:lnTo>
                    <a:pt x="522498" y="1556051"/>
                  </a:lnTo>
                  <a:lnTo>
                    <a:pt x="522832" y="1560234"/>
                  </a:lnTo>
                  <a:lnTo>
                    <a:pt x="523218" y="1564417"/>
                  </a:lnTo>
                  <a:lnTo>
                    <a:pt x="523641" y="1568600"/>
                  </a:lnTo>
                  <a:lnTo>
                    <a:pt x="524100" y="1572783"/>
                  </a:lnTo>
                  <a:lnTo>
                    <a:pt x="524593" y="1576965"/>
                  </a:lnTo>
                  <a:lnTo>
                    <a:pt x="525127" y="1581148"/>
                  </a:lnTo>
                  <a:lnTo>
                    <a:pt x="525698" y="1585331"/>
                  </a:lnTo>
                  <a:lnTo>
                    <a:pt x="526300" y="1589514"/>
                  </a:lnTo>
                  <a:lnTo>
                    <a:pt x="526931" y="1593697"/>
                  </a:lnTo>
                  <a:lnTo>
                    <a:pt x="527590" y="1597880"/>
                  </a:lnTo>
                  <a:lnTo>
                    <a:pt x="528286" y="1602063"/>
                  </a:lnTo>
                  <a:lnTo>
                    <a:pt x="529006" y="1606246"/>
                  </a:lnTo>
                  <a:lnTo>
                    <a:pt x="529749" y="1610429"/>
                  </a:lnTo>
                  <a:lnTo>
                    <a:pt x="530514" y="1614612"/>
                  </a:lnTo>
                  <a:lnTo>
                    <a:pt x="531303" y="1618795"/>
                  </a:lnTo>
                  <a:lnTo>
                    <a:pt x="532114" y="1622978"/>
                  </a:lnTo>
                  <a:lnTo>
                    <a:pt x="532942" y="1627161"/>
                  </a:lnTo>
                  <a:lnTo>
                    <a:pt x="533786" y="1631344"/>
                  </a:lnTo>
                  <a:lnTo>
                    <a:pt x="534645" y="1635527"/>
                  </a:lnTo>
                  <a:lnTo>
                    <a:pt x="535524" y="1639709"/>
                  </a:lnTo>
                  <a:lnTo>
                    <a:pt x="536417" y="1643892"/>
                  </a:lnTo>
                  <a:lnTo>
                    <a:pt x="537324" y="1648075"/>
                  </a:lnTo>
                  <a:lnTo>
                    <a:pt x="538247" y="1652258"/>
                  </a:lnTo>
                  <a:lnTo>
                    <a:pt x="539189" y="1656441"/>
                  </a:lnTo>
                  <a:lnTo>
                    <a:pt x="540153" y="1660624"/>
                  </a:lnTo>
                  <a:lnTo>
                    <a:pt x="541141" y="1664807"/>
                  </a:lnTo>
                  <a:lnTo>
                    <a:pt x="542154" y="1668990"/>
                  </a:lnTo>
                  <a:lnTo>
                    <a:pt x="543196" y="1673173"/>
                  </a:lnTo>
                  <a:lnTo>
                    <a:pt x="544290" y="1677356"/>
                  </a:lnTo>
                  <a:lnTo>
                    <a:pt x="545433" y="1681539"/>
                  </a:lnTo>
                  <a:lnTo>
                    <a:pt x="546632" y="1685722"/>
                  </a:lnTo>
                  <a:lnTo>
                    <a:pt x="547894" y="1689905"/>
                  </a:lnTo>
                  <a:lnTo>
                    <a:pt x="549246" y="1694088"/>
                  </a:lnTo>
                  <a:lnTo>
                    <a:pt x="550713" y="1698271"/>
                  </a:lnTo>
                  <a:lnTo>
                    <a:pt x="552291" y="1702453"/>
                  </a:lnTo>
                  <a:lnTo>
                    <a:pt x="553996" y="1706636"/>
                  </a:lnTo>
                  <a:lnTo>
                    <a:pt x="555841" y="1710819"/>
                  </a:lnTo>
                  <a:lnTo>
                    <a:pt x="557913" y="1715002"/>
                  </a:lnTo>
                  <a:lnTo>
                    <a:pt x="560188" y="1719185"/>
                  </a:lnTo>
                  <a:lnTo>
                    <a:pt x="562680" y="1723368"/>
                  </a:lnTo>
                  <a:lnTo>
                    <a:pt x="565408" y="1727551"/>
                  </a:lnTo>
                  <a:lnTo>
                    <a:pt x="568442" y="1731734"/>
                  </a:lnTo>
                  <a:lnTo>
                    <a:pt x="571845" y="1735917"/>
                  </a:lnTo>
                  <a:lnTo>
                    <a:pt x="575579" y="1740100"/>
                  </a:lnTo>
                  <a:lnTo>
                    <a:pt x="579665" y="1744283"/>
                  </a:lnTo>
                  <a:lnTo>
                    <a:pt x="584125" y="1748466"/>
                  </a:lnTo>
                  <a:lnTo>
                    <a:pt x="589139" y="1752649"/>
                  </a:lnTo>
                  <a:lnTo>
                    <a:pt x="594617" y="1756832"/>
                  </a:lnTo>
                  <a:lnTo>
                    <a:pt x="600560" y="1761015"/>
                  </a:lnTo>
                  <a:lnTo>
                    <a:pt x="606985" y="1765197"/>
                  </a:lnTo>
                  <a:lnTo>
                    <a:pt x="613988" y="1769380"/>
                  </a:lnTo>
                  <a:lnTo>
                    <a:pt x="621648" y="1773563"/>
                  </a:lnTo>
                  <a:lnTo>
                    <a:pt x="629847" y="1777746"/>
                  </a:lnTo>
                  <a:lnTo>
                    <a:pt x="638592" y="1781929"/>
                  </a:lnTo>
                  <a:lnTo>
                    <a:pt x="647886" y="1786112"/>
                  </a:lnTo>
                  <a:lnTo>
                    <a:pt x="657915" y="1790295"/>
                  </a:lnTo>
                  <a:lnTo>
                    <a:pt x="668511" y="1794478"/>
                  </a:lnTo>
                  <a:lnTo>
                    <a:pt x="679630" y="1798661"/>
                  </a:lnTo>
                  <a:lnTo>
                    <a:pt x="691255" y="1802844"/>
                  </a:lnTo>
                  <a:lnTo>
                    <a:pt x="703424" y="1807027"/>
                  </a:lnTo>
                  <a:lnTo>
                    <a:pt x="716141" y="1811210"/>
                  </a:lnTo>
                  <a:lnTo>
                    <a:pt x="729241" y="1815393"/>
                  </a:lnTo>
                  <a:lnTo>
                    <a:pt x="742682" y="1819576"/>
                  </a:lnTo>
                  <a:lnTo>
                    <a:pt x="756421" y="1823759"/>
                  </a:lnTo>
                  <a:lnTo>
                    <a:pt x="770451" y="1827941"/>
                  </a:lnTo>
                  <a:lnTo>
                    <a:pt x="784616" y="1832124"/>
                  </a:lnTo>
                  <a:lnTo>
                    <a:pt x="798836" y="1836307"/>
                  </a:lnTo>
                  <a:lnTo>
                    <a:pt x="813046" y="1840490"/>
                  </a:lnTo>
                  <a:lnTo>
                    <a:pt x="827153" y="1844673"/>
                  </a:lnTo>
                  <a:lnTo>
                    <a:pt x="840990" y="1848856"/>
                  </a:lnTo>
                  <a:lnTo>
                    <a:pt x="854508" y="1853039"/>
                  </a:lnTo>
                  <a:lnTo>
                    <a:pt x="867630" y="1857222"/>
                  </a:lnTo>
                  <a:lnTo>
                    <a:pt x="880280" y="1861405"/>
                  </a:lnTo>
                  <a:lnTo>
                    <a:pt x="892163" y="1865588"/>
                  </a:lnTo>
                  <a:lnTo>
                    <a:pt x="903277" y="1869771"/>
                  </a:lnTo>
                  <a:lnTo>
                    <a:pt x="913603" y="1873954"/>
                  </a:lnTo>
                  <a:lnTo>
                    <a:pt x="923074" y="1878137"/>
                  </a:lnTo>
                  <a:lnTo>
                    <a:pt x="931515" y="1882320"/>
                  </a:lnTo>
                  <a:lnTo>
                    <a:pt x="938630" y="1886503"/>
                  </a:lnTo>
                  <a:lnTo>
                    <a:pt x="944643" y="1890685"/>
                  </a:lnTo>
                  <a:lnTo>
                    <a:pt x="949513" y="1894868"/>
                  </a:lnTo>
                  <a:lnTo>
                    <a:pt x="953200" y="1899051"/>
                  </a:lnTo>
                  <a:lnTo>
                    <a:pt x="955293" y="1903234"/>
                  </a:lnTo>
                  <a:lnTo>
                    <a:pt x="956002" y="1907417"/>
                  </a:lnTo>
                  <a:lnTo>
                    <a:pt x="955714" y="1909571"/>
                  </a:lnTo>
                  <a:lnTo>
                    <a:pt x="955443" y="1911600"/>
                  </a:lnTo>
                  <a:lnTo>
                    <a:pt x="953614" y="1915783"/>
                  </a:lnTo>
                  <a:lnTo>
                    <a:pt x="950402" y="1919966"/>
                  </a:lnTo>
                  <a:lnTo>
                    <a:pt x="945575" y="1924149"/>
                  </a:lnTo>
                  <a:lnTo>
                    <a:pt x="939549" y="1928332"/>
                  </a:lnTo>
                  <a:lnTo>
                    <a:pt x="932362" y="1932515"/>
                  </a:lnTo>
                  <a:lnTo>
                    <a:pt x="924053" y="1936698"/>
                  </a:lnTo>
                  <a:lnTo>
                    <a:pt x="914391" y="1940881"/>
                  </a:lnTo>
                  <a:lnTo>
                    <a:pt x="903660" y="1945064"/>
                  </a:lnTo>
                  <a:lnTo>
                    <a:pt x="892044" y="1949247"/>
                  </a:lnTo>
                  <a:lnTo>
                    <a:pt x="879608" y="1953429"/>
                  </a:lnTo>
                  <a:lnTo>
                    <a:pt x="866371" y="1957612"/>
                  </a:lnTo>
                  <a:lnTo>
                    <a:pt x="852315" y="1961795"/>
                  </a:lnTo>
                  <a:lnTo>
                    <a:pt x="837752" y="1965978"/>
                  </a:lnTo>
                  <a:lnTo>
                    <a:pt x="822759" y="1970161"/>
                  </a:lnTo>
                  <a:lnTo>
                    <a:pt x="807410" y="1974344"/>
                  </a:lnTo>
                  <a:lnTo>
                    <a:pt x="791749" y="1978527"/>
                  </a:lnTo>
                  <a:lnTo>
                    <a:pt x="775948" y="1982710"/>
                  </a:lnTo>
                  <a:lnTo>
                    <a:pt x="760108" y="1986893"/>
                  </a:lnTo>
                  <a:lnTo>
                    <a:pt x="744296" y="1991076"/>
                  </a:lnTo>
                  <a:lnTo>
                    <a:pt x="728591" y="1995259"/>
                  </a:lnTo>
                  <a:lnTo>
                    <a:pt x="713153" y="1999442"/>
                  </a:lnTo>
                  <a:lnTo>
                    <a:pt x="697997" y="2003625"/>
                  </a:lnTo>
                  <a:lnTo>
                    <a:pt x="683173" y="2007808"/>
                  </a:lnTo>
                  <a:lnTo>
                    <a:pt x="668724" y="2011991"/>
                  </a:lnTo>
                  <a:lnTo>
                    <a:pt x="654820" y="2016173"/>
                  </a:lnTo>
                  <a:lnTo>
                    <a:pt x="641471" y="2020356"/>
                  </a:lnTo>
                  <a:lnTo>
                    <a:pt x="628640" y="2024539"/>
                  </a:lnTo>
                  <a:lnTo>
                    <a:pt x="616348" y="2028722"/>
                  </a:lnTo>
                  <a:lnTo>
                    <a:pt x="604645" y="2032905"/>
                  </a:lnTo>
                  <a:lnTo>
                    <a:pt x="593719" y="2037088"/>
                  </a:lnTo>
                  <a:lnTo>
                    <a:pt x="583381" y="2041271"/>
                  </a:lnTo>
                  <a:lnTo>
                    <a:pt x="573630" y="2045454"/>
                  </a:lnTo>
                  <a:lnTo>
                    <a:pt x="564466" y="2049637"/>
                  </a:lnTo>
                  <a:lnTo>
                    <a:pt x="556022" y="2053820"/>
                  </a:lnTo>
                  <a:lnTo>
                    <a:pt x="548229" y="2058003"/>
                  </a:lnTo>
                  <a:lnTo>
                    <a:pt x="540982" y="2062186"/>
                  </a:lnTo>
                  <a:lnTo>
                    <a:pt x="534269" y="2066369"/>
                  </a:lnTo>
                  <a:lnTo>
                    <a:pt x="528093" y="2070552"/>
                  </a:lnTo>
                  <a:lnTo>
                    <a:pt x="522577" y="2074735"/>
                  </a:lnTo>
                  <a:lnTo>
                    <a:pt x="517516" y="2078917"/>
                  </a:lnTo>
                  <a:lnTo>
                    <a:pt x="512891" y="2083100"/>
                  </a:lnTo>
                  <a:lnTo>
                    <a:pt x="508680" y="2087283"/>
                  </a:lnTo>
                  <a:lnTo>
                    <a:pt x="504943" y="2091466"/>
                  </a:lnTo>
                  <a:lnTo>
                    <a:pt x="501615" y="2095649"/>
                  </a:lnTo>
                  <a:lnTo>
                    <a:pt x="498611" y="2099832"/>
                  </a:lnTo>
                  <a:lnTo>
                    <a:pt x="495912" y="2104015"/>
                  </a:lnTo>
                  <a:lnTo>
                    <a:pt x="493502" y="2108198"/>
                  </a:lnTo>
                  <a:lnTo>
                    <a:pt x="491438" y="2112381"/>
                  </a:lnTo>
                  <a:lnTo>
                    <a:pt x="489598" y="2116564"/>
                  </a:lnTo>
                  <a:lnTo>
                    <a:pt x="487963" y="2120747"/>
                  </a:lnTo>
                  <a:lnTo>
                    <a:pt x="486519" y="2124930"/>
                  </a:lnTo>
                  <a:lnTo>
                    <a:pt x="485280" y="2129113"/>
                  </a:lnTo>
                  <a:lnTo>
                    <a:pt x="484215" y="2133296"/>
                  </a:lnTo>
                  <a:lnTo>
                    <a:pt x="483279" y="2137479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86475" y="40837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86475" y="40837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506808" y="4083749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06808" y="4083749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48700" y="3453690"/>
              <a:ext cx="0" cy="377617"/>
            </a:xfrm>
            <a:custGeom>
              <a:avLst/>
              <a:pathLst>
                <a:path w="0" h="377617">
                  <a:moveTo>
                    <a:pt x="0" y="37761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48700" y="40837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569033" y="3831307"/>
              <a:ext cx="159333" cy="252442"/>
            </a:xfrm>
            <a:custGeom>
              <a:avLst/>
              <a:pathLst>
                <a:path w="159333" h="252442">
                  <a:moveTo>
                    <a:pt x="0" y="0"/>
                  </a:moveTo>
                  <a:lnTo>
                    <a:pt x="0" y="252442"/>
                  </a:lnTo>
                  <a:lnTo>
                    <a:pt x="159333" y="252442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69033" y="3965489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710925" y="2694918"/>
              <a:ext cx="0" cy="832223"/>
            </a:xfrm>
            <a:custGeom>
              <a:avLst/>
              <a:pathLst>
                <a:path w="0" h="832223">
                  <a:moveTo>
                    <a:pt x="0" y="83222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10925" y="40837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3631258" y="3527141"/>
              <a:ext cx="159333" cy="556608"/>
            </a:xfrm>
            <a:custGeom>
              <a:avLst/>
              <a:pathLst>
                <a:path w="159333" h="556608">
                  <a:moveTo>
                    <a:pt x="0" y="0"/>
                  </a:moveTo>
                  <a:lnTo>
                    <a:pt x="0" y="556608"/>
                  </a:lnTo>
                  <a:lnTo>
                    <a:pt x="159333" y="556608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631258" y="4083749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73149" y="2557267"/>
              <a:ext cx="0" cy="893817"/>
            </a:xfrm>
            <a:custGeom>
              <a:avLst/>
              <a:pathLst>
                <a:path w="0" h="893817">
                  <a:moveTo>
                    <a:pt x="0" y="89381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73149" y="40837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4693482" y="3451085"/>
              <a:ext cx="159333" cy="632664"/>
            </a:xfrm>
            <a:custGeom>
              <a:avLst/>
              <a:pathLst>
                <a:path w="159333" h="632664">
                  <a:moveTo>
                    <a:pt x="0" y="0"/>
                  </a:moveTo>
                  <a:lnTo>
                    <a:pt x="0" y="632664"/>
                  </a:lnTo>
                  <a:lnTo>
                    <a:pt x="159333" y="632664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693482" y="4083749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553074" y="388222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615299" y="388519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677523" y="377501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739748" y="3751500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24480" y="185395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1" name="pl41"/>
            <p:cNvSpPr/>
            <p:nvPr/>
          </p:nvSpPr>
          <p:spPr>
            <a:xfrm>
              <a:off x="3710925" y="1981668"/>
              <a:ext cx="0" cy="33633"/>
            </a:xfrm>
            <a:custGeom>
              <a:avLst/>
              <a:pathLst>
                <a:path w="0" h="33633">
                  <a:moveTo>
                    <a:pt x="0" y="3363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710925" y="1981668"/>
              <a:ext cx="1062224" cy="0"/>
            </a:xfrm>
            <a:custGeom>
              <a:avLst/>
              <a:pathLst>
                <a:path w="1062224" h="0">
                  <a:moveTo>
                    <a:pt x="0" y="0"/>
                  </a:moveTo>
                  <a:lnTo>
                    <a:pt x="1062224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773149" y="1981668"/>
              <a:ext cx="0" cy="33633"/>
            </a:xfrm>
            <a:custGeom>
              <a:avLst/>
              <a:pathLst>
                <a:path w="0" h="33633">
                  <a:moveTo>
                    <a:pt x="0" y="0"/>
                  </a:moveTo>
                  <a:lnTo>
                    <a:pt x="0" y="3363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3081423" y="2022121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5" name="pl45"/>
            <p:cNvSpPr/>
            <p:nvPr/>
          </p:nvSpPr>
          <p:spPr>
            <a:xfrm>
              <a:off x="3710925" y="2149835"/>
              <a:ext cx="0" cy="33633"/>
            </a:xfrm>
            <a:custGeom>
              <a:avLst/>
              <a:pathLst>
                <a:path w="0" h="33633">
                  <a:moveTo>
                    <a:pt x="0" y="3363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48700" y="2149835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48700" y="2149835"/>
              <a:ext cx="0" cy="33633"/>
            </a:xfrm>
            <a:custGeom>
              <a:avLst/>
              <a:pathLst>
                <a:path w="0" h="33633">
                  <a:moveTo>
                    <a:pt x="0" y="0"/>
                  </a:moveTo>
                  <a:lnTo>
                    <a:pt x="0" y="3363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3612535" y="134945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4773149" y="1477169"/>
              <a:ext cx="0" cy="33633"/>
            </a:xfrm>
            <a:custGeom>
              <a:avLst/>
              <a:pathLst>
                <a:path w="0" h="33633">
                  <a:moveTo>
                    <a:pt x="0" y="3363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48700" y="147716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48700" y="1477169"/>
              <a:ext cx="0" cy="33633"/>
            </a:xfrm>
            <a:custGeom>
              <a:avLst/>
              <a:pathLst>
                <a:path w="0" h="33633">
                  <a:moveTo>
                    <a:pt x="0" y="0"/>
                  </a:moveTo>
                  <a:lnTo>
                    <a:pt x="0" y="3363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2550310" y="1685788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3" name="pl53"/>
            <p:cNvSpPr/>
            <p:nvPr/>
          </p:nvSpPr>
          <p:spPr>
            <a:xfrm>
              <a:off x="3710925" y="1813502"/>
              <a:ext cx="0" cy="33633"/>
            </a:xfrm>
            <a:custGeom>
              <a:avLst/>
              <a:pathLst>
                <a:path w="0" h="33633">
                  <a:moveTo>
                    <a:pt x="0" y="3363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1586475" y="1813502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586475" y="1813502"/>
              <a:ext cx="0" cy="33633"/>
            </a:xfrm>
            <a:custGeom>
              <a:avLst/>
              <a:pathLst>
                <a:path w="0" h="33633">
                  <a:moveTo>
                    <a:pt x="0" y="0"/>
                  </a:moveTo>
                  <a:lnTo>
                    <a:pt x="0" y="3363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3081423" y="1517622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4773149" y="1645336"/>
              <a:ext cx="0" cy="33633"/>
            </a:xfrm>
            <a:custGeom>
              <a:avLst/>
              <a:pathLst>
                <a:path w="0" h="33633">
                  <a:moveTo>
                    <a:pt x="0" y="3363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586475" y="1645336"/>
              <a:ext cx="3186674" cy="0"/>
            </a:xfrm>
            <a:custGeom>
              <a:avLst/>
              <a:pathLst>
                <a:path w="3186674" h="0">
                  <a:moveTo>
                    <a:pt x="318667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586475" y="1645336"/>
              <a:ext cx="0" cy="33633"/>
            </a:xfrm>
            <a:custGeom>
              <a:avLst/>
              <a:pathLst>
                <a:path w="0" h="33633">
                  <a:moveTo>
                    <a:pt x="0" y="0"/>
                  </a:moveTo>
                  <a:lnTo>
                    <a:pt x="0" y="3363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2019198" y="2190288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61" name="pl61"/>
            <p:cNvSpPr/>
            <p:nvPr/>
          </p:nvSpPr>
          <p:spPr>
            <a:xfrm>
              <a:off x="2648700" y="2318001"/>
              <a:ext cx="0" cy="33633"/>
            </a:xfrm>
            <a:custGeom>
              <a:avLst/>
              <a:pathLst>
                <a:path w="0" h="33633">
                  <a:moveTo>
                    <a:pt x="0" y="3363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586475" y="2318001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586475" y="2318001"/>
              <a:ext cx="0" cy="33633"/>
            </a:xfrm>
            <a:custGeom>
              <a:avLst/>
              <a:pathLst>
                <a:path w="0" h="33633">
                  <a:moveTo>
                    <a:pt x="0" y="0"/>
                  </a:moveTo>
                  <a:lnTo>
                    <a:pt x="0" y="3363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724052" y="4029160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24052" y="3396394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724052" y="2763628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724052" y="2130862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724052" y="1498096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724052" y="865330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71" name="pl71"/>
            <p:cNvSpPr/>
            <p:nvPr/>
          </p:nvSpPr>
          <p:spPr>
            <a:xfrm>
              <a:off x="877140" y="4083749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77140" y="3450983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77140" y="2818217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77140" y="2185451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77140" y="1552685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77140" y="919919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58647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48700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71092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773149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1489046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555477" y="46211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605037" y="46211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675720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950389" y="48003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86" name="tx86"/>
            <p:cNvSpPr/>
            <p:nvPr/>
          </p:nvSpPr>
          <p:spPr>
            <a:xfrm rot="-5400000">
              <a:off x="-117526" y="25623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167114" y="533115"/>
              <a:ext cx="202539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— B_Plasma.cells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2026-05-26T22:02:28Z</dcterms:modified>
  <cp:category/>
</cp:coreProperties>
</file>