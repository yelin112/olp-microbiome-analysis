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347687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2439802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402731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108474" y="1901321"/>
              <a:ext cx="956002" cy="1860971"/>
            </a:xfrm>
            <a:custGeom>
              <a:avLst/>
              <a:pathLst>
                <a:path w="956002" h="1860971">
                  <a:moveTo>
                    <a:pt x="472670" y="1860971"/>
                  </a:moveTo>
                  <a:lnTo>
                    <a:pt x="472029" y="1857329"/>
                  </a:lnTo>
                  <a:lnTo>
                    <a:pt x="471308" y="1853688"/>
                  </a:lnTo>
                  <a:lnTo>
                    <a:pt x="470524" y="1850046"/>
                  </a:lnTo>
                  <a:lnTo>
                    <a:pt x="469676" y="1846404"/>
                  </a:lnTo>
                  <a:lnTo>
                    <a:pt x="468707" y="1842762"/>
                  </a:lnTo>
                  <a:lnTo>
                    <a:pt x="467656" y="1839120"/>
                  </a:lnTo>
                  <a:lnTo>
                    <a:pt x="466523" y="1835479"/>
                  </a:lnTo>
                  <a:lnTo>
                    <a:pt x="465266" y="1831837"/>
                  </a:lnTo>
                  <a:lnTo>
                    <a:pt x="463880" y="1828195"/>
                  </a:lnTo>
                  <a:lnTo>
                    <a:pt x="462390" y="1824553"/>
                  </a:lnTo>
                  <a:lnTo>
                    <a:pt x="460783" y="1820911"/>
                  </a:lnTo>
                  <a:lnTo>
                    <a:pt x="458983" y="1817269"/>
                  </a:lnTo>
                  <a:lnTo>
                    <a:pt x="457055" y="1813628"/>
                  </a:lnTo>
                  <a:lnTo>
                    <a:pt x="454994" y="1809986"/>
                  </a:lnTo>
                  <a:lnTo>
                    <a:pt x="452728" y="1806344"/>
                  </a:lnTo>
                  <a:lnTo>
                    <a:pt x="450273" y="1802702"/>
                  </a:lnTo>
                  <a:lnTo>
                    <a:pt x="447659" y="1799060"/>
                  </a:lnTo>
                  <a:lnTo>
                    <a:pt x="444857" y="1795418"/>
                  </a:lnTo>
                  <a:lnTo>
                    <a:pt x="441783" y="1791777"/>
                  </a:lnTo>
                  <a:lnTo>
                    <a:pt x="438522" y="1788135"/>
                  </a:lnTo>
                  <a:lnTo>
                    <a:pt x="435072" y="1784493"/>
                  </a:lnTo>
                  <a:lnTo>
                    <a:pt x="431318" y="1780851"/>
                  </a:lnTo>
                  <a:lnTo>
                    <a:pt x="427319" y="1777209"/>
                  </a:lnTo>
                  <a:lnTo>
                    <a:pt x="423106" y="1773568"/>
                  </a:lnTo>
                  <a:lnTo>
                    <a:pt x="418622" y="1769926"/>
                  </a:lnTo>
                  <a:lnTo>
                    <a:pt x="413800" y="1766284"/>
                  </a:lnTo>
                  <a:lnTo>
                    <a:pt x="408740" y="1762642"/>
                  </a:lnTo>
                  <a:lnTo>
                    <a:pt x="403441" y="1759000"/>
                  </a:lnTo>
                  <a:lnTo>
                    <a:pt x="397746" y="1755358"/>
                  </a:lnTo>
                  <a:lnTo>
                    <a:pt x="391777" y="1751717"/>
                  </a:lnTo>
                  <a:lnTo>
                    <a:pt x="385553" y="1748075"/>
                  </a:lnTo>
                  <a:lnTo>
                    <a:pt x="378996" y="1744433"/>
                  </a:lnTo>
                  <a:lnTo>
                    <a:pt x="372077" y="1740791"/>
                  </a:lnTo>
                  <a:lnTo>
                    <a:pt x="364898" y="1737149"/>
                  </a:lnTo>
                  <a:lnTo>
                    <a:pt x="357459" y="1733507"/>
                  </a:lnTo>
                  <a:lnTo>
                    <a:pt x="349587" y="1729866"/>
                  </a:lnTo>
                  <a:lnTo>
                    <a:pt x="341459" y="1726224"/>
                  </a:lnTo>
                  <a:lnTo>
                    <a:pt x="333080" y="1722582"/>
                  </a:lnTo>
                  <a:lnTo>
                    <a:pt x="324363" y="1718940"/>
                  </a:lnTo>
                  <a:lnTo>
                    <a:pt x="315334" y="1715298"/>
                  </a:lnTo>
                  <a:lnTo>
                    <a:pt x="306078" y="1711657"/>
                  </a:lnTo>
                  <a:lnTo>
                    <a:pt x="296585" y="1708015"/>
                  </a:lnTo>
                  <a:lnTo>
                    <a:pt x="286755" y="1704373"/>
                  </a:lnTo>
                  <a:lnTo>
                    <a:pt x="276736" y="1700731"/>
                  </a:lnTo>
                  <a:lnTo>
                    <a:pt x="266536" y="1697089"/>
                  </a:lnTo>
                  <a:lnTo>
                    <a:pt x="256096" y="1693447"/>
                  </a:lnTo>
                  <a:lnTo>
                    <a:pt x="245483" y="1689806"/>
                  </a:lnTo>
                  <a:lnTo>
                    <a:pt x="234746" y="1686164"/>
                  </a:lnTo>
                  <a:lnTo>
                    <a:pt x="223883" y="1682522"/>
                  </a:lnTo>
                  <a:lnTo>
                    <a:pt x="212896" y="1678880"/>
                  </a:lnTo>
                  <a:lnTo>
                    <a:pt x="201858" y="1675238"/>
                  </a:lnTo>
                  <a:lnTo>
                    <a:pt x="190781" y="1671596"/>
                  </a:lnTo>
                  <a:lnTo>
                    <a:pt x="179690" y="1667955"/>
                  </a:lnTo>
                  <a:lnTo>
                    <a:pt x="168634" y="1664313"/>
                  </a:lnTo>
                  <a:lnTo>
                    <a:pt x="157626" y="1660671"/>
                  </a:lnTo>
                  <a:lnTo>
                    <a:pt x="146703" y="1657029"/>
                  </a:lnTo>
                  <a:lnTo>
                    <a:pt x="135944" y="1653387"/>
                  </a:lnTo>
                  <a:lnTo>
                    <a:pt x="125330" y="1649746"/>
                  </a:lnTo>
                  <a:lnTo>
                    <a:pt x="114875" y="1646104"/>
                  </a:lnTo>
                  <a:lnTo>
                    <a:pt x="104735" y="1642462"/>
                  </a:lnTo>
                  <a:lnTo>
                    <a:pt x="94858" y="1638820"/>
                  </a:lnTo>
                  <a:lnTo>
                    <a:pt x="85238" y="1635178"/>
                  </a:lnTo>
                  <a:lnTo>
                    <a:pt x="75985" y="1631536"/>
                  </a:lnTo>
                  <a:lnTo>
                    <a:pt x="67186" y="1627895"/>
                  </a:lnTo>
                  <a:lnTo>
                    <a:pt x="58741" y="1624253"/>
                  </a:lnTo>
                  <a:lnTo>
                    <a:pt x="50662" y="1620611"/>
                  </a:lnTo>
                  <a:lnTo>
                    <a:pt x="43258" y="1616969"/>
                  </a:lnTo>
                  <a:lnTo>
                    <a:pt x="36299" y="1613327"/>
                  </a:lnTo>
                  <a:lnTo>
                    <a:pt x="29790" y="1609685"/>
                  </a:lnTo>
                  <a:lnTo>
                    <a:pt x="23924" y="1606044"/>
                  </a:lnTo>
                  <a:lnTo>
                    <a:pt x="18720" y="1602402"/>
                  </a:lnTo>
                  <a:lnTo>
                    <a:pt x="14032" y="1598760"/>
                  </a:lnTo>
                  <a:lnTo>
                    <a:pt x="9900" y="1595118"/>
                  </a:lnTo>
                  <a:lnTo>
                    <a:pt x="6658" y="1591476"/>
                  </a:lnTo>
                  <a:lnTo>
                    <a:pt x="3976" y="1587835"/>
                  </a:lnTo>
                  <a:lnTo>
                    <a:pt x="1858" y="1584193"/>
                  </a:lnTo>
                  <a:lnTo>
                    <a:pt x="568" y="1580551"/>
                  </a:lnTo>
                  <a:lnTo>
                    <a:pt x="0" y="1576909"/>
                  </a:lnTo>
                  <a:lnTo>
                    <a:pt x="4" y="1575551"/>
                  </a:lnTo>
                  <a:lnTo>
                    <a:pt x="11" y="1573267"/>
                  </a:lnTo>
                  <a:lnTo>
                    <a:pt x="682" y="1569625"/>
                  </a:lnTo>
                  <a:lnTo>
                    <a:pt x="2250" y="1565984"/>
                  </a:lnTo>
                  <a:lnTo>
                    <a:pt x="4387" y="1562342"/>
                  </a:lnTo>
                  <a:lnTo>
                    <a:pt x="7089" y="1558700"/>
                  </a:lnTo>
                  <a:lnTo>
                    <a:pt x="10633" y="1555058"/>
                  </a:lnTo>
                  <a:lnTo>
                    <a:pt x="14804" y="1551416"/>
                  </a:lnTo>
                  <a:lnTo>
                    <a:pt x="19499" y="1547774"/>
                  </a:lnTo>
                  <a:lnTo>
                    <a:pt x="24816" y="1544133"/>
                  </a:lnTo>
                  <a:lnTo>
                    <a:pt x="30851" y="1540491"/>
                  </a:lnTo>
                  <a:lnTo>
                    <a:pt x="37347" y="1536849"/>
                  </a:lnTo>
                  <a:lnTo>
                    <a:pt x="44294" y="1533207"/>
                  </a:lnTo>
                  <a:lnTo>
                    <a:pt x="51913" y="1529565"/>
                  </a:lnTo>
                  <a:lnTo>
                    <a:pt x="59951" y="1525924"/>
                  </a:lnTo>
                  <a:lnTo>
                    <a:pt x="68357" y="1522282"/>
                  </a:lnTo>
                  <a:lnTo>
                    <a:pt x="77206" y="1518640"/>
                  </a:lnTo>
                  <a:lnTo>
                    <a:pt x="86480" y="1514998"/>
                  </a:lnTo>
                  <a:lnTo>
                    <a:pt x="96026" y="1511356"/>
                  </a:lnTo>
                  <a:lnTo>
                    <a:pt x="105831" y="1507714"/>
                  </a:lnTo>
                  <a:lnTo>
                    <a:pt x="115999" y="1504073"/>
                  </a:lnTo>
                  <a:lnTo>
                    <a:pt x="126344" y="1500431"/>
                  </a:lnTo>
                  <a:lnTo>
                    <a:pt x="136847" y="1496789"/>
                  </a:lnTo>
                  <a:lnTo>
                    <a:pt x="147527" y="1493147"/>
                  </a:lnTo>
                  <a:lnTo>
                    <a:pt x="158321" y="1489505"/>
                  </a:lnTo>
                  <a:lnTo>
                    <a:pt x="169177" y="1485863"/>
                  </a:lnTo>
                  <a:lnTo>
                    <a:pt x="180080" y="1482222"/>
                  </a:lnTo>
                  <a:lnTo>
                    <a:pt x="190991" y="1478580"/>
                  </a:lnTo>
                  <a:lnTo>
                    <a:pt x="201871" y="1474938"/>
                  </a:lnTo>
                  <a:lnTo>
                    <a:pt x="212709" y="1471296"/>
                  </a:lnTo>
                  <a:lnTo>
                    <a:pt x="223447" y="1467654"/>
                  </a:lnTo>
                  <a:lnTo>
                    <a:pt x="234058" y="1464013"/>
                  </a:lnTo>
                  <a:lnTo>
                    <a:pt x="244548" y="1460371"/>
                  </a:lnTo>
                  <a:lnTo>
                    <a:pt x="254889" y="1456729"/>
                  </a:lnTo>
                  <a:lnTo>
                    <a:pt x="264979" y="1453087"/>
                  </a:lnTo>
                  <a:lnTo>
                    <a:pt x="274887" y="1449445"/>
                  </a:lnTo>
                  <a:lnTo>
                    <a:pt x="284606" y="1445803"/>
                  </a:lnTo>
                  <a:lnTo>
                    <a:pt x="294011" y="1442162"/>
                  </a:lnTo>
                  <a:lnTo>
                    <a:pt x="303152" y="1438520"/>
                  </a:lnTo>
                  <a:lnTo>
                    <a:pt x="312061" y="1434878"/>
                  </a:lnTo>
                  <a:lnTo>
                    <a:pt x="320679" y="1431236"/>
                  </a:lnTo>
                  <a:lnTo>
                    <a:pt x="328923" y="1427594"/>
                  </a:lnTo>
                  <a:lnTo>
                    <a:pt x="336907" y="1423952"/>
                  </a:lnTo>
                  <a:lnTo>
                    <a:pt x="344629" y="1420311"/>
                  </a:lnTo>
                  <a:lnTo>
                    <a:pt x="351924" y="1416669"/>
                  </a:lnTo>
                  <a:lnTo>
                    <a:pt x="358921" y="1413027"/>
                  </a:lnTo>
                  <a:lnTo>
                    <a:pt x="365645" y="1409385"/>
                  </a:lnTo>
                  <a:lnTo>
                    <a:pt x="372018" y="1405743"/>
                  </a:lnTo>
                  <a:lnTo>
                    <a:pt x="378009" y="1402102"/>
                  </a:lnTo>
                  <a:lnTo>
                    <a:pt x="383729" y="1398460"/>
                  </a:lnTo>
                  <a:lnTo>
                    <a:pt x="389181" y="1394818"/>
                  </a:lnTo>
                  <a:lnTo>
                    <a:pt x="394193" y="1391176"/>
                  </a:lnTo>
                  <a:lnTo>
                    <a:pt x="398941" y="1387534"/>
                  </a:lnTo>
                  <a:lnTo>
                    <a:pt x="403434" y="1383892"/>
                  </a:lnTo>
                  <a:lnTo>
                    <a:pt x="407587" y="1380251"/>
                  </a:lnTo>
                  <a:lnTo>
                    <a:pt x="411420" y="1376609"/>
                  </a:lnTo>
                  <a:lnTo>
                    <a:pt x="415018" y="1372967"/>
                  </a:lnTo>
                  <a:lnTo>
                    <a:pt x="418374" y="1369325"/>
                  </a:lnTo>
                  <a:lnTo>
                    <a:pt x="421369" y="1365683"/>
                  </a:lnTo>
                  <a:lnTo>
                    <a:pt x="424155" y="1362041"/>
                  </a:lnTo>
                  <a:lnTo>
                    <a:pt x="426735" y="1358400"/>
                  </a:lnTo>
                  <a:lnTo>
                    <a:pt x="429032" y="1354758"/>
                  </a:lnTo>
                  <a:lnTo>
                    <a:pt x="431097" y="1351116"/>
                  </a:lnTo>
                  <a:lnTo>
                    <a:pt x="432983" y="1347474"/>
                  </a:lnTo>
                  <a:lnTo>
                    <a:pt x="434673" y="1343832"/>
                  </a:lnTo>
                  <a:lnTo>
                    <a:pt x="436112" y="1340191"/>
                  </a:lnTo>
                  <a:lnTo>
                    <a:pt x="437399" y="1336549"/>
                  </a:lnTo>
                  <a:lnTo>
                    <a:pt x="438539" y="1332907"/>
                  </a:lnTo>
                  <a:lnTo>
                    <a:pt x="439470" y="1329265"/>
                  </a:lnTo>
                  <a:lnTo>
                    <a:pt x="440251" y="1325623"/>
                  </a:lnTo>
                  <a:lnTo>
                    <a:pt x="440911" y="1321981"/>
                  </a:lnTo>
                  <a:lnTo>
                    <a:pt x="441431" y="1318340"/>
                  </a:lnTo>
                  <a:lnTo>
                    <a:pt x="441793" y="1314698"/>
                  </a:lnTo>
                  <a:lnTo>
                    <a:pt x="442059" y="1311056"/>
                  </a:lnTo>
                  <a:lnTo>
                    <a:pt x="442229" y="1307414"/>
                  </a:lnTo>
                  <a:lnTo>
                    <a:pt x="442263" y="1303772"/>
                  </a:lnTo>
                  <a:lnTo>
                    <a:pt x="442211" y="1300130"/>
                  </a:lnTo>
                  <a:lnTo>
                    <a:pt x="442086" y="1296489"/>
                  </a:lnTo>
                  <a:lnTo>
                    <a:pt x="441873" y="1292847"/>
                  </a:lnTo>
                  <a:lnTo>
                    <a:pt x="441574" y="1289205"/>
                  </a:lnTo>
                  <a:lnTo>
                    <a:pt x="441221" y="1285563"/>
                  </a:lnTo>
                  <a:lnTo>
                    <a:pt x="440814" y="1281921"/>
                  </a:lnTo>
                  <a:lnTo>
                    <a:pt x="440332" y="1278280"/>
                  </a:lnTo>
                  <a:lnTo>
                    <a:pt x="439809" y="1274638"/>
                  </a:lnTo>
                  <a:lnTo>
                    <a:pt x="439249" y="1270996"/>
                  </a:lnTo>
                  <a:lnTo>
                    <a:pt x="438645" y="1267354"/>
                  </a:lnTo>
                  <a:lnTo>
                    <a:pt x="438005" y="1263712"/>
                  </a:lnTo>
                  <a:lnTo>
                    <a:pt x="437341" y="1260070"/>
                  </a:lnTo>
                  <a:lnTo>
                    <a:pt x="436655" y="1256429"/>
                  </a:lnTo>
                  <a:lnTo>
                    <a:pt x="435943" y="1252787"/>
                  </a:lnTo>
                  <a:lnTo>
                    <a:pt x="435218" y="1249145"/>
                  </a:lnTo>
                  <a:lnTo>
                    <a:pt x="434484" y="1245503"/>
                  </a:lnTo>
                  <a:lnTo>
                    <a:pt x="433740" y="1241861"/>
                  </a:lnTo>
                  <a:lnTo>
                    <a:pt x="432992" y="1238219"/>
                  </a:lnTo>
                  <a:lnTo>
                    <a:pt x="432245" y="1234578"/>
                  </a:lnTo>
                  <a:lnTo>
                    <a:pt x="431498" y="1230936"/>
                  </a:lnTo>
                  <a:lnTo>
                    <a:pt x="430760" y="1227294"/>
                  </a:lnTo>
                  <a:lnTo>
                    <a:pt x="430029" y="1223652"/>
                  </a:lnTo>
                  <a:lnTo>
                    <a:pt x="429307" y="1220010"/>
                  </a:lnTo>
                  <a:lnTo>
                    <a:pt x="428602" y="1216369"/>
                  </a:lnTo>
                  <a:lnTo>
                    <a:pt x="427914" y="1212727"/>
                  </a:lnTo>
                  <a:lnTo>
                    <a:pt x="427242" y="1209085"/>
                  </a:lnTo>
                  <a:lnTo>
                    <a:pt x="426590" y="1205443"/>
                  </a:lnTo>
                  <a:lnTo>
                    <a:pt x="425966" y="1201801"/>
                  </a:lnTo>
                  <a:lnTo>
                    <a:pt x="425363" y="1198159"/>
                  </a:lnTo>
                  <a:lnTo>
                    <a:pt x="424781" y="1194518"/>
                  </a:lnTo>
                  <a:lnTo>
                    <a:pt x="424236" y="1190876"/>
                  </a:lnTo>
                  <a:lnTo>
                    <a:pt x="423717" y="1187234"/>
                  </a:lnTo>
                  <a:lnTo>
                    <a:pt x="423223" y="1183592"/>
                  </a:lnTo>
                  <a:lnTo>
                    <a:pt x="422762" y="1179950"/>
                  </a:lnTo>
                  <a:lnTo>
                    <a:pt x="422338" y="1176308"/>
                  </a:lnTo>
                  <a:lnTo>
                    <a:pt x="421941" y="1172667"/>
                  </a:lnTo>
                  <a:lnTo>
                    <a:pt x="421571" y="1169025"/>
                  </a:lnTo>
                  <a:lnTo>
                    <a:pt x="421247" y="1165383"/>
                  </a:lnTo>
                  <a:lnTo>
                    <a:pt x="420951" y="1161741"/>
                  </a:lnTo>
                  <a:lnTo>
                    <a:pt x="420683" y="1158099"/>
                  </a:lnTo>
                  <a:lnTo>
                    <a:pt x="420452" y="1154458"/>
                  </a:lnTo>
                  <a:lnTo>
                    <a:pt x="420257" y="1150816"/>
                  </a:lnTo>
                  <a:lnTo>
                    <a:pt x="420089" y="1147174"/>
                  </a:lnTo>
                  <a:lnTo>
                    <a:pt x="419949" y="1143532"/>
                  </a:lnTo>
                  <a:lnTo>
                    <a:pt x="419860" y="1140264"/>
                  </a:lnTo>
                  <a:lnTo>
                    <a:pt x="419850" y="1139890"/>
                  </a:lnTo>
                  <a:lnTo>
                    <a:pt x="419777" y="1136248"/>
                  </a:lnTo>
                  <a:lnTo>
                    <a:pt x="419727" y="1132607"/>
                  </a:lnTo>
                  <a:lnTo>
                    <a:pt x="419710" y="1128965"/>
                  </a:lnTo>
                  <a:lnTo>
                    <a:pt x="419721" y="1125323"/>
                  </a:lnTo>
                  <a:lnTo>
                    <a:pt x="419752" y="1121681"/>
                  </a:lnTo>
                  <a:lnTo>
                    <a:pt x="419806" y="1118039"/>
                  </a:lnTo>
                  <a:lnTo>
                    <a:pt x="419888" y="1114397"/>
                  </a:lnTo>
                  <a:lnTo>
                    <a:pt x="419986" y="1110756"/>
                  </a:lnTo>
                  <a:lnTo>
                    <a:pt x="420100" y="1107114"/>
                  </a:lnTo>
                  <a:lnTo>
                    <a:pt x="420236" y="1103472"/>
                  </a:lnTo>
                  <a:lnTo>
                    <a:pt x="420385" y="1099830"/>
                  </a:lnTo>
                  <a:lnTo>
                    <a:pt x="420546" y="1096188"/>
                  </a:lnTo>
                  <a:lnTo>
                    <a:pt x="420718" y="1092547"/>
                  </a:lnTo>
                  <a:lnTo>
                    <a:pt x="420901" y="1088905"/>
                  </a:lnTo>
                  <a:lnTo>
                    <a:pt x="421090" y="1085263"/>
                  </a:lnTo>
                  <a:lnTo>
                    <a:pt x="421284" y="1081621"/>
                  </a:lnTo>
                  <a:lnTo>
                    <a:pt x="421483" y="1077979"/>
                  </a:lnTo>
                  <a:lnTo>
                    <a:pt x="421683" y="1074337"/>
                  </a:lnTo>
                  <a:lnTo>
                    <a:pt x="421883" y="1070696"/>
                  </a:lnTo>
                  <a:lnTo>
                    <a:pt x="422082" y="1067054"/>
                  </a:lnTo>
                  <a:lnTo>
                    <a:pt x="422276" y="1063412"/>
                  </a:lnTo>
                  <a:lnTo>
                    <a:pt x="422465" y="1059770"/>
                  </a:lnTo>
                  <a:lnTo>
                    <a:pt x="422649" y="1056128"/>
                  </a:lnTo>
                  <a:lnTo>
                    <a:pt x="422822" y="1052486"/>
                  </a:lnTo>
                  <a:lnTo>
                    <a:pt x="422986" y="1048845"/>
                  </a:lnTo>
                  <a:lnTo>
                    <a:pt x="423140" y="1045203"/>
                  </a:lnTo>
                  <a:lnTo>
                    <a:pt x="423282" y="1041561"/>
                  </a:lnTo>
                  <a:lnTo>
                    <a:pt x="423408" y="1037919"/>
                  </a:lnTo>
                  <a:lnTo>
                    <a:pt x="423522" y="1034277"/>
                  </a:lnTo>
                  <a:lnTo>
                    <a:pt x="423623" y="1030636"/>
                  </a:lnTo>
                  <a:lnTo>
                    <a:pt x="423702" y="1026994"/>
                  </a:lnTo>
                  <a:lnTo>
                    <a:pt x="423767" y="1023352"/>
                  </a:lnTo>
                  <a:lnTo>
                    <a:pt x="423818" y="1019710"/>
                  </a:lnTo>
                  <a:lnTo>
                    <a:pt x="423848" y="1016068"/>
                  </a:lnTo>
                  <a:lnTo>
                    <a:pt x="423859" y="1012426"/>
                  </a:lnTo>
                  <a:lnTo>
                    <a:pt x="423855" y="1008785"/>
                  </a:lnTo>
                  <a:lnTo>
                    <a:pt x="423834" y="1005143"/>
                  </a:lnTo>
                  <a:lnTo>
                    <a:pt x="423788" y="1001501"/>
                  </a:lnTo>
                  <a:lnTo>
                    <a:pt x="423728" y="997859"/>
                  </a:lnTo>
                  <a:lnTo>
                    <a:pt x="423653" y="994217"/>
                  </a:lnTo>
                  <a:lnTo>
                    <a:pt x="423557" y="990575"/>
                  </a:lnTo>
                  <a:lnTo>
                    <a:pt x="423443" y="986934"/>
                  </a:lnTo>
                  <a:lnTo>
                    <a:pt x="423315" y="983292"/>
                  </a:lnTo>
                  <a:lnTo>
                    <a:pt x="423172" y="979650"/>
                  </a:lnTo>
                  <a:lnTo>
                    <a:pt x="423010" y="976008"/>
                  </a:lnTo>
                  <a:lnTo>
                    <a:pt x="422835" y="972366"/>
                  </a:lnTo>
                  <a:lnTo>
                    <a:pt x="422649" y="968725"/>
                  </a:lnTo>
                  <a:lnTo>
                    <a:pt x="422446" y="965083"/>
                  </a:lnTo>
                  <a:lnTo>
                    <a:pt x="422233" y="961441"/>
                  </a:lnTo>
                  <a:lnTo>
                    <a:pt x="422010" y="957799"/>
                  </a:lnTo>
                  <a:lnTo>
                    <a:pt x="421776" y="954157"/>
                  </a:lnTo>
                  <a:lnTo>
                    <a:pt x="421532" y="950515"/>
                  </a:lnTo>
                  <a:lnTo>
                    <a:pt x="421282" y="946874"/>
                  </a:lnTo>
                  <a:lnTo>
                    <a:pt x="421025" y="943232"/>
                  </a:lnTo>
                  <a:lnTo>
                    <a:pt x="420761" y="939590"/>
                  </a:lnTo>
                  <a:lnTo>
                    <a:pt x="420492" y="935948"/>
                  </a:lnTo>
                  <a:lnTo>
                    <a:pt x="420221" y="932306"/>
                  </a:lnTo>
                  <a:lnTo>
                    <a:pt x="419946" y="928664"/>
                  </a:lnTo>
                  <a:lnTo>
                    <a:pt x="419669" y="925023"/>
                  </a:lnTo>
                  <a:lnTo>
                    <a:pt x="419392" y="921381"/>
                  </a:lnTo>
                  <a:lnTo>
                    <a:pt x="419114" y="917739"/>
                  </a:lnTo>
                  <a:lnTo>
                    <a:pt x="418839" y="914097"/>
                  </a:lnTo>
                  <a:lnTo>
                    <a:pt x="418564" y="910455"/>
                  </a:lnTo>
                  <a:lnTo>
                    <a:pt x="418293" y="906814"/>
                  </a:lnTo>
                  <a:lnTo>
                    <a:pt x="418025" y="903172"/>
                  </a:lnTo>
                  <a:lnTo>
                    <a:pt x="417761" y="899530"/>
                  </a:lnTo>
                  <a:lnTo>
                    <a:pt x="417502" y="895888"/>
                  </a:lnTo>
                  <a:lnTo>
                    <a:pt x="417248" y="892246"/>
                  </a:lnTo>
                  <a:lnTo>
                    <a:pt x="417001" y="888604"/>
                  </a:lnTo>
                  <a:lnTo>
                    <a:pt x="416760" y="884963"/>
                  </a:lnTo>
                  <a:lnTo>
                    <a:pt x="416525" y="881321"/>
                  </a:lnTo>
                  <a:lnTo>
                    <a:pt x="416299" y="877679"/>
                  </a:lnTo>
                  <a:lnTo>
                    <a:pt x="416081" y="874037"/>
                  </a:lnTo>
                  <a:lnTo>
                    <a:pt x="415869" y="870395"/>
                  </a:lnTo>
                  <a:lnTo>
                    <a:pt x="415665" y="866753"/>
                  </a:lnTo>
                  <a:lnTo>
                    <a:pt x="415471" y="863112"/>
                  </a:lnTo>
                  <a:lnTo>
                    <a:pt x="415285" y="859470"/>
                  </a:lnTo>
                  <a:lnTo>
                    <a:pt x="415105" y="855828"/>
                  </a:lnTo>
                  <a:lnTo>
                    <a:pt x="414937" y="852186"/>
                  </a:lnTo>
                  <a:lnTo>
                    <a:pt x="414776" y="848544"/>
                  </a:lnTo>
                  <a:lnTo>
                    <a:pt x="414623" y="844903"/>
                  </a:lnTo>
                  <a:lnTo>
                    <a:pt x="414478" y="841261"/>
                  </a:lnTo>
                  <a:lnTo>
                    <a:pt x="414343" y="837619"/>
                  </a:lnTo>
                  <a:lnTo>
                    <a:pt x="414215" y="833977"/>
                  </a:lnTo>
                  <a:lnTo>
                    <a:pt x="414094" y="830335"/>
                  </a:lnTo>
                  <a:lnTo>
                    <a:pt x="413984" y="826693"/>
                  </a:lnTo>
                  <a:lnTo>
                    <a:pt x="413880" y="823052"/>
                  </a:lnTo>
                  <a:lnTo>
                    <a:pt x="413782" y="819410"/>
                  </a:lnTo>
                  <a:lnTo>
                    <a:pt x="413692" y="815768"/>
                  </a:lnTo>
                  <a:lnTo>
                    <a:pt x="413610" y="812126"/>
                  </a:lnTo>
                  <a:lnTo>
                    <a:pt x="413534" y="808484"/>
                  </a:lnTo>
                  <a:lnTo>
                    <a:pt x="413463" y="804842"/>
                  </a:lnTo>
                  <a:lnTo>
                    <a:pt x="413401" y="801201"/>
                  </a:lnTo>
                  <a:lnTo>
                    <a:pt x="413344" y="797559"/>
                  </a:lnTo>
                  <a:lnTo>
                    <a:pt x="413292" y="793917"/>
                  </a:lnTo>
                  <a:lnTo>
                    <a:pt x="413247" y="790275"/>
                  </a:lnTo>
                  <a:lnTo>
                    <a:pt x="413207" y="786633"/>
                  </a:lnTo>
                  <a:lnTo>
                    <a:pt x="413172" y="782992"/>
                  </a:lnTo>
                  <a:lnTo>
                    <a:pt x="413141" y="779350"/>
                  </a:lnTo>
                  <a:lnTo>
                    <a:pt x="413116" y="775708"/>
                  </a:lnTo>
                  <a:lnTo>
                    <a:pt x="413096" y="772066"/>
                  </a:lnTo>
                  <a:lnTo>
                    <a:pt x="413079" y="768424"/>
                  </a:lnTo>
                  <a:lnTo>
                    <a:pt x="413068" y="764782"/>
                  </a:lnTo>
                  <a:lnTo>
                    <a:pt x="413061" y="761141"/>
                  </a:lnTo>
                  <a:lnTo>
                    <a:pt x="413058" y="757499"/>
                  </a:lnTo>
                  <a:lnTo>
                    <a:pt x="413058" y="753857"/>
                  </a:lnTo>
                  <a:lnTo>
                    <a:pt x="413064" y="750215"/>
                  </a:lnTo>
                  <a:lnTo>
                    <a:pt x="413073" y="746573"/>
                  </a:lnTo>
                  <a:lnTo>
                    <a:pt x="413086" y="742931"/>
                  </a:lnTo>
                  <a:lnTo>
                    <a:pt x="413103" y="739290"/>
                  </a:lnTo>
                  <a:lnTo>
                    <a:pt x="413125" y="735648"/>
                  </a:lnTo>
                  <a:lnTo>
                    <a:pt x="413150" y="732006"/>
                  </a:lnTo>
                  <a:lnTo>
                    <a:pt x="413179" y="728364"/>
                  </a:lnTo>
                  <a:lnTo>
                    <a:pt x="413214" y="724722"/>
                  </a:lnTo>
                  <a:lnTo>
                    <a:pt x="413253" y="721081"/>
                  </a:lnTo>
                  <a:lnTo>
                    <a:pt x="413295" y="717439"/>
                  </a:lnTo>
                  <a:lnTo>
                    <a:pt x="413344" y="713797"/>
                  </a:lnTo>
                  <a:lnTo>
                    <a:pt x="413397" y="710155"/>
                  </a:lnTo>
                  <a:lnTo>
                    <a:pt x="413455" y="706513"/>
                  </a:lnTo>
                  <a:lnTo>
                    <a:pt x="413520" y="702871"/>
                  </a:lnTo>
                  <a:lnTo>
                    <a:pt x="413591" y="699230"/>
                  </a:lnTo>
                  <a:lnTo>
                    <a:pt x="413668" y="695588"/>
                  </a:lnTo>
                  <a:lnTo>
                    <a:pt x="413751" y="691946"/>
                  </a:lnTo>
                  <a:lnTo>
                    <a:pt x="413843" y="688304"/>
                  </a:lnTo>
                  <a:lnTo>
                    <a:pt x="413943" y="684662"/>
                  </a:lnTo>
                  <a:lnTo>
                    <a:pt x="414049" y="681020"/>
                  </a:lnTo>
                  <a:lnTo>
                    <a:pt x="414166" y="677379"/>
                  </a:lnTo>
                  <a:lnTo>
                    <a:pt x="414293" y="673737"/>
                  </a:lnTo>
                  <a:lnTo>
                    <a:pt x="414428" y="670095"/>
                  </a:lnTo>
                  <a:lnTo>
                    <a:pt x="414573" y="666453"/>
                  </a:lnTo>
                  <a:lnTo>
                    <a:pt x="414733" y="662811"/>
                  </a:lnTo>
                  <a:lnTo>
                    <a:pt x="414904" y="659170"/>
                  </a:lnTo>
                  <a:lnTo>
                    <a:pt x="415085" y="655528"/>
                  </a:lnTo>
                  <a:lnTo>
                    <a:pt x="415283" y="651886"/>
                  </a:lnTo>
                  <a:lnTo>
                    <a:pt x="415495" y="648244"/>
                  </a:lnTo>
                  <a:lnTo>
                    <a:pt x="415720" y="644602"/>
                  </a:lnTo>
                  <a:lnTo>
                    <a:pt x="415961" y="640960"/>
                  </a:lnTo>
                  <a:lnTo>
                    <a:pt x="416222" y="637319"/>
                  </a:lnTo>
                  <a:lnTo>
                    <a:pt x="416498" y="633677"/>
                  </a:lnTo>
                  <a:lnTo>
                    <a:pt x="416788" y="630035"/>
                  </a:lnTo>
                  <a:lnTo>
                    <a:pt x="417103" y="626393"/>
                  </a:lnTo>
                  <a:lnTo>
                    <a:pt x="417437" y="622751"/>
                  </a:lnTo>
                  <a:lnTo>
                    <a:pt x="417787" y="619109"/>
                  </a:lnTo>
                  <a:lnTo>
                    <a:pt x="418159" y="615468"/>
                  </a:lnTo>
                  <a:lnTo>
                    <a:pt x="418556" y="611826"/>
                  </a:lnTo>
                  <a:lnTo>
                    <a:pt x="418972" y="608184"/>
                  </a:lnTo>
                  <a:lnTo>
                    <a:pt x="419406" y="604542"/>
                  </a:lnTo>
                  <a:lnTo>
                    <a:pt x="419871" y="600900"/>
                  </a:lnTo>
                  <a:lnTo>
                    <a:pt x="420356" y="597259"/>
                  </a:lnTo>
                  <a:lnTo>
                    <a:pt x="420861" y="593617"/>
                  </a:lnTo>
                  <a:lnTo>
                    <a:pt x="421392" y="589975"/>
                  </a:lnTo>
                  <a:lnTo>
                    <a:pt x="421951" y="586333"/>
                  </a:lnTo>
                  <a:lnTo>
                    <a:pt x="422529" y="582691"/>
                  </a:lnTo>
                  <a:lnTo>
                    <a:pt x="423127" y="579049"/>
                  </a:lnTo>
                  <a:lnTo>
                    <a:pt x="423758" y="575408"/>
                  </a:lnTo>
                  <a:lnTo>
                    <a:pt x="424409" y="571766"/>
                  </a:lnTo>
                  <a:lnTo>
                    <a:pt x="425079" y="568124"/>
                  </a:lnTo>
                  <a:lnTo>
                    <a:pt x="425776" y="564482"/>
                  </a:lnTo>
                  <a:lnTo>
                    <a:pt x="426496" y="560840"/>
                  </a:lnTo>
                  <a:lnTo>
                    <a:pt x="427235" y="557198"/>
                  </a:lnTo>
                  <a:lnTo>
                    <a:pt x="427993" y="553557"/>
                  </a:lnTo>
                  <a:lnTo>
                    <a:pt x="428777" y="549915"/>
                  </a:lnTo>
                  <a:lnTo>
                    <a:pt x="429578" y="546273"/>
                  </a:lnTo>
                  <a:lnTo>
                    <a:pt x="430394" y="542631"/>
                  </a:lnTo>
                  <a:lnTo>
                    <a:pt x="431232" y="538989"/>
                  </a:lnTo>
                  <a:lnTo>
                    <a:pt x="432086" y="535348"/>
                  </a:lnTo>
                  <a:lnTo>
                    <a:pt x="432953" y="531706"/>
                  </a:lnTo>
                  <a:lnTo>
                    <a:pt x="433834" y="528064"/>
                  </a:lnTo>
                  <a:lnTo>
                    <a:pt x="434730" y="524422"/>
                  </a:lnTo>
                  <a:lnTo>
                    <a:pt x="435635" y="520780"/>
                  </a:lnTo>
                  <a:lnTo>
                    <a:pt x="436549" y="517138"/>
                  </a:lnTo>
                  <a:lnTo>
                    <a:pt x="437474" y="513497"/>
                  </a:lnTo>
                  <a:lnTo>
                    <a:pt x="438405" y="509855"/>
                  </a:lnTo>
                  <a:lnTo>
                    <a:pt x="439340" y="506213"/>
                  </a:lnTo>
                  <a:lnTo>
                    <a:pt x="440280" y="502571"/>
                  </a:lnTo>
                  <a:lnTo>
                    <a:pt x="441222" y="498929"/>
                  </a:lnTo>
                  <a:lnTo>
                    <a:pt x="442164" y="495287"/>
                  </a:lnTo>
                  <a:lnTo>
                    <a:pt x="443106" y="491646"/>
                  </a:lnTo>
                  <a:lnTo>
                    <a:pt x="444045" y="488004"/>
                  </a:lnTo>
                  <a:lnTo>
                    <a:pt x="444980" y="484362"/>
                  </a:lnTo>
                  <a:lnTo>
                    <a:pt x="445910" y="480720"/>
                  </a:lnTo>
                  <a:lnTo>
                    <a:pt x="446833" y="477078"/>
                  </a:lnTo>
                  <a:lnTo>
                    <a:pt x="447747" y="473437"/>
                  </a:lnTo>
                  <a:lnTo>
                    <a:pt x="448652" y="469795"/>
                  </a:lnTo>
                  <a:lnTo>
                    <a:pt x="449548" y="466153"/>
                  </a:lnTo>
                  <a:lnTo>
                    <a:pt x="450426" y="462511"/>
                  </a:lnTo>
                  <a:lnTo>
                    <a:pt x="451294" y="458869"/>
                  </a:lnTo>
                  <a:lnTo>
                    <a:pt x="452149" y="455227"/>
                  </a:lnTo>
                  <a:lnTo>
                    <a:pt x="452986" y="451586"/>
                  </a:lnTo>
                  <a:lnTo>
                    <a:pt x="453805" y="447944"/>
                  </a:lnTo>
                  <a:lnTo>
                    <a:pt x="454610" y="444302"/>
                  </a:lnTo>
                  <a:lnTo>
                    <a:pt x="455398" y="440660"/>
                  </a:lnTo>
                  <a:lnTo>
                    <a:pt x="456160" y="437018"/>
                  </a:lnTo>
                  <a:lnTo>
                    <a:pt x="456906" y="433376"/>
                  </a:lnTo>
                  <a:lnTo>
                    <a:pt x="457636" y="429735"/>
                  </a:lnTo>
                  <a:lnTo>
                    <a:pt x="458340" y="426093"/>
                  </a:lnTo>
                  <a:lnTo>
                    <a:pt x="459023" y="422451"/>
                  </a:lnTo>
                  <a:lnTo>
                    <a:pt x="459688" y="418809"/>
                  </a:lnTo>
                  <a:lnTo>
                    <a:pt x="460332" y="415167"/>
                  </a:lnTo>
                  <a:lnTo>
                    <a:pt x="460949" y="411526"/>
                  </a:lnTo>
                  <a:lnTo>
                    <a:pt x="461548" y="407884"/>
                  </a:lnTo>
                  <a:lnTo>
                    <a:pt x="462129" y="404242"/>
                  </a:lnTo>
                  <a:lnTo>
                    <a:pt x="462682" y="400600"/>
                  </a:lnTo>
                  <a:lnTo>
                    <a:pt x="463216" y="396958"/>
                  </a:lnTo>
                  <a:lnTo>
                    <a:pt x="463732" y="393316"/>
                  </a:lnTo>
                  <a:lnTo>
                    <a:pt x="464226" y="389675"/>
                  </a:lnTo>
                  <a:lnTo>
                    <a:pt x="464697" y="386033"/>
                  </a:lnTo>
                  <a:lnTo>
                    <a:pt x="465151" y="382391"/>
                  </a:lnTo>
                  <a:lnTo>
                    <a:pt x="465590" y="378749"/>
                  </a:lnTo>
                  <a:lnTo>
                    <a:pt x="466002" y="375107"/>
                  </a:lnTo>
                  <a:lnTo>
                    <a:pt x="466400" y="371465"/>
                  </a:lnTo>
                  <a:lnTo>
                    <a:pt x="466782" y="367824"/>
                  </a:lnTo>
                  <a:lnTo>
                    <a:pt x="467147" y="364182"/>
                  </a:lnTo>
                  <a:lnTo>
                    <a:pt x="467493" y="360540"/>
                  </a:lnTo>
                  <a:lnTo>
                    <a:pt x="467826" y="356898"/>
                  </a:lnTo>
                  <a:lnTo>
                    <a:pt x="468147" y="353256"/>
                  </a:lnTo>
                  <a:lnTo>
                    <a:pt x="468448" y="349615"/>
                  </a:lnTo>
                  <a:lnTo>
                    <a:pt x="468739" y="345973"/>
                  </a:lnTo>
                  <a:lnTo>
                    <a:pt x="469019" y="342331"/>
                  </a:lnTo>
                  <a:lnTo>
                    <a:pt x="469285" y="338689"/>
                  </a:lnTo>
                  <a:lnTo>
                    <a:pt x="469540" y="335047"/>
                  </a:lnTo>
                  <a:lnTo>
                    <a:pt x="469786" y="331405"/>
                  </a:lnTo>
                  <a:lnTo>
                    <a:pt x="470023" y="327764"/>
                  </a:lnTo>
                  <a:lnTo>
                    <a:pt x="470249" y="324122"/>
                  </a:lnTo>
                  <a:lnTo>
                    <a:pt x="470467" y="320480"/>
                  </a:lnTo>
                  <a:lnTo>
                    <a:pt x="470679" y="316838"/>
                  </a:lnTo>
                  <a:lnTo>
                    <a:pt x="470883" y="313196"/>
                  </a:lnTo>
                  <a:lnTo>
                    <a:pt x="471080" y="309554"/>
                  </a:lnTo>
                  <a:lnTo>
                    <a:pt x="471271" y="305913"/>
                  </a:lnTo>
                  <a:lnTo>
                    <a:pt x="471458" y="302271"/>
                  </a:lnTo>
                  <a:lnTo>
                    <a:pt x="471638" y="298629"/>
                  </a:lnTo>
                  <a:lnTo>
                    <a:pt x="471814" y="294987"/>
                  </a:lnTo>
                  <a:lnTo>
                    <a:pt x="471987" y="291345"/>
                  </a:lnTo>
                  <a:lnTo>
                    <a:pt x="472155" y="287704"/>
                  </a:lnTo>
                  <a:lnTo>
                    <a:pt x="472320" y="284062"/>
                  </a:lnTo>
                  <a:lnTo>
                    <a:pt x="472482" y="280420"/>
                  </a:lnTo>
                  <a:lnTo>
                    <a:pt x="472641" y="276778"/>
                  </a:lnTo>
                  <a:lnTo>
                    <a:pt x="472797" y="273136"/>
                  </a:lnTo>
                  <a:lnTo>
                    <a:pt x="472951" y="269494"/>
                  </a:lnTo>
                  <a:lnTo>
                    <a:pt x="473103" y="265853"/>
                  </a:lnTo>
                  <a:lnTo>
                    <a:pt x="473252" y="262211"/>
                  </a:lnTo>
                  <a:lnTo>
                    <a:pt x="473399" y="258569"/>
                  </a:lnTo>
                  <a:lnTo>
                    <a:pt x="473545" y="254927"/>
                  </a:lnTo>
                  <a:lnTo>
                    <a:pt x="473689" y="251285"/>
                  </a:lnTo>
                  <a:lnTo>
                    <a:pt x="473830" y="247643"/>
                  </a:lnTo>
                  <a:lnTo>
                    <a:pt x="473970" y="244002"/>
                  </a:lnTo>
                  <a:lnTo>
                    <a:pt x="474109" y="240360"/>
                  </a:lnTo>
                  <a:lnTo>
                    <a:pt x="474245" y="236718"/>
                  </a:lnTo>
                  <a:lnTo>
                    <a:pt x="474379" y="233076"/>
                  </a:lnTo>
                  <a:lnTo>
                    <a:pt x="474512" y="229434"/>
                  </a:lnTo>
                  <a:lnTo>
                    <a:pt x="474643" y="225793"/>
                  </a:lnTo>
                  <a:lnTo>
                    <a:pt x="474772" y="222151"/>
                  </a:lnTo>
                  <a:lnTo>
                    <a:pt x="474899" y="218509"/>
                  </a:lnTo>
                  <a:lnTo>
                    <a:pt x="475024" y="214867"/>
                  </a:lnTo>
                  <a:lnTo>
                    <a:pt x="475146" y="211225"/>
                  </a:lnTo>
                  <a:lnTo>
                    <a:pt x="475266" y="207583"/>
                  </a:lnTo>
                  <a:lnTo>
                    <a:pt x="475384" y="203942"/>
                  </a:lnTo>
                  <a:lnTo>
                    <a:pt x="475499" y="200300"/>
                  </a:lnTo>
                  <a:lnTo>
                    <a:pt x="475612" y="196658"/>
                  </a:lnTo>
                  <a:lnTo>
                    <a:pt x="475722" y="193016"/>
                  </a:lnTo>
                  <a:lnTo>
                    <a:pt x="475830" y="189374"/>
                  </a:lnTo>
                  <a:lnTo>
                    <a:pt x="475934" y="185732"/>
                  </a:lnTo>
                  <a:lnTo>
                    <a:pt x="476036" y="182091"/>
                  </a:lnTo>
                  <a:lnTo>
                    <a:pt x="476136" y="178449"/>
                  </a:lnTo>
                  <a:lnTo>
                    <a:pt x="476231" y="174807"/>
                  </a:lnTo>
                  <a:lnTo>
                    <a:pt x="476324" y="171165"/>
                  </a:lnTo>
                  <a:lnTo>
                    <a:pt x="476415" y="167523"/>
                  </a:lnTo>
                  <a:lnTo>
                    <a:pt x="476502" y="163882"/>
                  </a:lnTo>
                  <a:lnTo>
                    <a:pt x="476585" y="160240"/>
                  </a:lnTo>
                  <a:lnTo>
                    <a:pt x="476666" y="156598"/>
                  </a:lnTo>
                  <a:lnTo>
                    <a:pt x="476745" y="152956"/>
                  </a:lnTo>
                  <a:lnTo>
                    <a:pt x="476819" y="149314"/>
                  </a:lnTo>
                  <a:lnTo>
                    <a:pt x="476890" y="145672"/>
                  </a:lnTo>
                  <a:lnTo>
                    <a:pt x="476959" y="142031"/>
                  </a:lnTo>
                  <a:lnTo>
                    <a:pt x="477025" y="138389"/>
                  </a:lnTo>
                  <a:lnTo>
                    <a:pt x="477087" y="134747"/>
                  </a:lnTo>
                  <a:lnTo>
                    <a:pt x="477147" y="131105"/>
                  </a:lnTo>
                  <a:lnTo>
                    <a:pt x="477204" y="127463"/>
                  </a:lnTo>
                  <a:lnTo>
                    <a:pt x="477258" y="123821"/>
                  </a:lnTo>
                  <a:lnTo>
                    <a:pt x="477309" y="120180"/>
                  </a:lnTo>
                  <a:lnTo>
                    <a:pt x="477358" y="116538"/>
                  </a:lnTo>
                  <a:lnTo>
                    <a:pt x="477404" y="112896"/>
                  </a:lnTo>
                  <a:lnTo>
                    <a:pt x="477447" y="109254"/>
                  </a:lnTo>
                  <a:lnTo>
                    <a:pt x="477488" y="105612"/>
                  </a:lnTo>
                  <a:lnTo>
                    <a:pt x="477527" y="101971"/>
                  </a:lnTo>
                  <a:lnTo>
                    <a:pt x="477562" y="98329"/>
                  </a:lnTo>
                  <a:lnTo>
                    <a:pt x="477596" y="94687"/>
                  </a:lnTo>
                  <a:lnTo>
                    <a:pt x="477629" y="91045"/>
                  </a:lnTo>
                  <a:lnTo>
                    <a:pt x="477658" y="87403"/>
                  </a:lnTo>
                  <a:lnTo>
                    <a:pt x="477686" y="83761"/>
                  </a:lnTo>
                  <a:lnTo>
                    <a:pt x="477712" y="80120"/>
                  </a:lnTo>
                  <a:lnTo>
                    <a:pt x="477736" y="76478"/>
                  </a:lnTo>
                  <a:lnTo>
                    <a:pt x="477758" y="72836"/>
                  </a:lnTo>
                  <a:lnTo>
                    <a:pt x="477779" y="69194"/>
                  </a:lnTo>
                  <a:lnTo>
                    <a:pt x="477799" y="65552"/>
                  </a:lnTo>
                  <a:lnTo>
                    <a:pt x="477817" y="61910"/>
                  </a:lnTo>
                  <a:lnTo>
                    <a:pt x="477833" y="58269"/>
                  </a:lnTo>
                  <a:lnTo>
                    <a:pt x="477848" y="54627"/>
                  </a:lnTo>
                  <a:lnTo>
                    <a:pt x="477863" y="50985"/>
                  </a:lnTo>
                  <a:lnTo>
                    <a:pt x="477875" y="47343"/>
                  </a:lnTo>
                  <a:lnTo>
                    <a:pt x="477887" y="43701"/>
                  </a:lnTo>
                  <a:lnTo>
                    <a:pt x="477898" y="40060"/>
                  </a:lnTo>
                  <a:lnTo>
                    <a:pt x="477908" y="36418"/>
                  </a:lnTo>
                  <a:lnTo>
                    <a:pt x="477917" y="32776"/>
                  </a:lnTo>
                  <a:lnTo>
                    <a:pt x="477926" y="29134"/>
                  </a:lnTo>
                  <a:lnTo>
                    <a:pt x="477933" y="25492"/>
                  </a:lnTo>
                  <a:lnTo>
                    <a:pt x="477940" y="21850"/>
                  </a:lnTo>
                  <a:lnTo>
                    <a:pt x="477946" y="18209"/>
                  </a:lnTo>
                  <a:lnTo>
                    <a:pt x="477952" y="14567"/>
                  </a:lnTo>
                  <a:lnTo>
                    <a:pt x="477957" y="10925"/>
                  </a:lnTo>
                  <a:lnTo>
                    <a:pt x="477962" y="7283"/>
                  </a:lnTo>
                  <a:lnTo>
                    <a:pt x="477966" y="3641"/>
                  </a:lnTo>
                  <a:lnTo>
                    <a:pt x="478031" y="0"/>
                  </a:lnTo>
                  <a:lnTo>
                    <a:pt x="478035" y="3641"/>
                  </a:lnTo>
                  <a:lnTo>
                    <a:pt x="478039" y="7283"/>
                  </a:lnTo>
                  <a:lnTo>
                    <a:pt x="478044" y="10925"/>
                  </a:lnTo>
                  <a:lnTo>
                    <a:pt x="478049" y="14567"/>
                  </a:lnTo>
                  <a:lnTo>
                    <a:pt x="478055" y="18209"/>
                  </a:lnTo>
                  <a:lnTo>
                    <a:pt x="478061" y="21850"/>
                  </a:lnTo>
                  <a:lnTo>
                    <a:pt x="478068" y="25492"/>
                  </a:lnTo>
                  <a:lnTo>
                    <a:pt x="478076" y="29134"/>
                  </a:lnTo>
                  <a:lnTo>
                    <a:pt x="478084" y="32776"/>
                  </a:lnTo>
                  <a:lnTo>
                    <a:pt x="478093" y="36418"/>
                  </a:lnTo>
                  <a:lnTo>
                    <a:pt x="478103" y="40060"/>
                  </a:lnTo>
                  <a:lnTo>
                    <a:pt x="478114" y="43701"/>
                  </a:lnTo>
                  <a:lnTo>
                    <a:pt x="478126" y="47343"/>
                  </a:lnTo>
                  <a:lnTo>
                    <a:pt x="478139" y="50985"/>
                  </a:lnTo>
                  <a:lnTo>
                    <a:pt x="478153" y="54627"/>
                  </a:lnTo>
                  <a:lnTo>
                    <a:pt x="478168" y="58269"/>
                  </a:lnTo>
                  <a:lnTo>
                    <a:pt x="478185" y="61910"/>
                  </a:lnTo>
                  <a:lnTo>
                    <a:pt x="478202" y="65552"/>
                  </a:lnTo>
                  <a:lnTo>
                    <a:pt x="478222" y="69194"/>
                  </a:lnTo>
                  <a:lnTo>
                    <a:pt x="478243" y="72836"/>
                  </a:lnTo>
                  <a:lnTo>
                    <a:pt x="478265" y="76478"/>
                  </a:lnTo>
                  <a:lnTo>
                    <a:pt x="478289" y="80120"/>
                  </a:lnTo>
                  <a:lnTo>
                    <a:pt x="478315" y="83761"/>
                  </a:lnTo>
                  <a:lnTo>
                    <a:pt x="478343" y="87403"/>
                  </a:lnTo>
                  <a:lnTo>
                    <a:pt x="478373" y="91045"/>
                  </a:lnTo>
                  <a:lnTo>
                    <a:pt x="478405" y="94687"/>
                  </a:lnTo>
                  <a:lnTo>
                    <a:pt x="478439" y="98329"/>
                  </a:lnTo>
                  <a:lnTo>
                    <a:pt x="478475" y="101971"/>
                  </a:lnTo>
                  <a:lnTo>
                    <a:pt x="478513" y="105612"/>
                  </a:lnTo>
                  <a:lnTo>
                    <a:pt x="478554" y="109254"/>
                  </a:lnTo>
                  <a:lnTo>
                    <a:pt x="478598" y="112896"/>
                  </a:lnTo>
                  <a:lnTo>
                    <a:pt x="478643" y="116538"/>
                  </a:lnTo>
                  <a:lnTo>
                    <a:pt x="478692" y="120180"/>
                  </a:lnTo>
                  <a:lnTo>
                    <a:pt x="478743" y="123821"/>
                  </a:lnTo>
                  <a:lnTo>
                    <a:pt x="478797" y="127463"/>
                  </a:lnTo>
                  <a:lnTo>
                    <a:pt x="478854" y="131105"/>
                  </a:lnTo>
                  <a:lnTo>
                    <a:pt x="478914" y="134747"/>
                  </a:lnTo>
                  <a:lnTo>
                    <a:pt x="478976" y="138389"/>
                  </a:lnTo>
                  <a:lnTo>
                    <a:pt x="479042" y="142031"/>
                  </a:lnTo>
                  <a:lnTo>
                    <a:pt x="479111" y="145672"/>
                  </a:lnTo>
                  <a:lnTo>
                    <a:pt x="479182" y="149314"/>
                  </a:lnTo>
                  <a:lnTo>
                    <a:pt x="479257" y="152956"/>
                  </a:lnTo>
                  <a:lnTo>
                    <a:pt x="479335" y="156598"/>
                  </a:lnTo>
                  <a:lnTo>
                    <a:pt x="479416" y="160240"/>
                  </a:lnTo>
                  <a:lnTo>
                    <a:pt x="479500" y="163882"/>
                  </a:lnTo>
                  <a:lnTo>
                    <a:pt x="479587" y="167523"/>
                  </a:lnTo>
                  <a:lnTo>
                    <a:pt x="479677" y="171165"/>
                  </a:lnTo>
                  <a:lnTo>
                    <a:pt x="479770" y="174807"/>
                  </a:lnTo>
                  <a:lnTo>
                    <a:pt x="479866" y="178449"/>
                  </a:lnTo>
                  <a:lnTo>
                    <a:pt x="479965" y="182091"/>
                  </a:lnTo>
                  <a:lnTo>
                    <a:pt x="480067" y="185732"/>
                  </a:lnTo>
                  <a:lnTo>
                    <a:pt x="480171" y="189374"/>
                  </a:lnTo>
                  <a:lnTo>
                    <a:pt x="480279" y="193016"/>
                  </a:lnTo>
                  <a:lnTo>
                    <a:pt x="480390" y="196658"/>
                  </a:lnTo>
                  <a:lnTo>
                    <a:pt x="480502" y="200300"/>
                  </a:lnTo>
                  <a:lnTo>
                    <a:pt x="480617" y="203942"/>
                  </a:lnTo>
                  <a:lnTo>
                    <a:pt x="480735" y="207583"/>
                  </a:lnTo>
                  <a:lnTo>
                    <a:pt x="480856" y="211225"/>
                  </a:lnTo>
                  <a:lnTo>
                    <a:pt x="480978" y="214867"/>
                  </a:lnTo>
                  <a:lnTo>
                    <a:pt x="481103" y="218509"/>
                  </a:lnTo>
                  <a:lnTo>
                    <a:pt x="481229" y="222151"/>
                  </a:lnTo>
                  <a:lnTo>
                    <a:pt x="481358" y="225793"/>
                  </a:lnTo>
                  <a:lnTo>
                    <a:pt x="481489" y="229434"/>
                  </a:lnTo>
                  <a:lnTo>
                    <a:pt x="481622" y="233076"/>
                  </a:lnTo>
                  <a:lnTo>
                    <a:pt x="481756" y="236718"/>
                  </a:lnTo>
                  <a:lnTo>
                    <a:pt x="481892" y="240360"/>
                  </a:lnTo>
                  <a:lnTo>
                    <a:pt x="482031" y="244002"/>
                  </a:lnTo>
                  <a:lnTo>
                    <a:pt x="482171" y="247643"/>
                  </a:lnTo>
                  <a:lnTo>
                    <a:pt x="482313" y="251285"/>
                  </a:lnTo>
                  <a:lnTo>
                    <a:pt x="482456" y="254927"/>
                  </a:lnTo>
                  <a:lnTo>
                    <a:pt x="482602" y="258569"/>
                  </a:lnTo>
                  <a:lnTo>
                    <a:pt x="482749" y="262211"/>
                  </a:lnTo>
                  <a:lnTo>
                    <a:pt x="482898" y="265853"/>
                  </a:lnTo>
                  <a:lnTo>
                    <a:pt x="483050" y="269494"/>
                  </a:lnTo>
                  <a:lnTo>
                    <a:pt x="483204" y="273136"/>
                  </a:lnTo>
                  <a:lnTo>
                    <a:pt x="483360" y="276778"/>
                  </a:lnTo>
                  <a:lnTo>
                    <a:pt x="483519" y="280420"/>
                  </a:lnTo>
                  <a:lnTo>
                    <a:pt x="483681" y="284062"/>
                  </a:lnTo>
                  <a:lnTo>
                    <a:pt x="483846" y="287704"/>
                  </a:lnTo>
                  <a:lnTo>
                    <a:pt x="484014" y="291345"/>
                  </a:lnTo>
                  <a:lnTo>
                    <a:pt x="484187" y="294987"/>
                  </a:lnTo>
                  <a:lnTo>
                    <a:pt x="484363" y="298629"/>
                  </a:lnTo>
                  <a:lnTo>
                    <a:pt x="484543" y="302271"/>
                  </a:lnTo>
                  <a:lnTo>
                    <a:pt x="484730" y="305913"/>
                  </a:lnTo>
                  <a:lnTo>
                    <a:pt x="484922" y="309554"/>
                  </a:lnTo>
                  <a:lnTo>
                    <a:pt x="485119" y="313196"/>
                  </a:lnTo>
                  <a:lnTo>
                    <a:pt x="485322" y="316838"/>
                  </a:lnTo>
                  <a:lnTo>
                    <a:pt x="485534" y="320480"/>
                  </a:lnTo>
                  <a:lnTo>
                    <a:pt x="485753" y="324122"/>
                  </a:lnTo>
                  <a:lnTo>
                    <a:pt x="485978" y="327764"/>
                  </a:lnTo>
                  <a:lnTo>
                    <a:pt x="486215" y="331405"/>
                  </a:lnTo>
                  <a:lnTo>
                    <a:pt x="486461" y="335047"/>
                  </a:lnTo>
                  <a:lnTo>
                    <a:pt x="486716" y="338689"/>
                  </a:lnTo>
                  <a:lnTo>
                    <a:pt x="486982" y="342331"/>
                  </a:lnTo>
                  <a:lnTo>
                    <a:pt x="487263" y="345973"/>
                  </a:lnTo>
                  <a:lnTo>
                    <a:pt x="487553" y="349615"/>
                  </a:lnTo>
                  <a:lnTo>
                    <a:pt x="487855" y="353256"/>
                  </a:lnTo>
                  <a:lnTo>
                    <a:pt x="488175" y="356898"/>
                  </a:lnTo>
                  <a:lnTo>
                    <a:pt x="488509" y="360540"/>
                  </a:lnTo>
                  <a:lnTo>
                    <a:pt x="488855" y="364182"/>
                  </a:lnTo>
                  <a:lnTo>
                    <a:pt x="489219" y="367824"/>
                  </a:lnTo>
                  <a:lnTo>
                    <a:pt x="489602" y="371465"/>
                  </a:lnTo>
                  <a:lnTo>
                    <a:pt x="489999" y="375107"/>
                  </a:lnTo>
                  <a:lnTo>
                    <a:pt x="490412" y="378749"/>
                  </a:lnTo>
                  <a:lnTo>
                    <a:pt x="490850" y="382391"/>
                  </a:lnTo>
                  <a:lnTo>
                    <a:pt x="491304" y="386033"/>
                  </a:lnTo>
                  <a:lnTo>
                    <a:pt x="491775" y="389675"/>
                  </a:lnTo>
                  <a:lnTo>
                    <a:pt x="492269" y="393316"/>
                  </a:lnTo>
                  <a:lnTo>
                    <a:pt x="492786" y="396958"/>
                  </a:lnTo>
                  <a:lnTo>
                    <a:pt x="493319" y="400600"/>
                  </a:lnTo>
                  <a:lnTo>
                    <a:pt x="493872" y="404242"/>
                  </a:lnTo>
                  <a:lnTo>
                    <a:pt x="494454" y="407884"/>
                  </a:lnTo>
                  <a:lnTo>
                    <a:pt x="495053" y="411526"/>
                  </a:lnTo>
                  <a:lnTo>
                    <a:pt x="495669" y="415167"/>
                  </a:lnTo>
                  <a:lnTo>
                    <a:pt x="496314" y="418809"/>
                  </a:lnTo>
                  <a:lnTo>
                    <a:pt x="496979" y="422451"/>
                  </a:lnTo>
                  <a:lnTo>
                    <a:pt x="497662" y="426093"/>
                  </a:lnTo>
                  <a:lnTo>
                    <a:pt x="498366" y="429735"/>
                  </a:lnTo>
                  <a:lnTo>
                    <a:pt x="499095" y="433376"/>
                  </a:lnTo>
                  <a:lnTo>
                    <a:pt x="499841" y="437018"/>
                  </a:lnTo>
                  <a:lnTo>
                    <a:pt x="500604" y="440660"/>
                  </a:lnTo>
                  <a:lnTo>
                    <a:pt x="501392" y="444302"/>
                  </a:lnTo>
                  <a:lnTo>
                    <a:pt x="502196" y="447944"/>
                  </a:lnTo>
                  <a:lnTo>
                    <a:pt x="503015" y="451586"/>
                  </a:lnTo>
                  <a:lnTo>
                    <a:pt x="503852" y="455227"/>
                  </a:lnTo>
                  <a:lnTo>
                    <a:pt x="504708" y="458869"/>
                  </a:lnTo>
                  <a:lnTo>
                    <a:pt x="505575" y="462511"/>
                  </a:lnTo>
                  <a:lnTo>
                    <a:pt x="506454" y="466153"/>
                  </a:lnTo>
                  <a:lnTo>
                    <a:pt x="507350" y="469795"/>
                  </a:lnTo>
                  <a:lnTo>
                    <a:pt x="508255" y="473437"/>
                  </a:lnTo>
                  <a:lnTo>
                    <a:pt x="509168" y="477078"/>
                  </a:lnTo>
                  <a:lnTo>
                    <a:pt x="510091" y="480720"/>
                  </a:lnTo>
                  <a:lnTo>
                    <a:pt x="511021" y="484362"/>
                  </a:lnTo>
                  <a:lnTo>
                    <a:pt x="511956" y="488004"/>
                  </a:lnTo>
                  <a:lnTo>
                    <a:pt x="512895" y="491646"/>
                  </a:lnTo>
                  <a:lnTo>
                    <a:pt x="513837" y="495287"/>
                  </a:lnTo>
                  <a:lnTo>
                    <a:pt x="514779" y="498929"/>
                  </a:lnTo>
                  <a:lnTo>
                    <a:pt x="515721" y="502571"/>
                  </a:lnTo>
                  <a:lnTo>
                    <a:pt x="516661" y="506213"/>
                  </a:lnTo>
                  <a:lnTo>
                    <a:pt x="517596" y="509855"/>
                  </a:lnTo>
                  <a:lnTo>
                    <a:pt x="518527" y="513497"/>
                  </a:lnTo>
                  <a:lnTo>
                    <a:pt x="519452" y="517138"/>
                  </a:lnTo>
                  <a:lnTo>
                    <a:pt x="520366" y="520780"/>
                  </a:lnTo>
                  <a:lnTo>
                    <a:pt x="521271" y="524422"/>
                  </a:lnTo>
                  <a:lnTo>
                    <a:pt x="522168" y="528064"/>
                  </a:lnTo>
                  <a:lnTo>
                    <a:pt x="523048" y="531706"/>
                  </a:lnTo>
                  <a:lnTo>
                    <a:pt x="523915" y="535348"/>
                  </a:lnTo>
                  <a:lnTo>
                    <a:pt x="524769" y="538989"/>
                  </a:lnTo>
                  <a:lnTo>
                    <a:pt x="525607" y="542631"/>
                  </a:lnTo>
                  <a:lnTo>
                    <a:pt x="526423" y="546273"/>
                  </a:lnTo>
                  <a:lnTo>
                    <a:pt x="527224" y="549915"/>
                  </a:lnTo>
                  <a:lnTo>
                    <a:pt x="528009" y="553557"/>
                  </a:lnTo>
                  <a:lnTo>
                    <a:pt x="528767" y="557198"/>
                  </a:lnTo>
                  <a:lnTo>
                    <a:pt x="529505" y="560840"/>
                  </a:lnTo>
                  <a:lnTo>
                    <a:pt x="530226" y="564482"/>
                  </a:lnTo>
                  <a:lnTo>
                    <a:pt x="530923" y="568124"/>
                  </a:lnTo>
                  <a:lnTo>
                    <a:pt x="531593" y="571766"/>
                  </a:lnTo>
                  <a:lnTo>
                    <a:pt x="532243" y="575408"/>
                  </a:lnTo>
                  <a:lnTo>
                    <a:pt x="532874" y="579049"/>
                  </a:lnTo>
                  <a:lnTo>
                    <a:pt x="533473" y="582691"/>
                  </a:lnTo>
                  <a:lnTo>
                    <a:pt x="534051" y="586333"/>
                  </a:lnTo>
                  <a:lnTo>
                    <a:pt x="534609" y="589975"/>
                  </a:lnTo>
                  <a:lnTo>
                    <a:pt x="535140" y="593617"/>
                  </a:lnTo>
                  <a:lnTo>
                    <a:pt x="535645" y="597259"/>
                  </a:lnTo>
                  <a:lnTo>
                    <a:pt x="536130" y="600900"/>
                  </a:lnTo>
                  <a:lnTo>
                    <a:pt x="536596" y="604542"/>
                  </a:lnTo>
                  <a:lnTo>
                    <a:pt x="537030" y="608184"/>
                  </a:lnTo>
                  <a:lnTo>
                    <a:pt x="537445" y="611826"/>
                  </a:lnTo>
                  <a:lnTo>
                    <a:pt x="537843" y="615468"/>
                  </a:lnTo>
                  <a:lnTo>
                    <a:pt x="538214" y="619109"/>
                  </a:lnTo>
                  <a:lnTo>
                    <a:pt x="538565" y="622751"/>
                  </a:lnTo>
                  <a:lnTo>
                    <a:pt x="538898" y="626393"/>
                  </a:lnTo>
                  <a:lnTo>
                    <a:pt x="539213" y="630035"/>
                  </a:lnTo>
                  <a:lnTo>
                    <a:pt x="539504" y="633677"/>
                  </a:lnTo>
                  <a:lnTo>
                    <a:pt x="539780" y="637319"/>
                  </a:lnTo>
                  <a:lnTo>
                    <a:pt x="540041" y="640960"/>
                  </a:lnTo>
                  <a:lnTo>
                    <a:pt x="540281" y="644602"/>
                  </a:lnTo>
                  <a:lnTo>
                    <a:pt x="540506" y="648244"/>
                  </a:lnTo>
                  <a:lnTo>
                    <a:pt x="540718" y="651886"/>
                  </a:lnTo>
                  <a:lnTo>
                    <a:pt x="540916" y="655528"/>
                  </a:lnTo>
                  <a:lnTo>
                    <a:pt x="541097" y="659170"/>
                  </a:lnTo>
                  <a:lnTo>
                    <a:pt x="541268" y="662811"/>
                  </a:lnTo>
                  <a:lnTo>
                    <a:pt x="541428" y="666453"/>
                  </a:lnTo>
                  <a:lnTo>
                    <a:pt x="541573" y="670095"/>
                  </a:lnTo>
                  <a:lnTo>
                    <a:pt x="541709" y="673737"/>
                  </a:lnTo>
                  <a:lnTo>
                    <a:pt x="541836" y="677379"/>
                  </a:lnTo>
                  <a:lnTo>
                    <a:pt x="541952" y="681020"/>
                  </a:lnTo>
                  <a:lnTo>
                    <a:pt x="542059" y="684662"/>
                  </a:lnTo>
                  <a:lnTo>
                    <a:pt x="542158" y="688304"/>
                  </a:lnTo>
                  <a:lnTo>
                    <a:pt x="542251" y="691946"/>
                  </a:lnTo>
                  <a:lnTo>
                    <a:pt x="542333" y="695588"/>
                  </a:lnTo>
                  <a:lnTo>
                    <a:pt x="542410" y="699230"/>
                  </a:lnTo>
                  <a:lnTo>
                    <a:pt x="542481" y="702871"/>
                  </a:lnTo>
                  <a:lnTo>
                    <a:pt x="542546" y="706513"/>
                  </a:lnTo>
                  <a:lnTo>
                    <a:pt x="542604" y="710155"/>
                  </a:lnTo>
                  <a:lnTo>
                    <a:pt x="542657" y="713797"/>
                  </a:lnTo>
                  <a:lnTo>
                    <a:pt x="542706" y="717439"/>
                  </a:lnTo>
                  <a:lnTo>
                    <a:pt x="542749" y="721081"/>
                  </a:lnTo>
                  <a:lnTo>
                    <a:pt x="542787" y="724722"/>
                  </a:lnTo>
                  <a:lnTo>
                    <a:pt x="542822" y="728364"/>
                  </a:lnTo>
                  <a:lnTo>
                    <a:pt x="542851" y="732006"/>
                  </a:lnTo>
                  <a:lnTo>
                    <a:pt x="542876" y="735648"/>
                  </a:lnTo>
                  <a:lnTo>
                    <a:pt x="542898" y="739290"/>
                  </a:lnTo>
                  <a:lnTo>
                    <a:pt x="542916" y="742931"/>
                  </a:lnTo>
                  <a:lnTo>
                    <a:pt x="542928" y="746573"/>
                  </a:lnTo>
                  <a:lnTo>
                    <a:pt x="542937" y="750215"/>
                  </a:lnTo>
                  <a:lnTo>
                    <a:pt x="542943" y="753857"/>
                  </a:lnTo>
                  <a:lnTo>
                    <a:pt x="542944" y="757499"/>
                  </a:lnTo>
                  <a:lnTo>
                    <a:pt x="542940" y="761141"/>
                  </a:lnTo>
                  <a:lnTo>
                    <a:pt x="542933" y="764782"/>
                  </a:lnTo>
                  <a:lnTo>
                    <a:pt x="542922" y="768424"/>
                  </a:lnTo>
                  <a:lnTo>
                    <a:pt x="542905" y="772066"/>
                  </a:lnTo>
                  <a:lnTo>
                    <a:pt x="542885" y="775708"/>
                  </a:lnTo>
                  <a:lnTo>
                    <a:pt x="542860" y="779350"/>
                  </a:lnTo>
                  <a:lnTo>
                    <a:pt x="542830" y="782992"/>
                  </a:lnTo>
                  <a:lnTo>
                    <a:pt x="542794" y="786633"/>
                  </a:lnTo>
                  <a:lnTo>
                    <a:pt x="542755" y="790275"/>
                  </a:lnTo>
                  <a:lnTo>
                    <a:pt x="542709" y="793917"/>
                  </a:lnTo>
                  <a:lnTo>
                    <a:pt x="542657" y="797559"/>
                  </a:lnTo>
                  <a:lnTo>
                    <a:pt x="542600" y="801201"/>
                  </a:lnTo>
                  <a:lnTo>
                    <a:pt x="542538" y="804842"/>
                  </a:lnTo>
                  <a:lnTo>
                    <a:pt x="542467" y="808484"/>
                  </a:lnTo>
                  <a:lnTo>
                    <a:pt x="542391" y="812126"/>
                  </a:lnTo>
                  <a:lnTo>
                    <a:pt x="542309" y="815768"/>
                  </a:lnTo>
                  <a:lnTo>
                    <a:pt x="542219" y="819410"/>
                  </a:lnTo>
                  <a:lnTo>
                    <a:pt x="542122" y="823052"/>
                  </a:lnTo>
                  <a:lnTo>
                    <a:pt x="542018" y="826693"/>
                  </a:lnTo>
                  <a:lnTo>
                    <a:pt x="541907" y="830335"/>
                  </a:lnTo>
                  <a:lnTo>
                    <a:pt x="541786" y="833977"/>
                  </a:lnTo>
                  <a:lnTo>
                    <a:pt x="541658" y="837619"/>
                  </a:lnTo>
                  <a:lnTo>
                    <a:pt x="541523" y="841261"/>
                  </a:lnTo>
                  <a:lnTo>
                    <a:pt x="541379" y="844903"/>
                  </a:lnTo>
                  <a:lnTo>
                    <a:pt x="541225" y="848544"/>
                  </a:lnTo>
                  <a:lnTo>
                    <a:pt x="541065" y="852186"/>
                  </a:lnTo>
                  <a:lnTo>
                    <a:pt x="540896" y="855828"/>
                  </a:lnTo>
                  <a:lnTo>
                    <a:pt x="540717" y="859470"/>
                  </a:lnTo>
                  <a:lnTo>
                    <a:pt x="540530" y="863112"/>
                  </a:lnTo>
                  <a:lnTo>
                    <a:pt x="540337" y="866753"/>
                  </a:lnTo>
                  <a:lnTo>
                    <a:pt x="540133" y="870395"/>
                  </a:lnTo>
                  <a:lnTo>
                    <a:pt x="539921" y="874037"/>
                  </a:lnTo>
                  <a:lnTo>
                    <a:pt x="539702" y="877679"/>
                  </a:lnTo>
                  <a:lnTo>
                    <a:pt x="539476" y="881321"/>
                  </a:lnTo>
                  <a:lnTo>
                    <a:pt x="539241" y="884963"/>
                  </a:lnTo>
                  <a:lnTo>
                    <a:pt x="539000" y="888604"/>
                  </a:lnTo>
                  <a:lnTo>
                    <a:pt x="538753" y="892246"/>
                  </a:lnTo>
                  <a:lnTo>
                    <a:pt x="538499" y="895888"/>
                  </a:lnTo>
                  <a:lnTo>
                    <a:pt x="538240" y="899530"/>
                  </a:lnTo>
                  <a:lnTo>
                    <a:pt x="537977" y="903172"/>
                  </a:lnTo>
                  <a:lnTo>
                    <a:pt x="537709" y="906814"/>
                  </a:lnTo>
                  <a:lnTo>
                    <a:pt x="537437" y="910455"/>
                  </a:lnTo>
                  <a:lnTo>
                    <a:pt x="537163" y="914097"/>
                  </a:lnTo>
                  <a:lnTo>
                    <a:pt x="536887" y="917739"/>
                  </a:lnTo>
                  <a:lnTo>
                    <a:pt x="536609" y="921381"/>
                  </a:lnTo>
                  <a:lnTo>
                    <a:pt x="536332" y="925023"/>
                  </a:lnTo>
                  <a:lnTo>
                    <a:pt x="536056" y="928664"/>
                  </a:lnTo>
                  <a:lnTo>
                    <a:pt x="535781" y="932306"/>
                  </a:lnTo>
                  <a:lnTo>
                    <a:pt x="535509" y="935948"/>
                  </a:lnTo>
                  <a:lnTo>
                    <a:pt x="535241" y="939590"/>
                  </a:lnTo>
                  <a:lnTo>
                    <a:pt x="534976" y="943232"/>
                  </a:lnTo>
                  <a:lnTo>
                    <a:pt x="534720" y="946874"/>
                  </a:lnTo>
                  <a:lnTo>
                    <a:pt x="534469" y="950515"/>
                  </a:lnTo>
                  <a:lnTo>
                    <a:pt x="534225" y="954157"/>
                  </a:lnTo>
                  <a:lnTo>
                    <a:pt x="533991" y="957799"/>
                  </a:lnTo>
                  <a:lnTo>
                    <a:pt x="533769" y="961441"/>
                  </a:lnTo>
                  <a:lnTo>
                    <a:pt x="533555" y="965083"/>
                  </a:lnTo>
                  <a:lnTo>
                    <a:pt x="533352" y="968725"/>
                  </a:lnTo>
                  <a:lnTo>
                    <a:pt x="533166" y="972366"/>
                  </a:lnTo>
                  <a:lnTo>
                    <a:pt x="532992" y="976008"/>
                  </a:lnTo>
                  <a:lnTo>
                    <a:pt x="532829" y="979650"/>
                  </a:lnTo>
                  <a:lnTo>
                    <a:pt x="532686" y="983292"/>
                  </a:lnTo>
                  <a:lnTo>
                    <a:pt x="532558" y="986934"/>
                  </a:lnTo>
                  <a:lnTo>
                    <a:pt x="532445" y="990575"/>
                  </a:lnTo>
                  <a:lnTo>
                    <a:pt x="532348" y="994217"/>
                  </a:lnTo>
                  <a:lnTo>
                    <a:pt x="532273" y="997859"/>
                  </a:lnTo>
                  <a:lnTo>
                    <a:pt x="532213" y="1001501"/>
                  </a:lnTo>
                  <a:lnTo>
                    <a:pt x="532168" y="1005143"/>
                  </a:lnTo>
                  <a:lnTo>
                    <a:pt x="532147" y="1008785"/>
                  </a:lnTo>
                  <a:lnTo>
                    <a:pt x="532142" y="1012426"/>
                  </a:lnTo>
                  <a:lnTo>
                    <a:pt x="532153" y="1016068"/>
                  </a:lnTo>
                  <a:lnTo>
                    <a:pt x="532183" y="1019710"/>
                  </a:lnTo>
                  <a:lnTo>
                    <a:pt x="532234" y="1023352"/>
                  </a:lnTo>
                  <a:lnTo>
                    <a:pt x="532299" y="1026994"/>
                  </a:lnTo>
                  <a:lnTo>
                    <a:pt x="532378" y="1030636"/>
                  </a:lnTo>
                  <a:lnTo>
                    <a:pt x="532479" y="1034277"/>
                  </a:lnTo>
                  <a:lnTo>
                    <a:pt x="532593" y="1037919"/>
                  </a:lnTo>
                  <a:lnTo>
                    <a:pt x="532720" y="1041561"/>
                  </a:lnTo>
                  <a:lnTo>
                    <a:pt x="532861" y="1045203"/>
                  </a:lnTo>
                  <a:lnTo>
                    <a:pt x="533016" y="1048845"/>
                  </a:lnTo>
                  <a:lnTo>
                    <a:pt x="533180" y="1052486"/>
                  </a:lnTo>
                  <a:lnTo>
                    <a:pt x="533352" y="1056128"/>
                  </a:lnTo>
                  <a:lnTo>
                    <a:pt x="533536" y="1059770"/>
                  </a:lnTo>
                  <a:lnTo>
                    <a:pt x="533726" y="1063412"/>
                  </a:lnTo>
                  <a:lnTo>
                    <a:pt x="533920" y="1067054"/>
                  </a:lnTo>
                  <a:lnTo>
                    <a:pt x="534118" y="1070696"/>
                  </a:lnTo>
                  <a:lnTo>
                    <a:pt x="534318" y="1074337"/>
                  </a:lnTo>
                  <a:lnTo>
                    <a:pt x="534518" y="1077979"/>
                  </a:lnTo>
                  <a:lnTo>
                    <a:pt x="534717" y="1081621"/>
                  </a:lnTo>
                  <a:lnTo>
                    <a:pt x="534911" y="1085263"/>
                  </a:lnTo>
                  <a:lnTo>
                    <a:pt x="535100" y="1088905"/>
                  </a:lnTo>
                  <a:lnTo>
                    <a:pt x="535284" y="1092547"/>
                  </a:lnTo>
                  <a:lnTo>
                    <a:pt x="535456" y="1096188"/>
                  </a:lnTo>
                  <a:lnTo>
                    <a:pt x="535616" y="1099830"/>
                  </a:lnTo>
                  <a:lnTo>
                    <a:pt x="535766" y="1103472"/>
                  </a:lnTo>
                  <a:lnTo>
                    <a:pt x="535901" y="1107114"/>
                  </a:lnTo>
                  <a:lnTo>
                    <a:pt x="536015" y="1110756"/>
                  </a:lnTo>
                  <a:lnTo>
                    <a:pt x="536114" y="1114397"/>
                  </a:lnTo>
                  <a:lnTo>
                    <a:pt x="536196" y="1118039"/>
                  </a:lnTo>
                  <a:lnTo>
                    <a:pt x="536249" y="1121681"/>
                  </a:lnTo>
                  <a:lnTo>
                    <a:pt x="536281" y="1125323"/>
                  </a:lnTo>
                  <a:lnTo>
                    <a:pt x="536291" y="1128965"/>
                  </a:lnTo>
                  <a:lnTo>
                    <a:pt x="536274" y="1132607"/>
                  </a:lnTo>
                  <a:lnTo>
                    <a:pt x="536225" y="1136248"/>
                  </a:lnTo>
                  <a:lnTo>
                    <a:pt x="536151" y="1139890"/>
                  </a:lnTo>
                  <a:lnTo>
                    <a:pt x="536141" y="1140264"/>
                  </a:lnTo>
                  <a:lnTo>
                    <a:pt x="536053" y="1143532"/>
                  </a:lnTo>
                  <a:lnTo>
                    <a:pt x="535912" y="1147174"/>
                  </a:lnTo>
                  <a:lnTo>
                    <a:pt x="535744" y="1150816"/>
                  </a:lnTo>
                  <a:lnTo>
                    <a:pt x="535549" y="1154458"/>
                  </a:lnTo>
                  <a:lnTo>
                    <a:pt x="535318" y="1158099"/>
                  </a:lnTo>
                  <a:lnTo>
                    <a:pt x="535050" y="1161741"/>
                  </a:lnTo>
                  <a:lnTo>
                    <a:pt x="534755" y="1165383"/>
                  </a:lnTo>
                  <a:lnTo>
                    <a:pt x="534430" y="1169025"/>
                  </a:lnTo>
                  <a:lnTo>
                    <a:pt x="534061" y="1172667"/>
                  </a:lnTo>
                  <a:lnTo>
                    <a:pt x="533664" y="1176308"/>
                  </a:lnTo>
                  <a:lnTo>
                    <a:pt x="533240" y="1179950"/>
                  </a:lnTo>
                  <a:lnTo>
                    <a:pt x="532778" y="1183592"/>
                  </a:lnTo>
                  <a:lnTo>
                    <a:pt x="532285" y="1187234"/>
                  </a:lnTo>
                  <a:lnTo>
                    <a:pt x="531766" y="1190876"/>
                  </a:lnTo>
                  <a:lnTo>
                    <a:pt x="531220" y="1194518"/>
                  </a:lnTo>
                  <a:lnTo>
                    <a:pt x="530638" y="1198159"/>
                  </a:lnTo>
                  <a:lnTo>
                    <a:pt x="530035" y="1201801"/>
                  </a:lnTo>
                  <a:lnTo>
                    <a:pt x="529411" y="1205443"/>
                  </a:lnTo>
                  <a:lnTo>
                    <a:pt x="528759" y="1209085"/>
                  </a:lnTo>
                  <a:lnTo>
                    <a:pt x="528087" y="1212727"/>
                  </a:lnTo>
                  <a:lnTo>
                    <a:pt x="527399" y="1216369"/>
                  </a:lnTo>
                  <a:lnTo>
                    <a:pt x="526694" y="1220010"/>
                  </a:lnTo>
                  <a:lnTo>
                    <a:pt x="525973" y="1223652"/>
                  </a:lnTo>
                  <a:lnTo>
                    <a:pt x="525242" y="1227294"/>
                  </a:lnTo>
                  <a:lnTo>
                    <a:pt x="524503" y="1230936"/>
                  </a:lnTo>
                  <a:lnTo>
                    <a:pt x="523757" y="1234578"/>
                  </a:lnTo>
                  <a:lnTo>
                    <a:pt x="523009" y="1238219"/>
                  </a:lnTo>
                  <a:lnTo>
                    <a:pt x="522261" y="1241861"/>
                  </a:lnTo>
                  <a:lnTo>
                    <a:pt x="521517" y="1245503"/>
                  </a:lnTo>
                  <a:lnTo>
                    <a:pt x="520783" y="1249145"/>
                  </a:lnTo>
                  <a:lnTo>
                    <a:pt x="520059" y="1252787"/>
                  </a:lnTo>
                  <a:lnTo>
                    <a:pt x="519346" y="1256429"/>
                  </a:lnTo>
                  <a:lnTo>
                    <a:pt x="518660" y="1260070"/>
                  </a:lnTo>
                  <a:lnTo>
                    <a:pt x="517997" y="1263712"/>
                  </a:lnTo>
                  <a:lnTo>
                    <a:pt x="517356" y="1267354"/>
                  </a:lnTo>
                  <a:lnTo>
                    <a:pt x="516752" y="1270996"/>
                  </a:lnTo>
                  <a:lnTo>
                    <a:pt x="516192" y="1274638"/>
                  </a:lnTo>
                  <a:lnTo>
                    <a:pt x="515669" y="1278280"/>
                  </a:lnTo>
                  <a:lnTo>
                    <a:pt x="515187" y="1281921"/>
                  </a:lnTo>
                  <a:lnTo>
                    <a:pt x="514780" y="1285563"/>
                  </a:lnTo>
                  <a:lnTo>
                    <a:pt x="514427" y="1289205"/>
                  </a:lnTo>
                  <a:lnTo>
                    <a:pt x="514128" y="1292847"/>
                  </a:lnTo>
                  <a:lnTo>
                    <a:pt x="513915" y="1296489"/>
                  </a:lnTo>
                  <a:lnTo>
                    <a:pt x="513790" y="1300130"/>
                  </a:lnTo>
                  <a:lnTo>
                    <a:pt x="513739" y="1303772"/>
                  </a:lnTo>
                  <a:lnTo>
                    <a:pt x="513772" y="1307414"/>
                  </a:lnTo>
                  <a:lnTo>
                    <a:pt x="513943" y="1311056"/>
                  </a:lnTo>
                  <a:lnTo>
                    <a:pt x="514208" y="1314698"/>
                  </a:lnTo>
                  <a:lnTo>
                    <a:pt x="514571" y="1318340"/>
                  </a:lnTo>
                  <a:lnTo>
                    <a:pt x="515091" y="1321981"/>
                  </a:lnTo>
                  <a:lnTo>
                    <a:pt x="515750" y="1325623"/>
                  </a:lnTo>
                  <a:lnTo>
                    <a:pt x="516532" y="1329265"/>
                  </a:lnTo>
                  <a:lnTo>
                    <a:pt x="517463" y="1332907"/>
                  </a:lnTo>
                  <a:lnTo>
                    <a:pt x="518602" y="1336549"/>
                  </a:lnTo>
                  <a:lnTo>
                    <a:pt x="519890" y="1340191"/>
                  </a:lnTo>
                  <a:lnTo>
                    <a:pt x="521328" y="1343832"/>
                  </a:lnTo>
                  <a:lnTo>
                    <a:pt x="523019" y="1347474"/>
                  </a:lnTo>
                  <a:lnTo>
                    <a:pt x="524905" y="1351116"/>
                  </a:lnTo>
                  <a:lnTo>
                    <a:pt x="526969" y="1354758"/>
                  </a:lnTo>
                  <a:lnTo>
                    <a:pt x="529266" y="1358400"/>
                  </a:lnTo>
                  <a:lnTo>
                    <a:pt x="531846" y="1362041"/>
                  </a:lnTo>
                  <a:lnTo>
                    <a:pt x="534632" y="1365683"/>
                  </a:lnTo>
                  <a:lnTo>
                    <a:pt x="537627" y="1369325"/>
                  </a:lnTo>
                  <a:lnTo>
                    <a:pt x="540983" y="1372967"/>
                  </a:lnTo>
                  <a:lnTo>
                    <a:pt x="544582" y="1376609"/>
                  </a:lnTo>
                  <a:lnTo>
                    <a:pt x="548414" y="1380251"/>
                  </a:lnTo>
                  <a:lnTo>
                    <a:pt x="552568" y="1383892"/>
                  </a:lnTo>
                  <a:lnTo>
                    <a:pt x="557061" y="1387534"/>
                  </a:lnTo>
                  <a:lnTo>
                    <a:pt x="561808" y="1391176"/>
                  </a:lnTo>
                  <a:lnTo>
                    <a:pt x="566820" y="1394818"/>
                  </a:lnTo>
                  <a:lnTo>
                    <a:pt x="572272" y="1398460"/>
                  </a:lnTo>
                  <a:lnTo>
                    <a:pt x="577993" y="1402102"/>
                  </a:lnTo>
                  <a:lnTo>
                    <a:pt x="583983" y="1405743"/>
                  </a:lnTo>
                  <a:lnTo>
                    <a:pt x="590357" y="1409385"/>
                  </a:lnTo>
                  <a:lnTo>
                    <a:pt x="597081" y="1413027"/>
                  </a:lnTo>
                  <a:lnTo>
                    <a:pt x="604077" y="1416669"/>
                  </a:lnTo>
                  <a:lnTo>
                    <a:pt x="611372" y="1420311"/>
                  </a:lnTo>
                  <a:lnTo>
                    <a:pt x="619094" y="1423952"/>
                  </a:lnTo>
                  <a:lnTo>
                    <a:pt x="627078" y="1427594"/>
                  </a:lnTo>
                  <a:lnTo>
                    <a:pt x="635322" y="1431236"/>
                  </a:lnTo>
                  <a:lnTo>
                    <a:pt x="643940" y="1434878"/>
                  </a:lnTo>
                  <a:lnTo>
                    <a:pt x="652849" y="1438520"/>
                  </a:lnTo>
                  <a:lnTo>
                    <a:pt x="661990" y="1442162"/>
                  </a:lnTo>
                  <a:lnTo>
                    <a:pt x="671396" y="1445803"/>
                  </a:lnTo>
                  <a:lnTo>
                    <a:pt x="681115" y="1449445"/>
                  </a:lnTo>
                  <a:lnTo>
                    <a:pt x="691023" y="1453087"/>
                  </a:lnTo>
                  <a:lnTo>
                    <a:pt x="701112" y="1456729"/>
                  </a:lnTo>
                  <a:lnTo>
                    <a:pt x="711453" y="1460371"/>
                  </a:lnTo>
                  <a:lnTo>
                    <a:pt x="721944" y="1464013"/>
                  </a:lnTo>
                  <a:lnTo>
                    <a:pt x="732554" y="1467654"/>
                  </a:lnTo>
                  <a:lnTo>
                    <a:pt x="743293" y="1471296"/>
                  </a:lnTo>
                  <a:lnTo>
                    <a:pt x="754131" y="1474938"/>
                  </a:lnTo>
                  <a:lnTo>
                    <a:pt x="765011" y="1478580"/>
                  </a:lnTo>
                  <a:lnTo>
                    <a:pt x="775922" y="1482222"/>
                  </a:lnTo>
                  <a:lnTo>
                    <a:pt x="786825" y="1485863"/>
                  </a:lnTo>
                  <a:lnTo>
                    <a:pt x="797680" y="1489505"/>
                  </a:lnTo>
                  <a:lnTo>
                    <a:pt x="808475" y="1493147"/>
                  </a:lnTo>
                  <a:lnTo>
                    <a:pt x="819155" y="1496789"/>
                  </a:lnTo>
                  <a:lnTo>
                    <a:pt x="829658" y="1500431"/>
                  </a:lnTo>
                  <a:lnTo>
                    <a:pt x="840002" y="1504073"/>
                  </a:lnTo>
                  <a:lnTo>
                    <a:pt x="850170" y="1507714"/>
                  </a:lnTo>
                  <a:lnTo>
                    <a:pt x="859975" y="1511356"/>
                  </a:lnTo>
                  <a:lnTo>
                    <a:pt x="869522" y="1514998"/>
                  </a:lnTo>
                  <a:lnTo>
                    <a:pt x="878795" y="1518640"/>
                  </a:lnTo>
                  <a:lnTo>
                    <a:pt x="887645" y="1522282"/>
                  </a:lnTo>
                  <a:lnTo>
                    <a:pt x="896050" y="1525924"/>
                  </a:lnTo>
                  <a:lnTo>
                    <a:pt x="904089" y="1529565"/>
                  </a:lnTo>
                  <a:lnTo>
                    <a:pt x="911707" y="1533207"/>
                  </a:lnTo>
                  <a:lnTo>
                    <a:pt x="918654" y="1536849"/>
                  </a:lnTo>
                  <a:lnTo>
                    <a:pt x="925150" y="1540491"/>
                  </a:lnTo>
                  <a:lnTo>
                    <a:pt x="931185" y="1544133"/>
                  </a:lnTo>
                  <a:lnTo>
                    <a:pt x="936502" y="1547774"/>
                  </a:lnTo>
                  <a:lnTo>
                    <a:pt x="941197" y="1551416"/>
                  </a:lnTo>
                  <a:lnTo>
                    <a:pt x="945369" y="1555058"/>
                  </a:lnTo>
                  <a:lnTo>
                    <a:pt x="948913" y="1558700"/>
                  </a:lnTo>
                  <a:lnTo>
                    <a:pt x="951615" y="1562342"/>
                  </a:lnTo>
                  <a:lnTo>
                    <a:pt x="953751" y="1565984"/>
                  </a:lnTo>
                  <a:lnTo>
                    <a:pt x="955319" y="1569625"/>
                  </a:lnTo>
                  <a:lnTo>
                    <a:pt x="955990" y="1573267"/>
                  </a:lnTo>
                  <a:lnTo>
                    <a:pt x="955997" y="1575551"/>
                  </a:lnTo>
                  <a:lnTo>
                    <a:pt x="956002" y="1576909"/>
                  </a:lnTo>
                  <a:lnTo>
                    <a:pt x="955434" y="1580551"/>
                  </a:lnTo>
                  <a:lnTo>
                    <a:pt x="954143" y="1584193"/>
                  </a:lnTo>
                  <a:lnTo>
                    <a:pt x="952026" y="1587835"/>
                  </a:lnTo>
                  <a:lnTo>
                    <a:pt x="949344" y="1591476"/>
                  </a:lnTo>
                  <a:lnTo>
                    <a:pt x="946101" y="1595118"/>
                  </a:lnTo>
                  <a:lnTo>
                    <a:pt x="941969" y="1598760"/>
                  </a:lnTo>
                  <a:lnTo>
                    <a:pt x="937281" y="1602402"/>
                  </a:lnTo>
                  <a:lnTo>
                    <a:pt x="932077" y="1606044"/>
                  </a:lnTo>
                  <a:lnTo>
                    <a:pt x="926212" y="1609685"/>
                  </a:lnTo>
                  <a:lnTo>
                    <a:pt x="919702" y="1613327"/>
                  </a:lnTo>
                  <a:lnTo>
                    <a:pt x="912744" y="1616969"/>
                  </a:lnTo>
                  <a:lnTo>
                    <a:pt x="905340" y="1620611"/>
                  </a:lnTo>
                  <a:lnTo>
                    <a:pt x="897260" y="1624253"/>
                  </a:lnTo>
                  <a:lnTo>
                    <a:pt x="888815" y="1627895"/>
                  </a:lnTo>
                  <a:lnTo>
                    <a:pt x="880016" y="1631536"/>
                  </a:lnTo>
                  <a:lnTo>
                    <a:pt x="870763" y="1635178"/>
                  </a:lnTo>
                  <a:lnTo>
                    <a:pt x="861144" y="1638820"/>
                  </a:lnTo>
                  <a:lnTo>
                    <a:pt x="851266" y="1642462"/>
                  </a:lnTo>
                  <a:lnTo>
                    <a:pt x="841127" y="1646104"/>
                  </a:lnTo>
                  <a:lnTo>
                    <a:pt x="830671" y="1649746"/>
                  </a:lnTo>
                  <a:lnTo>
                    <a:pt x="820057" y="1653387"/>
                  </a:lnTo>
                  <a:lnTo>
                    <a:pt x="809299" y="1657029"/>
                  </a:lnTo>
                  <a:lnTo>
                    <a:pt x="798376" y="1660671"/>
                  </a:lnTo>
                  <a:lnTo>
                    <a:pt x="787367" y="1664313"/>
                  </a:lnTo>
                  <a:lnTo>
                    <a:pt x="776311" y="1667955"/>
                  </a:lnTo>
                  <a:lnTo>
                    <a:pt x="765220" y="1671596"/>
                  </a:lnTo>
                  <a:lnTo>
                    <a:pt x="754143" y="1675238"/>
                  </a:lnTo>
                  <a:lnTo>
                    <a:pt x="743105" y="1678880"/>
                  </a:lnTo>
                  <a:lnTo>
                    <a:pt x="732118" y="1682522"/>
                  </a:lnTo>
                  <a:lnTo>
                    <a:pt x="721255" y="1686164"/>
                  </a:lnTo>
                  <a:lnTo>
                    <a:pt x="710518" y="1689806"/>
                  </a:lnTo>
                  <a:lnTo>
                    <a:pt x="699905" y="1693447"/>
                  </a:lnTo>
                  <a:lnTo>
                    <a:pt x="689465" y="1697089"/>
                  </a:lnTo>
                  <a:lnTo>
                    <a:pt x="679265" y="1700731"/>
                  </a:lnTo>
                  <a:lnTo>
                    <a:pt x="669246" y="1704373"/>
                  </a:lnTo>
                  <a:lnTo>
                    <a:pt x="659416" y="1708015"/>
                  </a:lnTo>
                  <a:lnTo>
                    <a:pt x="649923" y="1711657"/>
                  </a:lnTo>
                  <a:lnTo>
                    <a:pt x="640667" y="1715298"/>
                  </a:lnTo>
                  <a:lnTo>
                    <a:pt x="631639" y="1718940"/>
                  </a:lnTo>
                  <a:lnTo>
                    <a:pt x="622922" y="1722582"/>
                  </a:lnTo>
                  <a:lnTo>
                    <a:pt x="614542" y="1726224"/>
                  </a:lnTo>
                  <a:lnTo>
                    <a:pt x="606414" y="1729866"/>
                  </a:lnTo>
                  <a:lnTo>
                    <a:pt x="598542" y="1733507"/>
                  </a:lnTo>
                  <a:lnTo>
                    <a:pt x="591104" y="1737149"/>
                  </a:lnTo>
                  <a:lnTo>
                    <a:pt x="583925" y="1740791"/>
                  </a:lnTo>
                  <a:lnTo>
                    <a:pt x="577005" y="1744433"/>
                  </a:lnTo>
                  <a:lnTo>
                    <a:pt x="570448" y="1748075"/>
                  </a:lnTo>
                  <a:lnTo>
                    <a:pt x="564224" y="1751717"/>
                  </a:lnTo>
                  <a:lnTo>
                    <a:pt x="558255" y="1755358"/>
                  </a:lnTo>
                  <a:lnTo>
                    <a:pt x="552560" y="1759000"/>
                  </a:lnTo>
                  <a:lnTo>
                    <a:pt x="547261" y="1762642"/>
                  </a:lnTo>
                  <a:lnTo>
                    <a:pt x="542201" y="1766284"/>
                  </a:lnTo>
                  <a:lnTo>
                    <a:pt x="537379" y="1769926"/>
                  </a:lnTo>
                  <a:lnTo>
                    <a:pt x="532896" y="1773568"/>
                  </a:lnTo>
                  <a:lnTo>
                    <a:pt x="528682" y="1777209"/>
                  </a:lnTo>
                  <a:lnTo>
                    <a:pt x="524683" y="1780851"/>
                  </a:lnTo>
                  <a:lnTo>
                    <a:pt x="520929" y="1784493"/>
                  </a:lnTo>
                  <a:lnTo>
                    <a:pt x="517479" y="1788135"/>
                  </a:lnTo>
                  <a:lnTo>
                    <a:pt x="514219" y="1791777"/>
                  </a:lnTo>
                  <a:lnTo>
                    <a:pt x="511144" y="1795418"/>
                  </a:lnTo>
                  <a:lnTo>
                    <a:pt x="508343" y="1799060"/>
                  </a:lnTo>
                  <a:lnTo>
                    <a:pt x="505729" y="1802702"/>
                  </a:lnTo>
                  <a:lnTo>
                    <a:pt x="503274" y="1806344"/>
                  </a:lnTo>
                  <a:lnTo>
                    <a:pt x="501008" y="1809986"/>
                  </a:lnTo>
                  <a:lnTo>
                    <a:pt x="498947" y="1813628"/>
                  </a:lnTo>
                  <a:lnTo>
                    <a:pt x="497018" y="1817269"/>
                  </a:lnTo>
                  <a:lnTo>
                    <a:pt x="495218" y="1820911"/>
                  </a:lnTo>
                  <a:lnTo>
                    <a:pt x="493612" y="1824553"/>
                  </a:lnTo>
                  <a:lnTo>
                    <a:pt x="492121" y="1828195"/>
                  </a:lnTo>
                  <a:lnTo>
                    <a:pt x="490735" y="1831837"/>
                  </a:lnTo>
                  <a:lnTo>
                    <a:pt x="489479" y="1835479"/>
                  </a:lnTo>
                  <a:lnTo>
                    <a:pt x="488345" y="1839120"/>
                  </a:lnTo>
                  <a:lnTo>
                    <a:pt x="487294" y="1842762"/>
                  </a:lnTo>
                  <a:lnTo>
                    <a:pt x="486325" y="1846404"/>
                  </a:lnTo>
                  <a:lnTo>
                    <a:pt x="485477" y="1850046"/>
                  </a:lnTo>
                  <a:lnTo>
                    <a:pt x="484693" y="1853688"/>
                  </a:lnTo>
                  <a:lnTo>
                    <a:pt x="483972" y="1857329"/>
                  </a:lnTo>
                  <a:lnTo>
                    <a:pt x="483331" y="1860971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170699" y="1551389"/>
              <a:ext cx="956002" cy="2786419"/>
            </a:xfrm>
            <a:custGeom>
              <a:avLst/>
              <a:pathLst>
                <a:path w="956002" h="2786419">
                  <a:moveTo>
                    <a:pt x="474495" y="2786419"/>
                  </a:moveTo>
                  <a:lnTo>
                    <a:pt x="474294" y="2780966"/>
                  </a:lnTo>
                  <a:lnTo>
                    <a:pt x="474074" y="2775513"/>
                  </a:lnTo>
                  <a:lnTo>
                    <a:pt x="473851" y="2770060"/>
                  </a:lnTo>
                  <a:lnTo>
                    <a:pt x="473610" y="2764607"/>
                  </a:lnTo>
                  <a:lnTo>
                    <a:pt x="473362" y="2759154"/>
                  </a:lnTo>
                  <a:lnTo>
                    <a:pt x="473098" y="2753702"/>
                  </a:lnTo>
                  <a:lnTo>
                    <a:pt x="472823" y="2748249"/>
                  </a:lnTo>
                  <a:lnTo>
                    <a:pt x="472535" y="2742796"/>
                  </a:lnTo>
                  <a:lnTo>
                    <a:pt x="472231" y="2737343"/>
                  </a:lnTo>
                  <a:lnTo>
                    <a:pt x="471917" y="2731890"/>
                  </a:lnTo>
                  <a:lnTo>
                    <a:pt x="471580" y="2726437"/>
                  </a:lnTo>
                  <a:lnTo>
                    <a:pt x="471238" y="2720984"/>
                  </a:lnTo>
                  <a:lnTo>
                    <a:pt x="470867" y="2715531"/>
                  </a:lnTo>
                  <a:lnTo>
                    <a:pt x="470490" y="2710079"/>
                  </a:lnTo>
                  <a:lnTo>
                    <a:pt x="470087" y="2704626"/>
                  </a:lnTo>
                  <a:lnTo>
                    <a:pt x="469671" y="2699173"/>
                  </a:lnTo>
                  <a:lnTo>
                    <a:pt x="469234" y="2693720"/>
                  </a:lnTo>
                  <a:lnTo>
                    <a:pt x="468778" y="2688267"/>
                  </a:lnTo>
                  <a:lnTo>
                    <a:pt x="468304" y="2682814"/>
                  </a:lnTo>
                  <a:lnTo>
                    <a:pt x="467804" y="2677361"/>
                  </a:lnTo>
                  <a:lnTo>
                    <a:pt x="467292" y="2671908"/>
                  </a:lnTo>
                  <a:lnTo>
                    <a:pt x="466744" y="2666456"/>
                  </a:lnTo>
                  <a:lnTo>
                    <a:pt x="466189" y="2661003"/>
                  </a:lnTo>
                  <a:lnTo>
                    <a:pt x="465593" y="2655550"/>
                  </a:lnTo>
                  <a:lnTo>
                    <a:pt x="464986" y="2650097"/>
                  </a:lnTo>
                  <a:lnTo>
                    <a:pt x="464344" y="2644644"/>
                  </a:lnTo>
                  <a:lnTo>
                    <a:pt x="463683" y="2639191"/>
                  </a:lnTo>
                  <a:lnTo>
                    <a:pt x="462993" y="2633738"/>
                  </a:lnTo>
                  <a:lnTo>
                    <a:pt x="462273" y="2628285"/>
                  </a:lnTo>
                  <a:lnTo>
                    <a:pt x="461532" y="2622833"/>
                  </a:lnTo>
                  <a:lnTo>
                    <a:pt x="460750" y="2617380"/>
                  </a:lnTo>
                  <a:lnTo>
                    <a:pt x="459955" y="2611927"/>
                  </a:lnTo>
                  <a:lnTo>
                    <a:pt x="459108" y="2606474"/>
                  </a:lnTo>
                  <a:lnTo>
                    <a:pt x="458250" y="2601021"/>
                  </a:lnTo>
                  <a:lnTo>
                    <a:pt x="457340" y="2595568"/>
                  </a:lnTo>
                  <a:lnTo>
                    <a:pt x="456413" y="2590115"/>
                  </a:lnTo>
                  <a:lnTo>
                    <a:pt x="455441" y="2584662"/>
                  </a:lnTo>
                  <a:lnTo>
                    <a:pt x="454439" y="2579210"/>
                  </a:lnTo>
                  <a:lnTo>
                    <a:pt x="453403" y="2573757"/>
                  </a:lnTo>
                  <a:lnTo>
                    <a:pt x="452324" y="2568304"/>
                  </a:lnTo>
                  <a:lnTo>
                    <a:pt x="451221" y="2562851"/>
                  </a:lnTo>
                  <a:lnTo>
                    <a:pt x="450061" y="2557398"/>
                  </a:lnTo>
                  <a:lnTo>
                    <a:pt x="448888" y="2551945"/>
                  </a:lnTo>
                  <a:lnTo>
                    <a:pt x="447643" y="2546492"/>
                  </a:lnTo>
                  <a:lnTo>
                    <a:pt x="446385" y="2541039"/>
                  </a:lnTo>
                  <a:lnTo>
                    <a:pt x="445065" y="2535587"/>
                  </a:lnTo>
                  <a:lnTo>
                    <a:pt x="443718" y="2530134"/>
                  </a:lnTo>
                  <a:lnTo>
                    <a:pt x="442320" y="2524681"/>
                  </a:lnTo>
                  <a:lnTo>
                    <a:pt x="440881" y="2519228"/>
                  </a:lnTo>
                  <a:lnTo>
                    <a:pt x="439403" y="2513775"/>
                  </a:lnTo>
                  <a:lnTo>
                    <a:pt x="437869" y="2508322"/>
                  </a:lnTo>
                  <a:lnTo>
                    <a:pt x="436309" y="2502869"/>
                  </a:lnTo>
                  <a:lnTo>
                    <a:pt x="434676" y="2497416"/>
                  </a:lnTo>
                  <a:lnTo>
                    <a:pt x="433028" y="2491964"/>
                  </a:lnTo>
                  <a:lnTo>
                    <a:pt x="431298" y="2486511"/>
                  </a:lnTo>
                  <a:lnTo>
                    <a:pt x="429548" y="2481058"/>
                  </a:lnTo>
                  <a:lnTo>
                    <a:pt x="427730" y="2475605"/>
                  </a:lnTo>
                  <a:lnTo>
                    <a:pt x="425877" y="2470152"/>
                  </a:lnTo>
                  <a:lnTo>
                    <a:pt x="423969" y="2464699"/>
                  </a:lnTo>
                  <a:lnTo>
                    <a:pt x="422009" y="2459246"/>
                  </a:lnTo>
                  <a:lnTo>
                    <a:pt x="420010" y="2453793"/>
                  </a:lnTo>
                  <a:lnTo>
                    <a:pt x="417943" y="2448341"/>
                  </a:lnTo>
                  <a:lnTo>
                    <a:pt x="415852" y="2442888"/>
                  </a:lnTo>
                  <a:lnTo>
                    <a:pt x="413675" y="2437435"/>
                  </a:lnTo>
                  <a:lnTo>
                    <a:pt x="411482" y="2431982"/>
                  </a:lnTo>
                  <a:lnTo>
                    <a:pt x="409205" y="2426529"/>
                  </a:lnTo>
                  <a:lnTo>
                    <a:pt x="406901" y="2421076"/>
                  </a:lnTo>
                  <a:lnTo>
                    <a:pt x="404530" y="2415623"/>
                  </a:lnTo>
                  <a:lnTo>
                    <a:pt x="402116" y="2410170"/>
                  </a:lnTo>
                  <a:lnTo>
                    <a:pt x="399651" y="2404718"/>
                  </a:lnTo>
                  <a:lnTo>
                    <a:pt x="397127" y="2399265"/>
                  </a:lnTo>
                  <a:lnTo>
                    <a:pt x="394568" y="2393812"/>
                  </a:lnTo>
                  <a:lnTo>
                    <a:pt x="391935" y="2388359"/>
                  </a:lnTo>
                  <a:lnTo>
                    <a:pt x="389283" y="2382906"/>
                  </a:lnTo>
                  <a:lnTo>
                    <a:pt x="386541" y="2377453"/>
                  </a:lnTo>
                  <a:lnTo>
                    <a:pt x="383783" y="2372000"/>
                  </a:lnTo>
                  <a:lnTo>
                    <a:pt x="380950" y="2366547"/>
                  </a:lnTo>
                  <a:lnTo>
                    <a:pt x="378086" y="2361095"/>
                  </a:lnTo>
                  <a:lnTo>
                    <a:pt x="375164" y="2355642"/>
                  </a:lnTo>
                  <a:lnTo>
                    <a:pt x="372198" y="2350189"/>
                  </a:lnTo>
                  <a:lnTo>
                    <a:pt x="369189" y="2344736"/>
                  </a:lnTo>
                  <a:lnTo>
                    <a:pt x="366123" y="2339283"/>
                  </a:lnTo>
                  <a:lnTo>
                    <a:pt x="363030" y="2333830"/>
                  </a:lnTo>
                  <a:lnTo>
                    <a:pt x="359869" y="2328377"/>
                  </a:lnTo>
                  <a:lnTo>
                    <a:pt x="356693" y="2322924"/>
                  </a:lnTo>
                  <a:lnTo>
                    <a:pt x="353443" y="2317471"/>
                  </a:lnTo>
                  <a:lnTo>
                    <a:pt x="350177" y="2312019"/>
                  </a:lnTo>
                  <a:lnTo>
                    <a:pt x="346854" y="2306566"/>
                  </a:lnTo>
                  <a:lnTo>
                    <a:pt x="343504" y="2301113"/>
                  </a:lnTo>
                  <a:lnTo>
                    <a:pt x="340112" y="2295660"/>
                  </a:lnTo>
                  <a:lnTo>
                    <a:pt x="336684" y="2290207"/>
                  </a:lnTo>
                  <a:lnTo>
                    <a:pt x="333228" y="2284754"/>
                  </a:lnTo>
                  <a:lnTo>
                    <a:pt x="329728" y="2279301"/>
                  </a:lnTo>
                  <a:lnTo>
                    <a:pt x="326213" y="2273848"/>
                  </a:lnTo>
                  <a:lnTo>
                    <a:pt x="322649" y="2268396"/>
                  </a:lnTo>
                  <a:lnTo>
                    <a:pt x="319076" y="2262943"/>
                  </a:lnTo>
                  <a:lnTo>
                    <a:pt x="315461" y="2257490"/>
                  </a:lnTo>
                  <a:lnTo>
                    <a:pt x="311834" y="2252037"/>
                  </a:lnTo>
                  <a:lnTo>
                    <a:pt x="308177" y="2246584"/>
                  </a:lnTo>
                  <a:lnTo>
                    <a:pt x="304505" y="2241131"/>
                  </a:lnTo>
                  <a:lnTo>
                    <a:pt x="300814" y="2235678"/>
                  </a:lnTo>
                  <a:lnTo>
                    <a:pt x="297106" y="2230225"/>
                  </a:lnTo>
                  <a:lnTo>
                    <a:pt x="293387" y="2224773"/>
                  </a:lnTo>
                  <a:lnTo>
                    <a:pt x="289653" y="2219320"/>
                  </a:lnTo>
                  <a:lnTo>
                    <a:pt x="285914" y="2213867"/>
                  </a:lnTo>
                  <a:lnTo>
                    <a:pt x="282163" y="2208414"/>
                  </a:lnTo>
                  <a:lnTo>
                    <a:pt x="278411" y="2202961"/>
                  </a:lnTo>
                  <a:lnTo>
                    <a:pt x="274655" y="2197508"/>
                  </a:lnTo>
                  <a:lnTo>
                    <a:pt x="270900" y="2192055"/>
                  </a:lnTo>
                  <a:lnTo>
                    <a:pt x="267147" y="2186602"/>
                  </a:lnTo>
                  <a:lnTo>
                    <a:pt x="263400" y="2181150"/>
                  </a:lnTo>
                  <a:lnTo>
                    <a:pt x="259659" y="2175697"/>
                  </a:lnTo>
                  <a:lnTo>
                    <a:pt x="255930" y="2170244"/>
                  </a:lnTo>
                  <a:lnTo>
                    <a:pt x="252209" y="2164791"/>
                  </a:lnTo>
                  <a:lnTo>
                    <a:pt x="248511" y="2159338"/>
                  </a:lnTo>
                  <a:lnTo>
                    <a:pt x="244818" y="2153885"/>
                  </a:lnTo>
                  <a:lnTo>
                    <a:pt x="241161" y="2148432"/>
                  </a:lnTo>
                  <a:lnTo>
                    <a:pt x="237513" y="2142979"/>
                  </a:lnTo>
                  <a:lnTo>
                    <a:pt x="233900" y="2137527"/>
                  </a:lnTo>
                  <a:lnTo>
                    <a:pt x="230308" y="2132074"/>
                  </a:lnTo>
                  <a:lnTo>
                    <a:pt x="226748" y="2126621"/>
                  </a:lnTo>
                  <a:lnTo>
                    <a:pt x="223223" y="2121168"/>
                  </a:lnTo>
                  <a:lnTo>
                    <a:pt x="219725" y="2115715"/>
                  </a:lnTo>
                  <a:lnTo>
                    <a:pt x="216277" y="2110262"/>
                  </a:lnTo>
                  <a:lnTo>
                    <a:pt x="212848" y="2104809"/>
                  </a:lnTo>
                  <a:lnTo>
                    <a:pt x="209490" y="2099356"/>
                  </a:lnTo>
                  <a:lnTo>
                    <a:pt x="206145" y="2093904"/>
                  </a:lnTo>
                  <a:lnTo>
                    <a:pt x="202878" y="2088451"/>
                  </a:lnTo>
                  <a:lnTo>
                    <a:pt x="199635" y="2082998"/>
                  </a:lnTo>
                  <a:lnTo>
                    <a:pt x="196460" y="2077545"/>
                  </a:lnTo>
                  <a:lnTo>
                    <a:pt x="193329" y="2072092"/>
                  </a:lnTo>
                  <a:lnTo>
                    <a:pt x="190253" y="2066639"/>
                  </a:lnTo>
                  <a:lnTo>
                    <a:pt x="187241" y="2061186"/>
                  </a:lnTo>
                  <a:lnTo>
                    <a:pt x="184270" y="2055733"/>
                  </a:lnTo>
                  <a:lnTo>
                    <a:pt x="181388" y="2050281"/>
                  </a:lnTo>
                  <a:lnTo>
                    <a:pt x="178529" y="2044828"/>
                  </a:lnTo>
                  <a:lnTo>
                    <a:pt x="175782" y="2039375"/>
                  </a:lnTo>
                  <a:lnTo>
                    <a:pt x="173058" y="2033922"/>
                  </a:lnTo>
                  <a:lnTo>
                    <a:pt x="170437" y="2028469"/>
                  </a:lnTo>
                  <a:lnTo>
                    <a:pt x="167858" y="2023016"/>
                  </a:lnTo>
                  <a:lnTo>
                    <a:pt x="165364" y="2017563"/>
                  </a:lnTo>
                  <a:lnTo>
                    <a:pt x="162934" y="2012110"/>
                  </a:lnTo>
                  <a:lnTo>
                    <a:pt x="160571" y="2006658"/>
                  </a:lnTo>
                  <a:lnTo>
                    <a:pt x="158297" y="2001205"/>
                  </a:lnTo>
                  <a:lnTo>
                    <a:pt x="156067" y="1995752"/>
                  </a:lnTo>
                  <a:lnTo>
                    <a:pt x="153952" y="1990299"/>
                  </a:lnTo>
                  <a:lnTo>
                    <a:pt x="151861" y="1984846"/>
                  </a:lnTo>
                  <a:lnTo>
                    <a:pt x="149905" y="1979393"/>
                  </a:lnTo>
                  <a:lnTo>
                    <a:pt x="147977" y="1973940"/>
                  </a:lnTo>
                  <a:lnTo>
                    <a:pt x="146160" y="1968487"/>
                  </a:lnTo>
                  <a:lnTo>
                    <a:pt x="144395" y="1963035"/>
                  </a:lnTo>
                  <a:lnTo>
                    <a:pt x="142717" y="1957582"/>
                  </a:lnTo>
                  <a:lnTo>
                    <a:pt x="141116" y="1952129"/>
                  </a:lnTo>
                  <a:lnTo>
                    <a:pt x="139577" y="1946676"/>
                  </a:lnTo>
                  <a:lnTo>
                    <a:pt x="138139" y="1941223"/>
                  </a:lnTo>
                  <a:lnTo>
                    <a:pt x="136738" y="1935770"/>
                  </a:lnTo>
                  <a:lnTo>
                    <a:pt x="135460" y="1930317"/>
                  </a:lnTo>
                  <a:lnTo>
                    <a:pt x="134206" y="1924864"/>
                  </a:lnTo>
                  <a:lnTo>
                    <a:pt x="133075" y="1919412"/>
                  </a:lnTo>
                  <a:lnTo>
                    <a:pt x="131977" y="1913959"/>
                  </a:lnTo>
                  <a:lnTo>
                    <a:pt x="130977" y="1908506"/>
                  </a:lnTo>
                  <a:lnTo>
                    <a:pt x="130031" y="1903053"/>
                  </a:lnTo>
                  <a:lnTo>
                    <a:pt x="129156" y="1897600"/>
                  </a:lnTo>
                  <a:lnTo>
                    <a:pt x="128356" y="1892147"/>
                  </a:lnTo>
                  <a:lnTo>
                    <a:pt x="127604" y="1886694"/>
                  </a:lnTo>
                  <a:lnTo>
                    <a:pt x="126943" y="1881241"/>
                  </a:lnTo>
                  <a:lnTo>
                    <a:pt x="126307" y="1875789"/>
                  </a:lnTo>
                  <a:lnTo>
                    <a:pt x="125778" y="1870336"/>
                  </a:lnTo>
                  <a:lnTo>
                    <a:pt x="125267" y="1864883"/>
                  </a:lnTo>
                  <a:lnTo>
                    <a:pt x="124846" y="1859430"/>
                  </a:lnTo>
                  <a:lnTo>
                    <a:pt x="124456" y="1853977"/>
                  </a:lnTo>
                  <a:lnTo>
                    <a:pt x="124132" y="1848524"/>
                  </a:lnTo>
                  <a:lnTo>
                    <a:pt x="123852" y="1843071"/>
                  </a:lnTo>
                  <a:lnTo>
                    <a:pt x="123618" y="1837618"/>
                  </a:lnTo>
                  <a:lnTo>
                    <a:pt x="123439" y="1832166"/>
                  </a:lnTo>
                  <a:lnTo>
                    <a:pt x="123287" y="1826713"/>
                  </a:lnTo>
                  <a:lnTo>
                    <a:pt x="123197" y="1821260"/>
                  </a:lnTo>
                  <a:lnTo>
                    <a:pt x="123119" y="1815807"/>
                  </a:lnTo>
                  <a:lnTo>
                    <a:pt x="123105" y="1810354"/>
                  </a:lnTo>
                  <a:lnTo>
                    <a:pt x="123103" y="1804901"/>
                  </a:lnTo>
                  <a:lnTo>
                    <a:pt x="123145" y="1799448"/>
                  </a:lnTo>
                  <a:lnTo>
                    <a:pt x="123205" y="1793995"/>
                  </a:lnTo>
                  <a:lnTo>
                    <a:pt x="123294" y="1788543"/>
                  </a:lnTo>
                  <a:lnTo>
                    <a:pt x="123403" y="1783090"/>
                  </a:lnTo>
                  <a:lnTo>
                    <a:pt x="123530" y="1777637"/>
                  </a:lnTo>
                  <a:lnTo>
                    <a:pt x="123677" y="1772184"/>
                  </a:lnTo>
                  <a:lnTo>
                    <a:pt x="123832" y="1766731"/>
                  </a:lnTo>
                  <a:lnTo>
                    <a:pt x="124004" y="1761278"/>
                  </a:lnTo>
                  <a:lnTo>
                    <a:pt x="124179" y="1755825"/>
                  </a:lnTo>
                  <a:lnTo>
                    <a:pt x="124362" y="1750372"/>
                  </a:lnTo>
                  <a:lnTo>
                    <a:pt x="124545" y="1744920"/>
                  </a:lnTo>
                  <a:lnTo>
                    <a:pt x="124729" y="1739467"/>
                  </a:lnTo>
                  <a:lnTo>
                    <a:pt x="124909" y="1734014"/>
                  </a:lnTo>
                  <a:lnTo>
                    <a:pt x="125084" y="1728561"/>
                  </a:lnTo>
                  <a:lnTo>
                    <a:pt x="125248" y="1723108"/>
                  </a:lnTo>
                  <a:lnTo>
                    <a:pt x="125405" y="1717655"/>
                  </a:lnTo>
                  <a:lnTo>
                    <a:pt x="125542" y="1712202"/>
                  </a:lnTo>
                  <a:lnTo>
                    <a:pt x="125673" y="1706749"/>
                  </a:lnTo>
                  <a:lnTo>
                    <a:pt x="125772" y="1701297"/>
                  </a:lnTo>
                  <a:lnTo>
                    <a:pt x="125863" y="1695844"/>
                  </a:lnTo>
                  <a:lnTo>
                    <a:pt x="125918" y="1690391"/>
                  </a:lnTo>
                  <a:lnTo>
                    <a:pt x="125957" y="1684938"/>
                  </a:lnTo>
                  <a:lnTo>
                    <a:pt x="125962" y="1679485"/>
                  </a:lnTo>
                  <a:lnTo>
                    <a:pt x="125940" y="1674032"/>
                  </a:lnTo>
                  <a:lnTo>
                    <a:pt x="125889" y="1668579"/>
                  </a:lnTo>
                  <a:lnTo>
                    <a:pt x="125797" y="1663126"/>
                  </a:lnTo>
                  <a:lnTo>
                    <a:pt x="125683" y="1657674"/>
                  </a:lnTo>
                  <a:lnTo>
                    <a:pt x="125512" y="1652221"/>
                  </a:lnTo>
                  <a:lnTo>
                    <a:pt x="125329" y="1646768"/>
                  </a:lnTo>
                  <a:lnTo>
                    <a:pt x="125073" y="1641315"/>
                  </a:lnTo>
                  <a:lnTo>
                    <a:pt x="124803" y="1635862"/>
                  </a:lnTo>
                  <a:lnTo>
                    <a:pt x="124469" y="1630409"/>
                  </a:lnTo>
                  <a:lnTo>
                    <a:pt x="124106" y="1624956"/>
                  </a:lnTo>
                  <a:lnTo>
                    <a:pt x="123690" y="1619503"/>
                  </a:lnTo>
                  <a:lnTo>
                    <a:pt x="123229" y="1614051"/>
                  </a:lnTo>
                  <a:lnTo>
                    <a:pt x="122873" y="1610175"/>
                  </a:lnTo>
                  <a:lnTo>
                    <a:pt x="122728" y="1608598"/>
                  </a:lnTo>
                  <a:lnTo>
                    <a:pt x="122165" y="1603145"/>
                  </a:lnTo>
                  <a:lnTo>
                    <a:pt x="121576" y="1597692"/>
                  </a:lnTo>
                  <a:lnTo>
                    <a:pt x="120908" y="1592239"/>
                  </a:lnTo>
                  <a:lnTo>
                    <a:pt x="120224" y="1586786"/>
                  </a:lnTo>
                  <a:lnTo>
                    <a:pt x="119456" y="1581333"/>
                  </a:lnTo>
                  <a:lnTo>
                    <a:pt x="118666" y="1575880"/>
                  </a:lnTo>
                  <a:lnTo>
                    <a:pt x="117807" y="1570428"/>
                  </a:lnTo>
                  <a:lnTo>
                    <a:pt x="116909" y="1564975"/>
                  </a:lnTo>
                  <a:lnTo>
                    <a:pt x="115959" y="1559522"/>
                  </a:lnTo>
                  <a:lnTo>
                    <a:pt x="114956" y="1554069"/>
                  </a:lnTo>
                  <a:lnTo>
                    <a:pt x="113916" y="1548616"/>
                  </a:lnTo>
                  <a:lnTo>
                    <a:pt x="112808" y="1543163"/>
                  </a:lnTo>
                  <a:lnTo>
                    <a:pt x="111680" y="1537710"/>
                  </a:lnTo>
                  <a:lnTo>
                    <a:pt x="110470" y="1532257"/>
                  </a:lnTo>
                  <a:lnTo>
                    <a:pt x="109246" y="1526805"/>
                  </a:lnTo>
                  <a:lnTo>
                    <a:pt x="107948" y="1521352"/>
                  </a:lnTo>
                  <a:lnTo>
                    <a:pt x="106627" y="1515899"/>
                  </a:lnTo>
                  <a:lnTo>
                    <a:pt x="105249" y="1510446"/>
                  </a:lnTo>
                  <a:lnTo>
                    <a:pt x="103835" y="1504993"/>
                  </a:lnTo>
                  <a:lnTo>
                    <a:pt x="102381" y="1499540"/>
                  </a:lnTo>
                  <a:lnTo>
                    <a:pt x="100880" y="1494087"/>
                  </a:lnTo>
                  <a:lnTo>
                    <a:pt x="99354" y="1488634"/>
                  </a:lnTo>
                  <a:lnTo>
                    <a:pt x="97773" y="1483182"/>
                  </a:lnTo>
                  <a:lnTo>
                    <a:pt x="96179" y="1477729"/>
                  </a:lnTo>
                  <a:lnTo>
                    <a:pt x="94524" y="1472276"/>
                  </a:lnTo>
                  <a:lnTo>
                    <a:pt x="92859" y="1466823"/>
                  </a:lnTo>
                  <a:lnTo>
                    <a:pt x="91147" y="1461370"/>
                  </a:lnTo>
                  <a:lnTo>
                    <a:pt x="89417" y="1455917"/>
                  </a:lnTo>
                  <a:lnTo>
                    <a:pt x="87654" y="1450464"/>
                  </a:lnTo>
                  <a:lnTo>
                    <a:pt x="85868" y="1445011"/>
                  </a:lnTo>
                  <a:lnTo>
                    <a:pt x="84060" y="1439559"/>
                  </a:lnTo>
                  <a:lnTo>
                    <a:pt x="82226" y="1434106"/>
                  </a:lnTo>
                  <a:lnTo>
                    <a:pt x="80380" y="1428653"/>
                  </a:lnTo>
                  <a:lnTo>
                    <a:pt x="78506" y="1423200"/>
                  </a:lnTo>
                  <a:lnTo>
                    <a:pt x="76627" y="1417747"/>
                  </a:lnTo>
                  <a:lnTo>
                    <a:pt x="74724" y="1412294"/>
                  </a:lnTo>
                  <a:lnTo>
                    <a:pt x="72816" y="1406841"/>
                  </a:lnTo>
                  <a:lnTo>
                    <a:pt x="70894" y="1401388"/>
                  </a:lnTo>
                  <a:lnTo>
                    <a:pt x="68967" y="1395936"/>
                  </a:lnTo>
                  <a:lnTo>
                    <a:pt x="67033" y="1390483"/>
                  </a:lnTo>
                  <a:lnTo>
                    <a:pt x="65096" y="1385030"/>
                  </a:lnTo>
                  <a:lnTo>
                    <a:pt x="63157" y="1379577"/>
                  </a:lnTo>
                  <a:lnTo>
                    <a:pt x="61219" y="1374124"/>
                  </a:lnTo>
                  <a:lnTo>
                    <a:pt x="59281" y="1368671"/>
                  </a:lnTo>
                  <a:lnTo>
                    <a:pt x="57350" y="1363218"/>
                  </a:lnTo>
                  <a:lnTo>
                    <a:pt x="55422" y="1357765"/>
                  </a:lnTo>
                  <a:lnTo>
                    <a:pt x="53506" y="1352313"/>
                  </a:lnTo>
                  <a:lnTo>
                    <a:pt x="51596" y="1346860"/>
                  </a:lnTo>
                  <a:lnTo>
                    <a:pt x="49701" y="1341407"/>
                  </a:lnTo>
                  <a:lnTo>
                    <a:pt x="47819" y="1335954"/>
                  </a:lnTo>
                  <a:lnTo>
                    <a:pt x="45950" y="1330501"/>
                  </a:lnTo>
                  <a:lnTo>
                    <a:pt x="44103" y="1325048"/>
                  </a:lnTo>
                  <a:lnTo>
                    <a:pt x="42267" y="1319595"/>
                  </a:lnTo>
                  <a:lnTo>
                    <a:pt x="40463" y="1314142"/>
                  </a:lnTo>
                  <a:lnTo>
                    <a:pt x="38666" y="1308690"/>
                  </a:lnTo>
                  <a:lnTo>
                    <a:pt x="36913" y="1303237"/>
                  </a:lnTo>
                  <a:lnTo>
                    <a:pt x="35168" y="1297784"/>
                  </a:lnTo>
                  <a:lnTo>
                    <a:pt x="34257" y="1294867"/>
                  </a:lnTo>
                  <a:lnTo>
                    <a:pt x="33464" y="1292331"/>
                  </a:lnTo>
                  <a:lnTo>
                    <a:pt x="31779" y="1286878"/>
                  </a:lnTo>
                  <a:lnTo>
                    <a:pt x="30130" y="1281425"/>
                  </a:lnTo>
                  <a:lnTo>
                    <a:pt x="28511" y="1275972"/>
                  </a:lnTo>
                  <a:lnTo>
                    <a:pt x="26921" y="1270519"/>
                  </a:lnTo>
                  <a:lnTo>
                    <a:pt x="25375" y="1265067"/>
                  </a:lnTo>
                  <a:lnTo>
                    <a:pt x="23848" y="1259614"/>
                  </a:lnTo>
                  <a:lnTo>
                    <a:pt x="22381" y="1254161"/>
                  </a:lnTo>
                  <a:lnTo>
                    <a:pt x="20926" y="1248708"/>
                  </a:lnTo>
                  <a:lnTo>
                    <a:pt x="19539" y="1243255"/>
                  </a:lnTo>
                  <a:lnTo>
                    <a:pt x="18169" y="1237802"/>
                  </a:lnTo>
                  <a:lnTo>
                    <a:pt x="16857" y="1232349"/>
                  </a:lnTo>
                  <a:lnTo>
                    <a:pt x="15578" y="1226896"/>
                  </a:lnTo>
                  <a:lnTo>
                    <a:pt x="14346" y="1221444"/>
                  </a:lnTo>
                  <a:lnTo>
                    <a:pt x="13161" y="1215991"/>
                  </a:lnTo>
                  <a:lnTo>
                    <a:pt x="12012" y="1210538"/>
                  </a:lnTo>
                  <a:lnTo>
                    <a:pt x="10926" y="1205085"/>
                  </a:lnTo>
                  <a:lnTo>
                    <a:pt x="9862" y="1199632"/>
                  </a:lnTo>
                  <a:lnTo>
                    <a:pt x="8881" y="1194179"/>
                  </a:lnTo>
                  <a:lnTo>
                    <a:pt x="7915" y="1188726"/>
                  </a:lnTo>
                  <a:lnTo>
                    <a:pt x="7030" y="1183273"/>
                  </a:lnTo>
                  <a:lnTo>
                    <a:pt x="6172" y="1177821"/>
                  </a:lnTo>
                  <a:lnTo>
                    <a:pt x="5381" y="1172368"/>
                  </a:lnTo>
                  <a:lnTo>
                    <a:pt x="4635" y="1166915"/>
                  </a:lnTo>
                  <a:lnTo>
                    <a:pt x="3940" y="1161462"/>
                  </a:lnTo>
                  <a:lnTo>
                    <a:pt x="3307" y="1156009"/>
                  </a:lnTo>
                  <a:lnTo>
                    <a:pt x="2711" y="1150556"/>
                  </a:lnTo>
                  <a:lnTo>
                    <a:pt x="2196" y="1145103"/>
                  </a:lnTo>
                  <a:lnTo>
                    <a:pt x="1700" y="1139650"/>
                  </a:lnTo>
                  <a:lnTo>
                    <a:pt x="1305" y="1134198"/>
                  </a:lnTo>
                  <a:lnTo>
                    <a:pt x="928" y="1128745"/>
                  </a:lnTo>
                  <a:lnTo>
                    <a:pt x="639" y="1123292"/>
                  </a:lnTo>
                  <a:lnTo>
                    <a:pt x="386" y="1117839"/>
                  </a:lnTo>
                  <a:lnTo>
                    <a:pt x="202" y="1112386"/>
                  </a:lnTo>
                  <a:lnTo>
                    <a:pt x="75" y="1106933"/>
                  </a:lnTo>
                  <a:lnTo>
                    <a:pt x="0" y="1101480"/>
                  </a:lnTo>
                  <a:lnTo>
                    <a:pt x="0" y="1096027"/>
                  </a:lnTo>
                  <a:lnTo>
                    <a:pt x="34" y="1090575"/>
                  </a:lnTo>
                  <a:lnTo>
                    <a:pt x="165" y="1085122"/>
                  </a:lnTo>
                  <a:lnTo>
                    <a:pt x="316" y="1079669"/>
                  </a:lnTo>
                  <a:lnTo>
                    <a:pt x="400" y="1077901"/>
                  </a:lnTo>
                  <a:lnTo>
                    <a:pt x="574" y="1074216"/>
                  </a:lnTo>
                  <a:lnTo>
                    <a:pt x="858" y="1068763"/>
                  </a:lnTo>
                  <a:lnTo>
                    <a:pt x="1231" y="1063310"/>
                  </a:lnTo>
                  <a:lnTo>
                    <a:pt x="1650" y="1057857"/>
                  </a:lnTo>
                  <a:lnTo>
                    <a:pt x="2138" y="1052404"/>
                  </a:lnTo>
                  <a:lnTo>
                    <a:pt x="2694" y="1046952"/>
                  </a:lnTo>
                  <a:lnTo>
                    <a:pt x="3300" y="1041499"/>
                  </a:lnTo>
                  <a:lnTo>
                    <a:pt x="3995" y="1036046"/>
                  </a:lnTo>
                  <a:lnTo>
                    <a:pt x="4720" y="1030593"/>
                  </a:lnTo>
                  <a:lnTo>
                    <a:pt x="5556" y="1025140"/>
                  </a:lnTo>
                  <a:lnTo>
                    <a:pt x="6413" y="1019687"/>
                  </a:lnTo>
                  <a:lnTo>
                    <a:pt x="7379" y="1014234"/>
                  </a:lnTo>
                  <a:lnTo>
                    <a:pt x="8379" y="1008781"/>
                  </a:lnTo>
                  <a:lnTo>
                    <a:pt x="9467" y="1003329"/>
                  </a:lnTo>
                  <a:lnTo>
                    <a:pt x="10612" y="997876"/>
                  </a:lnTo>
                  <a:lnTo>
                    <a:pt x="11824" y="992423"/>
                  </a:lnTo>
                  <a:lnTo>
                    <a:pt x="13115" y="986970"/>
                  </a:lnTo>
                  <a:lnTo>
                    <a:pt x="14452" y="981517"/>
                  </a:lnTo>
                  <a:lnTo>
                    <a:pt x="15890" y="976064"/>
                  </a:lnTo>
                  <a:lnTo>
                    <a:pt x="17352" y="970611"/>
                  </a:lnTo>
                  <a:lnTo>
                    <a:pt x="18938" y="965158"/>
                  </a:lnTo>
                  <a:lnTo>
                    <a:pt x="20547" y="959706"/>
                  </a:lnTo>
                  <a:lnTo>
                    <a:pt x="22262" y="954253"/>
                  </a:lnTo>
                  <a:lnTo>
                    <a:pt x="24020" y="948800"/>
                  </a:lnTo>
                  <a:lnTo>
                    <a:pt x="25862" y="943347"/>
                  </a:lnTo>
                  <a:lnTo>
                    <a:pt x="27769" y="937894"/>
                  </a:lnTo>
                  <a:lnTo>
                    <a:pt x="29739" y="932441"/>
                  </a:lnTo>
                  <a:lnTo>
                    <a:pt x="31796" y="926988"/>
                  </a:lnTo>
                  <a:lnTo>
                    <a:pt x="33893" y="921535"/>
                  </a:lnTo>
                  <a:lnTo>
                    <a:pt x="36100" y="916083"/>
                  </a:lnTo>
                  <a:lnTo>
                    <a:pt x="38329" y="910630"/>
                  </a:lnTo>
                  <a:lnTo>
                    <a:pt x="40680" y="905177"/>
                  </a:lnTo>
                  <a:lnTo>
                    <a:pt x="43058" y="899724"/>
                  </a:lnTo>
                  <a:lnTo>
                    <a:pt x="45535" y="894271"/>
                  </a:lnTo>
                  <a:lnTo>
                    <a:pt x="48061" y="888818"/>
                  </a:lnTo>
                  <a:lnTo>
                    <a:pt x="50662" y="883365"/>
                  </a:lnTo>
                  <a:lnTo>
                    <a:pt x="53334" y="877912"/>
                  </a:lnTo>
                  <a:lnTo>
                    <a:pt x="56059" y="872460"/>
                  </a:lnTo>
                  <a:lnTo>
                    <a:pt x="58874" y="867007"/>
                  </a:lnTo>
                  <a:lnTo>
                    <a:pt x="61721" y="861554"/>
                  </a:lnTo>
                  <a:lnTo>
                    <a:pt x="64678" y="856101"/>
                  </a:lnTo>
                  <a:lnTo>
                    <a:pt x="67655" y="850648"/>
                  </a:lnTo>
                  <a:lnTo>
                    <a:pt x="70739" y="845195"/>
                  </a:lnTo>
                  <a:lnTo>
                    <a:pt x="73854" y="839742"/>
                  </a:lnTo>
                  <a:lnTo>
                    <a:pt x="77053" y="834289"/>
                  </a:lnTo>
                  <a:lnTo>
                    <a:pt x="80301" y="828837"/>
                  </a:lnTo>
                  <a:lnTo>
                    <a:pt x="83612" y="823384"/>
                  </a:lnTo>
                  <a:lnTo>
                    <a:pt x="86989" y="817931"/>
                  </a:lnTo>
                  <a:lnTo>
                    <a:pt x="90408" y="812478"/>
                  </a:lnTo>
                  <a:lnTo>
                    <a:pt x="93910" y="807025"/>
                  </a:lnTo>
                  <a:lnTo>
                    <a:pt x="97433" y="801572"/>
                  </a:lnTo>
                  <a:lnTo>
                    <a:pt x="101054" y="796119"/>
                  </a:lnTo>
                  <a:lnTo>
                    <a:pt x="104692" y="790666"/>
                  </a:lnTo>
                  <a:lnTo>
                    <a:pt x="108412" y="785214"/>
                  </a:lnTo>
                  <a:lnTo>
                    <a:pt x="112161" y="779761"/>
                  </a:lnTo>
                  <a:lnTo>
                    <a:pt x="115971" y="774308"/>
                  </a:lnTo>
                  <a:lnTo>
                    <a:pt x="119825" y="768855"/>
                  </a:lnTo>
                  <a:lnTo>
                    <a:pt x="123722" y="763402"/>
                  </a:lnTo>
                  <a:lnTo>
                    <a:pt x="127674" y="757949"/>
                  </a:lnTo>
                  <a:lnTo>
                    <a:pt x="131651" y="752496"/>
                  </a:lnTo>
                  <a:lnTo>
                    <a:pt x="135693" y="747043"/>
                  </a:lnTo>
                  <a:lnTo>
                    <a:pt x="139747" y="741591"/>
                  </a:lnTo>
                  <a:lnTo>
                    <a:pt x="143868" y="736138"/>
                  </a:lnTo>
                  <a:lnTo>
                    <a:pt x="148003" y="730685"/>
                  </a:lnTo>
                  <a:lnTo>
                    <a:pt x="152186" y="725232"/>
                  </a:lnTo>
                  <a:lnTo>
                    <a:pt x="156392" y="719779"/>
                  </a:lnTo>
                  <a:lnTo>
                    <a:pt x="160632" y="714326"/>
                  </a:lnTo>
                  <a:lnTo>
                    <a:pt x="164900" y="708873"/>
                  </a:lnTo>
                  <a:lnTo>
                    <a:pt x="169190" y="703420"/>
                  </a:lnTo>
                  <a:lnTo>
                    <a:pt x="173511" y="697968"/>
                  </a:lnTo>
                  <a:lnTo>
                    <a:pt x="177843" y="692515"/>
                  </a:lnTo>
                  <a:lnTo>
                    <a:pt x="182209" y="687062"/>
                  </a:lnTo>
                  <a:lnTo>
                    <a:pt x="186579" y="681609"/>
                  </a:lnTo>
                  <a:lnTo>
                    <a:pt x="190976" y="676156"/>
                  </a:lnTo>
                  <a:lnTo>
                    <a:pt x="195379" y="670703"/>
                  </a:lnTo>
                  <a:lnTo>
                    <a:pt x="199797" y="665250"/>
                  </a:lnTo>
                  <a:lnTo>
                    <a:pt x="204222" y="659797"/>
                  </a:lnTo>
                  <a:lnTo>
                    <a:pt x="208654" y="654345"/>
                  </a:lnTo>
                  <a:lnTo>
                    <a:pt x="213091" y="648892"/>
                  </a:lnTo>
                  <a:lnTo>
                    <a:pt x="217531" y="643439"/>
                  </a:lnTo>
                  <a:lnTo>
                    <a:pt x="221970" y="637986"/>
                  </a:lnTo>
                  <a:lnTo>
                    <a:pt x="226409" y="632533"/>
                  </a:lnTo>
                  <a:lnTo>
                    <a:pt x="230841" y="627080"/>
                  </a:lnTo>
                  <a:lnTo>
                    <a:pt x="235271" y="621627"/>
                  </a:lnTo>
                  <a:lnTo>
                    <a:pt x="239688" y="616174"/>
                  </a:lnTo>
                  <a:lnTo>
                    <a:pt x="244098" y="610722"/>
                  </a:lnTo>
                  <a:lnTo>
                    <a:pt x="248494" y="605269"/>
                  </a:lnTo>
                  <a:lnTo>
                    <a:pt x="252876" y="599816"/>
                  </a:lnTo>
                  <a:lnTo>
                    <a:pt x="257243" y="594363"/>
                  </a:lnTo>
                  <a:lnTo>
                    <a:pt x="261587" y="588910"/>
                  </a:lnTo>
                  <a:lnTo>
                    <a:pt x="265919" y="583457"/>
                  </a:lnTo>
                  <a:lnTo>
                    <a:pt x="270216" y="578004"/>
                  </a:lnTo>
                  <a:lnTo>
                    <a:pt x="274505" y="572551"/>
                  </a:lnTo>
                  <a:lnTo>
                    <a:pt x="278748" y="567099"/>
                  </a:lnTo>
                  <a:lnTo>
                    <a:pt x="282980" y="561646"/>
                  </a:lnTo>
                  <a:lnTo>
                    <a:pt x="287169" y="556193"/>
                  </a:lnTo>
                  <a:lnTo>
                    <a:pt x="291336" y="550740"/>
                  </a:lnTo>
                  <a:lnTo>
                    <a:pt x="295466" y="545287"/>
                  </a:lnTo>
                  <a:lnTo>
                    <a:pt x="299559" y="539834"/>
                  </a:lnTo>
                  <a:lnTo>
                    <a:pt x="303624" y="534381"/>
                  </a:lnTo>
                  <a:lnTo>
                    <a:pt x="307637" y="528928"/>
                  </a:lnTo>
                  <a:lnTo>
                    <a:pt x="311631" y="523476"/>
                  </a:lnTo>
                  <a:lnTo>
                    <a:pt x="315558" y="518023"/>
                  </a:lnTo>
                  <a:lnTo>
                    <a:pt x="319471" y="512570"/>
                  </a:lnTo>
                  <a:lnTo>
                    <a:pt x="323311" y="507117"/>
                  </a:lnTo>
                  <a:lnTo>
                    <a:pt x="327130" y="501664"/>
                  </a:lnTo>
                  <a:lnTo>
                    <a:pt x="330887" y="496211"/>
                  </a:lnTo>
                  <a:lnTo>
                    <a:pt x="334606" y="490758"/>
                  </a:lnTo>
                  <a:lnTo>
                    <a:pt x="338275" y="485305"/>
                  </a:lnTo>
                  <a:lnTo>
                    <a:pt x="341890" y="479853"/>
                  </a:lnTo>
                  <a:lnTo>
                    <a:pt x="345469" y="474400"/>
                  </a:lnTo>
                  <a:lnTo>
                    <a:pt x="348974" y="468947"/>
                  </a:lnTo>
                  <a:lnTo>
                    <a:pt x="352460" y="463494"/>
                  </a:lnTo>
                  <a:lnTo>
                    <a:pt x="355853" y="458041"/>
                  </a:lnTo>
                  <a:lnTo>
                    <a:pt x="359229" y="452588"/>
                  </a:lnTo>
                  <a:lnTo>
                    <a:pt x="362520" y="447135"/>
                  </a:lnTo>
                  <a:lnTo>
                    <a:pt x="365779" y="441682"/>
                  </a:lnTo>
                  <a:lnTo>
                    <a:pt x="368970" y="436230"/>
                  </a:lnTo>
                  <a:lnTo>
                    <a:pt x="372111" y="430777"/>
                  </a:lnTo>
                  <a:lnTo>
                    <a:pt x="375200" y="425324"/>
                  </a:lnTo>
                  <a:lnTo>
                    <a:pt x="378220" y="419871"/>
                  </a:lnTo>
                  <a:lnTo>
                    <a:pt x="381206" y="414418"/>
                  </a:lnTo>
                  <a:lnTo>
                    <a:pt x="384105" y="408965"/>
                  </a:lnTo>
                  <a:lnTo>
                    <a:pt x="386985" y="403512"/>
                  </a:lnTo>
                  <a:lnTo>
                    <a:pt x="389764" y="398059"/>
                  </a:lnTo>
                  <a:lnTo>
                    <a:pt x="392521" y="392607"/>
                  </a:lnTo>
                  <a:lnTo>
                    <a:pt x="395195" y="387154"/>
                  </a:lnTo>
                  <a:lnTo>
                    <a:pt x="397831" y="381701"/>
                  </a:lnTo>
                  <a:lnTo>
                    <a:pt x="400400" y="376248"/>
                  </a:lnTo>
                  <a:lnTo>
                    <a:pt x="402914" y="370795"/>
                  </a:lnTo>
                  <a:lnTo>
                    <a:pt x="405380" y="365342"/>
                  </a:lnTo>
                  <a:lnTo>
                    <a:pt x="407772" y="359889"/>
                  </a:lnTo>
                  <a:lnTo>
                    <a:pt x="410135" y="354436"/>
                  </a:lnTo>
                  <a:lnTo>
                    <a:pt x="412407" y="348984"/>
                  </a:lnTo>
                  <a:lnTo>
                    <a:pt x="414661" y="343531"/>
                  </a:lnTo>
                  <a:lnTo>
                    <a:pt x="416822" y="338078"/>
                  </a:lnTo>
                  <a:lnTo>
                    <a:pt x="418958" y="332625"/>
                  </a:lnTo>
                  <a:lnTo>
                    <a:pt x="421020" y="327172"/>
                  </a:lnTo>
                  <a:lnTo>
                    <a:pt x="423041" y="321719"/>
                  </a:lnTo>
                  <a:lnTo>
                    <a:pt x="425006" y="316266"/>
                  </a:lnTo>
                  <a:lnTo>
                    <a:pt x="426913" y="310813"/>
                  </a:lnTo>
                  <a:lnTo>
                    <a:pt x="428782" y="305361"/>
                  </a:lnTo>
                  <a:lnTo>
                    <a:pt x="430579" y="299908"/>
                  </a:lnTo>
                  <a:lnTo>
                    <a:pt x="432356" y="294455"/>
                  </a:lnTo>
                  <a:lnTo>
                    <a:pt x="434045" y="289002"/>
                  </a:lnTo>
                  <a:lnTo>
                    <a:pt x="435719" y="283549"/>
                  </a:lnTo>
                  <a:lnTo>
                    <a:pt x="437316" y="278096"/>
                  </a:lnTo>
                  <a:lnTo>
                    <a:pt x="438886" y="272643"/>
                  </a:lnTo>
                  <a:lnTo>
                    <a:pt x="440397" y="267190"/>
                  </a:lnTo>
                  <a:lnTo>
                    <a:pt x="441868" y="261738"/>
                  </a:lnTo>
                  <a:lnTo>
                    <a:pt x="443295" y="256285"/>
                  </a:lnTo>
                  <a:lnTo>
                    <a:pt x="444670" y="250832"/>
                  </a:lnTo>
                  <a:lnTo>
                    <a:pt x="446017" y="245379"/>
                  </a:lnTo>
                  <a:lnTo>
                    <a:pt x="447299" y="239926"/>
                  </a:lnTo>
                  <a:lnTo>
                    <a:pt x="448567" y="234473"/>
                  </a:lnTo>
                  <a:lnTo>
                    <a:pt x="449761" y="229020"/>
                  </a:lnTo>
                  <a:lnTo>
                    <a:pt x="450942" y="223567"/>
                  </a:lnTo>
                  <a:lnTo>
                    <a:pt x="452064" y="218115"/>
                  </a:lnTo>
                  <a:lnTo>
                    <a:pt x="453160" y="212662"/>
                  </a:lnTo>
                  <a:lnTo>
                    <a:pt x="454213" y="207209"/>
                  </a:lnTo>
                  <a:lnTo>
                    <a:pt x="455230" y="201756"/>
                  </a:lnTo>
                  <a:lnTo>
                    <a:pt x="456217" y="196303"/>
                  </a:lnTo>
                  <a:lnTo>
                    <a:pt x="457158" y="190850"/>
                  </a:lnTo>
                  <a:lnTo>
                    <a:pt x="458081" y="185397"/>
                  </a:lnTo>
                  <a:lnTo>
                    <a:pt x="458950" y="179944"/>
                  </a:lnTo>
                  <a:lnTo>
                    <a:pt x="459809" y="174492"/>
                  </a:lnTo>
                  <a:lnTo>
                    <a:pt x="460614" y="169039"/>
                  </a:lnTo>
                  <a:lnTo>
                    <a:pt x="461405" y="163586"/>
                  </a:lnTo>
                  <a:lnTo>
                    <a:pt x="462155" y="158133"/>
                  </a:lnTo>
                  <a:lnTo>
                    <a:pt x="462884" y="152680"/>
                  </a:lnTo>
                  <a:lnTo>
                    <a:pt x="463582" y="147227"/>
                  </a:lnTo>
                  <a:lnTo>
                    <a:pt x="464251" y="141774"/>
                  </a:lnTo>
                  <a:lnTo>
                    <a:pt x="464899" y="136321"/>
                  </a:lnTo>
                  <a:lnTo>
                    <a:pt x="465512" y="130869"/>
                  </a:lnTo>
                  <a:lnTo>
                    <a:pt x="466114" y="125416"/>
                  </a:lnTo>
                  <a:lnTo>
                    <a:pt x="466675" y="119963"/>
                  </a:lnTo>
                  <a:lnTo>
                    <a:pt x="467228" y="114510"/>
                  </a:lnTo>
                  <a:lnTo>
                    <a:pt x="467745" y="109057"/>
                  </a:lnTo>
                  <a:lnTo>
                    <a:pt x="468250" y="103604"/>
                  </a:lnTo>
                  <a:lnTo>
                    <a:pt x="468727" y="98151"/>
                  </a:lnTo>
                  <a:lnTo>
                    <a:pt x="469187" y="92698"/>
                  </a:lnTo>
                  <a:lnTo>
                    <a:pt x="469628" y="87246"/>
                  </a:lnTo>
                  <a:lnTo>
                    <a:pt x="470047" y="81793"/>
                  </a:lnTo>
                  <a:lnTo>
                    <a:pt x="470453" y="76340"/>
                  </a:lnTo>
                  <a:lnTo>
                    <a:pt x="470833" y="70887"/>
                  </a:lnTo>
                  <a:lnTo>
                    <a:pt x="471207" y="65434"/>
                  </a:lnTo>
                  <a:lnTo>
                    <a:pt x="471551" y="59981"/>
                  </a:lnTo>
                  <a:lnTo>
                    <a:pt x="471890" y="54528"/>
                  </a:lnTo>
                  <a:lnTo>
                    <a:pt x="472206" y="49075"/>
                  </a:lnTo>
                  <a:lnTo>
                    <a:pt x="472513" y="43623"/>
                  </a:lnTo>
                  <a:lnTo>
                    <a:pt x="472802" y="38170"/>
                  </a:lnTo>
                  <a:lnTo>
                    <a:pt x="473079" y="32717"/>
                  </a:lnTo>
                  <a:lnTo>
                    <a:pt x="473345" y="27264"/>
                  </a:lnTo>
                  <a:lnTo>
                    <a:pt x="473594" y="21811"/>
                  </a:lnTo>
                  <a:lnTo>
                    <a:pt x="473836" y="16358"/>
                  </a:lnTo>
                  <a:lnTo>
                    <a:pt x="474061" y="10905"/>
                  </a:lnTo>
                  <a:lnTo>
                    <a:pt x="474281" y="5452"/>
                  </a:lnTo>
                  <a:lnTo>
                    <a:pt x="474483" y="0"/>
                  </a:lnTo>
                  <a:lnTo>
                    <a:pt x="481518" y="0"/>
                  </a:lnTo>
                  <a:lnTo>
                    <a:pt x="481720" y="5452"/>
                  </a:lnTo>
                  <a:lnTo>
                    <a:pt x="481941" y="10905"/>
                  </a:lnTo>
                  <a:lnTo>
                    <a:pt x="482165" y="16358"/>
                  </a:lnTo>
                  <a:lnTo>
                    <a:pt x="482407" y="21811"/>
                  </a:lnTo>
                  <a:lnTo>
                    <a:pt x="482657" y="27264"/>
                  </a:lnTo>
                  <a:lnTo>
                    <a:pt x="482922" y="32717"/>
                  </a:lnTo>
                  <a:lnTo>
                    <a:pt x="483199" y="38170"/>
                  </a:lnTo>
                  <a:lnTo>
                    <a:pt x="483489" y="43623"/>
                  </a:lnTo>
                  <a:lnTo>
                    <a:pt x="483795" y="49075"/>
                  </a:lnTo>
                  <a:lnTo>
                    <a:pt x="484111" y="54528"/>
                  </a:lnTo>
                  <a:lnTo>
                    <a:pt x="484450" y="59981"/>
                  </a:lnTo>
                  <a:lnTo>
                    <a:pt x="484794" y="65434"/>
                  </a:lnTo>
                  <a:lnTo>
                    <a:pt x="485168" y="70887"/>
                  </a:lnTo>
                  <a:lnTo>
                    <a:pt x="485548" y="76340"/>
                  </a:lnTo>
                  <a:lnTo>
                    <a:pt x="485955" y="81793"/>
                  </a:lnTo>
                  <a:lnTo>
                    <a:pt x="486373" y="87246"/>
                  </a:lnTo>
                  <a:lnTo>
                    <a:pt x="486814" y="92698"/>
                  </a:lnTo>
                  <a:lnTo>
                    <a:pt x="487274" y="98151"/>
                  </a:lnTo>
                  <a:lnTo>
                    <a:pt x="487752" y="103604"/>
                  </a:lnTo>
                  <a:lnTo>
                    <a:pt x="488257" y="109057"/>
                  </a:lnTo>
                  <a:lnTo>
                    <a:pt x="488773" y="114510"/>
                  </a:lnTo>
                  <a:lnTo>
                    <a:pt x="489326" y="119963"/>
                  </a:lnTo>
                  <a:lnTo>
                    <a:pt x="489887" y="125416"/>
                  </a:lnTo>
                  <a:lnTo>
                    <a:pt x="490489" y="130869"/>
                  </a:lnTo>
                  <a:lnTo>
                    <a:pt x="491102" y="136321"/>
                  </a:lnTo>
                  <a:lnTo>
                    <a:pt x="491751" y="141774"/>
                  </a:lnTo>
                  <a:lnTo>
                    <a:pt x="492419" y="147227"/>
                  </a:lnTo>
                  <a:lnTo>
                    <a:pt x="493118" y="152680"/>
                  </a:lnTo>
                  <a:lnTo>
                    <a:pt x="493846" y="158133"/>
                  </a:lnTo>
                  <a:lnTo>
                    <a:pt x="494596" y="163586"/>
                  </a:lnTo>
                  <a:lnTo>
                    <a:pt x="495388" y="169039"/>
                  </a:lnTo>
                  <a:lnTo>
                    <a:pt x="496193" y="174492"/>
                  </a:lnTo>
                  <a:lnTo>
                    <a:pt x="497051" y="179944"/>
                  </a:lnTo>
                  <a:lnTo>
                    <a:pt x="497920" y="185397"/>
                  </a:lnTo>
                  <a:lnTo>
                    <a:pt x="498844" y="190850"/>
                  </a:lnTo>
                  <a:lnTo>
                    <a:pt x="499785" y="196303"/>
                  </a:lnTo>
                  <a:lnTo>
                    <a:pt x="500771" y="201756"/>
                  </a:lnTo>
                  <a:lnTo>
                    <a:pt x="501788" y="207209"/>
                  </a:lnTo>
                  <a:lnTo>
                    <a:pt x="502841" y="212662"/>
                  </a:lnTo>
                  <a:lnTo>
                    <a:pt x="503938" y="218115"/>
                  </a:lnTo>
                  <a:lnTo>
                    <a:pt x="505060" y="223567"/>
                  </a:lnTo>
                  <a:lnTo>
                    <a:pt x="506240" y="229020"/>
                  </a:lnTo>
                  <a:lnTo>
                    <a:pt x="507434" y="234473"/>
                  </a:lnTo>
                  <a:lnTo>
                    <a:pt x="508703" y="239926"/>
                  </a:lnTo>
                  <a:lnTo>
                    <a:pt x="509985" y="245379"/>
                  </a:lnTo>
                  <a:lnTo>
                    <a:pt x="511331" y="250832"/>
                  </a:lnTo>
                  <a:lnTo>
                    <a:pt x="512706" y="256285"/>
                  </a:lnTo>
                  <a:lnTo>
                    <a:pt x="514133" y="261738"/>
                  </a:lnTo>
                  <a:lnTo>
                    <a:pt x="515604" y="267190"/>
                  </a:lnTo>
                  <a:lnTo>
                    <a:pt x="517115" y="272643"/>
                  </a:lnTo>
                  <a:lnTo>
                    <a:pt x="518685" y="278096"/>
                  </a:lnTo>
                  <a:lnTo>
                    <a:pt x="520282" y="283549"/>
                  </a:lnTo>
                  <a:lnTo>
                    <a:pt x="521956" y="289002"/>
                  </a:lnTo>
                  <a:lnTo>
                    <a:pt x="523646" y="294455"/>
                  </a:lnTo>
                  <a:lnTo>
                    <a:pt x="525422" y="299908"/>
                  </a:lnTo>
                  <a:lnTo>
                    <a:pt x="527219" y="305361"/>
                  </a:lnTo>
                  <a:lnTo>
                    <a:pt x="529088" y="310813"/>
                  </a:lnTo>
                  <a:lnTo>
                    <a:pt x="530996" y="316266"/>
                  </a:lnTo>
                  <a:lnTo>
                    <a:pt x="532961" y="321719"/>
                  </a:lnTo>
                  <a:lnTo>
                    <a:pt x="534981" y="327172"/>
                  </a:lnTo>
                  <a:lnTo>
                    <a:pt x="537043" y="332625"/>
                  </a:lnTo>
                  <a:lnTo>
                    <a:pt x="539179" y="338078"/>
                  </a:lnTo>
                  <a:lnTo>
                    <a:pt x="541340" y="343531"/>
                  </a:lnTo>
                  <a:lnTo>
                    <a:pt x="543594" y="348984"/>
                  </a:lnTo>
                  <a:lnTo>
                    <a:pt x="545866" y="354436"/>
                  </a:lnTo>
                  <a:lnTo>
                    <a:pt x="548230" y="359889"/>
                  </a:lnTo>
                  <a:lnTo>
                    <a:pt x="550621" y="365342"/>
                  </a:lnTo>
                  <a:lnTo>
                    <a:pt x="553088" y="370795"/>
                  </a:lnTo>
                  <a:lnTo>
                    <a:pt x="555601" y="376248"/>
                  </a:lnTo>
                  <a:lnTo>
                    <a:pt x="558171" y="381701"/>
                  </a:lnTo>
                  <a:lnTo>
                    <a:pt x="560806" y="387154"/>
                  </a:lnTo>
                  <a:lnTo>
                    <a:pt x="563480" y="392607"/>
                  </a:lnTo>
                  <a:lnTo>
                    <a:pt x="566238" y="398059"/>
                  </a:lnTo>
                  <a:lnTo>
                    <a:pt x="569016" y="403512"/>
                  </a:lnTo>
                  <a:lnTo>
                    <a:pt x="571896" y="408965"/>
                  </a:lnTo>
                  <a:lnTo>
                    <a:pt x="574795" y="414418"/>
                  </a:lnTo>
                  <a:lnTo>
                    <a:pt x="577781" y="419871"/>
                  </a:lnTo>
                  <a:lnTo>
                    <a:pt x="580801" y="425324"/>
                  </a:lnTo>
                  <a:lnTo>
                    <a:pt x="583890" y="430777"/>
                  </a:lnTo>
                  <a:lnTo>
                    <a:pt x="587031" y="436230"/>
                  </a:lnTo>
                  <a:lnTo>
                    <a:pt x="590222" y="441682"/>
                  </a:lnTo>
                  <a:lnTo>
                    <a:pt x="593482" y="447135"/>
                  </a:lnTo>
                  <a:lnTo>
                    <a:pt x="596773" y="452588"/>
                  </a:lnTo>
                  <a:lnTo>
                    <a:pt x="600148" y="458041"/>
                  </a:lnTo>
                  <a:lnTo>
                    <a:pt x="603541" y="463494"/>
                  </a:lnTo>
                  <a:lnTo>
                    <a:pt x="607027" y="468947"/>
                  </a:lnTo>
                  <a:lnTo>
                    <a:pt x="610532" y="474400"/>
                  </a:lnTo>
                  <a:lnTo>
                    <a:pt x="614112" y="479853"/>
                  </a:lnTo>
                  <a:lnTo>
                    <a:pt x="617726" y="485305"/>
                  </a:lnTo>
                  <a:lnTo>
                    <a:pt x="621395" y="490758"/>
                  </a:lnTo>
                  <a:lnTo>
                    <a:pt x="625114" y="496211"/>
                  </a:lnTo>
                  <a:lnTo>
                    <a:pt x="628871" y="501664"/>
                  </a:lnTo>
                  <a:lnTo>
                    <a:pt x="632690" y="507117"/>
                  </a:lnTo>
                  <a:lnTo>
                    <a:pt x="636530" y="512570"/>
                  </a:lnTo>
                  <a:lnTo>
                    <a:pt x="640443" y="518023"/>
                  </a:lnTo>
                  <a:lnTo>
                    <a:pt x="644370" y="523476"/>
                  </a:lnTo>
                  <a:lnTo>
                    <a:pt x="648364" y="528928"/>
                  </a:lnTo>
                  <a:lnTo>
                    <a:pt x="652378" y="534381"/>
                  </a:lnTo>
                  <a:lnTo>
                    <a:pt x="656442" y="539834"/>
                  </a:lnTo>
                  <a:lnTo>
                    <a:pt x="660536" y="545287"/>
                  </a:lnTo>
                  <a:lnTo>
                    <a:pt x="664665" y="550740"/>
                  </a:lnTo>
                  <a:lnTo>
                    <a:pt x="668832" y="556193"/>
                  </a:lnTo>
                  <a:lnTo>
                    <a:pt x="673021" y="561646"/>
                  </a:lnTo>
                  <a:lnTo>
                    <a:pt x="677253" y="567099"/>
                  </a:lnTo>
                  <a:lnTo>
                    <a:pt x="681496" y="572551"/>
                  </a:lnTo>
                  <a:lnTo>
                    <a:pt x="685785" y="578004"/>
                  </a:lnTo>
                  <a:lnTo>
                    <a:pt x="690082" y="583457"/>
                  </a:lnTo>
                  <a:lnTo>
                    <a:pt x="694414" y="588910"/>
                  </a:lnTo>
                  <a:lnTo>
                    <a:pt x="698758" y="594363"/>
                  </a:lnTo>
                  <a:lnTo>
                    <a:pt x="703125" y="599816"/>
                  </a:lnTo>
                  <a:lnTo>
                    <a:pt x="707507" y="605269"/>
                  </a:lnTo>
                  <a:lnTo>
                    <a:pt x="711903" y="610722"/>
                  </a:lnTo>
                  <a:lnTo>
                    <a:pt x="716313" y="616174"/>
                  </a:lnTo>
                  <a:lnTo>
                    <a:pt x="720730" y="621627"/>
                  </a:lnTo>
                  <a:lnTo>
                    <a:pt x="725160" y="627080"/>
                  </a:lnTo>
                  <a:lnTo>
                    <a:pt x="729592" y="632533"/>
                  </a:lnTo>
                  <a:lnTo>
                    <a:pt x="734031" y="637986"/>
                  </a:lnTo>
                  <a:lnTo>
                    <a:pt x="738471" y="643439"/>
                  </a:lnTo>
                  <a:lnTo>
                    <a:pt x="742910" y="648892"/>
                  </a:lnTo>
                  <a:lnTo>
                    <a:pt x="747347" y="654345"/>
                  </a:lnTo>
                  <a:lnTo>
                    <a:pt x="751780" y="659797"/>
                  </a:lnTo>
                  <a:lnTo>
                    <a:pt x="756204" y="665250"/>
                  </a:lnTo>
                  <a:lnTo>
                    <a:pt x="760623" y="670703"/>
                  </a:lnTo>
                  <a:lnTo>
                    <a:pt x="765025" y="676156"/>
                  </a:lnTo>
                  <a:lnTo>
                    <a:pt x="769422" y="681609"/>
                  </a:lnTo>
                  <a:lnTo>
                    <a:pt x="773793" y="687062"/>
                  </a:lnTo>
                  <a:lnTo>
                    <a:pt x="778158" y="692515"/>
                  </a:lnTo>
                  <a:lnTo>
                    <a:pt x="782490" y="697968"/>
                  </a:lnTo>
                  <a:lnTo>
                    <a:pt x="786811" y="703420"/>
                  </a:lnTo>
                  <a:lnTo>
                    <a:pt x="791101" y="708873"/>
                  </a:lnTo>
                  <a:lnTo>
                    <a:pt x="795369" y="714326"/>
                  </a:lnTo>
                  <a:lnTo>
                    <a:pt x="799609" y="719779"/>
                  </a:lnTo>
                  <a:lnTo>
                    <a:pt x="803815" y="725232"/>
                  </a:lnTo>
                  <a:lnTo>
                    <a:pt x="807999" y="730685"/>
                  </a:lnTo>
                  <a:lnTo>
                    <a:pt x="812133" y="736138"/>
                  </a:lnTo>
                  <a:lnTo>
                    <a:pt x="816254" y="741591"/>
                  </a:lnTo>
                  <a:lnTo>
                    <a:pt x="820309" y="747043"/>
                  </a:lnTo>
                  <a:lnTo>
                    <a:pt x="824350" y="752496"/>
                  </a:lnTo>
                  <a:lnTo>
                    <a:pt x="828328" y="757949"/>
                  </a:lnTo>
                  <a:lnTo>
                    <a:pt x="832279" y="763402"/>
                  </a:lnTo>
                  <a:lnTo>
                    <a:pt x="836176" y="768855"/>
                  </a:lnTo>
                  <a:lnTo>
                    <a:pt x="840030" y="774308"/>
                  </a:lnTo>
                  <a:lnTo>
                    <a:pt x="843840" y="779761"/>
                  </a:lnTo>
                  <a:lnTo>
                    <a:pt x="847590" y="785214"/>
                  </a:lnTo>
                  <a:lnTo>
                    <a:pt x="851309" y="790666"/>
                  </a:lnTo>
                  <a:lnTo>
                    <a:pt x="854947" y="796119"/>
                  </a:lnTo>
                  <a:lnTo>
                    <a:pt x="858568" y="801572"/>
                  </a:lnTo>
                  <a:lnTo>
                    <a:pt x="862091" y="807025"/>
                  </a:lnTo>
                  <a:lnTo>
                    <a:pt x="865593" y="812478"/>
                  </a:lnTo>
                  <a:lnTo>
                    <a:pt x="869012" y="817931"/>
                  </a:lnTo>
                  <a:lnTo>
                    <a:pt x="872390" y="823384"/>
                  </a:lnTo>
                  <a:lnTo>
                    <a:pt x="875700" y="828837"/>
                  </a:lnTo>
                  <a:lnTo>
                    <a:pt x="878949" y="834289"/>
                  </a:lnTo>
                  <a:lnTo>
                    <a:pt x="882147" y="839742"/>
                  </a:lnTo>
                  <a:lnTo>
                    <a:pt x="885262" y="845195"/>
                  </a:lnTo>
                  <a:lnTo>
                    <a:pt x="888346" y="850648"/>
                  </a:lnTo>
                  <a:lnTo>
                    <a:pt x="891324" y="856101"/>
                  </a:lnTo>
                  <a:lnTo>
                    <a:pt x="894281" y="861554"/>
                  </a:lnTo>
                  <a:lnTo>
                    <a:pt x="897127" y="867007"/>
                  </a:lnTo>
                  <a:lnTo>
                    <a:pt x="899943" y="872460"/>
                  </a:lnTo>
                  <a:lnTo>
                    <a:pt x="902668" y="877912"/>
                  </a:lnTo>
                  <a:lnTo>
                    <a:pt x="905339" y="883365"/>
                  </a:lnTo>
                  <a:lnTo>
                    <a:pt x="907941" y="888818"/>
                  </a:lnTo>
                  <a:lnTo>
                    <a:pt x="910466" y="894271"/>
                  </a:lnTo>
                  <a:lnTo>
                    <a:pt x="912943" y="899724"/>
                  </a:lnTo>
                  <a:lnTo>
                    <a:pt x="915321" y="905177"/>
                  </a:lnTo>
                  <a:lnTo>
                    <a:pt x="917672" y="910630"/>
                  </a:lnTo>
                  <a:lnTo>
                    <a:pt x="919901" y="916083"/>
                  </a:lnTo>
                  <a:lnTo>
                    <a:pt x="922108" y="921535"/>
                  </a:lnTo>
                  <a:lnTo>
                    <a:pt x="924205" y="926988"/>
                  </a:lnTo>
                  <a:lnTo>
                    <a:pt x="926262" y="932441"/>
                  </a:lnTo>
                  <a:lnTo>
                    <a:pt x="928232" y="937894"/>
                  </a:lnTo>
                  <a:lnTo>
                    <a:pt x="930139" y="943347"/>
                  </a:lnTo>
                  <a:lnTo>
                    <a:pt x="931982" y="948800"/>
                  </a:lnTo>
                  <a:lnTo>
                    <a:pt x="933739" y="954253"/>
                  </a:lnTo>
                  <a:lnTo>
                    <a:pt x="935455" y="959706"/>
                  </a:lnTo>
                  <a:lnTo>
                    <a:pt x="937063" y="965158"/>
                  </a:lnTo>
                  <a:lnTo>
                    <a:pt x="938649" y="970611"/>
                  </a:lnTo>
                  <a:lnTo>
                    <a:pt x="940112" y="976064"/>
                  </a:lnTo>
                  <a:lnTo>
                    <a:pt x="941550" y="981517"/>
                  </a:lnTo>
                  <a:lnTo>
                    <a:pt x="942886" y="986970"/>
                  </a:lnTo>
                  <a:lnTo>
                    <a:pt x="944177" y="992423"/>
                  </a:lnTo>
                  <a:lnTo>
                    <a:pt x="945389" y="997876"/>
                  </a:lnTo>
                  <a:lnTo>
                    <a:pt x="946534" y="1003329"/>
                  </a:lnTo>
                  <a:lnTo>
                    <a:pt x="947622" y="1008781"/>
                  </a:lnTo>
                  <a:lnTo>
                    <a:pt x="948623" y="1014234"/>
                  </a:lnTo>
                  <a:lnTo>
                    <a:pt x="949589" y="1019687"/>
                  </a:lnTo>
                  <a:lnTo>
                    <a:pt x="950446" y="1025140"/>
                  </a:lnTo>
                  <a:lnTo>
                    <a:pt x="951282" y="1030593"/>
                  </a:lnTo>
                  <a:lnTo>
                    <a:pt x="952006" y="1036046"/>
                  </a:lnTo>
                  <a:lnTo>
                    <a:pt x="952701" y="1041499"/>
                  </a:lnTo>
                  <a:lnTo>
                    <a:pt x="953307" y="1046952"/>
                  </a:lnTo>
                  <a:lnTo>
                    <a:pt x="953863" y="1052404"/>
                  </a:lnTo>
                  <a:lnTo>
                    <a:pt x="954352" y="1057857"/>
                  </a:lnTo>
                  <a:lnTo>
                    <a:pt x="954770" y="1063310"/>
                  </a:lnTo>
                  <a:lnTo>
                    <a:pt x="955143" y="1068763"/>
                  </a:lnTo>
                  <a:lnTo>
                    <a:pt x="955427" y="1074216"/>
                  </a:lnTo>
                  <a:lnTo>
                    <a:pt x="955601" y="1077901"/>
                  </a:lnTo>
                  <a:lnTo>
                    <a:pt x="955685" y="1079669"/>
                  </a:lnTo>
                  <a:lnTo>
                    <a:pt x="955836" y="1085122"/>
                  </a:lnTo>
                  <a:lnTo>
                    <a:pt x="955967" y="1090575"/>
                  </a:lnTo>
                  <a:lnTo>
                    <a:pt x="956001" y="1096027"/>
                  </a:lnTo>
                  <a:lnTo>
                    <a:pt x="956002" y="1101480"/>
                  </a:lnTo>
                  <a:lnTo>
                    <a:pt x="955926" y="1106933"/>
                  </a:lnTo>
                  <a:lnTo>
                    <a:pt x="955799" y="1112386"/>
                  </a:lnTo>
                  <a:lnTo>
                    <a:pt x="955616" y="1117839"/>
                  </a:lnTo>
                  <a:lnTo>
                    <a:pt x="955362" y="1123292"/>
                  </a:lnTo>
                  <a:lnTo>
                    <a:pt x="955073" y="1128745"/>
                  </a:lnTo>
                  <a:lnTo>
                    <a:pt x="954697" y="1134198"/>
                  </a:lnTo>
                  <a:lnTo>
                    <a:pt x="954302" y="1139650"/>
                  </a:lnTo>
                  <a:lnTo>
                    <a:pt x="953805" y="1145103"/>
                  </a:lnTo>
                  <a:lnTo>
                    <a:pt x="953291" y="1150556"/>
                  </a:lnTo>
                  <a:lnTo>
                    <a:pt x="952694" y="1156009"/>
                  </a:lnTo>
                  <a:lnTo>
                    <a:pt x="952062" y="1161462"/>
                  </a:lnTo>
                  <a:lnTo>
                    <a:pt x="951367" y="1166915"/>
                  </a:lnTo>
                  <a:lnTo>
                    <a:pt x="950620" y="1172368"/>
                  </a:lnTo>
                  <a:lnTo>
                    <a:pt x="949829" y="1177821"/>
                  </a:lnTo>
                  <a:lnTo>
                    <a:pt x="948971" y="1183273"/>
                  </a:lnTo>
                  <a:lnTo>
                    <a:pt x="948087" y="1188726"/>
                  </a:lnTo>
                  <a:lnTo>
                    <a:pt x="947121" y="1194179"/>
                  </a:lnTo>
                  <a:lnTo>
                    <a:pt x="946139" y="1199632"/>
                  </a:lnTo>
                  <a:lnTo>
                    <a:pt x="945075" y="1205085"/>
                  </a:lnTo>
                  <a:lnTo>
                    <a:pt x="943990" y="1210538"/>
                  </a:lnTo>
                  <a:lnTo>
                    <a:pt x="942840" y="1215991"/>
                  </a:lnTo>
                  <a:lnTo>
                    <a:pt x="941656" y="1221444"/>
                  </a:lnTo>
                  <a:lnTo>
                    <a:pt x="940423" y="1226896"/>
                  </a:lnTo>
                  <a:lnTo>
                    <a:pt x="939144" y="1232349"/>
                  </a:lnTo>
                  <a:lnTo>
                    <a:pt x="937832" y="1237802"/>
                  </a:lnTo>
                  <a:lnTo>
                    <a:pt x="936463" y="1243255"/>
                  </a:lnTo>
                  <a:lnTo>
                    <a:pt x="935076" y="1248708"/>
                  </a:lnTo>
                  <a:lnTo>
                    <a:pt x="933620" y="1254161"/>
                  </a:lnTo>
                  <a:lnTo>
                    <a:pt x="932153" y="1259614"/>
                  </a:lnTo>
                  <a:lnTo>
                    <a:pt x="930626" y="1265067"/>
                  </a:lnTo>
                  <a:lnTo>
                    <a:pt x="929080" y="1270519"/>
                  </a:lnTo>
                  <a:lnTo>
                    <a:pt x="927490" y="1275972"/>
                  </a:lnTo>
                  <a:lnTo>
                    <a:pt x="925871" y="1281425"/>
                  </a:lnTo>
                  <a:lnTo>
                    <a:pt x="924222" y="1286878"/>
                  </a:lnTo>
                  <a:lnTo>
                    <a:pt x="922537" y="1292331"/>
                  </a:lnTo>
                  <a:lnTo>
                    <a:pt x="921744" y="1294867"/>
                  </a:lnTo>
                  <a:lnTo>
                    <a:pt x="920833" y="1297784"/>
                  </a:lnTo>
                  <a:lnTo>
                    <a:pt x="919088" y="1303237"/>
                  </a:lnTo>
                  <a:lnTo>
                    <a:pt x="917335" y="1308690"/>
                  </a:lnTo>
                  <a:lnTo>
                    <a:pt x="915538" y="1314142"/>
                  </a:lnTo>
                  <a:lnTo>
                    <a:pt x="913734" y="1319595"/>
                  </a:lnTo>
                  <a:lnTo>
                    <a:pt x="911898" y="1325048"/>
                  </a:lnTo>
                  <a:lnTo>
                    <a:pt x="910051" y="1330501"/>
                  </a:lnTo>
                  <a:lnTo>
                    <a:pt x="908183" y="1335954"/>
                  </a:lnTo>
                  <a:lnTo>
                    <a:pt x="906300" y="1341407"/>
                  </a:lnTo>
                  <a:lnTo>
                    <a:pt x="904405" y="1346860"/>
                  </a:lnTo>
                  <a:lnTo>
                    <a:pt x="902495" y="1352313"/>
                  </a:lnTo>
                  <a:lnTo>
                    <a:pt x="900579" y="1357765"/>
                  </a:lnTo>
                  <a:lnTo>
                    <a:pt x="898651" y="1363218"/>
                  </a:lnTo>
                  <a:lnTo>
                    <a:pt x="896720" y="1368671"/>
                  </a:lnTo>
                  <a:lnTo>
                    <a:pt x="894782" y="1374124"/>
                  </a:lnTo>
                  <a:lnTo>
                    <a:pt x="892844" y="1379577"/>
                  </a:lnTo>
                  <a:lnTo>
                    <a:pt x="890905" y="1385030"/>
                  </a:lnTo>
                  <a:lnTo>
                    <a:pt x="888968" y="1390483"/>
                  </a:lnTo>
                  <a:lnTo>
                    <a:pt x="887034" y="1395936"/>
                  </a:lnTo>
                  <a:lnTo>
                    <a:pt x="885107" y="1401388"/>
                  </a:lnTo>
                  <a:lnTo>
                    <a:pt x="883185" y="1406841"/>
                  </a:lnTo>
                  <a:lnTo>
                    <a:pt x="881278" y="1412294"/>
                  </a:lnTo>
                  <a:lnTo>
                    <a:pt x="879375" y="1417747"/>
                  </a:lnTo>
                  <a:lnTo>
                    <a:pt x="877495" y="1423200"/>
                  </a:lnTo>
                  <a:lnTo>
                    <a:pt x="875621" y="1428653"/>
                  </a:lnTo>
                  <a:lnTo>
                    <a:pt x="873775" y="1434106"/>
                  </a:lnTo>
                  <a:lnTo>
                    <a:pt x="871941" y="1439559"/>
                  </a:lnTo>
                  <a:lnTo>
                    <a:pt x="870134" y="1445011"/>
                  </a:lnTo>
                  <a:lnTo>
                    <a:pt x="868347" y="1450464"/>
                  </a:lnTo>
                  <a:lnTo>
                    <a:pt x="866585" y="1455917"/>
                  </a:lnTo>
                  <a:lnTo>
                    <a:pt x="864855" y="1461370"/>
                  </a:lnTo>
                  <a:lnTo>
                    <a:pt x="863143" y="1466823"/>
                  </a:lnTo>
                  <a:lnTo>
                    <a:pt x="861477" y="1472276"/>
                  </a:lnTo>
                  <a:lnTo>
                    <a:pt x="859822" y="1477729"/>
                  </a:lnTo>
                  <a:lnTo>
                    <a:pt x="858229" y="1483182"/>
                  </a:lnTo>
                  <a:lnTo>
                    <a:pt x="856647" y="1488634"/>
                  </a:lnTo>
                  <a:lnTo>
                    <a:pt x="855121" y="1494087"/>
                  </a:lnTo>
                  <a:lnTo>
                    <a:pt x="853620" y="1499540"/>
                  </a:lnTo>
                  <a:lnTo>
                    <a:pt x="852166" y="1504993"/>
                  </a:lnTo>
                  <a:lnTo>
                    <a:pt x="850752" y="1510446"/>
                  </a:lnTo>
                  <a:lnTo>
                    <a:pt x="849375" y="1515899"/>
                  </a:lnTo>
                  <a:lnTo>
                    <a:pt x="848053" y="1521352"/>
                  </a:lnTo>
                  <a:lnTo>
                    <a:pt x="846755" y="1526805"/>
                  </a:lnTo>
                  <a:lnTo>
                    <a:pt x="845531" y="1532257"/>
                  </a:lnTo>
                  <a:lnTo>
                    <a:pt x="844321" y="1537710"/>
                  </a:lnTo>
                  <a:lnTo>
                    <a:pt x="843193" y="1543163"/>
                  </a:lnTo>
                  <a:lnTo>
                    <a:pt x="842085" y="1548616"/>
                  </a:lnTo>
                  <a:lnTo>
                    <a:pt x="841045" y="1554069"/>
                  </a:lnTo>
                  <a:lnTo>
                    <a:pt x="840042" y="1559522"/>
                  </a:lnTo>
                  <a:lnTo>
                    <a:pt x="839092" y="1564975"/>
                  </a:lnTo>
                  <a:lnTo>
                    <a:pt x="838195" y="1570428"/>
                  </a:lnTo>
                  <a:lnTo>
                    <a:pt x="837335" y="1575880"/>
                  </a:lnTo>
                  <a:lnTo>
                    <a:pt x="836545" y="1581333"/>
                  </a:lnTo>
                  <a:lnTo>
                    <a:pt x="835777" y="1586786"/>
                  </a:lnTo>
                  <a:lnTo>
                    <a:pt x="835093" y="1592239"/>
                  </a:lnTo>
                  <a:lnTo>
                    <a:pt x="834425" y="1597692"/>
                  </a:lnTo>
                  <a:lnTo>
                    <a:pt x="833837" y="1603145"/>
                  </a:lnTo>
                  <a:lnTo>
                    <a:pt x="833273" y="1608598"/>
                  </a:lnTo>
                  <a:lnTo>
                    <a:pt x="833128" y="1610175"/>
                  </a:lnTo>
                  <a:lnTo>
                    <a:pt x="832773" y="1614051"/>
                  </a:lnTo>
                  <a:lnTo>
                    <a:pt x="832311" y="1619503"/>
                  </a:lnTo>
                  <a:lnTo>
                    <a:pt x="831895" y="1624956"/>
                  </a:lnTo>
                  <a:lnTo>
                    <a:pt x="831532" y="1630409"/>
                  </a:lnTo>
                  <a:lnTo>
                    <a:pt x="831198" y="1635862"/>
                  </a:lnTo>
                  <a:lnTo>
                    <a:pt x="830928" y="1641315"/>
                  </a:lnTo>
                  <a:lnTo>
                    <a:pt x="830672" y="1646768"/>
                  </a:lnTo>
                  <a:lnTo>
                    <a:pt x="830489" y="1652221"/>
                  </a:lnTo>
                  <a:lnTo>
                    <a:pt x="830318" y="1657674"/>
                  </a:lnTo>
                  <a:lnTo>
                    <a:pt x="830204" y="1663126"/>
                  </a:lnTo>
                  <a:lnTo>
                    <a:pt x="830112" y="1668579"/>
                  </a:lnTo>
                  <a:lnTo>
                    <a:pt x="830061" y="1674032"/>
                  </a:lnTo>
                  <a:lnTo>
                    <a:pt x="830039" y="1679485"/>
                  </a:lnTo>
                  <a:lnTo>
                    <a:pt x="830044" y="1684938"/>
                  </a:lnTo>
                  <a:lnTo>
                    <a:pt x="830084" y="1690391"/>
                  </a:lnTo>
                  <a:lnTo>
                    <a:pt x="830138" y="1695844"/>
                  </a:lnTo>
                  <a:lnTo>
                    <a:pt x="830230" y="1701297"/>
                  </a:lnTo>
                  <a:lnTo>
                    <a:pt x="830328" y="1706749"/>
                  </a:lnTo>
                  <a:lnTo>
                    <a:pt x="830459" y="1712202"/>
                  </a:lnTo>
                  <a:lnTo>
                    <a:pt x="830596" y="1717655"/>
                  </a:lnTo>
                  <a:lnTo>
                    <a:pt x="830753" y="1723108"/>
                  </a:lnTo>
                  <a:lnTo>
                    <a:pt x="830918" y="1728561"/>
                  </a:lnTo>
                  <a:lnTo>
                    <a:pt x="831092" y="1734014"/>
                  </a:lnTo>
                  <a:lnTo>
                    <a:pt x="831272" y="1739467"/>
                  </a:lnTo>
                  <a:lnTo>
                    <a:pt x="831456" y="1744920"/>
                  </a:lnTo>
                  <a:lnTo>
                    <a:pt x="831639" y="1750372"/>
                  </a:lnTo>
                  <a:lnTo>
                    <a:pt x="831823" y="1755825"/>
                  </a:lnTo>
                  <a:lnTo>
                    <a:pt x="831997" y="1761278"/>
                  </a:lnTo>
                  <a:lnTo>
                    <a:pt x="832169" y="1766731"/>
                  </a:lnTo>
                  <a:lnTo>
                    <a:pt x="832324" y="1772184"/>
                  </a:lnTo>
                  <a:lnTo>
                    <a:pt x="832471" y="1777637"/>
                  </a:lnTo>
                  <a:lnTo>
                    <a:pt x="832598" y="1783090"/>
                  </a:lnTo>
                  <a:lnTo>
                    <a:pt x="832708" y="1788543"/>
                  </a:lnTo>
                  <a:lnTo>
                    <a:pt x="832797" y="1793995"/>
                  </a:lnTo>
                  <a:lnTo>
                    <a:pt x="832856" y="1799448"/>
                  </a:lnTo>
                  <a:lnTo>
                    <a:pt x="832899" y="1804901"/>
                  </a:lnTo>
                  <a:lnTo>
                    <a:pt x="832896" y="1810354"/>
                  </a:lnTo>
                  <a:lnTo>
                    <a:pt x="832882" y="1815807"/>
                  </a:lnTo>
                  <a:lnTo>
                    <a:pt x="832805" y="1821260"/>
                  </a:lnTo>
                  <a:lnTo>
                    <a:pt x="832715" y="1826713"/>
                  </a:lnTo>
                  <a:lnTo>
                    <a:pt x="832562" y="1832166"/>
                  </a:lnTo>
                  <a:lnTo>
                    <a:pt x="832383" y="1837618"/>
                  </a:lnTo>
                  <a:lnTo>
                    <a:pt x="832149" y="1843071"/>
                  </a:lnTo>
                  <a:lnTo>
                    <a:pt x="831869" y="1848524"/>
                  </a:lnTo>
                  <a:lnTo>
                    <a:pt x="831546" y="1853977"/>
                  </a:lnTo>
                  <a:lnTo>
                    <a:pt x="831155" y="1859430"/>
                  </a:lnTo>
                  <a:lnTo>
                    <a:pt x="830734" y="1864883"/>
                  </a:lnTo>
                  <a:lnTo>
                    <a:pt x="830223" y="1870336"/>
                  </a:lnTo>
                  <a:lnTo>
                    <a:pt x="829694" y="1875789"/>
                  </a:lnTo>
                  <a:lnTo>
                    <a:pt x="829058" y="1881241"/>
                  </a:lnTo>
                  <a:lnTo>
                    <a:pt x="828397" y="1886694"/>
                  </a:lnTo>
                  <a:lnTo>
                    <a:pt x="827645" y="1892147"/>
                  </a:lnTo>
                  <a:lnTo>
                    <a:pt x="826845" y="1897600"/>
                  </a:lnTo>
                  <a:lnTo>
                    <a:pt x="825971" y="1903053"/>
                  </a:lnTo>
                  <a:lnTo>
                    <a:pt x="825025" y="1908506"/>
                  </a:lnTo>
                  <a:lnTo>
                    <a:pt x="824024" y="1913959"/>
                  </a:lnTo>
                  <a:lnTo>
                    <a:pt x="822926" y="1919412"/>
                  </a:lnTo>
                  <a:lnTo>
                    <a:pt x="821795" y="1924864"/>
                  </a:lnTo>
                  <a:lnTo>
                    <a:pt x="820541" y="1930317"/>
                  </a:lnTo>
                  <a:lnTo>
                    <a:pt x="819264" y="1935770"/>
                  </a:lnTo>
                  <a:lnTo>
                    <a:pt x="817863" y="1941223"/>
                  </a:lnTo>
                  <a:lnTo>
                    <a:pt x="816424" y="1946676"/>
                  </a:lnTo>
                  <a:lnTo>
                    <a:pt x="814886" y="1952129"/>
                  </a:lnTo>
                  <a:lnTo>
                    <a:pt x="813284" y="1957582"/>
                  </a:lnTo>
                  <a:lnTo>
                    <a:pt x="811607" y="1963035"/>
                  </a:lnTo>
                  <a:lnTo>
                    <a:pt x="809842" y="1968487"/>
                  </a:lnTo>
                  <a:lnTo>
                    <a:pt x="808024" y="1973940"/>
                  </a:lnTo>
                  <a:lnTo>
                    <a:pt x="806096" y="1979393"/>
                  </a:lnTo>
                  <a:lnTo>
                    <a:pt x="804140" y="1984846"/>
                  </a:lnTo>
                  <a:lnTo>
                    <a:pt x="802049" y="1990299"/>
                  </a:lnTo>
                  <a:lnTo>
                    <a:pt x="799934" y="1995752"/>
                  </a:lnTo>
                  <a:lnTo>
                    <a:pt x="797704" y="2001205"/>
                  </a:lnTo>
                  <a:lnTo>
                    <a:pt x="795430" y="2006658"/>
                  </a:lnTo>
                  <a:lnTo>
                    <a:pt x="793067" y="2012110"/>
                  </a:lnTo>
                  <a:lnTo>
                    <a:pt x="790638" y="2017563"/>
                  </a:lnTo>
                  <a:lnTo>
                    <a:pt x="788144" y="2023016"/>
                  </a:lnTo>
                  <a:lnTo>
                    <a:pt x="785564" y="2028469"/>
                  </a:lnTo>
                  <a:lnTo>
                    <a:pt x="782944" y="2033922"/>
                  </a:lnTo>
                  <a:lnTo>
                    <a:pt x="780219" y="2039375"/>
                  </a:lnTo>
                  <a:lnTo>
                    <a:pt x="777473" y="2044828"/>
                  </a:lnTo>
                  <a:lnTo>
                    <a:pt x="774613" y="2050281"/>
                  </a:lnTo>
                  <a:lnTo>
                    <a:pt x="771731" y="2055733"/>
                  </a:lnTo>
                  <a:lnTo>
                    <a:pt x="768760" y="2061186"/>
                  </a:lnTo>
                  <a:lnTo>
                    <a:pt x="765749" y="2066639"/>
                  </a:lnTo>
                  <a:lnTo>
                    <a:pt x="762673" y="2072092"/>
                  </a:lnTo>
                  <a:lnTo>
                    <a:pt x="759541" y="2077545"/>
                  </a:lnTo>
                  <a:lnTo>
                    <a:pt x="756366" y="2082998"/>
                  </a:lnTo>
                  <a:lnTo>
                    <a:pt x="753123" y="2088451"/>
                  </a:lnTo>
                  <a:lnTo>
                    <a:pt x="749856" y="2093904"/>
                  </a:lnTo>
                  <a:lnTo>
                    <a:pt x="746512" y="2099356"/>
                  </a:lnTo>
                  <a:lnTo>
                    <a:pt x="743153" y="2104809"/>
                  </a:lnTo>
                  <a:lnTo>
                    <a:pt x="739724" y="2110262"/>
                  </a:lnTo>
                  <a:lnTo>
                    <a:pt x="736277" y="2115715"/>
                  </a:lnTo>
                  <a:lnTo>
                    <a:pt x="732778" y="2121168"/>
                  </a:lnTo>
                  <a:lnTo>
                    <a:pt x="729253" y="2126621"/>
                  </a:lnTo>
                  <a:lnTo>
                    <a:pt x="725694" y="2132074"/>
                  </a:lnTo>
                  <a:lnTo>
                    <a:pt x="722101" y="2137527"/>
                  </a:lnTo>
                  <a:lnTo>
                    <a:pt x="718489" y="2142979"/>
                  </a:lnTo>
                  <a:lnTo>
                    <a:pt x="714841" y="2148432"/>
                  </a:lnTo>
                  <a:lnTo>
                    <a:pt x="711183" y="2153885"/>
                  </a:lnTo>
                  <a:lnTo>
                    <a:pt x="707490" y="2159338"/>
                  </a:lnTo>
                  <a:lnTo>
                    <a:pt x="703793" y="2164791"/>
                  </a:lnTo>
                  <a:lnTo>
                    <a:pt x="700071" y="2170244"/>
                  </a:lnTo>
                  <a:lnTo>
                    <a:pt x="696343" y="2175697"/>
                  </a:lnTo>
                  <a:lnTo>
                    <a:pt x="692601" y="2181150"/>
                  </a:lnTo>
                  <a:lnTo>
                    <a:pt x="688854" y="2186602"/>
                  </a:lnTo>
                  <a:lnTo>
                    <a:pt x="685101" y="2192055"/>
                  </a:lnTo>
                  <a:lnTo>
                    <a:pt x="681346" y="2197508"/>
                  </a:lnTo>
                  <a:lnTo>
                    <a:pt x="677590" y="2202961"/>
                  </a:lnTo>
                  <a:lnTo>
                    <a:pt x="673838" y="2208414"/>
                  </a:lnTo>
                  <a:lnTo>
                    <a:pt x="670087" y="2213867"/>
                  </a:lnTo>
                  <a:lnTo>
                    <a:pt x="666349" y="2219320"/>
                  </a:lnTo>
                  <a:lnTo>
                    <a:pt x="662614" y="2224773"/>
                  </a:lnTo>
                  <a:lnTo>
                    <a:pt x="658896" y="2230225"/>
                  </a:lnTo>
                  <a:lnTo>
                    <a:pt x="655187" y="2235678"/>
                  </a:lnTo>
                  <a:lnTo>
                    <a:pt x="651496" y="2241131"/>
                  </a:lnTo>
                  <a:lnTo>
                    <a:pt x="647824" y="2246584"/>
                  </a:lnTo>
                  <a:lnTo>
                    <a:pt x="644167" y="2252037"/>
                  </a:lnTo>
                  <a:lnTo>
                    <a:pt x="640541" y="2257490"/>
                  </a:lnTo>
                  <a:lnTo>
                    <a:pt x="636925" y="2262943"/>
                  </a:lnTo>
                  <a:lnTo>
                    <a:pt x="633352" y="2268396"/>
                  </a:lnTo>
                  <a:lnTo>
                    <a:pt x="629788" y="2273848"/>
                  </a:lnTo>
                  <a:lnTo>
                    <a:pt x="626273" y="2279301"/>
                  </a:lnTo>
                  <a:lnTo>
                    <a:pt x="622773" y="2284754"/>
                  </a:lnTo>
                  <a:lnTo>
                    <a:pt x="619317" y="2290207"/>
                  </a:lnTo>
                  <a:lnTo>
                    <a:pt x="615889" y="2295660"/>
                  </a:lnTo>
                  <a:lnTo>
                    <a:pt x="612497" y="2301113"/>
                  </a:lnTo>
                  <a:lnTo>
                    <a:pt x="609147" y="2306566"/>
                  </a:lnTo>
                  <a:lnTo>
                    <a:pt x="605824" y="2312019"/>
                  </a:lnTo>
                  <a:lnTo>
                    <a:pt x="602558" y="2317471"/>
                  </a:lnTo>
                  <a:lnTo>
                    <a:pt x="599308" y="2322924"/>
                  </a:lnTo>
                  <a:lnTo>
                    <a:pt x="596133" y="2328377"/>
                  </a:lnTo>
                  <a:lnTo>
                    <a:pt x="592971" y="2333830"/>
                  </a:lnTo>
                  <a:lnTo>
                    <a:pt x="589878" y="2339283"/>
                  </a:lnTo>
                  <a:lnTo>
                    <a:pt x="586812" y="2344736"/>
                  </a:lnTo>
                  <a:lnTo>
                    <a:pt x="583804" y="2350189"/>
                  </a:lnTo>
                  <a:lnTo>
                    <a:pt x="580837" y="2355642"/>
                  </a:lnTo>
                  <a:lnTo>
                    <a:pt x="577915" y="2361095"/>
                  </a:lnTo>
                  <a:lnTo>
                    <a:pt x="575052" y="2366547"/>
                  </a:lnTo>
                  <a:lnTo>
                    <a:pt x="572218" y="2372000"/>
                  </a:lnTo>
                  <a:lnTo>
                    <a:pt x="569460" y="2377453"/>
                  </a:lnTo>
                  <a:lnTo>
                    <a:pt x="566718" y="2382906"/>
                  </a:lnTo>
                  <a:lnTo>
                    <a:pt x="564067" y="2388359"/>
                  </a:lnTo>
                  <a:lnTo>
                    <a:pt x="561433" y="2393812"/>
                  </a:lnTo>
                  <a:lnTo>
                    <a:pt x="558874" y="2399265"/>
                  </a:lnTo>
                  <a:lnTo>
                    <a:pt x="556350" y="2404718"/>
                  </a:lnTo>
                  <a:lnTo>
                    <a:pt x="553885" y="2410170"/>
                  </a:lnTo>
                  <a:lnTo>
                    <a:pt x="551471" y="2415623"/>
                  </a:lnTo>
                  <a:lnTo>
                    <a:pt x="549100" y="2421076"/>
                  </a:lnTo>
                  <a:lnTo>
                    <a:pt x="546797" y="2426529"/>
                  </a:lnTo>
                  <a:lnTo>
                    <a:pt x="544519" y="2431982"/>
                  </a:lnTo>
                  <a:lnTo>
                    <a:pt x="542326" y="2437435"/>
                  </a:lnTo>
                  <a:lnTo>
                    <a:pt x="540149" y="2442888"/>
                  </a:lnTo>
                  <a:lnTo>
                    <a:pt x="538058" y="2448341"/>
                  </a:lnTo>
                  <a:lnTo>
                    <a:pt x="535991" y="2453793"/>
                  </a:lnTo>
                  <a:lnTo>
                    <a:pt x="533992" y="2459246"/>
                  </a:lnTo>
                  <a:lnTo>
                    <a:pt x="532032" y="2464699"/>
                  </a:lnTo>
                  <a:lnTo>
                    <a:pt x="530125" y="2470152"/>
                  </a:lnTo>
                  <a:lnTo>
                    <a:pt x="528271" y="2475605"/>
                  </a:lnTo>
                  <a:lnTo>
                    <a:pt x="526453" y="2481058"/>
                  </a:lnTo>
                  <a:lnTo>
                    <a:pt x="524703" y="2486511"/>
                  </a:lnTo>
                  <a:lnTo>
                    <a:pt x="522973" y="2491964"/>
                  </a:lnTo>
                  <a:lnTo>
                    <a:pt x="521325" y="2497416"/>
                  </a:lnTo>
                  <a:lnTo>
                    <a:pt x="519692" y="2502869"/>
                  </a:lnTo>
                  <a:lnTo>
                    <a:pt x="518133" y="2508322"/>
                  </a:lnTo>
                  <a:lnTo>
                    <a:pt x="516598" y="2513775"/>
                  </a:lnTo>
                  <a:lnTo>
                    <a:pt x="515120" y="2519228"/>
                  </a:lnTo>
                  <a:lnTo>
                    <a:pt x="513681" y="2524681"/>
                  </a:lnTo>
                  <a:lnTo>
                    <a:pt x="512283" y="2530134"/>
                  </a:lnTo>
                  <a:lnTo>
                    <a:pt x="510936" y="2535587"/>
                  </a:lnTo>
                  <a:lnTo>
                    <a:pt x="509616" y="2541039"/>
                  </a:lnTo>
                  <a:lnTo>
                    <a:pt x="508358" y="2546492"/>
                  </a:lnTo>
                  <a:lnTo>
                    <a:pt x="507114" y="2551945"/>
                  </a:lnTo>
                  <a:lnTo>
                    <a:pt x="505940" y="2557398"/>
                  </a:lnTo>
                  <a:lnTo>
                    <a:pt x="504780" y="2562851"/>
                  </a:lnTo>
                  <a:lnTo>
                    <a:pt x="503677" y="2568304"/>
                  </a:lnTo>
                  <a:lnTo>
                    <a:pt x="502598" y="2573757"/>
                  </a:lnTo>
                  <a:lnTo>
                    <a:pt x="501562" y="2579210"/>
                  </a:lnTo>
                  <a:lnTo>
                    <a:pt x="500561" y="2584662"/>
                  </a:lnTo>
                  <a:lnTo>
                    <a:pt x="499589" y="2590115"/>
                  </a:lnTo>
                  <a:lnTo>
                    <a:pt x="498661" y="2595568"/>
                  </a:lnTo>
                  <a:lnTo>
                    <a:pt x="497751" y="2601021"/>
                  </a:lnTo>
                  <a:lnTo>
                    <a:pt x="496893" y="2606474"/>
                  </a:lnTo>
                  <a:lnTo>
                    <a:pt x="496046" y="2611927"/>
                  </a:lnTo>
                  <a:lnTo>
                    <a:pt x="495251" y="2617380"/>
                  </a:lnTo>
                  <a:lnTo>
                    <a:pt x="494470" y="2622833"/>
                  </a:lnTo>
                  <a:lnTo>
                    <a:pt x="493728" y="2628285"/>
                  </a:lnTo>
                  <a:lnTo>
                    <a:pt x="493009" y="2633738"/>
                  </a:lnTo>
                  <a:lnTo>
                    <a:pt x="492318" y="2639191"/>
                  </a:lnTo>
                  <a:lnTo>
                    <a:pt x="491657" y="2644644"/>
                  </a:lnTo>
                  <a:lnTo>
                    <a:pt x="491015" y="2650097"/>
                  </a:lnTo>
                  <a:lnTo>
                    <a:pt x="490408" y="2655550"/>
                  </a:lnTo>
                  <a:lnTo>
                    <a:pt x="489812" y="2661003"/>
                  </a:lnTo>
                  <a:lnTo>
                    <a:pt x="489257" y="2666456"/>
                  </a:lnTo>
                  <a:lnTo>
                    <a:pt x="488709" y="2671908"/>
                  </a:lnTo>
                  <a:lnTo>
                    <a:pt x="488197" y="2677361"/>
                  </a:lnTo>
                  <a:lnTo>
                    <a:pt x="487697" y="2682814"/>
                  </a:lnTo>
                  <a:lnTo>
                    <a:pt x="487223" y="2688267"/>
                  </a:lnTo>
                  <a:lnTo>
                    <a:pt x="486767" y="2693720"/>
                  </a:lnTo>
                  <a:lnTo>
                    <a:pt x="486330" y="2699173"/>
                  </a:lnTo>
                  <a:lnTo>
                    <a:pt x="485915" y="2704626"/>
                  </a:lnTo>
                  <a:lnTo>
                    <a:pt x="485511" y="2710079"/>
                  </a:lnTo>
                  <a:lnTo>
                    <a:pt x="485134" y="2715531"/>
                  </a:lnTo>
                  <a:lnTo>
                    <a:pt x="484763" y="2720984"/>
                  </a:lnTo>
                  <a:lnTo>
                    <a:pt x="484421" y="2726437"/>
                  </a:lnTo>
                  <a:lnTo>
                    <a:pt x="484084" y="2731890"/>
                  </a:lnTo>
                  <a:lnTo>
                    <a:pt x="483771" y="2737343"/>
                  </a:lnTo>
                  <a:lnTo>
                    <a:pt x="483466" y="2742796"/>
                  </a:lnTo>
                  <a:lnTo>
                    <a:pt x="483178" y="2748249"/>
                  </a:lnTo>
                  <a:lnTo>
                    <a:pt x="482903" y="2753702"/>
                  </a:lnTo>
                  <a:lnTo>
                    <a:pt x="482639" y="2759154"/>
                  </a:lnTo>
                  <a:lnTo>
                    <a:pt x="482391" y="2764607"/>
                  </a:lnTo>
                  <a:lnTo>
                    <a:pt x="482150" y="2770060"/>
                  </a:lnTo>
                  <a:lnTo>
                    <a:pt x="481927" y="2775513"/>
                  </a:lnTo>
                  <a:lnTo>
                    <a:pt x="481708" y="2780966"/>
                  </a:lnTo>
                  <a:lnTo>
                    <a:pt x="481506" y="2786419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232923" y="2177410"/>
              <a:ext cx="956002" cy="1694531"/>
            </a:xfrm>
            <a:custGeom>
              <a:avLst/>
              <a:pathLst>
                <a:path w="956002" h="1694531">
                  <a:moveTo>
                    <a:pt x="477292" y="1694531"/>
                  </a:moveTo>
                  <a:lnTo>
                    <a:pt x="477235" y="1691215"/>
                  </a:lnTo>
                  <a:lnTo>
                    <a:pt x="477176" y="1687899"/>
                  </a:lnTo>
                  <a:lnTo>
                    <a:pt x="477112" y="1684582"/>
                  </a:lnTo>
                  <a:lnTo>
                    <a:pt x="477043" y="1681266"/>
                  </a:lnTo>
                  <a:lnTo>
                    <a:pt x="476972" y="1677950"/>
                  </a:lnTo>
                  <a:lnTo>
                    <a:pt x="476893" y="1674634"/>
                  </a:lnTo>
                  <a:lnTo>
                    <a:pt x="476810" y="1671318"/>
                  </a:lnTo>
                  <a:lnTo>
                    <a:pt x="476722" y="1668002"/>
                  </a:lnTo>
                  <a:lnTo>
                    <a:pt x="476627" y="1664686"/>
                  </a:lnTo>
                  <a:lnTo>
                    <a:pt x="476528" y="1661370"/>
                  </a:lnTo>
                  <a:lnTo>
                    <a:pt x="476421" y="1658054"/>
                  </a:lnTo>
                  <a:lnTo>
                    <a:pt x="476307" y="1654737"/>
                  </a:lnTo>
                  <a:lnTo>
                    <a:pt x="476189" y="1651421"/>
                  </a:lnTo>
                  <a:lnTo>
                    <a:pt x="476060" y="1648105"/>
                  </a:lnTo>
                  <a:lnTo>
                    <a:pt x="475925" y="1644789"/>
                  </a:lnTo>
                  <a:lnTo>
                    <a:pt x="475782" y="1641473"/>
                  </a:lnTo>
                  <a:lnTo>
                    <a:pt x="475629" y="1638157"/>
                  </a:lnTo>
                  <a:lnTo>
                    <a:pt x="475471" y="1634841"/>
                  </a:lnTo>
                  <a:lnTo>
                    <a:pt x="475300" y="1631525"/>
                  </a:lnTo>
                  <a:lnTo>
                    <a:pt x="475120" y="1628209"/>
                  </a:lnTo>
                  <a:lnTo>
                    <a:pt x="474932" y="1624893"/>
                  </a:lnTo>
                  <a:lnTo>
                    <a:pt x="474730" y="1621576"/>
                  </a:lnTo>
                  <a:lnTo>
                    <a:pt x="474521" y="1618260"/>
                  </a:lnTo>
                  <a:lnTo>
                    <a:pt x="474298" y="1614944"/>
                  </a:lnTo>
                  <a:lnTo>
                    <a:pt x="474063" y="1611628"/>
                  </a:lnTo>
                  <a:lnTo>
                    <a:pt x="473820" y="1608312"/>
                  </a:lnTo>
                  <a:lnTo>
                    <a:pt x="473557" y="1604996"/>
                  </a:lnTo>
                  <a:lnTo>
                    <a:pt x="473286" y="1601680"/>
                  </a:lnTo>
                  <a:lnTo>
                    <a:pt x="473000" y="1598364"/>
                  </a:lnTo>
                  <a:lnTo>
                    <a:pt x="472698" y="1595048"/>
                  </a:lnTo>
                  <a:lnTo>
                    <a:pt x="472386" y="1591731"/>
                  </a:lnTo>
                  <a:lnTo>
                    <a:pt x="472052" y="1588415"/>
                  </a:lnTo>
                  <a:lnTo>
                    <a:pt x="471706" y="1585099"/>
                  </a:lnTo>
                  <a:lnTo>
                    <a:pt x="471347" y="1581783"/>
                  </a:lnTo>
                  <a:lnTo>
                    <a:pt x="470963" y="1578467"/>
                  </a:lnTo>
                  <a:lnTo>
                    <a:pt x="470570" y="1575151"/>
                  </a:lnTo>
                  <a:lnTo>
                    <a:pt x="470154" y="1571835"/>
                  </a:lnTo>
                  <a:lnTo>
                    <a:pt x="469720" y="1568519"/>
                  </a:lnTo>
                  <a:lnTo>
                    <a:pt x="469274" y="1565203"/>
                  </a:lnTo>
                  <a:lnTo>
                    <a:pt x="468797" y="1561886"/>
                  </a:lnTo>
                  <a:lnTo>
                    <a:pt x="468308" y="1558570"/>
                  </a:lnTo>
                  <a:lnTo>
                    <a:pt x="467799" y="1555254"/>
                  </a:lnTo>
                  <a:lnTo>
                    <a:pt x="467263" y="1551938"/>
                  </a:lnTo>
                  <a:lnTo>
                    <a:pt x="466715" y="1548622"/>
                  </a:lnTo>
                  <a:lnTo>
                    <a:pt x="466136" y="1545306"/>
                  </a:lnTo>
                  <a:lnTo>
                    <a:pt x="465539" y="1541990"/>
                  </a:lnTo>
                  <a:lnTo>
                    <a:pt x="464924" y="1538674"/>
                  </a:lnTo>
                  <a:lnTo>
                    <a:pt x="464275" y="1535358"/>
                  </a:lnTo>
                  <a:lnTo>
                    <a:pt x="463612" y="1532041"/>
                  </a:lnTo>
                  <a:lnTo>
                    <a:pt x="462920" y="1528725"/>
                  </a:lnTo>
                  <a:lnTo>
                    <a:pt x="462202" y="1525409"/>
                  </a:lnTo>
                  <a:lnTo>
                    <a:pt x="461470" y="1522093"/>
                  </a:lnTo>
                  <a:lnTo>
                    <a:pt x="460698" y="1518777"/>
                  </a:lnTo>
                  <a:lnTo>
                    <a:pt x="459908" y="1515461"/>
                  </a:lnTo>
                  <a:lnTo>
                    <a:pt x="459094" y="1512145"/>
                  </a:lnTo>
                  <a:lnTo>
                    <a:pt x="458247" y="1508829"/>
                  </a:lnTo>
                  <a:lnTo>
                    <a:pt x="457383" y="1505513"/>
                  </a:lnTo>
                  <a:lnTo>
                    <a:pt x="456483" y="1502197"/>
                  </a:lnTo>
                  <a:lnTo>
                    <a:pt x="455559" y="1498880"/>
                  </a:lnTo>
                  <a:lnTo>
                    <a:pt x="454615" y="1495564"/>
                  </a:lnTo>
                  <a:lnTo>
                    <a:pt x="453630" y="1492248"/>
                  </a:lnTo>
                  <a:lnTo>
                    <a:pt x="452628" y="1488932"/>
                  </a:lnTo>
                  <a:lnTo>
                    <a:pt x="451594" y="1485616"/>
                  </a:lnTo>
                  <a:lnTo>
                    <a:pt x="450530" y="1482300"/>
                  </a:lnTo>
                  <a:lnTo>
                    <a:pt x="449448" y="1478984"/>
                  </a:lnTo>
                  <a:lnTo>
                    <a:pt x="448323" y="1475668"/>
                  </a:lnTo>
                  <a:lnTo>
                    <a:pt x="447178" y="1472352"/>
                  </a:lnTo>
                  <a:lnTo>
                    <a:pt x="446007" y="1469035"/>
                  </a:lnTo>
                  <a:lnTo>
                    <a:pt x="444798" y="1465719"/>
                  </a:lnTo>
                  <a:lnTo>
                    <a:pt x="443572" y="1462403"/>
                  </a:lnTo>
                  <a:lnTo>
                    <a:pt x="442309" y="1459087"/>
                  </a:lnTo>
                  <a:lnTo>
                    <a:pt x="441020" y="1455771"/>
                  </a:lnTo>
                  <a:lnTo>
                    <a:pt x="439710" y="1452455"/>
                  </a:lnTo>
                  <a:lnTo>
                    <a:pt x="438358" y="1449139"/>
                  </a:lnTo>
                  <a:lnTo>
                    <a:pt x="436988" y="1445823"/>
                  </a:lnTo>
                  <a:lnTo>
                    <a:pt x="435587" y="1442507"/>
                  </a:lnTo>
                  <a:lnTo>
                    <a:pt x="434154" y="1439190"/>
                  </a:lnTo>
                  <a:lnTo>
                    <a:pt x="432705" y="1435874"/>
                  </a:lnTo>
                  <a:lnTo>
                    <a:pt x="431214" y="1432558"/>
                  </a:lnTo>
                  <a:lnTo>
                    <a:pt x="429702" y="1429242"/>
                  </a:lnTo>
                  <a:lnTo>
                    <a:pt x="428166" y="1425926"/>
                  </a:lnTo>
                  <a:lnTo>
                    <a:pt x="426594" y="1422610"/>
                  </a:lnTo>
                  <a:lnTo>
                    <a:pt x="425005" y="1419294"/>
                  </a:lnTo>
                  <a:lnTo>
                    <a:pt x="423381" y="1415978"/>
                  </a:lnTo>
                  <a:lnTo>
                    <a:pt x="421732" y="1412662"/>
                  </a:lnTo>
                  <a:lnTo>
                    <a:pt x="420065" y="1409345"/>
                  </a:lnTo>
                  <a:lnTo>
                    <a:pt x="418356" y="1406029"/>
                  </a:lnTo>
                  <a:lnTo>
                    <a:pt x="416632" y="1402713"/>
                  </a:lnTo>
                  <a:lnTo>
                    <a:pt x="414879" y="1399397"/>
                  </a:lnTo>
                  <a:lnTo>
                    <a:pt x="413096" y="1396081"/>
                  </a:lnTo>
                  <a:lnTo>
                    <a:pt x="411298" y="1392765"/>
                  </a:lnTo>
                  <a:lnTo>
                    <a:pt x="409461" y="1389449"/>
                  </a:lnTo>
                  <a:lnTo>
                    <a:pt x="407605" y="1386133"/>
                  </a:lnTo>
                  <a:lnTo>
                    <a:pt x="405726" y="1382817"/>
                  </a:lnTo>
                  <a:lnTo>
                    <a:pt x="403812" y="1379501"/>
                  </a:lnTo>
                  <a:lnTo>
                    <a:pt x="401883" y="1376184"/>
                  </a:lnTo>
                  <a:lnTo>
                    <a:pt x="399921" y="1372868"/>
                  </a:lnTo>
                  <a:lnTo>
                    <a:pt x="397933" y="1369552"/>
                  </a:lnTo>
                  <a:lnTo>
                    <a:pt x="395930" y="1366236"/>
                  </a:lnTo>
                  <a:lnTo>
                    <a:pt x="393885" y="1362920"/>
                  </a:lnTo>
                  <a:lnTo>
                    <a:pt x="391823" y="1359604"/>
                  </a:lnTo>
                  <a:lnTo>
                    <a:pt x="389734" y="1356288"/>
                  </a:lnTo>
                  <a:lnTo>
                    <a:pt x="387613" y="1352972"/>
                  </a:lnTo>
                  <a:lnTo>
                    <a:pt x="385476" y="1349656"/>
                  </a:lnTo>
                  <a:lnTo>
                    <a:pt x="383300" y="1346339"/>
                  </a:lnTo>
                  <a:lnTo>
                    <a:pt x="381101" y="1343023"/>
                  </a:lnTo>
                  <a:lnTo>
                    <a:pt x="378879" y="1339707"/>
                  </a:lnTo>
                  <a:lnTo>
                    <a:pt x="376617" y="1336391"/>
                  </a:lnTo>
                  <a:lnTo>
                    <a:pt x="374336" y="1333075"/>
                  </a:lnTo>
                  <a:lnTo>
                    <a:pt x="372020" y="1329759"/>
                  </a:lnTo>
                  <a:lnTo>
                    <a:pt x="369673" y="1326443"/>
                  </a:lnTo>
                  <a:lnTo>
                    <a:pt x="367306" y="1323127"/>
                  </a:lnTo>
                  <a:lnTo>
                    <a:pt x="364889" y="1319811"/>
                  </a:lnTo>
                  <a:lnTo>
                    <a:pt x="362451" y="1316494"/>
                  </a:lnTo>
                  <a:lnTo>
                    <a:pt x="359981" y="1313178"/>
                  </a:lnTo>
                  <a:lnTo>
                    <a:pt x="357468" y="1309862"/>
                  </a:lnTo>
                  <a:lnTo>
                    <a:pt x="354933" y="1306546"/>
                  </a:lnTo>
                  <a:lnTo>
                    <a:pt x="352349" y="1303230"/>
                  </a:lnTo>
                  <a:lnTo>
                    <a:pt x="349733" y="1299914"/>
                  </a:lnTo>
                  <a:lnTo>
                    <a:pt x="347089" y="1296598"/>
                  </a:lnTo>
                  <a:lnTo>
                    <a:pt x="344387" y="1293282"/>
                  </a:lnTo>
                  <a:lnTo>
                    <a:pt x="341661" y="1289966"/>
                  </a:lnTo>
                  <a:lnTo>
                    <a:pt x="338888" y="1286649"/>
                  </a:lnTo>
                  <a:lnTo>
                    <a:pt x="336069" y="1283333"/>
                  </a:lnTo>
                  <a:lnTo>
                    <a:pt x="333224" y="1280017"/>
                  </a:lnTo>
                  <a:lnTo>
                    <a:pt x="330311" y="1276701"/>
                  </a:lnTo>
                  <a:lnTo>
                    <a:pt x="327366" y="1273385"/>
                  </a:lnTo>
                  <a:lnTo>
                    <a:pt x="324379" y="1270069"/>
                  </a:lnTo>
                  <a:lnTo>
                    <a:pt x="321330" y="1266753"/>
                  </a:lnTo>
                  <a:lnTo>
                    <a:pt x="318252" y="1263437"/>
                  </a:lnTo>
                  <a:lnTo>
                    <a:pt x="315108" y="1260121"/>
                  </a:lnTo>
                  <a:lnTo>
                    <a:pt x="311918" y="1256805"/>
                  </a:lnTo>
                  <a:lnTo>
                    <a:pt x="308692" y="1253488"/>
                  </a:lnTo>
                  <a:lnTo>
                    <a:pt x="305386" y="1250172"/>
                  </a:lnTo>
                  <a:lnTo>
                    <a:pt x="302048" y="1246856"/>
                  </a:lnTo>
                  <a:lnTo>
                    <a:pt x="298651" y="1243540"/>
                  </a:lnTo>
                  <a:lnTo>
                    <a:pt x="295191" y="1240224"/>
                  </a:lnTo>
                  <a:lnTo>
                    <a:pt x="291698" y="1236908"/>
                  </a:lnTo>
                  <a:lnTo>
                    <a:pt x="288121" y="1233592"/>
                  </a:lnTo>
                  <a:lnTo>
                    <a:pt x="284503" y="1230276"/>
                  </a:lnTo>
                  <a:lnTo>
                    <a:pt x="280834" y="1226960"/>
                  </a:lnTo>
                  <a:lnTo>
                    <a:pt x="277089" y="1223643"/>
                  </a:lnTo>
                  <a:lnTo>
                    <a:pt x="273308" y="1220327"/>
                  </a:lnTo>
                  <a:lnTo>
                    <a:pt x="269454" y="1217011"/>
                  </a:lnTo>
                  <a:lnTo>
                    <a:pt x="265545" y="1213695"/>
                  </a:lnTo>
                  <a:lnTo>
                    <a:pt x="261598" y="1210379"/>
                  </a:lnTo>
                  <a:lnTo>
                    <a:pt x="257562" y="1207063"/>
                  </a:lnTo>
                  <a:lnTo>
                    <a:pt x="253491" y="1203747"/>
                  </a:lnTo>
                  <a:lnTo>
                    <a:pt x="249360" y="1200431"/>
                  </a:lnTo>
                  <a:lnTo>
                    <a:pt x="245165" y="1197115"/>
                  </a:lnTo>
                  <a:lnTo>
                    <a:pt x="240936" y="1193798"/>
                  </a:lnTo>
                  <a:lnTo>
                    <a:pt x="236629" y="1190482"/>
                  </a:lnTo>
                  <a:lnTo>
                    <a:pt x="232282" y="1187166"/>
                  </a:lnTo>
                  <a:lnTo>
                    <a:pt x="227891" y="1183850"/>
                  </a:lnTo>
                  <a:lnTo>
                    <a:pt x="223432" y="1180534"/>
                  </a:lnTo>
                  <a:lnTo>
                    <a:pt x="218944" y="1177218"/>
                  </a:lnTo>
                  <a:lnTo>
                    <a:pt x="214399" y="1173902"/>
                  </a:lnTo>
                  <a:lnTo>
                    <a:pt x="209810" y="1170586"/>
                  </a:lnTo>
                  <a:lnTo>
                    <a:pt x="205194" y="1167270"/>
                  </a:lnTo>
                  <a:lnTo>
                    <a:pt x="200516" y="1163953"/>
                  </a:lnTo>
                  <a:lnTo>
                    <a:pt x="195815" y="1160637"/>
                  </a:lnTo>
                  <a:lnTo>
                    <a:pt x="191079" y="1157321"/>
                  </a:lnTo>
                  <a:lnTo>
                    <a:pt x="186305" y="1154005"/>
                  </a:lnTo>
                  <a:lnTo>
                    <a:pt x="181514" y="1150689"/>
                  </a:lnTo>
                  <a:lnTo>
                    <a:pt x="176687" y="1147373"/>
                  </a:lnTo>
                  <a:lnTo>
                    <a:pt x="171844" y="1144057"/>
                  </a:lnTo>
                  <a:lnTo>
                    <a:pt x="166985" y="1140741"/>
                  </a:lnTo>
                  <a:lnTo>
                    <a:pt x="162106" y="1137425"/>
                  </a:lnTo>
                  <a:lnTo>
                    <a:pt x="157221" y="1134108"/>
                  </a:lnTo>
                  <a:lnTo>
                    <a:pt x="152328" y="1130792"/>
                  </a:lnTo>
                  <a:lnTo>
                    <a:pt x="147433" y="1127476"/>
                  </a:lnTo>
                  <a:lnTo>
                    <a:pt x="142538" y="1124160"/>
                  </a:lnTo>
                  <a:lnTo>
                    <a:pt x="137654" y="1120844"/>
                  </a:lnTo>
                  <a:lnTo>
                    <a:pt x="132778" y="1117528"/>
                  </a:lnTo>
                  <a:lnTo>
                    <a:pt x="127915" y="1114212"/>
                  </a:lnTo>
                  <a:lnTo>
                    <a:pt x="123080" y="1110896"/>
                  </a:lnTo>
                  <a:lnTo>
                    <a:pt x="118259" y="1107580"/>
                  </a:lnTo>
                  <a:lnTo>
                    <a:pt x="113479" y="1104264"/>
                  </a:lnTo>
                  <a:lnTo>
                    <a:pt x="108731" y="1100947"/>
                  </a:lnTo>
                  <a:lnTo>
                    <a:pt x="104011" y="1097631"/>
                  </a:lnTo>
                  <a:lnTo>
                    <a:pt x="99358" y="1094315"/>
                  </a:lnTo>
                  <a:lnTo>
                    <a:pt x="94737" y="1090999"/>
                  </a:lnTo>
                  <a:lnTo>
                    <a:pt x="90178" y="1087683"/>
                  </a:lnTo>
                  <a:lnTo>
                    <a:pt x="85686" y="1084367"/>
                  </a:lnTo>
                  <a:lnTo>
                    <a:pt x="81234" y="1081051"/>
                  </a:lnTo>
                  <a:lnTo>
                    <a:pt x="76890" y="1077735"/>
                  </a:lnTo>
                  <a:lnTo>
                    <a:pt x="72600" y="1074419"/>
                  </a:lnTo>
                  <a:lnTo>
                    <a:pt x="68384" y="1071102"/>
                  </a:lnTo>
                  <a:lnTo>
                    <a:pt x="64280" y="1067786"/>
                  </a:lnTo>
                  <a:lnTo>
                    <a:pt x="60233" y="1064470"/>
                  </a:lnTo>
                  <a:lnTo>
                    <a:pt x="56311" y="1061154"/>
                  </a:lnTo>
                  <a:lnTo>
                    <a:pt x="52482" y="1057838"/>
                  </a:lnTo>
                  <a:lnTo>
                    <a:pt x="48727" y="1054522"/>
                  </a:lnTo>
                  <a:lnTo>
                    <a:pt x="45138" y="1051206"/>
                  </a:lnTo>
                  <a:lnTo>
                    <a:pt x="41621" y="1047890"/>
                  </a:lnTo>
                  <a:lnTo>
                    <a:pt x="38234" y="1044574"/>
                  </a:lnTo>
                  <a:lnTo>
                    <a:pt x="34985" y="1041257"/>
                  </a:lnTo>
                  <a:lnTo>
                    <a:pt x="31814" y="1037941"/>
                  </a:lnTo>
                  <a:lnTo>
                    <a:pt x="28838" y="1034625"/>
                  </a:lnTo>
                  <a:lnTo>
                    <a:pt x="25962" y="1031309"/>
                  </a:lnTo>
                  <a:lnTo>
                    <a:pt x="23206" y="1027993"/>
                  </a:lnTo>
                  <a:lnTo>
                    <a:pt x="20640" y="1024677"/>
                  </a:lnTo>
                  <a:lnTo>
                    <a:pt x="18163" y="1021361"/>
                  </a:lnTo>
                  <a:lnTo>
                    <a:pt x="17187" y="1019947"/>
                  </a:lnTo>
                  <a:lnTo>
                    <a:pt x="15873" y="1018045"/>
                  </a:lnTo>
                  <a:lnTo>
                    <a:pt x="13725" y="1014729"/>
                  </a:lnTo>
                  <a:lnTo>
                    <a:pt x="11679" y="1011412"/>
                  </a:lnTo>
                  <a:lnTo>
                    <a:pt x="9872" y="1008096"/>
                  </a:lnTo>
                  <a:lnTo>
                    <a:pt x="8162" y="1004780"/>
                  </a:lnTo>
                  <a:lnTo>
                    <a:pt x="6618" y="1001464"/>
                  </a:lnTo>
                  <a:lnTo>
                    <a:pt x="5260" y="998148"/>
                  </a:lnTo>
                  <a:lnTo>
                    <a:pt x="3999" y="994832"/>
                  </a:lnTo>
                  <a:lnTo>
                    <a:pt x="2973" y="991516"/>
                  </a:lnTo>
                  <a:lnTo>
                    <a:pt x="2072" y="988200"/>
                  </a:lnTo>
                  <a:lnTo>
                    <a:pt x="1307" y="984884"/>
                  </a:lnTo>
                  <a:lnTo>
                    <a:pt x="766" y="981568"/>
                  </a:lnTo>
                  <a:lnTo>
                    <a:pt x="324" y="978251"/>
                  </a:lnTo>
                  <a:lnTo>
                    <a:pt x="83" y="974935"/>
                  </a:lnTo>
                  <a:lnTo>
                    <a:pt x="0" y="971619"/>
                  </a:lnTo>
                  <a:lnTo>
                    <a:pt x="17" y="968303"/>
                  </a:lnTo>
                  <a:lnTo>
                    <a:pt x="288" y="964987"/>
                  </a:lnTo>
                  <a:lnTo>
                    <a:pt x="654" y="961671"/>
                  </a:lnTo>
                  <a:lnTo>
                    <a:pt x="1180" y="958355"/>
                  </a:lnTo>
                  <a:lnTo>
                    <a:pt x="1890" y="955039"/>
                  </a:lnTo>
                  <a:lnTo>
                    <a:pt x="2693" y="951723"/>
                  </a:lnTo>
                  <a:lnTo>
                    <a:pt x="3706" y="948406"/>
                  </a:lnTo>
                  <a:lnTo>
                    <a:pt x="4838" y="945090"/>
                  </a:lnTo>
                  <a:lnTo>
                    <a:pt x="6085" y="941774"/>
                  </a:lnTo>
                  <a:lnTo>
                    <a:pt x="7532" y="938458"/>
                  </a:lnTo>
                  <a:lnTo>
                    <a:pt x="9061" y="935142"/>
                  </a:lnTo>
                  <a:lnTo>
                    <a:pt x="10752" y="931826"/>
                  </a:lnTo>
                  <a:lnTo>
                    <a:pt x="12574" y="928510"/>
                  </a:lnTo>
                  <a:lnTo>
                    <a:pt x="14475" y="925194"/>
                  </a:lnTo>
                  <a:lnTo>
                    <a:pt x="16570" y="921878"/>
                  </a:lnTo>
                  <a:lnTo>
                    <a:pt x="16861" y="921433"/>
                  </a:lnTo>
                  <a:lnTo>
                    <a:pt x="18739" y="918561"/>
                  </a:lnTo>
                  <a:lnTo>
                    <a:pt x="21020" y="915245"/>
                  </a:lnTo>
                  <a:lnTo>
                    <a:pt x="23436" y="911929"/>
                  </a:lnTo>
                  <a:lnTo>
                    <a:pt x="25916" y="908613"/>
                  </a:lnTo>
                  <a:lnTo>
                    <a:pt x="28534" y="905297"/>
                  </a:lnTo>
                  <a:lnTo>
                    <a:pt x="31231" y="901981"/>
                  </a:lnTo>
                  <a:lnTo>
                    <a:pt x="33998" y="898665"/>
                  </a:lnTo>
                  <a:lnTo>
                    <a:pt x="36890" y="895349"/>
                  </a:lnTo>
                  <a:lnTo>
                    <a:pt x="39830" y="892033"/>
                  </a:lnTo>
                  <a:lnTo>
                    <a:pt x="42858" y="888716"/>
                  </a:lnTo>
                  <a:lnTo>
                    <a:pt x="45959" y="885400"/>
                  </a:lnTo>
                  <a:lnTo>
                    <a:pt x="49101" y="882084"/>
                  </a:lnTo>
                  <a:lnTo>
                    <a:pt x="52336" y="878768"/>
                  </a:lnTo>
                  <a:lnTo>
                    <a:pt x="55605" y="875452"/>
                  </a:lnTo>
                  <a:lnTo>
                    <a:pt x="58923" y="872136"/>
                  </a:lnTo>
                  <a:lnTo>
                    <a:pt x="62296" y="868820"/>
                  </a:lnTo>
                  <a:lnTo>
                    <a:pt x="65693" y="865504"/>
                  </a:lnTo>
                  <a:lnTo>
                    <a:pt x="69135" y="862188"/>
                  </a:lnTo>
                  <a:lnTo>
                    <a:pt x="72601" y="858872"/>
                  </a:lnTo>
                  <a:lnTo>
                    <a:pt x="76086" y="855555"/>
                  </a:lnTo>
                  <a:lnTo>
                    <a:pt x="79598" y="852239"/>
                  </a:lnTo>
                  <a:lnTo>
                    <a:pt x="83117" y="848923"/>
                  </a:lnTo>
                  <a:lnTo>
                    <a:pt x="86647" y="845607"/>
                  </a:lnTo>
                  <a:lnTo>
                    <a:pt x="90180" y="842291"/>
                  </a:lnTo>
                  <a:lnTo>
                    <a:pt x="93714" y="838975"/>
                  </a:lnTo>
                  <a:lnTo>
                    <a:pt x="97239" y="835659"/>
                  </a:lnTo>
                  <a:lnTo>
                    <a:pt x="100756" y="832343"/>
                  </a:lnTo>
                  <a:lnTo>
                    <a:pt x="104262" y="829027"/>
                  </a:lnTo>
                  <a:lnTo>
                    <a:pt x="107742" y="825710"/>
                  </a:lnTo>
                  <a:lnTo>
                    <a:pt x="111208" y="822394"/>
                  </a:lnTo>
                  <a:lnTo>
                    <a:pt x="114641" y="819078"/>
                  </a:lnTo>
                  <a:lnTo>
                    <a:pt x="118044" y="815762"/>
                  </a:lnTo>
                  <a:lnTo>
                    <a:pt x="121426" y="812446"/>
                  </a:lnTo>
                  <a:lnTo>
                    <a:pt x="124749" y="809130"/>
                  </a:lnTo>
                  <a:lnTo>
                    <a:pt x="128046" y="805814"/>
                  </a:lnTo>
                  <a:lnTo>
                    <a:pt x="131297" y="802498"/>
                  </a:lnTo>
                  <a:lnTo>
                    <a:pt x="134493" y="799182"/>
                  </a:lnTo>
                  <a:lnTo>
                    <a:pt x="137659" y="795865"/>
                  </a:lnTo>
                  <a:lnTo>
                    <a:pt x="140748" y="792549"/>
                  </a:lnTo>
                  <a:lnTo>
                    <a:pt x="143795" y="789233"/>
                  </a:lnTo>
                  <a:lnTo>
                    <a:pt x="146793" y="785917"/>
                  </a:lnTo>
                  <a:lnTo>
                    <a:pt x="149710" y="782601"/>
                  </a:lnTo>
                  <a:lnTo>
                    <a:pt x="152589" y="779285"/>
                  </a:lnTo>
                  <a:lnTo>
                    <a:pt x="155389" y="775969"/>
                  </a:lnTo>
                  <a:lnTo>
                    <a:pt x="158126" y="772653"/>
                  </a:lnTo>
                  <a:lnTo>
                    <a:pt x="160822" y="769337"/>
                  </a:lnTo>
                  <a:lnTo>
                    <a:pt x="163410" y="766020"/>
                  </a:lnTo>
                  <a:lnTo>
                    <a:pt x="165956" y="762704"/>
                  </a:lnTo>
                  <a:lnTo>
                    <a:pt x="168432" y="759388"/>
                  </a:lnTo>
                  <a:lnTo>
                    <a:pt x="170824" y="756072"/>
                  </a:lnTo>
                  <a:lnTo>
                    <a:pt x="173173" y="752756"/>
                  </a:lnTo>
                  <a:lnTo>
                    <a:pt x="175422" y="749440"/>
                  </a:lnTo>
                  <a:lnTo>
                    <a:pt x="177614" y="746124"/>
                  </a:lnTo>
                  <a:lnTo>
                    <a:pt x="179749" y="742808"/>
                  </a:lnTo>
                  <a:lnTo>
                    <a:pt x="181785" y="739492"/>
                  </a:lnTo>
                  <a:lnTo>
                    <a:pt x="183778" y="736176"/>
                  </a:lnTo>
                  <a:lnTo>
                    <a:pt x="185688" y="732859"/>
                  </a:lnTo>
                  <a:lnTo>
                    <a:pt x="187528" y="729543"/>
                  </a:lnTo>
                  <a:lnTo>
                    <a:pt x="189326" y="726227"/>
                  </a:lnTo>
                  <a:lnTo>
                    <a:pt x="191018" y="722911"/>
                  </a:lnTo>
                  <a:lnTo>
                    <a:pt x="192669" y="719595"/>
                  </a:lnTo>
                  <a:lnTo>
                    <a:pt x="194257" y="716279"/>
                  </a:lnTo>
                  <a:lnTo>
                    <a:pt x="195767" y="712963"/>
                  </a:lnTo>
                  <a:lnTo>
                    <a:pt x="197239" y="709647"/>
                  </a:lnTo>
                  <a:lnTo>
                    <a:pt x="198630" y="706331"/>
                  </a:lnTo>
                  <a:lnTo>
                    <a:pt x="199972" y="703014"/>
                  </a:lnTo>
                  <a:lnTo>
                    <a:pt x="201271" y="699698"/>
                  </a:lnTo>
                  <a:lnTo>
                    <a:pt x="202492" y="696382"/>
                  </a:lnTo>
                  <a:lnTo>
                    <a:pt x="203682" y="693066"/>
                  </a:lnTo>
                  <a:lnTo>
                    <a:pt x="204814" y="689750"/>
                  </a:lnTo>
                  <a:lnTo>
                    <a:pt x="205897" y="686434"/>
                  </a:lnTo>
                  <a:lnTo>
                    <a:pt x="206952" y="683118"/>
                  </a:lnTo>
                  <a:lnTo>
                    <a:pt x="207941" y="679802"/>
                  </a:lnTo>
                  <a:lnTo>
                    <a:pt x="208243" y="678763"/>
                  </a:lnTo>
                  <a:lnTo>
                    <a:pt x="208905" y="676486"/>
                  </a:lnTo>
                  <a:lnTo>
                    <a:pt x="209832" y="673169"/>
                  </a:lnTo>
                  <a:lnTo>
                    <a:pt x="210716" y="669853"/>
                  </a:lnTo>
                  <a:lnTo>
                    <a:pt x="211580" y="666537"/>
                  </a:lnTo>
                  <a:lnTo>
                    <a:pt x="212404" y="663221"/>
                  </a:lnTo>
                  <a:lnTo>
                    <a:pt x="213206" y="659905"/>
                  </a:lnTo>
                  <a:lnTo>
                    <a:pt x="213989" y="656589"/>
                  </a:lnTo>
                  <a:lnTo>
                    <a:pt x="214741" y="653273"/>
                  </a:lnTo>
                  <a:lnTo>
                    <a:pt x="215483" y="649957"/>
                  </a:lnTo>
                  <a:lnTo>
                    <a:pt x="216205" y="646641"/>
                  </a:lnTo>
                  <a:lnTo>
                    <a:pt x="216915" y="643324"/>
                  </a:lnTo>
                  <a:lnTo>
                    <a:pt x="217617" y="640008"/>
                  </a:lnTo>
                  <a:lnTo>
                    <a:pt x="218307" y="636692"/>
                  </a:lnTo>
                  <a:lnTo>
                    <a:pt x="218995" y="633376"/>
                  </a:lnTo>
                  <a:lnTo>
                    <a:pt x="219680" y="630060"/>
                  </a:lnTo>
                  <a:lnTo>
                    <a:pt x="220365" y="626744"/>
                  </a:lnTo>
                  <a:lnTo>
                    <a:pt x="221053" y="623428"/>
                  </a:lnTo>
                  <a:lnTo>
                    <a:pt x="221746" y="620112"/>
                  </a:lnTo>
                  <a:lnTo>
                    <a:pt x="222447" y="616796"/>
                  </a:lnTo>
                  <a:lnTo>
                    <a:pt x="223153" y="613480"/>
                  </a:lnTo>
                  <a:lnTo>
                    <a:pt x="223879" y="610163"/>
                  </a:lnTo>
                  <a:lnTo>
                    <a:pt x="224614" y="606847"/>
                  </a:lnTo>
                  <a:lnTo>
                    <a:pt x="225366" y="603531"/>
                  </a:lnTo>
                  <a:lnTo>
                    <a:pt x="226140" y="600215"/>
                  </a:lnTo>
                  <a:lnTo>
                    <a:pt x="226926" y="596899"/>
                  </a:lnTo>
                  <a:lnTo>
                    <a:pt x="227745" y="593583"/>
                  </a:lnTo>
                  <a:lnTo>
                    <a:pt x="228582" y="590267"/>
                  </a:lnTo>
                  <a:lnTo>
                    <a:pt x="229441" y="586951"/>
                  </a:lnTo>
                  <a:lnTo>
                    <a:pt x="230338" y="583635"/>
                  </a:lnTo>
                  <a:lnTo>
                    <a:pt x="231253" y="580318"/>
                  </a:lnTo>
                  <a:lnTo>
                    <a:pt x="232206" y="577002"/>
                  </a:lnTo>
                  <a:lnTo>
                    <a:pt x="233190" y="573686"/>
                  </a:lnTo>
                  <a:lnTo>
                    <a:pt x="234195" y="570370"/>
                  </a:lnTo>
                  <a:lnTo>
                    <a:pt x="235254" y="567054"/>
                  </a:lnTo>
                  <a:lnTo>
                    <a:pt x="236335" y="563738"/>
                  </a:lnTo>
                  <a:lnTo>
                    <a:pt x="237453" y="560422"/>
                  </a:lnTo>
                  <a:lnTo>
                    <a:pt x="238615" y="557106"/>
                  </a:lnTo>
                  <a:lnTo>
                    <a:pt x="239801" y="553790"/>
                  </a:lnTo>
                  <a:lnTo>
                    <a:pt x="241041" y="550473"/>
                  </a:lnTo>
                  <a:lnTo>
                    <a:pt x="242312" y="547157"/>
                  </a:lnTo>
                  <a:lnTo>
                    <a:pt x="243616" y="543841"/>
                  </a:lnTo>
                  <a:lnTo>
                    <a:pt x="244975" y="540525"/>
                  </a:lnTo>
                  <a:lnTo>
                    <a:pt x="246360" y="537209"/>
                  </a:lnTo>
                  <a:lnTo>
                    <a:pt x="247793" y="533893"/>
                  </a:lnTo>
                  <a:lnTo>
                    <a:pt x="249267" y="530577"/>
                  </a:lnTo>
                  <a:lnTo>
                    <a:pt x="250766" y="527261"/>
                  </a:lnTo>
                  <a:lnTo>
                    <a:pt x="252329" y="523945"/>
                  </a:lnTo>
                  <a:lnTo>
                    <a:pt x="253918" y="520628"/>
                  </a:lnTo>
                  <a:lnTo>
                    <a:pt x="255546" y="517312"/>
                  </a:lnTo>
                  <a:lnTo>
                    <a:pt x="257224" y="513996"/>
                  </a:lnTo>
                  <a:lnTo>
                    <a:pt x="258925" y="510680"/>
                  </a:lnTo>
                  <a:lnTo>
                    <a:pt x="260681" y="507364"/>
                  </a:lnTo>
                  <a:lnTo>
                    <a:pt x="262469" y="504048"/>
                  </a:lnTo>
                  <a:lnTo>
                    <a:pt x="264286" y="500732"/>
                  </a:lnTo>
                  <a:lnTo>
                    <a:pt x="266157" y="497416"/>
                  </a:lnTo>
                  <a:lnTo>
                    <a:pt x="268051" y="494100"/>
                  </a:lnTo>
                  <a:lnTo>
                    <a:pt x="269987" y="490784"/>
                  </a:lnTo>
                  <a:lnTo>
                    <a:pt x="271959" y="487467"/>
                  </a:lnTo>
                  <a:lnTo>
                    <a:pt x="273953" y="484151"/>
                  </a:lnTo>
                  <a:lnTo>
                    <a:pt x="275999" y="480835"/>
                  </a:lnTo>
                  <a:lnTo>
                    <a:pt x="278066" y="477519"/>
                  </a:lnTo>
                  <a:lnTo>
                    <a:pt x="280164" y="474203"/>
                  </a:lnTo>
                  <a:lnTo>
                    <a:pt x="282300" y="470887"/>
                  </a:lnTo>
                  <a:lnTo>
                    <a:pt x="284454" y="467571"/>
                  </a:lnTo>
                  <a:lnTo>
                    <a:pt x="286646" y="464255"/>
                  </a:lnTo>
                  <a:lnTo>
                    <a:pt x="288862" y="460939"/>
                  </a:lnTo>
                  <a:lnTo>
                    <a:pt x="291098" y="457622"/>
                  </a:lnTo>
                  <a:lnTo>
                    <a:pt x="293371" y="454306"/>
                  </a:lnTo>
                  <a:lnTo>
                    <a:pt x="295658" y="450990"/>
                  </a:lnTo>
                  <a:lnTo>
                    <a:pt x="297971" y="447674"/>
                  </a:lnTo>
                  <a:lnTo>
                    <a:pt x="300307" y="444358"/>
                  </a:lnTo>
                  <a:lnTo>
                    <a:pt x="302656" y="441042"/>
                  </a:lnTo>
                  <a:lnTo>
                    <a:pt x="305034" y="437726"/>
                  </a:lnTo>
                  <a:lnTo>
                    <a:pt x="307424" y="434410"/>
                  </a:lnTo>
                  <a:lnTo>
                    <a:pt x="309829" y="431094"/>
                  </a:lnTo>
                  <a:lnTo>
                    <a:pt x="312254" y="427777"/>
                  </a:lnTo>
                  <a:lnTo>
                    <a:pt x="314688" y="424461"/>
                  </a:lnTo>
                  <a:lnTo>
                    <a:pt x="317138" y="421145"/>
                  </a:lnTo>
                  <a:lnTo>
                    <a:pt x="319599" y="417829"/>
                  </a:lnTo>
                  <a:lnTo>
                    <a:pt x="322066" y="414513"/>
                  </a:lnTo>
                  <a:lnTo>
                    <a:pt x="324547" y="411197"/>
                  </a:lnTo>
                  <a:lnTo>
                    <a:pt x="327033" y="407881"/>
                  </a:lnTo>
                  <a:lnTo>
                    <a:pt x="329525" y="404565"/>
                  </a:lnTo>
                  <a:lnTo>
                    <a:pt x="332023" y="401249"/>
                  </a:lnTo>
                  <a:lnTo>
                    <a:pt x="334523" y="397932"/>
                  </a:lnTo>
                  <a:lnTo>
                    <a:pt x="337027" y="394616"/>
                  </a:lnTo>
                  <a:lnTo>
                    <a:pt x="339531" y="391300"/>
                  </a:lnTo>
                  <a:lnTo>
                    <a:pt x="342036" y="387984"/>
                  </a:lnTo>
                  <a:lnTo>
                    <a:pt x="344539" y="384668"/>
                  </a:lnTo>
                  <a:lnTo>
                    <a:pt x="347039" y="381352"/>
                  </a:lnTo>
                  <a:lnTo>
                    <a:pt x="349536" y="378036"/>
                  </a:lnTo>
                  <a:lnTo>
                    <a:pt x="352027" y="374720"/>
                  </a:lnTo>
                  <a:lnTo>
                    <a:pt x="354514" y="371404"/>
                  </a:lnTo>
                  <a:lnTo>
                    <a:pt x="356990" y="368088"/>
                  </a:lnTo>
                  <a:lnTo>
                    <a:pt x="359460" y="364771"/>
                  </a:lnTo>
                  <a:lnTo>
                    <a:pt x="361920" y="361455"/>
                  </a:lnTo>
                  <a:lnTo>
                    <a:pt x="364367" y="358139"/>
                  </a:lnTo>
                  <a:lnTo>
                    <a:pt x="366806" y="354823"/>
                  </a:lnTo>
                  <a:lnTo>
                    <a:pt x="369227" y="351507"/>
                  </a:lnTo>
                  <a:lnTo>
                    <a:pt x="371636" y="348191"/>
                  </a:lnTo>
                  <a:lnTo>
                    <a:pt x="374033" y="344875"/>
                  </a:lnTo>
                  <a:lnTo>
                    <a:pt x="376407" y="341559"/>
                  </a:lnTo>
                  <a:lnTo>
                    <a:pt x="378770" y="338243"/>
                  </a:lnTo>
                  <a:lnTo>
                    <a:pt x="381111" y="334926"/>
                  </a:lnTo>
                  <a:lnTo>
                    <a:pt x="383432" y="331610"/>
                  </a:lnTo>
                  <a:lnTo>
                    <a:pt x="385741" y="328294"/>
                  </a:lnTo>
                  <a:lnTo>
                    <a:pt x="388015" y="324978"/>
                  </a:lnTo>
                  <a:lnTo>
                    <a:pt x="390275" y="321662"/>
                  </a:lnTo>
                  <a:lnTo>
                    <a:pt x="392513" y="318346"/>
                  </a:lnTo>
                  <a:lnTo>
                    <a:pt x="394721" y="315030"/>
                  </a:lnTo>
                  <a:lnTo>
                    <a:pt x="396914" y="311714"/>
                  </a:lnTo>
                  <a:lnTo>
                    <a:pt x="399071" y="308398"/>
                  </a:lnTo>
                  <a:lnTo>
                    <a:pt x="401206" y="305081"/>
                  </a:lnTo>
                  <a:lnTo>
                    <a:pt x="403320" y="301765"/>
                  </a:lnTo>
                  <a:lnTo>
                    <a:pt x="405394" y="298449"/>
                  </a:lnTo>
                  <a:lnTo>
                    <a:pt x="407450" y="295133"/>
                  </a:lnTo>
                  <a:lnTo>
                    <a:pt x="409472" y="291817"/>
                  </a:lnTo>
                  <a:lnTo>
                    <a:pt x="411462" y="288501"/>
                  </a:lnTo>
                  <a:lnTo>
                    <a:pt x="413434" y="285185"/>
                  </a:lnTo>
                  <a:lnTo>
                    <a:pt x="415358" y="281869"/>
                  </a:lnTo>
                  <a:lnTo>
                    <a:pt x="417260" y="278553"/>
                  </a:lnTo>
                  <a:lnTo>
                    <a:pt x="419133" y="275236"/>
                  </a:lnTo>
                  <a:lnTo>
                    <a:pt x="420964" y="271920"/>
                  </a:lnTo>
                  <a:lnTo>
                    <a:pt x="422775" y="268604"/>
                  </a:lnTo>
                  <a:lnTo>
                    <a:pt x="424541" y="265288"/>
                  </a:lnTo>
                  <a:lnTo>
                    <a:pt x="426278" y="261972"/>
                  </a:lnTo>
                  <a:lnTo>
                    <a:pt x="427990" y="258656"/>
                  </a:lnTo>
                  <a:lnTo>
                    <a:pt x="429651" y="255340"/>
                  </a:lnTo>
                  <a:lnTo>
                    <a:pt x="431291" y="252024"/>
                  </a:lnTo>
                  <a:lnTo>
                    <a:pt x="432893" y="248708"/>
                  </a:lnTo>
                  <a:lnTo>
                    <a:pt x="434456" y="245392"/>
                  </a:lnTo>
                  <a:lnTo>
                    <a:pt x="435998" y="242075"/>
                  </a:lnTo>
                  <a:lnTo>
                    <a:pt x="437487" y="238759"/>
                  </a:lnTo>
                  <a:lnTo>
                    <a:pt x="438952" y="235443"/>
                  </a:lnTo>
                  <a:lnTo>
                    <a:pt x="440385" y="232127"/>
                  </a:lnTo>
                  <a:lnTo>
                    <a:pt x="441772" y="228811"/>
                  </a:lnTo>
                  <a:lnTo>
                    <a:pt x="443138" y="225495"/>
                  </a:lnTo>
                  <a:lnTo>
                    <a:pt x="444458" y="222179"/>
                  </a:lnTo>
                  <a:lnTo>
                    <a:pt x="445747" y="218863"/>
                  </a:lnTo>
                  <a:lnTo>
                    <a:pt x="447012" y="215547"/>
                  </a:lnTo>
                  <a:lnTo>
                    <a:pt x="448225" y="212230"/>
                  </a:lnTo>
                  <a:lnTo>
                    <a:pt x="449417" y="208914"/>
                  </a:lnTo>
                  <a:lnTo>
                    <a:pt x="450572" y="205598"/>
                  </a:lnTo>
                  <a:lnTo>
                    <a:pt x="451689" y="202282"/>
                  </a:lnTo>
                  <a:lnTo>
                    <a:pt x="452786" y="198966"/>
                  </a:lnTo>
                  <a:lnTo>
                    <a:pt x="453835" y="195650"/>
                  </a:lnTo>
                  <a:lnTo>
                    <a:pt x="454859" y="192334"/>
                  </a:lnTo>
                  <a:lnTo>
                    <a:pt x="455855" y="189018"/>
                  </a:lnTo>
                  <a:lnTo>
                    <a:pt x="456809" y="185702"/>
                  </a:lnTo>
                  <a:lnTo>
                    <a:pt x="457744" y="182385"/>
                  </a:lnTo>
                  <a:lnTo>
                    <a:pt x="458640" y="179069"/>
                  </a:lnTo>
                  <a:lnTo>
                    <a:pt x="459506" y="175753"/>
                  </a:lnTo>
                  <a:lnTo>
                    <a:pt x="460354" y="172437"/>
                  </a:lnTo>
                  <a:lnTo>
                    <a:pt x="461155" y="169121"/>
                  </a:lnTo>
                  <a:lnTo>
                    <a:pt x="461939" y="165805"/>
                  </a:lnTo>
                  <a:lnTo>
                    <a:pt x="462694" y="162489"/>
                  </a:lnTo>
                  <a:lnTo>
                    <a:pt x="463416" y="159173"/>
                  </a:lnTo>
                  <a:lnTo>
                    <a:pt x="464121" y="155857"/>
                  </a:lnTo>
                  <a:lnTo>
                    <a:pt x="464789" y="152540"/>
                  </a:lnTo>
                  <a:lnTo>
                    <a:pt x="465436" y="149224"/>
                  </a:lnTo>
                  <a:lnTo>
                    <a:pt x="466062" y="145908"/>
                  </a:lnTo>
                  <a:lnTo>
                    <a:pt x="466654" y="142592"/>
                  </a:lnTo>
                  <a:lnTo>
                    <a:pt x="467231" y="139276"/>
                  </a:lnTo>
                  <a:lnTo>
                    <a:pt x="467779" y="135960"/>
                  </a:lnTo>
                  <a:lnTo>
                    <a:pt x="468305" y="132644"/>
                  </a:lnTo>
                  <a:lnTo>
                    <a:pt x="468817" y="129328"/>
                  </a:lnTo>
                  <a:lnTo>
                    <a:pt x="469294" y="126012"/>
                  </a:lnTo>
                  <a:lnTo>
                    <a:pt x="469759" y="122696"/>
                  </a:lnTo>
                  <a:lnTo>
                    <a:pt x="470203" y="119379"/>
                  </a:lnTo>
                  <a:lnTo>
                    <a:pt x="470623" y="116063"/>
                  </a:lnTo>
                  <a:lnTo>
                    <a:pt x="471031" y="112747"/>
                  </a:lnTo>
                  <a:lnTo>
                    <a:pt x="471414" y="109431"/>
                  </a:lnTo>
                  <a:lnTo>
                    <a:pt x="471782" y="106115"/>
                  </a:lnTo>
                  <a:lnTo>
                    <a:pt x="472136" y="102799"/>
                  </a:lnTo>
                  <a:lnTo>
                    <a:pt x="472466" y="99483"/>
                  </a:lnTo>
                  <a:lnTo>
                    <a:pt x="472786" y="96167"/>
                  </a:lnTo>
                  <a:lnTo>
                    <a:pt x="473088" y="92851"/>
                  </a:lnTo>
                  <a:lnTo>
                    <a:pt x="473375" y="89534"/>
                  </a:lnTo>
                  <a:lnTo>
                    <a:pt x="473652" y="86218"/>
                  </a:lnTo>
                  <a:lnTo>
                    <a:pt x="473908" y="82902"/>
                  </a:lnTo>
                  <a:lnTo>
                    <a:pt x="474155" y="79586"/>
                  </a:lnTo>
                  <a:lnTo>
                    <a:pt x="474390" y="76270"/>
                  </a:lnTo>
                  <a:lnTo>
                    <a:pt x="474609" y="72954"/>
                  </a:lnTo>
                  <a:lnTo>
                    <a:pt x="474821" y="69638"/>
                  </a:lnTo>
                  <a:lnTo>
                    <a:pt x="475018" y="66322"/>
                  </a:lnTo>
                  <a:lnTo>
                    <a:pt x="475205" y="63006"/>
                  </a:lnTo>
                  <a:lnTo>
                    <a:pt x="475385" y="59689"/>
                  </a:lnTo>
                  <a:lnTo>
                    <a:pt x="475550" y="56373"/>
                  </a:lnTo>
                  <a:lnTo>
                    <a:pt x="475710" y="53057"/>
                  </a:lnTo>
                  <a:lnTo>
                    <a:pt x="475859" y="49741"/>
                  </a:lnTo>
                  <a:lnTo>
                    <a:pt x="475999" y="46425"/>
                  </a:lnTo>
                  <a:lnTo>
                    <a:pt x="476133" y="43109"/>
                  </a:lnTo>
                  <a:lnTo>
                    <a:pt x="476256" y="39793"/>
                  </a:lnTo>
                  <a:lnTo>
                    <a:pt x="476374" y="36477"/>
                  </a:lnTo>
                  <a:lnTo>
                    <a:pt x="476485" y="33161"/>
                  </a:lnTo>
                  <a:lnTo>
                    <a:pt x="476588" y="29844"/>
                  </a:lnTo>
                  <a:lnTo>
                    <a:pt x="476687" y="26528"/>
                  </a:lnTo>
                  <a:lnTo>
                    <a:pt x="476777" y="23212"/>
                  </a:lnTo>
                  <a:lnTo>
                    <a:pt x="476863" y="19896"/>
                  </a:lnTo>
                  <a:lnTo>
                    <a:pt x="476945" y="16580"/>
                  </a:lnTo>
                  <a:lnTo>
                    <a:pt x="477019" y="13264"/>
                  </a:lnTo>
                  <a:lnTo>
                    <a:pt x="477090" y="9948"/>
                  </a:lnTo>
                  <a:lnTo>
                    <a:pt x="477156" y="6632"/>
                  </a:lnTo>
                  <a:lnTo>
                    <a:pt x="477217" y="3316"/>
                  </a:lnTo>
                  <a:lnTo>
                    <a:pt x="477275" y="0"/>
                  </a:lnTo>
                  <a:lnTo>
                    <a:pt x="478726" y="0"/>
                  </a:lnTo>
                  <a:lnTo>
                    <a:pt x="478784" y="3316"/>
                  </a:lnTo>
                  <a:lnTo>
                    <a:pt x="478846" y="6632"/>
                  </a:lnTo>
                  <a:lnTo>
                    <a:pt x="478912" y="9948"/>
                  </a:lnTo>
                  <a:lnTo>
                    <a:pt x="478983" y="13264"/>
                  </a:lnTo>
                  <a:lnTo>
                    <a:pt x="479056" y="16580"/>
                  </a:lnTo>
                  <a:lnTo>
                    <a:pt x="479138" y="19896"/>
                  </a:lnTo>
                  <a:lnTo>
                    <a:pt x="479224" y="23212"/>
                  </a:lnTo>
                  <a:lnTo>
                    <a:pt x="479315" y="26528"/>
                  </a:lnTo>
                  <a:lnTo>
                    <a:pt x="479413" y="29844"/>
                  </a:lnTo>
                  <a:lnTo>
                    <a:pt x="479516" y="33161"/>
                  </a:lnTo>
                  <a:lnTo>
                    <a:pt x="479627" y="36477"/>
                  </a:lnTo>
                  <a:lnTo>
                    <a:pt x="479745" y="39793"/>
                  </a:lnTo>
                  <a:lnTo>
                    <a:pt x="479868" y="43109"/>
                  </a:lnTo>
                  <a:lnTo>
                    <a:pt x="480003" y="46425"/>
                  </a:lnTo>
                  <a:lnTo>
                    <a:pt x="480142" y="49741"/>
                  </a:lnTo>
                  <a:lnTo>
                    <a:pt x="480292" y="53057"/>
                  </a:lnTo>
                  <a:lnTo>
                    <a:pt x="480451" y="56373"/>
                  </a:lnTo>
                  <a:lnTo>
                    <a:pt x="480616" y="59689"/>
                  </a:lnTo>
                  <a:lnTo>
                    <a:pt x="480796" y="63006"/>
                  </a:lnTo>
                  <a:lnTo>
                    <a:pt x="480983" y="66322"/>
                  </a:lnTo>
                  <a:lnTo>
                    <a:pt x="481180" y="69638"/>
                  </a:lnTo>
                  <a:lnTo>
                    <a:pt x="481392" y="72954"/>
                  </a:lnTo>
                  <a:lnTo>
                    <a:pt x="481612" y="76270"/>
                  </a:lnTo>
                  <a:lnTo>
                    <a:pt x="481846" y="79586"/>
                  </a:lnTo>
                  <a:lnTo>
                    <a:pt x="482094" y="82902"/>
                  </a:lnTo>
                  <a:lnTo>
                    <a:pt x="482349" y="86218"/>
                  </a:lnTo>
                  <a:lnTo>
                    <a:pt x="482627" y="89534"/>
                  </a:lnTo>
                  <a:lnTo>
                    <a:pt x="482913" y="92851"/>
                  </a:lnTo>
                  <a:lnTo>
                    <a:pt x="483215" y="96167"/>
                  </a:lnTo>
                  <a:lnTo>
                    <a:pt x="483535" y="99483"/>
                  </a:lnTo>
                  <a:lnTo>
                    <a:pt x="483866" y="102799"/>
                  </a:lnTo>
                  <a:lnTo>
                    <a:pt x="484220" y="106115"/>
                  </a:lnTo>
                  <a:lnTo>
                    <a:pt x="484588" y="109431"/>
                  </a:lnTo>
                  <a:lnTo>
                    <a:pt x="484970" y="112747"/>
                  </a:lnTo>
                  <a:lnTo>
                    <a:pt x="485378" y="116063"/>
                  </a:lnTo>
                  <a:lnTo>
                    <a:pt x="485798" y="119379"/>
                  </a:lnTo>
                  <a:lnTo>
                    <a:pt x="486242" y="122696"/>
                  </a:lnTo>
                  <a:lnTo>
                    <a:pt x="486707" y="126012"/>
                  </a:lnTo>
                  <a:lnTo>
                    <a:pt x="487184" y="129328"/>
                  </a:lnTo>
                  <a:lnTo>
                    <a:pt x="487696" y="132644"/>
                  </a:lnTo>
                  <a:lnTo>
                    <a:pt x="488222" y="135960"/>
                  </a:lnTo>
                  <a:lnTo>
                    <a:pt x="488770" y="139276"/>
                  </a:lnTo>
                  <a:lnTo>
                    <a:pt x="489348" y="142592"/>
                  </a:lnTo>
                  <a:lnTo>
                    <a:pt x="489939" y="145908"/>
                  </a:lnTo>
                  <a:lnTo>
                    <a:pt x="490565" y="149224"/>
                  </a:lnTo>
                  <a:lnTo>
                    <a:pt x="491213" y="152540"/>
                  </a:lnTo>
                  <a:lnTo>
                    <a:pt x="491880" y="155857"/>
                  </a:lnTo>
                  <a:lnTo>
                    <a:pt x="492586" y="159173"/>
                  </a:lnTo>
                  <a:lnTo>
                    <a:pt x="493308" y="162489"/>
                  </a:lnTo>
                  <a:lnTo>
                    <a:pt x="494062" y="165805"/>
                  </a:lnTo>
                  <a:lnTo>
                    <a:pt x="494846" y="169121"/>
                  </a:lnTo>
                  <a:lnTo>
                    <a:pt x="495647" y="172437"/>
                  </a:lnTo>
                  <a:lnTo>
                    <a:pt x="496495" y="175753"/>
                  </a:lnTo>
                  <a:lnTo>
                    <a:pt x="497362" y="179069"/>
                  </a:lnTo>
                  <a:lnTo>
                    <a:pt x="498257" y="182385"/>
                  </a:lnTo>
                  <a:lnTo>
                    <a:pt x="499192" y="185702"/>
                  </a:lnTo>
                  <a:lnTo>
                    <a:pt x="500146" y="189018"/>
                  </a:lnTo>
                  <a:lnTo>
                    <a:pt x="501142" y="192334"/>
                  </a:lnTo>
                  <a:lnTo>
                    <a:pt x="502167" y="195650"/>
                  </a:lnTo>
                  <a:lnTo>
                    <a:pt x="503215" y="198966"/>
                  </a:lnTo>
                  <a:lnTo>
                    <a:pt x="504312" y="202282"/>
                  </a:lnTo>
                  <a:lnTo>
                    <a:pt x="505429" y="205598"/>
                  </a:lnTo>
                  <a:lnTo>
                    <a:pt x="506585" y="208914"/>
                  </a:lnTo>
                  <a:lnTo>
                    <a:pt x="507776" y="212230"/>
                  </a:lnTo>
                  <a:lnTo>
                    <a:pt x="508989" y="215547"/>
                  </a:lnTo>
                  <a:lnTo>
                    <a:pt x="510254" y="218863"/>
                  </a:lnTo>
                  <a:lnTo>
                    <a:pt x="511543" y="222179"/>
                  </a:lnTo>
                  <a:lnTo>
                    <a:pt x="512863" y="225495"/>
                  </a:lnTo>
                  <a:lnTo>
                    <a:pt x="514229" y="228811"/>
                  </a:lnTo>
                  <a:lnTo>
                    <a:pt x="515616" y="232127"/>
                  </a:lnTo>
                  <a:lnTo>
                    <a:pt x="517049" y="235443"/>
                  </a:lnTo>
                  <a:lnTo>
                    <a:pt x="518514" y="238759"/>
                  </a:lnTo>
                  <a:lnTo>
                    <a:pt x="520003" y="242075"/>
                  </a:lnTo>
                  <a:lnTo>
                    <a:pt x="521545" y="245392"/>
                  </a:lnTo>
                  <a:lnTo>
                    <a:pt x="523109" y="248708"/>
                  </a:lnTo>
                  <a:lnTo>
                    <a:pt x="524710" y="252024"/>
                  </a:lnTo>
                  <a:lnTo>
                    <a:pt x="526350" y="255340"/>
                  </a:lnTo>
                  <a:lnTo>
                    <a:pt x="528012" y="258656"/>
                  </a:lnTo>
                  <a:lnTo>
                    <a:pt x="529724" y="261972"/>
                  </a:lnTo>
                  <a:lnTo>
                    <a:pt x="531460" y="265288"/>
                  </a:lnTo>
                  <a:lnTo>
                    <a:pt x="533227" y="268604"/>
                  </a:lnTo>
                  <a:lnTo>
                    <a:pt x="535038" y="271920"/>
                  </a:lnTo>
                  <a:lnTo>
                    <a:pt x="536869" y="275236"/>
                  </a:lnTo>
                  <a:lnTo>
                    <a:pt x="538741" y="278553"/>
                  </a:lnTo>
                  <a:lnTo>
                    <a:pt x="540643" y="281869"/>
                  </a:lnTo>
                  <a:lnTo>
                    <a:pt x="542567" y="285185"/>
                  </a:lnTo>
                  <a:lnTo>
                    <a:pt x="544539" y="288501"/>
                  </a:lnTo>
                  <a:lnTo>
                    <a:pt x="546529" y="291817"/>
                  </a:lnTo>
                  <a:lnTo>
                    <a:pt x="548551" y="295133"/>
                  </a:lnTo>
                  <a:lnTo>
                    <a:pt x="550608" y="298449"/>
                  </a:lnTo>
                  <a:lnTo>
                    <a:pt x="552681" y="301765"/>
                  </a:lnTo>
                  <a:lnTo>
                    <a:pt x="554795" y="305081"/>
                  </a:lnTo>
                  <a:lnTo>
                    <a:pt x="556930" y="308398"/>
                  </a:lnTo>
                  <a:lnTo>
                    <a:pt x="559087" y="311714"/>
                  </a:lnTo>
                  <a:lnTo>
                    <a:pt x="561280" y="315030"/>
                  </a:lnTo>
                  <a:lnTo>
                    <a:pt x="563488" y="318346"/>
                  </a:lnTo>
                  <a:lnTo>
                    <a:pt x="565726" y="321662"/>
                  </a:lnTo>
                  <a:lnTo>
                    <a:pt x="567986" y="324978"/>
                  </a:lnTo>
                  <a:lnTo>
                    <a:pt x="570261" y="328294"/>
                  </a:lnTo>
                  <a:lnTo>
                    <a:pt x="572569" y="331610"/>
                  </a:lnTo>
                  <a:lnTo>
                    <a:pt x="574890" y="334926"/>
                  </a:lnTo>
                  <a:lnTo>
                    <a:pt x="577231" y="338243"/>
                  </a:lnTo>
                  <a:lnTo>
                    <a:pt x="579594" y="341559"/>
                  </a:lnTo>
                  <a:lnTo>
                    <a:pt x="581968" y="344875"/>
                  </a:lnTo>
                  <a:lnTo>
                    <a:pt x="584365" y="348191"/>
                  </a:lnTo>
                  <a:lnTo>
                    <a:pt x="586774" y="351507"/>
                  </a:lnTo>
                  <a:lnTo>
                    <a:pt x="589195" y="354823"/>
                  </a:lnTo>
                  <a:lnTo>
                    <a:pt x="591635" y="358139"/>
                  </a:lnTo>
                  <a:lnTo>
                    <a:pt x="594081" y="361455"/>
                  </a:lnTo>
                  <a:lnTo>
                    <a:pt x="596542" y="364771"/>
                  </a:lnTo>
                  <a:lnTo>
                    <a:pt x="599012" y="368088"/>
                  </a:lnTo>
                  <a:lnTo>
                    <a:pt x="601487" y="371404"/>
                  </a:lnTo>
                  <a:lnTo>
                    <a:pt x="603975" y="374720"/>
                  </a:lnTo>
                  <a:lnTo>
                    <a:pt x="606466" y="378036"/>
                  </a:lnTo>
                  <a:lnTo>
                    <a:pt x="608962" y="381352"/>
                  </a:lnTo>
                  <a:lnTo>
                    <a:pt x="611463" y="384668"/>
                  </a:lnTo>
                  <a:lnTo>
                    <a:pt x="613965" y="387984"/>
                  </a:lnTo>
                  <a:lnTo>
                    <a:pt x="616470" y="391300"/>
                  </a:lnTo>
                  <a:lnTo>
                    <a:pt x="618974" y="394616"/>
                  </a:lnTo>
                  <a:lnTo>
                    <a:pt x="621478" y="397932"/>
                  </a:lnTo>
                  <a:lnTo>
                    <a:pt x="623978" y="401249"/>
                  </a:lnTo>
                  <a:lnTo>
                    <a:pt x="626476" y="404565"/>
                  </a:lnTo>
                  <a:lnTo>
                    <a:pt x="628969" y="407881"/>
                  </a:lnTo>
                  <a:lnTo>
                    <a:pt x="631454" y="411197"/>
                  </a:lnTo>
                  <a:lnTo>
                    <a:pt x="633935" y="414513"/>
                  </a:lnTo>
                  <a:lnTo>
                    <a:pt x="636403" y="417829"/>
                  </a:lnTo>
                  <a:lnTo>
                    <a:pt x="638863" y="421145"/>
                  </a:lnTo>
                  <a:lnTo>
                    <a:pt x="641313" y="424461"/>
                  </a:lnTo>
                  <a:lnTo>
                    <a:pt x="643747" y="427777"/>
                  </a:lnTo>
                  <a:lnTo>
                    <a:pt x="646172" y="431094"/>
                  </a:lnTo>
                  <a:lnTo>
                    <a:pt x="648577" y="434410"/>
                  </a:lnTo>
                  <a:lnTo>
                    <a:pt x="650967" y="437726"/>
                  </a:lnTo>
                  <a:lnTo>
                    <a:pt x="653345" y="441042"/>
                  </a:lnTo>
                  <a:lnTo>
                    <a:pt x="655694" y="444358"/>
                  </a:lnTo>
                  <a:lnTo>
                    <a:pt x="658030" y="447674"/>
                  </a:lnTo>
                  <a:lnTo>
                    <a:pt x="660343" y="450990"/>
                  </a:lnTo>
                  <a:lnTo>
                    <a:pt x="662630" y="454306"/>
                  </a:lnTo>
                  <a:lnTo>
                    <a:pt x="664903" y="457622"/>
                  </a:lnTo>
                  <a:lnTo>
                    <a:pt x="667139" y="460939"/>
                  </a:lnTo>
                  <a:lnTo>
                    <a:pt x="669355" y="464255"/>
                  </a:lnTo>
                  <a:lnTo>
                    <a:pt x="671548" y="467571"/>
                  </a:lnTo>
                  <a:lnTo>
                    <a:pt x="673702" y="470887"/>
                  </a:lnTo>
                  <a:lnTo>
                    <a:pt x="675838" y="474203"/>
                  </a:lnTo>
                  <a:lnTo>
                    <a:pt x="677935" y="477519"/>
                  </a:lnTo>
                  <a:lnTo>
                    <a:pt x="680002" y="480835"/>
                  </a:lnTo>
                  <a:lnTo>
                    <a:pt x="682048" y="484151"/>
                  </a:lnTo>
                  <a:lnTo>
                    <a:pt x="684042" y="487467"/>
                  </a:lnTo>
                  <a:lnTo>
                    <a:pt x="686015" y="490784"/>
                  </a:lnTo>
                  <a:lnTo>
                    <a:pt x="687950" y="494100"/>
                  </a:lnTo>
                  <a:lnTo>
                    <a:pt x="689844" y="497416"/>
                  </a:lnTo>
                  <a:lnTo>
                    <a:pt x="691715" y="500732"/>
                  </a:lnTo>
                  <a:lnTo>
                    <a:pt x="693533" y="504048"/>
                  </a:lnTo>
                  <a:lnTo>
                    <a:pt x="695320" y="507364"/>
                  </a:lnTo>
                  <a:lnTo>
                    <a:pt x="697076" y="510680"/>
                  </a:lnTo>
                  <a:lnTo>
                    <a:pt x="698778" y="513996"/>
                  </a:lnTo>
                  <a:lnTo>
                    <a:pt x="700455" y="517312"/>
                  </a:lnTo>
                  <a:lnTo>
                    <a:pt x="702083" y="520628"/>
                  </a:lnTo>
                  <a:lnTo>
                    <a:pt x="703672" y="523945"/>
                  </a:lnTo>
                  <a:lnTo>
                    <a:pt x="705236" y="527261"/>
                  </a:lnTo>
                  <a:lnTo>
                    <a:pt x="706734" y="530577"/>
                  </a:lnTo>
                  <a:lnTo>
                    <a:pt x="708209" y="533893"/>
                  </a:lnTo>
                  <a:lnTo>
                    <a:pt x="709642" y="537209"/>
                  </a:lnTo>
                  <a:lnTo>
                    <a:pt x="711026" y="540525"/>
                  </a:lnTo>
                  <a:lnTo>
                    <a:pt x="712386" y="543841"/>
                  </a:lnTo>
                  <a:lnTo>
                    <a:pt x="713689" y="547157"/>
                  </a:lnTo>
                  <a:lnTo>
                    <a:pt x="714961" y="550473"/>
                  </a:lnTo>
                  <a:lnTo>
                    <a:pt x="716201" y="553790"/>
                  </a:lnTo>
                  <a:lnTo>
                    <a:pt x="717386" y="557106"/>
                  </a:lnTo>
                  <a:lnTo>
                    <a:pt x="718548" y="560422"/>
                  </a:lnTo>
                  <a:lnTo>
                    <a:pt x="719666" y="563738"/>
                  </a:lnTo>
                  <a:lnTo>
                    <a:pt x="720747" y="567054"/>
                  </a:lnTo>
                  <a:lnTo>
                    <a:pt x="721806" y="570370"/>
                  </a:lnTo>
                  <a:lnTo>
                    <a:pt x="722811" y="573686"/>
                  </a:lnTo>
                  <a:lnTo>
                    <a:pt x="723795" y="577002"/>
                  </a:lnTo>
                  <a:lnTo>
                    <a:pt x="724748" y="580318"/>
                  </a:lnTo>
                  <a:lnTo>
                    <a:pt x="725663" y="583635"/>
                  </a:lnTo>
                  <a:lnTo>
                    <a:pt x="726560" y="586951"/>
                  </a:lnTo>
                  <a:lnTo>
                    <a:pt x="727419" y="590267"/>
                  </a:lnTo>
                  <a:lnTo>
                    <a:pt x="728257" y="593583"/>
                  </a:lnTo>
                  <a:lnTo>
                    <a:pt x="729075" y="596899"/>
                  </a:lnTo>
                  <a:lnTo>
                    <a:pt x="729861" y="600215"/>
                  </a:lnTo>
                  <a:lnTo>
                    <a:pt x="730635" y="603531"/>
                  </a:lnTo>
                  <a:lnTo>
                    <a:pt x="731387" y="606847"/>
                  </a:lnTo>
                  <a:lnTo>
                    <a:pt x="732122" y="610163"/>
                  </a:lnTo>
                  <a:lnTo>
                    <a:pt x="732848" y="613480"/>
                  </a:lnTo>
                  <a:lnTo>
                    <a:pt x="733555" y="616796"/>
                  </a:lnTo>
                  <a:lnTo>
                    <a:pt x="734256" y="620112"/>
                  </a:lnTo>
                  <a:lnTo>
                    <a:pt x="734949" y="623428"/>
                  </a:lnTo>
                  <a:lnTo>
                    <a:pt x="735636" y="626744"/>
                  </a:lnTo>
                  <a:lnTo>
                    <a:pt x="736321" y="630060"/>
                  </a:lnTo>
                  <a:lnTo>
                    <a:pt x="737006" y="633376"/>
                  </a:lnTo>
                  <a:lnTo>
                    <a:pt x="737694" y="636692"/>
                  </a:lnTo>
                  <a:lnTo>
                    <a:pt x="738384" y="640008"/>
                  </a:lnTo>
                  <a:lnTo>
                    <a:pt x="739087" y="643324"/>
                  </a:lnTo>
                  <a:lnTo>
                    <a:pt x="739796" y="646641"/>
                  </a:lnTo>
                  <a:lnTo>
                    <a:pt x="740519" y="649957"/>
                  </a:lnTo>
                  <a:lnTo>
                    <a:pt x="741260" y="653273"/>
                  </a:lnTo>
                  <a:lnTo>
                    <a:pt x="742012" y="656589"/>
                  </a:lnTo>
                  <a:lnTo>
                    <a:pt x="742795" y="659905"/>
                  </a:lnTo>
                  <a:lnTo>
                    <a:pt x="743597" y="663221"/>
                  </a:lnTo>
                  <a:lnTo>
                    <a:pt x="744422" y="666537"/>
                  </a:lnTo>
                  <a:lnTo>
                    <a:pt x="745286" y="669853"/>
                  </a:lnTo>
                  <a:lnTo>
                    <a:pt x="746169" y="673169"/>
                  </a:lnTo>
                  <a:lnTo>
                    <a:pt x="747097" y="676486"/>
                  </a:lnTo>
                  <a:lnTo>
                    <a:pt x="747758" y="678763"/>
                  </a:lnTo>
                  <a:lnTo>
                    <a:pt x="748060" y="679802"/>
                  </a:lnTo>
                  <a:lnTo>
                    <a:pt x="749049" y="683118"/>
                  </a:lnTo>
                  <a:lnTo>
                    <a:pt x="750104" y="686434"/>
                  </a:lnTo>
                  <a:lnTo>
                    <a:pt x="751187" y="689750"/>
                  </a:lnTo>
                  <a:lnTo>
                    <a:pt x="752319" y="693066"/>
                  </a:lnTo>
                  <a:lnTo>
                    <a:pt x="753509" y="696382"/>
                  </a:lnTo>
                  <a:lnTo>
                    <a:pt x="754730" y="699698"/>
                  </a:lnTo>
                  <a:lnTo>
                    <a:pt x="756029" y="703014"/>
                  </a:lnTo>
                  <a:lnTo>
                    <a:pt x="757371" y="706331"/>
                  </a:lnTo>
                  <a:lnTo>
                    <a:pt x="758762" y="709647"/>
                  </a:lnTo>
                  <a:lnTo>
                    <a:pt x="760235" y="712963"/>
                  </a:lnTo>
                  <a:lnTo>
                    <a:pt x="761745" y="716279"/>
                  </a:lnTo>
                  <a:lnTo>
                    <a:pt x="763332" y="719595"/>
                  </a:lnTo>
                  <a:lnTo>
                    <a:pt x="764983" y="722911"/>
                  </a:lnTo>
                  <a:lnTo>
                    <a:pt x="766675" y="726227"/>
                  </a:lnTo>
                  <a:lnTo>
                    <a:pt x="768473" y="729543"/>
                  </a:lnTo>
                  <a:lnTo>
                    <a:pt x="770313" y="732859"/>
                  </a:lnTo>
                  <a:lnTo>
                    <a:pt x="772223" y="736176"/>
                  </a:lnTo>
                  <a:lnTo>
                    <a:pt x="774216" y="739492"/>
                  </a:lnTo>
                  <a:lnTo>
                    <a:pt x="776252" y="742808"/>
                  </a:lnTo>
                  <a:lnTo>
                    <a:pt x="778387" y="746124"/>
                  </a:lnTo>
                  <a:lnTo>
                    <a:pt x="780579" y="749440"/>
                  </a:lnTo>
                  <a:lnTo>
                    <a:pt x="782828" y="752756"/>
                  </a:lnTo>
                  <a:lnTo>
                    <a:pt x="785178" y="756072"/>
                  </a:lnTo>
                  <a:lnTo>
                    <a:pt x="787569" y="759388"/>
                  </a:lnTo>
                  <a:lnTo>
                    <a:pt x="790045" y="762704"/>
                  </a:lnTo>
                  <a:lnTo>
                    <a:pt x="792591" y="766020"/>
                  </a:lnTo>
                  <a:lnTo>
                    <a:pt x="795180" y="769337"/>
                  </a:lnTo>
                  <a:lnTo>
                    <a:pt x="797875" y="772653"/>
                  </a:lnTo>
                  <a:lnTo>
                    <a:pt x="800612" y="775969"/>
                  </a:lnTo>
                  <a:lnTo>
                    <a:pt x="803413" y="779285"/>
                  </a:lnTo>
                  <a:lnTo>
                    <a:pt x="806292" y="782601"/>
                  </a:lnTo>
                  <a:lnTo>
                    <a:pt x="809208" y="785917"/>
                  </a:lnTo>
                  <a:lnTo>
                    <a:pt x="812207" y="789233"/>
                  </a:lnTo>
                  <a:lnTo>
                    <a:pt x="815253" y="792549"/>
                  </a:lnTo>
                  <a:lnTo>
                    <a:pt x="818342" y="795865"/>
                  </a:lnTo>
                  <a:lnTo>
                    <a:pt x="821508" y="799182"/>
                  </a:lnTo>
                  <a:lnTo>
                    <a:pt x="824704" y="802498"/>
                  </a:lnTo>
                  <a:lnTo>
                    <a:pt x="827955" y="805814"/>
                  </a:lnTo>
                  <a:lnTo>
                    <a:pt x="831253" y="809130"/>
                  </a:lnTo>
                  <a:lnTo>
                    <a:pt x="834576" y="812446"/>
                  </a:lnTo>
                  <a:lnTo>
                    <a:pt x="837957" y="815762"/>
                  </a:lnTo>
                  <a:lnTo>
                    <a:pt x="841360" y="819078"/>
                  </a:lnTo>
                  <a:lnTo>
                    <a:pt x="844793" y="822394"/>
                  </a:lnTo>
                  <a:lnTo>
                    <a:pt x="848259" y="825710"/>
                  </a:lnTo>
                  <a:lnTo>
                    <a:pt x="851740" y="829027"/>
                  </a:lnTo>
                  <a:lnTo>
                    <a:pt x="855245" y="832343"/>
                  </a:lnTo>
                  <a:lnTo>
                    <a:pt x="858762" y="835659"/>
                  </a:lnTo>
                  <a:lnTo>
                    <a:pt x="862288" y="838975"/>
                  </a:lnTo>
                  <a:lnTo>
                    <a:pt x="865821" y="842291"/>
                  </a:lnTo>
                  <a:lnTo>
                    <a:pt x="869354" y="845607"/>
                  </a:lnTo>
                  <a:lnTo>
                    <a:pt x="872884" y="848923"/>
                  </a:lnTo>
                  <a:lnTo>
                    <a:pt x="876403" y="852239"/>
                  </a:lnTo>
                  <a:lnTo>
                    <a:pt x="879915" y="855555"/>
                  </a:lnTo>
                  <a:lnTo>
                    <a:pt x="883400" y="858872"/>
                  </a:lnTo>
                  <a:lnTo>
                    <a:pt x="886866" y="862188"/>
                  </a:lnTo>
                  <a:lnTo>
                    <a:pt x="890309" y="865504"/>
                  </a:lnTo>
                  <a:lnTo>
                    <a:pt x="893705" y="868820"/>
                  </a:lnTo>
                  <a:lnTo>
                    <a:pt x="897078" y="872136"/>
                  </a:lnTo>
                  <a:lnTo>
                    <a:pt x="900396" y="875452"/>
                  </a:lnTo>
                  <a:lnTo>
                    <a:pt x="903665" y="878768"/>
                  </a:lnTo>
                  <a:lnTo>
                    <a:pt x="906900" y="882084"/>
                  </a:lnTo>
                  <a:lnTo>
                    <a:pt x="910042" y="885400"/>
                  </a:lnTo>
                  <a:lnTo>
                    <a:pt x="913143" y="888716"/>
                  </a:lnTo>
                  <a:lnTo>
                    <a:pt x="916171" y="892033"/>
                  </a:lnTo>
                  <a:lnTo>
                    <a:pt x="919111" y="895349"/>
                  </a:lnTo>
                  <a:lnTo>
                    <a:pt x="922003" y="898665"/>
                  </a:lnTo>
                  <a:lnTo>
                    <a:pt x="924771" y="901981"/>
                  </a:lnTo>
                  <a:lnTo>
                    <a:pt x="927468" y="905297"/>
                  </a:lnTo>
                  <a:lnTo>
                    <a:pt x="930086" y="908613"/>
                  </a:lnTo>
                  <a:lnTo>
                    <a:pt x="932566" y="911929"/>
                  </a:lnTo>
                  <a:lnTo>
                    <a:pt x="934981" y="915245"/>
                  </a:lnTo>
                  <a:lnTo>
                    <a:pt x="937263" y="918561"/>
                  </a:lnTo>
                  <a:lnTo>
                    <a:pt x="939140" y="921433"/>
                  </a:lnTo>
                  <a:lnTo>
                    <a:pt x="939431" y="921878"/>
                  </a:lnTo>
                  <a:lnTo>
                    <a:pt x="941526" y="925194"/>
                  </a:lnTo>
                  <a:lnTo>
                    <a:pt x="943427" y="928510"/>
                  </a:lnTo>
                  <a:lnTo>
                    <a:pt x="945250" y="931826"/>
                  </a:lnTo>
                  <a:lnTo>
                    <a:pt x="946940" y="935142"/>
                  </a:lnTo>
                  <a:lnTo>
                    <a:pt x="948470" y="938458"/>
                  </a:lnTo>
                  <a:lnTo>
                    <a:pt x="949916" y="941774"/>
                  </a:lnTo>
                  <a:lnTo>
                    <a:pt x="951164" y="945090"/>
                  </a:lnTo>
                  <a:lnTo>
                    <a:pt x="952295" y="948406"/>
                  </a:lnTo>
                  <a:lnTo>
                    <a:pt x="953309" y="951723"/>
                  </a:lnTo>
                  <a:lnTo>
                    <a:pt x="954111" y="955039"/>
                  </a:lnTo>
                  <a:lnTo>
                    <a:pt x="954821" y="958355"/>
                  </a:lnTo>
                  <a:lnTo>
                    <a:pt x="955347" y="961671"/>
                  </a:lnTo>
                  <a:lnTo>
                    <a:pt x="955713" y="964987"/>
                  </a:lnTo>
                  <a:lnTo>
                    <a:pt x="955984" y="968303"/>
                  </a:lnTo>
                  <a:lnTo>
                    <a:pt x="956002" y="971619"/>
                  </a:lnTo>
                  <a:lnTo>
                    <a:pt x="955918" y="974935"/>
                  </a:lnTo>
                  <a:lnTo>
                    <a:pt x="955677" y="978251"/>
                  </a:lnTo>
                  <a:lnTo>
                    <a:pt x="955235" y="981568"/>
                  </a:lnTo>
                  <a:lnTo>
                    <a:pt x="954694" y="984884"/>
                  </a:lnTo>
                  <a:lnTo>
                    <a:pt x="953930" y="988200"/>
                  </a:lnTo>
                  <a:lnTo>
                    <a:pt x="953028" y="991516"/>
                  </a:lnTo>
                  <a:lnTo>
                    <a:pt x="952002" y="994832"/>
                  </a:lnTo>
                  <a:lnTo>
                    <a:pt x="950741" y="998148"/>
                  </a:lnTo>
                  <a:lnTo>
                    <a:pt x="949383" y="1001464"/>
                  </a:lnTo>
                  <a:lnTo>
                    <a:pt x="947840" y="1004780"/>
                  </a:lnTo>
                  <a:lnTo>
                    <a:pt x="946129" y="1008096"/>
                  </a:lnTo>
                  <a:lnTo>
                    <a:pt x="944322" y="1011412"/>
                  </a:lnTo>
                  <a:lnTo>
                    <a:pt x="942276" y="1014729"/>
                  </a:lnTo>
                  <a:lnTo>
                    <a:pt x="940128" y="1018045"/>
                  </a:lnTo>
                  <a:lnTo>
                    <a:pt x="938815" y="1019947"/>
                  </a:lnTo>
                  <a:lnTo>
                    <a:pt x="937839" y="1021361"/>
                  </a:lnTo>
                  <a:lnTo>
                    <a:pt x="935361" y="1024677"/>
                  </a:lnTo>
                  <a:lnTo>
                    <a:pt x="932795" y="1027993"/>
                  </a:lnTo>
                  <a:lnTo>
                    <a:pt x="930040" y="1031309"/>
                  </a:lnTo>
                  <a:lnTo>
                    <a:pt x="927163" y="1034625"/>
                  </a:lnTo>
                  <a:lnTo>
                    <a:pt x="924187" y="1037941"/>
                  </a:lnTo>
                  <a:lnTo>
                    <a:pt x="921016" y="1041257"/>
                  </a:lnTo>
                  <a:lnTo>
                    <a:pt x="917768" y="1044574"/>
                  </a:lnTo>
                  <a:lnTo>
                    <a:pt x="914380" y="1047890"/>
                  </a:lnTo>
                  <a:lnTo>
                    <a:pt x="910863" y="1051206"/>
                  </a:lnTo>
                  <a:lnTo>
                    <a:pt x="907274" y="1054522"/>
                  </a:lnTo>
                  <a:lnTo>
                    <a:pt x="903519" y="1057838"/>
                  </a:lnTo>
                  <a:lnTo>
                    <a:pt x="899690" y="1061154"/>
                  </a:lnTo>
                  <a:lnTo>
                    <a:pt x="895769" y="1064470"/>
                  </a:lnTo>
                  <a:lnTo>
                    <a:pt x="891721" y="1067786"/>
                  </a:lnTo>
                  <a:lnTo>
                    <a:pt x="887617" y="1071102"/>
                  </a:lnTo>
                  <a:lnTo>
                    <a:pt x="883401" y="1074419"/>
                  </a:lnTo>
                  <a:lnTo>
                    <a:pt x="879112" y="1077735"/>
                  </a:lnTo>
                  <a:lnTo>
                    <a:pt x="874768" y="1081051"/>
                  </a:lnTo>
                  <a:lnTo>
                    <a:pt x="870315" y="1084367"/>
                  </a:lnTo>
                  <a:lnTo>
                    <a:pt x="865823" y="1087683"/>
                  </a:lnTo>
                  <a:lnTo>
                    <a:pt x="861264" y="1090999"/>
                  </a:lnTo>
                  <a:lnTo>
                    <a:pt x="856643" y="1094315"/>
                  </a:lnTo>
                  <a:lnTo>
                    <a:pt x="851991" y="1097631"/>
                  </a:lnTo>
                  <a:lnTo>
                    <a:pt x="847271" y="1100947"/>
                  </a:lnTo>
                  <a:lnTo>
                    <a:pt x="842522" y="1104264"/>
                  </a:lnTo>
                  <a:lnTo>
                    <a:pt x="837742" y="1107580"/>
                  </a:lnTo>
                  <a:lnTo>
                    <a:pt x="832921" y="1110896"/>
                  </a:lnTo>
                  <a:lnTo>
                    <a:pt x="828086" y="1114212"/>
                  </a:lnTo>
                  <a:lnTo>
                    <a:pt x="823223" y="1117528"/>
                  </a:lnTo>
                  <a:lnTo>
                    <a:pt x="818348" y="1120844"/>
                  </a:lnTo>
                  <a:lnTo>
                    <a:pt x="813463" y="1124160"/>
                  </a:lnTo>
                  <a:lnTo>
                    <a:pt x="808568" y="1127476"/>
                  </a:lnTo>
                  <a:lnTo>
                    <a:pt x="803674" y="1130792"/>
                  </a:lnTo>
                  <a:lnTo>
                    <a:pt x="798780" y="1134108"/>
                  </a:lnTo>
                  <a:lnTo>
                    <a:pt x="793895" y="1137425"/>
                  </a:lnTo>
                  <a:lnTo>
                    <a:pt x="789016" y="1140741"/>
                  </a:lnTo>
                  <a:lnTo>
                    <a:pt x="784157" y="1144057"/>
                  </a:lnTo>
                  <a:lnTo>
                    <a:pt x="779314" y="1147373"/>
                  </a:lnTo>
                  <a:lnTo>
                    <a:pt x="774487" y="1150689"/>
                  </a:lnTo>
                  <a:lnTo>
                    <a:pt x="769696" y="1154005"/>
                  </a:lnTo>
                  <a:lnTo>
                    <a:pt x="764923" y="1157321"/>
                  </a:lnTo>
                  <a:lnTo>
                    <a:pt x="760186" y="1160637"/>
                  </a:lnTo>
                  <a:lnTo>
                    <a:pt x="755486" y="1163953"/>
                  </a:lnTo>
                  <a:lnTo>
                    <a:pt x="750807" y="1167270"/>
                  </a:lnTo>
                  <a:lnTo>
                    <a:pt x="746191" y="1170586"/>
                  </a:lnTo>
                  <a:lnTo>
                    <a:pt x="741603" y="1173902"/>
                  </a:lnTo>
                  <a:lnTo>
                    <a:pt x="737057" y="1177218"/>
                  </a:lnTo>
                  <a:lnTo>
                    <a:pt x="732569" y="1180534"/>
                  </a:lnTo>
                  <a:lnTo>
                    <a:pt x="728110" y="1183850"/>
                  </a:lnTo>
                  <a:lnTo>
                    <a:pt x="723719" y="1187166"/>
                  </a:lnTo>
                  <a:lnTo>
                    <a:pt x="719372" y="1190482"/>
                  </a:lnTo>
                  <a:lnTo>
                    <a:pt x="715065" y="1193798"/>
                  </a:lnTo>
                  <a:lnTo>
                    <a:pt x="710837" y="1197115"/>
                  </a:lnTo>
                  <a:lnTo>
                    <a:pt x="706641" y="1200431"/>
                  </a:lnTo>
                  <a:lnTo>
                    <a:pt x="702511" y="1203747"/>
                  </a:lnTo>
                  <a:lnTo>
                    <a:pt x="698440" y="1207063"/>
                  </a:lnTo>
                  <a:lnTo>
                    <a:pt x="694403" y="1210379"/>
                  </a:lnTo>
                  <a:lnTo>
                    <a:pt x="690456" y="1213695"/>
                  </a:lnTo>
                  <a:lnTo>
                    <a:pt x="686547" y="1217011"/>
                  </a:lnTo>
                  <a:lnTo>
                    <a:pt x="682693" y="1220327"/>
                  </a:lnTo>
                  <a:lnTo>
                    <a:pt x="678912" y="1223643"/>
                  </a:lnTo>
                  <a:lnTo>
                    <a:pt x="675167" y="1226960"/>
                  </a:lnTo>
                  <a:lnTo>
                    <a:pt x="671498" y="1230276"/>
                  </a:lnTo>
                  <a:lnTo>
                    <a:pt x="667880" y="1233592"/>
                  </a:lnTo>
                  <a:lnTo>
                    <a:pt x="664303" y="1236908"/>
                  </a:lnTo>
                  <a:lnTo>
                    <a:pt x="660810" y="1240224"/>
                  </a:lnTo>
                  <a:lnTo>
                    <a:pt x="657351" y="1243540"/>
                  </a:lnTo>
                  <a:lnTo>
                    <a:pt x="653953" y="1246856"/>
                  </a:lnTo>
                  <a:lnTo>
                    <a:pt x="650615" y="1250172"/>
                  </a:lnTo>
                  <a:lnTo>
                    <a:pt x="647309" y="1253488"/>
                  </a:lnTo>
                  <a:lnTo>
                    <a:pt x="644083" y="1256805"/>
                  </a:lnTo>
                  <a:lnTo>
                    <a:pt x="640893" y="1260121"/>
                  </a:lnTo>
                  <a:lnTo>
                    <a:pt x="637750" y="1263437"/>
                  </a:lnTo>
                  <a:lnTo>
                    <a:pt x="634671" y="1266753"/>
                  </a:lnTo>
                  <a:lnTo>
                    <a:pt x="631622" y="1270069"/>
                  </a:lnTo>
                  <a:lnTo>
                    <a:pt x="628635" y="1273385"/>
                  </a:lnTo>
                  <a:lnTo>
                    <a:pt x="625690" y="1276701"/>
                  </a:lnTo>
                  <a:lnTo>
                    <a:pt x="622777" y="1280017"/>
                  </a:lnTo>
                  <a:lnTo>
                    <a:pt x="619932" y="1283333"/>
                  </a:lnTo>
                  <a:lnTo>
                    <a:pt x="617114" y="1286649"/>
                  </a:lnTo>
                  <a:lnTo>
                    <a:pt x="614341" y="1289966"/>
                  </a:lnTo>
                  <a:lnTo>
                    <a:pt x="611614" y="1293282"/>
                  </a:lnTo>
                  <a:lnTo>
                    <a:pt x="608912" y="1296598"/>
                  </a:lnTo>
                  <a:lnTo>
                    <a:pt x="606268" y="1299914"/>
                  </a:lnTo>
                  <a:lnTo>
                    <a:pt x="603652" y="1303230"/>
                  </a:lnTo>
                  <a:lnTo>
                    <a:pt x="601068" y="1306546"/>
                  </a:lnTo>
                  <a:lnTo>
                    <a:pt x="598534" y="1309862"/>
                  </a:lnTo>
                  <a:lnTo>
                    <a:pt x="596020" y="1313178"/>
                  </a:lnTo>
                  <a:lnTo>
                    <a:pt x="593550" y="1316494"/>
                  </a:lnTo>
                  <a:lnTo>
                    <a:pt x="591112" y="1319811"/>
                  </a:lnTo>
                  <a:lnTo>
                    <a:pt x="588695" y="1323127"/>
                  </a:lnTo>
                  <a:lnTo>
                    <a:pt x="586329" y="1326443"/>
                  </a:lnTo>
                  <a:lnTo>
                    <a:pt x="583981" y="1329759"/>
                  </a:lnTo>
                  <a:lnTo>
                    <a:pt x="581665" y="1333075"/>
                  </a:lnTo>
                  <a:lnTo>
                    <a:pt x="579385" y="1336391"/>
                  </a:lnTo>
                  <a:lnTo>
                    <a:pt x="577122" y="1339707"/>
                  </a:lnTo>
                  <a:lnTo>
                    <a:pt x="574901" y="1343023"/>
                  </a:lnTo>
                  <a:lnTo>
                    <a:pt x="572702" y="1346339"/>
                  </a:lnTo>
                  <a:lnTo>
                    <a:pt x="570525" y="1349656"/>
                  </a:lnTo>
                  <a:lnTo>
                    <a:pt x="568388" y="1352972"/>
                  </a:lnTo>
                  <a:lnTo>
                    <a:pt x="566267" y="1356288"/>
                  </a:lnTo>
                  <a:lnTo>
                    <a:pt x="564178" y="1359604"/>
                  </a:lnTo>
                  <a:lnTo>
                    <a:pt x="562117" y="1362920"/>
                  </a:lnTo>
                  <a:lnTo>
                    <a:pt x="560071" y="1366236"/>
                  </a:lnTo>
                  <a:lnTo>
                    <a:pt x="558068" y="1369552"/>
                  </a:lnTo>
                  <a:lnTo>
                    <a:pt x="556080" y="1372868"/>
                  </a:lnTo>
                  <a:lnTo>
                    <a:pt x="554119" y="1376184"/>
                  </a:lnTo>
                  <a:lnTo>
                    <a:pt x="552189" y="1379501"/>
                  </a:lnTo>
                  <a:lnTo>
                    <a:pt x="550275" y="1382817"/>
                  </a:lnTo>
                  <a:lnTo>
                    <a:pt x="548397" y="1386133"/>
                  </a:lnTo>
                  <a:lnTo>
                    <a:pt x="546540" y="1389449"/>
                  </a:lnTo>
                  <a:lnTo>
                    <a:pt x="544704" y="1392765"/>
                  </a:lnTo>
                  <a:lnTo>
                    <a:pt x="542905" y="1396081"/>
                  </a:lnTo>
                  <a:lnTo>
                    <a:pt x="541122" y="1399397"/>
                  </a:lnTo>
                  <a:lnTo>
                    <a:pt x="539370" y="1402713"/>
                  </a:lnTo>
                  <a:lnTo>
                    <a:pt x="537645" y="1406029"/>
                  </a:lnTo>
                  <a:lnTo>
                    <a:pt x="535936" y="1409345"/>
                  </a:lnTo>
                  <a:lnTo>
                    <a:pt x="534269" y="1412662"/>
                  </a:lnTo>
                  <a:lnTo>
                    <a:pt x="532620" y="1415978"/>
                  </a:lnTo>
                  <a:lnTo>
                    <a:pt x="530997" y="1419294"/>
                  </a:lnTo>
                  <a:lnTo>
                    <a:pt x="529407" y="1422610"/>
                  </a:lnTo>
                  <a:lnTo>
                    <a:pt x="527835" y="1425926"/>
                  </a:lnTo>
                  <a:lnTo>
                    <a:pt x="526299" y="1429242"/>
                  </a:lnTo>
                  <a:lnTo>
                    <a:pt x="524788" y="1432558"/>
                  </a:lnTo>
                  <a:lnTo>
                    <a:pt x="523297" y="1435874"/>
                  </a:lnTo>
                  <a:lnTo>
                    <a:pt x="521847" y="1439190"/>
                  </a:lnTo>
                  <a:lnTo>
                    <a:pt x="520414" y="1442507"/>
                  </a:lnTo>
                  <a:lnTo>
                    <a:pt x="519014" y="1445823"/>
                  </a:lnTo>
                  <a:lnTo>
                    <a:pt x="517644" y="1449139"/>
                  </a:lnTo>
                  <a:lnTo>
                    <a:pt x="516291" y="1452455"/>
                  </a:lnTo>
                  <a:lnTo>
                    <a:pt x="514982" y="1455771"/>
                  </a:lnTo>
                  <a:lnTo>
                    <a:pt x="513692" y="1459087"/>
                  </a:lnTo>
                  <a:lnTo>
                    <a:pt x="512429" y="1462403"/>
                  </a:lnTo>
                  <a:lnTo>
                    <a:pt x="511203" y="1465719"/>
                  </a:lnTo>
                  <a:lnTo>
                    <a:pt x="509995" y="1469035"/>
                  </a:lnTo>
                  <a:lnTo>
                    <a:pt x="508824" y="1472352"/>
                  </a:lnTo>
                  <a:lnTo>
                    <a:pt x="507679" y="1475668"/>
                  </a:lnTo>
                  <a:lnTo>
                    <a:pt x="506553" y="1478984"/>
                  </a:lnTo>
                  <a:lnTo>
                    <a:pt x="505472" y="1482300"/>
                  </a:lnTo>
                  <a:lnTo>
                    <a:pt x="504407" y="1485616"/>
                  </a:lnTo>
                  <a:lnTo>
                    <a:pt x="503373" y="1488932"/>
                  </a:lnTo>
                  <a:lnTo>
                    <a:pt x="502371" y="1492248"/>
                  </a:lnTo>
                  <a:lnTo>
                    <a:pt x="501386" y="1495564"/>
                  </a:lnTo>
                  <a:lnTo>
                    <a:pt x="500442" y="1498880"/>
                  </a:lnTo>
                  <a:lnTo>
                    <a:pt x="499518" y="1502197"/>
                  </a:lnTo>
                  <a:lnTo>
                    <a:pt x="498618" y="1505513"/>
                  </a:lnTo>
                  <a:lnTo>
                    <a:pt x="497754" y="1508829"/>
                  </a:lnTo>
                  <a:lnTo>
                    <a:pt x="496907" y="1512145"/>
                  </a:lnTo>
                  <a:lnTo>
                    <a:pt x="496093" y="1515461"/>
                  </a:lnTo>
                  <a:lnTo>
                    <a:pt x="495304" y="1518777"/>
                  </a:lnTo>
                  <a:lnTo>
                    <a:pt x="494531" y="1522093"/>
                  </a:lnTo>
                  <a:lnTo>
                    <a:pt x="493799" y="1525409"/>
                  </a:lnTo>
                  <a:lnTo>
                    <a:pt x="493081" y="1528725"/>
                  </a:lnTo>
                  <a:lnTo>
                    <a:pt x="492390" y="1532041"/>
                  </a:lnTo>
                  <a:lnTo>
                    <a:pt x="491726" y="1535358"/>
                  </a:lnTo>
                  <a:lnTo>
                    <a:pt x="491078" y="1538674"/>
                  </a:lnTo>
                  <a:lnTo>
                    <a:pt x="490462" y="1541990"/>
                  </a:lnTo>
                  <a:lnTo>
                    <a:pt x="489865" y="1545306"/>
                  </a:lnTo>
                  <a:lnTo>
                    <a:pt x="489286" y="1548622"/>
                  </a:lnTo>
                  <a:lnTo>
                    <a:pt x="488738" y="1551938"/>
                  </a:lnTo>
                  <a:lnTo>
                    <a:pt x="488203" y="1555254"/>
                  </a:lnTo>
                  <a:lnTo>
                    <a:pt x="487693" y="1558570"/>
                  </a:lnTo>
                  <a:lnTo>
                    <a:pt x="487204" y="1561886"/>
                  </a:lnTo>
                  <a:lnTo>
                    <a:pt x="486727" y="1565203"/>
                  </a:lnTo>
                  <a:lnTo>
                    <a:pt x="486281" y="1568519"/>
                  </a:lnTo>
                  <a:lnTo>
                    <a:pt x="485847" y="1571835"/>
                  </a:lnTo>
                  <a:lnTo>
                    <a:pt x="485432" y="1575151"/>
                  </a:lnTo>
                  <a:lnTo>
                    <a:pt x="485038" y="1578467"/>
                  </a:lnTo>
                  <a:lnTo>
                    <a:pt x="484655" y="1581783"/>
                  </a:lnTo>
                  <a:lnTo>
                    <a:pt x="484295" y="1585099"/>
                  </a:lnTo>
                  <a:lnTo>
                    <a:pt x="483949" y="1588415"/>
                  </a:lnTo>
                  <a:lnTo>
                    <a:pt x="483615" y="1591731"/>
                  </a:lnTo>
                  <a:lnTo>
                    <a:pt x="483304" y="1595048"/>
                  </a:lnTo>
                  <a:lnTo>
                    <a:pt x="483001" y="1598364"/>
                  </a:lnTo>
                  <a:lnTo>
                    <a:pt x="482715" y="1601680"/>
                  </a:lnTo>
                  <a:lnTo>
                    <a:pt x="482444" y="1604996"/>
                  </a:lnTo>
                  <a:lnTo>
                    <a:pt x="482181" y="1608312"/>
                  </a:lnTo>
                  <a:lnTo>
                    <a:pt x="481938" y="1611628"/>
                  </a:lnTo>
                  <a:lnTo>
                    <a:pt x="481703" y="1614944"/>
                  </a:lnTo>
                  <a:lnTo>
                    <a:pt x="481480" y="1618260"/>
                  </a:lnTo>
                  <a:lnTo>
                    <a:pt x="481271" y="1621576"/>
                  </a:lnTo>
                  <a:lnTo>
                    <a:pt x="481069" y="1624893"/>
                  </a:lnTo>
                  <a:lnTo>
                    <a:pt x="480881" y="1628209"/>
                  </a:lnTo>
                  <a:lnTo>
                    <a:pt x="480702" y="1631525"/>
                  </a:lnTo>
                  <a:lnTo>
                    <a:pt x="480530" y="1634841"/>
                  </a:lnTo>
                  <a:lnTo>
                    <a:pt x="480372" y="1638157"/>
                  </a:lnTo>
                  <a:lnTo>
                    <a:pt x="480219" y="1641473"/>
                  </a:lnTo>
                  <a:lnTo>
                    <a:pt x="480076" y="1644789"/>
                  </a:lnTo>
                  <a:lnTo>
                    <a:pt x="479942" y="1648105"/>
                  </a:lnTo>
                  <a:lnTo>
                    <a:pt x="479812" y="1651421"/>
                  </a:lnTo>
                  <a:lnTo>
                    <a:pt x="479694" y="1654737"/>
                  </a:lnTo>
                  <a:lnTo>
                    <a:pt x="479580" y="1658054"/>
                  </a:lnTo>
                  <a:lnTo>
                    <a:pt x="479473" y="1661370"/>
                  </a:lnTo>
                  <a:lnTo>
                    <a:pt x="479374" y="1664686"/>
                  </a:lnTo>
                  <a:lnTo>
                    <a:pt x="479279" y="1668002"/>
                  </a:lnTo>
                  <a:lnTo>
                    <a:pt x="479192" y="1671318"/>
                  </a:lnTo>
                  <a:lnTo>
                    <a:pt x="479109" y="1674634"/>
                  </a:lnTo>
                  <a:lnTo>
                    <a:pt x="479030" y="1677950"/>
                  </a:lnTo>
                  <a:lnTo>
                    <a:pt x="478958" y="1681266"/>
                  </a:lnTo>
                  <a:lnTo>
                    <a:pt x="478889" y="1684582"/>
                  </a:lnTo>
                  <a:lnTo>
                    <a:pt x="478825" y="1687899"/>
                  </a:lnTo>
                  <a:lnTo>
                    <a:pt x="478766" y="1691215"/>
                  </a:lnTo>
                  <a:lnTo>
                    <a:pt x="478709" y="1694531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295148" y="2654078"/>
              <a:ext cx="956002" cy="551426"/>
            </a:xfrm>
            <a:custGeom>
              <a:avLst/>
              <a:pathLst>
                <a:path w="956002" h="551426">
                  <a:moveTo>
                    <a:pt x="475211" y="551426"/>
                  </a:moveTo>
                  <a:lnTo>
                    <a:pt x="475016" y="550346"/>
                  </a:lnTo>
                  <a:lnTo>
                    <a:pt x="474806" y="549267"/>
                  </a:lnTo>
                  <a:lnTo>
                    <a:pt x="474590" y="548188"/>
                  </a:lnTo>
                  <a:lnTo>
                    <a:pt x="474352" y="547109"/>
                  </a:lnTo>
                  <a:lnTo>
                    <a:pt x="474105" y="546030"/>
                  </a:lnTo>
                  <a:lnTo>
                    <a:pt x="473843" y="544951"/>
                  </a:lnTo>
                  <a:lnTo>
                    <a:pt x="473563" y="543872"/>
                  </a:lnTo>
                  <a:lnTo>
                    <a:pt x="473274" y="542793"/>
                  </a:lnTo>
                  <a:lnTo>
                    <a:pt x="472957" y="541714"/>
                  </a:lnTo>
                  <a:lnTo>
                    <a:pt x="472630" y="540634"/>
                  </a:lnTo>
                  <a:lnTo>
                    <a:pt x="472282" y="539555"/>
                  </a:lnTo>
                  <a:lnTo>
                    <a:pt x="471914" y="538476"/>
                  </a:lnTo>
                  <a:lnTo>
                    <a:pt x="471533" y="537397"/>
                  </a:lnTo>
                  <a:lnTo>
                    <a:pt x="471118" y="536318"/>
                  </a:lnTo>
                  <a:lnTo>
                    <a:pt x="470692" y="535239"/>
                  </a:lnTo>
                  <a:lnTo>
                    <a:pt x="470237" y="534160"/>
                  </a:lnTo>
                  <a:lnTo>
                    <a:pt x="469759" y="533081"/>
                  </a:lnTo>
                  <a:lnTo>
                    <a:pt x="469263" y="532002"/>
                  </a:lnTo>
                  <a:lnTo>
                    <a:pt x="468730" y="530922"/>
                  </a:lnTo>
                  <a:lnTo>
                    <a:pt x="468182" y="529843"/>
                  </a:lnTo>
                  <a:lnTo>
                    <a:pt x="467595" y="528764"/>
                  </a:lnTo>
                  <a:lnTo>
                    <a:pt x="466985" y="527685"/>
                  </a:lnTo>
                  <a:lnTo>
                    <a:pt x="466349" y="526606"/>
                  </a:lnTo>
                  <a:lnTo>
                    <a:pt x="465671" y="525527"/>
                  </a:lnTo>
                  <a:lnTo>
                    <a:pt x="464977" y="524448"/>
                  </a:lnTo>
                  <a:lnTo>
                    <a:pt x="464233" y="523369"/>
                  </a:lnTo>
                  <a:lnTo>
                    <a:pt x="463465" y="522290"/>
                  </a:lnTo>
                  <a:lnTo>
                    <a:pt x="462662" y="521210"/>
                  </a:lnTo>
                  <a:lnTo>
                    <a:pt x="461814" y="520131"/>
                  </a:lnTo>
                  <a:lnTo>
                    <a:pt x="460947" y="519052"/>
                  </a:lnTo>
                  <a:lnTo>
                    <a:pt x="460018" y="517973"/>
                  </a:lnTo>
                  <a:lnTo>
                    <a:pt x="459065" y="516894"/>
                  </a:lnTo>
                  <a:lnTo>
                    <a:pt x="458067" y="515815"/>
                  </a:lnTo>
                  <a:lnTo>
                    <a:pt x="457022" y="514736"/>
                  </a:lnTo>
                  <a:lnTo>
                    <a:pt x="455953" y="513657"/>
                  </a:lnTo>
                  <a:lnTo>
                    <a:pt x="454812" y="512578"/>
                  </a:lnTo>
                  <a:lnTo>
                    <a:pt x="453647" y="511498"/>
                  </a:lnTo>
                  <a:lnTo>
                    <a:pt x="452426" y="510419"/>
                  </a:lnTo>
                  <a:lnTo>
                    <a:pt x="451158" y="509340"/>
                  </a:lnTo>
                  <a:lnTo>
                    <a:pt x="449857" y="508261"/>
                  </a:lnTo>
                  <a:lnTo>
                    <a:pt x="448482" y="507182"/>
                  </a:lnTo>
                  <a:lnTo>
                    <a:pt x="447079" y="506103"/>
                  </a:lnTo>
                  <a:lnTo>
                    <a:pt x="445609" y="505024"/>
                  </a:lnTo>
                  <a:lnTo>
                    <a:pt x="444094" y="503945"/>
                  </a:lnTo>
                  <a:lnTo>
                    <a:pt x="442535" y="502866"/>
                  </a:lnTo>
                  <a:lnTo>
                    <a:pt x="440902" y="501786"/>
                  </a:lnTo>
                  <a:lnTo>
                    <a:pt x="439240" y="500707"/>
                  </a:lnTo>
                  <a:lnTo>
                    <a:pt x="437499" y="499628"/>
                  </a:lnTo>
                  <a:lnTo>
                    <a:pt x="435715" y="498549"/>
                  </a:lnTo>
                  <a:lnTo>
                    <a:pt x="433879" y="497470"/>
                  </a:lnTo>
                  <a:lnTo>
                    <a:pt x="431970" y="496391"/>
                  </a:lnTo>
                  <a:lnTo>
                    <a:pt x="430031" y="495312"/>
                  </a:lnTo>
                  <a:lnTo>
                    <a:pt x="428002" y="494233"/>
                  </a:lnTo>
                  <a:lnTo>
                    <a:pt x="425936" y="493154"/>
                  </a:lnTo>
                  <a:lnTo>
                    <a:pt x="423809" y="492074"/>
                  </a:lnTo>
                  <a:lnTo>
                    <a:pt x="421614" y="490995"/>
                  </a:lnTo>
                  <a:lnTo>
                    <a:pt x="419388" y="489916"/>
                  </a:lnTo>
                  <a:lnTo>
                    <a:pt x="417064" y="488837"/>
                  </a:lnTo>
                  <a:lnTo>
                    <a:pt x="414709" y="487758"/>
                  </a:lnTo>
                  <a:lnTo>
                    <a:pt x="412287" y="486679"/>
                  </a:lnTo>
                  <a:lnTo>
                    <a:pt x="409804" y="485600"/>
                  </a:lnTo>
                  <a:lnTo>
                    <a:pt x="407284" y="484521"/>
                  </a:lnTo>
                  <a:lnTo>
                    <a:pt x="404674" y="483442"/>
                  </a:lnTo>
                  <a:lnTo>
                    <a:pt x="402035" y="482362"/>
                  </a:lnTo>
                  <a:lnTo>
                    <a:pt x="399325" y="481283"/>
                  </a:lnTo>
                  <a:lnTo>
                    <a:pt x="396563" y="480204"/>
                  </a:lnTo>
                  <a:lnTo>
                    <a:pt x="393761" y="479125"/>
                  </a:lnTo>
                  <a:lnTo>
                    <a:pt x="390881" y="478046"/>
                  </a:lnTo>
                  <a:lnTo>
                    <a:pt x="387974" y="476967"/>
                  </a:lnTo>
                  <a:lnTo>
                    <a:pt x="384996" y="475888"/>
                  </a:lnTo>
                  <a:lnTo>
                    <a:pt x="381978" y="474809"/>
                  </a:lnTo>
                  <a:lnTo>
                    <a:pt x="378918" y="473730"/>
                  </a:lnTo>
                  <a:lnTo>
                    <a:pt x="375796" y="472650"/>
                  </a:lnTo>
                  <a:lnTo>
                    <a:pt x="372650" y="471571"/>
                  </a:lnTo>
                  <a:lnTo>
                    <a:pt x="369440" y="470492"/>
                  </a:lnTo>
                  <a:lnTo>
                    <a:pt x="366201" y="469413"/>
                  </a:lnTo>
                  <a:lnTo>
                    <a:pt x="362923" y="468334"/>
                  </a:lnTo>
                  <a:lnTo>
                    <a:pt x="359600" y="467255"/>
                  </a:lnTo>
                  <a:lnTo>
                    <a:pt x="356259" y="466176"/>
                  </a:lnTo>
                  <a:lnTo>
                    <a:pt x="352865" y="465097"/>
                  </a:lnTo>
                  <a:lnTo>
                    <a:pt x="349454" y="464018"/>
                  </a:lnTo>
                  <a:lnTo>
                    <a:pt x="346012" y="462938"/>
                  </a:lnTo>
                  <a:lnTo>
                    <a:pt x="342544" y="461859"/>
                  </a:lnTo>
                  <a:lnTo>
                    <a:pt x="339062" y="460780"/>
                  </a:lnTo>
                  <a:lnTo>
                    <a:pt x="335548" y="459701"/>
                  </a:lnTo>
                  <a:lnTo>
                    <a:pt x="332027" y="458622"/>
                  </a:lnTo>
                  <a:lnTo>
                    <a:pt x="328489" y="457543"/>
                  </a:lnTo>
                  <a:lnTo>
                    <a:pt x="324941" y="456464"/>
                  </a:lnTo>
                  <a:lnTo>
                    <a:pt x="321387" y="455385"/>
                  </a:lnTo>
                  <a:lnTo>
                    <a:pt x="317827" y="454306"/>
                  </a:lnTo>
                  <a:lnTo>
                    <a:pt x="314267" y="453226"/>
                  </a:lnTo>
                  <a:lnTo>
                    <a:pt x="310710" y="452147"/>
                  </a:lnTo>
                  <a:lnTo>
                    <a:pt x="307158" y="451068"/>
                  </a:lnTo>
                  <a:lnTo>
                    <a:pt x="303613" y="449989"/>
                  </a:lnTo>
                  <a:lnTo>
                    <a:pt x="300085" y="448910"/>
                  </a:lnTo>
                  <a:lnTo>
                    <a:pt x="296566" y="447831"/>
                  </a:lnTo>
                  <a:lnTo>
                    <a:pt x="293073" y="446752"/>
                  </a:lnTo>
                  <a:lnTo>
                    <a:pt x="289599" y="445673"/>
                  </a:lnTo>
                  <a:lnTo>
                    <a:pt x="286148" y="444594"/>
                  </a:lnTo>
                  <a:lnTo>
                    <a:pt x="282735" y="443514"/>
                  </a:lnTo>
                  <a:lnTo>
                    <a:pt x="279338" y="442435"/>
                  </a:lnTo>
                  <a:lnTo>
                    <a:pt x="275997" y="441356"/>
                  </a:lnTo>
                  <a:lnTo>
                    <a:pt x="272683" y="440277"/>
                  </a:lnTo>
                  <a:lnTo>
                    <a:pt x="269411" y="439198"/>
                  </a:lnTo>
                  <a:lnTo>
                    <a:pt x="266193" y="438119"/>
                  </a:lnTo>
                  <a:lnTo>
                    <a:pt x="263000" y="437040"/>
                  </a:lnTo>
                  <a:lnTo>
                    <a:pt x="259893" y="435961"/>
                  </a:lnTo>
                  <a:lnTo>
                    <a:pt x="256816" y="434882"/>
                  </a:lnTo>
                  <a:lnTo>
                    <a:pt x="253803" y="433802"/>
                  </a:lnTo>
                  <a:lnTo>
                    <a:pt x="250855" y="432723"/>
                  </a:lnTo>
                  <a:lnTo>
                    <a:pt x="247945" y="431644"/>
                  </a:lnTo>
                  <a:lnTo>
                    <a:pt x="245138" y="430565"/>
                  </a:lnTo>
                  <a:lnTo>
                    <a:pt x="242367" y="429486"/>
                  </a:lnTo>
                  <a:lnTo>
                    <a:pt x="239682" y="428407"/>
                  </a:lnTo>
                  <a:lnTo>
                    <a:pt x="237066" y="427328"/>
                  </a:lnTo>
                  <a:lnTo>
                    <a:pt x="234503" y="426249"/>
                  </a:lnTo>
                  <a:lnTo>
                    <a:pt x="232051" y="425170"/>
                  </a:lnTo>
                  <a:lnTo>
                    <a:pt x="229638" y="424090"/>
                  </a:lnTo>
                  <a:lnTo>
                    <a:pt x="227333" y="423011"/>
                  </a:lnTo>
                  <a:lnTo>
                    <a:pt x="225093" y="421932"/>
                  </a:lnTo>
                  <a:lnTo>
                    <a:pt x="222921" y="420853"/>
                  </a:lnTo>
                  <a:lnTo>
                    <a:pt x="220860" y="419774"/>
                  </a:lnTo>
                  <a:lnTo>
                    <a:pt x="218840" y="418695"/>
                  </a:lnTo>
                  <a:lnTo>
                    <a:pt x="216942" y="417616"/>
                  </a:lnTo>
                  <a:lnTo>
                    <a:pt x="215103" y="416537"/>
                  </a:lnTo>
                  <a:lnTo>
                    <a:pt x="213343" y="415458"/>
                  </a:lnTo>
                  <a:lnTo>
                    <a:pt x="211684" y="414378"/>
                  </a:lnTo>
                  <a:lnTo>
                    <a:pt x="210068" y="413299"/>
                  </a:lnTo>
                  <a:lnTo>
                    <a:pt x="208581" y="412220"/>
                  </a:lnTo>
                  <a:lnTo>
                    <a:pt x="207141" y="411141"/>
                  </a:lnTo>
                  <a:lnTo>
                    <a:pt x="205787" y="410062"/>
                  </a:lnTo>
                  <a:lnTo>
                    <a:pt x="204518" y="408983"/>
                  </a:lnTo>
                  <a:lnTo>
                    <a:pt x="203293" y="407904"/>
                  </a:lnTo>
                  <a:lnTo>
                    <a:pt x="202189" y="406825"/>
                  </a:lnTo>
                  <a:lnTo>
                    <a:pt x="201122" y="405745"/>
                  </a:lnTo>
                  <a:lnTo>
                    <a:pt x="200139" y="404666"/>
                  </a:lnTo>
                  <a:lnTo>
                    <a:pt x="199223" y="403587"/>
                  </a:lnTo>
                  <a:lnTo>
                    <a:pt x="198352" y="402508"/>
                  </a:lnTo>
                  <a:lnTo>
                    <a:pt x="197575" y="401429"/>
                  </a:lnTo>
                  <a:lnTo>
                    <a:pt x="196829" y="400350"/>
                  </a:lnTo>
                  <a:lnTo>
                    <a:pt x="196157" y="399271"/>
                  </a:lnTo>
                  <a:lnTo>
                    <a:pt x="195530" y="398192"/>
                  </a:lnTo>
                  <a:lnTo>
                    <a:pt x="194943" y="397113"/>
                  </a:lnTo>
                  <a:lnTo>
                    <a:pt x="194421" y="396033"/>
                  </a:lnTo>
                  <a:lnTo>
                    <a:pt x="193920" y="394954"/>
                  </a:lnTo>
                  <a:lnTo>
                    <a:pt x="193473" y="393875"/>
                  </a:lnTo>
                  <a:lnTo>
                    <a:pt x="193051" y="392796"/>
                  </a:lnTo>
                  <a:lnTo>
                    <a:pt x="192658" y="391717"/>
                  </a:lnTo>
                  <a:lnTo>
                    <a:pt x="192296" y="390638"/>
                  </a:lnTo>
                  <a:lnTo>
                    <a:pt x="191946" y="389559"/>
                  </a:lnTo>
                  <a:lnTo>
                    <a:pt x="191622" y="388480"/>
                  </a:lnTo>
                  <a:lnTo>
                    <a:pt x="191304" y="387401"/>
                  </a:lnTo>
                  <a:lnTo>
                    <a:pt x="190996" y="386321"/>
                  </a:lnTo>
                  <a:lnTo>
                    <a:pt x="190689" y="385242"/>
                  </a:lnTo>
                  <a:lnTo>
                    <a:pt x="190383" y="384163"/>
                  </a:lnTo>
                  <a:lnTo>
                    <a:pt x="190067" y="383084"/>
                  </a:lnTo>
                  <a:lnTo>
                    <a:pt x="189742" y="382005"/>
                  </a:lnTo>
                  <a:lnTo>
                    <a:pt x="189402" y="380926"/>
                  </a:lnTo>
                  <a:lnTo>
                    <a:pt x="189037" y="379847"/>
                  </a:lnTo>
                  <a:lnTo>
                    <a:pt x="188660" y="378768"/>
                  </a:lnTo>
                  <a:lnTo>
                    <a:pt x="188235" y="377689"/>
                  </a:lnTo>
                  <a:lnTo>
                    <a:pt x="187790" y="376609"/>
                  </a:lnTo>
                  <a:lnTo>
                    <a:pt x="187300" y="375530"/>
                  </a:lnTo>
                  <a:lnTo>
                    <a:pt x="186766" y="374451"/>
                  </a:lnTo>
                  <a:lnTo>
                    <a:pt x="186201" y="373372"/>
                  </a:lnTo>
                  <a:lnTo>
                    <a:pt x="185559" y="372293"/>
                  </a:lnTo>
                  <a:lnTo>
                    <a:pt x="184888" y="371214"/>
                  </a:lnTo>
                  <a:lnTo>
                    <a:pt x="184138" y="370135"/>
                  </a:lnTo>
                  <a:lnTo>
                    <a:pt x="183333" y="369056"/>
                  </a:lnTo>
                  <a:lnTo>
                    <a:pt x="182475" y="367977"/>
                  </a:lnTo>
                  <a:lnTo>
                    <a:pt x="181521" y="366897"/>
                  </a:lnTo>
                  <a:lnTo>
                    <a:pt x="180529" y="365818"/>
                  </a:lnTo>
                  <a:lnTo>
                    <a:pt x="179427" y="364739"/>
                  </a:lnTo>
                  <a:lnTo>
                    <a:pt x="178266" y="363660"/>
                  </a:lnTo>
                  <a:lnTo>
                    <a:pt x="177030" y="362581"/>
                  </a:lnTo>
                  <a:lnTo>
                    <a:pt x="175689" y="361502"/>
                  </a:lnTo>
                  <a:lnTo>
                    <a:pt x="174304" y="360423"/>
                  </a:lnTo>
                  <a:lnTo>
                    <a:pt x="172782" y="359344"/>
                  </a:lnTo>
                  <a:lnTo>
                    <a:pt x="171205" y="358265"/>
                  </a:lnTo>
                  <a:lnTo>
                    <a:pt x="169532" y="357185"/>
                  </a:lnTo>
                  <a:lnTo>
                    <a:pt x="167756" y="356106"/>
                  </a:lnTo>
                  <a:lnTo>
                    <a:pt x="165931" y="355027"/>
                  </a:lnTo>
                  <a:lnTo>
                    <a:pt x="163953" y="353948"/>
                  </a:lnTo>
                  <a:lnTo>
                    <a:pt x="161927" y="352869"/>
                  </a:lnTo>
                  <a:lnTo>
                    <a:pt x="159793" y="351790"/>
                  </a:lnTo>
                  <a:lnTo>
                    <a:pt x="157565" y="350711"/>
                  </a:lnTo>
                  <a:lnTo>
                    <a:pt x="155277" y="349632"/>
                  </a:lnTo>
                  <a:lnTo>
                    <a:pt x="152850" y="348553"/>
                  </a:lnTo>
                  <a:lnTo>
                    <a:pt x="150377" y="347473"/>
                  </a:lnTo>
                  <a:lnTo>
                    <a:pt x="147791" y="346394"/>
                  </a:lnTo>
                  <a:lnTo>
                    <a:pt x="145128" y="345315"/>
                  </a:lnTo>
                  <a:lnTo>
                    <a:pt x="142399" y="344236"/>
                  </a:lnTo>
                  <a:lnTo>
                    <a:pt x="139555" y="343157"/>
                  </a:lnTo>
                  <a:lnTo>
                    <a:pt x="136671" y="342078"/>
                  </a:lnTo>
                  <a:lnTo>
                    <a:pt x="133679" y="340999"/>
                  </a:lnTo>
                  <a:lnTo>
                    <a:pt x="130631" y="339920"/>
                  </a:lnTo>
                  <a:lnTo>
                    <a:pt x="127521" y="338841"/>
                  </a:lnTo>
                  <a:lnTo>
                    <a:pt x="124326" y="337761"/>
                  </a:lnTo>
                  <a:lnTo>
                    <a:pt x="121099" y="336682"/>
                  </a:lnTo>
                  <a:lnTo>
                    <a:pt x="117783" y="335603"/>
                  </a:lnTo>
                  <a:lnTo>
                    <a:pt x="114434" y="334524"/>
                  </a:lnTo>
                  <a:lnTo>
                    <a:pt x="111035" y="333445"/>
                  </a:lnTo>
                  <a:lnTo>
                    <a:pt x="107585" y="332366"/>
                  </a:lnTo>
                  <a:lnTo>
                    <a:pt x="104114" y="331287"/>
                  </a:lnTo>
                  <a:lnTo>
                    <a:pt x="100588" y="330208"/>
                  </a:lnTo>
                  <a:lnTo>
                    <a:pt x="97049" y="329129"/>
                  </a:lnTo>
                  <a:lnTo>
                    <a:pt x="96716" y="329028"/>
                  </a:lnTo>
                  <a:lnTo>
                    <a:pt x="93482" y="328049"/>
                  </a:lnTo>
                  <a:lnTo>
                    <a:pt x="89900" y="326970"/>
                  </a:lnTo>
                  <a:lnTo>
                    <a:pt x="86308" y="325891"/>
                  </a:lnTo>
                  <a:lnTo>
                    <a:pt x="82710" y="324812"/>
                  </a:lnTo>
                  <a:lnTo>
                    <a:pt x="79113" y="323733"/>
                  </a:lnTo>
                  <a:lnTo>
                    <a:pt x="75523" y="322654"/>
                  </a:lnTo>
                  <a:lnTo>
                    <a:pt x="71949" y="321575"/>
                  </a:lnTo>
                  <a:lnTo>
                    <a:pt x="68386" y="320496"/>
                  </a:lnTo>
                  <a:lnTo>
                    <a:pt x="64863" y="319417"/>
                  </a:lnTo>
                  <a:lnTo>
                    <a:pt x="61357" y="318337"/>
                  </a:lnTo>
                  <a:lnTo>
                    <a:pt x="57902" y="317258"/>
                  </a:lnTo>
                  <a:lnTo>
                    <a:pt x="54488" y="316179"/>
                  </a:lnTo>
                  <a:lnTo>
                    <a:pt x="51113" y="315100"/>
                  </a:lnTo>
                  <a:lnTo>
                    <a:pt x="47820" y="314021"/>
                  </a:lnTo>
                  <a:lnTo>
                    <a:pt x="44560" y="312942"/>
                  </a:lnTo>
                  <a:lnTo>
                    <a:pt x="41401" y="311863"/>
                  </a:lnTo>
                  <a:lnTo>
                    <a:pt x="38301" y="310784"/>
                  </a:lnTo>
                  <a:lnTo>
                    <a:pt x="35276" y="309705"/>
                  </a:lnTo>
                  <a:lnTo>
                    <a:pt x="32366" y="308625"/>
                  </a:lnTo>
                  <a:lnTo>
                    <a:pt x="29503" y="307546"/>
                  </a:lnTo>
                  <a:lnTo>
                    <a:pt x="26797" y="306467"/>
                  </a:lnTo>
                  <a:lnTo>
                    <a:pt x="24159" y="305388"/>
                  </a:lnTo>
                  <a:lnTo>
                    <a:pt x="21637" y="304309"/>
                  </a:lnTo>
                  <a:lnTo>
                    <a:pt x="19250" y="303230"/>
                  </a:lnTo>
                  <a:lnTo>
                    <a:pt x="16926" y="302151"/>
                  </a:lnTo>
                  <a:lnTo>
                    <a:pt x="14814" y="301072"/>
                  </a:lnTo>
                  <a:lnTo>
                    <a:pt x="12771" y="299993"/>
                  </a:lnTo>
                  <a:lnTo>
                    <a:pt x="10886" y="298913"/>
                  </a:lnTo>
                  <a:lnTo>
                    <a:pt x="9146" y="297834"/>
                  </a:lnTo>
                  <a:lnTo>
                    <a:pt x="7498" y="296755"/>
                  </a:lnTo>
                  <a:lnTo>
                    <a:pt x="6081" y="295676"/>
                  </a:lnTo>
                  <a:lnTo>
                    <a:pt x="4743" y="294597"/>
                  </a:lnTo>
                  <a:lnTo>
                    <a:pt x="3602" y="293518"/>
                  </a:lnTo>
                  <a:lnTo>
                    <a:pt x="2608" y="292439"/>
                  </a:lnTo>
                  <a:lnTo>
                    <a:pt x="1733" y="291360"/>
                  </a:lnTo>
                  <a:lnTo>
                    <a:pt x="1095" y="290281"/>
                  </a:lnTo>
                  <a:lnTo>
                    <a:pt x="542" y="289201"/>
                  </a:lnTo>
                  <a:lnTo>
                    <a:pt x="221" y="288122"/>
                  </a:lnTo>
                  <a:lnTo>
                    <a:pt x="37" y="287043"/>
                  </a:lnTo>
                  <a:lnTo>
                    <a:pt x="0" y="285964"/>
                  </a:lnTo>
                  <a:lnTo>
                    <a:pt x="189" y="284885"/>
                  </a:lnTo>
                  <a:lnTo>
                    <a:pt x="272" y="284562"/>
                  </a:lnTo>
                  <a:lnTo>
                    <a:pt x="468" y="283806"/>
                  </a:lnTo>
                  <a:lnTo>
                    <a:pt x="1005" y="282727"/>
                  </a:lnTo>
                  <a:lnTo>
                    <a:pt x="1661" y="281648"/>
                  </a:lnTo>
                  <a:lnTo>
                    <a:pt x="2485" y="280569"/>
                  </a:lnTo>
                  <a:lnTo>
                    <a:pt x="3516" y="279489"/>
                  </a:lnTo>
                  <a:lnTo>
                    <a:pt x="4636" y="278410"/>
                  </a:lnTo>
                  <a:lnTo>
                    <a:pt x="6029" y="277331"/>
                  </a:lnTo>
                  <a:lnTo>
                    <a:pt x="7517" y="276252"/>
                  </a:lnTo>
                  <a:lnTo>
                    <a:pt x="9188" y="275173"/>
                  </a:lnTo>
                  <a:lnTo>
                    <a:pt x="11036" y="274094"/>
                  </a:lnTo>
                  <a:lnTo>
                    <a:pt x="12978" y="273015"/>
                  </a:lnTo>
                  <a:lnTo>
                    <a:pt x="15175" y="271936"/>
                  </a:lnTo>
                  <a:lnTo>
                    <a:pt x="17452" y="270857"/>
                  </a:lnTo>
                  <a:lnTo>
                    <a:pt x="19913" y="269777"/>
                  </a:lnTo>
                  <a:lnTo>
                    <a:pt x="22518" y="268698"/>
                  </a:lnTo>
                  <a:lnTo>
                    <a:pt x="25224" y="267619"/>
                  </a:lnTo>
                  <a:lnTo>
                    <a:pt x="28140" y="266540"/>
                  </a:lnTo>
                  <a:lnTo>
                    <a:pt x="31126" y="265461"/>
                  </a:lnTo>
                  <a:lnTo>
                    <a:pt x="34286" y="264382"/>
                  </a:lnTo>
                  <a:lnTo>
                    <a:pt x="37553" y="263303"/>
                  </a:lnTo>
                  <a:lnTo>
                    <a:pt x="40920" y="262224"/>
                  </a:lnTo>
                  <a:lnTo>
                    <a:pt x="44447" y="261145"/>
                  </a:lnTo>
                  <a:lnTo>
                    <a:pt x="48031" y="260065"/>
                  </a:lnTo>
                  <a:lnTo>
                    <a:pt x="51767" y="258986"/>
                  </a:lnTo>
                  <a:lnTo>
                    <a:pt x="55575" y="257907"/>
                  </a:lnTo>
                  <a:lnTo>
                    <a:pt x="59470" y="256828"/>
                  </a:lnTo>
                  <a:lnTo>
                    <a:pt x="63475" y="255749"/>
                  </a:lnTo>
                  <a:lnTo>
                    <a:pt x="67522" y="254670"/>
                  </a:lnTo>
                  <a:lnTo>
                    <a:pt x="71685" y="253591"/>
                  </a:lnTo>
                  <a:lnTo>
                    <a:pt x="75889" y="252512"/>
                  </a:lnTo>
                  <a:lnTo>
                    <a:pt x="80158" y="251433"/>
                  </a:lnTo>
                  <a:lnTo>
                    <a:pt x="84489" y="250353"/>
                  </a:lnTo>
                  <a:lnTo>
                    <a:pt x="88846" y="249274"/>
                  </a:lnTo>
                  <a:lnTo>
                    <a:pt x="93271" y="248195"/>
                  </a:lnTo>
                  <a:lnTo>
                    <a:pt x="97712" y="247116"/>
                  </a:lnTo>
                  <a:lnTo>
                    <a:pt x="102187" y="246037"/>
                  </a:lnTo>
                  <a:lnTo>
                    <a:pt x="106680" y="244958"/>
                  </a:lnTo>
                  <a:lnTo>
                    <a:pt x="111184" y="243879"/>
                  </a:lnTo>
                  <a:lnTo>
                    <a:pt x="115698" y="242800"/>
                  </a:lnTo>
                  <a:lnTo>
                    <a:pt x="120210" y="241721"/>
                  </a:lnTo>
                  <a:lnTo>
                    <a:pt x="124716" y="240641"/>
                  </a:lnTo>
                  <a:lnTo>
                    <a:pt x="129207" y="239562"/>
                  </a:lnTo>
                  <a:lnTo>
                    <a:pt x="133685" y="238483"/>
                  </a:lnTo>
                  <a:lnTo>
                    <a:pt x="138123" y="237404"/>
                  </a:lnTo>
                  <a:lnTo>
                    <a:pt x="142544" y="236325"/>
                  </a:lnTo>
                  <a:lnTo>
                    <a:pt x="145188" y="235672"/>
                  </a:lnTo>
                  <a:lnTo>
                    <a:pt x="146912" y="235246"/>
                  </a:lnTo>
                  <a:lnTo>
                    <a:pt x="151240" y="234167"/>
                  </a:lnTo>
                  <a:lnTo>
                    <a:pt x="155527" y="233088"/>
                  </a:lnTo>
                  <a:lnTo>
                    <a:pt x="159734" y="232009"/>
                  </a:lnTo>
                  <a:lnTo>
                    <a:pt x="163910" y="230929"/>
                  </a:lnTo>
                  <a:lnTo>
                    <a:pt x="167984" y="229850"/>
                  </a:lnTo>
                  <a:lnTo>
                    <a:pt x="172003" y="228771"/>
                  </a:lnTo>
                  <a:lnTo>
                    <a:pt x="175947" y="227692"/>
                  </a:lnTo>
                  <a:lnTo>
                    <a:pt x="179787" y="226613"/>
                  </a:lnTo>
                  <a:lnTo>
                    <a:pt x="183581" y="225534"/>
                  </a:lnTo>
                  <a:lnTo>
                    <a:pt x="187225" y="224455"/>
                  </a:lnTo>
                  <a:lnTo>
                    <a:pt x="190810" y="223376"/>
                  </a:lnTo>
                  <a:lnTo>
                    <a:pt x="194286" y="222297"/>
                  </a:lnTo>
                  <a:lnTo>
                    <a:pt x="197642" y="221217"/>
                  </a:lnTo>
                  <a:lnTo>
                    <a:pt x="200939" y="220138"/>
                  </a:lnTo>
                  <a:lnTo>
                    <a:pt x="204051" y="219059"/>
                  </a:lnTo>
                  <a:lnTo>
                    <a:pt x="207102" y="217980"/>
                  </a:lnTo>
                  <a:lnTo>
                    <a:pt x="210012" y="216901"/>
                  </a:lnTo>
                  <a:lnTo>
                    <a:pt x="212800" y="215822"/>
                  </a:lnTo>
                  <a:lnTo>
                    <a:pt x="215506" y="214743"/>
                  </a:lnTo>
                  <a:lnTo>
                    <a:pt x="218021" y="213664"/>
                  </a:lnTo>
                  <a:lnTo>
                    <a:pt x="220470" y="212585"/>
                  </a:lnTo>
                  <a:lnTo>
                    <a:pt x="222752" y="211505"/>
                  </a:lnTo>
                  <a:lnTo>
                    <a:pt x="224919" y="210426"/>
                  </a:lnTo>
                  <a:lnTo>
                    <a:pt x="226983" y="209347"/>
                  </a:lnTo>
                  <a:lnTo>
                    <a:pt x="228864" y="208268"/>
                  </a:lnTo>
                  <a:lnTo>
                    <a:pt x="230677" y="207189"/>
                  </a:lnTo>
                  <a:lnTo>
                    <a:pt x="232304" y="206110"/>
                  </a:lnTo>
                  <a:lnTo>
                    <a:pt x="233831" y="205031"/>
                  </a:lnTo>
                  <a:lnTo>
                    <a:pt x="235240" y="203952"/>
                  </a:lnTo>
                  <a:lnTo>
                    <a:pt x="236484" y="202872"/>
                  </a:lnTo>
                  <a:lnTo>
                    <a:pt x="237661" y="201793"/>
                  </a:lnTo>
                  <a:lnTo>
                    <a:pt x="238645" y="200714"/>
                  </a:lnTo>
                  <a:lnTo>
                    <a:pt x="239548" y="199635"/>
                  </a:lnTo>
                  <a:lnTo>
                    <a:pt x="240325" y="198556"/>
                  </a:lnTo>
                  <a:lnTo>
                    <a:pt x="240963" y="197477"/>
                  </a:lnTo>
                  <a:lnTo>
                    <a:pt x="241540" y="196398"/>
                  </a:lnTo>
                  <a:lnTo>
                    <a:pt x="241926" y="195319"/>
                  </a:lnTo>
                  <a:lnTo>
                    <a:pt x="242255" y="194240"/>
                  </a:lnTo>
                  <a:lnTo>
                    <a:pt x="242459" y="193160"/>
                  </a:lnTo>
                  <a:lnTo>
                    <a:pt x="242554" y="192081"/>
                  </a:lnTo>
                  <a:lnTo>
                    <a:pt x="242585" y="191002"/>
                  </a:lnTo>
                  <a:lnTo>
                    <a:pt x="242464" y="189923"/>
                  </a:lnTo>
                  <a:lnTo>
                    <a:pt x="242296" y="188844"/>
                  </a:lnTo>
                  <a:lnTo>
                    <a:pt x="242016" y="187765"/>
                  </a:lnTo>
                  <a:lnTo>
                    <a:pt x="241658" y="186686"/>
                  </a:lnTo>
                  <a:lnTo>
                    <a:pt x="241241" y="185607"/>
                  </a:lnTo>
                  <a:lnTo>
                    <a:pt x="240715" y="184528"/>
                  </a:lnTo>
                  <a:lnTo>
                    <a:pt x="240153" y="183448"/>
                  </a:lnTo>
                  <a:lnTo>
                    <a:pt x="239502" y="182369"/>
                  </a:lnTo>
                  <a:lnTo>
                    <a:pt x="238803" y="181290"/>
                  </a:lnTo>
                  <a:lnTo>
                    <a:pt x="238057" y="180211"/>
                  </a:lnTo>
                  <a:lnTo>
                    <a:pt x="237246" y="179132"/>
                  </a:lnTo>
                  <a:lnTo>
                    <a:pt x="236412" y="178053"/>
                  </a:lnTo>
                  <a:lnTo>
                    <a:pt x="235521" y="176974"/>
                  </a:lnTo>
                  <a:lnTo>
                    <a:pt x="234609" y="175895"/>
                  </a:lnTo>
                  <a:lnTo>
                    <a:pt x="233669" y="174816"/>
                  </a:lnTo>
                  <a:lnTo>
                    <a:pt x="232704" y="173736"/>
                  </a:lnTo>
                  <a:lnTo>
                    <a:pt x="231730" y="172657"/>
                  </a:lnTo>
                  <a:lnTo>
                    <a:pt x="230740" y="171578"/>
                  </a:lnTo>
                  <a:lnTo>
                    <a:pt x="229749" y="170499"/>
                  </a:lnTo>
                  <a:lnTo>
                    <a:pt x="228757" y="169420"/>
                  </a:lnTo>
                  <a:lnTo>
                    <a:pt x="227775" y="168341"/>
                  </a:lnTo>
                  <a:lnTo>
                    <a:pt x="226798" y="167262"/>
                  </a:lnTo>
                  <a:lnTo>
                    <a:pt x="225849" y="166183"/>
                  </a:lnTo>
                  <a:lnTo>
                    <a:pt x="224914" y="165104"/>
                  </a:lnTo>
                  <a:lnTo>
                    <a:pt x="224010" y="164024"/>
                  </a:lnTo>
                  <a:lnTo>
                    <a:pt x="223142" y="162945"/>
                  </a:lnTo>
                  <a:lnTo>
                    <a:pt x="222298" y="161866"/>
                  </a:lnTo>
                  <a:lnTo>
                    <a:pt x="221520" y="160787"/>
                  </a:lnTo>
                  <a:lnTo>
                    <a:pt x="220768" y="159708"/>
                  </a:lnTo>
                  <a:lnTo>
                    <a:pt x="220083" y="158629"/>
                  </a:lnTo>
                  <a:lnTo>
                    <a:pt x="219450" y="157550"/>
                  </a:lnTo>
                  <a:lnTo>
                    <a:pt x="218864" y="156471"/>
                  </a:lnTo>
                  <a:lnTo>
                    <a:pt x="218371" y="155392"/>
                  </a:lnTo>
                  <a:lnTo>
                    <a:pt x="217915" y="154312"/>
                  </a:lnTo>
                  <a:lnTo>
                    <a:pt x="217561" y="153233"/>
                  </a:lnTo>
                  <a:lnTo>
                    <a:pt x="217268" y="152154"/>
                  </a:lnTo>
                  <a:lnTo>
                    <a:pt x="217046" y="151075"/>
                  </a:lnTo>
                  <a:lnTo>
                    <a:pt x="216933" y="149996"/>
                  </a:lnTo>
                  <a:lnTo>
                    <a:pt x="216864" y="148917"/>
                  </a:lnTo>
                  <a:lnTo>
                    <a:pt x="216931" y="147838"/>
                  </a:lnTo>
                  <a:lnTo>
                    <a:pt x="217059" y="146759"/>
                  </a:lnTo>
                  <a:lnTo>
                    <a:pt x="217282" y="145680"/>
                  </a:lnTo>
                  <a:lnTo>
                    <a:pt x="217619" y="144600"/>
                  </a:lnTo>
                  <a:lnTo>
                    <a:pt x="218006" y="143521"/>
                  </a:lnTo>
                  <a:lnTo>
                    <a:pt x="218556" y="142442"/>
                  </a:lnTo>
                  <a:lnTo>
                    <a:pt x="219162" y="141363"/>
                  </a:lnTo>
                  <a:lnTo>
                    <a:pt x="219881" y="140284"/>
                  </a:lnTo>
                  <a:lnTo>
                    <a:pt x="220711" y="139205"/>
                  </a:lnTo>
                  <a:lnTo>
                    <a:pt x="221604" y="138126"/>
                  </a:lnTo>
                  <a:lnTo>
                    <a:pt x="222661" y="137047"/>
                  </a:lnTo>
                  <a:lnTo>
                    <a:pt x="223772" y="135968"/>
                  </a:lnTo>
                  <a:lnTo>
                    <a:pt x="225011" y="134888"/>
                  </a:lnTo>
                  <a:lnTo>
                    <a:pt x="226350" y="133809"/>
                  </a:lnTo>
                  <a:lnTo>
                    <a:pt x="227763" y="132730"/>
                  </a:lnTo>
                  <a:lnTo>
                    <a:pt x="229326" y="131651"/>
                  </a:lnTo>
                  <a:lnTo>
                    <a:pt x="230943" y="130572"/>
                  </a:lnTo>
                  <a:lnTo>
                    <a:pt x="232695" y="129493"/>
                  </a:lnTo>
                  <a:lnTo>
                    <a:pt x="234530" y="128414"/>
                  </a:lnTo>
                  <a:lnTo>
                    <a:pt x="236447" y="127335"/>
                  </a:lnTo>
                  <a:lnTo>
                    <a:pt x="238494" y="126256"/>
                  </a:lnTo>
                  <a:lnTo>
                    <a:pt x="240589" y="125176"/>
                  </a:lnTo>
                  <a:lnTo>
                    <a:pt x="242820" y="124097"/>
                  </a:lnTo>
                  <a:lnTo>
                    <a:pt x="245114" y="123018"/>
                  </a:lnTo>
                  <a:lnTo>
                    <a:pt x="247492" y="121939"/>
                  </a:lnTo>
                  <a:lnTo>
                    <a:pt x="249975" y="120860"/>
                  </a:lnTo>
                  <a:lnTo>
                    <a:pt x="252501" y="119781"/>
                  </a:lnTo>
                  <a:lnTo>
                    <a:pt x="255152" y="118702"/>
                  </a:lnTo>
                  <a:lnTo>
                    <a:pt x="257848" y="117623"/>
                  </a:lnTo>
                  <a:lnTo>
                    <a:pt x="260623" y="116544"/>
                  </a:lnTo>
                  <a:lnTo>
                    <a:pt x="263475" y="115464"/>
                  </a:lnTo>
                  <a:lnTo>
                    <a:pt x="266365" y="114385"/>
                  </a:lnTo>
                  <a:lnTo>
                    <a:pt x="269359" y="113306"/>
                  </a:lnTo>
                  <a:lnTo>
                    <a:pt x="272382" y="112227"/>
                  </a:lnTo>
                  <a:lnTo>
                    <a:pt x="275473" y="111148"/>
                  </a:lnTo>
                  <a:lnTo>
                    <a:pt x="278615" y="110069"/>
                  </a:lnTo>
                  <a:lnTo>
                    <a:pt x="281791" y="108990"/>
                  </a:lnTo>
                  <a:lnTo>
                    <a:pt x="285036" y="107911"/>
                  </a:lnTo>
                  <a:lnTo>
                    <a:pt x="288302" y="106832"/>
                  </a:lnTo>
                  <a:lnTo>
                    <a:pt x="291617" y="105752"/>
                  </a:lnTo>
                  <a:lnTo>
                    <a:pt x="294961" y="104673"/>
                  </a:lnTo>
                  <a:lnTo>
                    <a:pt x="298330" y="103594"/>
                  </a:lnTo>
                  <a:lnTo>
                    <a:pt x="301736" y="102515"/>
                  </a:lnTo>
                  <a:lnTo>
                    <a:pt x="305153" y="101436"/>
                  </a:lnTo>
                  <a:lnTo>
                    <a:pt x="308598" y="100357"/>
                  </a:lnTo>
                  <a:lnTo>
                    <a:pt x="312053" y="99278"/>
                  </a:lnTo>
                  <a:lnTo>
                    <a:pt x="315519" y="98199"/>
                  </a:lnTo>
                  <a:lnTo>
                    <a:pt x="318995" y="97120"/>
                  </a:lnTo>
                  <a:lnTo>
                    <a:pt x="322474" y="96040"/>
                  </a:lnTo>
                  <a:lnTo>
                    <a:pt x="325954" y="94961"/>
                  </a:lnTo>
                  <a:lnTo>
                    <a:pt x="329432" y="93882"/>
                  </a:lnTo>
                  <a:lnTo>
                    <a:pt x="332904" y="92803"/>
                  </a:lnTo>
                  <a:lnTo>
                    <a:pt x="336364" y="91724"/>
                  </a:lnTo>
                  <a:lnTo>
                    <a:pt x="339819" y="90645"/>
                  </a:lnTo>
                  <a:lnTo>
                    <a:pt x="343248" y="89566"/>
                  </a:lnTo>
                  <a:lnTo>
                    <a:pt x="346666" y="88487"/>
                  </a:lnTo>
                  <a:lnTo>
                    <a:pt x="350060" y="87408"/>
                  </a:lnTo>
                  <a:lnTo>
                    <a:pt x="353427" y="86328"/>
                  </a:lnTo>
                  <a:lnTo>
                    <a:pt x="356779" y="85249"/>
                  </a:lnTo>
                  <a:lnTo>
                    <a:pt x="360083" y="84170"/>
                  </a:lnTo>
                  <a:lnTo>
                    <a:pt x="363369" y="83091"/>
                  </a:lnTo>
                  <a:lnTo>
                    <a:pt x="366614" y="82012"/>
                  </a:lnTo>
                  <a:lnTo>
                    <a:pt x="369822" y="80933"/>
                  </a:lnTo>
                  <a:lnTo>
                    <a:pt x="373003" y="79854"/>
                  </a:lnTo>
                  <a:lnTo>
                    <a:pt x="376123" y="78775"/>
                  </a:lnTo>
                  <a:lnTo>
                    <a:pt x="379219" y="77696"/>
                  </a:lnTo>
                  <a:lnTo>
                    <a:pt x="382256" y="76616"/>
                  </a:lnTo>
                  <a:lnTo>
                    <a:pt x="385253" y="75537"/>
                  </a:lnTo>
                  <a:lnTo>
                    <a:pt x="388210" y="74458"/>
                  </a:lnTo>
                  <a:lnTo>
                    <a:pt x="391099" y="73379"/>
                  </a:lnTo>
                  <a:lnTo>
                    <a:pt x="393962" y="72300"/>
                  </a:lnTo>
                  <a:lnTo>
                    <a:pt x="396748" y="71221"/>
                  </a:lnTo>
                  <a:lnTo>
                    <a:pt x="399495" y="70142"/>
                  </a:lnTo>
                  <a:lnTo>
                    <a:pt x="402191" y="69063"/>
                  </a:lnTo>
                  <a:lnTo>
                    <a:pt x="404818" y="67984"/>
                  </a:lnTo>
                  <a:lnTo>
                    <a:pt x="407416" y="66904"/>
                  </a:lnTo>
                  <a:lnTo>
                    <a:pt x="409925" y="65825"/>
                  </a:lnTo>
                  <a:lnTo>
                    <a:pt x="412398" y="64746"/>
                  </a:lnTo>
                  <a:lnTo>
                    <a:pt x="414811" y="63667"/>
                  </a:lnTo>
                  <a:lnTo>
                    <a:pt x="417157" y="62588"/>
                  </a:lnTo>
                  <a:lnTo>
                    <a:pt x="419473" y="61509"/>
                  </a:lnTo>
                  <a:lnTo>
                    <a:pt x="421692" y="60430"/>
                  </a:lnTo>
                  <a:lnTo>
                    <a:pt x="423881" y="59351"/>
                  </a:lnTo>
                  <a:lnTo>
                    <a:pt x="426001" y="58272"/>
                  </a:lnTo>
                  <a:lnTo>
                    <a:pt x="428062" y="57192"/>
                  </a:lnTo>
                  <a:lnTo>
                    <a:pt x="430086" y="56113"/>
                  </a:lnTo>
                  <a:lnTo>
                    <a:pt x="432020" y="55034"/>
                  </a:lnTo>
                  <a:lnTo>
                    <a:pt x="433924" y="53955"/>
                  </a:lnTo>
                  <a:lnTo>
                    <a:pt x="435756" y="52876"/>
                  </a:lnTo>
                  <a:lnTo>
                    <a:pt x="437537" y="51797"/>
                  </a:lnTo>
                  <a:lnTo>
                    <a:pt x="439275" y="50718"/>
                  </a:lnTo>
                  <a:lnTo>
                    <a:pt x="440933" y="49639"/>
                  </a:lnTo>
                  <a:lnTo>
                    <a:pt x="442564" y="48560"/>
                  </a:lnTo>
                  <a:lnTo>
                    <a:pt x="444120" y="47480"/>
                  </a:lnTo>
                  <a:lnTo>
                    <a:pt x="445633" y="46401"/>
                  </a:lnTo>
                  <a:lnTo>
                    <a:pt x="447101" y="45322"/>
                  </a:lnTo>
                  <a:lnTo>
                    <a:pt x="448501" y="44243"/>
                  </a:lnTo>
                  <a:lnTo>
                    <a:pt x="449875" y="43164"/>
                  </a:lnTo>
                  <a:lnTo>
                    <a:pt x="451175" y="42085"/>
                  </a:lnTo>
                  <a:lnTo>
                    <a:pt x="452441" y="41006"/>
                  </a:lnTo>
                  <a:lnTo>
                    <a:pt x="453661" y="39927"/>
                  </a:lnTo>
                  <a:lnTo>
                    <a:pt x="454824" y="38848"/>
                  </a:lnTo>
                  <a:lnTo>
                    <a:pt x="455964" y="37768"/>
                  </a:lnTo>
                  <a:lnTo>
                    <a:pt x="457032" y="36689"/>
                  </a:lnTo>
                  <a:lnTo>
                    <a:pt x="458076" y="35610"/>
                  </a:lnTo>
                  <a:lnTo>
                    <a:pt x="459073" y="34531"/>
                  </a:lnTo>
                  <a:lnTo>
                    <a:pt x="460025" y="33452"/>
                  </a:lnTo>
                  <a:lnTo>
                    <a:pt x="460954" y="32373"/>
                  </a:lnTo>
                  <a:lnTo>
                    <a:pt x="461820" y="31294"/>
                  </a:lnTo>
                  <a:lnTo>
                    <a:pt x="462667" y="30215"/>
                  </a:lnTo>
                  <a:lnTo>
                    <a:pt x="463470" y="29136"/>
                  </a:lnTo>
                  <a:lnTo>
                    <a:pt x="464238" y="28056"/>
                  </a:lnTo>
                  <a:lnTo>
                    <a:pt x="464981" y="26977"/>
                  </a:lnTo>
                  <a:lnTo>
                    <a:pt x="465675" y="25898"/>
                  </a:lnTo>
                  <a:lnTo>
                    <a:pt x="466352" y="24819"/>
                  </a:lnTo>
                  <a:lnTo>
                    <a:pt x="466988" y="23740"/>
                  </a:lnTo>
                  <a:lnTo>
                    <a:pt x="467598" y="22661"/>
                  </a:lnTo>
                  <a:lnTo>
                    <a:pt x="468184" y="21582"/>
                  </a:lnTo>
                  <a:lnTo>
                    <a:pt x="468732" y="20503"/>
                  </a:lnTo>
                  <a:lnTo>
                    <a:pt x="469265" y="19424"/>
                  </a:lnTo>
                  <a:lnTo>
                    <a:pt x="469761" y="18344"/>
                  </a:lnTo>
                  <a:lnTo>
                    <a:pt x="470239" y="17265"/>
                  </a:lnTo>
                  <a:lnTo>
                    <a:pt x="470694" y="16186"/>
                  </a:lnTo>
                  <a:lnTo>
                    <a:pt x="471119" y="15107"/>
                  </a:lnTo>
                  <a:lnTo>
                    <a:pt x="471534" y="14028"/>
                  </a:lnTo>
                  <a:lnTo>
                    <a:pt x="471915" y="12949"/>
                  </a:lnTo>
                  <a:lnTo>
                    <a:pt x="472283" y="11870"/>
                  </a:lnTo>
                  <a:lnTo>
                    <a:pt x="472631" y="10791"/>
                  </a:lnTo>
                  <a:lnTo>
                    <a:pt x="472958" y="9712"/>
                  </a:lnTo>
                  <a:lnTo>
                    <a:pt x="473275" y="8632"/>
                  </a:lnTo>
                  <a:lnTo>
                    <a:pt x="473563" y="7553"/>
                  </a:lnTo>
                  <a:lnTo>
                    <a:pt x="473843" y="6474"/>
                  </a:lnTo>
                  <a:lnTo>
                    <a:pt x="474105" y="5395"/>
                  </a:lnTo>
                  <a:lnTo>
                    <a:pt x="474352" y="4316"/>
                  </a:lnTo>
                  <a:lnTo>
                    <a:pt x="474590" y="3237"/>
                  </a:lnTo>
                  <a:lnTo>
                    <a:pt x="474806" y="2158"/>
                  </a:lnTo>
                  <a:lnTo>
                    <a:pt x="475017" y="1079"/>
                  </a:lnTo>
                  <a:lnTo>
                    <a:pt x="475211" y="0"/>
                  </a:lnTo>
                  <a:lnTo>
                    <a:pt x="480790" y="0"/>
                  </a:lnTo>
                  <a:lnTo>
                    <a:pt x="480985" y="1079"/>
                  </a:lnTo>
                  <a:lnTo>
                    <a:pt x="481195" y="2158"/>
                  </a:lnTo>
                  <a:lnTo>
                    <a:pt x="481411" y="3237"/>
                  </a:lnTo>
                  <a:lnTo>
                    <a:pt x="481649" y="4316"/>
                  </a:lnTo>
                  <a:lnTo>
                    <a:pt x="481896" y="5395"/>
                  </a:lnTo>
                  <a:lnTo>
                    <a:pt x="482158" y="6474"/>
                  </a:lnTo>
                  <a:lnTo>
                    <a:pt x="482438" y="7553"/>
                  </a:lnTo>
                  <a:lnTo>
                    <a:pt x="482727" y="8632"/>
                  </a:lnTo>
                  <a:lnTo>
                    <a:pt x="483044" y="9712"/>
                  </a:lnTo>
                  <a:lnTo>
                    <a:pt x="483370" y="10791"/>
                  </a:lnTo>
                  <a:lnTo>
                    <a:pt x="483718" y="11870"/>
                  </a:lnTo>
                  <a:lnTo>
                    <a:pt x="484086" y="12949"/>
                  </a:lnTo>
                  <a:lnTo>
                    <a:pt x="484468" y="14028"/>
                  </a:lnTo>
                  <a:lnTo>
                    <a:pt x="484882" y="15107"/>
                  </a:lnTo>
                  <a:lnTo>
                    <a:pt x="485308" y="16186"/>
                  </a:lnTo>
                  <a:lnTo>
                    <a:pt x="485763" y="17265"/>
                  </a:lnTo>
                  <a:lnTo>
                    <a:pt x="486240" y="18344"/>
                  </a:lnTo>
                  <a:lnTo>
                    <a:pt x="486736" y="19424"/>
                  </a:lnTo>
                  <a:lnTo>
                    <a:pt x="487270" y="20503"/>
                  </a:lnTo>
                  <a:lnTo>
                    <a:pt x="487817" y="21582"/>
                  </a:lnTo>
                  <a:lnTo>
                    <a:pt x="488403" y="22661"/>
                  </a:lnTo>
                  <a:lnTo>
                    <a:pt x="489013" y="23740"/>
                  </a:lnTo>
                  <a:lnTo>
                    <a:pt x="489649" y="24819"/>
                  </a:lnTo>
                  <a:lnTo>
                    <a:pt x="490326" y="25898"/>
                  </a:lnTo>
                  <a:lnTo>
                    <a:pt x="491020" y="26977"/>
                  </a:lnTo>
                  <a:lnTo>
                    <a:pt x="491764" y="28056"/>
                  </a:lnTo>
                  <a:lnTo>
                    <a:pt x="492532" y="29136"/>
                  </a:lnTo>
                  <a:lnTo>
                    <a:pt x="493334" y="30215"/>
                  </a:lnTo>
                  <a:lnTo>
                    <a:pt x="494181" y="31294"/>
                  </a:lnTo>
                  <a:lnTo>
                    <a:pt x="495047" y="32373"/>
                  </a:lnTo>
                  <a:lnTo>
                    <a:pt x="495976" y="33452"/>
                  </a:lnTo>
                  <a:lnTo>
                    <a:pt x="496929" y="34531"/>
                  </a:lnTo>
                  <a:lnTo>
                    <a:pt x="497926" y="35610"/>
                  </a:lnTo>
                  <a:lnTo>
                    <a:pt x="498969" y="36689"/>
                  </a:lnTo>
                  <a:lnTo>
                    <a:pt x="500037" y="37768"/>
                  </a:lnTo>
                  <a:lnTo>
                    <a:pt x="501177" y="38848"/>
                  </a:lnTo>
                  <a:lnTo>
                    <a:pt x="502341" y="39927"/>
                  </a:lnTo>
                  <a:lnTo>
                    <a:pt x="503560" y="41006"/>
                  </a:lnTo>
                  <a:lnTo>
                    <a:pt x="504827" y="42085"/>
                  </a:lnTo>
                  <a:lnTo>
                    <a:pt x="506126" y="43164"/>
                  </a:lnTo>
                  <a:lnTo>
                    <a:pt x="507500" y="44243"/>
                  </a:lnTo>
                  <a:lnTo>
                    <a:pt x="508900" y="45322"/>
                  </a:lnTo>
                  <a:lnTo>
                    <a:pt x="510368" y="46401"/>
                  </a:lnTo>
                  <a:lnTo>
                    <a:pt x="511882" y="47480"/>
                  </a:lnTo>
                  <a:lnTo>
                    <a:pt x="513437" y="48560"/>
                  </a:lnTo>
                  <a:lnTo>
                    <a:pt x="515068" y="49639"/>
                  </a:lnTo>
                  <a:lnTo>
                    <a:pt x="516727" y="50718"/>
                  </a:lnTo>
                  <a:lnTo>
                    <a:pt x="518465" y="51797"/>
                  </a:lnTo>
                  <a:lnTo>
                    <a:pt x="520245" y="52876"/>
                  </a:lnTo>
                  <a:lnTo>
                    <a:pt x="522077" y="53955"/>
                  </a:lnTo>
                  <a:lnTo>
                    <a:pt x="523981" y="55034"/>
                  </a:lnTo>
                  <a:lnTo>
                    <a:pt x="525915" y="56113"/>
                  </a:lnTo>
                  <a:lnTo>
                    <a:pt x="527939" y="57192"/>
                  </a:lnTo>
                  <a:lnTo>
                    <a:pt x="530000" y="58272"/>
                  </a:lnTo>
                  <a:lnTo>
                    <a:pt x="532121" y="59351"/>
                  </a:lnTo>
                  <a:lnTo>
                    <a:pt x="534309" y="60430"/>
                  </a:lnTo>
                  <a:lnTo>
                    <a:pt x="536528" y="61509"/>
                  </a:lnTo>
                  <a:lnTo>
                    <a:pt x="538844" y="62588"/>
                  </a:lnTo>
                  <a:lnTo>
                    <a:pt x="541190" y="63667"/>
                  </a:lnTo>
                  <a:lnTo>
                    <a:pt x="543603" y="64746"/>
                  </a:lnTo>
                  <a:lnTo>
                    <a:pt x="546076" y="65825"/>
                  </a:lnTo>
                  <a:lnTo>
                    <a:pt x="548585" y="66904"/>
                  </a:lnTo>
                  <a:lnTo>
                    <a:pt x="551183" y="67984"/>
                  </a:lnTo>
                  <a:lnTo>
                    <a:pt x="553810" y="69063"/>
                  </a:lnTo>
                  <a:lnTo>
                    <a:pt x="556506" y="70142"/>
                  </a:lnTo>
                  <a:lnTo>
                    <a:pt x="559253" y="71221"/>
                  </a:lnTo>
                  <a:lnTo>
                    <a:pt x="562040" y="72300"/>
                  </a:lnTo>
                  <a:lnTo>
                    <a:pt x="564902" y="73379"/>
                  </a:lnTo>
                  <a:lnTo>
                    <a:pt x="567791" y="74458"/>
                  </a:lnTo>
                  <a:lnTo>
                    <a:pt x="570749" y="75537"/>
                  </a:lnTo>
                  <a:lnTo>
                    <a:pt x="573745" y="76616"/>
                  </a:lnTo>
                  <a:lnTo>
                    <a:pt x="576782" y="77696"/>
                  </a:lnTo>
                  <a:lnTo>
                    <a:pt x="579879" y="78775"/>
                  </a:lnTo>
                  <a:lnTo>
                    <a:pt x="582998" y="79854"/>
                  </a:lnTo>
                  <a:lnTo>
                    <a:pt x="586179" y="80933"/>
                  </a:lnTo>
                  <a:lnTo>
                    <a:pt x="589387" y="82012"/>
                  </a:lnTo>
                  <a:lnTo>
                    <a:pt x="592632" y="83091"/>
                  </a:lnTo>
                  <a:lnTo>
                    <a:pt x="595918" y="84170"/>
                  </a:lnTo>
                  <a:lnTo>
                    <a:pt x="599222" y="85249"/>
                  </a:lnTo>
                  <a:lnTo>
                    <a:pt x="602574" y="86328"/>
                  </a:lnTo>
                  <a:lnTo>
                    <a:pt x="605941" y="87408"/>
                  </a:lnTo>
                  <a:lnTo>
                    <a:pt x="609336" y="88487"/>
                  </a:lnTo>
                  <a:lnTo>
                    <a:pt x="612753" y="89566"/>
                  </a:lnTo>
                  <a:lnTo>
                    <a:pt x="616182" y="90645"/>
                  </a:lnTo>
                  <a:lnTo>
                    <a:pt x="619637" y="91724"/>
                  </a:lnTo>
                  <a:lnTo>
                    <a:pt x="623097" y="92803"/>
                  </a:lnTo>
                  <a:lnTo>
                    <a:pt x="626570" y="93882"/>
                  </a:lnTo>
                  <a:lnTo>
                    <a:pt x="630047" y="94961"/>
                  </a:lnTo>
                  <a:lnTo>
                    <a:pt x="633527" y="96040"/>
                  </a:lnTo>
                  <a:lnTo>
                    <a:pt x="637006" y="97120"/>
                  </a:lnTo>
                  <a:lnTo>
                    <a:pt x="640482" y="98199"/>
                  </a:lnTo>
                  <a:lnTo>
                    <a:pt x="643949" y="99278"/>
                  </a:lnTo>
                  <a:lnTo>
                    <a:pt x="647404" y="100357"/>
                  </a:lnTo>
                  <a:lnTo>
                    <a:pt x="650848" y="101436"/>
                  </a:lnTo>
                  <a:lnTo>
                    <a:pt x="654265" y="102515"/>
                  </a:lnTo>
                  <a:lnTo>
                    <a:pt x="657671" y="103594"/>
                  </a:lnTo>
                  <a:lnTo>
                    <a:pt x="661040" y="104673"/>
                  </a:lnTo>
                  <a:lnTo>
                    <a:pt x="664384" y="105752"/>
                  </a:lnTo>
                  <a:lnTo>
                    <a:pt x="667700" y="106832"/>
                  </a:lnTo>
                  <a:lnTo>
                    <a:pt x="670965" y="107911"/>
                  </a:lnTo>
                  <a:lnTo>
                    <a:pt x="674210" y="108990"/>
                  </a:lnTo>
                  <a:lnTo>
                    <a:pt x="677386" y="110069"/>
                  </a:lnTo>
                  <a:lnTo>
                    <a:pt x="680529" y="111148"/>
                  </a:lnTo>
                  <a:lnTo>
                    <a:pt x="683619" y="112227"/>
                  </a:lnTo>
                  <a:lnTo>
                    <a:pt x="686643" y="113306"/>
                  </a:lnTo>
                  <a:lnTo>
                    <a:pt x="689636" y="114385"/>
                  </a:lnTo>
                  <a:lnTo>
                    <a:pt x="692526" y="115464"/>
                  </a:lnTo>
                  <a:lnTo>
                    <a:pt x="695379" y="116544"/>
                  </a:lnTo>
                  <a:lnTo>
                    <a:pt x="698153" y="117623"/>
                  </a:lnTo>
                  <a:lnTo>
                    <a:pt x="700850" y="118702"/>
                  </a:lnTo>
                  <a:lnTo>
                    <a:pt x="703500" y="119781"/>
                  </a:lnTo>
                  <a:lnTo>
                    <a:pt x="706026" y="120860"/>
                  </a:lnTo>
                  <a:lnTo>
                    <a:pt x="708509" y="121939"/>
                  </a:lnTo>
                  <a:lnTo>
                    <a:pt x="710887" y="123018"/>
                  </a:lnTo>
                  <a:lnTo>
                    <a:pt x="713182" y="124097"/>
                  </a:lnTo>
                  <a:lnTo>
                    <a:pt x="715412" y="125176"/>
                  </a:lnTo>
                  <a:lnTo>
                    <a:pt x="717508" y="126256"/>
                  </a:lnTo>
                  <a:lnTo>
                    <a:pt x="719554" y="127335"/>
                  </a:lnTo>
                  <a:lnTo>
                    <a:pt x="721471" y="128414"/>
                  </a:lnTo>
                  <a:lnTo>
                    <a:pt x="723306" y="129493"/>
                  </a:lnTo>
                  <a:lnTo>
                    <a:pt x="725059" y="130572"/>
                  </a:lnTo>
                  <a:lnTo>
                    <a:pt x="726675" y="131651"/>
                  </a:lnTo>
                  <a:lnTo>
                    <a:pt x="728239" y="132730"/>
                  </a:lnTo>
                  <a:lnTo>
                    <a:pt x="729651" y="133809"/>
                  </a:lnTo>
                  <a:lnTo>
                    <a:pt x="730990" y="134888"/>
                  </a:lnTo>
                  <a:lnTo>
                    <a:pt x="732230" y="135968"/>
                  </a:lnTo>
                  <a:lnTo>
                    <a:pt x="733341" y="137047"/>
                  </a:lnTo>
                  <a:lnTo>
                    <a:pt x="734398" y="138126"/>
                  </a:lnTo>
                  <a:lnTo>
                    <a:pt x="735290" y="139205"/>
                  </a:lnTo>
                  <a:lnTo>
                    <a:pt x="736120" y="140284"/>
                  </a:lnTo>
                  <a:lnTo>
                    <a:pt x="736840" y="141363"/>
                  </a:lnTo>
                  <a:lnTo>
                    <a:pt x="737446" y="142442"/>
                  </a:lnTo>
                  <a:lnTo>
                    <a:pt x="737996" y="143521"/>
                  </a:lnTo>
                  <a:lnTo>
                    <a:pt x="738383" y="144600"/>
                  </a:lnTo>
                  <a:lnTo>
                    <a:pt x="738719" y="145680"/>
                  </a:lnTo>
                  <a:lnTo>
                    <a:pt x="738942" y="146759"/>
                  </a:lnTo>
                  <a:lnTo>
                    <a:pt x="739071" y="147838"/>
                  </a:lnTo>
                  <a:lnTo>
                    <a:pt x="739138" y="148917"/>
                  </a:lnTo>
                  <a:lnTo>
                    <a:pt x="739069" y="149996"/>
                  </a:lnTo>
                  <a:lnTo>
                    <a:pt x="738956" y="151075"/>
                  </a:lnTo>
                  <a:lnTo>
                    <a:pt x="738733" y="152154"/>
                  </a:lnTo>
                  <a:lnTo>
                    <a:pt x="738441" y="153233"/>
                  </a:lnTo>
                  <a:lnTo>
                    <a:pt x="738087" y="154312"/>
                  </a:lnTo>
                  <a:lnTo>
                    <a:pt x="737630" y="155392"/>
                  </a:lnTo>
                  <a:lnTo>
                    <a:pt x="737137" y="156471"/>
                  </a:lnTo>
                  <a:lnTo>
                    <a:pt x="736551" y="157550"/>
                  </a:lnTo>
                  <a:lnTo>
                    <a:pt x="735918" y="158629"/>
                  </a:lnTo>
                  <a:lnTo>
                    <a:pt x="735233" y="159708"/>
                  </a:lnTo>
                  <a:lnTo>
                    <a:pt x="734481" y="160787"/>
                  </a:lnTo>
                  <a:lnTo>
                    <a:pt x="733703" y="161866"/>
                  </a:lnTo>
                  <a:lnTo>
                    <a:pt x="732859" y="162945"/>
                  </a:lnTo>
                  <a:lnTo>
                    <a:pt x="731991" y="164024"/>
                  </a:lnTo>
                  <a:lnTo>
                    <a:pt x="731087" y="165104"/>
                  </a:lnTo>
                  <a:lnTo>
                    <a:pt x="730152" y="166183"/>
                  </a:lnTo>
                  <a:lnTo>
                    <a:pt x="729204" y="167262"/>
                  </a:lnTo>
                  <a:lnTo>
                    <a:pt x="728226" y="168341"/>
                  </a:lnTo>
                  <a:lnTo>
                    <a:pt x="727244" y="169420"/>
                  </a:lnTo>
                  <a:lnTo>
                    <a:pt x="726252" y="170499"/>
                  </a:lnTo>
                  <a:lnTo>
                    <a:pt x="725261" y="171578"/>
                  </a:lnTo>
                  <a:lnTo>
                    <a:pt x="724271" y="172657"/>
                  </a:lnTo>
                  <a:lnTo>
                    <a:pt x="723297" y="173736"/>
                  </a:lnTo>
                  <a:lnTo>
                    <a:pt x="722332" y="174816"/>
                  </a:lnTo>
                  <a:lnTo>
                    <a:pt x="721392" y="175895"/>
                  </a:lnTo>
                  <a:lnTo>
                    <a:pt x="720480" y="176974"/>
                  </a:lnTo>
                  <a:lnTo>
                    <a:pt x="719589" y="178053"/>
                  </a:lnTo>
                  <a:lnTo>
                    <a:pt x="718755" y="179132"/>
                  </a:lnTo>
                  <a:lnTo>
                    <a:pt x="717944" y="180211"/>
                  </a:lnTo>
                  <a:lnTo>
                    <a:pt x="717198" y="181290"/>
                  </a:lnTo>
                  <a:lnTo>
                    <a:pt x="716500" y="182369"/>
                  </a:lnTo>
                  <a:lnTo>
                    <a:pt x="715848" y="183448"/>
                  </a:lnTo>
                  <a:lnTo>
                    <a:pt x="715287" y="184528"/>
                  </a:lnTo>
                  <a:lnTo>
                    <a:pt x="714761" y="185607"/>
                  </a:lnTo>
                  <a:lnTo>
                    <a:pt x="714343" y="186686"/>
                  </a:lnTo>
                  <a:lnTo>
                    <a:pt x="713985" y="187765"/>
                  </a:lnTo>
                  <a:lnTo>
                    <a:pt x="713705" y="188844"/>
                  </a:lnTo>
                  <a:lnTo>
                    <a:pt x="713537" y="189923"/>
                  </a:lnTo>
                  <a:lnTo>
                    <a:pt x="713416" y="191002"/>
                  </a:lnTo>
                  <a:lnTo>
                    <a:pt x="713447" y="192081"/>
                  </a:lnTo>
                  <a:lnTo>
                    <a:pt x="713542" y="193160"/>
                  </a:lnTo>
                  <a:lnTo>
                    <a:pt x="713747" y="194240"/>
                  </a:lnTo>
                  <a:lnTo>
                    <a:pt x="714075" y="195319"/>
                  </a:lnTo>
                  <a:lnTo>
                    <a:pt x="714462" y="196398"/>
                  </a:lnTo>
                  <a:lnTo>
                    <a:pt x="715038" y="197477"/>
                  </a:lnTo>
                  <a:lnTo>
                    <a:pt x="715676" y="198556"/>
                  </a:lnTo>
                  <a:lnTo>
                    <a:pt x="716454" y="199635"/>
                  </a:lnTo>
                  <a:lnTo>
                    <a:pt x="717357" y="200714"/>
                  </a:lnTo>
                  <a:lnTo>
                    <a:pt x="718340" y="201793"/>
                  </a:lnTo>
                  <a:lnTo>
                    <a:pt x="719518" y="202872"/>
                  </a:lnTo>
                  <a:lnTo>
                    <a:pt x="720761" y="203952"/>
                  </a:lnTo>
                  <a:lnTo>
                    <a:pt x="722171" y="205031"/>
                  </a:lnTo>
                  <a:lnTo>
                    <a:pt x="723698" y="206110"/>
                  </a:lnTo>
                  <a:lnTo>
                    <a:pt x="725324" y="207189"/>
                  </a:lnTo>
                  <a:lnTo>
                    <a:pt x="727137" y="208268"/>
                  </a:lnTo>
                  <a:lnTo>
                    <a:pt x="729019" y="209347"/>
                  </a:lnTo>
                  <a:lnTo>
                    <a:pt x="731083" y="210426"/>
                  </a:lnTo>
                  <a:lnTo>
                    <a:pt x="733250" y="211505"/>
                  </a:lnTo>
                  <a:lnTo>
                    <a:pt x="735531" y="212585"/>
                  </a:lnTo>
                  <a:lnTo>
                    <a:pt x="737980" y="213664"/>
                  </a:lnTo>
                  <a:lnTo>
                    <a:pt x="740496" y="214743"/>
                  </a:lnTo>
                  <a:lnTo>
                    <a:pt x="743201" y="215822"/>
                  </a:lnTo>
                  <a:lnTo>
                    <a:pt x="745990" y="216901"/>
                  </a:lnTo>
                  <a:lnTo>
                    <a:pt x="748899" y="217980"/>
                  </a:lnTo>
                  <a:lnTo>
                    <a:pt x="751951" y="219059"/>
                  </a:lnTo>
                  <a:lnTo>
                    <a:pt x="755063" y="220138"/>
                  </a:lnTo>
                  <a:lnTo>
                    <a:pt x="758359" y="221217"/>
                  </a:lnTo>
                  <a:lnTo>
                    <a:pt x="761716" y="222297"/>
                  </a:lnTo>
                  <a:lnTo>
                    <a:pt x="765191" y="223376"/>
                  </a:lnTo>
                  <a:lnTo>
                    <a:pt x="768776" y="224455"/>
                  </a:lnTo>
                  <a:lnTo>
                    <a:pt x="772420" y="225534"/>
                  </a:lnTo>
                  <a:lnTo>
                    <a:pt x="776214" y="226613"/>
                  </a:lnTo>
                  <a:lnTo>
                    <a:pt x="780054" y="227692"/>
                  </a:lnTo>
                  <a:lnTo>
                    <a:pt x="783998" y="228771"/>
                  </a:lnTo>
                  <a:lnTo>
                    <a:pt x="788018" y="229850"/>
                  </a:lnTo>
                  <a:lnTo>
                    <a:pt x="792091" y="230929"/>
                  </a:lnTo>
                  <a:lnTo>
                    <a:pt x="796267" y="232009"/>
                  </a:lnTo>
                  <a:lnTo>
                    <a:pt x="800475" y="233088"/>
                  </a:lnTo>
                  <a:lnTo>
                    <a:pt x="804761" y="234167"/>
                  </a:lnTo>
                  <a:lnTo>
                    <a:pt x="809089" y="235246"/>
                  </a:lnTo>
                  <a:lnTo>
                    <a:pt x="810813" y="235672"/>
                  </a:lnTo>
                  <a:lnTo>
                    <a:pt x="813457" y="236325"/>
                  </a:lnTo>
                  <a:lnTo>
                    <a:pt x="817878" y="237404"/>
                  </a:lnTo>
                  <a:lnTo>
                    <a:pt x="822316" y="238483"/>
                  </a:lnTo>
                  <a:lnTo>
                    <a:pt x="826794" y="239562"/>
                  </a:lnTo>
                  <a:lnTo>
                    <a:pt x="831285" y="240641"/>
                  </a:lnTo>
                  <a:lnTo>
                    <a:pt x="835791" y="241721"/>
                  </a:lnTo>
                  <a:lnTo>
                    <a:pt x="840303" y="242800"/>
                  </a:lnTo>
                  <a:lnTo>
                    <a:pt x="844817" y="243879"/>
                  </a:lnTo>
                  <a:lnTo>
                    <a:pt x="849322" y="244958"/>
                  </a:lnTo>
                  <a:lnTo>
                    <a:pt x="853815" y="246037"/>
                  </a:lnTo>
                  <a:lnTo>
                    <a:pt x="858289" y="247116"/>
                  </a:lnTo>
                  <a:lnTo>
                    <a:pt x="862730" y="248195"/>
                  </a:lnTo>
                  <a:lnTo>
                    <a:pt x="867156" y="249274"/>
                  </a:lnTo>
                  <a:lnTo>
                    <a:pt x="871513" y="250353"/>
                  </a:lnTo>
                  <a:lnTo>
                    <a:pt x="875843" y="251433"/>
                  </a:lnTo>
                  <a:lnTo>
                    <a:pt x="880112" y="252512"/>
                  </a:lnTo>
                  <a:lnTo>
                    <a:pt x="884316" y="253591"/>
                  </a:lnTo>
                  <a:lnTo>
                    <a:pt x="888479" y="254670"/>
                  </a:lnTo>
                  <a:lnTo>
                    <a:pt x="892527" y="255749"/>
                  </a:lnTo>
                  <a:lnTo>
                    <a:pt x="896531" y="256828"/>
                  </a:lnTo>
                  <a:lnTo>
                    <a:pt x="900427" y="257907"/>
                  </a:lnTo>
                  <a:lnTo>
                    <a:pt x="904234" y="258986"/>
                  </a:lnTo>
                  <a:lnTo>
                    <a:pt x="907970" y="260065"/>
                  </a:lnTo>
                  <a:lnTo>
                    <a:pt x="911554" y="261145"/>
                  </a:lnTo>
                  <a:lnTo>
                    <a:pt x="915081" y="262224"/>
                  </a:lnTo>
                  <a:lnTo>
                    <a:pt x="918448" y="263303"/>
                  </a:lnTo>
                  <a:lnTo>
                    <a:pt x="921716" y="264382"/>
                  </a:lnTo>
                  <a:lnTo>
                    <a:pt x="924876" y="265461"/>
                  </a:lnTo>
                  <a:lnTo>
                    <a:pt x="927861" y="266540"/>
                  </a:lnTo>
                  <a:lnTo>
                    <a:pt x="930777" y="267619"/>
                  </a:lnTo>
                  <a:lnTo>
                    <a:pt x="933483" y="268698"/>
                  </a:lnTo>
                  <a:lnTo>
                    <a:pt x="936088" y="269777"/>
                  </a:lnTo>
                  <a:lnTo>
                    <a:pt x="938549" y="270857"/>
                  </a:lnTo>
                  <a:lnTo>
                    <a:pt x="940826" y="271936"/>
                  </a:lnTo>
                  <a:lnTo>
                    <a:pt x="943023" y="273015"/>
                  </a:lnTo>
                  <a:lnTo>
                    <a:pt x="944965" y="274094"/>
                  </a:lnTo>
                  <a:lnTo>
                    <a:pt x="946813" y="275173"/>
                  </a:lnTo>
                  <a:lnTo>
                    <a:pt x="948484" y="276252"/>
                  </a:lnTo>
                  <a:lnTo>
                    <a:pt x="949972" y="277331"/>
                  </a:lnTo>
                  <a:lnTo>
                    <a:pt x="951365" y="278410"/>
                  </a:lnTo>
                  <a:lnTo>
                    <a:pt x="952485" y="279489"/>
                  </a:lnTo>
                  <a:lnTo>
                    <a:pt x="953516" y="280569"/>
                  </a:lnTo>
                  <a:lnTo>
                    <a:pt x="954341" y="281648"/>
                  </a:lnTo>
                  <a:lnTo>
                    <a:pt x="954996" y="282727"/>
                  </a:lnTo>
                  <a:lnTo>
                    <a:pt x="955533" y="283806"/>
                  </a:lnTo>
                  <a:lnTo>
                    <a:pt x="955729" y="284562"/>
                  </a:lnTo>
                  <a:lnTo>
                    <a:pt x="955812" y="284885"/>
                  </a:lnTo>
                  <a:lnTo>
                    <a:pt x="956002" y="285964"/>
                  </a:lnTo>
                  <a:lnTo>
                    <a:pt x="955965" y="287043"/>
                  </a:lnTo>
                  <a:lnTo>
                    <a:pt x="955780" y="288122"/>
                  </a:lnTo>
                  <a:lnTo>
                    <a:pt x="955459" y="289201"/>
                  </a:lnTo>
                  <a:lnTo>
                    <a:pt x="954907" y="290281"/>
                  </a:lnTo>
                  <a:lnTo>
                    <a:pt x="954268" y="291360"/>
                  </a:lnTo>
                  <a:lnTo>
                    <a:pt x="953394" y="292439"/>
                  </a:lnTo>
                  <a:lnTo>
                    <a:pt x="952399" y="293518"/>
                  </a:lnTo>
                  <a:lnTo>
                    <a:pt x="951258" y="294597"/>
                  </a:lnTo>
                  <a:lnTo>
                    <a:pt x="949920" y="295676"/>
                  </a:lnTo>
                  <a:lnTo>
                    <a:pt x="948503" y="296755"/>
                  </a:lnTo>
                  <a:lnTo>
                    <a:pt x="946855" y="297834"/>
                  </a:lnTo>
                  <a:lnTo>
                    <a:pt x="945116" y="298913"/>
                  </a:lnTo>
                  <a:lnTo>
                    <a:pt x="943230" y="299993"/>
                  </a:lnTo>
                  <a:lnTo>
                    <a:pt x="941187" y="301072"/>
                  </a:lnTo>
                  <a:lnTo>
                    <a:pt x="939075" y="302151"/>
                  </a:lnTo>
                  <a:lnTo>
                    <a:pt x="936751" y="303230"/>
                  </a:lnTo>
                  <a:lnTo>
                    <a:pt x="934364" y="304309"/>
                  </a:lnTo>
                  <a:lnTo>
                    <a:pt x="931842" y="305388"/>
                  </a:lnTo>
                  <a:lnTo>
                    <a:pt x="929205" y="306467"/>
                  </a:lnTo>
                  <a:lnTo>
                    <a:pt x="926499" y="307546"/>
                  </a:lnTo>
                  <a:lnTo>
                    <a:pt x="923636" y="308625"/>
                  </a:lnTo>
                  <a:lnTo>
                    <a:pt x="920725" y="309705"/>
                  </a:lnTo>
                  <a:lnTo>
                    <a:pt x="917700" y="310784"/>
                  </a:lnTo>
                  <a:lnTo>
                    <a:pt x="914601" y="311863"/>
                  </a:lnTo>
                  <a:lnTo>
                    <a:pt x="911442" y="312942"/>
                  </a:lnTo>
                  <a:lnTo>
                    <a:pt x="908181" y="314021"/>
                  </a:lnTo>
                  <a:lnTo>
                    <a:pt x="904888" y="315100"/>
                  </a:lnTo>
                  <a:lnTo>
                    <a:pt x="901514" y="316179"/>
                  </a:lnTo>
                  <a:lnTo>
                    <a:pt x="898100" y="317258"/>
                  </a:lnTo>
                  <a:lnTo>
                    <a:pt x="894644" y="318337"/>
                  </a:lnTo>
                  <a:lnTo>
                    <a:pt x="891138" y="319417"/>
                  </a:lnTo>
                  <a:lnTo>
                    <a:pt x="887615" y="320496"/>
                  </a:lnTo>
                  <a:lnTo>
                    <a:pt x="884052" y="321575"/>
                  </a:lnTo>
                  <a:lnTo>
                    <a:pt x="880478" y="322654"/>
                  </a:lnTo>
                  <a:lnTo>
                    <a:pt x="876888" y="323733"/>
                  </a:lnTo>
                  <a:lnTo>
                    <a:pt x="873292" y="324812"/>
                  </a:lnTo>
                  <a:lnTo>
                    <a:pt x="869693" y="325891"/>
                  </a:lnTo>
                  <a:lnTo>
                    <a:pt x="866102" y="326970"/>
                  </a:lnTo>
                  <a:lnTo>
                    <a:pt x="862519" y="328049"/>
                  </a:lnTo>
                  <a:lnTo>
                    <a:pt x="859285" y="329028"/>
                  </a:lnTo>
                  <a:lnTo>
                    <a:pt x="858953" y="329129"/>
                  </a:lnTo>
                  <a:lnTo>
                    <a:pt x="855413" y="330208"/>
                  </a:lnTo>
                  <a:lnTo>
                    <a:pt x="851887" y="331287"/>
                  </a:lnTo>
                  <a:lnTo>
                    <a:pt x="848416" y="332366"/>
                  </a:lnTo>
                  <a:lnTo>
                    <a:pt x="844966" y="333445"/>
                  </a:lnTo>
                  <a:lnTo>
                    <a:pt x="841567" y="334524"/>
                  </a:lnTo>
                  <a:lnTo>
                    <a:pt x="838218" y="335603"/>
                  </a:lnTo>
                  <a:lnTo>
                    <a:pt x="834903" y="336682"/>
                  </a:lnTo>
                  <a:lnTo>
                    <a:pt x="831675" y="337761"/>
                  </a:lnTo>
                  <a:lnTo>
                    <a:pt x="828480" y="338841"/>
                  </a:lnTo>
                  <a:lnTo>
                    <a:pt x="825370" y="339920"/>
                  </a:lnTo>
                  <a:lnTo>
                    <a:pt x="822322" y="340999"/>
                  </a:lnTo>
                  <a:lnTo>
                    <a:pt x="819331" y="342078"/>
                  </a:lnTo>
                  <a:lnTo>
                    <a:pt x="816446" y="343157"/>
                  </a:lnTo>
                  <a:lnTo>
                    <a:pt x="813602" y="344236"/>
                  </a:lnTo>
                  <a:lnTo>
                    <a:pt x="810874" y="345315"/>
                  </a:lnTo>
                  <a:lnTo>
                    <a:pt x="808210" y="346394"/>
                  </a:lnTo>
                  <a:lnTo>
                    <a:pt x="805624" y="347473"/>
                  </a:lnTo>
                  <a:lnTo>
                    <a:pt x="803151" y="348553"/>
                  </a:lnTo>
                  <a:lnTo>
                    <a:pt x="800724" y="349632"/>
                  </a:lnTo>
                  <a:lnTo>
                    <a:pt x="798436" y="350711"/>
                  </a:lnTo>
                  <a:lnTo>
                    <a:pt x="796208" y="351790"/>
                  </a:lnTo>
                  <a:lnTo>
                    <a:pt x="794074" y="352869"/>
                  </a:lnTo>
                  <a:lnTo>
                    <a:pt x="792048" y="353948"/>
                  </a:lnTo>
                  <a:lnTo>
                    <a:pt x="790070" y="355027"/>
                  </a:lnTo>
                  <a:lnTo>
                    <a:pt x="788245" y="356106"/>
                  </a:lnTo>
                  <a:lnTo>
                    <a:pt x="786469" y="357185"/>
                  </a:lnTo>
                  <a:lnTo>
                    <a:pt x="784797" y="358265"/>
                  </a:lnTo>
                  <a:lnTo>
                    <a:pt x="783219" y="359344"/>
                  </a:lnTo>
                  <a:lnTo>
                    <a:pt x="781697" y="360423"/>
                  </a:lnTo>
                  <a:lnTo>
                    <a:pt x="780312" y="361502"/>
                  </a:lnTo>
                  <a:lnTo>
                    <a:pt x="778971" y="362581"/>
                  </a:lnTo>
                  <a:lnTo>
                    <a:pt x="777735" y="363660"/>
                  </a:lnTo>
                  <a:lnTo>
                    <a:pt x="776574" y="364739"/>
                  </a:lnTo>
                  <a:lnTo>
                    <a:pt x="775472" y="365818"/>
                  </a:lnTo>
                  <a:lnTo>
                    <a:pt x="774480" y="366897"/>
                  </a:lnTo>
                  <a:lnTo>
                    <a:pt x="773526" y="367977"/>
                  </a:lnTo>
                  <a:lnTo>
                    <a:pt x="772668" y="369056"/>
                  </a:lnTo>
                  <a:lnTo>
                    <a:pt x="771864" y="370135"/>
                  </a:lnTo>
                  <a:lnTo>
                    <a:pt x="771114" y="371214"/>
                  </a:lnTo>
                  <a:lnTo>
                    <a:pt x="770442" y="372293"/>
                  </a:lnTo>
                  <a:lnTo>
                    <a:pt x="769800" y="373372"/>
                  </a:lnTo>
                  <a:lnTo>
                    <a:pt x="769235" y="374451"/>
                  </a:lnTo>
                  <a:lnTo>
                    <a:pt x="768701" y="375530"/>
                  </a:lnTo>
                  <a:lnTo>
                    <a:pt x="768211" y="376609"/>
                  </a:lnTo>
                  <a:lnTo>
                    <a:pt x="767767" y="377689"/>
                  </a:lnTo>
                  <a:lnTo>
                    <a:pt x="767341" y="378768"/>
                  </a:lnTo>
                  <a:lnTo>
                    <a:pt x="766964" y="379847"/>
                  </a:lnTo>
                  <a:lnTo>
                    <a:pt x="766600" y="380926"/>
                  </a:lnTo>
                  <a:lnTo>
                    <a:pt x="766259" y="382005"/>
                  </a:lnTo>
                  <a:lnTo>
                    <a:pt x="765935" y="383084"/>
                  </a:lnTo>
                  <a:lnTo>
                    <a:pt x="765618" y="384163"/>
                  </a:lnTo>
                  <a:lnTo>
                    <a:pt x="765312" y="385242"/>
                  </a:lnTo>
                  <a:lnTo>
                    <a:pt x="765005" y="386321"/>
                  </a:lnTo>
                  <a:lnTo>
                    <a:pt x="764697" y="387401"/>
                  </a:lnTo>
                  <a:lnTo>
                    <a:pt x="764379" y="388480"/>
                  </a:lnTo>
                  <a:lnTo>
                    <a:pt x="764055" y="389559"/>
                  </a:lnTo>
                  <a:lnTo>
                    <a:pt x="763705" y="390638"/>
                  </a:lnTo>
                  <a:lnTo>
                    <a:pt x="763344" y="391717"/>
                  </a:lnTo>
                  <a:lnTo>
                    <a:pt x="762950" y="392796"/>
                  </a:lnTo>
                  <a:lnTo>
                    <a:pt x="762528" y="393875"/>
                  </a:lnTo>
                  <a:lnTo>
                    <a:pt x="762082" y="394954"/>
                  </a:lnTo>
                  <a:lnTo>
                    <a:pt x="761581" y="396033"/>
                  </a:lnTo>
                  <a:lnTo>
                    <a:pt x="761058" y="397113"/>
                  </a:lnTo>
                  <a:lnTo>
                    <a:pt x="760471" y="398192"/>
                  </a:lnTo>
                  <a:lnTo>
                    <a:pt x="759845" y="399271"/>
                  </a:lnTo>
                  <a:lnTo>
                    <a:pt x="759172" y="400350"/>
                  </a:lnTo>
                  <a:lnTo>
                    <a:pt x="758426" y="401429"/>
                  </a:lnTo>
                  <a:lnTo>
                    <a:pt x="757649" y="402508"/>
                  </a:lnTo>
                  <a:lnTo>
                    <a:pt x="756778" y="403587"/>
                  </a:lnTo>
                  <a:lnTo>
                    <a:pt x="755862" y="404666"/>
                  </a:lnTo>
                  <a:lnTo>
                    <a:pt x="754879" y="405745"/>
                  </a:lnTo>
                  <a:lnTo>
                    <a:pt x="753812" y="406825"/>
                  </a:lnTo>
                  <a:lnTo>
                    <a:pt x="752708" y="407904"/>
                  </a:lnTo>
                  <a:lnTo>
                    <a:pt x="751483" y="408983"/>
                  </a:lnTo>
                  <a:lnTo>
                    <a:pt x="750215" y="410062"/>
                  </a:lnTo>
                  <a:lnTo>
                    <a:pt x="748860" y="411141"/>
                  </a:lnTo>
                  <a:lnTo>
                    <a:pt x="747421" y="412220"/>
                  </a:lnTo>
                  <a:lnTo>
                    <a:pt x="745933" y="413299"/>
                  </a:lnTo>
                  <a:lnTo>
                    <a:pt x="744317" y="414378"/>
                  </a:lnTo>
                  <a:lnTo>
                    <a:pt x="742658" y="415458"/>
                  </a:lnTo>
                  <a:lnTo>
                    <a:pt x="740898" y="416537"/>
                  </a:lnTo>
                  <a:lnTo>
                    <a:pt x="739059" y="417616"/>
                  </a:lnTo>
                  <a:lnTo>
                    <a:pt x="737161" y="418695"/>
                  </a:lnTo>
                  <a:lnTo>
                    <a:pt x="735142" y="419774"/>
                  </a:lnTo>
                  <a:lnTo>
                    <a:pt x="733080" y="420853"/>
                  </a:lnTo>
                  <a:lnTo>
                    <a:pt x="730908" y="421932"/>
                  </a:lnTo>
                  <a:lnTo>
                    <a:pt x="728669" y="423011"/>
                  </a:lnTo>
                  <a:lnTo>
                    <a:pt x="726363" y="424090"/>
                  </a:lnTo>
                  <a:lnTo>
                    <a:pt x="723951" y="425170"/>
                  </a:lnTo>
                  <a:lnTo>
                    <a:pt x="721498" y="426249"/>
                  </a:lnTo>
                  <a:lnTo>
                    <a:pt x="718935" y="427328"/>
                  </a:lnTo>
                  <a:lnTo>
                    <a:pt x="716319" y="428407"/>
                  </a:lnTo>
                  <a:lnTo>
                    <a:pt x="713634" y="429486"/>
                  </a:lnTo>
                  <a:lnTo>
                    <a:pt x="710863" y="430565"/>
                  </a:lnTo>
                  <a:lnTo>
                    <a:pt x="708056" y="431644"/>
                  </a:lnTo>
                  <a:lnTo>
                    <a:pt x="705146" y="432723"/>
                  </a:lnTo>
                  <a:lnTo>
                    <a:pt x="702198" y="433802"/>
                  </a:lnTo>
                  <a:lnTo>
                    <a:pt x="699186" y="434882"/>
                  </a:lnTo>
                  <a:lnTo>
                    <a:pt x="696109" y="435961"/>
                  </a:lnTo>
                  <a:lnTo>
                    <a:pt x="693001" y="437040"/>
                  </a:lnTo>
                  <a:lnTo>
                    <a:pt x="689808" y="438119"/>
                  </a:lnTo>
                  <a:lnTo>
                    <a:pt x="686591" y="439198"/>
                  </a:lnTo>
                  <a:lnTo>
                    <a:pt x="683318" y="440277"/>
                  </a:lnTo>
                  <a:lnTo>
                    <a:pt x="680004" y="441356"/>
                  </a:lnTo>
                  <a:lnTo>
                    <a:pt x="676663" y="442435"/>
                  </a:lnTo>
                  <a:lnTo>
                    <a:pt x="673266" y="443514"/>
                  </a:lnTo>
                  <a:lnTo>
                    <a:pt x="669854" y="444594"/>
                  </a:lnTo>
                  <a:lnTo>
                    <a:pt x="666402" y="445673"/>
                  </a:lnTo>
                  <a:lnTo>
                    <a:pt x="662928" y="446752"/>
                  </a:lnTo>
                  <a:lnTo>
                    <a:pt x="659435" y="447831"/>
                  </a:lnTo>
                  <a:lnTo>
                    <a:pt x="655916" y="448910"/>
                  </a:lnTo>
                  <a:lnTo>
                    <a:pt x="652389" y="449989"/>
                  </a:lnTo>
                  <a:lnTo>
                    <a:pt x="648843" y="451068"/>
                  </a:lnTo>
                  <a:lnTo>
                    <a:pt x="645292" y="452147"/>
                  </a:lnTo>
                  <a:lnTo>
                    <a:pt x="641734" y="453226"/>
                  </a:lnTo>
                  <a:lnTo>
                    <a:pt x="638174" y="454306"/>
                  </a:lnTo>
                  <a:lnTo>
                    <a:pt x="634614" y="455385"/>
                  </a:lnTo>
                  <a:lnTo>
                    <a:pt x="631060" y="456464"/>
                  </a:lnTo>
                  <a:lnTo>
                    <a:pt x="627513" y="457543"/>
                  </a:lnTo>
                  <a:lnTo>
                    <a:pt x="623974" y="458622"/>
                  </a:lnTo>
                  <a:lnTo>
                    <a:pt x="620453" y="459701"/>
                  </a:lnTo>
                  <a:lnTo>
                    <a:pt x="616939" y="460780"/>
                  </a:lnTo>
                  <a:lnTo>
                    <a:pt x="613457" y="461859"/>
                  </a:lnTo>
                  <a:lnTo>
                    <a:pt x="609989" y="462938"/>
                  </a:lnTo>
                  <a:lnTo>
                    <a:pt x="606547" y="464018"/>
                  </a:lnTo>
                  <a:lnTo>
                    <a:pt x="603136" y="465097"/>
                  </a:lnTo>
                  <a:lnTo>
                    <a:pt x="599742" y="466176"/>
                  </a:lnTo>
                  <a:lnTo>
                    <a:pt x="596401" y="467255"/>
                  </a:lnTo>
                  <a:lnTo>
                    <a:pt x="593078" y="468334"/>
                  </a:lnTo>
                  <a:lnTo>
                    <a:pt x="589800" y="469413"/>
                  </a:lnTo>
                  <a:lnTo>
                    <a:pt x="586562" y="470492"/>
                  </a:lnTo>
                  <a:lnTo>
                    <a:pt x="583351" y="471571"/>
                  </a:lnTo>
                  <a:lnTo>
                    <a:pt x="580205" y="472650"/>
                  </a:lnTo>
                  <a:lnTo>
                    <a:pt x="577083" y="473730"/>
                  </a:lnTo>
                  <a:lnTo>
                    <a:pt x="574023" y="474809"/>
                  </a:lnTo>
                  <a:lnTo>
                    <a:pt x="571005" y="475888"/>
                  </a:lnTo>
                  <a:lnTo>
                    <a:pt x="568027" y="476967"/>
                  </a:lnTo>
                  <a:lnTo>
                    <a:pt x="565120" y="478046"/>
                  </a:lnTo>
                  <a:lnTo>
                    <a:pt x="562240" y="479125"/>
                  </a:lnTo>
                  <a:lnTo>
                    <a:pt x="559438" y="480204"/>
                  </a:lnTo>
                  <a:lnTo>
                    <a:pt x="556676" y="481283"/>
                  </a:lnTo>
                  <a:lnTo>
                    <a:pt x="553966" y="482362"/>
                  </a:lnTo>
                  <a:lnTo>
                    <a:pt x="551327" y="483442"/>
                  </a:lnTo>
                  <a:lnTo>
                    <a:pt x="548717" y="484521"/>
                  </a:lnTo>
                  <a:lnTo>
                    <a:pt x="546198" y="485600"/>
                  </a:lnTo>
                  <a:lnTo>
                    <a:pt x="543714" y="486679"/>
                  </a:lnTo>
                  <a:lnTo>
                    <a:pt x="541292" y="487758"/>
                  </a:lnTo>
                  <a:lnTo>
                    <a:pt x="538937" y="488837"/>
                  </a:lnTo>
                  <a:lnTo>
                    <a:pt x="536613" y="489916"/>
                  </a:lnTo>
                  <a:lnTo>
                    <a:pt x="534388" y="490995"/>
                  </a:lnTo>
                  <a:lnTo>
                    <a:pt x="532192" y="492074"/>
                  </a:lnTo>
                  <a:lnTo>
                    <a:pt x="530065" y="493154"/>
                  </a:lnTo>
                  <a:lnTo>
                    <a:pt x="527999" y="494233"/>
                  </a:lnTo>
                  <a:lnTo>
                    <a:pt x="525970" y="495312"/>
                  </a:lnTo>
                  <a:lnTo>
                    <a:pt x="524031" y="496391"/>
                  </a:lnTo>
                  <a:lnTo>
                    <a:pt x="522122" y="497470"/>
                  </a:lnTo>
                  <a:lnTo>
                    <a:pt x="520287" y="498549"/>
                  </a:lnTo>
                  <a:lnTo>
                    <a:pt x="518503" y="499628"/>
                  </a:lnTo>
                  <a:lnTo>
                    <a:pt x="516761" y="500707"/>
                  </a:lnTo>
                  <a:lnTo>
                    <a:pt x="515099" y="501786"/>
                  </a:lnTo>
                  <a:lnTo>
                    <a:pt x="513466" y="502866"/>
                  </a:lnTo>
                  <a:lnTo>
                    <a:pt x="511908" y="503945"/>
                  </a:lnTo>
                  <a:lnTo>
                    <a:pt x="510392" y="505024"/>
                  </a:lnTo>
                  <a:lnTo>
                    <a:pt x="508922" y="506103"/>
                  </a:lnTo>
                  <a:lnTo>
                    <a:pt x="507520" y="507182"/>
                  </a:lnTo>
                  <a:lnTo>
                    <a:pt x="506144" y="508261"/>
                  </a:lnTo>
                  <a:lnTo>
                    <a:pt x="504843" y="509340"/>
                  </a:lnTo>
                  <a:lnTo>
                    <a:pt x="503575" y="510419"/>
                  </a:lnTo>
                  <a:lnTo>
                    <a:pt x="502354" y="511498"/>
                  </a:lnTo>
                  <a:lnTo>
                    <a:pt x="501189" y="512578"/>
                  </a:lnTo>
                  <a:lnTo>
                    <a:pt x="500048" y="513657"/>
                  </a:lnTo>
                  <a:lnTo>
                    <a:pt x="498979" y="514736"/>
                  </a:lnTo>
                  <a:lnTo>
                    <a:pt x="497934" y="515815"/>
                  </a:lnTo>
                  <a:lnTo>
                    <a:pt x="496937" y="516894"/>
                  </a:lnTo>
                  <a:lnTo>
                    <a:pt x="495983" y="517973"/>
                  </a:lnTo>
                  <a:lnTo>
                    <a:pt x="495054" y="519052"/>
                  </a:lnTo>
                  <a:lnTo>
                    <a:pt x="494187" y="520131"/>
                  </a:lnTo>
                  <a:lnTo>
                    <a:pt x="493339" y="521210"/>
                  </a:lnTo>
                  <a:lnTo>
                    <a:pt x="492536" y="522290"/>
                  </a:lnTo>
                  <a:lnTo>
                    <a:pt x="491768" y="523369"/>
                  </a:lnTo>
                  <a:lnTo>
                    <a:pt x="491024" y="524448"/>
                  </a:lnTo>
                  <a:lnTo>
                    <a:pt x="490330" y="525527"/>
                  </a:lnTo>
                  <a:lnTo>
                    <a:pt x="489652" y="526606"/>
                  </a:lnTo>
                  <a:lnTo>
                    <a:pt x="489016" y="527685"/>
                  </a:lnTo>
                  <a:lnTo>
                    <a:pt x="488406" y="528764"/>
                  </a:lnTo>
                  <a:lnTo>
                    <a:pt x="487820" y="529843"/>
                  </a:lnTo>
                  <a:lnTo>
                    <a:pt x="487272" y="530922"/>
                  </a:lnTo>
                  <a:lnTo>
                    <a:pt x="486738" y="532002"/>
                  </a:lnTo>
                  <a:lnTo>
                    <a:pt x="486242" y="533081"/>
                  </a:lnTo>
                  <a:lnTo>
                    <a:pt x="485764" y="534160"/>
                  </a:lnTo>
                  <a:lnTo>
                    <a:pt x="485309" y="535239"/>
                  </a:lnTo>
                  <a:lnTo>
                    <a:pt x="484883" y="536318"/>
                  </a:lnTo>
                  <a:lnTo>
                    <a:pt x="484469" y="537397"/>
                  </a:lnTo>
                  <a:lnTo>
                    <a:pt x="484087" y="538476"/>
                  </a:lnTo>
                  <a:lnTo>
                    <a:pt x="483719" y="539555"/>
                  </a:lnTo>
                  <a:lnTo>
                    <a:pt x="483371" y="540634"/>
                  </a:lnTo>
                  <a:lnTo>
                    <a:pt x="483044" y="541714"/>
                  </a:lnTo>
                  <a:lnTo>
                    <a:pt x="482727" y="542793"/>
                  </a:lnTo>
                  <a:lnTo>
                    <a:pt x="482439" y="543872"/>
                  </a:lnTo>
                  <a:lnTo>
                    <a:pt x="482158" y="544951"/>
                  </a:lnTo>
                  <a:lnTo>
                    <a:pt x="481896" y="546030"/>
                  </a:lnTo>
                  <a:lnTo>
                    <a:pt x="481649" y="547109"/>
                  </a:lnTo>
                  <a:lnTo>
                    <a:pt x="481412" y="548188"/>
                  </a:lnTo>
                  <a:lnTo>
                    <a:pt x="481195" y="549267"/>
                  </a:lnTo>
                  <a:lnTo>
                    <a:pt x="480985" y="550346"/>
                  </a:lnTo>
                  <a:lnTo>
                    <a:pt x="480790" y="55142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86475" y="2409397"/>
              <a:ext cx="0" cy="632188"/>
            </a:xfrm>
            <a:custGeom>
              <a:avLst/>
              <a:pathLst>
                <a:path w="0" h="632188">
                  <a:moveTo>
                    <a:pt x="0" y="63218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34768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06808" y="3041586"/>
              <a:ext cx="159333" cy="435286"/>
            </a:xfrm>
            <a:custGeom>
              <a:avLst/>
              <a:pathLst>
                <a:path w="159333" h="435286">
                  <a:moveTo>
                    <a:pt x="0" y="0"/>
                  </a:moveTo>
                  <a:lnTo>
                    <a:pt x="0" y="435286"/>
                  </a:lnTo>
                  <a:lnTo>
                    <a:pt x="159333" y="43528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06808" y="347687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700" y="2412324"/>
              <a:ext cx="0" cy="216966"/>
            </a:xfrm>
            <a:custGeom>
              <a:avLst/>
              <a:pathLst>
                <a:path w="0" h="216966">
                  <a:moveTo>
                    <a:pt x="0" y="2169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3161565"/>
              <a:ext cx="0" cy="315308"/>
            </a:xfrm>
            <a:custGeom>
              <a:avLst/>
              <a:pathLst>
                <a:path w="0" h="315308">
                  <a:moveTo>
                    <a:pt x="0" y="0"/>
                  </a:moveTo>
                  <a:lnTo>
                    <a:pt x="0" y="31530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69033" y="2629290"/>
              <a:ext cx="159333" cy="532274"/>
            </a:xfrm>
            <a:custGeom>
              <a:avLst/>
              <a:pathLst>
                <a:path w="159333" h="532274">
                  <a:moveTo>
                    <a:pt x="0" y="0"/>
                  </a:moveTo>
                  <a:lnTo>
                    <a:pt x="0" y="532274"/>
                  </a:lnTo>
                  <a:lnTo>
                    <a:pt x="159333" y="53227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033" y="2846257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0925" y="2572478"/>
              <a:ext cx="0" cy="283695"/>
            </a:xfrm>
            <a:custGeom>
              <a:avLst/>
              <a:pathLst>
                <a:path w="0" h="283695">
                  <a:moveTo>
                    <a:pt x="0" y="2836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3197357"/>
              <a:ext cx="0" cy="279515"/>
            </a:xfrm>
            <a:custGeom>
              <a:avLst/>
              <a:pathLst>
                <a:path w="0" h="279515">
                  <a:moveTo>
                    <a:pt x="0" y="0"/>
                  </a:moveTo>
                  <a:lnTo>
                    <a:pt x="0" y="2795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31258" y="2856173"/>
              <a:ext cx="159333" cy="341184"/>
            </a:xfrm>
            <a:custGeom>
              <a:avLst/>
              <a:pathLst>
                <a:path w="159333" h="341184">
                  <a:moveTo>
                    <a:pt x="0" y="0"/>
                  </a:moveTo>
                  <a:lnTo>
                    <a:pt x="0" y="341184"/>
                  </a:lnTo>
                  <a:lnTo>
                    <a:pt x="159333" y="34118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1258" y="309884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73149" y="2796636"/>
              <a:ext cx="0" cy="93114"/>
            </a:xfrm>
            <a:custGeom>
              <a:avLst/>
              <a:pathLst>
                <a:path w="0" h="93114">
                  <a:moveTo>
                    <a:pt x="0" y="931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2983107"/>
              <a:ext cx="0" cy="79839"/>
            </a:xfrm>
            <a:custGeom>
              <a:avLst/>
              <a:pathLst>
                <a:path w="0" h="79839">
                  <a:moveTo>
                    <a:pt x="0" y="0"/>
                  </a:moveTo>
                  <a:lnTo>
                    <a:pt x="0" y="7983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93482" y="2889751"/>
              <a:ext cx="159333" cy="93356"/>
            </a:xfrm>
            <a:custGeom>
              <a:avLst/>
              <a:pathLst>
                <a:path w="159333" h="93356">
                  <a:moveTo>
                    <a:pt x="0" y="0"/>
                  </a:moveTo>
                  <a:lnTo>
                    <a:pt x="0" y="93356"/>
                  </a:lnTo>
                  <a:lnTo>
                    <a:pt x="159333" y="9335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93482" y="293864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074" y="322461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15299" y="287841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77523" y="301132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39748" y="290081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224480" y="173649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710925" y="1864209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710925" y="1864209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3149" y="1864209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162256" y="186550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710925" y="1993222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8700" y="1993222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1993222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4773149" y="1477169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574908" y="1607481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710925" y="1735195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475" y="1735195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735195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55215" y="1478468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773149" y="1606182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606182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06182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100031" y="199452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648700" y="2122235"/>
              <a:ext cx="0" cy="25802"/>
            </a:xfrm>
            <a:custGeom>
              <a:avLst/>
              <a:pathLst>
                <a:path w="0" h="25802">
                  <a:moveTo>
                    <a:pt x="0" y="258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2122235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122235"/>
              <a:ext cx="0" cy="25802"/>
            </a:xfrm>
            <a:custGeom>
              <a:avLst/>
              <a:pathLst>
                <a:path w="0" h="25802">
                  <a:moveTo>
                    <a:pt x="0" y="0"/>
                  </a:moveTo>
                  <a:lnTo>
                    <a:pt x="0" y="258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24052" y="342228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4052" y="238521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134814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877140" y="347687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140" y="243980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77140" y="140273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92194" y="533115"/>
              <a:ext cx="1575236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Myocytes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2026-05-26T22:02:45Z</dcterms:modified>
  <cp:category/>
</cp:coreProperties>
</file>