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Relationship Id="rId18" Type="http://schemas.openxmlformats.org/officeDocument/2006/relationships/slide" Target="slides/slide11.xml"/>
<Relationship Id="rId19" Type="http://schemas.openxmlformats.org/officeDocument/2006/relationships/slide" Target="slides/slide1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e5e635795f051b0cd30dc4c09fef1a0276c1085f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e5e635795f051b0cd30dc4c09fef1a0276c1085f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e5e635795f051b0cd30dc4c09fef1a0276c1085f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e5e635795f051b0cd30dc4c09fef1a0276c1085f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0" y="0"/>
            <a:ext cx="5486400" cy="6858000"/>
            <a:chOff x="1828800" y="0"/>
            <a:chExt cx="5486400" cy="6858000"/>
          </a:xfrm>
        </p:grpSpPr>
        <p:sp>
          <p:nvSpPr>
            <p:cNvPr id="3" name="rc3"/>
            <p:cNvSpPr/>
            <p:nvPr/>
          </p:nvSpPr>
          <p:spPr>
            <a:xfrm>
              <a:off x="1828800" y="0"/>
              <a:ext cx="54864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0" y="0"/>
              <a:ext cx="54864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898389" y="373450"/>
              <a:ext cx="4277178" cy="5995663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3080648" y="6234883"/>
              <a:ext cx="1026028" cy="89487"/>
            </a:xfrm>
            <a:custGeom>
              <a:avLst/>
              <a:pathLst>
                <a:path w="1026028" h="89487">
                  <a:moveTo>
                    <a:pt x="25305" y="89487"/>
                  </a:moveTo>
                  <a:lnTo>
                    <a:pt x="1000723" y="89487"/>
                  </a:lnTo>
                  <a:lnTo>
                    <a:pt x="999704" y="89466"/>
                  </a:lnTo>
                  <a:lnTo>
                    <a:pt x="1003773" y="89303"/>
                  </a:lnTo>
                  <a:lnTo>
                    <a:pt x="1007763" y="88488"/>
                  </a:lnTo>
                  <a:lnTo>
                    <a:pt x="1011571" y="87044"/>
                  </a:lnTo>
                  <a:lnTo>
                    <a:pt x="1015098" y="85008"/>
                  </a:lnTo>
                  <a:lnTo>
                    <a:pt x="1018252" y="82432"/>
                  </a:lnTo>
                  <a:lnTo>
                    <a:pt x="1020953" y="79384"/>
                  </a:lnTo>
                  <a:lnTo>
                    <a:pt x="1023130" y="75942"/>
                  </a:lnTo>
                  <a:lnTo>
                    <a:pt x="1024726" y="72195"/>
                  </a:lnTo>
                  <a:lnTo>
                    <a:pt x="1025700" y="68241"/>
                  </a:lnTo>
                  <a:lnTo>
                    <a:pt x="1026028" y="64182"/>
                  </a:lnTo>
                  <a:lnTo>
                    <a:pt x="1026028" y="25305"/>
                  </a:lnTo>
                  <a:lnTo>
                    <a:pt x="1025700" y="21245"/>
                  </a:lnTo>
                  <a:lnTo>
                    <a:pt x="1024726" y="17291"/>
                  </a:lnTo>
                  <a:lnTo>
                    <a:pt x="1023130" y="13545"/>
                  </a:lnTo>
                  <a:lnTo>
                    <a:pt x="1020953" y="10103"/>
                  </a:lnTo>
                  <a:lnTo>
                    <a:pt x="1018252" y="7055"/>
                  </a:lnTo>
                  <a:lnTo>
                    <a:pt x="1015098" y="4479"/>
                  </a:lnTo>
                  <a:lnTo>
                    <a:pt x="1011571" y="2443"/>
                  </a:lnTo>
                  <a:lnTo>
                    <a:pt x="1007763" y="999"/>
                  </a:lnTo>
                  <a:lnTo>
                    <a:pt x="1003773" y="184"/>
                  </a:lnTo>
                  <a:lnTo>
                    <a:pt x="100072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3080648" y="6085737"/>
              <a:ext cx="1282535" cy="89487"/>
            </a:xfrm>
            <a:custGeom>
              <a:avLst/>
              <a:pathLst>
                <a:path w="1282535" h="89487">
                  <a:moveTo>
                    <a:pt x="25305" y="89487"/>
                  </a:moveTo>
                  <a:lnTo>
                    <a:pt x="1257230" y="89487"/>
                  </a:lnTo>
                  <a:lnTo>
                    <a:pt x="1256211" y="89466"/>
                  </a:lnTo>
                  <a:lnTo>
                    <a:pt x="1260280" y="89303"/>
                  </a:lnTo>
                  <a:lnTo>
                    <a:pt x="1264270" y="88488"/>
                  </a:lnTo>
                  <a:lnTo>
                    <a:pt x="1268078" y="87044"/>
                  </a:lnTo>
                  <a:lnTo>
                    <a:pt x="1271605" y="85008"/>
                  </a:lnTo>
                  <a:lnTo>
                    <a:pt x="1274760" y="82432"/>
                  </a:lnTo>
                  <a:lnTo>
                    <a:pt x="1277460" y="79384"/>
                  </a:lnTo>
                  <a:lnTo>
                    <a:pt x="1279637" y="75942"/>
                  </a:lnTo>
                  <a:lnTo>
                    <a:pt x="1281233" y="72195"/>
                  </a:lnTo>
                  <a:lnTo>
                    <a:pt x="1282208" y="68241"/>
                  </a:lnTo>
                  <a:lnTo>
                    <a:pt x="1282535" y="64182"/>
                  </a:lnTo>
                  <a:lnTo>
                    <a:pt x="1282535" y="25305"/>
                  </a:lnTo>
                  <a:lnTo>
                    <a:pt x="1282208" y="21245"/>
                  </a:lnTo>
                  <a:lnTo>
                    <a:pt x="1281233" y="17291"/>
                  </a:lnTo>
                  <a:lnTo>
                    <a:pt x="1279637" y="13545"/>
                  </a:lnTo>
                  <a:lnTo>
                    <a:pt x="1277460" y="10103"/>
                  </a:lnTo>
                  <a:lnTo>
                    <a:pt x="1274760" y="7055"/>
                  </a:lnTo>
                  <a:lnTo>
                    <a:pt x="1271605" y="4479"/>
                  </a:lnTo>
                  <a:lnTo>
                    <a:pt x="1268078" y="2443"/>
                  </a:lnTo>
                  <a:lnTo>
                    <a:pt x="1264270" y="999"/>
                  </a:lnTo>
                  <a:lnTo>
                    <a:pt x="1260280" y="184"/>
                  </a:lnTo>
                  <a:lnTo>
                    <a:pt x="1257230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3080648" y="5936591"/>
              <a:ext cx="1026028" cy="89487"/>
            </a:xfrm>
            <a:custGeom>
              <a:avLst/>
              <a:pathLst>
                <a:path w="1026028" h="89487">
                  <a:moveTo>
                    <a:pt x="25305" y="89487"/>
                  </a:moveTo>
                  <a:lnTo>
                    <a:pt x="1000723" y="89487"/>
                  </a:lnTo>
                  <a:lnTo>
                    <a:pt x="999704" y="89466"/>
                  </a:lnTo>
                  <a:lnTo>
                    <a:pt x="1003773" y="89303"/>
                  </a:lnTo>
                  <a:lnTo>
                    <a:pt x="1007763" y="88488"/>
                  </a:lnTo>
                  <a:lnTo>
                    <a:pt x="1011571" y="87044"/>
                  </a:lnTo>
                  <a:lnTo>
                    <a:pt x="1015098" y="85008"/>
                  </a:lnTo>
                  <a:lnTo>
                    <a:pt x="1018252" y="82432"/>
                  </a:lnTo>
                  <a:lnTo>
                    <a:pt x="1020953" y="79384"/>
                  </a:lnTo>
                  <a:lnTo>
                    <a:pt x="1023130" y="75942"/>
                  </a:lnTo>
                  <a:lnTo>
                    <a:pt x="1024726" y="72195"/>
                  </a:lnTo>
                  <a:lnTo>
                    <a:pt x="1025700" y="68241"/>
                  </a:lnTo>
                  <a:lnTo>
                    <a:pt x="1026028" y="64182"/>
                  </a:lnTo>
                  <a:lnTo>
                    <a:pt x="1026028" y="25305"/>
                  </a:lnTo>
                  <a:lnTo>
                    <a:pt x="1025700" y="21245"/>
                  </a:lnTo>
                  <a:lnTo>
                    <a:pt x="1024726" y="17291"/>
                  </a:lnTo>
                  <a:lnTo>
                    <a:pt x="1023130" y="13545"/>
                  </a:lnTo>
                  <a:lnTo>
                    <a:pt x="1020953" y="10103"/>
                  </a:lnTo>
                  <a:lnTo>
                    <a:pt x="1018252" y="7055"/>
                  </a:lnTo>
                  <a:lnTo>
                    <a:pt x="1015098" y="4479"/>
                  </a:lnTo>
                  <a:lnTo>
                    <a:pt x="1011571" y="2443"/>
                  </a:lnTo>
                  <a:lnTo>
                    <a:pt x="1007763" y="999"/>
                  </a:lnTo>
                  <a:lnTo>
                    <a:pt x="1003773" y="184"/>
                  </a:lnTo>
                  <a:lnTo>
                    <a:pt x="100072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3080648" y="5787445"/>
              <a:ext cx="1539042" cy="89487"/>
            </a:xfrm>
            <a:custGeom>
              <a:avLst/>
              <a:pathLst>
                <a:path w="1539042" h="89487">
                  <a:moveTo>
                    <a:pt x="25305" y="89487"/>
                  </a:moveTo>
                  <a:lnTo>
                    <a:pt x="1513737" y="89487"/>
                  </a:lnTo>
                  <a:lnTo>
                    <a:pt x="1512718" y="89466"/>
                  </a:lnTo>
                  <a:lnTo>
                    <a:pt x="1516788" y="89303"/>
                  </a:lnTo>
                  <a:lnTo>
                    <a:pt x="1520778" y="88488"/>
                  </a:lnTo>
                  <a:lnTo>
                    <a:pt x="1524585" y="87044"/>
                  </a:lnTo>
                  <a:lnTo>
                    <a:pt x="1528112" y="85008"/>
                  </a:lnTo>
                  <a:lnTo>
                    <a:pt x="1531267" y="82432"/>
                  </a:lnTo>
                  <a:lnTo>
                    <a:pt x="1533967" y="79384"/>
                  </a:lnTo>
                  <a:lnTo>
                    <a:pt x="1536144" y="75942"/>
                  </a:lnTo>
                  <a:lnTo>
                    <a:pt x="1537740" y="72195"/>
                  </a:lnTo>
                  <a:lnTo>
                    <a:pt x="1538715" y="68241"/>
                  </a:lnTo>
                  <a:lnTo>
                    <a:pt x="1539042" y="64182"/>
                  </a:lnTo>
                  <a:lnTo>
                    <a:pt x="1539042" y="25305"/>
                  </a:lnTo>
                  <a:lnTo>
                    <a:pt x="1538715" y="21245"/>
                  </a:lnTo>
                  <a:lnTo>
                    <a:pt x="1537740" y="17291"/>
                  </a:lnTo>
                  <a:lnTo>
                    <a:pt x="1536144" y="13545"/>
                  </a:lnTo>
                  <a:lnTo>
                    <a:pt x="1533967" y="10103"/>
                  </a:lnTo>
                  <a:lnTo>
                    <a:pt x="1531267" y="7055"/>
                  </a:lnTo>
                  <a:lnTo>
                    <a:pt x="1528112" y="4479"/>
                  </a:lnTo>
                  <a:lnTo>
                    <a:pt x="1524585" y="2443"/>
                  </a:lnTo>
                  <a:lnTo>
                    <a:pt x="1520778" y="999"/>
                  </a:lnTo>
                  <a:lnTo>
                    <a:pt x="1516788" y="184"/>
                  </a:lnTo>
                  <a:lnTo>
                    <a:pt x="151373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3080648" y="5638299"/>
              <a:ext cx="384760" cy="89487"/>
            </a:xfrm>
            <a:custGeom>
              <a:avLst/>
              <a:pathLst>
                <a:path w="384760" h="89487">
                  <a:moveTo>
                    <a:pt x="25305" y="89487"/>
                  </a:moveTo>
                  <a:lnTo>
                    <a:pt x="359455" y="89487"/>
                  </a:lnTo>
                  <a:lnTo>
                    <a:pt x="358436" y="89466"/>
                  </a:lnTo>
                  <a:lnTo>
                    <a:pt x="362505" y="89303"/>
                  </a:lnTo>
                  <a:lnTo>
                    <a:pt x="366495" y="88488"/>
                  </a:lnTo>
                  <a:lnTo>
                    <a:pt x="370303" y="87044"/>
                  </a:lnTo>
                  <a:lnTo>
                    <a:pt x="373830" y="85008"/>
                  </a:lnTo>
                  <a:lnTo>
                    <a:pt x="376985" y="82432"/>
                  </a:lnTo>
                  <a:lnTo>
                    <a:pt x="379685" y="79384"/>
                  </a:lnTo>
                  <a:lnTo>
                    <a:pt x="381862" y="75942"/>
                  </a:lnTo>
                  <a:lnTo>
                    <a:pt x="383458" y="72195"/>
                  </a:lnTo>
                  <a:lnTo>
                    <a:pt x="384433" y="68241"/>
                  </a:lnTo>
                  <a:lnTo>
                    <a:pt x="384760" y="64182"/>
                  </a:lnTo>
                  <a:lnTo>
                    <a:pt x="384760" y="25305"/>
                  </a:lnTo>
                  <a:lnTo>
                    <a:pt x="384433" y="21245"/>
                  </a:lnTo>
                  <a:lnTo>
                    <a:pt x="383458" y="17291"/>
                  </a:lnTo>
                  <a:lnTo>
                    <a:pt x="381862" y="13545"/>
                  </a:lnTo>
                  <a:lnTo>
                    <a:pt x="379685" y="10103"/>
                  </a:lnTo>
                  <a:lnTo>
                    <a:pt x="376985" y="7055"/>
                  </a:lnTo>
                  <a:lnTo>
                    <a:pt x="373830" y="4479"/>
                  </a:lnTo>
                  <a:lnTo>
                    <a:pt x="370303" y="2443"/>
                  </a:lnTo>
                  <a:lnTo>
                    <a:pt x="366495" y="999"/>
                  </a:lnTo>
                  <a:lnTo>
                    <a:pt x="362505" y="184"/>
                  </a:lnTo>
                  <a:lnTo>
                    <a:pt x="35945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3080648" y="5489153"/>
              <a:ext cx="1282535" cy="89487"/>
            </a:xfrm>
            <a:custGeom>
              <a:avLst/>
              <a:pathLst>
                <a:path w="1282535" h="89487">
                  <a:moveTo>
                    <a:pt x="25305" y="89487"/>
                  </a:moveTo>
                  <a:lnTo>
                    <a:pt x="1257230" y="89487"/>
                  </a:lnTo>
                  <a:lnTo>
                    <a:pt x="1256211" y="89466"/>
                  </a:lnTo>
                  <a:lnTo>
                    <a:pt x="1260280" y="89303"/>
                  </a:lnTo>
                  <a:lnTo>
                    <a:pt x="1264270" y="88488"/>
                  </a:lnTo>
                  <a:lnTo>
                    <a:pt x="1268078" y="87044"/>
                  </a:lnTo>
                  <a:lnTo>
                    <a:pt x="1271605" y="85008"/>
                  </a:lnTo>
                  <a:lnTo>
                    <a:pt x="1274760" y="82432"/>
                  </a:lnTo>
                  <a:lnTo>
                    <a:pt x="1277460" y="79384"/>
                  </a:lnTo>
                  <a:lnTo>
                    <a:pt x="1279637" y="75942"/>
                  </a:lnTo>
                  <a:lnTo>
                    <a:pt x="1281233" y="72195"/>
                  </a:lnTo>
                  <a:lnTo>
                    <a:pt x="1282208" y="68241"/>
                  </a:lnTo>
                  <a:lnTo>
                    <a:pt x="1282535" y="64182"/>
                  </a:lnTo>
                  <a:lnTo>
                    <a:pt x="1282535" y="25305"/>
                  </a:lnTo>
                  <a:lnTo>
                    <a:pt x="1282208" y="21245"/>
                  </a:lnTo>
                  <a:lnTo>
                    <a:pt x="1281233" y="17291"/>
                  </a:lnTo>
                  <a:lnTo>
                    <a:pt x="1279637" y="13545"/>
                  </a:lnTo>
                  <a:lnTo>
                    <a:pt x="1277460" y="10103"/>
                  </a:lnTo>
                  <a:lnTo>
                    <a:pt x="1274760" y="7055"/>
                  </a:lnTo>
                  <a:lnTo>
                    <a:pt x="1271605" y="4479"/>
                  </a:lnTo>
                  <a:lnTo>
                    <a:pt x="1268078" y="2443"/>
                  </a:lnTo>
                  <a:lnTo>
                    <a:pt x="1264270" y="999"/>
                  </a:lnTo>
                  <a:lnTo>
                    <a:pt x="1260280" y="184"/>
                  </a:lnTo>
                  <a:lnTo>
                    <a:pt x="1257230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3080648" y="5340007"/>
              <a:ext cx="384760" cy="89487"/>
            </a:xfrm>
            <a:custGeom>
              <a:avLst/>
              <a:pathLst>
                <a:path w="384760" h="89487">
                  <a:moveTo>
                    <a:pt x="25305" y="89487"/>
                  </a:moveTo>
                  <a:lnTo>
                    <a:pt x="359455" y="89487"/>
                  </a:lnTo>
                  <a:lnTo>
                    <a:pt x="358436" y="89466"/>
                  </a:lnTo>
                  <a:lnTo>
                    <a:pt x="362505" y="89303"/>
                  </a:lnTo>
                  <a:lnTo>
                    <a:pt x="366495" y="88488"/>
                  </a:lnTo>
                  <a:lnTo>
                    <a:pt x="370303" y="87044"/>
                  </a:lnTo>
                  <a:lnTo>
                    <a:pt x="373830" y="85008"/>
                  </a:lnTo>
                  <a:lnTo>
                    <a:pt x="376985" y="82432"/>
                  </a:lnTo>
                  <a:lnTo>
                    <a:pt x="379685" y="79384"/>
                  </a:lnTo>
                  <a:lnTo>
                    <a:pt x="381862" y="75942"/>
                  </a:lnTo>
                  <a:lnTo>
                    <a:pt x="383458" y="72195"/>
                  </a:lnTo>
                  <a:lnTo>
                    <a:pt x="384433" y="68241"/>
                  </a:lnTo>
                  <a:lnTo>
                    <a:pt x="384760" y="64182"/>
                  </a:lnTo>
                  <a:lnTo>
                    <a:pt x="384760" y="25305"/>
                  </a:lnTo>
                  <a:lnTo>
                    <a:pt x="384433" y="21245"/>
                  </a:lnTo>
                  <a:lnTo>
                    <a:pt x="383458" y="17291"/>
                  </a:lnTo>
                  <a:lnTo>
                    <a:pt x="381862" y="13545"/>
                  </a:lnTo>
                  <a:lnTo>
                    <a:pt x="379685" y="10103"/>
                  </a:lnTo>
                  <a:lnTo>
                    <a:pt x="376985" y="7055"/>
                  </a:lnTo>
                  <a:lnTo>
                    <a:pt x="373830" y="4479"/>
                  </a:lnTo>
                  <a:lnTo>
                    <a:pt x="370303" y="2443"/>
                  </a:lnTo>
                  <a:lnTo>
                    <a:pt x="366495" y="999"/>
                  </a:lnTo>
                  <a:lnTo>
                    <a:pt x="362505" y="184"/>
                  </a:lnTo>
                  <a:lnTo>
                    <a:pt x="35945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3080648" y="5190861"/>
              <a:ext cx="897775" cy="89487"/>
            </a:xfrm>
            <a:custGeom>
              <a:avLst/>
              <a:pathLst>
                <a:path w="897775" h="89487">
                  <a:moveTo>
                    <a:pt x="25305" y="89487"/>
                  </a:moveTo>
                  <a:lnTo>
                    <a:pt x="872469" y="89487"/>
                  </a:lnTo>
                  <a:lnTo>
                    <a:pt x="871450" y="89466"/>
                  </a:lnTo>
                  <a:lnTo>
                    <a:pt x="875520" y="89303"/>
                  </a:lnTo>
                  <a:lnTo>
                    <a:pt x="879510" y="88488"/>
                  </a:lnTo>
                  <a:lnTo>
                    <a:pt x="883318" y="87044"/>
                  </a:lnTo>
                  <a:lnTo>
                    <a:pt x="886844" y="85008"/>
                  </a:lnTo>
                  <a:lnTo>
                    <a:pt x="889999" y="82432"/>
                  </a:lnTo>
                  <a:lnTo>
                    <a:pt x="892699" y="79384"/>
                  </a:lnTo>
                  <a:lnTo>
                    <a:pt x="894876" y="75942"/>
                  </a:lnTo>
                  <a:lnTo>
                    <a:pt x="896472" y="72195"/>
                  </a:lnTo>
                  <a:lnTo>
                    <a:pt x="897447" y="68241"/>
                  </a:lnTo>
                  <a:lnTo>
                    <a:pt x="897775" y="64182"/>
                  </a:lnTo>
                  <a:lnTo>
                    <a:pt x="897775" y="25305"/>
                  </a:lnTo>
                  <a:lnTo>
                    <a:pt x="897447" y="21245"/>
                  </a:lnTo>
                  <a:lnTo>
                    <a:pt x="896472" y="17291"/>
                  </a:lnTo>
                  <a:lnTo>
                    <a:pt x="894876" y="13545"/>
                  </a:lnTo>
                  <a:lnTo>
                    <a:pt x="892699" y="10103"/>
                  </a:lnTo>
                  <a:lnTo>
                    <a:pt x="889999" y="7055"/>
                  </a:lnTo>
                  <a:lnTo>
                    <a:pt x="886844" y="4479"/>
                  </a:lnTo>
                  <a:lnTo>
                    <a:pt x="883318" y="2443"/>
                  </a:lnTo>
                  <a:lnTo>
                    <a:pt x="879510" y="999"/>
                  </a:lnTo>
                  <a:lnTo>
                    <a:pt x="875520" y="184"/>
                  </a:lnTo>
                  <a:lnTo>
                    <a:pt x="872469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3080648" y="5041716"/>
              <a:ext cx="769521" cy="89487"/>
            </a:xfrm>
            <a:custGeom>
              <a:avLst/>
              <a:pathLst>
                <a:path w="769521" h="89487">
                  <a:moveTo>
                    <a:pt x="25305" y="89487"/>
                  </a:moveTo>
                  <a:lnTo>
                    <a:pt x="744216" y="89487"/>
                  </a:lnTo>
                  <a:lnTo>
                    <a:pt x="743197" y="89466"/>
                  </a:lnTo>
                  <a:lnTo>
                    <a:pt x="747266" y="89303"/>
                  </a:lnTo>
                  <a:lnTo>
                    <a:pt x="751256" y="88488"/>
                  </a:lnTo>
                  <a:lnTo>
                    <a:pt x="755064" y="87044"/>
                  </a:lnTo>
                  <a:lnTo>
                    <a:pt x="758591" y="85008"/>
                  </a:lnTo>
                  <a:lnTo>
                    <a:pt x="761745" y="82432"/>
                  </a:lnTo>
                  <a:lnTo>
                    <a:pt x="764446" y="79384"/>
                  </a:lnTo>
                  <a:lnTo>
                    <a:pt x="766622" y="75942"/>
                  </a:lnTo>
                  <a:lnTo>
                    <a:pt x="768219" y="72195"/>
                  </a:lnTo>
                  <a:lnTo>
                    <a:pt x="769193" y="68241"/>
                  </a:lnTo>
                  <a:lnTo>
                    <a:pt x="769521" y="64182"/>
                  </a:lnTo>
                  <a:lnTo>
                    <a:pt x="769521" y="25305"/>
                  </a:lnTo>
                  <a:lnTo>
                    <a:pt x="769193" y="21245"/>
                  </a:lnTo>
                  <a:lnTo>
                    <a:pt x="768219" y="17291"/>
                  </a:lnTo>
                  <a:lnTo>
                    <a:pt x="766622" y="13545"/>
                  </a:lnTo>
                  <a:lnTo>
                    <a:pt x="764446" y="10103"/>
                  </a:lnTo>
                  <a:lnTo>
                    <a:pt x="761745" y="7055"/>
                  </a:lnTo>
                  <a:lnTo>
                    <a:pt x="758591" y="4479"/>
                  </a:lnTo>
                  <a:lnTo>
                    <a:pt x="755064" y="2443"/>
                  </a:lnTo>
                  <a:lnTo>
                    <a:pt x="751256" y="999"/>
                  </a:lnTo>
                  <a:lnTo>
                    <a:pt x="747266" y="184"/>
                  </a:lnTo>
                  <a:lnTo>
                    <a:pt x="744216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3080648" y="4892570"/>
              <a:ext cx="641267" cy="89487"/>
            </a:xfrm>
            <a:custGeom>
              <a:avLst/>
              <a:pathLst>
                <a:path w="641267" h="89487">
                  <a:moveTo>
                    <a:pt x="25305" y="89487"/>
                  </a:moveTo>
                  <a:lnTo>
                    <a:pt x="615962" y="89487"/>
                  </a:lnTo>
                  <a:lnTo>
                    <a:pt x="614943" y="89466"/>
                  </a:lnTo>
                  <a:lnTo>
                    <a:pt x="619012" y="89303"/>
                  </a:lnTo>
                  <a:lnTo>
                    <a:pt x="623003" y="88488"/>
                  </a:lnTo>
                  <a:lnTo>
                    <a:pt x="626810" y="87044"/>
                  </a:lnTo>
                  <a:lnTo>
                    <a:pt x="630337" y="85008"/>
                  </a:lnTo>
                  <a:lnTo>
                    <a:pt x="633492" y="82432"/>
                  </a:lnTo>
                  <a:lnTo>
                    <a:pt x="636192" y="79384"/>
                  </a:lnTo>
                  <a:lnTo>
                    <a:pt x="638369" y="75942"/>
                  </a:lnTo>
                  <a:lnTo>
                    <a:pt x="639965" y="72195"/>
                  </a:lnTo>
                  <a:lnTo>
                    <a:pt x="640940" y="68241"/>
                  </a:lnTo>
                  <a:lnTo>
                    <a:pt x="641267" y="64182"/>
                  </a:lnTo>
                  <a:lnTo>
                    <a:pt x="641267" y="25305"/>
                  </a:lnTo>
                  <a:lnTo>
                    <a:pt x="640940" y="21245"/>
                  </a:lnTo>
                  <a:lnTo>
                    <a:pt x="639965" y="17291"/>
                  </a:lnTo>
                  <a:lnTo>
                    <a:pt x="638369" y="13545"/>
                  </a:lnTo>
                  <a:lnTo>
                    <a:pt x="636192" y="10103"/>
                  </a:lnTo>
                  <a:lnTo>
                    <a:pt x="633492" y="7055"/>
                  </a:lnTo>
                  <a:lnTo>
                    <a:pt x="630337" y="4479"/>
                  </a:lnTo>
                  <a:lnTo>
                    <a:pt x="626810" y="2443"/>
                  </a:lnTo>
                  <a:lnTo>
                    <a:pt x="623003" y="999"/>
                  </a:lnTo>
                  <a:lnTo>
                    <a:pt x="619012" y="184"/>
                  </a:lnTo>
                  <a:lnTo>
                    <a:pt x="615962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3080648" y="4743424"/>
              <a:ext cx="1500566" cy="89487"/>
            </a:xfrm>
            <a:custGeom>
              <a:avLst/>
              <a:pathLst>
                <a:path w="1500566" h="89487">
                  <a:moveTo>
                    <a:pt x="25305" y="89487"/>
                  </a:moveTo>
                  <a:lnTo>
                    <a:pt x="1475261" y="89487"/>
                  </a:lnTo>
                  <a:lnTo>
                    <a:pt x="1474242" y="89466"/>
                  </a:lnTo>
                  <a:lnTo>
                    <a:pt x="1478311" y="89303"/>
                  </a:lnTo>
                  <a:lnTo>
                    <a:pt x="1482302" y="88488"/>
                  </a:lnTo>
                  <a:lnTo>
                    <a:pt x="1486109" y="87044"/>
                  </a:lnTo>
                  <a:lnTo>
                    <a:pt x="1489636" y="85008"/>
                  </a:lnTo>
                  <a:lnTo>
                    <a:pt x="1492791" y="82432"/>
                  </a:lnTo>
                  <a:lnTo>
                    <a:pt x="1495491" y="79384"/>
                  </a:lnTo>
                  <a:lnTo>
                    <a:pt x="1497668" y="75942"/>
                  </a:lnTo>
                  <a:lnTo>
                    <a:pt x="1499264" y="72195"/>
                  </a:lnTo>
                  <a:lnTo>
                    <a:pt x="1500239" y="68241"/>
                  </a:lnTo>
                  <a:lnTo>
                    <a:pt x="1500566" y="64182"/>
                  </a:lnTo>
                  <a:lnTo>
                    <a:pt x="1500566" y="25305"/>
                  </a:lnTo>
                  <a:lnTo>
                    <a:pt x="1500239" y="21245"/>
                  </a:lnTo>
                  <a:lnTo>
                    <a:pt x="1499264" y="17291"/>
                  </a:lnTo>
                  <a:lnTo>
                    <a:pt x="1497668" y="13545"/>
                  </a:lnTo>
                  <a:lnTo>
                    <a:pt x="1495491" y="10103"/>
                  </a:lnTo>
                  <a:lnTo>
                    <a:pt x="1492791" y="7055"/>
                  </a:lnTo>
                  <a:lnTo>
                    <a:pt x="1489636" y="4479"/>
                  </a:lnTo>
                  <a:lnTo>
                    <a:pt x="1486109" y="2443"/>
                  </a:lnTo>
                  <a:lnTo>
                    <a:pt x="1482302" y="999"/>
                  </a:lnTo>
                  <a:lnTo>
                    <a:pt x="1478311" y="184"/>
                  </a:lnTo>
                  <a:lnTo>
                    <a:pt x="147526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3080648" y="4594278"/>
              <a:ext cx="2813562" cy="89487"/>
            </a:xfrm>
            <a:custGeom>
              <a:avLst/>
              <a:pathLst>
                <a:path w="2813562" h="89487">
                  <a:moveTo>
                    <a:pt x="25305" y="89487"/>
                  </a:moveTo>
                  <a:lnTo>
                    <a:pt x="2788257" y="89487"/>
                  </a:lnTo>
                  <a:lnTo>
                    <a:pt x="2787238" y="89466"/>
                  </a:lnTo>
                  <a:lnTo>
                    <a:pt x="2791307" y="89303"/>
                  </a:lnTo>
                  <a:lnTo>
                    <a:pt x="2795298" y="88488"/>
                  </a:lnTo>
                  <a:lnTo>
                    <a:pt x="2799105" y="87044"/>
                  </a:lnTo>
                  <a:lnTo>
                    <a:pt x="2802632" y="85008"/>
                  </a:lnTo>
                  <a:lnTo>
                    <a:pt x="2805787" y="82432"/>
                  </a:lnTo>
                  <a:lnTo>
                    <a:pt x="2808487" y="79384"/>
                  </a:lnTo>
                  <a:lnTo>
                    <a:pt x="2810664" y="75942"/>
                  </a:lnTo>
                  <a:lnTo>
                    <a:pt x="2812260" y="72195"/>
                  </a:lnTo>
                  <a:lnTo>
                    <a:pt x="2813235" y="68241"/>
                  </a:lnTo>
                  <a:lnTo>
                    <a:pt x="2813562" y="64182"/>
                  </a:lnTo>
                  <a:lnTo>
                    <a:pt x="2813562" y="25305"/>
                  </a:lnTo>
                  <a:lnTo>
                    <a:pt x="2813235" y="21245"/>
                  </a:lnTo>
                  <a:lnTo>
                    <a:pt x="2812260" y="17291"/>
                  </a:lnTo>
                  <a:lnTo>
                    <a:pt x="2810664" y="13545"/>
                  </a:lnTo>
                  <a:lnTo>
                    <a:pt x="2808487" y="10103"/>
                  </a:lnTo>
                  <a:lnTo>
                    <a:pt x="2805787" y="7055"/>
                  </a:lnTo>
                  <a:lnTo>
                    <a:pt x="2802632" y="4479"/>
                  </a:lnTo>
                  <a:lnTo>
                    <a:pt x="2799105" y="2443"/>
                  </a:lnTo>
                  <a:lnTo>
                    <a:pt x="2795298" y="999"/>
                  </a:lnTo>
                  <a:lnTo>
                    <a:pt x="2791307" y="184"/>
                  </a:lnTo>
                  <a:lnTo>
                    <a:pt x="278825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080648" y="4445132"/>
              <a:ext cx="2813562" cy="89487"/>
            </a:xfrm>
            <a:custGeom>
              <a:avLst/>
              <a:pathLst>
                <a:path w="2813562" h="89487">
                  <a:moveTo>
                    <a:pt x="25305" y="89487"/>
                  </a:moveTo>
                  <a:lnTo>
                    <a:pt x="2788257" y="89487"/>
                  </a:lnTo>
                  <a:lnTo>
                    <a:pt x="2787238" y="89466"/>
                  </a:lnTo>
                  <a:lnTo>
                    <a:pt x="2791307" y="89303"/>
                  </a:lnTo>
                  <a:lnTo>
                    <a:pt x="2795298" y="88488"/>
                  </a:lnTo>
                  <a:lnTo>
                    <a:pt x="2799105" y="87044"/>
                  </a:lnTo>
                  <a:lnTo>
                    <a:pt x="2802632" y="85008"/>
                  </a:lnTo>
                  <a:lnTo>
                    <a:pt x="2805787" y="82432"/>
                  </a:lnTo>
                  <a:lnTo>
                    <a:pt x="2808487" y="79384"/>
                  </a:lnTo>
                  <a:lnTo>
                    <a:pt x="2810664" y="75942"/>
                  </a:lnTo>
                  <a:lnTo>
                    <a:pt x="2812260" y="72195"/>
                  </a:lnTo>
                  <a:lnTo>
                    <a:pt x="2813235" y="68241"/>
                  </a:lnTo>
                  <a:lnTo>
                    <a:pt x="2813562" y="64182"/>
                  </a:lnTo>
                  <a:lnTo>
                    <a:pt x="2813562" y="25305"/>
                  </a:lnTo>
                  <a:lnTo>
                    <a:pt x="2813235" y="21245"/>
                  </a:lnTo>
                  <a:lnTo>
                    <a:pt x="2812260" y="17291"/>
                  </a:lnTo>
                  <a:lnTo>
                    <a:pt x="2810664" y="13545"/>
                  </a:lnTo>
                  <a:lnTo>
                    <a:pt x="2808487" y="10103"/>
                  </a:lnTo>
                  <a:lnTo>
                    <a:pt x="2805787" y="7055"/>
                  </a:lnTo>
                  <a:lnTo>
                    <a:pt x="2802632" y="4479"/>
                  </a:lnTo>
                  <a:lnTo>
                    <a:pt x="2799105" y="2443"/>
                  </a:lnTo>
                  <a:lnTo>
                    <a:pt x="2795298" y="999"/>
                  </a:lnTo>
                  <a:lnTo>
                    <a:pt x="2791307" y="184"/>
                  </a:lnTo>
                  <a:lnTo>
                    <a:pt x="278825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3080648" y="4295986"/>
              <a:ext cx="2250850" cy="89487"/>
            </a:xfrm>
            <a:custGeom>
              <a:avLst/>
              <a:pathLst>
                <a:path w="2250850" h="89487">
                  <a:moveTo>
                    <a:pt x="25305" y="89487"/>
                  </a:moveTo>
                  <a:lnTo>
                    <a:pt x="2225545" y="89487"/>
                  </a:lnTo>
                  <a:lnTo>
                    <a:pt x="2224526" y="89466"/>
                  </a:lnTo>
                  <a:lnTo>
                    <a:pt x="2228595" y="89303"/>
                  </a:lnTo>
                  <a:lnTo>
                    <a:pt x="2232585" y="88488"/>
                  </a:lnTo>
                  <a:lnTo>
                    <a:pt x="2236393" y="87044"/>
                  </a:lnTo>
                  <a:lnTo>
                    <a:pt x="2239920" y="85008"/>
                  </a:lnTo>
                  <a:lnTo>
                    <a:pt x="2243074" y="82432"/>
                  </a:lnTo>
                  <a:lnTo>
                    <a:pt x="2245775" y="79384"/>
                  </a:lnTo>
                  <a:lnTo>
                    <a:pt x="2247951" y="75942"/>
                  </a:lnTo>
                  <a:lnTo>
                    <a:pt x="2249547" y="72195"/>
                  </a:lnTo>
                  <a:lnTo>
                    <a:pt x="2250522" y="68241"/>
                  </a:lnTo>
                  <a:lnTo>
                    <a:pt x="2250850" y="64182"/>
                  </a:lnTo>
                  <a:lnTo>
                    <a:pt x="2250850" y="25305"/>
                  </a:lnTo>
                  <a:lnTo>
                    <a:pt x="2250522" y="21245"/>
                  </a:lnTo>
                  <a:lnTo>
                    <a:pt x="2249547" y="17291"/>
                  </a:lnTo>
                  <a:lnTo>
                    <a:pt x="2247951" y="13545"/>
                  </a:lnTo>
                  <a:lnTo>
                    <a:pt x="2245775" y="10103"/>
                  </a:lnTo>
                  <a:lnTo>
                    <a:pt x="2243074" y="7055"/>
                  </a:lnTo>
                  <a:lnTo>
                    <a:pt x="2239920" y="4479"/>
                  </a:lnTo>
                  <a:lnTo>
                    <a:pt x="2236393" y="2443"/>
                  </a:lnTo>
                  <a:lnTo>
                    <a:pt x="2232585" y="999"/>
                  </a:lnTo>
                  <a:lnTo>
                    <a:pt x="2228595" y="184"/>
                  </a:lnTo>
                  <a:lnTo>
                    <a:pt x="222554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3080648" y="4146840"/>
              <a:ext cx="1688137" cy="89487"/>
            </a:xfrm>
            <a:custGeom>
              <a:avLst/>
              <a:pathLst>
                <a:path w="1688137" h="89487">
                  <a:moveTo>
                    <a:pt x="25305" y="89487"/>
                  </a:moveTo>
                  <a:lnTo>
                    <a:pt x="1662832" y="89487"/>
                  </a:lnTo>
                  <a:lnTo>
                    <a:pt x="1661813" y="89466"/>
                  </a:lnTo>
                  <a:lnTo>
                    <a:pt x="1665882" y="89303"/>
                  </a:lnTo>
                  <a:lnTo>
                    <a:pt x="1669872" y="88488"/>
                  </a:lnTo>
                  <a:lnTo>
                    <a:pt x="1673680" y="87044"/>
                  </a:lnTo>
                  <a:lnTo>
                    <a:pt x="1677207" y="85008"/>
                  </a:lnTo>
                  <a:lnTo>
                    <a:pt x="1680362" y="82432"/>
                  </a:lnTo>
                  <a:lnTo>
                    <a:pt x="1683062" y="79384"/>
                  </a:lnTo>
                  <a:lnTo>
                    <a:pt x="1685239" y="75942"/>
                  </a:lnTo>
                  <a:lnTo>
                    <a:pt x="1686835" y="72195"/>
                  </a:lnTo>
                  <a:lnTo>
                    <a:pt x="1687810" y="68241"/>
                  </a:lnTo>
                  <a:lnTo>
                    <a:pt x="1688137" y="64182"/>
                  </a:lnTo>
                  <a:lnTo>
                    <a:pt x="1688137" y="25305"/>
                  </a:lnTo>
                  <a:lnTo>
                    <a:pt x="1687810" y="21245"/>
                  </a:lnTo>
                  <a:lnTo>
                    <a:pt x="1686835" y="17291"/>
                  </a:lnTo>
                  <a:lnTo>
                    <a:pt x="1685239" y="13545"/>
                  </a:lnTo>
                  <a:lnTo>
                    <a:pt x="1683062" y="10103"/>
                  </a:lnTo>
                  <a:lnTo>
                    <a:pt x="1680362" y="7055"/>
                  </a:lnTo>
                  <a:lnTo>
                    <a:pt x="1677207" y="4479"/>
                  </a:lnTo>
                  <a:lnTo>
                    <a:pt x="1673680" y="2443"/>
                  </a:lnTo>
                  <a:lnTo>
                    <a:pt x="1669872" y="999"/>
                  </a:lnTo>
                  <a:lnTo>
                    <a:pt x="1665882" y="184"/>
                  </a:lnTo>
                  <a:lnTo>
                    <a:pt x="1662832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080648" y="3997695"/>
              <a:ext cx="2250850" cy="89487"/>
            </a:xfrm>
            <a:custGeom>
              <a:avLst/>
              <a:pathLst>
                <a:path w="2250850" h="89487">
                  <a:moveTo>
                    <a:pt x="25305" y="89487"/>
                  </a:moveTo>
                  <a:lnTo>
                    <a:pt x="2225545" y="89487"/>
                  </a:lnTo>
                  <a:lnTo>
                    <a:pt x="2224526" y="89466"/>
                  </a:lnTo>
                  <a:lnTo>
                    <a:pt x="2228595" y="89303"/>
                  </a:lnTo>
                  <a:lnTo>
                    <a:pt x="2232585" y="88488"/>
                  </a:lnTo>
                  <a:lnTo>
                    <a:pt x="2236393" y="87044"/>
                  </a:lnTo>
                  <a:lnTo>
                    <a:pt x="2239920" y="85008"/>
                  </a:lnTo>
                  <a:lnTo>
                    <a:pt x="2243074" y="82432"/>
                  </a:lnTo>
                  <a:lnTo>
                    <a:pt x="2245775" y="79384"/>
                  </a:lnTo>
                  <a:lnTo>
                    <a:pt x="2247951" y="75942"/>
                  </a:lnTo>
                  <a:lnTo>
                    <a:pt x="2249547" y="72195"/>
                  </a:lnTo>
                  <a:lnTo>
                    <a:pt x="2250522" y="68241"/>
                  </a:lnTo>
                  <a:lnTo>
                    <a:pt x="2250850" y="64182"/>
                  </a:lnTo>
                  <a:lnTo>
                    <a:pt x="2250850" y="25305"/>
                  </a:lnTo>
                  <a:lnTo>
                    <a:pt x="2250522" y="21245"/>
                  </a:lnTo>
                  <a:lnTo>
                    <a:pt x="2249547" y="17291"/>
                  </a:lnTo>
                  <a:lnTo>
                    <a:pt x="2247951" y="13545"/>
                  </a:lnTo>
                  <a:lnTo>
                    <a:pt x="2245775" y="10103"/>
                  </a:lnTo>
                  <a:lnTo>
                    <a:pt x="2243074" y="7055"/>
                  </a:lnTo>
                  <a:lnTo>
                    <a:pt x="2239920" y="4479"/>
                  </a:lnTo>
                  <a:lnTo>
                    <a:pt x="2236393" y="2443"/>
                  </a:lnTo>
                  <a:lnTo>
                    <a:pt x="2232585" y="999"/>
                  </a:lnTo>
                  <a:lnTo>
                    <a:pt x="2228595" y="184"/>
                  </a:lnTo>
                  <a:lnTo>
                    <a:pt x="222554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080648" y="3848549"/>
              <a:ext cx="2813562" cy="89487"/>
            </a:xfrm>
            <a:custGeom>
              <a:avLst/>
              <a:pathLst>
                <a:path w="2813562" h="89487">
                  <a:moveTo>
                    <a:pt x="25305" y="89487"/>
                  </a:moveTo>
                  <a:lnTo>
                    <a:pt x="2788257" y="89487"/>
                  </a:lnTo>
                  <a:lnTo>
                    <a:pt x="2787238" y="89466"/>
                  </a:lnTo>
                  <a:lnTo>
                    <a:pt x="2791307" y="89303"/>
                  </a:lnTo>
                  <a:lnTo>
                    <a:pt x="2795298" y="88488"/>
                  </a:lnTo>
                  <a:lnTo>
                    <a:pt x="2799105" y="87044"/>
                  </a:lnTo>
                  <a:lnTo>
                    <a:pt x="2802632" y="85008"/>
                  </a:lnTo>
                  <a:lnTo>
                    <a:pt x="2805787" y="82432"/>
                  </a:lnTo>
                  <a:lnTo>
                    <a:pt x="2808487" y="79384"/>
                  </a:lnTo>
                  <a:lnTo>
                    <a:pt x="2810664" y="75942"/>
                  </a:lnTo>
                  <a:lnTo>
                    <a:pt x="2812260" y="72195"/>
                  </a:lnTo>
                  <a:lnTo>
                    <a:pt x="2813235" y="68241"/>
                  </a:lnTo>
                  <a:lnTo>
                    <a:pt x="2813562" y="64182"/>
                  </a:lnTo>
                  <a:lnTo>
                    <a:pt x="2813562" y="25305"/>
                  </a:lnTo>
                  <a:lnTo>
                    <a:pt x="2813235" y="21245"/>
                  </a:lnTo>
                  <a:lnTo>
                    <a:pt x="2812260" y="17291"/>
                  </a:lnTo>
                  <a:lnTo>
                    <a:pt x="2810664" y="13545"/>
                  </a:lnTo>
                  <a:lnTo>
                    <a:pt x="2808487" y="10103"/>
                  </a:lnTo>
                  <a:lnTo>
                    <a:pt x="2805787" y="7055"/>
                  </a:lnTo>
                  <a:lnTo>
                    <a:pt x="2802632" y="4479"/>
                  </a:lnTo>
                  <a:lnTo>
                    <a:pt x="2799105" y="2443"/>
                  </a:lnTo>
                  <a:lnTo>
                    <a:pt x="2795298" y="999"/>
                  </a:lnTo>
                  <a:lnTo>
                    <a:pt x="2791307" y="184"/>
                  </a:lnTo>
                  <a:lnTo>
                    <a:pt x="278825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080648" y="3699403"/>
              <a:ext cx="2438421" cy="89487"/>
            </a:xfrm>
            <a:custGeom>
              <a:avLst/>
              <a:pathLst>
                <a:path w="2438421" h="89487">
                  <a:moveTo>
                    <a:pt x="25305" y="89487"/>
                  </a:moveTo>
                  <a:lnTo>
                    <a:pt x="2413116" y="89487"/>
                  </a:lnTo>
                  <a:lnTo>
                    <a:pt x="2412097" y="89466"/>
                  </a:lnTo>
                  <a:lnTo>
                    <a:pt x="2416166" y="89303"/>
                  </a:lnTo>
                  <a:lnTo>
                    <a:pt x="2420156" y="88488"/>
                  </a:lnTo>
                  <a:lnTo>
                    <a:pt x="2423964" y="87044"/>
                  </a:lnTo>
                  <a:lnTo>
                    <a:pt x="2427490" y="85008"/>
                  </a:lnTo>
                  <a:lnTo>
                    <a:pt x="2430645" y="82432"/>
                  </a:lnTo>
                  <a:lnTo>
                    <a:pt x="2433346" y="79384"/>
                  </a:lnTo>
                  <a:lnTo>
                    <a:pt x="2435522" y="75942"/>
                  </a:lnTo>
                  <a:lnTo>
                    <a:pt x="2437118" y="72195"/>
                  </a:lnTo>
                  <a:lnTo>
                    <a:pt x="2438093" y="68241"/>
                  </a:lnTo>
                  <a:lnTo>
                    <a:pt x="2438421" y="64182"/>
                  </a:lnTo>
                  <a:lnTo>
                    <a:pt x="2438421" y="25305"/>
                  </a:lnTo>
                  <a:lnTo>
                    <a:pt x="2438093" y="21245"/>
                  </a:lnTo>
                  <a:lnTo>
                    <a:pt x="2437118" y="17291"/>
                  </a:lnTo>
                  <a:lnTo>
                    <a:pt x="2435522" y="13545"/>
                  </a:lnTo>
                  <a:lnTo>
                    <a:pt x="2433346" y="10103"/>
                  </a:lnTo>
                  <a:lnTo>
                    <a:pt x="2430645" y="7055"/>
                  </a:lnTo>
                  <a:lnTo>
                    <a:pt x="2427490" y="4479"/>
                  </a:lnTo>
                  <a:lnTo>
                    <a:pt x="2423964" y="2443"/>
                  </a:lnTo>
                  <a:lnTo>
                    <a:pt x="2420156" y="999"/>
                  </a:lnTo>
                  <a:lnTo>
                    <a:pt x="2416166" y="184"/>
                  </a:lnTo>
                  <a:lnTo>
                    <a:pt x="2413116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080648" y="3550257"/>
              <a:ext cx="1500566" cy="89487"/>
            </a:xfrm>
            <a:custGeom>
              <a:avLst/>
              <a:pathLst>
                <a:path w="1500566" h="89487">
                  <a:moveTo>
                    <a:pt x="25305" y="89487"/>
                  </a:moveTo>
                  <a:lnTo>
                    <a:pt x="1475261" y="89487"/>
                  </a:lnTo>
                  <a:lnTo>
                    <a:pt x="1474242" y="89466"/>
                  </a:lnTo>
                  <a:lnTo>
                    <a:pt x="1478311" y="89303"/>
                  </a:lnTo>
                  <a:lnTo>
                    <a:pt x="1482302" y="88488"/>
                  </a:lnTo>
                  <a:lnTo>
                    <a:pt x="1486109" y="87044"/>
                  </a:lnTo>
                  <a:lnTo>
                    <a:pt x="1489636" y="85008"/>
                  </a:lnTo>
                  <a:lnTo>
                    <a:pt x="1492791" y="82432"/>
                  </a:lnTo>
                  <a:lnTo>
                    <a:pt x="1495491" y="79384"/>
                  </a:lnTo>
                  <a:lnTo>
                    <a:pt x="1497668" y="75942"/>
                  </a:lnTo>
                  <a:lnTo>
                    <a:pt x="1499264" y="72195"/>
                  </a:lnTo>
                  <a:lnTo>
                    <a:pt x="1500239" y="68241"/>
                  </a:lnTo>
                  <a:lnTo>
                    <a:pt x="1500566" y="64182"/>
                  </a:lnTo>
                  <a:lnTo>
                    <a:pt x="1500566" y="25305"/>
                  </a:lnTo>
                  <a:lnTo>
                    <a:pt x="1500239" y="21245"/>
                  </a:lnTo>
                  <a:lnTo>
                    <a:pt x="1499264" y="17291"/>
                  </a:lnTo>
                  <a:lnTo>
                    <a:pt x="1497668" y="13545"/>
                  </a:lnTo>
                  <a:lnTo>
                    <a:pt x="1495491" y="10103"/>
                  </a:lnTo>
                  <a:lnTo>
                    <a:pt x="1492791" y="7055"/>
                  </a:lnTo>
                  <a:lnTo>
                    <a:pt x="1489636" y="4479"/>
                  </a:lnTo>
                  <a:lnTo>
                    <a:pt x="1486109" y="2443"/>
                  </a:lnTo>
                  <a:lnTo>
                    <a:pt x="1482302" y="999"/>
                  </a:lnTo>
                  <a:lnTo>
                    <a:pt x="1478311" y="184"/>
                  </a:lnTo>
                  <a:lnTo>
                    <a:pt x="147526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3080648" y="3401111"/>
              <a:ext cx="1500566" cy="89487"/>
            </a:xfrm>
            <a:custGeom>
              <a:avLst/>
              <a:pathLst>
                <a:path w="1500566" h="89487">
                  <a:moveTo>
                    <a:pt x="25305" y="89487"/>
                  </a:moveTo>
                  <a:lnTo>
                    <a:pt x="1475261" y="89487"/>
                  </a:lnTo>
                  <a:lnTo>
                    <a:pt x="1474242" y="89466"/>
                  </a:lnTo>
                  <a:lnTo>
                    <a:pt x="1478311" y="89303"/>
                  </a:lnTo>
                  <a:lnTo>
                    <a:pt x="1482302" y="88488"/>
                  </a:lnTo>
                  <a:lnTo>
                    <a:pt x="1486109" y="87044"/>
                  </a:lnTo>
                  <a:lnTo>
                    <a:pt x="1489636" y="85008"/>
                  </a:lnTo>
                  <a:lnTo>
                    <a:pt x="1492791" y="82432"/>
                  </a:lnTo>
                  <a:lnTo>
                    <a:pt x="1495491" y="79384"/>
                  </a:lnTo>
                  <a:lnTo>
                    <a:pt x="1497668" y="75942"/>
                  </a:lnTo>
                  <a:lnTo>
                    <a:pt x="1499264" y="72195"/>
                  </a:lnTo>
                  <a:lnTo>
                    <a:pt x="1500239" y="68241"/>
                  </a:lnTo>
                  <a:lnTo>
                    <a:pt x="1500566" y="64182"/>
                  </a:lnTo>
                  <a:lnTo>
                    <a:pt x="1500566" y="25305"/>
                  </a:lnTo>
                  <a:lnTo>
                    <a:pt x="1500239" y="21245"/>
                  </a:lnTo>
                  <a:lnTo>
                    <a:pt x="1499264" y="17291"/>
                  </a:lnTo>
                  <a:lnTo>
                    <a:pt x="1497668" y="13545"/>
                  </a:lnTo>
                  <a:lnTo>
                    <a:pt x="1495491" y="10103"/>
                  </a:lnTo>
                  <a:lnTo>
                    <a:pt x="1492791" y="7055"/>
                  </a:lnTo>
                  <a:lnTo>
                    <a:pt x="1489636" y="4479"/>
                  </a:lnTo>
                  <a:lnTo>
                    <a:pt x="1486109" y="2443"/>
                  </a:lnTo>
                  <a:lnTo>
                    <a:pt x="1482302" y="999"/>
                  </a:lnTo>
                  <a:lnTo>
                    <a:pt x="1478311" y="184"/>
                  </a:lnTo>
                  <a:lnTo>
                    <a:pt x="147526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080648" y="3251965"/>
              <a:ext cx="769521" cy="89487"/>
            </a:xfrm>
            <a:custGeom>
              <a:avLst/>
              <a:pathLst>
                <a:path w="769521" h="89487">
                  <a:moveTo>
                    <a:pt x="25305" y="89487"/>
                  </a:moveTo>
                  <a:lnTo>
                    <a:pt x="744216" y="89487"/>
                  </a:lnTo>
                  <a:lnTo>
                    <a:pt x="743197" y="89466"/>
                  </a:lnTo>
                  <a:lnTo>
                    <a:pt x="747266" y="89303"/>
                  </a:lnTo>
                  <a:lnTo>
                    <a:pt x="751256" y="88488"/>
                  </a:lnTo>
                  <a:lnTo>
                    <a:pt x="755064" y="87044"/>
                  </a:lnTo>
                  <a:lnTo>
                    <a:pt x="758591" y="85008"/>
                  </a:lnTo>
                  <a:lnTo>
                    <a:pt x="761745" y="82432"/>
                  </a:lnTo>
                  <a:lnTo>
                    <a:pt x="764446" y="79384"/>
                  </a:lnTo>
                  <a:lnTo>
                    <a:pt x="766622" y="75942"/>
                  </a:lnTo>
                  <a:lnTo>
                    <a:pt x="768219" y="72195"/>
                  </a:lnTo>
                  <a:lnTo>
                    <a:pt x="769193" y="68241"/>
                  </a:lnTo>
                  <a:lnTo>
                    <a:pt x="769521" y="64182"/>
                  </a:lnTo>
                  <a:lnTo>
                    <a:pt x="769521" y="25305"/>
                  </a:lnTo>
                  <a:lnTo>
                    <a:pt x="769193" y="21245"/>
                  </a:lnTo>
                  <a:lnTo>
                    <a:pt x="768219" y="17291"/>
                  </a:lnTo>
                  <a:lnTo>
                    <a:pt x="766622" y="13545"/>
                  </a:lnTo>
                  <a:lnTo>
                    <a:pt x="764446" y="10103"/>
                  </a:lnTo>
                  <a:lnTo>
                    <a:pt x="761745" y="7055"/>
                  </a:lnTo>
                  <a:lnTo>
                    <a:pt x="758591" y="4479"/>
                  </a:lnTo>
                  <a:lnTo>
                    <a:pt x="755064" y="2443"/>
                  </a:lnTo>
                  <a:lnTo>
                    <a:pt x="751256" y="999"/>
                  </a:lnTo>
                  <a:lnTo>
                    <a:pt x="747266" y="184"/>
                  </a:lnTo>
                  <a:lnTo>
                    <a:pt x="744216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080648" y="3102819"/>
              <a:ext cx="1026028" cy="89487"/>
            </a:xfrm>
            <a:custGeom>
              <a:avLst/>
              <a:pathLst>
                <a:path w="1026028" h="89487">
                  <a:moveTo>
                    <a:pt x="25305" y="89487"/>
                  </a:moveTo>
                  <a:lnTo>
                    <a:pt x="1000723" y="89487"/>
                  </a:lnTo>
                  <a:lnTo>
                    <a:pt x="999704" y="89466"/>
                  </a:lnTo>
                  <a:lnTo>
                    <a:pt x="1003773" y="89303"/>
                  </a:lnTo>
                  <a:lnTo>
                    <a:pt x="1007763" y="88488"/>
                  </a:lnTo>
                  <a:lnTo>
                    <a:pt x="1011571" y="87044"/>
                  </a:lnTo>
                  <a:lnTo>
                    <a:pt x="1015098" y="85008"/>
                  </a:lnTo>
                  <a:lnTo>
                    <a:pt x="1018252" y="82432"/>
                  </a:lnTo>
                  <a:lnTo>
                    <a:pt x="1020953" y="79384"/>
                  </a:lnTo>
                  <a:lnTo>
                    <a:pt x="1023130" y="75942"/>
                  </a:lnTo>
                  <a:lnTo>
                    <a:pt x="1024726" y="72195"/>
                  </a:lnTo>
                  <a:lnTo>
                    <a:pt x="1025700" y="68241"/>
                  </a:lnTo>
                  <a:lnTo>
                    <a:pt x="1026028" y="64182"/>
                  </a:lnTo>
                  <a:lnTo>
                    <a:pt x="1026028" y="25305"/>
                  </a:lnTo>
                  <a:lnTo>
                    <a:pt x="1025700" y="21245"/>
                  </a:lnTo>
                  <a:lnTo>
                    <a:pt x="1024726" y="17291"/>
                  </a:lnTo>
                  <a:lnTo>
                    <a:pt x="1023130" y="13545"/>
                  </a:lnTo>
                  <a:lnTo>
                    <a:pt x="1020953" y="10103"/>
                  </a:lnTo>
                  <a:lnTo>
                    <a:pt x="1018252" y="7055"/>
                  </a:lnTo>
                  <a:lnTo>
                    <a:pt x="1015098" y="4479"/>
                  </a:lnTo>
                  <a:lnTo>
                    <a:pt x="1011571" y="2443"/>
                  </a:lnTo>
                  <a:lnTo>
                    <a:pt x="1007763" y="999"/>
                  </a:lnTo>
                  <a:lnTo>
                    <a:pt x="1003773" y="184"/>
                  </a:lnTo>
                  <a:lnTo>
                    <a:pt x="100072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080648" y="2953674"/>
              <a:ext cx="2052057" cy="89487"/>
            </a:xfrm>
            <a:custGeom>
              <a:avLst/>
              <a:pathLst>
                <a:path w="2052057" h="89487">
                  <a:moveTo>
                    <a:pt x="25305" y="89487"/>
                  </a:moveTo>
                  <a:lnTo>
                    <a:pt x="2026752" y="89487"/>
                  </a:lnTo>
                  <a:lnTo>
                    <a:pt x="2025733" y="89466"/>
                  </a:lnTo>
                  <a:lnTo>
                    <a:pt x="2029802" y="89303"/>
                  </a:lnTo>
                  <a:lnTo>
                    <a:pt x="2033792" y="88488"/>
                  </a:lnTo>
                  <a:lnTo>
                    <a:pt x="2037600" y="87044"/>
                  </a:lnTo>
                  <a:lnTo>
                    <a:pt x="2041127" y="85008"/>
                  </a:lnTo>
                  <a:lnTo>
                    <a:pt x="2044281" y="82432"/>
                  </a:lnTo>
                  <a:lnTo>
                    <a:pt x="2046982" y="79384"/>
                  </a:lnTo>
                  <a:lnTo>
                    <a:pt x="2049158" y="75942"/>
                  </a:lnTo>
                  <a:lnTo>
                    <a:pt x="2050754" y="72195"/>
                  </a:lnTo>
                  <a:lnTo>
                    <a:pt x="2051729" y="68241"/>
                  </a:lnTo>
                  <a:lnTo>
                    <a:pt x="2052057" y="64182"/>
                  </a:lnTo>
                  <a:lnTo>
                    <a:pt x="2052057" y="25305"/>
                  </a:lnTo>
                  <a:lnTo>
                    <a:pt x="2051729" y="21245"/>
                  </a:lnTo>
                  <a:lnTo>
                    <a:pt x="2050754" y="17291"/>
                  </a:lnTo>
                  <a:lnTo>
                    <a:pt x="2049158" y="13545"/>
                  </a:lnTo>
                  <a:lnTo>
                    <a:pt x="2046982" y="10103"/>
                  </a:lnTo>
                  <a:lnTo>
                    <a:pt x="2044281" y="7055"/>
                  </a:lnTo>
                  <a:lnTo>
                    <a:pt x="2041127" y="4479"/>
                  </a:lnTo>
                  <a:lnTo>
                    <a:pt x="2037600" y="2443"/>
                  </a:lnTo>
                  <a:lnTo>
                    <a:pt x="2033792" y="999"/>
                  </a:lnTo>
                  <a:lnTo>
                    <a:pt x="2029802" y="184"/>
                  </a:lnTo>
                  <a:lnTo>
                    <a:pt x="2026752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080648" y="2804528"/>
              <a:ext cx="2052057" cy="89487"/>
            </a:xfrm>
            <a:custGeom>
              <a:avLst/>
              <a:pathLst>
                <a:path w="2052057" h="89487">
                  <a:moveTo>
                    <a:pt x="25305" y="89487"/>
                  </a:moveTo>
                  <a:lnTo>
                    <a:pt x="2026752" y="89487"/>
                  </a:lnTo>
                  <a:lnTo>
                    <a:pt x="2025733" y="89466"/>
                  </a:lnTo>
                  <a:lnTo>
                    <a:pt x="2029802" y="89303"/>
                  </a:lnTo>
                  <a:lnTo>
                    <a:pt x="2033792" y="88488"/>
                  </a:lnTo>
                  <a:lnTo>
                    <a:pt x="2037600" y="87044"/>
                  </a:lnTo>
                  <a:lnTo>
                    <a:pt x="2041127" y="85008"/>
                  </a:lnTo>
                  <a:lnTo>
                    <a:pt x="2044281" y="82432"/>
                  </a:lnTo>
                  <a:lnTo>
                    <a:pt x="2046982" y="79384"/>
                  </a:lnTo>
                  <a:lnTo>
                    <a:pt x="2049158" y="75942"/>
                  </a:lnTo>
                  <a:lnTo>
                    <a:pt x="2050754" y="72195"/>
                  </a:lnTo>
                  <a:lnTo>
                    <a:pt x="2051729" y="68241"/>
                  </a:lnTo>
                  <a:lnTo>
                    <a:pt x="2052057" y="64182"/>
                  </a:lnTo>
                  <a:lnTo>
                    <a:pt x="2052057" y="25305"/>
                  </a:lnTo>
                  <a:lnTo>
                    <a:pt x="2051729" y="21245"/>
                  </a:lnTo>
                  <a:lnTo>
                    <a:pt x="2050754" y="17291"/>
                  </a:lnTo>
                  <a:lnTo>
                    <a:pt x="2049158" y="13545"/>
                  </a:lnTo>
                  <a:lnTo>
                    <a:pt x="2046982" y="10103"/>
                  </a:lnTo>
                  <a:lnTo>
                    <a:pt x="2044281" y="7055"/>
                  </a:lnTo>
                  <a:lnTo>
                    <a:pt x="2041127" y="4479"/>
                  </a:lnTo>
                  <a:lnTo>
                    <a:pt x="2037600" y="2443"/>
                  </a:lnTo>
                  <a:lnTo>
                    <a:pt x="2033792" y="999"/>
                  </a:lnTo>
                  <a:lnTo>
                    <a:pt x="2029802" y="184"/>
                  </a:lnTo>
                  <a:lnTo>
                    <a:pt x="2026752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080648" y="2655382"/>
              <a:ext cx="1026028" cy="89487"/>
            </a:xfrm>
            <a:custGeom>
              <a:avLst/>
              <a:pathLst>
                <a:path w="1026028" h="89487">
                  <a:moveTo>
                    <a:pt x="25305" y="89487"/>
                  </a:moveTo>
                  <a:lnTo>
                    <a:pt x="1000723" y="89487"/>
                  </a:lnTo>
                  <a:lnTo>
                    <a:pt x="999704" y="89466"/>
                  </a:lnTo>
                  <a:lnTo>
                    <a:pt x="1003773" y="89303"/>
                  </a:lnTo>
                  <a:lnTo>
                    <a:pt x="1007763" y="88488"/>
                  </a:lnTo>
                  <a:lnTo>
                    <a:pt x="1011571" y="87044"/>
                  </a:lnTo>
                  <a:lnTo>
                    <a:pt x="1015098" y="85008"/>
                  </a:lnTo>
                  <a:lnTo>
                    <a:pt x="1018252" y="82432"/>
                  </a:lnTo>
                  <a:lnTo>
                    <a:pt x="1020953" y="79384"/>
                  </a:lnTo>
                  <a:lnTo>
                    <a:pt x="1023130" y="75942"/>
                  </a:lnTo>
                  <a:lnTo>
                    <a:pt x="1024726" y="72195"/>
                  </a:lnTo>
                  <a:lnTo>
                    <a:pt x="1025700" y="68241"/>
                  </a:lnTo>
                  <a:lnTo>
                    <a:pt x="1026028" y="64182"/>
                  </a:lnTo>
                  <a:lnTo>
                    <a:pt x="1026028" y="25305"/>
                  </a:lnTo>
                  <a:lnTo>
                    <a:pt x="1025700" y="21245"/>
                  </a:lnTo>
                  <a:lnTo>
                    <a:pt x="1024726" y="17291"/>
                  </a:lnTo>
                  <a:lnTo>
                    <a:pt x="1023130" y="13545"/>
                  </a:lnTo>
                  <a:lnTo>
                    <a:pt x="1020953" y="10103"/>
                  </a:lnTo>
                  <a:lnTo>
                    <a:pt x="1018252" y="7055"/>
                  </a:lnTo>
                  <a:lnTo>
                    <a:pt x="1015098" y="4479"/>
                  </a:lnTo>
                  <a:lnTo>
                    <a:pt x="1011571" y="2443"/>
                  </a:lnTo>
                  <a:lnTo>
                    <a:pt x="1007763" y="999"/>
                  </a:lnTo>
                  <a:lnTo>
                    <a:pt x="1003773" y="184"/>
                  </a:lnTo>
                  <a:lnTo>
                    <a:pt x="100072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080648" y="2506236"/>
              <a:ext cx="1667296" cy="89487"/>
            </a:xfrm>
            <a:custGeom>
              <a:avLst/>
              <a:pathLst>
                <a:path w="1667296" h="89487">
                  <a:moveTo>
                    <a:pt x="25305" y="89487"/>
                  </a:moveTo>
                  <a:lnTo>
                    <a:pt x="1641991" y="89487"/>
                  </a:lnTo>
                  <a:lnTo>
                    <a:pt x="1640972" y="89466"/>
                  </a:lnTo>
                  <a:lnTo>
                    <a:pt x="1645041" y="89303"/>
                  </a:lnTo>
                  <a:lnTo>
                    <a:pt x="1649031" y="88488"/>
                  </a:lnTo>
                  <a:lnTo>
                    <a:pt x="1652839" y="87044"/>
                  </a:lnTo>
                  <a:lnTo>
                    <a:pt x="1656366" y="85008"/>
                  </a:lnTo>
                  <a:lnTo>
                    <a:pt x="1659520" y="82432"/>
                  </a:lnTo>
                  <a:lnTo>
                    <a:pt x="1662221" y="79384"/>
                  </a:lnTo>
                  <a:lnTo>
                    <a:pt x="1664397" y="75942"/>
                  </a:lnTo>
                  <a:lnTo>
                    <a:pt x="1665994" y="72195"/>
                  </a:lnTo>
                  <a:lnTo>
                    <a:pt x="1666968" y="68241"/>
                  </a:lnTo>
                  <a:lnTo>
                    <a:pt x="1667296" y="64182"/>
                  </a:lnTo>
                  <a:lnTo>
                    <a:pt x="1667296" y="25305"/>
                  </a:lnTo>
                  <a:lnTo>
                    <a:pt x="1666968" y="21245"/>
                  </a:lnTo>
                  <a:lnTo>
                    <a:pt x="1665994" y="17291"/>
                  </a:lnTo>
                  <a:lnTo>
                    <a:pt x="1664397" y="13545"/>
                  </a:lnTo>
                  <a:lnTo>
                    <a:pt x="1662221" y="10103"/>
                  </a:lnTo>
                  <a:lnTo>
                    <a:pt x="1659520" y="7055"/>
                  </a:lnTo>
                  <a:lnTo>
                    <a:pt x="1656366" y="4479"/>
                  </a:lnTo>
                  <a:lnTo>
                    <a:pt x="1652839" y="2443"/>
                  </a:lnTo>
                  <a:lnTo>
                    <a:pt x="1649031" y="999"/>
                  </a:lnTo>
                  <a:lnTo>
                    <a:pt x="1645041" y="184"/>
                  </a:lnTo>
                  <a:lnTo>
                    <a:pt x="164199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080648" y="2357090"/>
              <a:ext cx="1667296" cy="89487"/>
            </a:xfrm>
            <a:custGeom>
              <a:avLst/>
              <a:pathLst>
                <a:path w="1667296" h="89487">
                  <a:moveTo>
                    <a:pt x="25305" y="89487"/>
                  </a:moveTo>
                  <a:lnTo>
                    <a:pt x="1641991" y="89487"/>
                  </a:lnTo>
                  <a:lnTo>
                    <a:pt x="1640972" y="89466"/>
                  </a:lnTo>
                  <a:lnTo>
                    <a:pt x="1645041" y="89303"/>
                  </a:lnTo>
                  <a:lnTo>
                    <a:pt x="1649031" y="88488"/>
                  </a:lnTo>
                  <a:lnTo>
                    <a:pt x="1652839" y="87044"/>
                  </a:lnTo>
                  <a:lnTo>
                    <a:pt x="1656366" y="85008"/>
                  </a:lnTo>
                  <a:lnTo>
                    <a:pt x="1659520" y="82432"/>
                  </a:lnTo>
                  <a:lnTo>
                    <a:pt x="1662221" y="79384"/>
                  </a:lnTo>
                  <a:lnTo>
                    <a:pt x="1664397" y="75942"/>
                  </a:lnTo>
                  <a:lnTo>
                    <a:pt x="1665994" y="72195"/>
                  </a:lnTo>
                  <a:lnTo>
                    <a:pt x="1666968" y="68241"/>
                  </a:lnTo>
                  <a:lnTo>
                    <a:pt x="1667296" y="64182"/>
                  </a:lnTo>
                  <a:lnTo>
                    <a:pt x="1667296" y="25305"/>
                  </a:lnTo>
                  <a:lnTo>
                    <a:pt x="1666968" y="21245"/>
                  </a:lnTo>
                  <a:lnTo>
                    <a:pt x="1665994" y="17291"/>
                  </a:lnTo>
                  <a:lnTo>
                    <a:pt x="1664397" y="13545"/>
                  </a:lnTo>
                  <a:lnTo>
                    <a:pt x="1662221" y="10103"/>
                  </a:lnTo>
                  <a:lnTo>
                    <a:pt x="1659520" y="7055"/>
                  </a:lnTo>
                  <a:lnTo>
                    <a:pt x="1656366" y="4479"/>
                  </a:lnTo>
                  <a:lnTo>
                    <a:pt x="1652839" y="2443"/>
                  </a:lnTo>
                  <a:lnTo>
                    <a:pt x="1649031" y="999"/>
                  </a:lnTo>
                  <a:lnTo>
                    <a:pt x="1645041" y="184"/>
                  </a:lnTo>
                  <a:lnTo>
                    <a:pt x="164199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3080648" y="2207944"/>
              <a:ext cx="1667296" cy="89487"/>
            </a:xfrm>
            <a:custGeom>
              <a:avLst/>
              <a:pathLst>
                <a:path w="1667296" h="89487">
                  <a:moveTo>
                    <a:pt x="25305" y="89487"/>
                  </a:moveTo>
                  <a:lnTo>
                    <a:pt x="1641991" y="89487"/>
                  </a:lnTo>
                  <a:lnTo>
                    <a:pt x="1640972" y="89466"/>
                  </a:lnTo>
                  <a:lnTo>
                    <a:pt x="1645041" y="89303"/>
                  </a:lnTo>
                  <a:lnTo>
                    <a:pt x="1649031" y="88488"/>
                  </a:lnTo>
                  <a:lnTo>
                    <a:pt x="1652839" y="87044"/>
                  </a:lnTo>
                  <a:lnTo>
                    <a:pt x="1656366" y="85008"/>
                  </a:lnTo>
                  <a:lnTo>
                    <a:pt x="1659520" y="82432"/>
                  </a:lnTo>
                  <a:lnTo>
                    <a:pt x="1662221" y="79384"/>
                  </a:lnTo>
                  <a:lnTo>
                    <a:pt x="1664397" y="75942"/>
                  </a:lnTo>
                  <a:lnTo>
                    <a:pt x="1665994" y="72195"/>
                  </a:lnTo>
                  <a:lnTo>
                    <a:pt x="1666968" y="68241"/>
                  </a:lnTo>
                  <a:lnTo>
                    <a:pt x="1667296" y="64182"/>
                  </a:lnTo>
                  <a:lnTo>
                    <a:pt x="1667296" y="25305"/>
                  </a:lnTo>
                  <a:lnTo>
                    <a:pt x="1666968" y="21245"/>
                  </a:lnTo>
                  <a:lnTo>
                    <a:pt x="1665994" y="17291"/>
                  </a:lnTo>
                  <a:lnTo>
                    <a:pt x="1664397" y="13545"/>
                  </a:lnTo>
                  <a:lnTo>
                    <a:pt x="1662221" y="10103"/>
                  </a:lnTo>
                  <a:lnTo>
                    <a:pt x="1659520" y="7055"/>
                  </a:lnTo>
                  <a:lnTo>
                    <a:pt x="1656366" y="4479"/>
                  </a:lnTo>
                  <a:lnTo>
                    <a:pt x="1652839" y="2443"/>
                  </a:lnTo>
                  <a:lnTo>
                    <a:pt x="1649031" y="999"/>
                  </a:lnTo>
                  <a:lnTo>
                    <a:pt x="1645041" y="184"/>
                  </a:lnTo>
                  <a:lnTo>
                    <a:pt x="164199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080648" y="2058798"/>
              <a:ext cx="1026028" cy="89487"/>
            </a:xfrm>
            <a:custGeom>
              <a:avLst/>
              <a:pathLst>
                <a:path w="1026028" h="89487">
                  <a:moveTo>
                    <a:pt x="25305" y="89487"/>
                  </a:moveTo>
                  <a:lnTo>
                    <a:pt x="1000723" y="89487"/>
                  </a:lnTo>
                  <a:lnTo>
                    <a:pt x="999704" y="89466"/>
                  </a:lnTo>
                  <a:lnTo>
                    <a:pt x="1003773" y="89303"/>
                  </a:lnTo>
                  <a:lnTo>
                    <a:pt x="1007763" y="88488"/>
                  </a:lnTo>
                  <a:lnTo>
                    <a:pt x="1011571" y="87044"/>
                  </a:lnTo>
                  <a:lnTo>
                    <a:pt x="1015098" y="85008"/>
                  </a:lnTo>
                  <a:lnTo>
                    <a:pt x="1018252" y="82432"/>
                  </a:lnTo>
                  <a:lnTo>
                    <a:pt x="1020953" y="79384"/>
                  </a:lnTo>
                  <a:lnTo>
                    <a:pt x="1023130" y="75942"/>
                  </a:lnTo>
                  <a:lnTo>
                    <a:pt x="1024726" y="72195"/>
                  </a:lnTo>
                  <a:lnTo>
                    <a:pt x="1025700" y="68241"/>
                  </a:lnTo>
                  <a:lnTo>
                    <a:pt x="1026028" y="64182"/>
                  </a:lnTo>
                  <a:lnTo>
                    <a:pt x="1026028" y="25305"/>
                  </a:lnTo>
                  <a:lnTo>
                    <a:pt x="1025700" y="21245"/>
                  </a:lnTo>
                  <a:lnTo>
                    <a:pt x="1024726" y="17291"/>
                  </a:lnTo>
                  <a:lnTo>
                    <a:pt x="1023130" y="13545"/>
                  </a:lnTo>
                  <a:lnTo>
                    <a:pt x="1020953" y="10103"/>
                  </a:lnTo>
                  <a:lnTo>
                    <a:pt x="1018252" y="7055"/>
                  </a:lnTo>
                  <a:lnTo>
                    <a:pt x="1015098" y="4479"/>
                  </a:lnTo>
                  <a:lnTo>
                    <a:pt x="1011571" y="2443"/>
                  </a:lnTo>
                  <a:lnTo>
                    <a:pt x="1007763" y="999"/>
                  </a:lnTo>
                  <a:lnTo>
                    <a:pt x="1003773" y="184"/>
                  </a:lnTo>
                  <a:lnTo>
                    <a:pt x="100072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080648" y="1909652"/>
              <a:ext cx="1026028" cy="89487"/>
            </a:xfrm>
            <a:custGeom>
              <a:avLst/>
              <a:pathLst>
                <a:path w="1026028" h="89487">
                  <a:moveTo>
                    <a:pt x="25305" y="89487"/>
                  </a:moveTo>
                  <a:lnTo>
                    <a:pt x="1000723" y="89487"/>
                  </a:lnTo>
                  <a:lnTo>
                    <a:pt x="999704" y="89466"/>
                  </a:lnTo>
                  <a:lnTo>
                    <a:pt x="1003773" y="89303"/>
                  </a:lnTo>
                  <a:lnTo>
                    <a:pt x="1007763" y="88488"/>
                  </a:lnTo>
                  <a:lnTo>
                    <a:pt x="1011571" y="87044"/>
                  </a:lnTo>
                  <a:lnTo>
                    <a:pt x="1015098" y="85008"/>
                  </a:lnTo>
                  <a:lnTo>
                    <a:pt x="1018252" y="82432"/>
                  </a:lnTo>
                  <a:lnTo>
                    <a:pt x="1020953" y="79384"/>
                  </a:lnTo>
                  <a:lnTo>
                    <a:pt x="1023130" y="75942"/>
                  </a:lnTo>
                  <a:lnTo>
                    <a:pt x="1024726" y="72195"/>
                  </a:lnTo>
                  <a:lnTo>
                    <a:pt x="1025700" y="68241"/>
                  </a:lnTo>
                  <a:lnTo>
                    <a:pt x="1026028" y="64182"/>
                  </a:lnTo>
                  <a:lnTo>
                    <a:pt x="1026028" y="25305"/>
                  </a:lnTo>
                  <a:lnTo>
                    <a:pt x="1025700" y="21245"/>
                  </a:lnTo>
                  <a:lnTo>
                    <a:pt x="1024726" y="17291"/>
                  </a:lnTo>
                  <a:lnTo>
                    <a:pt x="1023130" y="13545"/>
                  </a:lnTo>
                  <a:lnTo>
                    <a:pt x="1020953" y="10103"/>
                  </a:lnTo>
                  <a:lnTo>
                    <a:pt x="1018252" y="7055"/>
                  </a:lnTo>
                  <a:lnTo>
                    <a:pt x="1015098" y="4479"/>
                  </a:lnTo>
                  <a:lnTo>
                    <a:pt x="1011571" y="2443"/>
                  </a:lnTo>
                  <a:lnTo>
                    <a:pt x="1007763" y="999"/>
                  </a:lnTo>
                  <a:lnTo>
                    <a:pt x="1003773" y="184"/>
                  </a:lnTo>
                  <a:lnTo>
                    <a:pt x="100072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3080648" y="1760507"/>
              <a:ext cx="1154282" cy="89487"/>
            </a:xfrm>
            <a:custGeom>
              <a:avLst/>
              <a:pathLst>
                <a:path w="1154282" h="89487">
                  <a:moveTo>
                    <a:pt x="25305" y="89487"/>
                  </a:moveTo>
                  <a:lnTo>
                    <a:pt x="1128977" y="89487"/>
                  </a:lnTo>
                  <a:lnTo>
                    <a:pt x="1127958" y="89466"/>
                  </a:lnTo>
                  <a:lnTo>
                    <a:pt x="1132027" y="89303"/>
                  </a:lnTo>
                  <a:lnTo>
                    <a:pt x="1136017" y="88488"/>
                  </a:lnTo>
                  <a:lnTo>
                    <a:pt x="1139825" y="87044"/>
                  </a:lnTo>
                  <a:lnTo>
                    <a:pt x="1143352" y="85008"/>
                  </a:lnTo>
                  <a:lnTo>
                    <a:pt x="1146506" y="82432"/>
                  </a:lnTo>
                  <a:lnTo>
                    <a:pt x="1149207" y="79384"/>
                  </a:lnTo>
                  <a:lnTo>
                    <a:pt x="1151383" y="75942"/>
                  </a:lnTo>
                  <a:lnTo>
                    <a:pt x="1152979" y="72195"/>
                  </a:lnTo>
                  <a:lnTo>
                    <a:pt x="1153954" y="68241"/>
                  </a:lnTo>
                  <a:lnTo>
                    <a:pt x="1154282" y="64182"/>
                  </a:lnTo>
                  <a:lnTo>
                    <a:pt x="1154282" y="25305"/>
                  </a:lnTo>
                  <a:lnTo>
                    <a:pt x="1153954" y="21245"/>
                  </a:lnTo>
                  <a:lnTo>
                    <a:pt x="1152979" y="17291"/>
                  </a:lnTo>
                  <a:lnTo>
                    <a:pt x="1151383" y="13545"/>
                  </a:lnTo>
                  <a:lnTo>
                    <a:pt x="1149207" y="10103"/>
                  </a:lnTo>
                  <a:lnTo>
                    <a:pt x="1146506" y="7055"/>
                  </a:lnTo>
                  <a:lnTo>
                    <a:pt x="1143352" y="4479"/>
                  </a:lnTo>
                  <a:lnTo>
                    <a:pt x="1139825" y="2443"/>
                  </a:lnTo>
                  <a:lnTo>
                    <a:pt x="1136017" y="999"/>
                  </a:lnTo>
                  <a:lnTo>
                    <a:pt x="1132027" y="184"/>
                  </a:lnTo>
                  <a:lnTo>
                    <a:pt x="112897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3080648" y="1611361"/>
              <a:ext cx="1282535" cy="89487"/>
            </a:xfrm>
            <a:custGeom>
              <a:avLst/>
              <a:pathLst>
                <a:path w="1282535" h="89487">
                  <a:moveTo>
                    <a:pt x="25305" y="89487"/>
                  </a:moveTo>
                  <a:lnTo>
                    <a:pt x="1257230" y="89487"/>
                  </a:lnTo>
                  <a:lnTo>
                    <a:pt x="1256211" y="89466"/>
                  </a:lnTo>
                  <a:lnTo>
                    <a:pt x="1260280" y="89303"/>
                  </a:lnTo>
                  <a:lnTo>
                    <a:pt x="1264270" y="88488"/>
                  </a:lnTo>
                  <a:lnTo>
                    <a:pt x="1268078" y="87044"/>
                  </a:lnTo>
                  <a:lnTo>
                    <a:pt x="1271605" y="85008"/>
                  </a:lnTo>
                  <a:lnTo>
                    <a:pt x="1274760" y="82432"/>
                  </a:lnTo>
                  <a:lnTo>
                    <a:pt x="1277460" y="79384"/>
                  </a:lnTo>
                  <a:lnTo>
                    <a:pt x="1279637" y="75942"/>
                  </a:lnTo>
                  <a:lnTo>
                    <a:pt x="1281233" y="72195"/>
                  </a:lnTo>
                  <a:lnTo>
                    <a:pt x="1282208" y="68241"/>
                  </a:lnTo>
                  <a:lnTo>
                    <a:pt x="1282535" y="64182"/>
                  </a:lnTo>
                  <a:lnTo>
                    <a:pt x="1282535" y="25305"/>
                  </a:lnTo>
                  <a:lnTo>
                    <a:pt x="1282208" y="21245"/>
                  </a:lnTo>
                  <a:lnTo>
                    <a:pt x="1281233" y="17291"/>
                  </a:lnTo>
                  <a:lnTo>
                    <a:pt x="1279637" y="13545"/>
                  </a:lnTo>
                  <a:lnTo>
                    <a:pt x="1277460" y="10103"/>
                  </a:lnTo>
                  <a:lnTo>
                    <a:pt x="1274760" y="7055"/>
                  </a:lnTo>
                  <a:lnTo>
                    <a:pt x="1271605" y="4479"/>
                  </a:lnTo>
                  <a:lnTo>
                    <a:pt x="1268078" y="2443"/>
                  </a:lnTo>
                  <a:lnTo>
                    <a:pt x="1264270" y="999"/>
                  </a:lnTo>
                  <a:lnTo>
                    <a:pt x="1260280" y="184"/>
                  </a:lnTo>
                  <a:lnTo>
                    <a:pt x="1257230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3080648" y="1462215"/>
              <a:ext cx="1282535" cy="89487"/>
            </a:xfrm>
            <a:custGeom>
              <a:avLst/>
              <a:pathLst>
                <a:path w="1282535" h="89487">
                  <a:moveTo>
                    <a:pt x="25305" y="89487"/>
                  </a:moveTo>
                  <a:lnTo>
                    <a:pt x="1257230" y="89487"/>
                  </a:lnTo>
                  <a:lnTo>
                    <a:pt x="1256211" y="89466"/>
                  </a:lnTo>
                  <a:lnTo>
                    <a:pt x="1260280" y="89303"/>
                  </a:lnTo>
                  <a:lnTo>
                    <a:pt x="1264270" y="88488"/>
                  </a:lnTo>
                  <a:lnTo>
                    <a:pt x="1268078" y="87044"/>
                  </a:lnTo>
                  <a:lnTo>
                    <a:pt x="1271605" y="85008"/>
                  </a:lnTo>
                  <a:lnTo>
                    <a:pt x="1274760" y="82432"/>
                  </a:lnTo>
                  <a:lnTo>
                    <a:pt x="1277460" y="79384"/>
                  </a:lnTo>
                  <a:lnTo>
                    <a:pt x="1279637" y="75942"/>
                  </a:lnTo>
                  <a:lnTo>
                    <a:pt x="1281233" y="72195"/>
                  </a:lnTo>
                  <a:lnTo>
                    <a:pt x="1282208" y="68241"/>
                  </a:lnTo>
                  <a:lnTo>
                    <a:pt x="1282535" y="64182"/>
                  </a:lnTo>
                  <a:lnTo>
                    <a:pt x="1282535" y="25305"/>
                  </a:lnTo>
                  <a:lnTo>
                    <a:pt x="1282208" y="21245"/>
                  </a:lnTo>
                  <a:lnTo>
                    <a:pt x="1281233" y="17291"/>
                  </a:lnTo>
                  <a:lnTo>
                    <a:pt x="1279637" y="13545"/>
                  </a:lnTo>
                  <a:lnTo>
                    <a:pt x="1277460" y="10103"/>
                  </a:lnTo>
                  <a:lnTo>
                    <a:pt x="1274760" y="7055"/>
                  </a:lnTo>
                  <a:lnTo>
                    <a:pt x="1271605" y="4479"/>
                  </a:lnTo>
                  <a:lnTo>
                    <a:pt x="1268078" y="2443"/>
                  </a:lnTo>
                  <a:lnTo>
                    <a:pt x="1264270" y="999"/>
                  </a:lnTo>
                  <a:lnTo>
                    <a:pt x="1260280" y="184"/>
                  </a:lnTo>
                  <a:lnTo>
                    <a:pt x="1257230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3080648" y="1313069"/>
              <a:ext cx="1154282" cy="89487"/>
            </a:xfrm>
            <a:custGeom>
              <a:avLst/>
              <a:pathLst>
                <a:path w="1154282" h="89487">
                  <a:moveTo>
                    <a:pt x="25305" y="89487"/>
                  </a:moveTo>
                  <a:lnTo>
                    <a:pt x="1128977" y="89487"/>
                  </a:lnTo>
                  <a:lnTo>
                    <a:pt x="1127958" y="89466"/>
                  </a:lnTo>
                  <a:lnTo>
                    <a:pt x="1132027" y="89303"/>
                  </a:lnTo>
                  <a:lnTo>
                    <a:pt x="1136017" y="88488"/>
                  </a:lnTo>
                  <a:lnTo>
                    <a:pt x="1139825" y="87044"/>
                  </a:lnTo>
                  <a:lnTo>
                    <a:pt x="1143352" y="85008"/>
                  </a:lnTo>
                  <a:lnTo>
                    <a:pt x="1146506" y="82432"/>
                  </a:lnTo>
                  <a:lnTo>
                    <a:pt x="1149207" y="79384"/>
                  </a:lnTo>
                  <a:lnTo>
                    <a:pt x="1151383" y="75942"/>
                  </a:lnTo>
                  <a:lnTo>
                    <a:pt x="1152979" y="72195"/>
                  </a:lnTo>
                  <a:lnTo>
                    <a:pt x="1153954" y="68241"/>
                  </a:lnTo>
                  <a:lnTo>
                    <a:pt x="1154282" y="64182"/>
                  </a:lnTo>
                  <a:lnTo>
                    <a:pt x="1154282" y="25305"/>
                  </a:lnTo>
                  <a:lnTo>
                    <a:pt x="1153954" y="21245"/>
                  </a:lnTo>
                  <a:lnTo>
                    <a:pt x="1152979" y="17291"/>
                  </a:lnTo>
                  <a:lnTo>
                    <a:pt x="1151383" y="13545"/>
                  </a:lnTo>
                  <a:lnTo>
                    <a:pt x="1149207" y="10103"/>
                  </a:lnTo>
                  <a:lnTo>
                    <a:pt x="1146506" y="7055"/>
                  </a:lnTo>
                  <a:lnTo>
                    <a:pt x="1143352" y="4479"/>
                  </a:lnTo>
                  <a:lnTo>
                    <a:pt x="1139825" y="2443"/>
                  </a:lnTo>
                  <a:lnTo>
                    <a:pt x="1136017" y="999"/>
                  </a:lnTo>
                  <a:lnTo>
                    <a:pt x="1132027" y="184"/>
                  </a:lnTo>
                  <a:lnTo>
                    <a:pt x="112897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3080648" y="1163923"/>
              <a:ext cx="1154282" cy="89487"/>
            </a:xfrm>
            <a:custGeom>
              <a:avLst/>
              <a:pathLst>
                <a:path w="1154282" h="89487">
                  <a:moveTo>
                    <a:pt x="25305" y="89487"/>
                  </a:moveTo>
                  <a:lnTo>
                    <a:pt x="1128977" y="89487"/>
                  </a:lnTo>
                  <a:lnTo>
                    <a:pt x="1127958" y="89466"/>
                  </a:lnTo>
                  <a:lnTo>
                    <a:pt x="1132027" y="89303"/>
                  </a:lnTo>
                  <a:lnTo>
                    <a:pt x="1136017" y="88488"/>
                  </a:lnTo>
                  <a:lnTo>
                    <a:pt x="1139825" y="87044"/>
                  </a:lnTo>
                  <a:lnTo>
                    <a:pt x="1143352" y="85008"/>
                  </a:lnTo>
                  <a:lnTo>
                    <a:pt x="1146506" y="82432"/>
                  </a:lnTo>
                  <a:lnTo>
                    <a:pt x="1149207" y="79384"/>
                  </a:lnTo>
                  <a:lnTo>
                    <a:pt x="1151383" y="75942"/>
                  </a:lnTo>
                  <a:lnTo>
                    <a:pt x="1152979" y="72195"/>
                  </a:lnTo>
                  <a:lnTo>
                    <a:pt x="1153954" y="68241"/>
                  </a:lnTo>
                  <a:lnTo>
                    <a:pt x="1154282" y="64182"/>
                  </a:lnTo>
                  <a:lnTo>
                    <a:pt x="1154282" y="25305"/>
                  </a:lnTo>
                  <a:lnTo>
                    <a:pt x="1153954" y="21245"/>
                  </a:lnTo>
                  <a:lnTo>
                    <a:pt x="1152979" y="17291"/>
                  </a:lnTo>
                  <a:lnTo>
                    <a:pt x="1151383" y="13545"/>
                  </a:lnTo>
                  <a:lnTo>
                    <a:pt x="1149207" y="10103"/>
                  </a:lnTo>
                  <a:lnTo>
                    <a:pt x="1146506" y="7055"/>
                  </a:lnTo>
                  <a:lnTo>
                    <a:pt x="1143352" y="4479"/>
                  </a:lnTo>
                  <a:lnTo>
                    <a:pt x="1139825" y="2443"/>
                  </a:lnTo>
                  <a:lnTo>
                    <a:pt x="1136017" y="999"/>
                  </a:lnTo>
                  <a:lnTo>
                    <a:pt x="1132027" y="184"/>
                  </a:lnTo>
                  <a:lnTo>
                    <a:pt x="112897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3080648" y="1014777"/>
              <a:ext cx="1667296" cy="89487"/>
            </a:xfrm>
            <a:custGeom>
              <a:avLst/>
              <a:pathLst>
                <a:path w="1667296" h="89487">
                  <a:moveTo>
                    <a:pt x="25305" y="89487"/>
                  </a:moveTo>
                  <a:lnTo>
                    <a:pt x="1641991" y="89487"/>
                  </a:lnTo>
                  <a:lnTo>
                    <a:pt x="1640972" y="89466"/>
                  </a:lnTo>
                  <a:lnTo>
                    <a:pt x="1645041" y="89303"/>
                  </a:lnTo>
                  <a:lnTo>
                    <a:pt x="1649031" y="88488"/>
                  </a:lnTo>
                  <a:lnTo>
                    <a:pt x="1652839" y="87044"/>
                  </a:lnTo>
                  <a:lnTo>
                    <a:pt x="1656366" y="85008"/>
                  </a:lnTo>
                  <a:lnTo>
                    <a:pt x="1659520" y="82432"/>
                  </a:lnTo>
                  <a:lnTo>
                    <a:pt x="1662221" y="79384"/>
                  </a:lnTo>
                  <a:lnTo>
                    <a:pt x="1664397" y="75942"/>
                  </a:lnTo>
                  <a:lnTo>
                    <a:pt x="1665994" y="72195"/>
                  </a:lnTo>
                  <a:lnTo>
                    <a:pt x="1666968" y="68241"/>
                  </a:lnTo>
                  <a:lnTo>
                    <a:pt x="1667296" y="64182"/>
                  </a:lnTo>
                  <a:lnTo>
                    <a:pt x="1667296" y="25305"/>
                  </a:lnTo>
                  <a:lnTo>
                    <a:pt x="1666968" y="21245"/>
                  </a:lnTo>
                  <a:lnTo>
                    <a:pt x="1665994" y="17291"/>
                  </a:lnTo>
                  <a:lnTo>
                    <a:pt x="1664397" y="13545"/>
                  </a:lnTo>
                  <a:lnTo>
                    <a:pt x="1662221" y="10103"/>
                  </a:lnTo>
                  <a:lnTo>
                    <a:pt x="1659520" y="7055"/>
                  </a:lnTo>
                  <a:lnTo>
                    <a:pt x="1656366" y="4479"/>
                  </a:lnTo>
                  <a:lnTo>
                    <a:pt x="1652839" y="2443"/>
                  </a:lnTo>
                  <a:lnTo>
                    <a:pt x="1649031" y="999"/>
                  </a:lnTo>
                  <a:lnTo>
                    <a:pt x="1645041" y="184"/>
                  </a:lnTo>
                  <a:lnTo>
                    <a:pt x="164199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080648" y="865631"/>
              <a:ext cx="1154282" cy="89487"/>
            </a:xfrm>
            <a:custGeom>
              <a:avLst/>
              <a:pathLst>
                <a:path w="1154282" h="89487">
                  <a:moveTo>
                    <a:pt x="25305" y="89487"/>
                  </a:moveTo>
                  <a:lnTo>
                    <a:pt x="1128977" y="89487"/>
                  </a:lnTo>
                  <a:lnTo>
                    <a:pt x="1127958" y="89466"/>
                  </a:lnTo>
                  <a:lnTo>
                    <a:pt x="1132027" y="89303"/>
                  </a:lnTo>
                  <a:lnTo>
                    <a:pt x="1136017" y="88488"/>
                  </a:lnTo>
                  <a:lnTo>
                    <a:pt x="1139825" y="87044"/>
                  </a:lnTo>
                  <a:lnTo>
                    <a:pt x="1143352" y="85008"/>
                  </a:lnTo>
                  <a:lnTo>
                    <a:pt x="1146506" y="82432"/>
                  </a:lnTo>
                  <a:lnTo>
                    <a:pt x="1149207" y="79384"/>
                  </a:lnTo>
                  <a:lnTo>
                    <a:pt x="1151383" y="75942"/>
                  </a:lnTo>
                  <a:lnTo>
                    <a:pt x="1152979" y="72195"/>
                  </a:lnTo>
                  <a:lnTo>
                    <a:pt x="1153954" y="68241"/>
                  </a:lnTo>
                  <a:lnTo>
                    <a:pt x="1154282" y="64182"/>
                  </a:lnTo>
                  <a:lnTo>
                    <a:pt x="1154282" y="25305"/>
                  </a:lnTo>
                  <a:lnTo>
                    <a:pt x="1153954" y="21245"/>
                  </a:lnTo>
                  <a:lnTo>
                    <a:pt x="1152979" y="17291"/>
                  </a:lnTo>
                  <a:lnTo>
                    <a:pt x="1151383" y="13545"/>
                  </a:lnTo>
                  <a:lnTo>
                    <a:pt x="1149207" y="10103"/>
                  </a:lnTo>
                  <a:lnTo>
                    <a:pt x="1146506" y="7055"/>
                  </a:lnTo>
                  <a:lnTo>
                    <a:pt x="1143352" y="4479"/>
                  </a:lnTo>
                  <a:lnTo>
                    <a:pt x="1139825" y="2443"/>
                  </a:lnTo>
                  <a:lnTo>
                    <a:pt x="1136017" y="999"/>
                  </a:lnTo>
                  <a:lnTo>
                    <a:pt x="1132027" y="184"/>
                  </a:lnTo>
                  <a:lnTo>
                    <a:pt x="112897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3080648" y="716486"/>
              <a:ext cx="1410789" cy="89487"/>
            </a:xfrm>
            <a:custGeom>
              <a:avLst/>
              <a:pathLst>
                <a:path w="1410789" h="89487">
                  <a:moveTo>
                    <a:pt x="25305" y="89487"/>
                  </a:moveTo>
                  <a:lnTo>
                    <a:pt x="1385484" y="89487"/>
                  </a:lnTo>
                  <a:lnTo>
                    <a:pt x="1384465" y="89466"/>
                  </a:lnTo>
                  <a:lnTo>
                    <a:pt x="1388534" y="89303"/>
                  </a:lnTo>
                  <a:lnTo>
                    <a:pt x="1392524" y="88488"/>
                  </a:lnTo>
                  <a:lnTo>
                    <a:pt x="1396332" y="87044"/>
                  </a:lnTo>
                  <a:lnTo>
                    <a:pt x="1399859" y="85008"/>
                  </a:lnTo>
                  <a:lnTo>
                    <a:pt x="1403013" y="82432"/>
                  </a:lnTo>
                  <a:lnTo>
                    <a:pt x="1405714" y="79384"/>
                  </a:lnTo>
                  <a:lnTo>
                    <a:pt x="1407890" y="75942"/>
                  </a:lnTo>
                  <a:lnTo>
                    <a:pt x="1409487" y="72195"/>
                  </a:lnTo>
                  <a:lnTo>
                    <a:pt x="1410461" y="68241"/>
                  </a:lnTo>
                  <a:lnTo>
                    <a:pt x="1410789" y="64182"/>
                  </a:lnTo>
                  <a:lnTo>
                    <a:pt x="1410789" y="25305"/>
                  </a:lnTo>
                  <a:lnTo>
                    <a:pt x="1410461" y="21245"/>
                  </a:lnTo>
                  <a:lnTo>
                    <a:pt x="1409487" y="17291"/>
                  </a:lnTo>
                  <a:lnTo>
                    <a:pt x="1407890" y="13545"/>
                  </a:lnTo>
                  <a:lnTo>
                    <a:pt x="1405714" y="10103"/>
                  </a:lnTo>
                  <a:lnTo>
                    <a:pt x="1403013" y="7055"/>
                  </a:lnTo>
                  <a:lnTo>
                    <a:pt x="1399859" y="4479"/>
                  </a:lnTo>
                  <a:lnTo>
                    <a:pt x="1396332" y="2443"/>
                  </a:lnTo>
                  <a:lnTo>
                    <a:pt x="1392524" y="999"/>
                  </a:lnTo>
                  <a:lnTo>
                    <a:pt x="1388534" y="184"/>
                  </a:lnTo>
                  <a:lnTo>
                    <a:pt x="138548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080648" y="567340"/>
              <a:ext cx="1154282" cy="89487"/>
            </a:xfrm>
            <a:custGeom>
              <a:avLst/>
              <a:pathLst>
                <a:path w="1154282" h="89487">
                  <a:moveTo>
                    <a:pt x="25305" y="89487"/>
                  </a:moveTo>
                  <a:lnTo>
                    <a:pt x="1128977" y="89487"/>
                  </a:lnTo>
                  <a:lnTo>
                    <a:pt x="1127958" y="89466"/>
                  </a:lnTo>
                  <a:lnTo>
                    <a:pt x="1132027" y="89303"/>
                  </a:lnTo>
                  <a:lnTo>
                    <a:pt x="1136017" y="88488"/>
                  </a:lnTo>
                  <a:lnTo>
                    <a:pt x="1139825" y="87044"/>
                  </a:lnTo>
                  <a:lnTo>
                    <a:pt x="1143352" y="85008"/>
                  </a:lnTo>
                  <a:lnTo>
                    <a:pt x="1146506" y="82432"/>
                  </a:lnTo>
                  <a:lnTo>
                    <a:pt x="1149207" y="79384"/>
                  </a:lnTo>
                  <a:lnTo>
                    <a:pt x="1151383" y="75942"/>
                  </a:lnTo>
                  <a:lnTo>
                    <a:pt x="1152979" y="72195"/>
                  </a:lnTo>
                  <a:lnTo>
                    <a:pt x="1153954" y="68241"/>
                  </a:lnTo>
                  <a:lnTo>
                    <a:pt x="1154282" y="64182"/>
                  </a:lnTo>
                  <a:lnTo>
                    <a:pt x="1154282" y="25305"/>
                  </a:lnTo>
                  <a:lnTo>
                    <a:pt x="1153954" y="21245"/>
                  </a:lnTo>
                  <a:lnTo>
                    <a:pt x="1152979" y="17291"/>
                  </a:lnTo>
                  <a:lnTo>
                    <a:pt x="1151383" y="13545"/>
                  </a:lnTo>
                  <a:lnTo>
                    <a:pt x="1149207" y="10103"/>
                  </a:lnTo>
                  <a:lnTo>
                    <a:pt x="1146506" y="7055"/>
                  </a:lnTo>
                  <a:lnTo>
                    <a:pt x="1143352" y="4479"/>
                  </a:lnTo>
                  <a:lnTo>
                    <a:pt x="1139825" y="2443"/>
                  </a:lnTo>
                  <a:lnTo>
                    <a:pt x="1136017" y="999"/>
                  </a:lnTo>
                  <a:lnTo>
                    <a:pt x="1132027" y="184"/>
                  </a:lnTo>
                  <a:lnTo>
                    <a:pt x="112897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080648" y="418194"/>
              <a:ext cx="1795550" cy="89487"/>
            </a:xfrm>
            <a:custGeom>
              <a:avLst/>
              <a:pathLst>
                <a:path w="1795550" h="89487">
                  <a:moveTo>
                    <a:pt x="25305" y="89487"/>
                  </a:moveTo>
                  <a:lnTo>
                    <a:pt x="1770244" y="89487"/>
                  </a:lnTo>
                  <a:lnTo>
                    <a:pt x="1769226" y="89466"/>
                  </a:lnTo>
                  <a:lnTo>
                    <a:pt x="1773295" y="89303"/>
                  </a:lnTo>
                  <a:lnTo>
                    <a:pt x="1777285" y="88488"/>
                  </a:lnTo>
                  <a:lnTo>
                    <a:pt x="1781093" y="87044"/>
                  </a:lnTo>
                  <a:lnTo>
                    <a:pt x="1784619" y="85008"/>
                  </a:lnTo>
                  <a:lnTo>
                    <a:pt x="1787774" y="82432"/>
                  </a:lnTo>
                  <a:lnTo>
                    <a:pt x="1790474" y="79384"/>
                  </a:lnTo>
                  <a:lnTo>
                    <a:pt x="1792651" y="75942"/>
                  </a:lnTo>
                  <a:lnTo>
                    <a:pt x="1794247" y="72195"/>
                  </a:lnTo>
                  <a:lnTo>
                    <a:pt x="1795222" y="68241"/>
                  </a:lnTo>
                  <a:lnTo>
                    <a:pt x="1795550" y="64182"/>
                  </a:lnTo>
                  <a:lnTo>
                    <a:pt x="1795550" y="25305"/>
                  </a:lnTo>
                  <a:lnTo>
                    <a:pt x="1795222" y="21245"/>
                  </a:lnTo>
                  <a:lnTo>
                    <a:pt x="1794247" y="17291"/>
                  </a:lnTo>
                  <a:lnTo>
                    <a:pt x="1792651" y="13545"/>
                  </a:lnTo>
                  <a:lnTo>
                    <a:pt x="1790474" y="10103"/>
                  </a:lnTo>
                  <a:lnTo>
                    <a:pt x="1787774" y="7055"/>
                  </a:lnTo>
                  <a:lnTo>
                    <a:pt x="1784619" y="4479"/>
                  </a:lnTo>
                  <a:lnTo>
                    <a:pt x="1781093" y="2443"/>
                  </a:lnTo>
                  <a:lnTo>
                    <a:pt x="1777285" y="999"/>
                  </a:lnTo>
                  <a:lnTo>
                    <a:pt x="1773295" y="184"/>
                  </a:lnTo>
                  <a:lnTo>
                    <a:pt x="177024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3142546" y="6221470"/>
              <a:ext cx="262862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structural constituent of cytoskeleton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142546" y="6072325"/>
              <a:ext cx="1526499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binding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142546" y="5923179"/>
              <a:ext cx="2465862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ribonucleoprotein complex binding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142546" y="5774033"/>
              <a:ext cx="912388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binding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142546" y="5624887"/>
              <a:ext cx="167079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RAGE receptor binding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142546" y="5475741"/>
              <a:ext cx="1192377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cadherin binding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142546" y="5326595"/>
              <a:ext cx="241145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GDP-dissociation inhibitor activity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142546" y="5177449"/>
              <a:ext cx="239353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structural constituent of ribosome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142546" y="5028304"/>
              <a:ext cx="1291498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isomerase activity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142546" y="4879158"/>
              <a:ext cx="1905609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N-terminus binding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142546" y="4730012"/>
              <a:ext cx="87599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142546" y="4580866"/>
              <a:ext cx="132780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Parkinson disease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142546" y="4431720"/>
              <a:ext cx="2068189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Amyotrophic lateral sclerosis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142546" y="4282574"/>
              <a:ext cx="98453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Prion disease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142546" y="4133428"/>
              <a:ext cx="96039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Tight junction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142546" y="3984282"/>
              <a:ext cx="139107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Huntington disease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142546" y="3835137"/>
              <a:ext cx="368521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Pathways of neurodegeneration - multiple diseases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142546" y="3685991"/>
              <a:ext cx="1327617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Alzheimer disease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142546" y="3536845"/>
              <a:ext cx="86703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Phagosome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142546" y="3387699"/>
              <a:ext cx="263758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Pathogenic Escherichia coli infection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142546" y="3238553"/>
              <a:ext cx="186949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 core complex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3142546" y="3089407"/>
              <a:ext cx="150821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 complex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3142546" y="2940261"/>
              <a:ext cx="1047902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focal adhesion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42546" y="2791116"/>
              <a:ext cx="157167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cell-substrate junction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142546" y="2641970"/>
              <a:ext cx="1716237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endopeptidase complex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142546" y="2492824"/>
              <a:ext cx="174312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secretory granule lumen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142546" y="2343678"/>
              <a:ext cx="187854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cytoplasmic vesicle lumen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142546" y="2194532"/>
              <a:ext cx="98444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vesicle lumen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142546" y="2045386"/>
              <a:ext cx="135486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peptidase complex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142546" y="1896240"/>
              <a:ext cx="195078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ficolin-1-rich granule lumen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142546" y="1747095"/>
              <a:ext cx="298963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polymerization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142546" y="1597949"/>
              <a:ext cx="289919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polymerization or depolymerization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142546" y="1448803"/>
              <a:ext cx="2529047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protein polymerization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42546" y="1299657"/>
              <a:ext cx="383865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polymerization or depolymerization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142546" y="1150511"/>
              <a:ext cx="238466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length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142546" y="1001365"/>
              <a:ext cx="3341949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supramolecular fiber organization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142546" y="852219"/>
              <a:ext cx="205017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polymerization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142546" y="703073"/>
              <a:ext cx="282723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organization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42546" y="553928"/>
              <a:ext cx="314361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positive regulation of endopeptidase activity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142546" y="404782"/>
              <a:ext cx="271878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ribonucleoprotein complex biogenesis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173495" y="6331827"/>
              <a:ext cx="250545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TUBA1B, TUBA1A, ARPC3, TUBB, ARPC1B ... (+3)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73495" y="6182681"/>
              <a:ext cx="241538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CORO1A, COTL1, GSN, ARPC3, ARPC1B ... (+5)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173495" y="6033536"/>
              <a:ext cx="2138232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C1QBP, RPSA, NPM1, NME1, RBM3 ... (+3)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173495" y="5884390"/>
              <a:ext cx="229496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CORO1A, COTL1, GSN, LSP1, YWHAH ... (+7)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173495" y="5735244"/>
              <a:ext cx="121624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S100B, HMGB1, HMGB2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173495" y="5586098"/>
              <a:ext cx="222272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ENO1, RANBP1, RAN, PARK7, RPL14 ... (+5)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173495" y="5436952"/>
              <a:ext cx="130045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ARHGDIB, RANBP1, GDI2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3173495" y="5287806"/>
              <a:ext cx="217069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RPSA, RPS4Y1, RPL5, RPL4, RPL14 ... (+2)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3173495" y="5138660"/>
              <a:ext cx="213411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PPIA, HSPD1, PPIB, PGAM1, PDIA6 ... (+1)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173495" y="4989515"/>
              <a:ext cx="201094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NPM1, ALOX5AP, PHB2, BANF1, CALM2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3173495" y="4840369"/>
              <a:ext cx="242297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PSME2, PSMB8, PSMB9, PSMA5, PSMA4 ... (+3)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173495" y="4691223"/>
              <a:ext cx="261006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TUBA1B, SLC25A5, TUBA1A, COX5A, TUBB ... (+10)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3173495" y="4542077"/>
              <a:ext cx="250353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TUBA1B, TUBA1A, COX5A, TUBB, ACTG1 ... (+10)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3173495" y="4392931"/>
              <a:ext cx="254980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TUBA1B, SLC25A5, TUBA1A, COX5A, TUBB ... (+7)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3173495" y="4243785"/>
              <a:ext cx="257376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TUBA1B, TUBA1A, ARPC3, ARPC1B, ACTG1 ... (+4)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173495" y="4094639"/>
              <a:ext cx="254980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TUBA1B, SLC25A5, TUBA1A, COX5A, TUBB ... (+7)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3173495" y="3945494"/>
              <a:ext cx="261006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TUBA1B, SLC25A5, TUBA1A, COX5A, TUBB ... (+10)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3173495" y="3796348"/>
              <a:ext cx="254980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TUBA1B, SLC25A5, TUBA1A, COX5A, TUBB ... (+8)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3173495" y="3647202"/>
              <a:ext cx="253361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TUBA1B, CORO1A, TUBA1A, TUBB, ACTG1 ... (+3)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3173495" y="3498056"/>
              <a:ext cx="250545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TUBA1B, TUBA1A, ARPC3, TUBB, ARPC1B ... (+3)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3173495" y="3348910"/>
              <a:ext cx="242297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PSMB8, PSMB9, PSMA5, PSMA4, PSMB1 ... (+1)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3173495" y="3199764"/>
              <a:ext cx="242297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PSME2, PSMB8, PSMB9, PSMA5, PSMA4 ... (+3)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3173495" y="3050618"/>
              <a:ext cx="223269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GSN, NPM1, RPL5, ARPC3, ARPC1B ... (+11)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3173495" y="2901472"/>
              <a:ext cx="223269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GSN, NPM1, RPL5, ARPC3, ARPC1B ... (+11)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3173495" y="2752327"/>
              <a:ext cx="242297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PSME2, PSMB8, PSMB9, PSMA5, PSMA4 ... (+3)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3173495" y="2603181"/>
              <a:ext cx="218852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COTL1, GSN, PLAC8, TUBB, HMGB1 ... (+8)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3173495" y="2454035"/>
              <a:ext cx="218852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COTL1, GSN, PLAC8, TUBB, HMGB1 ... (+8)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3173495" y="2304889"/>
              <a:ext cx="218852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COTL1, GSN, PLAC8, TUBB, HMGB1 ... (+8)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3173495" y="2155743"/>
              <a:ext cx="242297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PSME2, PSMB8, PSMB9, PSMA5, PSMA4 ... (+3)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3173495" y="2006597"/>
              <a:ext cx="217032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COTL1, GSN, HMGB1, PPIA, PSMA5 ... (+3)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3173495" y="1857451"/>
              <a:ext cx="241538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ARPC3, ARPC1B ... (+4)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3173495" y="1708306"/>
              <a:ext cx="241538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ARPC3, ARPC1B ... (+5)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173495" y="1559160"/>
              <a:ext cx="235311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STMN1, ARPC3 ... (+5)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3173495" y="1410014"/>
              <a:ext cx="241538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ARPC3, ARPC1B ... (+4)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173495" y="1260868"/>
              <a:ext cx="241538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ARPC3, ARPC1B ... (+4)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173495" y="1111722"/>
              <a:ext cx="235311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STMN1, ARPC3 ... (+8)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173495" y="962576"/>
              <a:ext cx="241538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ARPC3, ARPC1B ... (+4)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173495" y="813430"/>
              <a:ext cx="235311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CORO1A, COTL1, GSN, STMN1, ARPC3 ... (+6)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173495" y="664284"/>
              <a:ext cx="234507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PSME2, GSN, HMGB1, HSPD1, LGALS9 ... (+4)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173495" y="515139"/>
              <a:ext cx="203600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C1QBP, RPSA, NPM1, RPL5, RAN ... (+9)</a:t>
              </a:r>
            </a:p>
          </p:txBody>
        </p:sp>
        <p:sp>
          <p:nvSpPr>
            <p:cNvPr id="126" name="pt126"/>
            <p:cNvSpPr/>
            <p:nvPr/>
          </p:nvSpPr>
          <p:spPr>
            <a:xfrm>
              <a:off x="2296970" y="6114932"/>
              <a:ext cx="329388" cy="329388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280033" y="5948849"/>
              <a:ext cx="363261" cy="363261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296970" y="5816640"/>
              <a:ext cx="329388" cy="329388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265388" y="5635913"/>
              <a:ext cx="392551" cy="392551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2389411" y="5610790"/>
              <a:ext cx="144506" cy="144506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280033" y="5352266"/>
              <a:ext cx="363261" cy="363261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389411" y="5312498"/>
              <a:ext cx="144506" cy="144506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306729" y="5080670"/>
              <a:ext cx="309870" cy="309870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317806" y="4942602"/>
              <a:ext cx="287715" cy="287715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2330946" y="4806595"/>
              <a:ext cx="261436" cy="261436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2296970" y="4623473"/>
              <a:ext cx="329388" cy="329388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246201" y="4423559"/>
              <a:ext cx="430924" cy="430924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2246201" y="4274414"/>
              <a:ext cx="430924" cy="430924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265388" y="4144454"/>
              <a:ext cx="392551" cy="392551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288146" y="4018067"/>
              <a:ext cx="347034" cy="347034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265388" y="3846162"/>
              <a:ext cx="392551" cy="392551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2246201" y="3677830"/>
              <a:ext cx="430924" cy="430924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258679" y="3541162"/>
              <a:ext cx="405969" cy="405969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296970" y="3430306"/>
              <a:ext cx="329388" cy="329388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2296970" y="3281161"/>
              <a:ext cx="329388" cy="329388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317806" y="3152851"/>
              <a:ext cx="287715" cy="287715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296970" y="2982869"/>
              <a:ext cx="329388" cy="32938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2240354" y="2777107"/>
              <a:ext cx="442620" cy="442620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240354" y="2627961"/>
              <a:ext cx="442620" cy="442620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296970" y="2535431"/>
              <a:ext cx="329388" cy="32938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258679" y="2347995"/>
              <a:ext cx="405969" cy="405969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2258679" y="2198849"/>
              <a:ext cx="405969" cy="405969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2258679" y="2049703"/>
              <a:ext cx="405969" cy="405969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296970" y="1938848"/>
              <a:ext cx="329388" cy="32938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2296970" y="1789702"/>
              <a:ext cx="329388" cy="32938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288146" y="1631733"/>
              <a:ext cx="347034" cy="347034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2280033" y="1474474"/>
              <a:ext cx="363261" cy="36326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280033" y="1325328"/>
              <a:ext cx="363261" cy="36326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2288146" y="1184295"/>
              <a:ext cx="347034" cy="347034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288146" y="1035150"/>
              <a:ext cx="347034" cy="347034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258679" y="856536"/>
              <a:ext cx="405969" cy="405969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288146" y="736858"/>
              <a:ext cx="347034" cy="347034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2272481" y="572046"/>
              <a:ext cx="378365" cy="378365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288146" y="438566"/>
              <a:ext cx="347034" cy="347034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252298" y="253572"/>
              <a:ext cx="418731" cy="41873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tx166"/>
            <p:cNvSpPr/>
            <p:nvPr/>
          </p:nvSpPr>
          <p:spPr>
            <a:xfrm>
              <a:off x="2426505" y="6234363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2391346" y="6085218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2426505" y="5936072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2391346" y="5786926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2426505" y="5637780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2391346" y="5488634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2426505" y="5339488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2426505" y="5190342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2426505" y="5041197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2426505" y="4892051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2426505" y="4742905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2391346" y="4593759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2391346" y="4444613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2391346" y="4295467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2426505" y="4146321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2391346" y="3997176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2391346" y="3848030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2391346" y="3698884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2426505" y="3549738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2426505" y="3400592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2426505" y="3251446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2426505" y="3102300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2391346" y="2953154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2391346" y="2804009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2426505" y="2654863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2391346" y="2505717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2391346" y="2356571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2391346" y="2207425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2426505" y="2058279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2426505" y="1909133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2426505" y="1759988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2391346" y="1610842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2391346" y="1461696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2426505" y="1312550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2426505" y="1163404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2391346" y="1014258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2426505" y="865112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2396056" y="715967"/>
              <a:ext cx="13121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2426505" y="566821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2391346" y="417675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06" name="pg206"/>
            <p:cNvSpPr/>
            <p:nvPr/>
          </p:nvSpPr>
          <p:spPr>
            <a:xfrm>
              <a:off x="1898389" y="4877655"/>
              <a:ext cx="402339" cy="1461629"/>
            </a:xfrm>
            <a:custGeom>
              <a:avLst/>
              <a:pathLst>
                <a:path w="402339" h="1461629">
                  <a:moveTo>
                    <a:pt x="25305" y="1461629"/>
                  </a:moveTo>
                  <a:lnTo>
                    <a:pt x="377034" y="1461629"/>
                  </a:lnTo>
                  <a:lnTo>
                    <a:pt x="376015" y="1461608"/>
                  </a:lnTo>
                  <a:lnTo>
                    <a:pt x="380084" y="1461444"/>
                  </a:lnTo>
                  <a:lnTo>
                    <a:pt x="384074" y="1460630"/>
                  </a:lnTo>
                  <a:lnTo>
                    <a:pt x="387882" y="1459186"/>
                  </a:lnTo>
                  <a:lnTo>
                    <a:pt x="391409" y="1457150"/>
                  </a:lnTo>
                  <a:lnTo>
                    <a:pt x="394563" y="1454574"/>
                  </a:lnTo>
                  <a:lnTo>
                    <a:pt x="397264" y="1451526"/>
                  </a:lnTo>
                  <a:lnTo>
                    <a:pt x="399440" y="1448084"/>
                  </a:lnTo>
                  <a:lnTo>
                    <a:pt x="401037" y="1444337"/>
                  </a:lnTo>
                  <a:lnTo>
                    <a:pt x="402011" y="1440383"/>
                  </a:lnTo>
                  <a:lnTo>
                    <a:pt x="402339" y="1436324"/>
                  </a:lnTo>
                  <a:lnTo>
                    <a:pt x="402339" y="25305"/>
                  </a:lnTo>
                  <a:lnTo>
                    <a:pt x="402011" y="21245"/>
                  </a:lnTo>
                  <a:lnTo>
                    <a:pt x="401037" y="17291"/>
                  </a:lnTo>
                  <a:lnTo>
                    <a:pt x="399440" y="13545"/>
                  </a:lnTo>
                  <a:lnTo>
                    <a:pt x="397264" y="10103"/>
                  </a:lnTo>
                  <a:lnTo>
                    <a:pt x="394563" y="7055"/>
                  </a:lnTo>
                  <a:lnTo>
                    <a:pt x="391409" y="4479"/>
                  </a:lnTo>
                  <a:lnTo>
                    <a:pt x="387882" y="2443"/>
                  </a:lnTo>
                  <a:lnTo>
                    <a:pt x="384074" y="999"/>
                  </a:lnTo>
                  <a:lnTo>
                    <a:pt x="380084" y="184"/>
                  </a:lnTo>
                  <a:lnTo>
                    <a:pt x="37703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436324"/>
                  </a:lnTo>
                  <a:lnTo>
                    <a:pt x="82" y="1434288"/>
                  </a:lnTo>
                  <a:lnTo>
                    <a:pt x="82" y="1438360"/>
                  </a:lnTo>
                  <a:lnTo>
                    <a:pt x="735" y="1442380"/>
                  </a:lnTo>
                  <a:lnTo>
                    <a:pt x="2024" y="1446243"/>
                  </a:lnTo>
                  <a:lnTo>
                    <a:pt x="3917" y="1449849"/>
                  </a:lnTo>
                  <a:lnTo>
                    <a:pt x="6363" y="1453104"/>
                  </a:lnTo>
                  <a:lnTo>
                    <a:pt x="9301" y="1455925"/>
                  </a:lnTo>
                  <a:lnTo>
                    <a:pt x="12652" y="1458239"/>
                  </a:lnTo>
                  <a:lnTo>
                    <a:pt x="16331" y="1459985"/>
                  </a:lnTo>
                  <a:lnTo>
                    <a:pt x="20243" y="1461118"/>
                  </a:lnTo>
                  <a:lnTo>
                    <a:pt x="24286" y="1461608"/>
                  </a:lnTo>
                  <a:close/>
                </a:path>
              </a:pathLst>
            </a:custGeom>
            <a:solidFill>
              <a:srgbClr val="4662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1898389" y="3386197"/>
              <a:ext cx="402339" cy="1461629"/>
            </a:xfrm>
            <a:custGeom>
              <a:avLst/>
              <a:pathLst>
                <a:path w="402339" h="1461629">
                  <a:moveTo>
                    <a:pt x="25305" y="1461629"/>
                  </a:moveTo>
                  <a:lnTo>
                    <a:pt x="377034" y="1461629"/>
                  </a:lnTo>
                  <a:lnTo>
                    <a:pt x="376015" y="1461608"/>
                  </a:lnTo>
                  <a:lnTo>
                    <a:pt x="380084" y="1461444"/>
                  </a:lnTo>
                  <a:lnTo>
                    <a:pt x="384074" y="1460630"/>
                  </a:lnTo>
                  <a:lnTo>
                    <a:pt x="387882" y="1459186"/>
                  </a:lnTo>
                  <a:lnTo>
                    <a:pt x="391409" y="1457150"/>
                  </a:lnTo>
                  <a:lnTo>
                    <a:pt x="394563" y="1454574"/>
                  </a:lnTo>
                  <a:lnTo>
                    <a:pt x="397264" y="1451526"/>
                  </a:lnTo>
                  <a:lnTo>
                    <a:pt x="399440" y="1448084"/>
                  </a:lnTo>
                  <a:lnTo>
                    <a:pt x="401037" y="1444337"/>
                  </a:lnTo>
                  <a:lnTo>
                    <a:pt x="402011" y="1440383"/>
                  </a:lnTo>
                  <a:lnTo>
                    <a:pt x="402339" y="1436324"/>
                  </a:lnTo>
                  <a:lnTo>
                    <a:pt x="402339" y="25305"/>
                  </a:lnTo>
                  <a:lnTo>
                    <a:pt x="402011" y="21245"/>
                  </a:lnTo>
                  <a:lnTo>
                    <a:pt x="401037" y="17291"/>
                  </a:lnTo>
                  <a:lnTo>
                    <a:pt x="399440" y="13545"/>
                  </a:lnTo>
                  <a:lnTo>
                    <a:pt x="397264" y="10103"/>
                  </a:lnTo>
                  <a:lnTo>
                    <a:pt x="394563" y="7055"/>
                  </a:lnTo>
                  <a:lnTo>
                    <a:pt x="391409" y="4479"/>
                  </a:lnTo>
                  <a:lnTo>
                    <a:pt x="387882" y="2443"/>
                  </a:lnTo>
                  <a:lnTo>
                    <a:pt x="384074" y="999"/>
                  </a:lnTo>
                  <a:lnTo>
                    <a:pt x="380084" y="184"/>
                  </a:lnTo>
                  <a:lnTo>
                    <a:pt x="37703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436324"/>
                  </a:lnTo>
                  <a:lnTo>
                    <a:pt x="82" y="1434288"/>
                  </a:lnTo>
                  <a:lnTo>
                    <a:pt x="82" y="1438360"/>
                  </a:lnTo>
                  <a:lnTo>
                    <a:pt x="735" y="1442380"/>
                  </a:lnTo>
                  <a:lnTo>
                    <a:pt x="2024" y="1446243"/>
                  </a:lnTo>
                  <a:lnTo>
                    <a:pt x="3917" y="1449849"/>
                  </a:lnTo>
                  <a:lnTo>
                    <a:pt x="6363" y="1453104"/>
                  </a:lnTo>
                  <a:lnTo>
                    <a:pt x="9301" y="1455925"/>
                  </a:lnTo>
                  <a:lnTo>
                    <a:pt x="12652" y="1458239"/>
                  </a:lnTo>
                  <a:lnTo>
                    <a:pt x="16331" y="1459985"/>
                  </a:lnTo>
                  <a:lnTo>
                    <a:pt x="20243" y="1461118"/>
                  </a:lnTo>
                  <a:lnTo>
                    <a:pt x="24286" y="1461608"/>
                  </a:lnTo>
                  <a:close/>
                </a:path>
              </a:pathLst>
            </a:custGeom>
            <a:solidFill>
              <a:srgbClr val="BE59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1898389" y="1894738"/>
              <a:ext cx="402339" cy="1461629"/>
            </a:xfrm>
            <a:custGeom>
              <a:avLst/>
              <a:pathLst>
                <a:path w="402339" h="1461629">
                  <a:moveTo>
                    <a:pt x="25305" y="1461629"/>
                  </a:moveTo>
                  <a:lnTo>
                    <a:pt x="377034" y="1461629"/>
                  </a:lnTo>
                  <a:lnTo>
                    <a:pt x="376015" y="1461608"/>
                  </a:lnTo>
                  <a:lnTo>
                    <a:pt x="380084" y="1461444"/>
                  </a:lnTo>
                  <a:lnTo>
                    <a:pt x="384074" y="1460630"/>
                  </a:lnTo>
                  <a:lnTo>
                    <a:pt x="387882" y="1459186"/>
                  </a:lnTo>
                  <a:lnTo>
                    <a:pt x="391409" y="1457150"/>
                  </a:lnTo>
                  <a:lnTo>
                    <a:pt x="394563" y="1454574"/>
                  </a:lnTo>
                  <a:lnTo>
                    <a:pt x="397264" y="1451526"/>
                  </a:lnTo>
                  <a:lnTo>
                    <a:pt x="399440" y="1448084"/>
                  </a:lnTo>
                  <a:lnTo>
                    <a:pt x="401037" y="1444337"/>
                  </a:lnTo>
                  <a:lnTo>
                    <a:pt x="402011" y="1440383"/>
                  </a:lnTo>
                  <a:lnTo>
                    <a:pt x="402339" y="1436324"/>
                  </a:lnTo>
                  <a:lnTo>
                    <a:pt x="402339" y="25305"/>
                  </a:lnTo>
                  <a:lnTo>
                    <a:pt x="402011" y="21245"/>
                  </a:lnTo>
                  <a:lnTo>
                    <a:pt x="401037" y="17291"/>
                  </a:lnTo>
                  <a:lnTo>
                    <a:pt x="399440" y="13545"/>
                  </a:lnTo>
                  <a:lnTo>
                    <a:pt x="397264" y="10103"/>
                  </a:lnTo>
                  <a:lnTo>
                    <a:pt x="394563" y="7055"/>
                  </a:lnTo>
                  <a:lnTo>
                    <a:pt x="391409" y="4479"/>
                  </a:lnTo>
                  <a:lnTo>
                    <a:pt x="387882" y="2443"/>
                  </a:lnTo>
                  <a:lnTo>
                    <a:pt x="384074" y="999"/>
                  </a:lnTo>
                  <a:lnTo>
                    <a:pt x="380084" y="184"/>
                  </a:lnTo>
                  <a:lnTo>
                    <a:pt x="37703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436324"/>
                  </a:lnTo>
                  <a:lnTo>
                    <a:pt x="82" y="1434288"/>
                  </a:lnTo>
                  <a:lnTo>
                    <a:pt x="82" y="1438360"/>
                  </a:lnTo>
                  <a:lnTo>
                    <a:pt x="735" y="1442380"/>
                  </a:lnTo>
                  <a:lnTo>
                    <a:pt x="2024" y="1446243"/>
                  </a:lnTo>
                  <a:lnTo>
                    <a:pt x="3917" y="1449849"/>
                  </a:lnTo>
                  <a:lnTo>
                    <a:pt x="6363" y="1453104"/>
                  </a:lnTo>
                  <a:lnTo>
                    <a:pt x="9301" y="1455925"/>
                  </a:lnTo>
                  <a:lnTo>
                    <a:pt x="12652" y="1458239"/>
                  </a:lnTo>
                  <a:lnTo>
                    <a:pt x="16331" y="1459985"/>
                  </a:lnTo>
                  <a:lnTo>
                    <a:pt x="20243" y="1461118"/>
                  </a:lnTo>
                  <a:lnTo>
                    <a:pt x="24286" y="1461608"/>
                  </a:lnTo>
                  <a:close/>
                </a:path>
              </a:pathLst>
            </a:custGeom>
            <a:solidFill>
              <a:srgbClr val="D88C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1898389" y="403279"/>
              <a:ext cx="402339" cy="1461629"/>
            </a:xfrm>
            <a:custGeom>
              <a:avLst/>
              <a:pathLst>
                <a:path w="402339" h="1461629">
                  <a:moveTo>
                    <a:pt x="25305" y="1461629"/>
                  </a:moveTo>
                  <a:lnTo>
                    <a:pt x="377034" y="1461629"/>
                  </a:lnTo>
                  <a:lnTo>
                    <a:pt x="376015" y="1461608"/>
                  </a:lnTo>
                  <a:lnTo>
                    <a:pt x="380084" y="1461444"/>
                  </a:lnTo>
                  <a:lnTo>
                    <a:pt x="384074" y="1460630"/>
                  </a:lnTo>
                  <a:lnTo>
                    <a:pt x="387882" y="1459186"/>
                  </a:lnTo>
                  <a:lnTo>
                    <a:pt x="391409" y="1457150"/>
                  </a:lnTo>
                  <a:lnTo>
                    <a:pt x="394563" y="1454574"/>
                  </a:lnTo>
                  <a:lnTo>
                    <a:pt x="397264" y="1451526"/>
                  </a:lnTo>
                  <a:lnTo>
                    <a:pt x="399440" y="1448084"/>
                  </a:lnTo>
                  <a:lnTo>
                    <a:pt x="401037" y="1444337"/>
                  </a:lnTo>
                  <a:lnTo>
                    <a:pt x="402011" y="1440383"/>
                  </a:lnTo>
                  <a:lnTo>
                    <a:pt x="402339" y="1436324"/>
                  </a:lnTo>
                  <a:lnTo>
                    <a:pt x="402339" y="25305"/>
                  </a:lnTo>
                  <a:lnTo>
                    <a:pt x="402011" y="21245"/>
                  </a:lnTo>
                  <a:lnTo>
                    <a:pt x="401037" y="17291"/>
                  </a:lnTo>
                  <a:lnTo>
                    <a:pt x="399440" y="13545"/>
                  </a:lnTo>
                  <a:lnTo>
                    <a:pt x="397264" y="10103"/>
                  </a:lnTo>
                  <a:lnTo>
                    <a:pt x="394563" y="7055"/>
                  </a:lnTo>
                  <a:lnTo>
                    <a:pt x="391409" y="4479"/>
                  </a:lnTo>
                  <a:lnTo>
                    <a:pt x="387882" y="2443"/>
                  </a:lnTo>
                  <a:lnTo>
                    <a:pt x="384074" y="999"/>
                  </a:lnTo>
                  <a:lnTo>
                    <a:pt x="380084" y="184"/>
                  </a:lnTo>
                  <a:lnTo>
                    <a:pt x="37703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436324"/>
                  </a:lnTo>
                  <a:lnTo>
                    <a:pt x="82" y="1434288"/>
                  </a:lnTo>
                  <a:lnTo>
                    <a:pt x="82" y="1438360"/>
                  </a:lnTo>
                  <a:lnTo>
                    <a:pt x="735" y="1442380"/>
                  </a:lnTo>
                  <a:lnTo>
                    <a:pt x="2024" y="1446243"/>
                  </a:lnTo>
                  <a:lnTo>
                    <a:pt x="3917" y="1449849"/>
                  </a:lnTo>
                  <a:lnTo>
                    <a:pt x="6363" y="1453104"/>
                  </a:lnTo>
                  <a:lnTo>
                    <a:pt x="9301" y="1455925"/>
                  </a:lnTo>
                  <a:lnTo>
                    <a:pt x="12652" y="1458239"/>
                  </a:lnTo>
                  <a:lnTo>
                    <a:pt x="16331" y="1459985"/>
                  </a:lnTo>
                  <a:lnTo>
                    <a:pt x="20243" y="1461118"/>
                  </a:lnTo>
                  <a:lnTo>
                    <a:pt x="24286" y="1461608"/>
                  </a:lnTo>
                  <a:close/>
                </a:path>
              </a:pathLst>
            </a:custGeom>
            <a:solidFill>
              <a:srgbClr val="437F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tx210"/>
            <p:cNvSpPr/>
            <p:nvPr/>
          </p:nvSpPr>
          <p:spPr>
            <a:xfrm>
              <a:off x="1995271" y="5556761"/>
              <a:ext cx="208574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MF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1886823" y="4065302"/>
              <a:ext cx="425470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KEGG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1995225" y="2573843"/>
              <a:ext cx="208666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CC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1999203" y="1082385"/>
              <a:ext cx="200710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BP</a:t>
              </a:r>
            </a:p>
          </p:txBody>
        </p:sp>
        <p:sp>
          <p:nvSpPr>
            <p:cNvPr id="214" name="pl214"/>
            <p:cNvSpPr/>
            <p:nvPr/>
          </p:nvSpPr>
          <p:spPr>
            <a:xfrm>
              <a:off x="3080648" y="6354199"/>
              <a:ext cx="3094919" cy="0"/>
            </a:xfrm>
            <a:custGeom>
              <a:avLst/>
              <a:pathLst>
                <a:path w="3094919" h="0">
                  <a:moveTo>
                    <a:pt x="0" y="0"/>
                  </a:moveTo>
                  <a:lnTo>
                    <a:pt x="3094919" y="0"/>
                  </a:lnTo>
                  <a:lnTo>
                    <a:pt x="3094919" y="0"/>
                  </a:lnTo>
                </a:path>
              </a:pathLst>
            </a:custGeom>
            <a:ln w="4065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3080648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3830931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4581214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5331498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6081781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2951672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3701955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4452238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5202522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5952805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3687585" y="6658931"/>
              <a:ext cx="6987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6384334" y="1554509"/>
              <a:ext cx="60560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Category</a:t>
              </a:r>
            </a:p>
          </p:txBody>
        </p:sp>
        <p:sp>
          <p:nvSpPr>
            <p:cNvPr id="227" name="pg227"/>
            <p:cNvSpPr/>
            <p:nvPr/>
          </p:nvSpPr>
          <p:spPr>
            <a:xfrm>
              <a:off x="6393334" y="1747855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6484768" y="1823757"/>
              <a:ext cx="49651" cy="49651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393334" y="1747855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393334" y="1967311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6484768" y="2043213"/>
              <a:ext cx="49651" cy="49651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393334" y="1967311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393334" y="2186767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484768" y="2262669"/>
              <a:ext cx="49651" cy="49651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393334" y="2186767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393334" y="2406223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6484768" y="2482125"/>
              <a:ext cx="49651" cy="4965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393334" y="2406223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tx239"/>
            <p:cNvSpPr/>
            <p:nvPr/>
          </p:nvSpPr>
          <p:spPr>
            <a:xfrm>
              <a:off x="6704443" y="1808578"/>
              <a:ext cx="16130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MF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6704443" y="2028034"/>
              <a:ext cx="32296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KEGG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6704443" y="2247490"/>
              <a:ext cx="16130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6704443" y="2466946"/>
              <a:ext cx="14904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BP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6384334" y="2909757"/>
              <a:ext cx="79168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244" name="pt244"/>
            <p:cNvSpPr/>
            <p:nvPr/>
          </p:nvSpPr>
          <p:spPr>
            <a:xfrm>
              <a:off x="6592313" y="3131578"/>
              <a:ext cx="144506" cy="144506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6520708" y="3354818"/>
              <a:ext cx="287715" cy="287715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6491049" y="3734789"/>
              <a:ext cx="347034" cy="347034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6468290" y="4191291"/>
              <a:ext cx="392551" cy="392551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6449104" y="4707082"/>
              <a:ext cx="430924" cy="430924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tx249"/>
            <p:cNvSpPr/>
            <p:nvPr/>
          </p:nvSpPr>
          <p:spPr>
            <a:xfrm>
              <a:off x="7014387" y="3163826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7014387" y="345867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7014387" y="3868301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7014387" y="434756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7014387" y="488254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2160629" y="69589"/>
              <a:ext cx="3752697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 Up-regulated Enrichment — C1QBP High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0" y="0"/>
            <a:ext cx="5486400" cy="6858000"/>
            <a:chOff x="1828800" y="0"/>
            <a:chExt cx="5486400" cy="6858000"/>
          </a:xfrm>
        </p:grpSpPr>
        <p:sp>
          <p:nvSpPr>
            <p:cNvPr id="3" name="rc3"/>
            <p:cNvSpPr/>
            <p:nvPr/>
          </p:nvSpPr>
          <p:spPr>
            <a:xfrm>
              <a:off x="1828800" y="0"/>
              <a:ext cx="54864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0" y="0"/>
              <a:ext cx="54864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898389" y="373450"/>
              <a:ext cx="4277178" cy="5995663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3080648" y="6234883"/>
              <a:ext cx="2031266" cy="89487"/>
            </a:xfrm>
            <a:custGeom>
              <a:avLst/>
              <a:pathLst>
                <a:path w="2031266" h="89487">
                  <a:moveTo>
                    <a:pt x="25305" y="89487"/>
                  </a:moveTo>
                  <a:lnTo>
                    <a:pt x="2005961" y="89487"/>
                  </a:lnTo>
                  <a:lnTo>
                    <a:pt x="2004942" y="89466"/>
                  </a:lnTo>
                  <a:lnTo>
                    <a:pt x="2009011" y="89303"/>
                  </a:lnTo>
                  <a:lnTo>
                    <a:pt x="2013001" y="88488"/>
                  </a:lnTo>
                  <a:lnTo>
                    <a:pt x="2016809" y="87044"/>
                  </a:lnTo>
                  <a:lnTo>
                    <a:pt x="2020335" y="85008"/>
                  </a:lnTo>
                  <a:lnTo>
                    <a:pt x="2023490" y="82432"/>
                  </a:lnTo>
                  <a:lnTo>
                    <a:pt x="2026191" y="79384"/>
                  </a:lnTo>
                  <a:lnTo>
                    <a:pt x="2028367" y="75942"/>
                  </a:lnTo>
                  <a:lnTo>
                    <a:pt x="2029963" y="72195"/>
                  </a:lnTo>
                  <a:lnTo>
                    <a:pt x="2030938" y="68241"/>
                  </a:lnTo>
                  <a:lnTo>
                    <a:pt x="2031266" y="64182"/>
                  </a:lnTo>
                  <a:lnTo>
                    <a:pt x="2031266" y="25305"/>
                  </a:lnTo>
                  <a:lnTo>
                    <a:pt x="2030938" y="21245"/>
                  </a:lnTo>
                  <a:lnTo>
                    <a:pt x="2029963" y="17291"/>
                  </a:lnTo>
                  <a:lnTo>
                    <a:pt x="2028367" y="13545"/>
                  </a:lnTo>
                  <a:lnTo>
                    <a:pt x="2026191" y="10103"/>
                  </a:lnTo>
                  <a:lnTo>
                    <a:pt x="2023490" y="7055"/>
                  </a:lnTo>
                  <a:lnTo>
                    <a:pt x="2020335" y="4479"/>
                  </a:lnTo>
                  <a:lnTo>
                    <a:pt x="2016809" y="2443"/>
                  </a:lnTo>
                  <a:lnTo>
                    <a:pt x="2013001" y="999"/>
                  </a:lnTo>
                  <a:lnTo>
                    <a:pt x="2009011" y="184"/>
                  </a:lnTo>
                  <a:lnTo>
                    <a:pt x="200596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3080648" y="6085737"/>
              <a:ext cx="1194862" cy="89487"/>
            </a:xfrm>
            <a:custGeom>
              <a:avLst/>
              <a:pathLst>
                <a:path w="1194862" h="89487">
                  <a:moveTo>
                    <a:pt x="25305" y="89487"/>
                  </a:moveTo>
                  <a:lnTo>
                    <a:pt x="1169557" y="89487"/>
                  </a:lnTo>
                  <a:lnTo>
                    <a:pt x="1168538" y="89466"/>
                  </a:lnTo>
                  <a:lnTo>
                    <a:pt x="1172607" y="89303"/>
                  </a:lnTo>
                  <a:lnTo>
                    <a:pt x="1176597" y="88488"/>
                  </a:lnTo>
                  <a:lnTo>
                    <a:pt x="1180405" y="87044"/>
                  </a:lnTo>
                  <a:lnTo>
                    <a:pt x="1183932" y="85008"/>
                  </a:lnTo>
                  <a:lnTo>
                    <a:pt x="1187086" y="82432"/>
                  </a:lnTo>
                  <a:lnTo>
                    <a:pt x="1189787" y="79384"/>
                  </a:lnTo>
                  <a:lnTo>
                    <a:pt x="1191963" y="75942"/>
                  </a:lnTo>
                  <a:lnTo>
                    <a:pt x="1193560" y="72195"/>
                  </a:lnTo>
                  <a:lnTo>
                    <a:pt x="1194534" y="68241"/>
                  </a:lnTo>
                  <a:lnTo>
                    <a:pt x="1194862" y="64182"/>
                  </a:lnTo>
                  <a:lnTo>
                    <a:pt x="1194862" y="25305"/>
                  </a:lnTo>
                  <a:lnTo>
                    <a:pt x="1194534" y="21245"/>
                  </a:lnTo>
                  <a:lnTo>
                    <a:pt x="1193560" y="17291"/>
                  </a:lnTo>
                  <a:lnTo>
                    <a:pt x="1191963" y="13545"/>
                  </a:lnTo>
                  <a:lnTo>
                    <a:pt x="1189787" y="10103"/>
                  </a:lnTo>
                  <a:lnTo>
                    <a:pt x="1187086" y="7055"/>
                  </a:lnTo>
                  <a:lnTo>
                    <a:pt x="1183932" y="4479"/>
                  </a:lnTo>
                  <a:lnTo>
                    <a:pt x="1180405" y="2443"/>
                  </a:lnTo>
                  <a:lnTo>
                    <a:pt x="1176597" y="999"/>
                  </a:lnTo>
                  <a:lnTo>
                    <a:pt x="1172607" y="184"/>
                  </a:lnTo>
                  <a:lnTo>
                    <a:pt x="116955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3080648" y="5936591"/>
              <a:ext cx="1194862" cy="89487"/>
            </a:xfrm>
            <a:custGeom>
              <a:avLst/>
              <a:pathLst>
                <a:path w="1194862" h="89487">
                  <a:moveTo>
                    <a:pt x="25305" y="89487"/>
                  </a:moveTo>
                  <a:lnTo>
                    <a:pt x="1169557" y="89487"/>
                  </a:lnTo>
                  <a:lnTo>
                    <a:pt x="1168538" y="89466"/>
                  </a:lnTo>
                  <a:lnTo>
                    <a:pt x="1172607" y="89303"/>
                  </a:lnTo>
                  <a:lnTo>
                    <a:pt x="1176597" y="88488"/>
                  </a:lnTo>
                  <a:lnTo>
                    <a:pt x="1180405" y="87044"/>
                  </a:lnTo>
                  <a:lnTo>
                    <a:pt x="1183932" y="85008"/>
                  </a:lnTo>
                  <a:lnTo>
                    <a:pt x="1187086" y="82432"/>
                  </a:lnTo>
                  <a:lnTo>
                    <a:pt x="1189787" y="79384"/>
                  </a:lnTo>
                  <a:lnTo>
                    <a:pt x="1191963" y="75942"/>
                  </a:lnTo>
                  <a:lnTo>
                    <a:pt x="1193560" y="72195"/>
                  </a:lnTo>
                  <a:lnTo>
                    <a:pt x="1194534" y="68241"/>
                  </a:lnTo>
                  <a:lnTo>
                    <a:pt x="1194862" y="64182"/>
                  </a:lnTo>
                  <a:lnTo>
                    <a:pt x="1194862" y="25305"/>
                  </a:lnTo>
                  <a:lnTo>
                    <a:pt x="1194534" y="21245"/>
                  </a:lnTo>
                  <a:lnTo>
                    <a:pt x="1193560" y="17291"/>
                  </a:lnTo>
                  <a:lnTo>
                    <a:pt x="1191963" y="13545"/>
                  </a:lnTo>
                  <a:lnTo>
                    <a:pt x="1189787" y="10103"/>
                  </a:lnTo>
                  <a:lnTo>
                    <a:pt x="1187086" y="7055"/>
                  </a:lnTo>
                  <a:lnTo>
                    <a:pt x="1183932" y="4479"/>
                  </a:lnTo>
                  <a:lnTo>
                    <a:pt x="1180405" y="2443"/>
                  </a:lnTo>
                  <a:lnTo>
                    <a:pt x="1176597" y="999"/>
                  </a:lnTo>
                  <a:lnTo>
                    <a:pt x="1172607" y="184"/>
                  </a:lnTo>
                  <a:lnTo>
                    <a:pt x="116955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3080648" y="5787445"/>
              <a:ext cx="2150752" cy="89487"/>
            </a:xfrm>
            <a:custGeom>
              <a:avLst/>
              <a:pathLst>
                <a:path w="2150752" h="89487">
                  <a:moveTo>
                    <a:pt x="25305" y="89487"/>
                  </a:moveTo>
                  <a:lnTo>
                    <a:pt x="2125447" y="89487"/>
                  </a:lnTo>
                  <a:lnTo>
                    <a:pt x="2124428" y="89466"/>
                  </a:lnTo>
                  <a:lnTo>
                    <a:pt x="2128497" y="89303"/>
                  </a:lnTo>
                  <a:lnTo>
                    <a:pt x="2132487" y="88488"/>
                  </a:lnTo>
                  <a:lnTo>
                    <a:pt x="2136295" y="87044"/>
                  </a:lnTo>
                  <a:lnTo>
                    <a:pt x="2139822" y="85008"/>
                  </a:lnTo>
                  <a:lnTo>
                    <a:pt x="2142976" y="82432"/>
                  </a:lnTo>
                  <a:lnTo>
                    <a:pt x="2145677" y="79384"/>
                  </a:lnTo>
                  <a:lnTo>
                    <a:pt x="2147853" y="75942"/>
                  </a:lnTo>
                  <a:lnTo>
                    <a:pt x="2149450" y="72195"/>
                  </a:lnTo>
                  <a:lnTo>
                    <a:pt x="2150424" y="68241"/>
                  </a:lnTo>
                  <a:lnTo>
                    <a:pt x="2150752" y="64182"/>
                  </a:lnTo>
                  <a:lnTo>
                    <a:pt x="2150752" y="25305"/>
                  </a:lnTo>
                  <a:lnTo>
                    <a:pt x="2150424" y="21245"/>
                  </a:lnTo>
                  <a:lnTo>
                    <a:pt x="2149450" y="17291"/>
                  </a:lnTo>
                  <a:lnTo>
                    <a:pt x="2147853" y="13545"/>
                  </a:lnTo>
                  <a:lnTo>
                    <a:pt x="2145677" y="10103"/>
                  </a:lnTo>
                  <a:lnTo>
                    <a:pt x="2142976" y="7055"/>
                  </a:lnTo>
                  <a:lnTo>
                    <a:pt x="2139822" y="4479"/>
                  </a:lnTo>
                  <a:lnTo>
                    <a:pt x="2136295" y="2443"/>
                  </a:lnTo>
                  <a:lnTo>
                    <a:pt x="2132487" y="999"/>
                  </a:lnTo>
                  <a:lnTo>
                    <a:pt x="2128497" y="184"/>
                  </a:lnTo>
                  <a:lnTo>
                    <a:pt x="212544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3080648" y="5638299"/>
              <a:ext cx="2150752" cy="89487"/>
            </a:xfrm>
            <a:custGeom>
              <a:avLst/>
              <a:pathLst>
                <a:path w="2150752" h="89487">
                  <a:moveTo>
                    <a:pt x="25305" y="89487"/>
                  </a:moveTo>
                  <a:lnTo>
                    <a:pt x="2125447" y="89487"/>
                  </a:lnTo>
                  <a:lnTo>
                    <a:pt x="2124428" y="89466"/>
                  </a:lnTo>
                  <a:lnTo>
                    <a:pt x="2128497" y="89303"/>
                  </a:lnTo>
                  <a:lnTo>
                    <a:pt x="2132487" y="88488"/>
                  </a:lnTo>
                  <a:lnTo>
                    <a:pt x="2136295" y="87044"/>
                  </a:lnTo>
                  <a:lnTo>
                    <a:pt x="2139822" y="85008"/>
                  </a:lnTo>
                  <a:lnTo>
                    <a:pt x="2142976" y="82432"/>
                  </a:lnTo>
                  <a:lnTo>
                    <a:pt x="2145677" y="79384"/>
                  </a:lnTo>
                  <a:lnTo>
                    <a:pt x="2147853" y="75942"/>
                  </a:lnTo>
                  <a:lnTo>
                    <a:pt x="2149450" y="72195"/>
                  </a:lnTo>
                  <a:lnTo>
                    <a:pt x="2150424" y="68241"/>
                  </a:lnTo>
                  <a:lnTo>
                    <a:pt x="2150752" y="64182"/>
                  </a:lnTo>
                  <a:lnTo>
                    <a:pt x="2150752" y="25305"/>
                  </a:lnTo>
                  <a:lnTo>
                    <a:pt x="2150424" y="21245"/>
                  </a:lnTo>
                  <a:lnTo>
                    <a:pt x="2149450" y="17291"/>
                  </a:lnTo>
                  <a:lnTo>
                    <a:pt x="2147853" y="13545"/>
                  </a:lnTo>
                  <a:lnTo>
                    <a:pt x="2145677" y="10103"/>
                  </a:lnTo>
                  <a:lnTo>
                    <a:pt x="2142976" y="7055"/>
                  </a:lnTo>
                  <a:lnTo>
                    <a:pt x="2139822" y="4479"/>
                  </a:lnTo>
                  <a:lnTo>
                    <a:pt x="2136295" y="2443"/>
                  </a:lnTo>
                  <a:lnTo>
                    <a:pt x="2132487" y="999"/>
                  </a:lnTo>
                  <a:lnTo>
                    <a:pt x="2128497" y="184"/>
                  </a:lnTo>
                  <a:lnTo>
                    <a:pt x="212544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3080648" y="5489153"/>
              <a:ext cx="1672807" cy="89487"/>
            </a:xfrm>
            <a:custGeom>
              <a:avLst/>
              <a:pathLst>
                <a:path w="1672807" h="89487">
                  <a:moveTo>
                    <a:pt x="25305" y="89487"/>
                  </a:moveTo>
                  <a:lnTo>
                    <a:pt x="1647502" y="89487"/>
                  </a:lnTo>
                  <a:lnTo>
                    <a:pt x="1646483" y="89466"/>
                  </a:lnTo>
                  <a:lnTo>
                    <a:pt x="1650552" y="89303"/>
                  </a:lnTo>
                  <a:lnTo>
                    <a:pt x="1654542" y="88488"/>
                  </a:lnTo>
                  <a:lnTo>
                    <a:pt x="1658350" y="87044"/>
                  </a:lnTo>
                  <a:lnTo>
                    <a:pt x="1661877" y="85008"/>
                  </a:lnTo>
                  <a:lnTo>
                    <a:pt x="1665031" y="82432"/>
                  </a:lnTo>
                  <a:lnTo>
                    <a:pt x="1667732" y="79384"/>
                  </a:lnTo>
                  <a:lnTo>
                    <a:pt x="1669908" y="75942"/>
                  </a:lnTo>
                  <a:lnTo>
                    <a:pt x="1671505" y="72195"/>
                  </a:lnTo>
                  <a:lnTo>
                    <a:pt x="1672479" y="68241"/>
                  </a:lnTo>
                  <a:lnTo>
                    <a:pt x="1672807" y="64182"/>
                  </a:lnTo>
                  <a:lnTo>
                    <a:pt x="1672807" y="25305"/>
                  </a:lnTo>
                  <a:lnTo>
                    <a:pt x="1672479" y="21245"/>
                  </a:lnTo>
                  <a:lnTo>
                    <a:pt x="1671505" y="17291"/>
                  </a:lnTo>
                  <a:lnTo>
                    <a:pt x="1669908" y="13545"/>
                  </a:lnTo>
                  <a:lnTo>
                    <a:pt x="1667732" y="10103"/>
                  </a:lnTo>
                  <a:lnTo>
                    <a:pt x="1665031" y="7055"/>
                  </a:lnTo>
                  <a:lnTo>
                    <a:pt x="1661877" y="4479"/>
                  </a:lnTo>
                  <a:lnTo>
                    <a:pt x="1658350" y="2443"/>
                  </a:lnTo>
                  <a:lnTo>
                    <a:pt x="1654542" y="999"/>
                  </a:lnTo>
                  <a:lnTo>
                    <a:pt x="1650552" y="184"/>
                  </a:lnTo>
                  <a:lnTo>
                    <a:pt x="1647502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3080648" y="5340007"/>
              <a:ext cx="597431" cy="89487"/>
            </a:xfrm>
            <a:custGeom>
              <a:avLst/>
              <a:pathLst>
                <a:path w="597431" h="89487">
                  <a:moveTo>
                    <a:pt x="25305" y="89487"/>
                  </a:moveTo>
                  <a:lnTo>
                    <a:pt x="572126" y="89487"/>
                  </a:lnTo>
                  <a:lnTo>
                    <a:pt x="571107" y="89466"/>
                  </a:lnTo>
                  <a:lnTo>
                    <a:pt x="575176" y="89303"/>
                  </a:lnTo>
                  <a:lnTo>
                    <a:pt x="579166" y="88488"/>
                  </a:lnTo>
                  <a:lnTo>
                    <a:pt x="582974" y="87044"/>
                  </a:lnTo>
                  <a:lnTo>
                    <a:pt x="586501" y="85008"/>
                  </a:lnTo>
                  <a:lnTo>
                    <a:pt x="589655" y="82432"/>
                  </a:lnTo>
                  <a:lnTo>
                    <a:pt x="592356" y="79384"/>
                  </a:lnTo>
                  <a:lnTo>
                    <a:pt x="594532" y="75942"/>
                  </a:lnTo>
                  <a:lnTo>
                    <a:pt x="596128" y="72195"/>
                  </a:lnTo>
                  <a:lnTo>
                    <a:pt x="597103" y="68241"/>
                  </a:lnTo>
                  <a:lnTo>
                    <a:pt x="597431" y="64182"/>
                  </a:lnTo>
                  <a:lnTo>
                    <a:pt x="597431" y="25305"/>
                  </a:lnTo>
                  <a:lnTo>
                    <a:pt x="597103" y="21245"/>
                  </a:lnTo>
                  <a:lnTo>
                    <a:pt x="596128" y="17291"/>
                  </a:lnTo>
                  <a:lnTo>
                    <a:pt x="594532" y="13545"/>
                  </a:lnTo>
                  <a:lnTo>
                    <a:pt x="592356" y="10103"/>
                  </a:lnTo>
                  <a:lnTo>
                    <a:pt x="589655" y="7055"/>
                  </a:lnTo>
                  <a:lnTo>
                    <a:pt x="586501" y="4479"/>
                  </a:lnTo>
                  <a:lnTo>
                    <a:pt x="582974" y="2443"/>
                  </a:lnTo>
                  <a:lnTo>
                    <a:pt x="579166" y="999"/>
                  </a:lnTo>
                  <a:lnTo>
                    <a:pt x="575176" y="184"/>
                  </a:lnTo>
                  <a:lnTo>
                    <a:pt x="572126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3080648" y="5190861"/>
              <a:ext cx="1314348" cy="89487"/>
            </a:xfrm>
            <a:custGeom>
              <a:avLst/>
              <a:pathLst>
                <a:path w="1314348" h="89487">
                  <a:moveTo>
                    <a:pt x="25305" y="89487"/>
                  </a:moveTo>
                  <a:lnTo>
                    <a:pt x="1289043" y="89487"/>
                  </a:lnTo>
                  <a:lnTo>
                    <a:pt x="1288024" y="89466"/>
                  </a:lnTo>
                  <a:lnTo>
                    <a:pt x="1292093" y="89303"/>
                  </a:lnTo>
                  <a:lnTo>
                    <a:pt x="1296083" y="88488"/>
                  </a:lnTo>
                  <a:lnTo>
                    <a:pt x="1299891" y="87044"/>
                  </a:lnTo>
                  <a:lnTo>
                    <a:pt x="1303418" y="85008"/>
                  </a:lnTo>
                  <a:lnTo>
                    <a:pt x="1306573" y="82432"/>
                  </a:lnTo>
                  <a:lnTo>
                    <a:pt x="1309273" y="79384"/>
                  </a:lnTo>
                  <a:lnTo>
                    <a:pt x="1311450" y="75942"/>
                  </a:lnTo>
                  <a:lnTo>
                    <a:pt x="1313046" y="72195"/>
                  </a:lnTo>
                  <a:lnTo>
                    <a:pt x="1314020" y="68241"/>
                  </a:lnTo>
                  <a:lnTo>
                    <a:pt x="1314348" y="64182"/>
                  </a:lnTo>
                  <a:lnTo>
                    <a:pt x="1314348" y="25305"/>
                  </a:lnTo>
                  <a:lnTo>
                    <a:pt x="1314020" y="21245"/>
                  </a:lnTo>
                  <a:lnTo>
                    <a:pt x="1313046" y="17291"/>
                  </a:lnTo>
                  <a:lnTo>
                    <a:pt x="1311450" y="13545"/>
                  </a:lnTo>
                  <a:lnTo>
                    <a:pt x="1309273" y="10103"/>
                  </a:lnTo>
                  <a:lnTo>
                    <a:pt x="1306573" y="7055"/>
                  </a:lnTo>
                  <a:lnTo>
                    <a:pt x="1303418" y="4479"/>
                  </a:lnTo>
                  <a:lnTo>
                    <a:pt x="1299891" y="2443"/>
                  </a:lnTo>
                  <a:lnTo>
                    <a:pt x="1296083" y="999"/>
                  </a:lnTo>
                  <a:lnTo>
                    <a:pt x="1292093" y="184"/>
                  </a:lnTo>
                  <a:lnTo>
                    <a:pt x="128904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3080648" y="5041716"/>
              <a:ext cx="716917" cy="89487"/>
            </a:xfrm>
            <a:custGeom>
              <a:avLst/>
              <a:pathLst>
                <a:path w="716917" h="89487">
                  <a:moveTo>
                    <a:pt x="25305" y="89487"/>
                  </a:moveTo>
                  <a:lnTo>
                    <a:pt x="691612" y="89487"/>
                  </a:lnTo>
                  <a:lnTo>
                    <a:pt x="690593" y="89466"/>
                  </a:lnTo>
                  <a:lnTo>
                    <a:pt x="694662" y="89303"/>
                  </a:lnTo>
                  <a:lnTo>
                    <a:pt x="698652" y="88488"/>
                  </a:lnTo>
                  <a:lnTo>
                    <a:pt x="702460" y="87044"/>
                  </a:lnTo>
                  <a:lnTo>
                    <a:pt x="705987" y="85008"/>
                  </a:lnTo>
                  <a:lnTo>
                    <a:pt x="709141" y="82432"/>
                  </a:lnTo>
                  <a:lnTo>
                    <a:pt x="711842" y="79384"/>
                  </a:lnTo>
                  <a:lnTo>
                    <a:pt x="714018" y="75942"/>
                  </a:lnTo>
                  <a:lnTo>
                    <a:pt x="715615" y="72195"/>
                  </a:lnTo>
                  <a:lnTo>
                    <a:pt x="716589" y="68241"/>
                  </a:lnTo>
                  <a:lnTo>
                    <a:pt x="716917" y="64182"/>
                  </a:lnTo>
                  <a:lnTo>
                    <a:pt x="716917" y="25305"/>
                  </a:lnTo>
                  <a:lnTo>
                    <a:pt x="716589" y="21245"/>
                  </a:lnTo>
                  <a:lnTo>
                    <a:pt x="715615" y="17291"/>
                  </a:lnTo>
                  <a:lnTo>
                    <a:pt x="714018" y="13545"/>
                  </a:lnTo>
                  <a:lnTo>
                    <a:pt x="711842" y="10103"/>
                  </a:lnTo>
                  <a:lnTo>
                    <a:pt x="709141" y="7055"/>
                  </a:lnTo>
                  <a:lnTo>
                    <a:pt x="705987" y="4479"/>
                  </a:lnTo>
                  <a:lnTo>
                    <a:pt x="702460" y="2443"/>
                  </a:lnTo>
                  <a:lnTo>
                    <a:pt x="698652" y="999"/>
                  </a:lnTo>
                  <a:lnTo>
                    <a:pt x="694662" y="184"/>
                  </a:lnTo>
                  <a:lnTo>
                    <a:pt x="691612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3080648" y="4892570"/>
              <a:ext cx="597431" cy="89487"/>
            </a:xfrm>
            <a:custGeom>
              <a:avLst/>
              <a:pathLst>
                <a:path w="597431" h="89487">
                  <a:moveTo>
                    <a:pt x="25305" y="89487"/>
                  </a:moveTo>
                  <a:lnTo>
                    <a:pt x="572126" y="89487"/>
                  </a:lnTo>
                  <a:lnTo>
                    <a:pt x="571107" y="89466"/>
                  </a:lnTo>
                  <a:lnTo>
                    <a:pt x="575176" y="89303"/>
                  </a:lnTo>
                  <a:lnTo>
                    <a:pt x="579166" y="88488"/>
                  </a:lnTo>
                  <a:lnTo>
                    <a:pt x="582974" y="87044"/>
                  </a:lnTo>
                  <a:lnTo>
                    <a:pt x="586501" y="85008"/>
                  </a:lnTo>
                  <a:lnTo>
                    <a:pt x="589655" y="82432"/>
                  </a:lnTo>
                  <a:lnTo>
                    <a:pt x="592356" y="79384"/>
                  </a:lnTo>
                  <a:lnTo>
                    <a:pt x="594532" y="75942"/>
                  </a:lnTo>
                  <a:lnTo>
                    <a:pt x="596128" y="72195"/>
                  </a:lnTo>
                  <a:lnTo>
                    <a:pt x="597103" y="68241"/>
                  </a:lnTo>
                  <a:lnTo>
                    <a:pt x="597431" y="64182"/>
                  </a:lnTo>
                  <a:lnTo>
                    <a:pt x="597431" y="25305"/>
                  </a:lnTo>
                  <a:lnTo>
                    <a:pt x="597103" y="21245"/>
                  </a:lnTo>
                  <a:lnTo>
                    <a:pt x="596128" y="17291"/>
                  </a:lnTo>
                  <a:lnTo>
                    <a:pt x="594532" y="13545"/>
                  </a:lnTo>
                  <a:lnTo>
                    <a:pt x="592356" y="10103"/>
                  </a:lnTo>
                  <a:lnTo>
                    <a:pt x="589655" y="7055"/>
                  </a:lnTo>
                  <a:lnTo>
                    <a:pt x="586501" y="4479"/>
                  </a:lnTo>
                  <a:lnTo>
                    <a:pt x="582974" y="2443"/>
                  </a:lnTo>
                  <a:lnTo>
                    <a:pt x="579166" y="999"/>
                  </a:lnTo>
                  <a:lnTo>
                    <a:pt x="575176" y="184"/>
                  </a:lnTo>
                  <a:lnTo>
                    <a:pt x="572126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3080648" y="4743424"/>
              <a:ext cx="2637715" cy="89487"/>
            </a:xfrm>
            <a:custGeom>
              <a:avLst/>
              <a:pathLst>
                <a:path w="2637715" h="89487">
                  <a:moveTo>
                    <a:pt x="25305" y="89487"/>
                  </a:moveTo>
                  <a:lnTo>
                    <a:pt x="2612410" y="89487"/>
                  </a:lnTo>
                  <a:lnTo>
                    <a:pt x="2611391" y="89466"/>
                  </a:lnTo>
                  <a:lnTo>
                    <a:pt x="2615460" y="89303"/>
                  </a:lnTo>
                  <a:lnTo>
                    <a:pt x="2619450" y="88488"/>
                  </a:lnTo>
                  <a:lnTo>
                    <a:pt x="2623258" y="87044"/>
                  </a:lnTo>
                  <a:lnTo>
                    <a:pt x="2626784" y="85008"/>
                  </a:lnTo>
                  <a:lnTo>
                    <a:pt x="2629939" y="82432"/>
                  </a:lnTo>
                  <a:lnTo>
                    <a:pt x="2632640" y="79384"/>
                  </a:lnTo>
                  <a:lnTo>
                    <a:pt x="2634816" y="75942"/>
                  </a:lnTo>
                  <a:lnTo>
                    <a:pt x="2636412" y="72195"/>
                  </a:lnTo>
                  <a:lnTo>
                    <a:pt x="2637387" y="68241"/>
                  </a:lnTo>
                  <a:lnTo>
                    <a:pt x="2637715" y="64182"/>
                  </a:lnTo>
                  <a:lnTo>
                    <a:pt x="2637715" y="25305"/>
                  </a:lnTo>
                  <a:lnTo>
                    <a:pt x="2637387" y="21245"/>
                  </a:lnTo>
                  <a:lnTo>
                    <a:pt x="2636412" y="17291"/>
                  </a:lnTo>
                  <a:lnTo>
                    <a:pt x="2634816" y="13545"/>
                  </a:lnTo>
                  <a:lnTo>
                    <a:pt x="2632640" y="10103"/>
                  </a:lnTo>
                  <a:lnTo>
                    <a:pt x="2629939" y="7055"/>
                  </a:lnTo>
                  <a:lnTo>
                    <a:pt x="2626784" y="4479"/>
                  </a:lnTo>
                  <a:lnTo>
                    <a:pt x="2623258" y="2443"/>
                  </a:lnTo>
                  <a:lnTo>
                    <a:pt x="2619450" y="999"/>
                  </a:lnTo>
                  <a:lnTo>
                    <a:pt x="2615460" y="184"/>
                  </a:lnTo>
                  <a:lnTo>
                    <a:pt x="2612410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3080648" y="4594278"/>
              <a:ext cx="2286019" cy="89487"/>
            </a:xfrm>
            <a:custGeom>
              <a:avLst/>
              <a:pathLst>
                <a:path w="2286019" h="89487">
                  <a:moveTo>
                    <a:pt x="25305" y="89487"/>
                  </a:moveTo>
                  <a:lnTo>
                    <a:pt x="2260714" y="89487"/>
                  </a:lnTo>
                  <a:lnTo>
                    <a:pt x="2259695" y="89466"/>
                  </a:lnTo>
                  <a:lnTo>
                    <a:pt x="2263764" y="89303"/>
                  </a:lnTo>
                  <a:lnTo>
                    <a:pt x="2267755" y="88488"/>
                  </a:lnTo>
                  <a:lnTo>
                    <a:pt x="2271562" y="87044"/>
                  </a:lnTo>
                  <a:lnTo>
                    <a:pt x="2275089" y="85008"/>
                  </a:lnTo>
                  <a:lnTo>
                    <a:pt x="2278244" y="82432"/>
                  </a:lnTo>
                  <a:lnTo>
                    <a:pt x="2280944" y="79384"/>
                  </a:lnTo>
                  <a:lnTo>
                    <a:pt x="2283121" y="75942"/>
                  </a:lnTo>
                  <a:lnTo>
                    <a:pt x="2284717" y="72195"/>
                  </a:lnTo>
                  <a:lnTo>
                    <a:pt x="2285692" y="68241"/>
                  </a:lnTo>
                  <a:lnTo>
                    <a:pt x="2286019" y="64182"/>
                  </a:lnTo>
                  <a:lnTo>
                    <a:pt x="2286019" y="25305"/>
                  </a:lnTo>
                  <a:lnTo>
                    <a:pt x="2285692" y="21245"/>
                  </a:lnTo>
                  <a:lnTo>
                    <a:pt x="2284717" y="17291"/>
                  </a:lnTo>
                  <a:lnTo>
                    <a:pt x="2283121" y="13545"/>
                  </a:lnTo>
                  <a:lnTo>
                    <a:pt x="2280944" y="10103"/>
                  </a:lnTo>
                  <a:lnTo>
                    <a:pt x="2278244" y="7055"/>
                  </a:lnTo>
                  <a:lnTo>
                    <a:pt x="2275089" y="4479"/>
                  </a:lnTo>
                  <a:lnTo>
                    <a:pt x="2271562" y="2443"/>
                  </a:lnTo>
                  <a:lnTo>
                    <a:pt x="2267755" y="999"/>
                  </a:lnTo>
                  <a:lnTo>
                    <a:pt x="2263764" y="184"/>
                  </a:lnTo>
                  <a:lnTo>
                    <a:pt x="226071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080648" y="4445132"/>
              <a:ext cx="2110172" cy="89487"/>
            </a:xfrm>
            <a:custGeom>
              <a:avLst/>
              <a:pathLst>
                <a:path w="2110172" h="89487">
                  <a:moveTo>
                    <a:pt x="25305" y="89487"/>
                  </a:moveTo>
                  <a:lnTo>
                    <a:pt x="2084867" y="89487"/>
                  </a:lnTo>
                  <a:lnTo>
                    <a:pt x="2083848" y="89466"/>
                  </a:lnTo>
                  <a:lnTo>
                    <a:pt x="2087917" y="89303"/>
                  </a:lnTo>
                  <a:lnTo>
                    <a:pt x="2091907" y="88488"/>
                  </a:lnTo>
                  <a:lnTo>
                    <a:pt x="2095715" y="87044"/>
                  </a:lnTo>
                  <a:lnTo>
                    <a:pt x="2099241" y="85008"/>
                  </a:lnTo>
                  <a:lnTo>
                    <a:pt x="2102396" y="82432"/>
                  </a:lnTo>
                  <a:lnTo>
                    <a:pt x="2105097" y="79384"/>
                  </a:lnTo>
                  <a:lnTo>
                    <a:pt x="2107273" y="75942"/>
                  </a:lnTo>
                  <a:lnTo>
                    <a:pt x="2108869" y="72195"/>
                  </a:lnTo>
                  <a:lnTo>
                    <a:pt x="2109844" y="68241"/>
                  </a:lnTo>
                  <a:lnTo>
                    <a:pt x="2110172" y="64182"/>
                  </a:lnTo>
                  <a:lnTo>
                    <a:pt x="2110172" y="25305"/>
                  </a:lnTo>
                  <a:lnTo>
                    <a:pt x="2109844" y="21245"/>
                  </a:lnTo>
                  <a:lnTo>
                    <a:pt x="2108869" y="17291"/>
                  </a:lnTo>
                  <a:lnTo>
                    <a:pt x="2107273" y="13545"/>
                  </a:lnTo>
                  <a:lnTo>
                    <a:pt x="2105097" y="10103"/>
                  </a:lnTo>
                  <a:lnTo>
                    <a:pt x="2102396" y="7055"/>
                  </a:lnTo>
                  <a:lnTo>
                    <a:pt x="2099241" y="4479"/>
                  </a:lnTo>
                  <a:lnTo>
                    <a:pt x="2095715" y="2443"/>
                  </a:lnTo>
                  <a:lnTo>
                    <a:pt x="2091907" y="999"/>
                  </a:lnTo>
                  <a:lnTo>
                    <a:pt x="2087917" y="184"/>
                  </a:lnTo>
                  <a:lnTo>
                    <a:pt x="208486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3080648" y="4295986"/>
              <a:ext cx="2813562" cy="89487"/>
            </a:xfrm>
            <a:custGeom>
              <a:avLst/>
              <a:pathLst>
                <a:path w="2813562" h="89487">
                  <a:moveTo>
                    <a:pt x="25305" y="89487"/>
                  </a:moveTo>
                  <a:lnTo>
                    <a:pt x="2788257" y="89487"/>
                  </a:lnTo>
                  <a:lnTo>
                    <a:pt x="2787238" y="89466"/>
                  </a:lnTo>
                  <a:lnTo>
                    <a:pt x="2791307" y="89303"/>
                  </a:lnTo>
                  <a:lnTo>
                    <a:pt x="2795298" y="88488"/>
                  </a:lnTo>
                  <a:lnTo>
                    <a:pt x="2799105" y="87044"/>
                  </a:lnTo>
                  <a:lnTo>
                    <a:pt x="2802632" y="85008"/>
                  </a:lnTo>
                  <a:lnTo>
                    <a:pt x="2805787" y="82432"/>
                  </a:lnTo>
                  <a:lnTo>
                    <a:pt x="2808487" y="79384"/>
                  </a:lnTo>
                  <a:lnTo>
                    <a:pt x="2810664" y="75942"/>
                  </a:lnTo>
                  <a:lnTo>
                    <a:pt x="2812260" y="72195"/>
                  </a:lnTo>
                  <a:lnTo>
                    <a:pt x="2813235" y="68241"/>
                  </a:lnTo>
                  <a:lnTo>
                    <a:pt x="2813562" y="64182"/>
                  </a:lnTo>
                  <a:lnTo>
                    <a:pt x="2813562" y="25305"/>
                  </a:lnTo>
                  <a:lnTo>
                    <a:pt x="2813235" y="21245"/>
                  </a:lnTo>
                  <a:lnTo>
                    <a:pt x="2812260" y="17291"/>
                  </a:lnTo>
                  <a:lnTo>
                    <a:pt x="2810664" y="13545"/>
                  </a:lnTo>
                  <a:lnTo>
                    <a:pt x="2808487" y="10103"/>
                  </a:lnTo>
                  <a:lnTo>
                    <a:pt x="2805787" y="7055"/>
                  </a:lnTo>
                  <a:lnTo>
                    <a:pt x="2802632" y="4479"/>
                  </a:lnTo>
                  <a:lnTo>
                    <a:pt x="2799105" y="2443"/>
                  </a:lnTo>
                  <a:lnTo>
                    <a:pt x="2795298" y="999"/>
                  </a:lnTo>
                  <a:lnTo>
                    <a:pt x="2791307" y="184"/>
                  </a:lnTo>
                  <a:lnTo>
                    <a:pt x="278825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3080648" y="4146840"/>
              <a:ext cx="1758476" cy="89487"/>
            </a:xfrm>
            <a:custGeom>
              <a:avLst/>
              <a:pathLst>
                <a:path w="1758476" h="89487">
                  <a:moveTo>
                    <a:pt x="25305" y="89487"/>
                  </a:moveTo>
                  <a:lnTo>
                    <a:pt x="1733171" y="89487"/>
                  </a:lnTo>
                  <a:lnTo>
                    <a:pt x="1732152" y="89466"/>
                  </a:lnTo>
                  <a:lnTo>
                    <a:pt x="1736221" y="89303"/>
                  </a:lnTo>
                  <a:lnTo>
                    <a:pt x="1740211" y="88488"/>
                  </a:lnTo>
                  <a:lnTo>
                    <a:pt x="1744019" y="87044"/>
                  </a:lnTo>
                  <a:lnTo>
                    <a:pt x="1747546" y="85008"/>
                  </a:lnTo>
                  <a:lnTo>
                    <a:pt x="1750701" y="82432"/>
                  </a:lnTo>
                  <a:lnTo>
                    <a:pt x="1753401" y="79384"/>
                  </a:lnTo>
                  <a:lnTo>
                    <a:pt x="1755578" y="75942"/>
                  </a:lnTo>
                  <a:lnTo>
                    <a:pt x="1757174" y="72195"/>
                  </a:lnTo>
                  <a:lnTo>
                    <a:pt x="1758149" y="68241"/>
                  </a:lnTo>
                  <a:lnTo>
                    <a:pt x="1758476" y="64182"/>
                  </a:lnTo>
                  <a:lnTo>
                    <a:pt x="1758476" y="25305"/>
                  </a:lnTo>
                  <a:lnTo>
                    <a:pt x="1758149" y="21245"/>
                  </a:lnTo>
                  <a:lnTo>
                    <a:pt x="1757174" y="17291"/>
                  </a:lnTo>
                  <a:lnTo>
                    <a:pt x="1755578" y="13545"/>
                  </a:lnTo>
                  <a:lnTo>
                    <a:pt x="1753401" y="10103"/>
                  </a:lnTo>
                  <a:lnTo>
                    <a:pt x="1750701" y="7055"/>
                  </a:lnTo>
                  <a:lnTo>
                    <a:pt x="1747546" y="4479"/>
                  </a:lnTo>
                  <a:lnTo>
                    <a:pt x="1744019" y="2443"/>
                  </a:lnTo>
                  <a:lnTo>
                    <a:pt x="1740211" y="999"/>
                  </a:lnTo>
                  <a:lnTo>
                    <a:pt x="1736221" y="184"/>
                  </a:lnTo>
                  <a:lnTo>
                    <a:pt x="173317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080648" y="3997695"/>
              <a:ext cx="1582629" cy="89487"/>
            </a:xfrm>
            <a:custGeom>
              <a:avLst/>
              <a:pathLst>
                <a:path w="1582629" h="89487">
                  <a:moveTo>
                    <a:pt x="25305" y="89487"/>
                  </a:moveTo>
                  <a:lnTo>
                    <a:pt x="1557323" y="89487"/>
                  </a:lnTo>
                  <a:lnTo>
                    <a:pt x="1556305" y="89466"/>
                  </a:lnTo>
                  <a:lnTo>
                    <a:pt x="1560374" y="89303"/>
                  </a:lnTo>
                  <a:lnTo>
                    <a:pt x="1564364" y="88488"/>
                  </a:lnTo>
                  <a:lnTo>
                    <a:pt x="1568172" y="87044"/>
                  </a:lnTo>
                  <a:lnTo>
                    <a:pt x="1571698" y="85008"/>
                  </a:lnTo>
                  <a:lnTo>
                    <a:pt x="1574853" y="82432"/>
                  </a:lnTo>
                  <a:lnTo>
                    <a:pt x="1577553" y="79384"/>
                  </a:lnTo>
                  <a:lnTo>
                    <a:pt x="1579730" y="75942"/>
                  </a:lnTo>
                  <a:lnTo>
                    <a:pt x="1581326" y="72195"/>
                  </a:lnTo>
                  <a:lnTo>
                    <a:pt x="1582301" y="68241"/>
                  </a:lnTo>
                  <a:lnTo>
                    <a:pt x="1582629" y="64182"/>
                  </a:lnTo>
                  <a:lnTo>
                    <a:pt x="1582629" y="25305"/>
                  </a:lnTo>
                  <a:lnTo>
                    <a:pt x="1582301" y="21245"/>
                  </a:lnTo>
                  <a:lnTo>
                    <a:pt x="1581326" y="17291"/>
                  </a:lnTo>
                  <a:lnTo>
                    <a:pt x="1579730" y="13545"/>
                  </a:lnTo>
                  <a:lnTo>
                    <a:pt x="1577553" y="10103"/>
                  </a:lnTo>
                  <a:lnTo>
                    <a:pt x="1574853" y="7055"/>
                  </a:lnTo>
                  <a:lnTo>
                    <a:pt x="1571698" y="4479"/>
                  </a:lnTo>
                  <a:lnTo>
                    <a:pt x="1568172" y="2443"/>
                  </a:lnTo>
                  <a:lnTo>
                    <a:pt x="1564364" y="999"/>
                  </a:lnTo>
                  <a:lnTo>
                    <a:pt x="1560374" y="184"/>
                  </a:lnTo>
                  <a:lnTo>
                    <a:pt x="155732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080648" y="3848549"/>
              <a:ext cx="1934324" cy="89487"/>
            </a:xfrm>
            <a:custGeom>
              <a:avLst/>
              <a:pathLst>
                <a:path w="1934324" h="89487">
                  <a:moveTo>
                    <a:pt x="25305" y="89487"/>
                  </a:moveTo>
                  <a:lnTo>
                    <a:pt x="1909019" y="89487"/>
                  </a:lnTo>
                  <a:lnTo>
                    <a:pt x="1908000" y="89466"/>
                  </a:lnTo>
                  <a:lnTo>
                    <a:pt x="1912069" y="89303"/>
                  </a:lnTo>
                  <a:lnTo>
                    <a:pt x="1916059" y="88488"/>
                  </a:lnTo>
                  <a:lnTo>
                    <a:pt x="1919867" y="87044"/>
                  </a:lnTo>
                  <a:lnTo>
                    <a:pt x="1923394" y="85008"/>
                  </a:lnTo>
                  <a:lnTo>
                    <a:pt x="1926548" y="82432"/>
                  </a:lnTo>
                  <a:lnTo>
                    <a:pt x="1929249" y="79384"/>
                  </a:lnTo>
                  <a:lnTo>
                    <a:pt x="1931425" y="75942"/>
                  </a:lnTo>
                  <a:lnTo>
                    <a:pt x="1933022" y="72195"/>
                  </a:lnTo>
                  <a:lnTo>
                    <a:pt x="1933996" y="68241"/>
                  </a:lnTo>
                  <a:lnTo>
                    <a:pt x="1934324" y="64182"/>
                  </a:lnTo>
                  <a:lnTo>
                    <a:pt x="1934324" y="25305"/>
                  </a:lnTo>
                  <a:lnTo>
                    <a:pt x="1933996" y="21245"/>
                  </a:lnTo>
                  <a:lnTo>
                    <a:pt x="1933022" y="17291"/>
                  </a:lnTo>
                  <a:lnTo>
                    <a:pt x="1931425" y="13545"/>
                  </a:lnTo>
                  <a:lnTo>
                    <a:pt x="1929249" y="10103"/>
                  </a:lnTo>
                  <a:lnTo>
                    <a:pt x="1926548" y="7055"/>
                  </a:lnTo>
                  <a:lnTo>
                    <a:pt x="1923394" y="4479"/>
                  </a:lnTo>
                  <a:lnTo>
                    <a:pt x="1919867" y="2443"/>
                  </a:lnTo>
                  <a:lnTo>
                    <a:pt x="1916059" y="999"/>
                  </a:lnTo>
                  <a:lnTo>
                    <a:pt x="1912069" y="184"/>
                  </a:lnTo>
                  <a:lnTo>
                    <a:pt x="1909019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080648" y="3699403"/>
              <a:ext cx="1758476" cy="89487"/>
            </a:xfrm>
            <a:custGeom>
              <a:avLst/>
              <a:pathLst>
                <a:path w="1758476" h="89487">
                  <a:moveTo>
                    <a:pt x="25305" y="89487"/>
                  </a:moveTo>
                  <a:lnTo>
                    <a:pt x="1733171" y="89487"/>
                  </a:lnTo>
                  <a:lnTo>
                    <a:pt x="1732152" y="89466"/>
                  </a:lnTo>
                  <a:lnTo>
                    <a:pt x="1736221" y="89303"/>
                  </a:lnTo>
                  <a:lnTo>
                    <a:pt x="1740211" y="88488"/>
                  </a:lnTo>
                  <a:lnTo>
                    <a:pt x="1744019" y="87044"/>
                  </a:lnTo>
                  <a:lnTo>
                    <a:pt x="1747546" y="85008"/>
                  </a:lnTo>
                  <a:lnTo>
                    <a:pt x="1750701" y="82432"/>
                  </a:lnTo>
                  <a:lnTo>
                    <a:pt x="1753401" y="79384"/>
                  </a:lnTo>
                  <a:lnTo>
                    <a:pt x="1755578" y="75942"/>
                  </a:lnTo>
                  <a:lnTo>
                    <a:pt x="1757174" y="72195"/>
                  </a:lnTo>
                  <a:lnTo>
                    <a:pt x="1758149" y="68241"/>
                  </a:lnTo>
                  <a:lnTo>
                    <a:pt x="1758476" y="64182"/>
                  </a:lnTo>
                  <a:lnTo>
                    <a:pt x="1758476" y="25305"/>
                  </a:lnTo>
                  <a:lnTo>
                    <a:pt x="1758149" y="21245"/>
                  </a:lnTo>
                  <a:lnTo>
                    <a:pt x="1757174" y="17291"/>
                  </a:lnTo>
                  <a:lnTo>
                    <a:pt x="1755578" y="13545"/>
                  </a:lnTo>
                  <a:lnTo>
                    <a:pt x="1753401" y="10103"/>
                  </a:lnTo>
                  <a:lnTo>
                    <a:pt x="1750701" y="7055"/>
                  </a:lnTo>
                  <a:lnTo>
                    <a:pt x="1747546" y="4479"/>
                  </a:lnTo>
                  <a:lnTo>
                    <a:pt x="1744019" y="2443"/>
                  </a:lnTo>
                  <a:lnTo>
                    <a:pt x="1740211" y="999"/>
                  </a:lnTo>
                  <a:lnTo>
                    <a:pt x="1736221" y="184"/>
                  </a:lnTo>
                  <a:lnTo>
                    <a:pt x="1733171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080648" y="3550257"/>
              <a:ext cx="1055086" cy="89487"/>
            </a:xfrm>
            <a:custGeom>
              <a:avLst/>
              <a:pathLst>
                <a:path w="1055086" h="89487">
                  <a:moveTo>
                    <a:pt x="25305" y="89487"/>
                  </a:moveTo>
                  <a:lnTo>
                    <a:pt x="1029780" y="89487"/>
                  </a:lnTo>
                  <a:lnTo>
                    <a:pt x="1028762" y="89466"/>
                  </a:lnTo>
                  <a:lnTo>
                    <a:pt x="1032831" y="89303"/>
                  </a:lnTo>
                  <a:lnTo>
                    <a:pt x="1036821" y="88488"/>
                  </a:lnTo>
                  <a:lnTo>
                    <a:pt x="1040629" y="87044"/>
                  </a:lnTo>
                  <a:lnTo>
                    <a:pt x="1044155" y="85008"/>
                  </a:lnTo>
                  <a:lnTo>
                    <a:pt x="1047310" y="82432"/>
                  </a:lnTo>
                  <a:lnTo>
                    <a:pt x="1050010" y="79384"/>
                  </a:lnTo>
                  <a:lnTo>
                    <a:pt x="1052187" y="75942"/>
                  </a:lnTo>
                  <a:lnTo>
                    <a:pt x="1053783" y="72195"/>
                  </a:lnTo>
                  <a:lnTo>
                    <a:pt x="1054758" y="68241"/>
                  </a:lnTo>
                  <a:lnTo>
                    <a:pt x="1055086" y="64182"/>
                  </a:lnTo>
                  <a:lnTo>
                    <a:pt x="1055086" y="25305"/>
                  </a:lnTo>
                  <a:lnTo>
                    <a:pt x="1054758" y="21245"/>
                  </a:lnTo>
                  <a:lnTo>
                    <a:pt x="1053783" y="17291"/>
                  </a:lnTo>
                  <a:lnTo>
                    <a:pt x="1052187" y="13545"/>
                  </a:lnTo>
                  <a:lnTo>
                    <a:pt x="1050010" y="10103"/>
                  </a:lnTo>
                  <a:lnTo>
                    <a:pt x="1047310" y="7055"/>
                  </a:lnTo>
                  <a:lnTo>
                    <a:pt x="1044155" y="4479"/>
                  </a:lnTo>
                  <a:lnTo>
                    <a:pt x="1040629" y="2443"/>
                  </a:lnTo>
                  <a:lnTo>
                    <a:pt x="1036821" y="999"/>
                  </a:lnTo>
                  <a:lnTo>
                    <a:pt x="1032831" y="184"/>
                  </a:lnTo>
                  <a:lnTo>
                    <a:pt x="1029780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3080648" y="3401111"/>
              <a:ext cx="1406781" cy="89487"/>
            </a:xfrm>
            <a:custGeom>
              <a:avLst/>
              <a:pathLst>
                <a:path w="1406781" h="89487">
                  <a:moveTo>
                    <a:pt x="25305" y="89487"/>
                  </a:moveTo>
                  <a:lnTo>
                    <a:pt x="1381476" y="89487"/>
                  </a:lnTo>
                  <a:lnTo>
                    <a:pt x="1380457" y="89466"/>
                  </a:lnTo>
                  <a:lnTo>
                    <a:pt x="1384526" y="89303"/>
                  </a:lnTo>
                  <a:lnTo>
                    <a:pt x="1388516" y="88488"/>
                  </a:lnTo>
                  <a:lnTo>
                    <a:pt x="1392324" y="87044"/>
                  </a:lnTo>
                  <a:lnTo>
                    <a:pt x="1395851" y="85008"/>
                  </a:lnTo>
                  <a:lnTo>
                    <a:pt x="1399005" y="82432"/>
                  </a:lnTo>
                  <a:lnTo>
                    <a:pt x="1401706" y="79384"/>
                  </a:lnTo>
                  <a:lnTo>
                    <a:pt x="1403882" y="75942"/>
                  </a:lnTo>
                  <a:lnTo>
                    <a:pt x="1405479" y="72195"/>
                  </a:lnTo>
                  <a:lnTo>
                    <a:pt x="1406453" y="68241"/>
                  </a:lnTo>
                  <a:lnTo>
                    <a:pt x="1406781" y="64182"/>
                  </a:lnTo>
                  <a:lnTo>
                    <a:pt x="1406781" y="25305"/>
                  </a:lnTo>
                  <a:lnTo>
                    <a:pt x="1406453" y="21245"/>
                  </a:lnTo>
                  <a:lnTo>
                    <a:pt x="1405479" y="17291"/>
                  </a:lnTo>
                  <a:lnTo>
                    <a:pt x="1403882" y="13545"/>
                  </a:lnTo>
                  <a:lnTo>
                    <a:pt x="1401706" y="10103"/>
                  </a:lnTo>
                  <a:lnTo>
                    <a:pt x="1399005" y="7055"/>
                  </a:lnTo>
                  <a:lnTo>
                    <a:pt x="1395851" y="4479"/>
                  </a:lnTo>
                  <a:lnTo>
                    <a:pt x="1392324" y="2443"/>
                  </a:lnTo>
                  <a:lnTo>
                    <a:pt x="1388516" y="999"/>
                  </a:lnTo>
                  <a:lnTo>
                    <a:pt x="1384526" y="184"/>
                  </a:lnTo>
                  <a:lnTo>
                    <a:pt x="1381476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080648" y="3251965"/>
              <a:ext cx="589868" cy="89487"/>
            </a:xfrm>
            <a:custGeom>
              <a:avLst/>
              <a:pathLst>
                <a:path w="589868" h="89487">
                  <a:moveTo>
                    <a:pt x="25305" y="89487"/>
                  </a:moveTo>
                  <a:lnTo>
                    <a:pt x="564563" y="89487"/>
                  </a:lnTo>
                  <a:lnTo>
                    <a:pt x="563544" y="89466"/>
                  </a:lnTo>
                  <a:lnTo>
                    <a:pt x="567613" y="89303"/>
                  </a:lnTo>
                  <a:lnTo>
                    <a:pt x="571604" y="88488"/>
                  </a:lnTo>
                  <a:lnTo>
                    <a:pt x="575411" y="87044"/>
                  </a:lnTo>
                  <a:lnTo>
                    <a:pt x="578938" y="85008"/>
                  </a:lnTo>
                  <a:lnTo>
                    <a:pt x="582093" y="82432"/>
                  </a:lnTo>
                  <a:lnTo>
                    <a:pt x="584793" y="79384"/>
                  </a:lnTo>
                  <a:lnTo>
                    <a:pt x="586970" y="75942"/>
                  </a:lnTo>
                  <a:lnTo>
                    <a:pt x="588566" y="72195"/>
                  </a:lnTo>
                  <a:lnTo>
                    <a:pt x="589541" y="68241"/>
                  </a:lnTo>
                  <a:lnTo>
                    <a:pt x="589868" y="64182"/>
                  </a:lnTo>
                  <a:lnTo>
                    <a:pt x="589868" y="25305"/>
                  </a:lnTo>
                  <a:lnTo>
                    <a:pt x="589541" y="21245"/>
                  </a:lnTo>
                  <a:lnTo>
                    <a:pt x="588566" y="17291"/>
                  </a:lnTo>
                  <a:lnTo>
                    <a:pt x="586970" y="13545"/>
                  </a:lnTo>
                  <a:lnTo>
                    <a:pt x="584793" y="10103"/>
                  </a:lnTo>
                  <a:lnTo>
                    <a:pt x="582093" y="7055"/>
                  </a:lnTo>
                  <a:lnTo>
                    <a:pt x="578938" y="4479"/>
                  </a:lnTo>
                  <a:lnTo>
                    <a:pt x="575411" y="2443"/>
                  </a:lnTo>
                  <a:lnTo>
                    <a:pt x="571604" y="999"/>
                  </a:lnTo>
                  <a:lnTo>
                    <a:pt x="567613" y="184"/>
                  </a:lnTo>
                  <a:lnTo>
                    <a:pt x="564563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080648" y="3102819"/>
              <a:ext cx="707842" cy="89487"/>
            </a:xfrm>
            <a:custGeom>
              <a:avLst/>
              <a:pathLst>
                <a:path w="707842" h="89487">
                  <a:moveTo>
                    <a:pt x="25305" y="89487"/>
                  </a:moveTo>
                  <a:lnTo>
                    <a:pt x="682537" y="89487"/>
                  </a:lnTo>
                  <a:lnTo>
                    <a:pt x="681518" y="89466"/>
                  </a:lnTo>
                  <a:lnTo>
                    <a:pt x="685587" y="89303"/>
                  </a:lnTo>
                  <a:lnTo>
                    <a:pt x="689577" y="88488"/>
                  </a:lnTo>
                  <a:lnTo>
                    <a:pt x="693385" y="87044"/>
                  </a:lnTo>
                  <a:lnTo>
                    <a:pt x="696912" y="85008"/>
                  </a:lnTo>
                  <a:lnTo>
                    <a:pt x="700066" y="82432"/>
                  </a:lnTo>
                  <a:lnTo>
                    <a:pt x="702767" y="79384"/>
                  </a:lnTo>
                  <a:lnTo>
                    <a:pt x="704944" y="75942"/>
                  </a:lnTo>
                  <a:lnTo>
                    <a:pt x="706540" y="72195"/>
                  </a:lnTo>
                  <a:lnTo>
                    <a:pt x="707514" y="68241"/>
                  </a:lnTo>
                  <a:lnTo>
                    <a:pt x="707842" y="64182"/>
                  </a:lnTo>
                  <a:lnTo>
                    <a:pt x="707842" y="25305"/>
                  </a:lnTo>
                  <a:lnTo>
                    <a:pt x="707514" y="21245"/>
                  </a:lnTo>
                  <a:lnTo>
                    <a:pt x="706540" y="17291"/>
                  </a:lnTo>
                  <a:lnTo>
                    <a:pt x="704944" y="13545"/>
                  </a:lnTo>
                  <a:lnTo>
                    <a:pt x="702767" y="10103"/>
                  </a:lnTo>
                  <a:lnTo>
                    <a:pt x="700066" y="7055"/>
                  </a:lnTo>
                  <a:lnTo>
                    <a:pt x="696912" y="4479"/>
                  </a:lnTo>
                  <a:lnTo>
                    <a:pt x="693385" y="2443"/>
                  </a:lnTo>
                  <a:lnTo>
                    <a:pt x="689577" y="999"/>
                  </a:lnTo>
                  <a:lnTo>
                    <a:pt x="685587" y="184"/>
                  </a:lnTo>
                  <a:lnTo>
                    <a:pt x="68253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080648" y="2953674"/>
              <a:ext cx="1179737" cy="89487"/>
            </a:xfrm>
            <a:custGeom>
              <a:avLst/>
              <a:pathLst>
                <a:path w="1179737" h="89487">
                  <a:moveTo>
                    <a:pt x="25305" y="89487"/>
                  </a:moveTo>
                  <a:lnTo>
                    <a:pt x="1154432" y="89487"/>
                  </a:lnTo>
                  <a:lnTo>
                    <a:pt x="1153413" y="89466"/>
                  </a:lnTo>
                  <a:lnTo>
                    <a:pt x="1157482" y="89303"/>
                  </a:lnTo>
                  <a:lnTo>
                    <a:pt x="1161472" y="88488"/>
                  </a:lnTo>
                  <a:lnTo>
                    <a:pt x="1165280" y="87044"/>
                  </a:lnTo>
                  <a:lnTo>
                    <a:pt x="1168807" y="85008"/>
                  </a:lnTo>
                  <a:lnTo>
                    <a:pt x="1171961" y="82432"/>
                  </a:lnTo>
                  <a:lnTo>
                    <a:pt x="1174662" y="79384"/>
                  </a:lnTo>
                  <a:lnTo>
                    <a:pt x="1176839" y="75942"/>
                  </a:lnTo>
                  <a:lnTo>
                    <a:pt x="1178435" y="72195"/>
                  </a:lnTo>
                  <a:lnTo>
                    <a:pt x="1179409" y="68241"/>
                  </a:lnTo>
                  <a:lnTo>
                    <a:pt x="1179737" y="64182"/>
                  </a:lnTo>
                  <a:lnTo>
                    <a:pt x="1179737" y="25305"/>
                  </a:lnTo>
                  <a:lnTo>
                    <a:pt x="1179409" y="21245"/>
                  </a:lnTo>
                  <a:lnTo>
                    <a:pt x="1178435" y="17291"/>
                  </a:lnTo>
                  <a:lnTo>
                    <a:pt x="1176839" y="13545"/>
                  </a:lnTo>
                  <a:lnTo>
                    <a:pt x="1174662" y="10103"/>
                  </a:lnTo>
                  <a:lnTo>
                    <a:pt x="1171961" y="7055"/>
                  </a:lnTo>
                  <a:lnTo>
                    <a:pt x="1168807" y="4479"/>
                  </a:lnTo>
                  <a:lnTo>
                    <a:pt x="1165280" y="2443"/>
                  </a:lnTo>
                  <a:lnTo>
                    <a:pt x="1161472" y="999"/>
                  </a:lnTo>
                  <a:lnTo>
                    <a:pt x="1157482" y="184"/>
                  </a:lnTo>
                  <a:lnTo>
                    <a:pt x="1154432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080648" y="2804528"/>
              <a:ext cx="707842" cy="89487"/>
            </a:xfrm>
            <a:custGeom>
              <a:avLst/>
              <a:pathLst>
                <a:path w="707842" h="89487">
                  <a:moveTo>
                    <a:pt x="25305" y="89487"/>
                  </a:moveTo>
                  <a:lnTo>
                    <a:pt x="682537" y="89487"/>
                  </a:lnTo>
                  <a:lnTo>
                    <a:pt x="681518" y="89466"/>
                  </a:lnTo>
                  <a:lnTo>
                    <a:pt x="685587" y="89303"/>
                  </a:lnTo>
                  <a:lnTo>
                    <a:pt x="689577" y="88488"/>
                  </a:lnTo>
                  <a:lnTo>
                    <a:pt x="693385" y="87044"/>
                  </a:lnTo>
                  <a:lnTo>
                    <a:pt x="696912" y="85008"/>
                  </a:lnTo>
                  <a:lnTo>
                    <a:pt x="700066" y="82432"/>
                  </a:lnTo>
                  <a:lnTo>
                    <a:pt x="702767" y="79384"/>
                  </a:lnTo>
                  <a:lnTo>
                    <a:pt x="704944" y="75942"/>
                  </a:lnTo>
                  <a:lnTo>
                    <a:pt x="706540" y="72195"/>
                  </a:lnTo>
                  <a:lnTo>
                    <a:pt x="707514" y="68241"/>
                  </a:lnTo>
                  <a:lnTo>
                    <a:pt x="707842" y="64182"/>
                  </a:lnTo>
                  <a:lnTo>
                    <a:pt x="707842" y="25305"/>
                  </a:lnTo>
                  <a:lnTo>
                    <a:pt x="707514" y="21245"/>
                  </a:lnTo>
                  <a:lnTo>
                    <a:pt x="706540" y="17291"/>
                  </a:lnTo>
                  <a:lnTo>
                    <a:pt x="704944" y="13545"/>
                  </a:lnTo>
                  <a:lnTo>
                    <a:pt x="702767" y="10103"/>
                  </a:lnTo>
                  <a:lnTo>
                    <a:pt x="700066" y="7055"/>
                  </a:lnTo>
                  <a:lnTo>
                    <a:pt x="696912" y="4479"/>
                  </a:lnTo>
                  <a:lnTo>
                    <a:pt x="693385" y="2443"/>
                  </a:lnTo>
                  <a:lnTo>
                    <a:pt x="689577" y="999"/>
                  </a:lnTo>
                  <a:lnTo>
                    <a:pt x="685587" y="184"/>
                  </a:lnTo>
                  <a:lnTo>
                    <a:pt x="68253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080648" y="2655382"/>
              <a:ext cx="943790" cy="89487"/>
            </a:xfrm>
            <a:custGeom>
              <a:avLst/>
              <a:pathLst>
                <a:path w="943790" h="89487">
                  <a:moveTo>
                    <a:pt x="25305" y="89487"/>
                  </a:moveTo>
                  <a:lnTo>
                    <a:pt x="918484" y="89487"/>
                  </a:lnTo>
                  <a:lnTo>
                    <a:pt x="917466" y="89466"/>
                  </a:lnTo>
                  <a:lnTo>
                    <a:pt x="921535" y="89303"/>
                  </a:lnTo>
                  <a:lnTo>
                    <a:pt x="925525" y="88488"/>
                  </a:lnTo>
                  <a:lnTo>
                    <a:pt x="929333" y="87044"/>
                  </a:lnTo>
                  <a:lnTo>
                    <a:pt x="932859" y="85008"/>
                  </a:lnTo>
                  <a:lnTo>
                    <a:pt x="936014" y="82432"/>
                  </a:lnTo>
                  <a:lnTo>
                    <a:pt x="938714" y="79384"/>
                  </a:lnTo>
                  <a:lnTo>
                    <a:pt x="940891" y="75942"/>
                  </a:lnTo>
                  <a:lnTo>
                    <a:pt x="942487" y="72195"/>
                  </a:lnTo>
                  <a:lnTo>
                    <a:pt x="943462" y="68241"/>
                  </a:lnTo>
                  <a:lnTo>
                    <a:pt x="943790" y="64182"/>
                  </a:lnTo>
                  <a:lnTo>
                    <a:pt x="943790" y="25305"/>
                  </a:lnTo>
                  <a:lnTo>
                    <a:pt x="943462" y="21245"/>
                  </a:lnTo>
                  <a:lnTo>
                    <a:pt x="942487" y="17291"/>
                  </a:lnTo>
                  <a:lnTo>
                    <a:pt x="940891" y="13545"/>
                  </a:lnTo>
                  <a:lnTo>
                    <a:pt x="938714" y="10103"/>
                  </a:lnTo>
                  <a:lnTo>
                    <a:pt x="936014" y="7055"/>
                  </a:lnTo>
                  <a:lnTo>
                    <a:pt x="932859" y="4479"/>
                  </a:lnTo>
                  <a:lnTo>
                    <a:pt x="929333" y="2443"/>
                  </a:lnTo>
                  <a:lnTo>
                    <a:pt x="925525" y="999"/>
                  </a:lnTo>
                  <a:lnTo>
                    <a:pt x="921535" y="184"/>
                  </a:lnTo>
                  <a:lnTo>
                    <a:pt x="91848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080648" y="2506236"/>
              <a:ext cx="943790" cy="89487"/>
            </a:xfrm>
            <a:custGeom>
              <a:avLst/>
              <a:pathLst>
                <a:path w="943790" h="89487">
                  <a:moveTo>
                    <a:pt x="25305" y="89487"/>
                  </a:moveTo>
                  <a:lnTo>
                    <a:pt x="918484" y="89487"/>
                  </a:lnTo>
                  <a:lnTo>
                    <a:pt x="917466" y="89466"/>
                  </a:lnTo>
                  <a:lnTo>
                    <a:pt x="921535" y="89303"/>
                  </a:lnTo>
                  <a:lnTo>
                    <a:pt x="925525" y="88488"/>
                  </a:lnTo>
                  <a:lnTo>
                    <a:pt x="929333" y="87044"/>
                  </a:lnTo>
                  <a:lnTo>
                    <a:pt x="932859" y="85008"/>
                  </a:lnTo>
                  <a:lnTo>
                    <a:pt x="936014" y="82432"/>
                  </a:lnTo>
                  <a:lnTo>
                    <a:pt x="938714" y="79384"/>
                  </a:lnTo>
                  <a:lnTo>
                    <a:pt x="940891" y="75942"/>
                  </a:lnTo>
                  <a:lnTo>
                    <a:pt x="942487" y="72195"/>
                  </a:lnTo>
                  <a:lnTo>
                    <a:pt x="943462" y="68241"/>
                  </a:lnTo>
                  <a:lnTo>
                    <a:pt x="943790" y="64182"/>
                  </a:lnTo>
                  <a:lnTo>
                    <a:pt x="943790" y="25305"/>
                  </a:lnTo>
                  <a:lnTo>
                    <a:pt x="943462" y="21245"/>
                  </a:lnTo>
                  <a:lnTo>
                    <a:pt x="942487" y="17291"/>
                  </a:lnTo>
                  <a:lnTo>
                    <a:pt x="940891" y="13545"/>
                  </a:lnTo>
                  <a:lnTo>
                    <a:pt x="938714" y="10103"/>
                  </a:lnTo>
                  <a:lnTo>
                    <a:pt x="936014" y="7055"/>
                  </a:lnTo>
                  <a:lnTo>
                    <a:pt x="932859" y="4479"/>
                  </a:lnTo>
                  <a:lnTo>
                    <a:pt x="929333" y="2443"/>
                  </a:lnTo>
                  <a:lnTo>
                    <a:pt x="925525" y="999"/>
                  </a:lnTo>
                  <a:lnTo>
                    <a:pt x="921535" y="184"/>
                  </a:lnTo>
                  <a:lnTo>
                    <a:pt x="91848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080648" y="2357090"/>
              <a:ext cx="943790" cy="89487"/>
            </a:xfrm>
            <a:custGeom>
              <a:avLst/>
              <a:pathLst>
                <a:path w="943790" h="89487">
                  <a:moveTo>
                    <a:pt x="25305" y="89487"/>
                  </a:moveTo>
                  <a:lnTo>
                    <a:pt x="918484" y="89487"/>
                  </a:lnTo>
                  <a:lnTo>
                    <a:pt x="917466" y="89466"/>
                  </a:lnTo>
                  <a:lnTo>
                    <a:pt x="921535" y="89303"/>
                  </a:lnTo>
                  <a:lnTo>
                    <a:pt x="925525" y="88488"/>
                  </a:lnTo>
                  <a:lnTo>
                    <a:pt x="929333" y="87044"/>
                  </a:lnTo>
                  <a:lnTo>
                    <a:pt x="932859" y="85008"/>
                  </a:lnTo>
                  <a:lnTo>
                    <a:pt x="936014" y="82432"/>
                  </a:lnTo>
                  <a:lnTo>
                    <a:pt x="938714" y="79384"/>
                  </a:lnTo>
                  <a:lnTo>
                    <a:pt x="940891" y="75942"/>
                  </a:lnTo>
                  <a:lnTo>
                    <a:pt x="942487" y="72195"/>
                  </a:lnTo>
                  <a:lnTo>
                    <a:pt x="943462" y="68241"/>
                  </a:lnTo>
                  <a:lnTo>
                    <a:pt x="943790" y="64182"/>
                  </a:lnTo>
                  <a:lnTo>
                    <a:pt x="943790" y="25305"/>
                  </a:lnTo>
                  <a:lnTo>
                    <a:pt x="943462" y="21245"/>
                  </a:lnTo>
                  <a:lnTo>
                    <a:pt x="942487" y="17291"/>
                  </a:lnTo>
                  <a:lnTo>
                    <a:pt x="940891" y="13545"/>
                  </a:lnTo>
                  <a:lnTo>
                    <a:pt x="938714" y="10103"/>
                  </a:lnTo>
                  <a:lnTo>
                    <a:pt x="936014" y="7055"/>
                  </a:lnTo>
                  <a:lnTo>
                    <a:pt x="932859" y="4479"/>
                  </a:lnTo>
                  <a:lnTo>
                    <a:pt x="929333" y="2443"/>
                  </a:lnTo>
                  <a:lnTo>
                    <a:pt x="925525" y="999"/>
                  </a:lnTo>
                  <a:lnTo>
                    <a:pt x="921535" y="184"/>
                  </a:lnTo>
                  <a:lnTo>
                    <a:pt x="91848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3080648" y="2207944"/>
              <a:ext cx="943790" cy="89487"/>
            </a:xfrm>
            <a:custGeom>
              <a:avLst/>
              <a:pathLst>
                <a:path w="943790" h="89487">
                  <a:moveTo>
                    <a:pt x="25305" y="89487"/>
                  </a:moveTo>
                  <a:lnTo>
                    <a:pt x="918484" y="89487"/>
                  </a:lnTo>
                  <a:lnTo>
                    <a:pt x="917466" y="89466"/>
                  </a:lnTo>
                  <a:lnTo>
                    <a:pt x="921535" y="89303"/>
                  </a:lnTo>
                  <a:lnTo>
                    <a:pt x="925525" y="88488"/>
                  </a:lnTo>
                  <a:lnTo>
                    <a:pt x="929333" y="87044"/>
                  </a:lnTo>
                  <a:lnTo>
                    <a:pt x="932859" y="85008"/>
                  </a:lnTo>
                  <a:lnTo>
                    <a:pt x="936014" y="82432"/>
                  </a:lnTo>
                  <a:lnTo>
                    <a:pt x="938714" y="79384"/>
                  </a:lnTo>
                  <a:lnTo>
                    <a:pt x="940891" y="75942"/>
                  </a:lnTo>
                  <a:lnTo>
                    <a:pt x="942487" y="72195"/>
                  </a:lnTo>
                  <a:lnTo>
                    <a:pt x="943462" y="68241"/>
                  </a:lnTo>
                  <a:lnTo>
                    <a:pt x="943790" y="64182"/>
                  </a:lnTo>
                  <a:lnTo>
                    <a:pt x="943790" y="25305"/>
                  </a:lnTo>
                  <a:lnTo>
                    <a:pt x="943462" y="21245"/>
                  </a:lnTo>
                  <a:lnTo>
                    <a:pt x="942487" y="17291"/>
                  </a:lnTo>
                  <a:lnTo>
                    <a:pt x="940891" y="13545"/>
                  </a:lnTo>
                  <a:lnTo>
                    <a:pt x="938714" y="10103"/>
                  </a:lnTo>
                  <a:lnTo>
                    <a:pt x="936014" y="7055"/>
                  </a:lnTo>
                  <a:lnTo>
                    <a:pt x="932859" y="4479"/>
                  </a:lnTo>
                  <a:lnTo>
                    <a:pt x="929333" y="2443"/>
                  </a:lnTo>
                  <a:lnTo>
                    <a:pt x="925525" y="999"/>
                  </a:lnTo>
                  <a:lnTo>
                    <a:pt x="921535" y="184"/>
                  </a:lnTo>
                  <a:lnTo>
                    <a:pt x="91848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080648" y="2058798"/>
              <a:ext cx="707842" cy="89487"/>
            </a:xfrm>
            <a:custGeom>
              <a:avLst/>
              <a:pathLst>
                <a:path w="707842" h="89487">
                  <a:moveTo>
                    <a:pt x="25305" y="89487"/>
                  </a:moveTo>
                  <a:lnTo>
                    <a:pt x="682537" y="89487"/>
                  </a:lnTo>
                  <a:lnTo>
                    <a:pt x="681518" y="89466"/>
                  </a:lnTo>
                  <a:lnTo>
                    <a:pt x="685587" y="89303"/>
                  </a:lnTo>
                  <a:lnTo>
                    <a:pt x="689577" y="88488"/>
                  </a:lnTo>
                  <a:lnTo>
                    <a:pt x="693385" y="87044"/>
                  </a:lnTo>
                  <a:lnTo>
                    <a:pt x="696912" y="85008"/>
                  </a:lnTo>
                  <a:lnTo>
                    <a:pt x="700066" y="82432"/>
                  </a:lnTo>
                  <a:lnTo>
                    <a:pt x="702767" y="79384"/>
                  </a:lnTo>
                  <a:lnTo>
                    <a:pt x="704944" y="75942"/>
                  </a:lnTo>
                  <a:lnTo>
                    <a:pt x="706540" y="72195"/>
                  </a:lnTo>
                  <a:lnTo>
                    <a:pt x="707514" y="68241"/>
                  </a:lnTo>
                  <a:lnTo>
                    <a:pt x="707842" y="64182"/>
                  </a:lnTo>
                  <a:lnTo>
                    <a:pt x="707842" y="25305"/>
                  </a:lnTo>
                  <a:lnTo>
                    <a:pt x="707514" y="21245"/>
                  </a:lnTo>
                  <a:lnTo>
                    <a:pt x="706540" y="17291"/>
                  </a:lnTo>
                  <a:lnTo>
                    <a:pt x="704944" y="13545"/>
                  </a:lnTo>
                  <a:lnTo>
                    <a:pt x="702767" y="10103"/>
                  </a:lnTo>
                  <a:lnTo>
                    <a:pt x="700066" y="7055"/>
                  </a:lnTo>
                  <a:lnTo>
                    <a:pt x="696912" y="4479"/>
                  </a:lnTo>
                  <a:lnTo>
                    <a:pt x="693385" y="2443"/>
                  </a:lnTo>
                  <a:lnTo>
                    <a:pt x="689577" y="999"/>
                  </a:lnTo>
                  <a:lnTo>
                    <a:pt x="685587" y="184"/>
                  </a:lnTo>
                  <a:lnTo>
                    <a:pt x="68253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080648" y="1909652"/>
              <a:ext cx="707842" cy="89487"/>
            </a:xfrm>
            <a:custGeom>
              <a:avLst/>
              <a:pathLst>
                <a:path w="707842" h="89487">
                  <a:moveTo>
                    <a:pt x="25305" y="89487"/>
                  </a:moveTo>
                  <a:lnTo>
                    <a:pt x="682537" y="89487"/>
                  </a:lnTo>
                  <a:lnTo>
                    <a:pt x="681518" y="89466"/>
                  </a:lnTo>
                  <a:lnTo>
                    <a:pt x="685587" y="89303"/>
                  </a:lnTo>
                  <a:lnTo>
                    <a:pt x="689577" y="88488"/>
                  </a:lnTo>
                  <a:lnTo>
                    <a:pt x="693385" y="87044"/>
                  </a:lnTo>
                  <a:lnTo>
                    <a:pt x="696912" y="85008"/>
                  </a:lnTo>
                  <a:lnTo>
                    <a:pt x="700066" y="82432"/>
                  </a:lnTo>
                  <a:lnTo>
                    <a:pt x="702767" y="79384"/>
                  </a:lnTo>
                  <a:lnTo>
                    <a:pt x="704944" y="75942"/>
                  </a:lnTo>
                  <a:lnTo>
                    <a:pt x="706540" y="72195"/>
                  </a:lnTo>
                  <a:lnTo>
                    <a:pt x="707514" y="68241"/>
                  </a:lnTo>
                  <a:lnTo>
                    <a:pt x="707842" y="64182"/>
                  </a:lnTo>
                  <a:lnTo>
                    <a:pt x="707842" y="25305"/>
                  </a:lnTo>
                  <a:lnTo>
                    <a:pt x="707514" y="21245"/>
                  </a:lnTo>
                  <a:lnTo>
                    <a:pt x="706540" y="17291"/>
                  </a:lnTo>
                  <a:lnTo>
                    <a:pt x="704944" y="13545"/>
                  </a:lnTo>
                  <a:lnTo>
                    <a:pt x="702767" y="10103"/>
                  </a:lnTo>
                  <a:lnTo>
                    <a:pt x="700066" y="7055"/>
                  </a:lnTo>
                  <a:lnTo>
                    <a:pt x="696912" y="4479"/>
                  </a:lnTo>
                  <a:lnTo>
                    <a:pt x="693385" y="2443"/>
                  </a:lnTo>
                  <a:lnTo>
                    <a:pt x="689577" y="999"/>
                  </a:lnTo>
                  <a:lnTo>
                    <a:pt x="685587" y="184"/>
                  </a:lnTo>
                  <a:lnTo>
                    <a:pt x="68253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3080648" y="1760507"/>
              <a:ext cx="2207351" cy="89487"/>
            </a:xfrm>
            <a:custGeom>
              <a:avLst/>
              <a:pathLst>
                <a:path w="2207351" h="89487">
                  <a:moveTo>
                    <a:pt x="25305" y="89487"/>
                  </a:moveTo>
                  <a:lnTo>
                    <a:pt x="2182046" y="89487"/>
                  </a:lnTo>
                  <a:lnTo>
                    <a:pt x="2181027" y="89466"/>
                  </a:lnTo>
                  <a:lnTo>
                    <a:pt x="2185096" y="89303"/>
                  </a:lnTo>
                  <a:lnTo>
                    <a:pt x="2189086" y="88488"/>
                  </a:lnTo>
                  <a:lnTo>
                    <a:pt x="2192894" y="87044"/>
                  </a:lnTo>
                  <a:lnTo>
                    <a:pt x="2196420" y="85008"/>
                  </a:lnTo>
                  <a:lnTo>
                    <a:pt x="2199575" y="82432"/>
                  </a:lnTo>
                  <a:lnTo>
                    <a:pt x="2202275" y="79384"/>
                  </a:lnTo>
                  <a:lnTo>
                    <a:pt x="2204452" y="75942"/>
                  </a:lnTo>
                  <a:lnTo>
                    <a:pt x="2206048" y="72195"/>
                  </a:lnTo>
                  <a:lnTo>
                    <a:pt x="2207023" y="68241"/>
                  </a:lnTo>
                  <a:lnTo>
                    <a:pt x="2207351" y="64182"/>
                  </a:lnTo>
                  <a:lnTo>
                    <a:pt x="2207351" y="25305"/>
                  </a:lnTo>
                  <a:lnTo>
                    <a:pt x="2207023" y="21245"/>
                  </a:lnTo>
                  <a:lnTo>
                    <a:pt x="2206048" y="17291"/>
                  </a:lnTo>
                  <a:lnTo>
                    <a:pt x="2204452" y="13545"/>
                  </a:lnTo>
                  <a:lnTo>
                    <a:pt x="2202275" y="10103"/>
                  </a:lnTo>
                  <a:lnTo>
                    <a:pt x="2199575" y="7055"/>
                  </a:lnTo>
                  <a:lnTo>
                    <a:pt x="2196420" y="4479"/>
                  </a:lnTo>
                  <a:lnTo>
                    <a:pt x="2192894" y="2443"/>
                  </a:lnTo>
                  <a:lnTo>
                    <a:pt x="2189086" y="999"/>
                  </a:lnTo>
                  <a:lnTo>
                    <a:pt x="2185096" y="184"/>
                  </a:lnTo>
                  <a:lnTo>
                    <a:pt x="2182046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3080648" y="1611361"/>
              <a:ext cx="2084720" cy="89487"/>
            </a:xfrm>
            <a:custGeom>
              <a:avLst/>
              <a:pathLst>
                <a:path w="2084720" h="89487">
                  <a:moveTo>
                    <a:pt x="25305" y="89487"/>
                  </a:moveTo>
                  <a:lnTo>
                    <a:pt x="2059415" y="89487"/>
                  </a:lnTo>
                  <a:lnTo>
                    <a:pt x="2058396" y="89466"/>
                  </a:lnTo>
                  <a:lnTo>
                    <a:pt x="2062465" y="89303"/>
                  </a:lnTo>
                  <a:lnTo>
                    <a:pt x="2066455" y="88488"/>
                  </a:lnTo>
                  <a:lnTo>
                    <a:pt x="2070263" y="87044"/>
                  </a:lnTo>
                  <a:lnTo>
                    <a:pt x="2073790" y="85008"/>
                  </a:lnTo>
                  <a:lnTo>
                    <a:pt x="2076944" y="82432"/>
                  </a:lnTo>
                  <a:lnTo>
                    <a:pt x="2079645" y="79384"/>
                  </a:lnTo>
                  <a:lnTo>
                    <a:pt x="2081821" y="75942"/>
                  </a:lnTo>
                  <a:lnTo>
                    <a:pt x="2083418" y="72195"/>
                  </a:lnTo>
                  <a:lnTo>
                    <a:pt x="2084392" y="68241"/>
                  </a:lnTo>
                  <a:lnTo>
                    <a:pt x="2084720" y="64182"/>
                  </a:lnTo>
                  <a:lnTo>
                    <a:pt x="2084720" y="25305"/>
                  </a:lnTo>
                  <a:lnTo>
                    <a:pt x="2084392" y="21245"/>
                  </a:lnTo>
                  <a:lnTo>
                    <a:pt x="2083418" y="17291"/>
                  </a:lnTo>
                  <a:lnTo>
                    <a:pt x="2081821" y="13545"/>
                  </a:lnTo>
                  <a:lnTo>
                    <a:pt x="2079645" y="10103"/>
                  </a:lnTo>
                  <a:lnTo>
                    <a:pt x="2076944" y="7055"/>
                  </a:lnTo>
                  <a:lnTo>
                    <a:pt x="2073790" y="4479"/>
                  </a:lnTo>
                  <a:lnTo>
                    <a:pt x="2070263" y="2443"/>
                  </a:lnTo>
                  <a:lnTo>
                    <a:pt x="2066455" y="999"/>
                  </a:lnTo>
                  <a:lnTo>
                    <a:pt x="2062465" y="184"/>
                  </a:lnTo>
                  <a:lnTo>
                    <a:pt x="20594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3080648" y="1462215"/>
              <a:ext cx="2084720" cy="89487"/>
            </a:xfrm>
            <a:custGeom>
              <a:avLst/>
              <a:pathLst>
                <a:path w="2084720" h="89487">
                  <a:moveTo>
                    <a:pt x="25305" y="89487"/>
                  </a:moveTo>
                  <a:lnTo>
                    <a:pt x="2059415" y="89487"/>
                  </a:lnTo>
                  <a:lnTo>
                    <a:pt x="2058396" y="89466"/>
                  </a:lnTo>
                  <a:lnTo>
                    <a:pt x="2062465" y="89303"/>
                  </a:lnTo>
                  <a:lnTo>
                    <a:pt x="2066455" y="88488"/>
                  </a:lnTo>
                  <a:lnTo>
                    <a:pt x="2070263" y="87044"/>
                  </a:lnTo>
                  <a:lnTo>
                    <a:pt x="2073790" y="85008"/>
                  </a:lnTo>
                  <a:lnTo>
                    <a:pt x="2076944" y="82432"/>
                  </a:lnTo>
                  <a:lnTo>
                    <a:pt x="2079645" y="79384"/>
                  </a:lnTo>
                  <a:lnTo>
                    <a:pt x="2081821" y="75942"/>
                  </a:lnTo>
                  <a:lnTo>
                    <a:pt x="2083418" y="72195"/>
                  </a:lnTo>
                  <a:lnTo>
                    <a:pt x="2084392" y="68241"/>
                  </a:lnTo>
                  <a:lnTo>
                    <a:pt x="2084720" y="64182"/>
                  </a:lnTo>
                  <a:lnTo>
                    <a:pt x="2084720" y="25305"/>
                  </a:lnTo>
                  <a:lnTo>
                    <a:pt x="2084392" y="21245"/>
                  </a:lnTo>
                  <a:lnTo>
                    <a:pt x="2083418" y="17291"/>
                  </a:lnTo>
                  <a:lnTo>
                    <a:pt x="2081821" y="13545"/>
                  </a:lnTo>
                  <a:lnTo>
                    <a:pt x="2079645" y="10103"/>
                  </a:lnTo>
                  <a:lnTo>
                    <a:pt x="2076944" y="7055"/>
                  </a:lnTo>
                  <a:lnTo>
                    <a:pt x="2073790" y="4479"/>
                  </a:lnTo>
                  <a:lnTo>
                    <a:pt x="2070263" y="2443"/>
                  </a:lnTo>
                  <a:lnTo>
                    <a:pt x="2066455" y="999"/>
                  </a:lnTo>
                  <a:lnTo>
                    <a:pt x="2062465" y="184"/>
                  </a:lnTo>
                  <a:lnTo>
                    <a:pt x="20594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3080648" y="1313069"/>
              <a:ext cx="1962089" cy="89487"/>
            </a:xfrm>
            <a:custGeom>
              <a:avLst/>
              <a:pathLst>
                <a:path w="1962089" h="89487">
                  <a:moveTo>
                    <a:pt x="25305" y="89487"/>
                  </a:moveTo>
                  <a:lnTo>
                    <a:pt x="1936784" y="89487"/>
                  </a:lnTo>
                  <a:lnTo>
                    <a:pt x="1935765" y="89466"/>
                  </a:lnTo>
                  <a:lnTo>
                    <a:pt x="1939834" y="89303"/>
                  </a:lnTo>
                  <a:lnTo>
                    <a:pt x="1943825" y="88488"/>
                  </a:lnTo>
                  <a:lnTo>
                    <a:pt x="1947632" y="87044"/>
                  </a:lnTo>
                  <a:lnTo>
                    <a:pt x="1951159" y="85008"/>
                  </a:lnTo>
                  <a:lnTo>
                    <a:pt x="1954314" y="82432"/>
                  </a:lnTo>
                  <a:lnTo>
                    <a:pt x="1957014" y="79384"/>
                  </a:lnTo>
                  <a:lnTo>
                    <a:pt x="1959191" y="75942"/>
                  </a:lnTo>
                  <a:lnTo>
                    <a:pt x="1960787" y="72195"/>
                  </a:lnTo>
                  <a:lnTo>
                    <a:pt x="1961762" y="68241"/>
                  </a:lnTo>
                  <a:lnTo>
                    <a:pt x="1962089" y="64182"/>
                  </a:lnTo>
                  <a:lnTo>
                    <a:pt x="1962089" y="25305"/>
                  </a:lnTo>
                  <a:lnTo>
                    <a:pt x="1961762" y="21245"/>
                  </a:lnTo>
                  <a:lnTo>
                    <a:pt x="1960787" y="17291"/>
                  </a:lnTo>
                  <a:lnTo>
                    <a:pt x="1959191" y="13545"/>
                  </a:lnTo>
                  <a:lnTo>
                    <a:pt x="1957014" y="10103"/>
                  </a:lnTo>
                  <a:lnTo>
                    <a:pt x="1954314" y="7055"/>
                  </a:lnTo>
                  <a:lnTo>
                    <a:pt x="1951159" y="4479"/>
                  </a:lnTo>
                  <a:lnTo>
                    <a:pt x="1947632" y="2443"/>
                  </a:lnTo>
                  <a:lnTo>
                    <a:pt x="1943825" y="999"/>
                  </a:lnTo>
                  <a:lnTo>
                    <a:pt x="1939834" y="184"/>
                  </a:lnTo>
                  <a:lnTo>
                    <a:pt x="193678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3080648" y="1163923"/>
              <a:ext cx="2329981" cy="89487"/>
            </a:xfrm>
            <a:custGeom>
              <a:avLst/>
              <a:pathLst>
                <a:path w="2329981" h="89487">
                  <a:moveTo>
                    <a:pt x="25305" y="89487"/>
                  </a:moveTo>
                  <a:lnTo>
                    <a:pt x="2304676" y="89487"/>
                  </a:lnTo>
                  <a:lnTo>
                    <a:pt x="2303657" y="89466"/>
                  </a:lnTo>
                  <a:lnTo>
                    <a:pt x="2307726" y="89303"/>
                  </a:lnTo>
                  <a:lnTo>
                    <a:pt x="2311716" y="88488"/>
                  </a:lnTo>
                  <a:lnTo>
                    <a:pt x="2315524" y="87044"/>
                  </a:lnTo>
                  <a:lnTo>
                    <a:pt x="2319051" y="85008"/>
                  </a:lnTo>
                  <a:lnTo>
                    <a:pt x="2322206" y="82432"/>
                  </a:lnTo>
                  <a:lnTo>
                    <a:pt x="2324906" y="79384"/>
                  </a:lnTo>
                  <a:lnTo>
                    <a:pt x="2327083" y="75942"/>
                  </a:lnTo>
                  <a:lnTo>
                    <a:pt x="2328679" y="72195"/>
                  </a:lnTo>
                  <a:lnTo>
                    <a:pt x="2329654" y="68241"/>
                  </a:lnTo>
                  <a:lnTo>
                    <a:pt x="2329981" y="64182"/>
                  </a:lnTo>
                  <a:lnTo>
                    <a:pt x="2329981" y="25305"/>
                  </a:lnTo>
                  <a:lnTo>
                    <a:pt x="2329654" y="21245"/>
                  </a:lnTo>
                  <a:lnTo>
                    <a:pt x="2328679" y="17291"/>
                  </a:lnTo>
                  <a:lnTo>
                    <a:pt x="2327083" y="13545"/>
                  </a:lnTo>
                  <a:lnTo>
                    <a:pt x="2324906" y="10103"/>
                  </a:lnTo>
                  <a:lnTo>
                    <a:pt x="2322206" y="7055"/>
                  </a:lnTo>
                  <a:lnTo>
                    <a:pt x="2319051" y="4479"/>
                  </a:lnTo>
                  <a:lnTo>
                    <a:pt x="2315524" y="2443"/>
                  </a:lnTo>
                  <a:lnTo>
                    <a:pt x="2311716" y="999"/>
                  </a:lnTo>
                  <a:lnTo>
                    <a:pt x="2307726" y="184"/>
                  </a:lnTo>
                  <a:lnTo>
                    <a:pt x="2304676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3080648" y="1014777"/>
              <a:ext cx="2207351" cy="89487"/>
            </a:xfrm>
            <a:custGeom>
              <a:avLst/>
              <a:pathLst>
                <a:path w="2207351" h="89487">
                  <a:moveTo>
                    <a:pt x="25305" y="89487"/>
                  </a:moveTo>
                  <a:lnTo>
                    <a:pt x="2182046" y="89487"/>
                  </a:lnTo>
                  <a:lnTo>
                    <a:pt x="2181027" y="89466"/>
                  </a:lnTo>
                  <a:lnTo>
                    <a:pt x="2185096" y="89303"/>
                  </a:lnTo>
                  <a:lnTo>
                    <a:pt x="2189086" y="88488"/>
                  </a:lnTo>
                  <a:lnTo>
                    <a:pt x="2192894" y="87044"/>
                  </a:lnTo>
                  <a:lnTo>
                    <a:pt x="2196420" y="85008"/>
                  </a:lnTo>
                  <a:lnTo>
                    <a:pt x="2199575" y="82432"/>
                  </a:lnTo>
                  <a:lnTo>
                    <a:pt x="2202275" y="79384"/>
                  </a:lnTo>
                  <a:lnTo>
                    <a:pt x="2204452" y="75942"/>
                  </a:lnTo>
                  <a:lnTo>
                    <a:pt x="2206048" y="72195"/>
                  </a:lnTo>
                  <a:lnTo>
                    <a:pt x="2207023" y="68241"/>
                  </a:lnTo>
                  <a:lnTo>
                    <a:pt x="2207351" y="64182"/>
                  </a:lnTo>
                  <a:lnTo>
                    <a:pt x="2207351" y="25305"/>
                  </a:lnTo>
                  <a:lnTo>
                    <a:pt x="2207023" y="21245"/>
                  </a:lnTo>
                  <a:lnTo>
                    <a:pt x="2206048" y="17291"/>
                  </a:lnTo>
                  <a:lnTo>
                    <a:pt x="2204452" y="13545"/>
                  </a:lnTo>
                  <a:lnTo>
                    <a:pt x="2202275" y="10103"/>
                  </a:lnTo>
                  <a:lnTo>
                    <a:pt x="2199575" y="7055"/>
                  </a:lnTo>
                  <a:lnTo>
                    <a:pt x="2196420" y="4479"/>
                  </a:lnTo>
                  <a:lnTo>
                    <a:pt x="2192894" y="2443"/>
                  </a:lnTo>
                  <a:lnTo>
                    <a:pt x="2189086" y="999"/>
                  </a:lnTo>
                  <a:lnTo>
                    <a:pt x="2185096" y="184"/>
                  </a:lnTo>
                  <a:lnTo>
                    <a:pt x="2182046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080648" y="865631"/>
              <a:ext cx="2329981" cy="89487"/>
            </a:xfrm>
            <a:custGeom>
              <a:avLst/>
              <a:pathLst>
                <a:path w="2329981" h="89487">
                  <a:moveTo>
                    <a:pt x="25305" y="89487"/>
                  </a:moveTo>
                  <a:lnTo>
                    <a:pt x="2304676" y="89487"/>
                  </a:lnTo>
                  <a:lnTo>
                    <a:pt x="2303657" y="89466"/>
                  </a:lnTo>
                  <a:lnTo>
                    <a:pt x="2307726" y="89303"/>
                  </a:lnTo>
                  <a:lnTo>
                    <a:pt x="2311716" y="88488"/>
                  </a:lnTo>
                  <a:lnTo>
                    <a:pt x="2315524" y="87044"/>
                  </a:lnTo>
                  <a:lnTo>
                    <a:pt x="2319051" y="85008"/>
                  </a:lnTo>
                  <a:lnTo>
                    <a:pt x="2322206" y="82432"/>
                  </a:lnTo>
                  <a:lnTo>
                    <a:pt x="2324906" y="79384"/>
                  </a:lnTo>
                  <a:lnTo>
                    <a:pt x="2327083" y="75942"/>
                  </a:lnTo>
                  <a:lnTo>
                    <a:pt x="2328679" y="72195"/>
                  </a:lnTo>
                  <a:lnTo>
                    <a:pt x="2329654" y="68241"/>
                  </a:lnTo>
                  <a:lnTo>
                    <a:pt x="2329981" y="64182"/>
                  </a:lnTo>
                  <a:lnTo>
                    <a:pt x="2329981" y="25305"/>
                  </a:lnTo>
                  <a:lnTo>
                    <a:pt x="2329654" y="21245"/>
                  </a:lnTo>
                  <a:lnTo>
                    <a:pt x="2328679" y="17291"/>
                  </a:lnTo>
                  <a:lnTo>
                    <a:pt x="2327083" y="13545"/>
                  </a:lnTo>
                  <a:lnTo>
                    <a:pt x="2324906" y="10103"/>
                  </a:lnTo>
                  <a:lnTo>
                    <a:pt x="2322206" y="7055"/>
                  </a:lnTo>
                  <a:lnTo>
                    <a:pt x="2319051" y="4479"/>
                  </a:lnTo>
                  <a:lnTo>
                    <a:pt x="2315524" y="2443"/>
                  </a:lnTo>
                  <a:lnTo>
                    <a:pt x="2311716" y="999"/>
                  </a:lnTo>
                  <a:lnTo>
                    <a:pt x="2307726" y="184"/>
                  </a:lnTo>
                  <a:lnTo>
                    <a:pt x="2304676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3080648" y="716486"/>
              <a:ext cx="2329981" cy="89487"/>
            </a:xfrm>
            <a:custGeom>
              <a:avLst/>
              <a:pathLst>
                <a:path w="2329981" h="89487">
                  <a:moveTo>
                    <a:pt x="25305" y="89487"/>
                  </a:moveTo>
                  <a:lnTo>
                    <a:pt x="2304676" y="89487"/>
                  </a:lnTo>
                  <a:lnTo>
                    <a:pt x="2303657" y="89466"/>
                  </a:lnTo>
                  <a:lnTo>
                    <a:pt x="2307726" y="89303"/>
                  </a:lnTo>
                  <a:lnTo>
                    <a:pt x="2311716" y="88488"/>
                  </a:lnTo>
                  <a:lnTo>
                    <a:pt x="2315524" y="87044"/>
                  </a:lnTo>
                  <a:lnTo>
                    <a:pt x="2319051" y="85008"/>
                  </a:lnTo>
                  <a:lnTo>
                    <a:pt x="2322206" y="82432"/>
                  </a:lnTo>
                  <a:lnTo>
                    <a:pt x="2324906" y="79384"/>
                  </a:lnTo>
                  <a:lnTo>
                    <a:pt x="2327083" y="75942"/>
                  </a:lnTo>
                  <a:lnTo>
                    <a:pt x="2328679" y="72195"/>
                  </a:lnTo>
                  <a:lnTo>
                    <a:pt x="2329654" y="68241"/>
                  </a:lnTo>
                  <a:lnTo>
                    <a:pt x="2329981" y="64182"/>
                  </a:lnTo>
                  <a:lnTo>
                    <a:pt x="2329981" y="25305"/>
                  </a:lnTo>
                  <a:lnTo>
                    <a:pt x="2329654" y="21245"/>
                  </a:lnTo>
                  <a:lnTo>
                    <a:pt x="2328679" y="17291"/>
                  </a:lnTo>
                  <a:lnTo>
                    <a:pt x="2327083" y="13545"/>
                  </a:lnTo>
                  <a:lnTo>
                    <a:pt x="2324906" y="10103"/>
                  </a:lnTo>
                  <a:lnTo>
                    <a:pt x="2322206" y="7055"/>
                  </a:lnTo>
                  <a:lnTo>
                    <a:pt x="2319051" y="4479"/>
                  </a:lnTo>
                  <a:lnTo>
                    <a:pt x="2315524" y="2443"/>
                  </a:lnTo>
                  <a:lnTo>
                    <a:pt x="2311716" y="999"/>
                  </a:lnTo>
                  <a:lnTo>
                    <a:pt x="2307726" y="184"/>
                  </a:lnTo>
                  <a:lnTo>
                    <a:pt x="2304676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080648" y="567340"/>
              <a:ext cx="2452612" cy="89487"/>
            </a:xfrm>
            <a:custGeom>
              <a:avLst/>
              <a:pathLst>
                <a:path w="2452612" h="89487">
                  <a:moveTo>
                    <a:pt x="25305" y="89487"/>
                  </a:moveTo>
                  <a:lnTo>
                    <a:pt x="2427307" y="89487"/>
                  </a:lnTo>
                  <a:lnTo>
                    <a:pt x="2426288" y="89466"/>
                  </a:lnTo>
                  <a:lnTo>
                    <a:pt x="2430357" y="89303"/>
                  </a:lnTo>
                  <a:lnTo>
                    <a:pt x="2434347" y="88488"/>
                  </a:lnTo>
                  <a:lnTo>
                    <a:pt x="2438155" y="87044"/>
                  </a:lnTo>
                  <a:lnTo>
                    <a:pt x="2441682" y="85008"/>
                  </a:lnTo>
                  <a:lnTo>
                    <a:pt x="2444836" y="82432"/>
                  </a:lnTo>
                  <a:lnTo>
                    <a:pt x="2447537" y="79384"/>
                  </a:lnTo>
                  <a:lnTo>
                    <a:pt x="2449713" y="75942"/>
                  </a:lnTo>
                  <a:lnTo>
                    <a:pt x="2451310" y="72195"/>
                  </a:lnTo>
                  <a:lnTo>
                    <a:pt x="2452284" y="68241"/>
                  </a:lnTo>
                  <a:lnTo>
                    <a:pt x="2452612" y="64182"/>
                  </a:lnTo>
                  <a:lnTo>
                    <a:pt x="2452612" y="25305"/>
                  </a:lnTo>
                  <a:lnTo>
                    <a:pt x="2452284" y="21245"/>
                  </a:lnTo>
                  <a:lnTo>
                    <a:pt x="2451310" y="17291"/>
                  </a:lnTo>
                  <a:lnTo>
                    <a:pt x="2449713" y="13545"/>
                  </a:lnTo>
                  <a:lnTo>
                    <a:pt x="2447537" y="10103"/>
                  </a:lnTo>
                  <a:lnTo>
                    <a:pt x="2444836" y="7055"/>
                  </a:lnTo>
                  <a:lnTo>
                    <a:pt x="2441682" y="4479"/>
                  </a:lnTo>
                  <a:lnTo>
                    <a:pt x="2438155" y="2443"/>
                  </a:lnTo>
                  <a:lnTo>
                    <a:pt x="2434347" y="999"/>
                  </a:lnTo>
                  <a:lnTo>
                    <a:pt x="2430357" y="184"/>
                  </a:lnTo>
                  <a:lnTo>
                    <a:pt x="2427307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080648" y="418194"/>
              <a:ext cx="2329981" cy="89487"/>
            </a:xfrm>
            <a:custGeom>
              <a:avLst/>
              <a:pathLst>
                <a:path w="2329981" h="89487">
                  <a:moveTo>
                    <a:pt x="25305" y="89487"/>
                  </a:moveTo>
                  <a:lnTo>
                    <a:pt x="2304676" y="89487"/>
                  </a:lnTo>
                  <a:lnTo>
                    <a:pt x="2303657" y="89466"/>
                  </a:lnTo>
                  <a:lnTo>
                    <a:pt x="2307726" y="89303"/>
                  </a:lnTo>
                  <a:lnTo>
                    <a:pt x="2311716" y="88488"/>
                  </a:lnTo>
                  <a:lnTo>
                    <a:pt x="2315524" y="87044"/>
                  </a:lnTo>
                  <a:lnTo>
                    <a:pt x="2319051" y="85008"/>
                  </a:lnTo>
                  <a:lnTo>
                    <a:pt x="2322206" y="82432"/>
                  </a:lnTo>
                  <a:lnTo>
                    <a:pt x="2324906" y="79384"/>
                  </a:lnTo>
                  <a:lnTo>
                    <a:pt x="2327083" y="75942"/>
                  </a:lnTo>
                  <a:lnTo>
                    <a:pt x="2328679" y="72195"/>
                  </a:lnTo>
                  <a:lnTo>
                    <a:pt x="2329654" y="68241"/>
                  </a:lnTo>
                  <a:lnTo>
                    <a:pt x="2329981" y="64182"/>
                  </a:lnTo>
                  <a:lnTo>
                    <a:pt x="2329981" y="25305"/>
                  </a:lnTo>
                  <a:lnTo>
                    <a:pt x="2329654" y="21245"/>
                  </a:lnTo>
                  <a:lnTo>
                    <a:pt x="2328679" y="17291"/>
                  </a:lnTo>
                  <a:lnTo>
                    <a:pt x="2327083" y="13545"/>
                  </a:lnTo>
                  <a:lnTo>
                    <a:pt x="2324906" y="10103"/>
                  </a:lnTo>
                  <a:lnTo>
                    <a:pt x="2322206" y="7055"/>
                  </a:lnTo>
                  <a:lnTo>
                    <a:pt x="2319051" y="4479"/>
                  </a:lnTo>
                  <a:lnTo>
                    <a:pt x="2315524" y="2443"/>
                  </a:lnTo>
                  <a:lnTo>
                    <a:pt x="2311716" y="999"/>
                  </a:lnTo>
                  <a:lnTo>
                    <a:pt x="2307726" y="184"/>
                  </a:lnTo>
                  <a:lnTo>
                    <a:pt x="2304676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64182"/>
                  </a:lnTo>
                  <a:lnTo>
                    <a:pt x="82" y="62146"/>
                  </a:lnTo>
                  <a:lnTo>
                    <a:pt x="82" y="66218"/>
                  </a:lnTo>
                  <a:lnTo>
                    <a:pt x="735" y="70238"/>
                  </a:lnTo>
                  <a:lnTo>
                    <a:pt x="2024" y="74101"/>
                  </a:lnTo>
                  <a:lnTo>
                    <a:pt x="3917" y="77707"/>
                  </a:lnTo>
                  <a:lnTo>
                    <a:pt x="6363" y="80962"/>
                  </a:lnTo>
                  <a:lnTo>
                    <a:pt x="9301" y="83783"/>
                  </a:lnTo>
                  <a:lnTo>
                    <a:pt x="12652" y="86097"/>
                  </a:lnTo>
                  <a:lnTo>
                    <a:pt x="16331" y="87843"/>
                  </a:lnTo>
                  <a:lnTo>
                    <a:pt x="20243" y="88976"/>
                  </a:lnTo>
                  <a:lnTo>
                    <a:pt x="24286" y="89466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3142546" y="6221470"/>
              <a:ext cx="113815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cytokine activity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142546" y="6072325"/>
              <a:ext cx="1327708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chemokine activity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142546" y="5923179"/>
              <a:ext cx="199613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chemokine receptor binding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142546" y="5774033"/>
              <a:ext cx="1616842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receptor ligand activity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142546" y="5624887"/>
              <a:ext cx="2483967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signaling receptor activator activity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142546" y="5475741"/>
              <a:ext cx="180658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cytokine receptor binding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142546" y="5326595"/>
              <a:ext cx="250161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CXCR chemokine receptor binding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142546" y="5177449"/>
              <a:ext cx="250198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 protein-coupled receptor binding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142546" y="5028304"/>
              <a:ext cx="234827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immunoglobulin receptor binding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142546" y="4879158"/>
              <a:ext cx="2393259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CCR chemokine receptor binding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142546" y="4730012"/>
              <a:ext cx="170718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IL-17 signaling pathway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142546" y="4580866"/>
              <a:ext cx="1453987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Rheumatoid arthritis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142546" y="4431720"/>
              <a:ext cx="423330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Viral protein interaction with cytokine and cytokine receptor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142546" y="4282574"/>
              <a:ext cx="271869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Cytokine-cytokine receptor interaction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142546" y="4133428"/>
              <a:ext cx="165259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TNF signaling pathway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142546" y="3984282"/>
              <a:ext cx="220370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NF-kappa B signaling pathway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142546" y="3835137"/>
              <a:ext cx="1797527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Lipid and atherosclerosis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142546" y="3685991"/>
              <a:ext cx="215862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Chemokine signaling pathway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142546" y="3536845"/>
              <a:ext cx="93945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Legionellosis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142546" y="3387699"/>
              <a:ext cx="2637129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NOD-like receptor signaling pathway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142546" y="3238553"/>
              <a:ext cx="209516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IgG immunoglobulin complex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3142546" y="3089407"/>
              <a:ext cx="261006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immunoglobulin complex, circulating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3142546" y="2940261"/>
              <a:ext cx="249265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external side of plasma membrane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42546" y="2791116"/>
              <a:ext cx="136373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blood microparticle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142546" y="2641970"/>
              <a:ext cx="207715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secretory granule membrane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142546" y="2492824"/>
              <a:ext cx="1743120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secretory granule lumen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142546" y="2343678"/>
              <a:ext cx="187854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cytoplasmic vesicle lumen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142546" y="2194532"/>
              <a:ext cx="98444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vesicle lumen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142546" y="2045386"/>
              <a:ext cx="1083838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tertiary granule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142546" y="1896240"/>
              <a:ext cx="1788109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immunoglobulin complex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142546" y="1747095"/>
              <a:ext cx="155347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granulocyte migration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142546" y="1597949"/>
              <a:ext cx="1707093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granulocyte chemotaxis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142546" y="1448803"/>
              <a:ext cx="1427012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neutrophil migration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42546" y="1299657"/>
              <a:ext cx="158063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neutrophil chemotaxis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142546" y="1150511"/>
              <a:ext cx="2005004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myeloid leukocyte migration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142546" y="1001365"/>
              <a:ext cx="1553565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leukocyte chemotaxis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142546" y="852219"/>
              <a:ext cx="192353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humoral immune response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142546" y="703073"/>
              <a:ext cx="223113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response to lipopolysaccharide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42546" y="553928"/>
              <a:ext cx="1399946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leukocyte migration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142546" y="404782"/>
              <a:ext cx="2827141" cy="116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response to molecule of bacterial origin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173495" y="6331827"/>
              <a:ext cx="238768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TIMP1, CCL18, CXCL5, CCL3L3, CCL20 ... (+12)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73495" y="6182681"/>
              <a:ext cx="228545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CCL18, CXCL5, CCL3L3, CCL20, CCL3 ... (+5)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173495" y="6033536"/>
              <a:ext cx="228545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CCL18, CXCL5, CCL3L3, CCL20, CCL3 ... (+5)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173495" y="5884390"/>
              <a:ext cx="238768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TIMP1, CCL18, CXCL5, CCL3L3, CCL20 ... (+13)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173495" y="5735244"/>
              <a:ext cx="238768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TIMP1, CCL18, CXCL5, CCL3L3, CCL20 ... (+13)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173495" y="5586098"/>
              <a:ext cx="231553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CCL18, CXCL5, CCL3L3, CCL20, IL1RN ... (+9)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173495" y="5436952"/>
              <a:ext cx="198717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CXCL5, CXCL8, CXCL2, CXCL3, CXCL1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3173495" y="5287806"/>
              <a:ext cx="228545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CCL18, CXCL5, CCL3L3, CCL20, CCL3 ... (+6)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3173495" y="5138660"/>
              <a:ext cx="215258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IGLC3, IGLC2, IGHG4, IGKC, IGHG1 ... (+1)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173495" y="4989515"/>
              <a:ext cx="186702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CCL18, CCL3L3, CCL20, CCL3, CCL4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3173495" y="4840369"/>
              <a:ext cx="245406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CXCL5, CCL20, S100A8, CXCL8, S100A9 ... (+10)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173495" y="4691223"/>
              <a:ext cx="229743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CXCL5, CCL3L3, CCL20, CCL3, CXCL8 ... (+8)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3173495" y="4542077"/>
              <a:ext cx="228545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CCL18, CXCL5, CCL3L3, CCL20, CCL3 ... (+7)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3173495" y="4392931"/>
              <a:ext cx="236774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CCL18, CXCL5, CCL3L3, CCL20, IL1RN ... (+11)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3173495" y="4243785"/>
              <a:ext cx="232733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CXCL5, CCL20, PTGS2, CXCL2, CXCL3 ... (+5)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173495" y="4094639"/>
              <a:ext cx="221284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CXCL8, PTGS2, CXCL2, CXCL3, IL1B ... (+4)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3173495" y="3945494"/>
              <a:ext cx="225518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CCL3L3, SOD2, CCL3, CXCL8, CXCL2 ... (+6)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3173495" y="3796348"/>
              <a:ext cx="228545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CCL18, CXCL5, CCL3L3, CCL20, CCL3 ... (+5)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3173495" y="3647202"/>
              <a:ext cx="220690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CXCL8, CXCL2, CXCL3, IL1B, CXCL1 ... (+1)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3173495" y="3498056"/>
              <a:ext cx="223680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CXCL8, CXCL2, CXCL3, IL1B, NAMPT ... (+3)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3173495" y="3348910"/>
              <a:ext cx="183044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IGLC3, IGHG4, IGKC, IGHG1, IGHG3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3173495" y="3199764"/>
              <a:ext cx="215258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IGLC3, IGLC2, IGHG4, IGKC, IGHG1 ... (+1)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3173495" y="3050618"/>
              <a:ext cx="215258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IGLC3, IGLC2, IGHG4, IGKC, IGHG1 ... (+5)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3173495" y="2901472"/>
              <a:ext cx="215258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IGLC3, IGLC2, IGHG4, IGKC, IGHG1 ... (+1)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3173495" y="2752327"/>
              <a:ext cx="241547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CD44, MCEMP1, ANPEP, SLC11A1, OLR1 ... (+3)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3173495" y="2603181"/>
              <a:ext cx="240569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TIMP1, S100A8, S100A9, S100A12, FCN1 ... (+3)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3173495" y="2454035"/>
              <a:ext cx="240569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TIMP1, S100A8, S100A9, S100A12, FCN1 ... (+3)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3173495" y="2304889"/>
              <a:ext cx="240569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TIMP1, S100A8, S100A9, S100A12, FCN1 ... (+3)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3173495" y="2155743"/>
              <a:ext cx="256379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FTH1, TNFAIP6, MCEMP1, CXCL1, SLC11A1 ... (+1)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3173495" y="2006597"/>
              <a:ext cx="215258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IGLC3, IGLC2, IGHG4, IGKC, IGHG1 ... (+1)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3173495" y="1857451"/>
              <a:ext cx="245415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CCL18, CXCL5, CCL3L3, CCL20, S100A8 ... (+13)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3173495" y="1708306"/>
              <a:ext cx="245415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CCL18, CXCL5, CCL3L3, CCL20, S100A8 ... (+12)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173495" y="1559160"/>
              <a:ext cx="245415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CCL18, CXCL5, CCL3L3, CCL20, S100A8 ... (+12)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3173495" y="1410014"/>
              <a:ext cx="244611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CCL18, CXCL5, CCL3L3, CCL20, S100A8 ... (+11)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173495" y="1260868"/>
              <a:ext cx="245415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CCL18, CXCL5, CCL3L3, CCL20, S100A8 ... (+14)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173495" y="1111722"/>
              <a:ext cx="245415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CCL18, CXCL5, CCL3L3, CCL20, S100A8 ... (+13)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173495" y="962576"/>
              <a:ext cx="221284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IGLC3, IGLC2, IGHG4, IGKC, IGHG1 ... (+14)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173495" y="813430"/>
              <a:ext cx="230337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CXCL5, SOD2, S100A8, CCL3, CXCL8 ... (+14)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173495" y="664284"/>
              <a:ext cx="245415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CCL18, CXCL5, CCL3L3, CCL20, S100A8 ... (+15)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173495" y="515139"/>
              <a:ext cx="230337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CXCL5, SOD2, S100A8, CCL3, CXCL8 ... (+14)</a:t>
              </a:r>
            </a:p>
          </p:txBody>
        </p:sp>
        <p:sp>
          <p:nvSpPr>
            <p:cNvPr id="126" name="pt126"/>
            <p:cNvSpPr/>
            <p:nvPr/>
          </p:nvSpPr>
          <p:spPr>
            <a:xfrm>
              <a:off x="2256090" y="6074053"/>
              <a:ext cx="411147" cy="411147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303353" y="5972169"/>
              <a:ext cx="316622" cy="316622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303353" y="5823023"/>
              <a:ext cx="316622" cy="316622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250646" y="5621171"/>
              <a:ext cx="422035" cy="422035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2250646" y="5472025"/>
              <a:ext cx="422035" cy="422035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273952" y="5346185"/>
              <a:ext cx="375424" cy="375424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389411" y="5312498"/>
              <a:ext cx="144506" cy="144506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295139" y="5069080"/>
              <a:ext cx="333049" cy="333049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350924" y="4975720"/>
              <a:ext cx="221478" cy="221478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2389411" y="4865060"/>
              <a:ext cx="144506" cy="144506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2267706" y="4594210"/>
              <a:ext cx="387915" cy="387915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280555" y="4457913"/>
              <a:ext cx="362217" cy="362217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2287585" y="4315798"/>
              <a:ext cx="348156" cy="348156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261766" y="4140832"/>
              <a:ext cx="399795" cy="399795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303353" y="4033273"/>
              <a:ext cx="316622" cy="316622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312438" y="3893213"/>
              <a:ext cx="298451" cy="298451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2295139" y="3726767"/>
              <a:ext cx="333049" cy="333049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303353" y="3585835"/>
              <a:ext cx="316622" cy="316622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350924" y="3484261"/>
              <a:ext cx="221478" cy="221478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2322750" y="3306941"/>
              <a:ext cx="277826" cy="277826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389411" y="3224456"/>
              <a:ext cx="144506" cy="144506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350924" y="3036824"/>
              <a:ext cx="221478" cy="22147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2303353" y="2840106"/>
              <a:ext cx="316622" cy="316622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350924" y="2738532"/>
              <a:ext cx="221478" cy="22147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322750" y="2561212"/>
              <a:ext cx="277826" cy="277826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322750" y="2412066"/>
              <a:ext cx="277826" cy="277826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2322750" y="2262920"/>
              <a:ext cx="277826" cy="277826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2322750" y="2113775"/>
              <a:ext cx="277826" cy="277826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350924" y="1992803"/>
              <a:ext cx="221478" cy="22147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2350924" y="1843657"/>
              <a:ext cx="221478" cy="221478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250646" y="1594233"/>
              <a:ext cx="422035" cy="422035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2256090" y="1450531"/>
              <a:ext cx="411147" cy="411147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256090" y="1301385"/>
              <a:ext cx="411147" cy="411147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2261766" y="1157915"/>
              <a:ext cx="399795" cy="399795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245408" y="992411"/>
              <a:ext cx="432511" cy="43251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250646" y="848504"/>
              <a:ext cx="422035" cy="422035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245408" y="694119"/>
              <a:ext cx="432511" cy="43251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2245408" y="544974"/>
              <a:ext cx="432511" cy="43251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240354" y="390773"/>
              <a:ext cx="442620" cy="442620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245408" y="246682"/>
              <a:ext cx="432511" cy="43251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tx166"/>
            <p:cNvSpPr/>
            <p:nvPr/>
          </p:nvSpPr>
          <p:spPr>
            <a:xfrm>
              <a:off x="2391346" y="6234363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2391346" y="6085218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2391346" y="5936072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2391346" y="5786926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2391346" y="5637780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2391346" y="5488634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2426505" y="5339488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2396056" y="5190342"/>
              <a:ext cx="13121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2426505" y="5041197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2426505" y="4892051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2391346" y="4742905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2391346" y="4593759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2391346" y="4444613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2391346" y="4295467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2391346" y="4146321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2426505" y="3997176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2396056" y="3848030"/>
              <a:ext cx="13121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2391346" y="3698884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2426505" y="3549738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2426505" y="3400592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2426505" y="3251446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2426505" y="3102300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2391346" y="2953154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2426505" y="2804009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2426505" y="2654863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2426505" y="2505717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2426505" y="2356571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2426505" y="2207425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2426505" y="2058279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2426505" y="1909133"/>
              <a:ext cx="7031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2391346" y="1759988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2391346" y="1610842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2391346" y="1461696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2391346" y="1312550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2391346" y="1163404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2391346" y="1014258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2391346" y="865112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2391346" y="715967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2391346" y="566821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2391346" y="417675"/>
              <a:ext cx="1406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206" name="pg206"/>
            <p:cNvSpPr/>
            <p:nvPr/>
          </p:nvSpPr>
          <p:spPr>
            <a:xfrm>
              <a:off x="1898389" y="4877655"/>
              <a:ext cx="402339" cy="1461629"/>
            </a:xfrm>
            <a:custGeom>
              <a:avLst/>
              <a:pathLst>
                <a:path w="402339" h="1461629">
                  <a:moveTo>
                    <a:pt x="25305" y="1461629"/>
                  </a:moveTo>
                  <a:lnTo>
                    <a:pt x="377034" y="1461629"/>
                  </a:lnTo>
                  <a:lnTo>
                    <a:pt x="376015" y="1461608"/>
                  </a:lnTo>
                  <a:lnTo>
                    <a:pt x="380084" y="1461444"/>
                  </a:lnTo>
                  <a:lnTo>
                    <a:pt x="384074" y="1460630"/>
                  </a:lnTo>
                  <a:lnTo>
                    <a:pt x="387882" y="1459186"/>
                  </a:lnTo>
                  <a:lnTo>
                    <a:pt x="391409" y="1457150"/>
                  </a:lnTo>
                  <a:lnTo>
                    <a:pt x="394563" y="1454574"/>
                  </a:lnTo>
                  <a:lnTo>
                    <a:pt x="397264" y="1451526"/>
                  </a:lnTo>
                  <a:lnTo>
                    <a:pt x="399440" y="1448084"/>
                  </a:lnTo>
                  <a:lnTo>
                    <a:pt x="401037" y="1444337"/>
                  </a:lnTo>
                  <a:lnTo>
                    <a:pt x="402011" y="1440383"/>
                  </a:lnTo>
                  <a:lnTo>
                    <a:pt x="402339" y="1436324"/>
                  </a:lnTo>
                  <a:lnTo>
                    <a:pt x="402339" y="25305"/>
                  </a:lnTo>
                  <a:lnTo>
                    <a:pt x="402011" y="21245"/>
                  </a:lnTo>
                  <a:lnTo>
                    <a:pt x="401037" y="17291"/>
                  </a:lnTo>
                  <a:lnTo>
                    <a:pt x="399440" y="13545"/>
                  </a:lnTo>
                  <a:lnTo>
                    <a:pt x="397264" y="10103"/>
                  </a:lnTo>
                  <a:lnTo>
                    <a:pt x="394563" y="7055"/>
                  </a:lnTo>
                  <a:lnTo>
                    <a:pt x="391409" y="4479"/>
                  </a:lnTo>
                  <a:lnTo>
                    <a:pt x="387882" y="2443"/>
                  </a:lnTo>
                  <a:lnTo>
                    <a:pt x="384074" y="999"/>
                  </a:lnTo>
                  <a:lnTo>
                    <a:pt x="380084" y="184"/>
                  </a:lnTo>
                  <a:lnTo>
                    <a:pt x="37703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436324"/>
                  </a:lnTo>
                  <a:lnTo>
                    <a:pt x="82" y="1434288"/>
                  </a:lnTo>
                  <a:lnTo>
                    <a:pt x="82" y="1438360"/>
                  </a:lnTo>
                  <a:lnTo>
                    <a:pt x="735" y="1442380"/>
                  </a:lnTo>
                  <a:lnTo>
                    <a:pt x="2024" y="1446243"/>
                  </a:lnTo>
                  <a:lnTo>
                    <a:pt x="3917" y="1449849"/>
                  </a:lnTo>
                  <a:lnTo>
                    <a:pt x="6363" y="1453104"/>
                  </a:lnTo>
                  <a:lnTo>
                    <a:pt x="9301" y="1455925"/>
                  </a:lnTo>
                  <a:lnTo>
                    <a:pt x="12652" y="1458239"/>
                  </a:lnTo>
                  <a:lnTo>
                    <a:pt x="16331" y="1459985"/>
                  </a:lnTo>
                  <a:lnTo>
                    <a:pt x="20243" y="1461118"/>
                  </a:lnTo>
                  <a:lnTo>
                    <a:pt x="24286" y="1461608"/>
                  </a:lnTo>
                  <a:close/>
                </a:path>
              </a:pathLst>
            </a:custGeom>
            <a:solidFill>
              <a:srgbClr val="4662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1898389" y="3386197"/>
              <a:ext cx="402339" cy="1461629"/>
            </a:xfrm>
            <a:custGeom>
              <a:avLst/>
              <a:pathLst>
                <a:path w="402339" h="1461629">
                  <a:moveTo>
                    <a:pt x="25305" y="1461629"/>
                  </a:moveTo>
                  <a:lnTo>
                    <a:pt x="377034" y="1461629"/>
                  </a:lnTo>
                  <a:lnTo>
                    <a:pt x="376015" y="1461608"/>
                  </a:lnTo>
                  <a:lnTo>
                    <a:pt x="380084" y="1461444"/>
                  </a:lnTo>
                  <a:lnTo>
                    <a:pt x="384074" y="1460630"/>
                  </a:lnTo>
                  <a:lnTo>
                    <a:pt x="387882" y="1459186"/>
                  </a:lnTo>
                  <a:lnTo>
                    <a:pt x="391409" y="1457150"/>
                  </a:lnTo>
                  <a:lnTo>
                    <a:pt x="394563" y="1454574"/>
                  </a:lnTo>
                  <a:lnTo>
                    <a:pt x="397264" y="1451526"/>
                  </a:lnTo>
                  <a:lnTo>
                    <a:pt x="399440" y="1448084"/>
                  </a:lnTo>
                  <a:lnTo>
                    <a:pt x="401037" y="1444337"/>
                  </a:lnTo>
                  <a:lnTo>
                    <a:pt x="402011" y="1440383"/>
                  </a:lnTo>
                  <a:lnTo>
                    <a:pt x="402339" y="1436324"/>
                  </a:lnTo>
                  <a:lnTo>
                    <a:pt x="402339" y="25305"/>
                  </a:lnTo>
                  <a:lnTo>
                    <a:pt x="402011" y="21245"/>
                  </a:lnTo>
                  <a:lnTo>
                    <a:pt x="401037" y="17291"/>
                  </a:lnTo>
                  <a:lnTo>
                    <a:pt x="399440" y="13545"/>
                  </a:lnTo>
                  <a:lnTo>
                    <a:pt x="397264" y="10103"/>
                  </a:lnTo>
                  <a:lnTo>
                    <a:pt x="394563" y="7055"/>
                  </a:lnTo>
                  <a:lnTo>
                    <a:pt x="391409" y="4479"/>
                  </a:lnTo>
                  <a:lnTo>
                    <a:pt x="387882" y="2443"/>
                  </a:lnTo>
                  <a:lnTo>
                    <a:pt x="384074" y="999"/>
                  </a:lnTo>
                  <a:lnTo>
                    <a:pt x="380084" y="184"/>
                  </a:lnTo>
                  <a:lnTo>
                    <a:pt x="37703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436324"/>
                  </a:lnTo>
                  <a:lnTo>
                    <a:pt x="82" y="1434288"/>
                  </a:lnTo>
                  <a:lnTo>
                    <a:pt x="82" y="1438360"/>
                  </a:lnTo>
                  <a:lnTo>
                    <a:pt x="735" y="1442380"/>
                  </a:lnTo>
                  <a:lnTo>
                    <a:pt x="2024" y="1446243"/>
                  </a:lnTo>
                  <a:lnTo>
                    <a:pt x="3917" y="1449849"/>
                  </a:lnTo>
                  <a:lnTo>
                    <a:pt x="6363" y="1453104"/>
                  </a:lnTo>
                  <a:lnTo>
                    <a:pt x="9301" y="1455925"/>
                  </a:lnTo>
                  <a:lnTo>
                    <a:pt x="12652" y="1458239"/>
                  </a:lnTo>
                  <a:lnTo>
                    <a:pt x="16331" y="1459985"/>
                  </a:lnTo>
                  <a:lnTo>
                    <a:pt x="20243" y="1461118"/>
                  </a:lnTo>
                  <a:lnTo>
                    <a:pt x="24286" y="1461608"/>
                  </a:lnTo>
                  <a:close/>
                </a:path>
              </a:pathLst>
            </a:custGeom>
            <a:solidFill>
              <a:srgbClr val="BE59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1898389" y="1894738"/>
              <a:ext cx="402339" cy="1461629"/>
            </a:xfrm>
            <a:custGeom>
              <a:avLst/>
              <a:pathLst>
                <a:path w="402339" h="1461629">
                  <a:moveTo>
                    <a:pt x="25305" y="1461629"/>
                  </a:moveTo>
                  <a:lnTo>
                    <a:pt x="377034" y="1461629"/>
                  </a:lnTo>
                  <a:lnTo>
                    <a:pt x="376015" y="1461608"/>
                  </a:lnTo>
                  <a:lnTo>
                    <a:pt x="380084" y="1461444"/>
                  </a:lnTo>
                  <a:lnTo>
                    <a:pt x="384074" y="1460630"/>
                  </a:lnTo>
                  <a:lnTo>
                    <a:pt x="387882" y="1459186"/>
                  </a:lnTo>
                  <a:lnTo>
                    <a:pt x="391409" y="1457150"/>
                  </a:lnTo>
                  <a:lnTo>
                    <a:pt x="394563" y="1454574"/>
                  </a:lnTo>
                  <a:lnTo>
                    <a:pt x="397264" y="1451526"/>
                  </a:lnTo>
                  <a:lnTo>
                    <a:pt x="399440" y="1448084"/>
                  </a:lnTo>
                  <a:lnTo>
                    <a:pt x="401037" y="1444337"/>
                  </a:lnTo>
                  <a:lnTo>
                    <a:pt x="402011" y="1440383"/>
                  </a:lnTo>
                  <a:lnTo>
                    <a:pt x="402339" y="1436324"/>
                  </a:lnTo>
                  <a:lnTo>
                    <a:pt x="402339" y="25305"/>
                  </a:lnTo>
                  <a:lnTo>
                    <a:pt x="402011" y="21245"/>
                  </a:lnTo>
                  <a:lnTo>
                    <a:pt x="401037" y="17291"/>
                  </a:lnTo>
                  <a:lnTo>
                    <a:pt x="399440" y="13545"/>
                  </a:lnTo>
                  <a:lnTo>
                    <a:pt x="397264" y="10103"/>
                  </a:lnTo>
                  <a:lnTo>
                    <a:pt x="394563" y="7055"/>
                  </a:lnTo>
                  <a:lnTo>
                    <a:pt x="391409" y="4479"/>
                  </a:lnTo>
                  <a:lnTo>
                    <a:pt x="387882" y="2443"/>
                  </a:lnTo>
                  <a:lnTo>
                    <a:pt x="384074" y="999"/>
                  </a:lnTo>
                  <a:lnTo>
                    <a:pt x="380084" y="184"/>
                  </a:lnTo>
                  <a:lnTo>
                    <a:pt x="37703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436324"/>
                  </a:lnTo>
                  <a:lnTo>
                    <a:pt x="82" y="1434288"/>
                  </a:lnTo>
                  <a:lnTo>
                    <a:pt x="82" y="1438360"/>
                  </a:lnTo>
                  <a:lnTo>
                    <a:pt x="735" y="1442380"/>
                  </a:lnTo>
                  <a:lnTo>
                    <a:pt x="2024" y="1446243"/>
                  </a:lnTo>
                  <a:lnTo>
                    <a:pt x="3917" y="1449849"/>
                  </a:lnTo>
                  <a:lnTo>
                    <a:pt x="6363" y="1453104"/>
                  </a:lnTo>
                  <a:lnTo>
                    <a:pt x="9301" y="1455925"/>
                  </a:lnTo>
                  <a:lnTo>
                    <a:pt x="12652" y="1458239"/>
                  </a:lnTo>
                  <a:lnTo>
                    <a:pt x="16331" y="1459985"/>
                  </a:lnTo>
                  <a:lnTo>
                    <a:pt x="20243" y="1461118"/>
                  </a:lnTo>
                  <a:lnTo>
                    <a:pt x="24286" y="1461608"/>
                  </a:lnTo>
                  <a:close/>
                </a:path>
              </a:pathLst>
            </a:custGeom>
            <a:solidFill>
              <a:srgbClr val="D88C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1898389" y="403279"/>
              <a:ext cx="402339" cy="1461629"/>
            </a:xfrm>
            <a:custGeom>
              <a:avLst/>
              <a:pathLst>
                <a:path w="402339" h="1461629">
                  <a:moveTo>
                    <a:pt x="25305" y="1461629"/>
                  </a:moveTo>
                  <a:lnTo>
                    <a:pt x="377034" y="1461629"/>
                  </a:lnTo>
                  <a:lnTo>
                    <a:pt x="376015" y="1461608"/>
                  </a:lnTo>
                  <a:lnTo>
                    <a:pt x="380084" y="1461444"/>
                  </a:lnTo>
                  <a:lnTo>
                    <a:pt x="384074" y="1460630"/>
                  </a:lnTo>
                  <a:lnTo>
                    <a:pt x="387882" y="1459186"/>
                  </a:lnTo>
                  <a:lnTo>
                    <a:pt x="391409" y="1457150"/>
                  </a:lnTo>
                  <a:lnTo>
                    <a:pt x="394563" y="1454574"/>
                  </a:lnTo>
                  <a:lnTo>
                    <a:pt x="397264" y="1451526"/>
                  </a:lnTo>
                  <a:lnTo>
                    <a:pt x="399440" y="1448084"/>
                  </a:lnTo>
                  <a:lnTo>
                    <a:pt x="401037" y="1444337"/>
                  </a:lnTo>
                  <a:lnTo>
                    <a:pt x="402011" y="1440383"/>
                  </a:lnTo>
                  <a:lnTo>
                    <a:pt x="402339" y="1436324"/>
                  </a:lnTo>
                  <a:lnTo>
                    <a:pt x="402339" y="25305"/>
                  </a:lnTo>
                  <a:lnTo>
                    <a:pt x="402011" y="21245"/>
                  </a:lnTo>
                  <a:lnTo>
                    <a:pt x="401037" y="17291"/>
                  </a:lnTo>
                  <a:lnTo>
                    <a:pt x="399440" y="13545"/>
                  </a:lnTo>
                  <a:lnTo>
                    <a:pt x="397264" y="10103"/>
                  </a:lnTo>
                  <a:lnTo>
                    <a:pt x="394563" y="7055"/>
                  </a:lnTo>
                  <a:lnTo>
                    <a:pt x="391409" y="4479"/>
                  </a:lnTo>
                  <a:lnTo>
                    <a:pt x="387882" y="2443"/>
                  </a:lnTo>
                  <a:lnTo>
                    <a:pt x="384074" y="999"/>
                  </a:lnTo>
                  <a:lnTo>
                    <a:pt x="380084" y="184"/>
                  </a:lnTo>
                  <a:lnTo>
                    <a:pt x="377034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436324"/>
                  </a:lnTo>
                  <a:lnTo>
                    <a:pt x="82" y="1434288"/>
                  </a:lnTo>
                  <a:lnTo>
                    <a:pt x="82" y="1438360"/>
                  </a:lnTo>
                  <a:lnTo>
                    <a:pt x="735" y="1442380"/>
                  </a:lnTo>
                  <a:lnTo>
                    <a:pt x="2024" y="1446243"/>
                  </a:lnTo>
                  <a:lnTo>
                    <a:pt x="3917" y="1449849"/>
                  </a:lnTo>
                  <a:lnTo>
                    <a:pt x="6363" y="1453104"/>
                  </a:lnTo>
                  <a:lnTo>
                    <a:pt x="9301" y="1455925"/>
                  </a:lnTo>
                  <a:lnTo>
                    <a:pt x="12652" y="1458239"/>
                  </a:lnTo>
                  <a:lnTo>
                    <a:pt x="16331" y="1459985"/>
                  </a:lnTo>
                  <a:lnTo>
                    <a:pt x="20243" y="1461118"/>
                  </a:lnTo>
                  <a:lnTo>
                    <a:pt x="24286" y="1461608"/>
                  </a:lnTo>
                  <a:close/>
                </a:path>
              </a:pathLst>
            </a:custGeom>
            <a:solidFill>
              <a:srgbClr val="437F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tx210"/>
            <p:cNvSpPr/>
            <p:nvPr/>
          </p:nvSpPr>
          <p:spPr>
            <a:xfrm>
              <a:off x="1995271" y="5556761"/>
              <a:ext cx="208574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MF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1886823" y="4065302"/>
              <a:ext cx="425470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KEGG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1995225" y="2573843"/>
              <a:ext cx="208666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CC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1999203" y="1082385"/>
              <a:ext cx="200710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BP</a:t>
              </a:r>
            </a:p>
          </p:txBody>
        </p:sp>
        <p:sp>
          <p:nvSpPr>
            <p:cNvPr id="214" name="pl214"/>
            <p:cNvSpPr/>
            <p:nvPr/>
          </p:nvSpPr>
          <p:spPr>
            <a:xfrm>
              <a:off x="3080648" y="6354199"/>
              <a:ext cx="3094919" cy="0"/>
            </a:xfrm>
            <a:custGeom>
              <a:avLst/>
              <a:pathLst>
                <a:path w="3094919" h="0">
                  <a:moveTo>
                    <a:pt x="0" y="0"/>
                  </a:moveTo>
                  <a:lnTo>
                    <a:pt x="3094919" y="0"/>
                  </a:lnTo>
                  <a:lnTo>
                    <a:pt x="3094919" y="0"/>
                  </a:lnTo>
                </a:path>
              </a:pathLst>
            </a:custGeom>
            <a:ln w="4065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3080648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3546644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4012640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4478637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4944633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5410629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5876626" y="6369114"/>
              <a:ext cx="0" cy="55671"/>
            </a:xfrm>
            <a:custGeom>
              <a:avLst/>
              <a:pathLst>
                <a:path w="0" h="55671">
                  <a:moveTo>
                    <a:pt x="0" y="55671"/>
                  </a:moveTo>
                  <a:lnTo>
                    <a:pt x="0" y="0"/>
                  </a:lnTo>
                </a:path>
              </a:pathLst>
            </a:custGeom>
            <a:ln w="21293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tx222"/>
            <p:cNvSpPr/>
            <p:nvPr/>
          </p:nvSpPr>
          <p:spPr>
            <a:xfrm>
              <a:off x="2951672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3417668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3883664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4349661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4815657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5281653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5747650" y="6466565"/>
              <a:ext cx="257952" cy="949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5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3687585" y="6658931"/>
              <a:ext cx="6987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6384334" y="1755136"/>
              <a:ext cx="60560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Category</a:t>
              </a:r>
            </a:p>
          </p:txBody>
        </p:sp>
        <p:sp>
          <p:nvSpPr>
            <p:cNvPr id="231" name="pg231"/>
            <p:cNvSpPr/>
            <p:nvPr/>
          </p:nvSpPr>
          <p:spPr>
            <a:xfrm>
              <a:off x="6393334" y="1948482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6484768" y="2024384"/>
              <a:ext cx="49651" cy="49651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393334" y="1948482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66277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393334" y="2167938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6484768" y="2243840"/>
              <a:ext cx="49651" cy="49651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393334" y="2167938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393334" y="2387394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6484768" y="2463296"/>
              <a:ext cx="49651" cy="49651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393334" y="2387394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D88C5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393334" y="2606850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6484768" y="2682752"/>
              <a:ext cx="49651" cy="49651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393334" y="2606850"/>
              <a:ext cx="232520" cy="201456"/>
            </a:xfrm>
            <a:custGeom>
              <a:avLst/>
              <a:pathLst>
                <a:path w="232520" h="201456">
                  <a:moveTo>
                    <a:pt x="25305" y="201456"/>
                  </a:moveTo>
                  <a:lnTo>
                    <a:pt x="207215" y="201456"/>
                  </a:lnTo>
                  <a:lnTo>
                    <a:pt x="206196" y="201435"/>
                  </a:lnTo>
                  <a:lnTo>
                    <a:pt x="210265" y="201271"/>
                  </a:lnTo>
                  <a:lnTo>
                    <a:pt x="214255" y="200456"/>
                  </a:lnTo>
                  <a:lnTo>
                    <a:pt x="218063" y="199012"/>
                  </a:lnTo>
                  <a:lnTo>
                    <a:pt x="221590" y="196976"/>
                  </a:lnTo>
                  <a:lnTo>
                    <a:pt x="224744" y="194400"/>
                  </a:lnTo>
                  <a:lnTo>
                    <a:pt x="227445" y="191352"/>
                  </a:lnTo>
                  <a:lnTo>
                    <a:pt x="229622" y="187910"/>
                  </a:lnTo>
                  <a:lnTo>
                    <a:pt x="231218" y="184164"/>
                  </a:lnTo>
                  <a:lnTo>
                    <a:pt x="232192" y="180210"/>
                  </a:lnTo>
                  <a:lnTo>
                    <a:pt x="232520" y="176150"/>
                  </a:lnTo>
                  <a:lnTo>
                    <a:pt x="232520" y="25305"/>
                  </a:lnTo>
                  <a:lnTo>
                    <a:pt x="232192" y="21245"/>
                  </a:lnTo>
                  <a:lnTo>
                    <a:pt x="231218" y="17291"/>
                  </a:lnTo>
                  <a:lnTo>
                    <a:pt x="229622" y="13545"/>
                  </a:lnTo>
                  <a:lnTo>
                    <a:pt x="227445" y="10103"/>
                  </a:lnTo>
                  <a:lnTo>
                    <a:pt x="224744" y="7055"/>
                  </a:lnTo>
                  <a:lnTo>
                    <a:pt x="221590" y="4479"/>
                  </a:lnTo>
                  <a:lnTo>
                    <a:pt x="218063" y="2443"/>
                  </a:lnTo>
                  <a:lnTo>
                    <a:pt x="214255" y="999"/>
                  </a:lnTo>
                  <a:lnTo>
                    <a:pt x="210265" y="184"/>
                  </a:lnTo>
                  <a:lnTo>
                    <a:pt x="207215" y="0"/>
                  </a:lnTo>
                  <a:lnTo>
                    <a:pt x="25305" y="0"/>
                  </a:lnTo>
                  <a:lnTo>
                    <a:pt x="28355" y="184"/>
                  </a:lnTo>
                  <a:lnTo>
                    <a:pt x="24286" y="20"/>
                  </a:lnTo>
                  <a:lnTo>
                    <a:pt x="20243" y="511"/>
                  </a:lnTo>
                  <a:lnTo>
                    <a:pt x="16331" y="1644"/>
                  </a:lnTo>
                  <a:lnTo>
                    <a:pt x="12652" y="3390"/>
                  </a:lnTo>
                  <a:lnTo>
                    <a:pt x="9301" y="5703"/>
                  </a:lnTo>
                  <a:lnTo>
                    <a:pt x="6363" y="8524"/>
                  </a:lnTo>
                  <a:lnTo>
                    <a:pt x="3917" y="11780"/>
                  </a:lnTo>
                  <a:lnTo>
                    <a:pt x="2024" y="15386"/>
                  </a:lnTo>
                  <a:lnTo>
                    <a:pt x="735" y="19249"/>
                  </a:lnTo>
                  <a:lnTo>
                    <a:pt x="82" y="23268"/>
                  </a:lnTo>
                  <a:lnTo>
                    <a:pt x="0" y="25305"/>
                  </a:lnTo>
                  <a:lnTo>
                    <a:pt x="0" y="176150"/>
                  </a:lnTo>
                  <a:lnTo>
                    <a:pt x="82" y="174114"/>
                  </a:lnTo>
                  <a:lnTo>
                    <a:pt x="82" y="178187"/>
                  </a:lnTo>
                  <a:lnTo>
                    <a:pt x="735" y="182206"/>
                  </a:lnTo>
                  <a:lnTo>
                    <a:pt x="2024" y="186069"/>
                  </a:lnTo>
                  <a:lnTo>
                    <a:pt x="3917" y="189675"/>
                  </a:lnTo>
                  <a:lnTo>
                    <a:pt x="6363" y="192931"/>
                  </a:lnTo>
                  <a:lnTo>
                    <a:pt x="9301" y="195752"/>
                  </a:lnTo>
                  <a:lnTo>
                    <a:pt x="12652" y="198065"/>
                  </a:lnTo>
                  <a:lnTo>
                    <a:pt x="16331" y="199811"/>
                  </a:lnTo>
                  <a:lnTo>
                    <a:pt x="20243" y="200944"/>
                  </a:lnTo>
                  <a:lnTo>
                    <a:pt x="24286" y="201435"/>
                  </a:lnTo>
                  <a:close/>
                </a:path>
              </a:pathLst>
            </a:custGeom>
            <a:solidFill>
              <a:srgbClr val="437F6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tx243"/>
            <p:cNvSpPr/>
            <p:nvPr/>
          </p:nvSpPr>
          <p:spPr>
            <a:xfrm>
              <a:off x="6704443" y="2009205"/>
              <a:ext cx="16130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MF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6704443" y="2228661"/>
              <a:ext cx="32296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KEGG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6704443" y="2448117"/>
              <a:ext cx="16130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6704443" y="2667573"/>
              <a:ext cx="14904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BP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384334" y="3110384"/>
              <a:ext cx="79168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248" name="pt248"/>
            <p:cNvSpPr/>
            <p:nvPr/>
          </p:nvSpPr>
          <p:spPr>
            <a:xfrm>
              <a:off x="6600081" y="3332205"/>
              <a:ext cx="144506" cy="144506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6514023" y="3560191"/>
              <a:ext cx="316622" cy="316622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6478376" y="3980526"/>
              <a:ext cx="387915" cy="387915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6451024" y="4492840"/>
              <a:ext cx="442620" cy="442620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tx252"/>
            <p:cNvSpPr/>
            <p:nvPr/>
          </p:nvSpPr>
          <p:spPr>
            <a:xfrm>
              <a:off x="7029923" y="3364453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7029923" y="367849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7029923" y="413447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7029923" y="467414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2180380" y="69589"/>
              <a:ext cx="3713195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 Up-regulated Enrichment — C1QBP Low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228600"/>
            <a:ext cx="9144000" cy="6400800"/>
            <a:chOff x="0" y="228600"/>
            <a:chExt cx="9144000" cy="6400800"/>
          </a:xfrm>
        </p:grpSpPr>
        <p:sp>
          <p:nvSpPr>
            <p:cNvPr id="3" name="rc3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3051" y="601285"/>
              <a:ext cx="7732418" cy="53951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62968" y="5734564"/>
              <a:ext cx="3056292" cy="0"/>
            </a:xfrm>
            <a:custGeom>
              <a:avLst/>
              <a:pathLst>
                <a:path w="3056292" h="0">
                  <a:moveTo>
                    <a:pt x="0" y="0"/>
                  </a:moveTo>
                  <a:lnTo>
                    <a:pt x="3056292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53986" y="5472662"/>
              <a:ext cx="2865273" cy="0"/>
            </a:xfrm>
            <a:custGeom>
              <a:avLst/>
              <a:pathLst>
                <a:path w="2865273" h="0">
                  <a:moveTo>
                    <a:pt x="0" y="0"/>
                  </a:moveTo>
                  <a:lnTo>
                    <a:pt x="2865273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6023" y="5210760"/>
              <a:ext cx="2483237" cy="0"/>
            </a:xfrm>
            <a:custGeom>
              <a:avLst/>
              <a:pathLst>
                <a:path w="2483237" h="0">
                  <a:moveTo>
                    <a:pt x="0" y="0"/>
                  </a:moveTo>
                  <a:lnTo>
                    <a:pt x="2483237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27041" y="4948858"/>
              <a:ext cx="2292219" cy="0"/>
            </a:xfrm>
            <a:custGeom>
              <a:avLst/>
              <a:pathLst>
                <a:path w="2292219" h="0">
                  <a:moveTo>
                    <a:pt x="0" y="0"/>
                  </a:moveTo>
                  <a:lnTo>
                    <a:pt x="2292219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18059" y="4686956"/>
              <a:ext cx="2101200" cy="0"/>
            </a:xfrm>
            <a:custGeom>
              <a:avLst/>
              <a:pathLst>
                <a:path w="2101200" h="0">
                  <a:moveTo>
                    <a:pt x="0" y="0"/>
                  </a:moveTo>
                  <a:lnTo>
                    <a:pt x="2101200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209077" y="4425054"/>
              <a:ext cx="1910182" cy="0"/>
            </a:xfrm>
            <a:custGeom>
              <a:avLst/>
              <a:pathLst>
                <a:path w="1910182" h="0">
                  <a:moveTo>
                    <a:pt x="0" y="0"/>
                  </a:moveTo>
                  <a:lnTo>
                    <a:pt x="1910182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209077" y="4163152"/>
              <a:ext cx="1910182" cy="0"/>
            </a:xfrm>
            <a:custGeom>
              <a:avLst/>
              <a:pathLst>
                <a:path w="1910182" h="0">
                  <a:moveTo>
                    <a:pt x="0" y="0"/>
                  </a:moveTo>
                  <a:lnTo>
                    <a:pt x="1910182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00096" y="3901250"/>
              <a:ext cx="1719164" cy="0"/>
            </a:xfrm>
            <a:custGeom>
              <a:avLst/>
              <a:pathLst>
                <a:path w="1719164" h="0">
                  <a:moveTo>
                    <a:pt x="0" y="0"/>
                  </a:moveTo>
                  <a:lnTo>
                    <a:pt x="1719164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591114" y="3639348"/>
              <a:ext cx="1528146" cy="0"/>
            </a:xfrm>
            <a:custGeom>
              <a:avLst/>
              <a:pathLst>
                <a:path w="1528146" h="0">
                  <a:moveTo>
                    <a:pt x="0" y="0"/>
                  </a:moveTo>
                  <a:lnTo>
                    <a:pt x="1528146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73150" y="3377446"/>
              <a:ext cx="1146109" cy="0"/>
            </a:xfrm>
            <a:custGeom>
              <a:avLst/>
              <a:pathLst>
                <a:path w="1146109" h="0">
                  <a:moveTo>
                    <a:pt x="0" y="0"/>
                  </a:moveTo>
                  <a:lnTo>
                    <a:pt x="1146109" y="0"/>
                  </a:lnTo>
                </a:path>
              </a:pathLst>
            </a:custGeom>
            <a:ln w="32521" cap="flat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119260" y="3115544"/>
              <a:ext cx="1012396" cy="0"/>
            </a:xfrm>
            <a:custGeom>
              <a:avLst/>
              <a:pathLst>
                <a:path w="1012396" h="0">
                  <a:moveTo>
                    <a:pt x="1012396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119260" y="2853642"/>
              <a:ext cx="1012396" cy="0"/>
            </a:xfrm>
            <a:custGeom>
              <a:avLst/>
              <a:pathLst>
                <a:path w="1012396" h="0">
                  <a:moveTo>
                    <a:pt x="1012396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19260" y="2591740"/>
              <a:ext cx="1012396" cy="0"/>
            </a:xfrm>
            <a:custGeom>
              <a:avLst/>
              <a:pathLst>
                <a:path w="1012396" h="0">
                  <a:moveTo>
                    <a:pt x="1012396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19260" y="2329838"/>
              <a:ext cx="1138946" cy="0"/>
            </a:xfrm>
            <a:custGeom>
              <a:avLst/>
              <a:pathLst>
                <a:path w="1138946" h="0">
                  <a:moveTo>
                    <a:pt x="1138946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19260" y="2067936"/>
              <a:ext cx="1518595" cy="0"/>
            </a:xfrm>
            <a:custGeom>
              <a:avLst/>
              <a:pathLst>
                <a:path w="1518595" h="0">
                  <a:moveTo>
                    <a:pt x="1518595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19260" y="1806034"/>
              <a:ext cx="1518595" cy="0"/>
            </a:xfrm>
            <a:custGeom>
              <a:avLst/>
              <a:pathLst>
                <a:path w="1518595" h="0">
                  <a:moveTo>
                    <a:pt x="1518595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19260" y="1544132"/>
              <a:ext cx="1645144" cy="0"/>
            </a:xfrm>
            <a:custGeom>
              <a:avLst/>
              <a:pathLst>
                <a:path w="1645144" h="0">
                  <a:moveTo>
                    <a:pt x="1645144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19260" y="1282230"/>
              <a:ext cx="1898243" cy="0"/>
            </a:xfrm>
            <a:custGeom>
              <a:avLst/>
              <a:pathLst>
                <a:path w="1898243" h="0">
                  <a:moveTo>
                    <a:pt x="1898243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19260" y="1020328"/>
              <a:ext cx="1898243" cy="0"/>
            </a:xfrm>
            <a:custGeom>
              <a:avLst/>
              <a:pathLst>
                <a:path w="1898243" h="0">
                  <a:moveTo>
                    <a:pt x="1898243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19260" y="758426"/>
              <a:ext cx="1898243" cy="0"/>
            </a:xfrm>
            <a:custGeom>
              <a:avLst/>
              <a:pathLst>
                <a:path w="1898243" h="0">
                  <a:moveTo>
                    <a:pt x="1898243" y="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950063" y="5621659"/>
              <a:ext cx="225810" cy="225810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145253" y="5363929"/>
              <a:ext cx="217465" cy="217465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536398" y="5111135"/>
              <a:ext cx="199249" cy="199249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732462" y="4854279"/>
              <a:ext cx="189157" cy="189157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928968" y="4597864"/>
              <a:ext cx="178183" cy="178183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126055" y="4342031"/>
              <a:ext cx="166044" cy="166044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126055" y="4080129"/>
              <a:ext cx="166044" cy="166044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323963" y="3825117"/>
              <a:ext cx="152266" cy="152266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523153" y="3571386"/>
              <a:ext cx="135922" cy="135922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941549" y="3345845"/>
              <a:ext cx="63202" cy="63202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063695" y="3047582"/>
              <a:ext cx="135922" cy="135922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5063695" y="2785680"/>
              <a:ext cx="135922" cy="135922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5063695" y="2523778"/>
              <a:ext cx="135922" cy="135922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182073" y="2253705"/>
              <a:ext cx="152266" cy="152266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543276" y="1973357"/>
              <a:ext cx="189157" cy="189157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543276" y="1711455"/>
              <a:ext cx="189157" cy="189157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5664780" y="1444507"/>
              <a:ext cx="199249" cy="199249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908771" y="1173497"/>
              <a:ext cx="217465" cy="217465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5908771" y="911595"/>
              <a:ext cx="217465" cy="217465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5908771" y="649693"/>
              <a:ext cx="217465" cy="217465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4210949" y="5689301"/>
              <a:ext cx="211464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Cytokine-cytokine receptor interaction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210949" y="5427399"/>
              <a:ext cx="132816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IL-17 signaling pathway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210949" y="5165497"/>
              <a:ext cx="113102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Rheumatoid arthritis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210949" y="4903595"/>
              <a:ext cx="329284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Viral protein interaction with cytokine and cytokine receptor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210949" y="4641693"/>
              <a:ext cx="1398300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Lipid and atherosclerosis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210949" y="4379791"/>
              <a:ext cx="128564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TNF signaling pathway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210949" y="4117889"/>
              <a:ext cx="167938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Chemokine signaling pathway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4210949" y="3855987"/>
              <a:ext cx="171440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NF-kappa B signaling pathway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4210949" y="3594085"/>
              <a:ext cx="205136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NOD-like receptor signaling pathway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210949" y="3332183"/>
              <a:ext cx="73087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Legionellosis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346069" y="3070281"/>
              <a:ext cx="68150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352927" y="2808379"/>
              <a:ext cx="67464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Phagosome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975840" y="2546477"/>
              <a:ext cx="2051730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Pathogenic Escherichia coli infection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280415" y="2284575"/>
              <a:ext cx="74715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Tight junction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261670" y="2022673"/>
              <a:ext cx="76590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Prion disease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945287" y="1760771"/>
              <a:ext cx="108228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Huntington disease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94848" y="1498869"/>
              <a:ext cx="103272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Alzheimer disease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2994665" y="1236967"/>
              <a:ext cx="103290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Parkinson disease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419050" y="975065"/>
              <a:ext cx="160852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Amyotrophic lateral sclerosis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1160653" y="713163"/>
              <a:ext cx="286691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Pathways of neurodegeneration - multiple diseases</a:t>
              </a:r>
            </a:p>
          </p:txBody>
        </p:sp>
        <p:sp>
          <p:nvSpPr>
            <p:cNvPr id="66" name="pl66"/>
            <p:cNvSpPr/>
            <p:nvPr/>
          </p:nvSpPr>
          <p:spPr>
            <a:xfrm>
              <a:off x="253051" y="5996466"/>
              <a:ext cx="7732418" cy="0"/>
            </a:xfrm>
            <a:custGeom>
              <a:avLst/>
              <a:pathLst>
                <a:path w="7732418" h="0">
                  <a:moveTo>
                    <a:pt x="0" y="0"/>
                  </a:moveTo>
                  <a:lnTo>
                    <a:pt x="7732418" y="0"/>
                  </a:lnTo>
                  <a:lnTo>
                    <a:pt x="7732418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53051" y="5996466"/>
              <a:ext cx="7732418" cy="0"/>
            </a:xfrm>
            <a:custGeom>
              <a:avLst/>
              <a:pathLst>
                <a:path w="7732418" h="0">
                  <a:moveTo>
                    <a:pt x="0" y="0"/>
                  </a:moveTo>
                  <a:lnTo>
                    <a:pt x="773241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094466" y="5996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119260" y="5996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144053" y="5996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1997311" y="60590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4080398" y="6059096"/>
              <a:ext cx="7772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046898" y="60590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724605" y="6223369"/>
              <a:ext cx="789310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8124647" y="1946145"/>
              <a:ext cx="892826" cy="17891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8194236" y="2030456"/>
              <a:ext cx="75364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77" name="rc77"/>
            <p:cNvSpPr/>
            <p:nvPr/>
          </p:nvSpPr>
          <p:spPr>
            <a:xfrm>
              <a:off x="8194236" y="2214803"/>
              <a:ext cx="287999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8306635" y="2292929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8194236" y="2434259"/>
              <a:ext cx="287999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8270275" y="2476025"/>
              <a:ext cx="135922" cy="13592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8194236" y="2653715"/>
              <a:ext cx="287999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8255214" y="2680420"/>
              <a:ext cx="166044" cy="16604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8194236" y="2873171"/>
              <a:ext cx="287999" cy="2393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8243658" y="2898248"/>
              <a:ext cx="189157" cy="18915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8194236" y="3112483"/>
              <a:ext cx="287999" cy="2651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8233915" y="3140760"/>
              <a:ext cx="208643" cy="20864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8194236" y="3377680"/>
              <a:ext cx="287999" cy="28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8225331" y="3408775"/>
              <a:ext cx="225810" cy="22581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tx89"/>
            <p:cNvSpPr/>
            <p:nvPr/>
          </p:nvSpPr>
          <p:spPr>
            <a:xfrm>
              <a:off x="8551825" y="2279039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8551825" y="249849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8551825" y="2717951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8551825" y="2947336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8551825" y="3199590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8551825" y="3476188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95" name="rc95"/>
            <p:cNvSpPr/>
            <p:nvPr/>
          </p:nvSpPr>
          <p:spPr>
            <a:xfrm>
              <a:off x="8124647" y="3874447"/>
              <a:ext cx="689558" cy="7771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8194236" y="3958758"/>
              <a:ext cx="38843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97" name="rc97"/>
            <p:cNvSpPr/>
            <p:nvPr/>
          </p:nvSpPr>
          <p:spPr>
            <a:xfrm>
              <a:off x="8194236" y="414310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8279139" y="4228006"/>
              <a:ext cx="49651" cy="49651"/>
            </a:xfrm>
            <a:prstGeom prst="ellipse">
              <a:avLst/>
            </a:prstGeom>
            <a:solidFill>
              <a:srgbClr val="3369E7">
                <a:alpha val="100000"/>
              </a:srgbClr>
            </a:solidFill>
            <a:ln w="900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8194236" y="436256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8279139" y="4447462"/>
              <a:ext cx="49651" cy="49651"/>
            </a:xfrm>
            <a:prstGeom prst="ellipse">
              <a:avLst/>
            </a:prstGeom>
            <a:solidFill>
              <a:srgbClr val="FF6C5F">
                <a:alpha val="100000"/>
              </a:srgbClr>
            </a:solidFill>
            <a:ln w="9000" cap="rnd">
              <a:solidFill>
                <a:srgbClr val="FF6C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tx101"/>
            <p:cNvSpPr/>
            <p:nvPr/>
          </p:nvSpPr>
          <p:spPr>
            <a:xfrm>
              <a:off x="8483281" y="4207341"/>
              <a:ext cx="26133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High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8483281" y="4426797"/>
              <a:ext cx="23308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Low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253051" y="355125"/>
              <a:ext cx="3604839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KEGG Enrichment: C1QBP High vs Low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381000"/>
            <a:ext cx="9144000" cy="6096000"/>
            <a:chOff x="0" y="381000"/>
            <a:chExt cx="9144000" cy="6096000"/>
          </a:xfrm>
        </p:grpSpPr>
        <p:sp>
          <p:nvSpPr>
            <p:cNvPr id="3" name="rc3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380999"/>
              <a:ext cx="9143999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301712" y="696748"/>
              <a:ext cx="4523340" cy="53425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7508342" y="899912"/>
              <a:ext cx="222210" cy="222210"/>
            </a:xfrm>
            <a:prstGeom prst="ellipse">
              <a:avLst/>
            </a:prstGeom>
            <a:solidFill>
              <a:srgbClr val="DD322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7508342" y="1423694"/>
              <a:ext cx="222210" cy="222210"/>
            </a:xfrm>
            <a:prstGeom prst="ellipse">
              <a:avLst/>
            </a:prstGeom>
            <a:solidFill>
              <a:srgbClr val="FEF0AD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7508342" y="1947476"/>
              <a:ext cx="222210" cy="222210"/>
            </a:xfrm>
            <a:prstGeom prst="ellipse">
              <a:avLst/>
            </a:prstGeom>
            <a:solidFill>
              <a:srgbClr val="B5E1A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6346037" y="2483848"/>
              <a:ext cx="197030" cy="197030"/>
            </a:xfrm>
            <a:prstGeom prst="ellipse">
              <a:avLst/>
            </a:prstGeom>
            <a:solidFill>
              <a:srgbClr val="A0D5A5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5765845" y="3014884"/>
              <a:ext cx="182522" cy="182522"/>
            </a:xfrm>
            <a:prstGeom prst="ellipse">
              <a:avLst/>
            </a:prstGeom>
            <a:solidFill>
              <a:srgbClr val="D1ECB0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5765845" y="3538666"/>
              <a:ext cx="182522" cy="182522"/>
            </a:xfrm>
            <a:prstGeom prst="ellipse">
              <a:avLst/>
            </a:prstGeom>
            <a:solidFill>
              <a:srgbClr val="B5E1A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4034234" y="4093177"/>
              <a:ext cx="121062" cy="121062"/>
            </a:xfrm>
            <a:prstGeom prst="ellipse">
              <a:avLst/>
            </a:prstGeom>
            <a:solidFill>
              <a:srgbClr val="B5E1A7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477517" y="4647689"/>
              <a:ext cx="59602" cy="59602"/>
            </a:xfrm>
            <a:prstGeom prst="ellipse">
              <a:avLst/>
            </a:prstGeom>
            <a:solidFill>
              <a:srgbClr val="D7191C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477517" y="5171471"/>
              <a:ext cx="59602" cy="59602"/>
            </a:xfrm>
            <a:prstGeom prst="ellipse">
              <a:avLst/>
            </a:prstGeom>
            <a:solidFill>
              <a:srgbClr val="84C2AA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477517" y="5695253"/>
              <a:ext cx="59602" cy="59602"/>
            </a:xfrm>
            <a:prstGeom prst="ellipse">
              <a:avLst/>
            </a:prstGeom>
            <a:solidFill>
              <a:srgbClr val="2B83BA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301712" y="696748"/>
              <a:ext cx="4523340" cy="534257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971004" y="5675037"/>
              <a:ext cx="226807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Pathogenic Escherichia coli infection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2493297" y="5151255"/>
              <a:ext cx="7457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Phagosome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2485616" y="4627473"/>
              <a:ext cx="75346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Proteasome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2413196" y="4103691"/>
              <a:ext cx="82588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Tight junction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042681" y="3579909"/>
              <a:ext cx="119640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Huntington disease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392439" y="3056127"/>
              <a:ext cx="8466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Prion disease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097453" y="2532345"/>
              <a:ext cx="11416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Alzheimer disease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589" y="2008563"/>
              <a:ext cx="316949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Pathways of neurodegeneration - multiple diseases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460757" y="1484782"/>
              <a:ext cx="177832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Amyotrophic lateral sclerosis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097271" y="961000"/>
              <a:ext cx="114181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Parkinson disease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3266917" y="57250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266917" y="52012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266917" y="46774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266917" y="41537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266917" y="36299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266917" y="31061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266917" y="25823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266917" y="20585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266917" y="15347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266917" y="10110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507318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682212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857106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032000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3348304" y="6101954"/>
              <a:ext cx="31802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0.100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523198" y="6101954"/>
              <a:ext cx="31802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5698092" y="6101954"/>
              <a:ext cx="31802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872985" y="6101954"/>
              <a:ext cx="31802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45776" y="6254431"/>
              <a:ext cx="835212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Ratio</a:t>
              </a:r>
            </a:p>
          </p:txBody>
        </p:sp>
        <p:sp>
          <p:nvSpPr>
            <p:cNvPr id="46" name="rc46"/>
            <p:cNvSpPr/>
            <p:nvPr/>
          </p:nvSpPr>
          <p:spPr>
            <a:xfrm>
              <a:off x="7964231" y="1938476"/>
              <a:ext cx="892826" cy="12844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8033820" y="2022787"/>
              <a:ext cx="75364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48" name="rc48"/>
            <p:cNvSpPr/>
            <p:nvPr/>
          </p:nvSpPr>
          <p:spPr>
            <a:xfrm>
              <a:off x="8033820" y="2207133"/>
              <a:ext cx="271977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8140007" y="2287060"/>
              <a:ext cx="59602" cy="59602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8033820" y="2426589"/>
              <a:ext cx="271977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8096549" y="2463057"/>
              <a:ext cx="146519" cy="146519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8033820" y="2646045"/>
              <a:ext cx="271977" cy="2352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8078548" y="2672424"/>
              <a:ext cx="182522" cy="182522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8033820" y="2881325"/>
              <a:ext cx="271977" cy="271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8064735" y="2912240"/>
              <a:ext cx="210147" cy="210147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8375386" y="2271369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375386" y="2490825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375386" y="2718194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375386" y="2971823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60" name="rc60"/>
            <p:cNvSpPr/>
            <p:nvPr/>
          </p:nvSpPr>
          <p:spPr>
            <a:xfrm>
              <a:off x="7964231" y="3362070"/>
              <a:ext cx="1110179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8033820" y="3446381"/>
              <a:ext cx="97100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-log10(p.adjust)</a:t>
              </a:r>
            </a:p>
          </p:txBody>
        </p:sp>
        <p:pic>
          <p:nvPicPr>
            <p:cNvPr id="62" name="pic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33820" y="3630727"/>
              <a:ext cx="219455" cy="1097280"/>
            </a:xfrm>
            <a:prstGeom prst="rect">
              <a:avLst/>
            </a:prstGeom>
          </p:spPr>
        </p:pic>
        <p:sp>
          <p:nvSpPr>
            <p:cNvPr id="63" name="pl63"/>
            <p:cNvSpPr/>
            <p:nvPr/>
          </p:nvSpPr>
          <p:spPr>
            <a:xfrm>
              <a:off x="8209385" y="472016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209385" y="443713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209385" y="415409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209385" y="387106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033820" y="472016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033820" y="443713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033820" y="415409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033820" y="387106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8322865" y="4674674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322865" y="4391640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322865" y="4108606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8322865" y="3825571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301712" y="450589"/>
              <a:ext cx="3086374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KEGG Enrichment — C1QBP High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381000"/>
            <a:ext cx="9144000" cy="6096000"/>
            <a:chOff x="0" y="381000"/>
            <a:chExt cx="9144000" cy="6096000"/>
          </a:xfrm>
        </p:grpSpPr>
        <p:sp>
          <p:nvSpPr>
            <p:cNvPr id="3" name="rc3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772719" y="696748"/>
              <a:ext cx="4052333" cy="53425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7529751" y="899912"/>
              <a:ext cx="222210" cy="222210"/>
            </a:xfrm>
            <a:prstGeom prst="ellipse">
              <a:avLst/>
            </a:prstGeom>
            <a:solidFill>
              <a:srgbClr val="FCFCBC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7165529" y="1427866"/>
              <a:ext cx="213865" cy="213865"/>
            </a:xfrm>
            <a:prstGeom prst="ellipse">
              <a:avLst/>
            </a:prstGeom>
            <a:solidFill>
              <a:srgbClr val="D7191C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6437849" y="1960756"/>
              <a:ext cx="195649" cy="195649"/>
            </a:xfrm>
            <a:prstGeom prst="ellipse">
              <a:avLst/>
            </a:prstGeom>
            <a:solidFill>
              <a:srgbClr val="FCAC61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6074501" y="2489584"/>
              <a:ext cx="185557" cy="185557"/>
            </a:xfrm>
            <a:prstGeom prst="ellipse">
              <a:avLst/>
            </a:prstGeom>
            <a:solidFill>
              <a:srgbClr val="FEDB95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5711594" y="3018853"/>
              <a:ext cx="174583" cy="174583"/>
            </a:xfrm>
            <a:prstGeom prst="ellipse">
              <a:avLst/>
            </a:prstGeom>
            <a:solidFill>
              <a:srgbClr val="92CCA8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5349270" y="3548704"/>
              <a:ext cx="162444" cy="162444"/>
            </a:xfrm>
            <a:prstGeom prst="ellipse">
              <a:avLst/>
            </a:prstGeom>
            <a:solidFill>
              <a:srgbClr val="C1E6AB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5349270" y="4072486"/>
              <a:ext cx="162444" cy="162444"/>
            </a:xfrm>
            <a:prstGeom prst="ellipse">
              <a:avLst/>
            </a:prstGeom>
            <a:solidFill>
              <a:srgbClr val="7CBBAB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4987765" y="4603157"/>
              <a:ext cx="148666" cy="148666"/>
            </a:xfrm>
            <a:prstGeom prst="ellipse">
              <a:avLst/>
            </a:prstGeom>
            <a:solidFill>
              <a:srgbClr val="ADDDA5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627543" y="5135111"/>
              <a:ext cx="132322" cy="132322"/>
            </a:xfrm>
            <a:prstGeom prst="ellipse">
              <a:avLst/>
            </a:prstGeom>
            <a:solidFill>
              <a:srgbClr val="2B83BA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927115" y="5695253"/>
              <a:ext cx="59602" cy="59602"/>
            </a:xfrm>
            <a:prstGeom prst="ellipse">
              <a:avLst/>
            </a:prstGeom>
            <a:solidFill>
              <a:srgbClr val="60A8B1">
                <a:alpha val="100000"/>
              </a:srgbClr>
            </a:solidFill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772719" y="696748"/>
              <a:ext cx="4052333" cy="534257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2902308" y="5675037"/>
              <a:ext cx="80778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Legionellosis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442286" y="5151255"/>
              <a:ext cx="226780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NOD-like receptor signaling pathway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814904" y="4627473"/>
              <a:ext cx="189518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NF-kappa B signaling pathway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853674" y="4103691"/>
              <a:ext cx="185641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Chemokine signaling pathway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288929" y="3579909"/>
              <a:ext cx="142116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TNF signaling pathway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164296" y="3056127"/>
              <a:ext cx="154579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Lipid and atherosclerosis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589" y="2532345"/>
              <a:ext cx="364050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Viral protein interaction with cytokine and cytokine receptor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459647" y="2008563"/>
              <a:ext cx="12504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Rheumatoid arthritis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241837" y="1484782"/>
              <a:ext cx="146825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IL-17 signaling pathway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372151" y="961000"/>
              <a:ext cx="233793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Cytokine-cytokine receptor interaction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3737925" y="57250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737925" y="52012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37925" y="46774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37925" y="41537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737925" y="36299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737925" y="31061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37925" y="25823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737925" y="20585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737925" y="15347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737925" y="10110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675285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51529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627773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604017" y="603932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551612" y="6101954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5527856" y="6101954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504100" y="6101954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480344" y="6101954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381280" y="6254431"/>
              <a:ext cx="835212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Ratio</a:t>
              </a:r>
            </a:p>
          </p:txBody>
        </p:sp>
        <p:sp>
          <p:nvSpPr>
            <p:cNvPr id="46" name="rc46"/>
            <p:cNvSpPr/>
            <p:nvPr/>
          </p:nvSpPr>
          <p:spPr>
            <a:xfrm>
              <a:off x="7964231" y="1686122"/>
              <a:ext cx="892826" cy="17891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8033820" y="1770433"/>
              <a:ext cx="75364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Count</a:t>
              </a:r>
            </a:p>
          </p:txBody>
        </p:sp>
        <p:sp>
          <p:nvSpPr>
            <p:cNvPr id="48" name="rc48"/>
            <p:cNvSpPr/>
            <p:nvPr/>
          </p:nvSpPr>
          <p:spPr>
            <a:xfrm>
              <a:off x="8033820" y="1954779"/>
              <a:ext cx="287999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8148019" y="2034706"/>
              <a:ext cx="59602" cy="59602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8033820" y="2174235"/>
              <a:ext cx="287999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8111659" y="2217802"/>
              <a:ext cx="132322" cy="132322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8033820" y="2393691"/>
              <a:ext cx="287999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8096598" y="2422197"/>
              <a:ext cx="162444" cy="162444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8033820" y="2613147"/>
              <a:ext cx="287999" cy="2393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8085041" y="2640025"/>
              <a:ext cx="185557" cy="185557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8033820" y="2852460"/>
              <a:ext cx="287999" cy="2651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8075299" y="2882537"/>
              <a:ext cx="205043" cy="205043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8033820" y="3117656"/>
              <a:ext cx="287999" cy="287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8066715" y="3150551"/>
              <a:ext cx="222210" cy="222210"/>
            </a:xfrm>
            <a:prstGeom prst="ellipse">
              <a:avLst/>
            </a:prstGeom>
            <a:ln w="540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8391409" y="2019016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391409" y="2238472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391409" y="2457928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391409" y="2687312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391409" y="2939567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391409" y="3216165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7964231" y="3614423"/>
              <a:ext cx="1110179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8033820" y="3698734"/>
              <a:ext cx="97100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-log10(p.adjust)</a:t>
              </a:r>
            </a:p>
          </p:txBody>
        </p:sp>
        <p:pic>
          <p:nvPicPr>
            <p:cNvPr id="68" name="pic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33820" y="3883081"/>
              <a:ext cx="219455" cy="1097280"/>
            </a:xfrm>
            <a:prstGeom prst="rect">
              <a:avLst/>
            </a:prstGeom>
          </p:spPr>
        </p:pic>
        <p:sp>
          <p:nvSpPr>
            <p:cNvPr id="69" name="pl69"/>
            <p:cNvSpPr/>
            <p:nvPr/>
          </p:nvSpPr>
          <p:spPr>
            <a:xfrm>
              <a:off x="8209385" y="474741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209385" y="446039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209385" y="417336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209385" y="388634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033820" y="474741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033820" y="446039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033820" y="417336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033820" y="388634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>
              <a:off x="8322865" y="4701923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8322865" y="4414901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8322865" y="4127878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8322865" y="3840855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72719" y="450589"/>
              <a:ext cx="3044037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KEGG Enrichment — C1QBP Low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381000"/>
            <a:ext cx="9144000" cy="6096000"/>
            <a:chOff x="0" y="381000"/>
            <a:chExt cx="9144000" cy="6096000"/>
          </a:xfrm>
        </p:grpSpPr>
        <p:sp>
          <p:nvSpPr>
            <p:cNvPr id="3" name="rc3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381000"/>
              <a:ext cx="9143999" cy="609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85174" y="753685"/>
              <a:ext cx="4585883" cy="5090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693623" y="5369962"/>
              <a:ext cx="2223458" cy="349339"/>
            </a:xfrm>
            <a:prstGeom prst="rect">
              <a:avLst/>
            </a:prstGeom>
            <a:solidFill>
              <a:srgbClr val="2B83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693623" y="4870905"/>
              <a:ext cx="2223458" cy="349339"/>
            </a:xfrm>
            <a:prstGeom prst="rect">
              <a:avLst/>
            </a:prstGeom>
            <a:solidFill>
              <a:srgbClr val="2B83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693623" y="4371848"/>
              <a:ext cx="2223458" cy="349339"/>
            </a:xfrm>
            <a:prstGeom prst="rect">
              <a:avLst/>
            </a:prstGeom>
            <a:solidFill>
              <a:srgbClr val="2B83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693623" y="3872791"/>
              <a:ext cx="2501390" cy="349339"/>
            </a:xfrm>
            <a:prstGeom prst="rect">
              <a:avLst/>
            </a:prstGeom>
            <a:solidFill>
              <a:srgbClr val="74B6A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693623" y="3373734"/>
              <a:ext cx="3335187" cy="349339"/>
            </a:xfrm>
            <a:prstGeom prst="rect">
              <a:avLst/>
            </a:prstGeom>
            <a:solidFill>
              <a:srgbClr val="FEE7A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693623" y="2874677"/>
              <a:ext cx="3335187" cy="349339"/>
            </a:xfrm>
            <a:prstGeom prst="rect">
              <a:avLst/>
            </a:prstGeom>
            <a:solidFill>
              <a:srgbClr val="FEE7A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693623" y="2375620"/>
              <a:ext cx="3613120" cy="349339"/>
            </a:xfrm>
            <a:prstGeom prst="rect">
              <a:avLst/>
            </a:prstGeom>
            <a:solidFill>
              <a:srgbClr val="FDB9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693623" y="1876563"/>
              <a:ext cx="4168984" cy="349339"/>
            </a:xfrm>
            <a:prstGeom prst="rect">
              <a:avLst/>
            </a:prstGeom>
            <a:solidFill>
              <a:srgbClr val="D719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693623" y="1377506"/>
              <a:ext cx="4168984" cy="349339"/>
            </a:xfrm>
            <a:prstGeom prst="rect">
              <a:avLst/>
            </a:prstGeom>
            <a:solidFill>
              <a:srgbClr val="D719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693623" y="878449"/>
              <a:ext cx="4168984" cy="349339"/>
            </a:xfrm>
            <a:prstGeom prst="rect">
              <a:avLst/>
            </a:prstGeom>
            <a:solidFill>
              <a:srgbClr val="D719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2669078" y="5494614"/>
              <a:ext cx="75346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Proteasome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2676759" y="4995557"/>
              <a:ext cx="7457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Phagosome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154466" y="4496500"/>
              <a:ext cx="226807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Pathogenic Escherichia coli infection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2596658" y="3997443"/>
              <a:ext cx="82588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Tight junction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2575901" y="3498386"/>
              <a:ext cx="8466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Prion disease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226143" y="2999329"/>
              <a:ext cx="119640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Huntington disease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280915" y="2500272"/>
              <a:ext cx="11416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Alzheimer disease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280733" y="2001215"/>
              <a:ext cx="114181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Parkinson disease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644219" y="1502158"/>
              <a:ext cx="177832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Amyotrophic lateral sclerosis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53051" y="1003101"/>
              <a:ext cx="316949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Pathways of neurodegeneration - multiple diseases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3450379" y="55446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450379" y="50455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450379" y="45465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450379" y="40474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450379" y="35484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450379" y="30493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450379" y="25502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450379" y="20512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450379" y="15521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450379" y="10531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485174" y="5844066"/>
              <a:ext cx="4585883" cy="0"/>
            </a:xfrm>
            <a:custGeom>
              <a:avLst/>
              <a:pathLst>
                <a:path w="4585883" h="0">
                  <a:moveTo>
                    <a:pt x="0" y="0"/>
                  </a:moveTo>
                  <a:lnTo>
                    <a:pt x="45858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93623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805352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917082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028811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3557606" y="5906696"/>
              <a:ext cx="27203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669335" y="5906696"/>
              <a:ext cx="27203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5781065" y="5906696"/>
              <a:ext cx="27203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892794" y="5906696"/>
              <a:ext cx="27203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383461" y="6070969"/>
              <a:ext cx="789310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46" name="rc46"/>
            <p:cNvSpPr/>
            <p:nvPr/>
          </p:nvSpPr>
          <p:spPr>
            <a:xfrm>
              <a:off x="8210235" y="2581112"/>
              <a:ext cx="807238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8279824" y="2665423"/>
              <a:ext cx="66806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pic>
          <p:nvPicPr>
            <p:cNvPr id="48" name="pic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9824" y="2849769"/>
              <a:ext cx="219455" cy="1097280"/>
            </a:xfrm>
            <a:prstGeom prst="rect">
              <a:avLst/>
            </a:prstGeom>
          </p:spPr>
        </p:pic>
        <p:sp>
          <p:nvSpPr>
            <p:cNvPr id="49" name="pl49"/>
            <p:cNvSpPr/>
            <p:nvPr/>
          </p:nvSpPr>
          <p:spPr>
            <a:xfrm>
              <a:off x="8455389" y="394522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455389" y="369525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8455389" y="344527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455389" y="319530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455389" y="294533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279824" y="394522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279824" y="369525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279824" y="344527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279824" y="319530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279824" y="294533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8568869" y="3899729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568869" y="3649758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568869" y="3399787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568869" y="3149817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0.16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568869" y="2899846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0.18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485174" y="507525"/>
              <a:ext cx="3086374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KEGG Enrichment — C1QBP High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381000"/>
            <a:ext cx="9144000" cy="6096000"/>
            <a:chOff x="0" y="381000"/>
            <a:chExt cx="9144000" cy="6096000"/>
          </a:xfrm>
        </p:grpSpPr>
        <p:sp>
          <p:nvSpPr>
            <p:cNvPr id="3" name="rc3"/>
            <p:cNvSpPr/>
            <p:nvPr/>
          </p:nvSpPr>
          <p:spPr>
            <a:xfrm>
              <a:off x="0" y="380999"/>
              <a:ext cx="9144000" cy="609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381000"/>
              <a:ext cx="9144000" cy="609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956181" y="753685"/>
              <a:ext cx="3811935" cy="5090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129451" y="5369962"/>
              <a:ext cx="1299523" cy="349339"/>
            </a:xfrm>
            <a:prstGeom prst="rect">
              <a:avLst/>
            </a:prstGeom>
            <a:solidFill>
              <a:srgbClr val="60A8B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129451" y="4870905"/>
              <a:ext cx="1732697" cy="349339"/>
            </a:xfrm>
            <a:prstGeom prst="rect">
              <a:avLst/>
            </a:prstGeom>
            <a:solidFill>
              <a:srgbClr val="2B83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129451" y="4371848"/>
              <a:ext cx="1949284" cy="349339"/>
            </a:xfrm>
            <a:prstGeom prst="rect">
              <a:avLst/>
            </a:prstGeom>
            <a:solidFill>
              <a:srgbClr val="ADDD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129451" y="3872791"/>
              <a:ext cx="2165872" cy="349339"/>
            </a:xfrm>
            <a:prstGeom prst="rect">
              <a:avLst/>
            </a:prstGeom>
            <a:solidFill>
              <a:srgbClr val="C1E6A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29451" y="3373734"/>
              <a:ext cx="2165872" cy="349339"/>
            </a:xfrm>
            <a:prstGeom prst="rect">
              <a:avLst/>
            </a:prstGeom>
            <a:solidFill>
              <a:srgbClr val="7CBBA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129451" y="2874677"/>
              <a:ext cx="2382459" cy="349339"/>
            </a:xfrm>
            <a:prstGeom prst="rect">
              <a:avLst/>
            </a:prstGeom>
            <a:solidFill>
              <a:srgbClr val="92CCA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129451" y="2375620"/>
              <a:ext cx="2599046" cy="349339"/>
            </a:xfrm>
            <a:prstGeom prst="rect">
              <a:avLst/>
            </a:prstGeom>
            <a:solidFill>
              <a:srgbClr val="FEDB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129451" y="1876563"/>
              <a:ext cx="2815633" cy="349339"/>
            </a:xfrm>
            <a:prstGeom prst="rect">
              <a:avLst/>
            </a:prstGeom>
            <a:solidFill>
              <a:srgbClr val="FCAC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129451" y="1377506"/>
              <a:ext cx="3248808" cy="349339"/>
            </a:xfrm>
            <a:prstGeom prst="rect">
              <a:avLst/>
            </a:prstGeom>
            <a:solidFill>
              <a:srgbClr val="D719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129451" y="878449"/>
              <a:ext cx="3465395" cy="349339"/>
            </a:xfrm>
            <a:prstGeom prst="rect">
              <a:avLst/>
            </a:prstGeom>
            <a:solidFill>
              <a:srgbClr val="FCFCB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3085770" y="5494614"/>
              <a:ext cx="80778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Legionellosis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1625748" y="4995557"/>
              <a:ext cx="226780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NOD-like receptor signaling pathway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998366" y="4496500"/>
              <a:ext cx="189518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NF-kappa B signaling pathway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2472391" y="3997443"/>
              <a:ext cx="142116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TNF signaling pathway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2037136" y="3498386"/>
              <a:ext cx="185641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Chemokine signaling pathway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347758" y="2999329"/>
              <a:ext cx="154579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Lipid and atherosclerosis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53051" y="2500272"/>
              <a:ext cx="364050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Viral protein interaction with cytokine and cytokine receptor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643109" y="2001215"/>
              <a:ext cx="12504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Rheumatoid arthritis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425299" y="1502158"/>
              <a:ext cx="146825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IL-17 signaling pathway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555613" y="1003101"/>
              <a:ext cx="233793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Cytokine-cytokine receptor interaction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3921387" y="55446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921387" y="50455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921387" y="45465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921387" y="40474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921387" y="35484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921387" y="30493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921387" y="25502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921387" y="20512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921387" y="15521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921387" y="10531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956181" y="5844066"/>
              <a:ext cx="3811935" cy="0"/>
            </a:xfrm>
            <a:custGeom>
              <a:avLst/>
              <a:pathLst>
                <a:path w="3811935" h="0">
                  <a:moveTo>
                    <a:pt x="0" y="0"/>
                  </a:moveTo>
                  <a:lnTo>
                    <a:pt x="3811935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129451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277363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425276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573188" y="5844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032296" y="59066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5180208" y="59066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328121" y="59066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476033" y="59066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467494" y="6070969"/>
              <a:ext cx="789310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46" name="rc46"/>
            <p:cNvSpPr/>
            <p:nvPr/>
          </p:nvSpPr>
          <p:spPr>
            <a:xfrm>
              <a:off x="7907295" y="2581112"/>
              <a:ext cx="1110179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7976884" y="2665423"/>
              <a:ext cx="97100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-log10(p.adjust)</a:t>
              </a:r>
            </a:p>
          </p:txBody>
        </p:sp>
        <p:pic>
          <p:nvPicPr>
            <p:cNvPr id="48" name="pic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6884" y="2849769"/>
              <a:ext cx="219455" cy="1097280"/>
            </a:xfrm>
            <a:prstGeom prst="rect">
              <a:avLst/>
            </a:prstGeom>
          </p:spPr>
        </p:pic>
        <p:sp>
          <p:nvSpPr>
            <p:cNvPr id="49" name="pl49"/>
            <p:cNvSpPr/>
            <p:nvPr/>
          </p:nvSpPr>
          <p:spPr>
            <a:xfrm>
              <a:off x="8152448" y="371410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152448" y="342708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8152448" y="314005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152448" y="285303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976884" y="371410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976884" y="342708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976884" y="314005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976884" y="285303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8265929" y="3668612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265929" y="3381589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5929" y="3094566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5929" y="2807543"/>
              <a:ext cx="14136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956181" y="507525"/>
              <a:ext cx="3044037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KEGG Enrichment — C1QBP Low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228600"/>
            <a:ext cx="9144000" cy="6400800"/>
            <a:chOff x="0" y="228600"/>
            <a:chExt cx="9144000" cy="6400800"/>
          </a:xfrm>
        </p:grpSpPr>
        <p:sp>
          <p:nvSpPr>
            <p:cNvPr id="3" name="rc3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3051" y="601285"/>
              <a:ext cx="7935686" cy="53951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084259" y="5642898"/>
              <a:ext cx="3136635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280299" y="5380996"/>
              <a:ext cx="2940595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672378" y="5119094"/>
              <a:ext cx="2548515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868418" y="4857192"/>
              <a:ext cx="2352476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064457" y="4595290"/>
              <a:ext cx="2156436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260497" y="4333388"/>
              <a:ext cx="1960396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260497" y="4071486"/>
              <a:ext cx="1960396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456537" y="3809584"/>
              <a:ext cx="1764357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52576" y="3547682"/>
              <a:ext cx="1568317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044656" y="3285780"/>
              <a:ext cx="1176238" cy="183331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220894" y="3023878"/>
              <a:ext cx="1039010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220894" y="2761976"/>
              <a:ext cx="1039010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220894" y="2500074"/>
              <a:ext cx="1039010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220894" y="2238172"/>
              <a:ext cx="1168886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220894" y="1976270"/>
              <a:ext cx="1558515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220894" y="1714368"/>
              <a:ext cx="1558515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220894" y="1452466"/>
              <a:ext cx="1688391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4220894" y="1190564"/>
              <a:ext cx="1948144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220894" y="928662"/>
              <a:ext cx="1948144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220894" y="666760"/>
              <a:ext cx="1948144" cy="183331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4314993" y="5689301"/>
              <a:ext cx="211464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Cytokine-cytokine receptor interaction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314993" y="5427399"/>
              <a:ext cx="132816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IL-17 signaling pathway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314993" y="5165497"/>
              <a:ext cx="113102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Rheumatoid arthritis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314993" y="4903595"/>
              <a:ext cx="329284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Viral protein interaction with cytokine and cytokine receptor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314993" y="4641693"/>
              <a:ext cx="1398300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Lipid and atherosclerosis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314993" y="4379791"/>
              <a:ext cx="128564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TNF signaling pathway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314993" y="4117889"/>
              <a:ext cx="167938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Chemokine signaling pathway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314993" y="3855987"/>
              <a:ext cx="171440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NF-kappa B signaling pathway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4314993" y="3594085"/>
              <a:ext cx="205136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NOD-like receptor signaling pathway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314993" y="3332183"/>
              <a:ext cx="73087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Legionellosis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45293" y="3070281"/>
              <a:ext cx="68150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452151" y="2808379"/>
              <a:ext cx="67464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Phagosome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075064" y="2546477"/>
              <a:ext cx="2051730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Pathogenic Escherichia coli infection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379639" y="2284575"/>
              <a:ext cx="74715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Tight junction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360893" y="2022673"/>
              <a:ext cx="76590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Prion disease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044511" y="1760771"/>
              <a:ext cx="108228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Huntington disease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094071" y="1498869"/>
              <a:ext cx="103272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Alzheimer disease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093889" y="1236967"/>
              <a:ext cx="1032906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Parkinson disease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518274" y="975065"/>
              <a:ext cx="160852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Amyotrophic lateral sclerosis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259877" y="713163"/>
              <a:ext cx="286691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Pathways of neurodegeneration - multiple diseases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253051" y="5996466"/>
              <a:ext cx="7935686" cy="0"/>
            </a:xfrm>
            <a:custGeom>
              <a:avLst/>
              <a:pathLst>
                <a:path w="7935686" h="0">
                  <a:moveTo>
                    <a:pt x="0" y="0"/>
                  </a:moveTo>
                  <a:lnTo>
                    <a:pt x="7935686" y="0"/>
                  </a:lnTo>
                  <a:lnTo>
                    <a:pt x="7935686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3051" y="5996466"/>
              <a:ext cx="7935686" cy="0"/>
            </a:xfrm>
            <a:custGeom>
              <a:avLst/>
              <a:pathLst>
                <a:path w="7935686" h="0">
                  <a:moveTo>
                    <a:pt x="0" y="0"/>
                  </a:moveTo>
                  <a:lnTo>
                    <a:pt x="793568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142873" y="5996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220894" y="5996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6298915" y="5996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2045718" y="60590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182032" y="6059096"/>
              <a:ext cx="7772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201760" y="6059096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826239" y="6223369"/>
              <a:ext cx="789310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8327915" y="2910296"/>
              <a:ext cx="689558" cy="7771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8397504" y="2994607"/>
              <a:ext cx="38843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57" name="rc57"/>
            <p:cNvSpPr/>
            <p:nvPr/>
          </p:nvSpPr>
          <p:spPr>
            <a:xfrm>
              <a:off x="8397504" y="317895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8406504" y="3187953"/>
              <a:ext cx="201455" cy="201456"/>
            </a:xfrm>
            <a:prstGeom prst="rect">
              <a:avLst/>
            </a:prstGeom>
            <a:solidFill>
              <a:srgbClr val="336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8397504" y="339840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8406504" y="3407409"/>
              <a:ext cx="201455" cy="201456"/>
            </a:xfrm>
            <a:prstGeom prst="rect">
              <a:avLst/>
            </a:prstGeom>
            <a:solidFill>
              <a:srgbClr val="FF6C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8686549" y="3243190"/>
              <a:ext cx="26133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High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686549" y="3462646"/>
              <a:ext cx="23308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Low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253051" y="355125"/>
              <a:ext cx="3604839" cy="136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KEGG Enrichment: C1QBP High vs Low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143000" y="0"/>
            <a:ext cx="6858000" cy="6858000"/>
            <a:chOff x="1143000" y="0"/>
            <a:chExt cx="6858000" cy="6858000"/>
          </a:xfrm>
        </p:grpSpPr>
        <p:sp>
          <p:nvSpPr>
            <p:cNvPr id="3" name="rc3"/>
            <p:cNvSpPr/>
            <p:nvPr/>
          </p:nvSpPr>
          <p:spPr>
            <a:xfrm>
              <a:off x="1143000" y="0"/>
              <a:ext cx="6858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143000" y="0"/>
              <a:ext cx="6858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12589" y="303861"/>
              <a:ext cx="1166196" cy="32422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378785" y="303861"/>
              <a:ext cx="2193214" cy="32422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282178" y="584222"/>
              <a:ext cx="1027018" cy="25737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75543" y="735617"/>
              <a:ext cx="933652" cy="2270917"/>
            </a:xfrm>
            <a:custGeom>
              <a:avLst/>
              <a:pathLst>
                <a:path w="933652" h="2270917">
                  <a:moveTo>
                    <a:pt x="726174" y="2270917"/>
                  </a:moveTo>
                  <a:lnTo>
                    <a:pt x="622435" y="2018593"/>
                  </a:lnTo>
                  <a:lnTo>
                    <a:pt x="933652" y="1766268"/>
                  </a:lnTo>
                  <a:lnTo>
                    <a:pt x="933652" y="1766268"/>
                  </a:lnTo>
                  <a:lnTo>
                    <a:pt x="518696" y="1513944"/>
                  </a:lnTo>
                  <a:lnTo>
                    <a:pt x="207478" y="1261620"/>
                  </a:lnTo>
                  <a:lnTo>
                    <a:pt x="933652" y="1009296"/>
                  </a:lnTo>
                  <a:lnTo>
                    <a:pt x="933652" y="1009296"/>
                  </a:lnTo>
                  <a:lnTo>
                    <a:pt x="0" y="756972"/>
                  </a:lnTo>
                  <a:lnTo>
                    <a:pt x="414956" y="504648"/>
                  </a:lnTo>
                  <a:lnTo>
                    <a:pt x="207478" y="252324"/>
                  </a:lnTo>
                  <a:lnTo>
                    <a:pt x="414956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2056566" y="2961382"/>
              <a:ext cx="90303" cy="90303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4662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1952826" y="2709058"/>
              <a:ext cx="90303" cy="90303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4662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2264044" y="2456734"/>
              <a:ext cx="90303" cy="90303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4662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1849087" y="2204410"/>
              <a:ext cx="90303" cy="90303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4662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1537869" y="1952086"/>
              <a:ext cx="90303" cy="90303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4662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2264044" y="1699762"/>
              <a:ext cx="90303" cy="90303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4662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1330391" y="1447437"/>
              <a:ext cx="90303" cy="90303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4662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1745348" y="1195113"/>
              <a:ext cx="90303" cy="90303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4662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1537869" y="942789"/>
              <a:ext cx="90303" cy="90303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4662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1745348" y="690465"/>
              <a:ext cx="90303" cy="90303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4662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282178" y="584222"/>
              <a:ext cx="1027018" cy="257370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256289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013539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70789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28040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285290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2225199" y="32205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982449" y="32205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1739700" y="32205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496950" y="32205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227271" y="3220559"/>
              <a:ext cx="11603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375520" y="3358863"/>
              <a:ext cx="84033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 (%)</a:t>
              </a:r>
            </a:p>
          </p:txBody>
        </p:sp>
        <p:sp>
          <p:nvSpPr>
            <p:cNvPr id="31" name="rc31"/>
            <p:cNvSpPr/>
            <p:nvPr/>
          </p:nvSpPr>
          <p:spPr>
            <a:xfrm>
              <a:off x="2448374" y="584222"/>
              <a:ext cx="2054036" cy="25737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448374" y="2918221"/>
              <a:ext cx="811972" cy="176626"/>
            </a:xfrm>
            <a:prstGeom prst="rect">
              <a:avLst/>
            </a:prstGeom>
            <a:solidFill>
              <a:srgbClr val="466277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2448374" y="2665897"/>
              <a:ext cx="827179" cy="176626"/>
            </a:xfrm>
            <a:prstGeom prst="rect">
              <a:avLst/>
            </a:prstGeom>
            <a:solidFill>
              <a:srgbClr val="466277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448374" y="2413572"/>
              <a:ext cx="1077562" cy="176626"/>
            </a:xfrm>
            <a:prstGeom prst="rect">
              <a:avLst/>
            </a:prstGeom>
            <a:solidFill>
              <a:srgbClr val="466277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448374" y="2161248"/>
              <a:ext cx="1077562" cy="176626"/>
            </a:xfrm>
            <a:prstGeom prst="rect">
              <a:avLst/>
            </a:prstGeom>
            <a:solidFill>
              <a:srgbClr val="466277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448374" y="1908924"/>
              <a:ext cx="1212975" cy="176626"/>
            </a:xfrm>
            <a:prstGeom prst="rect">
              <a:avLst/>
            </a:prstGeom>
            <a:solidFill>
              <a:srgbClr val="466277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448374" y="1656600"/>
              <a:ext cx="1299625" cy="176626"/>
            </a:xfrm>
            <a:prstGeom prst="rect">
              <a:avLst/>
            </a:prstGeom>
            <a:solidFill>
              <a:srgbClr val="466277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2448374" y="1404276"/>
              <a:ext cx="1301325" cy="176626"/>
            </a:xfrm>
            <a:prstGeom prst="rect">
              <a:avLst/>
            </a:prstGeom>
            <a:solidFill>
              <a:srgbClr val="466277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2448374" y="1151952"/>
              <a:ext cx="1466810" cy="176626"/>
            </a:xfrm>
            <a:prstGeom prst="rect">
              <a:avLst/>
            </a:prstGeom>
            <a:solidFill>
              <a:srgbClr val="466277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448374" y="899628"/>
              <a:ext cx="1756850" cy="176626"/>
            </a:xfrm>
            <a:prstGeom prst="rect">
              <a:avLst/>
            </a:prstGeom>
            <a:solidFill>
              <a:srgbClr val="466277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448374" y="647303"/>
              <a:ext cx="1867305" cy="176626"/>
            </a:xfrm>
            <a:prstGeom prst="rect">
              <a:avLst/>
            </a:prstGeom>
            <a:solidFill>
              <a:srgbClr val="466277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2472827" y="2967718"/>
              <a:ext cx="127074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N-terminus binding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472827" y="2715394"/>
              <a:ext cx="86118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isomerase activity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472827" y="2463070"/>
              <a:ext cx="160788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GDP-dissociation inhibitor activity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472827" y="2210746"/>
              <a:ext cx="159599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structural constituent of ribosome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472827" y="1958421"/>
              <a:ext cx="795162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cadherin binding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472827" y="1706097"/>
              <a:ext cx="111419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RAGE receptor binding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472827" y="1453773"/>
              <a:ext cx="60835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binding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472827" y="1201449"/>
              <a:ext cx="164436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ribonucleoprotein complex binding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472827" y="949125"/>
              <a:ext cx="101772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binding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472827" y="696801"/>
              <a:ext cx="1752721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structural constituent of cytoskeleton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2448374" y="584222"/>
              <a:ext cx="2054036" cy="257370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448374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37427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426479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915532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404584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2417284" y="32205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906337" y="32205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395390" y="32205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884442" y="32205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373495" y="32205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033828" y="3358863"/>
              <a:ext cx="88312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-log10(p.adjust)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365344" y="373450"/>
              <a:ext cx="22009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MF</a:t>
              </a:r>
            </a:p>
          </p:txBody>
        </p:sp>
        <p:sp>
          <p:nvSpPr>
            <p:cNvPr id="65" name="rc65"/>
            <p:cNvSpPr/>
            <p:nvPr/>
          </p:nvSpPr>
          <p:spPr>
            <a:xfrm>
              <a:off x="4572000" y="303861"/>
              <a:ext cx="1166196" cy="32422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5738196" y="303861"/>
              <a:ext cx="2193214" cy="32422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4641589" y="584222"/>
              <a:ext cx="1027018" cy="25737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734954" y="735617"/>
              <a:ext cx="933652" cy="2270917"/>
            </a:xfrm>
            <a:custGeom>
              <a:avLst/>
              <a:pathLst>
                <a:path w="933652" h="2270917">
                  <a:moveTo>
                    <a:pt x="933652" y="2270917"/>
                  </a:moveTo>
                  <a:lnTo>
                    <a:pt x="933652" y="2018593"/>
                  </a:lnTo>
                  <a:lnTo>
                    <a:pt x="266757" y="1766268"/>
                  </a:lnTo>
                  <a:lnTo>
                    <a:pt x="0" y="1513944"/>
                  </a:lnTo>
                  <a:lnTo>
                    <a:pt x="800273" y="1261620"/>
                  </a:lnTo>
                  <a:lnTo>
                    <a:pt x="400136" y="1009296"/>
                  </a:lnTo>
                  <a:lnTo>
                    <a:pt x="400136" y="756972"/>
                  </a:lnTo>
                  <a:lnTo>
                    <a:pt x="0" y="504648"/>
                  </a:lnTo>
                  <a:lnTo>
                    <a:pt x="0" y="252324"/>
                  </a:lnTo>
                  <a:lnTo>
                    <a:pt x="933652" y="0"/>
                  </a:lnTo>
                  <a:lnTo>
                    <a:pt x="933652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623455" y="2961382"/>
              <a:ext cx="90303" cy="90303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BE59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623455" y="2709058"/>
              <a:ext cx="90303" cy="90303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BE59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956560" y="2456734"/>
              <a:ext cx="90303" cy="90303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BE59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689802" y="2204410"/>
              <a:ext cx="90303" cy="90303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BE59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490076" y="1952086"/>
              <a:ext cx="90303" cy="90303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BE59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089939" y="1699762"/>
              <a:ext cx="90303" cy="90303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BE59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089939" y="1447437"/>
              <a:ext cx="90303" cy="90303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BE59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689802" y="1195113"/>
              <a:ext cx="90303" cy="90303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BE59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689802" y="942789"/>
              <a:ext cx="90303" cy="90303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BE59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5623455" y="690465"/>
              <a:ext cx="90303" cy="90303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BE59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641589" y="584222"/>
              <a:ext cx="1027018" cy="257370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668607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401849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135091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868333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5559793" y="322055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293035" y="322055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12.5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026277" y="322055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15.0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759519" y="322055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17.5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734931" y="3358863"/>
              <a:ext cx="84033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 (%)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5807785" y="584222"/>
              <a:ext cx="2054036" cy="25737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5807785" y="2918221"/>
              <a:ext cx="632406" cy="176626"/>
            </a:xfrm>
            <a:prstGeom prst="rect">
              <a:avLst/>
            </a:prstGeom>
            <a:solidFill>
              <a:srgbClr val="BE5960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5807785" y="2665897"/>
              <a:ext cx="848552" cy="176626"/>
            </a:xfrm>
            <a:prstGeom prst="rect">
              <a:avLst/>
            </a:prstGeom>
            <a:solidFill>
              <a:srgbClr val="BE5960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5807785" y="2413572"/>
              <a:ext cx="916838" cy="176626"/>
            </a:xfrm>
            <a:prstGeom prst="rect">
              <a:avLst/>
            </a:prstGeom>
            <a:solidFill>
              <a:srgbClr val="BE5960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5807785" y="2161248"/>
              <a:ext cx="979090" cy="176626"/>
            </a:xfrm>
            <a:prstGeom prst="rect">
              <a:avLst/>
            </a:prstGeom>
            <a:solidFill>
              <a:srgbClr val="BE5960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5807785" y="1908924"/>
              <a:ext cx="982102" cy="176626"/>
            </a:xfrm>
            <a:prstGeom prst="rect">
              <a:avLst/>
            </a:prstGeom>
            <a:solidFill>
              <a:srgbClr val="BE5960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5807785" y="1656600"/>
              <a:ext cx="982102" cy="176626"/>
            </a:xfrm>
            <a:prstGeom prst="rect">
              <a:avLst/>
            </a:prstGeom>
            <a:solidFill>
              <a:srgbClr val="BE5960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5807785" y="1404276"/>
              <a:ext cx="1081866" cy="176626"/>
            </a:xfrm>
            <a:prstGeom prst="rect">
              <a:avLst/>
            </a:prstGeom>
            <a:solidFill>
              <a:srgbClr val="BE5960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5807785" y="1151952"/>
              <a:ext cx="1304996" cy="176626"/>
            </a:xfrm>
            <a:prstGeom prst="rect">
              <a:avLst/>
            </a:prstGeom>
            <a:solidFill>
              <a:srgbClr val="BE5960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5807785" y="899628"/>
              <a:ext cx="1815624" cy="176626"/>
            </a:xfrm>
            <a:prstGeom prst="rect">
              <a:avLst/>
            </a:prstGeom>
            <a:solidFill>
              <a:srgbClr val="BE5960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5807785" y="647303"/>
              <a:ext cx="1867305" cy="176626"/>
            </a:xfrm>
            <a:prstGeom prst="rect">
              <a:avLst/>
            </a:prstGeom>
            <a:solidFill>
              <a:srgbClr val="BE5960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tx100"/>
            <p:cNvSpPr/>
            <p:nvPr/>
          </p:nvSpPr>
          <p:spPr>
            <a:xfrm>
              <a:off x="5823765" y="2967718"/>
              <a:ext cx="175866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Pathogenic Escherichia coli infection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823765" y="2715394"/>
              <a:ext cx="57826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Phagosome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823765" y="2463070"/>
              <a:ext cx="885322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Alzheimer disease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823765" y="2210746"/>
              <a:ext cx="245745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Pathways of neurodegeneration - multiple diseases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823765" y="1958421"/>
              <a:ext cx="64035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Tight junction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5823765" y="1706097"/>
              <a:ext cx="92765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Huntington disease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5823765" y="1453773"/>
              <a:ext cx="65653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Prion disease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5823765" y="1201449"/>
              <a:ext cx="137909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Amyotrophic lateral sclerosis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5823765" y="949125"/>
              <a:ext cx="88550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Parkinson disease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5823765" y="696801"/>
              <a:ext cx="58421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</a:t>
              </a:r>
            </a:p>
          </p:txBody>
        </p:sp>
        <p:sp>
          <p:nvSpPr>
            <p:cNvPr id="110" name="rc110"/>
            <p:cNvSpPr/>
            <p:nvPr/>
          </p:nvSpPr>
          <p:spPr>
            <a:xfrm>
              <a:off x="5807785" y="584222"/>
              <a:ext cx="2054036" cy="257370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807785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446980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7086175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7725370" y="315792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5776695" y="32205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6415890" y="32205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7055086" y="32205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7694281" y="32205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6393239" y="3358863"/>
              <a:ext cx="88312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-log10(p.adjust)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610318" y="373450"/>
              <a:ext cx="44897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KEGG</a:t>
              </a:r>
            </a:p>
          </p:txBody>
        </p:sp>
        <p:sp>
          <p:nvSpPr>
            <p:cNvPr id="121" name="rc121"/>
            <p:cNvSpPr/>
            <p:nvPr/>
          </p:nvSpPr>
          <p:spPr>
            <a:xfrm>
              <a:off x="1212589" y="3546136"/>
              <a:ext cx="1166196" cy="32422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2378785" y="3546136"/>
              <a:ext cx="2193214" cy="32422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1282178" y="3826497"/>
              <a:ext cx="1027018" cy="25737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1375543" y="3977892"/>
              <a:ext cx="933652" cy="2270917"/>
            </a:xfrm>
            <a:custGeom>
              <a:avLst/>
              <a:pathLst>
                <a:path w="933652" h="2270917">
                  <a:moveTo>
                    <a:pt x="746922" y="2270917"/>
                  </a:moveTo>
                  <a:lnTo>
                    <a:pt x="746922" y="2018593"/>
                  </a:lnTo>
                  <a:lnTo>
                    <a:pt x="280095" y="1766268"/>
                  </a:lnTo>
                  <a:lnTo>
                    <a:pt x="280095" y="1513944"/>
                  </a:lnTo>
                  <a:lnTo>
                    <a:pt x="280095" y="1261620"/>
                  </a:lnTo>
                  <a:lnTo>
                    <a:pt x="746922" y="1009296"/>
                  </a:lnTo>
                  <a:lnTo>
                    <a:pt x="0" y="756972"/>
                  </a:lnTo>
                  <a:lnTo>
                    <a:pt x="0" y="504648"/>
                  </a:lnTo>
                  <a:lnTo>
                    <a:pt x="933652" y="252324"/>
                  </a:lnTo>
                  <a:lnTo>
                    <a:pt x="933652" y="252324"/>
                  </a:lnTo>
                  <a:lnTo>
                    <a:pt x="746922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077313" y="6203657"/>
              <a:ext cx="90303" cy="90303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D88C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077313" y="5951333"/>
              <a:ext cx="90303" cy="90303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D88C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610487" y="5699009"/>
              <a:ext cx="90303" cy="90303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D88C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1610487" y="5446685"/>
              <a:ext cx="90303" cy="90303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D88C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610487" y="5194360"/>
              <a:ext cx="90303" cy="90303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D88C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2077313" y="4942036"/>
              <a:ext cx="90303" cy="90303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D88C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1330391" y="4689712"/>
              <a:ext cx="90303" cy="90303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D88C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330391" y="4437388"/>
              <a:ext cx="90303" cy="90303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D88C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264044" y="4185064"/>
              <a:ext cx="90303" cy="90303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D88C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077313" y="3932740"/>
              <a:ext cx="90303" cy="90303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D88C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1282178" y="3826497"/>
              <a:ext cx="1027018" cy="257370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050107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1777014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1503920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tx139"/>
            <p:cNvSpPr/>
            <p:nvPr/>
          </p:nvSpPr>
          <p:spPr>
            <a:xfrm>
              <a:off x="1972383" y="6462834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1668200" y="646283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1395107" y="646283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12.5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1375520" y="6601138"/>
              <a:ext cx="84033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 (%)</a:t>
              </a:r>
            </a:p>
          </p:txBody>
        </p:sp>
        <p:sp>
          <p:nvSpPr>
            <p:cNvPr id="143" name="rc143"/>
            <p:cNvSpPr/>
            <p:nvPr/>
          </p:nvSpPr>
          <p:spPr>
            <a:xfrm>
              <a:off x="2448374" y="3826497"/>
              <a:ext cx="2054036" cy="25737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2448374" y="6160495"/>
              <a:ext cx="1338514" cy="176626"/>
            </a:xfrm>
            <a:prstGeom prst="rect">
              <a:avLst/>
            </a:prstGeom>
            <a:solidFill>
              <a:srgbClr val="D88C51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2448374" y="5908171"/>
              <a:ext cx="1372376" cy="176626"/>
            </a:xfrm>
            <a:prstGeom prst="rect">
              <a:avLst/>
            </a:prstGeom>
            <a:solidFill>
              <a:srgbClr val="D88C51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2448374" y="5655847"/>
              <a:ext cx="1599866" cy="176626"/>
            </a:xfrm>
            <a:prstGeom prst="rect">
              <a:avLst/>
            </a:prstGeom>
            <a:solidFill>
              <a:srgbClr val="D88C51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2448374" y="5403523"/>
              <a:ext cx="1599866" cy="176626"/>
            </a:xfrm>
            <a:prstGeom prst="rect">
              <a:avLst/>
            </a:prstGeom>
            <a:solidFill>
              <a:srgbClr val="D88C51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2448374" y="5151199"/>
              <a:ext cx="1599866" cy="176626"/>
            </a:xfrm>
            <a:prstGeom prst="rect">
              <a:avLst/>
            </a:prstGeom>
            <a:solidFill>
              <a:srgbClr val="D88C51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2448374" y="4898875"/>
              <a:ext cx="1651315" cy="176626"/>
            </a:xfrm>
            <a:prstGeom prst="rect">
              <a:avLst/>
            </a:prstGeom>
            <a:solidFill>
              <a:srgbClr val="D88C51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2448374" y="4646551"/>
              <a:ext cx="1834389" cy="176626"/>
            </a:xfrm>
            <a:prstGeom prst="rect">
              <a:avLst/>
            </a:prstGeom>
            <a:solidFill>
              <a:srgbClr val="D88C51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2448374" y="4394226"/>
              <a:ext cx="1839975" cy="176626"/>
            </a:xfrm>
            <a:prstGeom prst="rect">
              <a:avLst/>
            </a:prstGeom>
            <a:solidFill>
              <a:srgbClr val="D88C51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2448374" y="4141902"/>
              <a:ext cx="1867305" cy="176626"/>
            </a:xfrm>
            <a:prstGeom prst="rect">
              <a:avLst/>
            </a:prstGeom>
            <a:solidFill>
              <a:srgbClr val="D88C51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2448374" y="3889578"/>
              <a:ext cx="1867305" cy="176626"/>
            </a:xfrm>
            <a:prstGeom prst="rect">
              <a:avLst/>
            </a:prstGeom>
            <a:solidFill>
              <a:srgbClr val="D88C51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tx154"/>
            <p:cNvSpPr/>
            <p:nvPr/>
          </p:nvSpPr>
          <p:spPr>
            <a:xfrm>
              <a:off x="2462596" y="6209993"/>
              <a:ext cx="130082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ficolin-1-rich granule lumen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2462596" y="5957668"/>
              <a:ext cx="90351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peptidase complex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2462596" y="5705344"/>
              <a:ext cx="11624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secretory granule lumen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2462596" y="5453020"/>
              <a:ext cx="125263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cytoplasmic vesicle lumen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2462596" y="5200696"/>
              <a:ext cx="65644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vesicle lumen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2462596" y="4948372"/>
              <a:ext cx="114455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endopeptidase complex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2462596" y="4696048"/>
              <a:ext cx="104799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cell-substrate junction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2462596" y="4443724"/>
              <a:ext cx="69878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focal adhesion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2462596" y="4191400"/>
              <a:ext cx="124678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 core complex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2462596" y="3939075"/>
              <a:ext cx="100584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 complex</a:t>
              </a:r>
            </a:p>
          </p:txBody>
        </p:sp>
        <p:sp>
          <p:nvSpPr>
            <p:cNvPr id="164" name="rc164"/>
            <p:cNvSpPr/>
            <p:nvPr/>
          </p:nvSpPr>
          <p:spPr>
            <a:xfrm>
              <a:off x="2448374" y="3826497"/>
              <a:ext cx="2054036" cy="257370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448374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3017247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586119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4154992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169"/>
            <p:cNvSpPr/>
            <p:nvPr/>
          </p:nvSpPr>
          <p:spPr>
            <a:xfrm>
              <a:off x="2417284" y="646283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2986157" y="646283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3555030" y="646283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4123903" y="646283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3033828" y="6601138"/>
              <a:ext cx="88312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-log10(p.adjust)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3365298" y="3615725"/>
              <a:ext cx="22018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</a:t>
              </a:r>
            </a:p>
          </p:txBody>
        </p:sp>
        <p:sp>
          <p:nvSpPr>
            <p:cNvPr id="175" name="rc175"/>
            <p:cNvSpPr/>
            <p:nvPr/>
          </p:nvSpPr>
          <p:spPr>
            <a:xfrm>
              <a:off x="4572000" y="3546136"/>
              <a:ext cx="1166196" cy="32422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5738196" y="3546136"/>
              <a:ext cx="2193214" cy="32422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4641589" y="3826497"/>
              <a:ext cx="1027018" cy="25737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734954" y="3977892"/>
              <a:ext cx="933652" cy="2270917"/>
            </a:xfrm>
            <a:custGeom>
              <a:avLst/>
              <a:pathLst>
                <a:path w="933652" h="2270917">
                  <a:moveTo>
                    <a:pt x="0" y="2270917"/>
                  </a:moveTo>
                  <a:lnTo>
                    <a:pt x="933652" y="2018593"/>
                  </a:lnTo>
                  <a:lnTo>
                    <a:pt x="933652" y="2018593"/>
                  </a:lnTo>
                  <a:lnTo>
                    <a:pt x="560191" y="1766268"/>
                  </a:lnTo>
                  <a:lnTo>
                    <a:pt x="933652" y="1513944"/>
                  </a:lnTo>
                  <a:lnTo>
                    <a:pt x="933652" y="1513944"/>
                  </a:lnTo>
                  <a:lnTo>
                    <a:pt x="933652" y="1261620"/>
                  </a:lnTo>
                  <a:lnTo>
                    <a:pt x="746922" y="1009296"/>
                  </a:lnTo>
                  <a:lnTo>
                    <a:pt x="746922" y="756972"/>
                  </a:lnTo>
                  <a:lnTo>
                    <a:pt x="933652" y="504648"/>
                  </a:lnTo>
                  <a:lnTo>
                    <a:pt x="933652" y="504648"/>
                  </a:lnTo>
                  <a:lnTo>
                    <a:pt x="933652" y="252324"/>
                  </a:lnTo>
                  <a:lnTo>
                    <a:pt x="18673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689802" y="6203657"/>
              <a:ext cx="90303" cy="90303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437F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623455" y="5951333"/>
              <a:ext cx="90303" cy="90303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437F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5249994" y="5699009"/>
              <a:ext cx="90303" cy="90303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437F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5623455" y="5446685"/>
              <a:ext cx="90303" cy="90303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437F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623455" y="5194360"/>
              <a:ext cx="90303" cy="90303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437F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436724" y="4942036"/>
              <a:ext cx="90303" cy="90303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437F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5436724" y="4689712"/>
              <a:ext cx="90303" cy="90303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437F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623455" y="4437388"/>
              <a:ext cx="90303" cy="90303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437F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5623455" y="4185064"/>
              <a:ext cx="90303" cy="90303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437F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876533" y="3932740"/>
              <a:ext cx="90303" cy="90303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437F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4641589" y="3826497"/>
              <a:ext cx="1027018" cy="257370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5601384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5382909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5164434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4945959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4727485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tx195"/>
            <p:cNvSpPr/>
            <p:nvPr/>
          </p:nvSpPr>
          <p:spPr>
            <a:xfrm>
              <a:off x="5570294" y="646283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5351819" y="646283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5102255" y="646283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4887941" y="6462834"/>
              <a:ext cx="11603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4665305" y="646283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4734931" y="6601138"/>
              <a:ext cx="84033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 (%)</a:t>
              </a:r>
            </a:p>
          </p:txBody>
        </p:sp>
        <p:sp>
          <p:nvSpPr>
            <p:cNvPr id="201" name="rc201"/>
            <p:cNvSpPr/>
            <p:nvPr/>
          </p:nvSpPr>
          <p:spPr>
            <a:xfrm>
              <a:off x="5807785" y="3826497"/>
              <a:ext cx="2054036" cy="25737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5807785" y="6160495"/>
              <a:ext cx="1759561" cy="176626"/>
            </a:xfrm>
            <a:prstGeom prst="rect">
              <a:avLst/>
            </a:prstGeom>
            <a:solidFill>
              <a:srgbClr val="437F64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5807785" y="5908171"/>
              <a:ext cx="1825042" cy="176626"/>
            </a:xfrm>
            <a:prstGeom prst="rect">
              <a:avLst/>
            </a:prstGeom>
            <a:solidFill>
              <a:srgbClr val="437F64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5807785" y="5655847"/>
              <a:ext cx="1825042" cy="176626"/>
            </a:xfrm>
            <a:prstGeom prst="rect">
              <a:avLst/>
            </a:prstGeom>
            <a:solidFill>
              <a:srgbClr val="437F64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5807785" y="5403523"/>
              <a:ext cx="1825042" cy="176626"/>
            </a:xfrm>
            <a:prstGeom prst="rect">
              <a:avLst/>
            </a:prstGeom>
            <a:solidFill>
              <a:srgbClr val="437F64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5807785" y="5151199"/>
              <a:ext cx="1867305" cy="176626"/>
            </a:xfrm>
            <a:prstGeom prst="rect">
              <a:avLst/>
            </a:prstGeom>
            <a:solidFill>
              <a:srgbClr val="437F64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5807785" y="4898875"/>
              <a:ext cx="1867305" cy="176626"/>
            </a:xfrm>
            <a:prstGeom prst="rect">
              <a:avLst/>
            </a:prstGeom>
            <a:solidFill>
              <a:srgbClr val="437F64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5807785" y="4646551"/>
              <a:ext cx="1867305" cy="176626"/>
            </a:xfrm>
            <a:prstGeom prst="rect">
              <a:avLst/>
            </a:prstGeom>
            <a:solidFill>
              <a:srgbClr val="437F64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5807785" y="4394226"/>
              <a:ext cx="1867305" cy="176626"/>
            </a:xfrm>
            <a:prstGeom prst="rect">
              <a:avLst/>
            </a:prstGeom>
            <a:solidFill>
              <a:srgbClr val="437F64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5807785" y="4141902"/>
              <a:ext cx="1867305" cy="176626"/>
            </a:xfrm>
            <a:prstGeom prst="rect">
              <a:avLst/>
            </a:prstGeom>
            <a:solidFill>
              <a:srgbClr val="437F64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5807785" y="3889578"/>
              <a:ext cx="1867305" cy="176626"/>
            </a:xfrm>
            <a:prstGeom prst="rect">
              <a:avLst/>
            </a:prstGeom>
            <a:solidFill>
              <a:srgbClr val="437F64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tx212"/>
            <p:cNvSpPr/>
            <p:nvPr/>
          </p:nvSpPr>
          <p:spPr>
            <a:xfrm>
              <a:off x="5834088" y="6209993"/>
              <a:ext cx="1813072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ribonucleoprotein complex biogenesis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5834088" y="5957668"/>
              <a:ext cx="136693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polymerization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5834088" y="5705344"/>
              <a:ext cx="188503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organization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5834088" y="5453020"/>
              <a:ext cx="209607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positive regulation of endopeptidase activity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5834088" y="5200696"/>
              <a:ext cx="199330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polymerization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5834088" y="4948372"/>
              <a:ext cx="193322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polymerization or depolymerization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5834088" y="4696048"/>
              <a:ext cx="168633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protein polymerization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5834088" y="4443724"/>
              <a:ext cx="255958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polymerization or depolymerization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5834088" y="4191400"/>
              <a:ext cx="158986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length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5834088" y="3939075"/>
              <a:ext cx="222848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supramolecular fiber organization</a:t>
              </a:r>
            </a:p>
          </p:txBody>
        </p:sp>
        <p:sp>
          <p:nvSpPr>
            <p:cNvPr id="222" name="rc222"/>
            <p:cNvSpPr/>
            <p:nvPr/>
          </p:nvSpPr>
          <p:spPr>
            <a:xfrm>
              <a:off x="5807785" y="3826497"/>
              <a:ext cx="2054036" cy="257370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5807785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6333844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6859904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7385963" y="640020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tx227"/>
            <p:cNvSpPr/>
            <p:nvPr/>
          </p:nvSpPr>
          <p:spPr>
            <a:xfrm>
              <a:off x="5776695" y="646283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6302755" y="646283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6828814" y="646283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7354874" y="646283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6393239" y="6601138"/>
              <a:ext cx="88312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-log10(p.adjust)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6728916" y="3615725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BP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2879857" y="69589"/>
              <a:ext cx="3384285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 &amp; KEGG Enrichment — C1QBP High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228600"/>
            <a:ext cx="9144000" cy="6400800"/>
            <a:chOff x="0" y="228600"/>
            <a:chExt cx="9144000" cy="6400800"/>
          </a:xfrm>
        </p:grpSpPr>
        <p:sp>
          <p:nvSpPr>
            <p:cNvPr id="3" name="rc3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33862" y="532461"/>
              <a:ext cx="7844493" cy="5696935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156109" y="532461"/>
              <a:ext cx="0" cy="5696935"/>
            </a:xfrm>
            <a:custGeom>
              <a:avLst/>
              <a:pathLst>
                <a:path w="0" h="5696935">
                  <a:moveTo>
                    <a:pt x="0" y="569693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33862" y="6229397"/>
              <a:ext cx="7844493" cy="0"/>
            </a:xfrm>
            <a:custGeom>
              <a:avLst/>
              <a:pathLst>
                <a:path w="7844493" h="0">
                  <a:moveTo>
                    <a:pt x="0" y="0"/>
                  </a:moveTo>
                  <a:lnTo>
                    <a:pt x="7844493" y="0"/>
                  </a:lnTo>
                  <a:lnTo>
                    <a:pt x="784449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56109" y="6229397"/>
              <a:ext cx="142627" cy="0"/>
            </a:xfrm>
            <a:custGeom>
              <a:avLst/>
              <a:pathLst>
                <a:path w="142627" h="0">
                  <a:moveTo>
                    <a:pt x="0" y="0"/>
                  </a:moveTo>
                  <a:lnTo>
                    <a:pt x="14262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56109" y="4504779"/>
              <a:ext cx="142627" cy="0"/>
            </a:xfrm>
            <a:custGeom>
              <a:avLst/>
              <a:pathLst>
                <a:path w="142627" h="0">
                  <a:moveTo>
                    <a:pt x="0" y="0"/>
                  </a:moveTo>
                  <a:lnTo>
                    <a:pt x="14262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56109" y="2780161"/>
              <a:ext cx="142627" cy="0"/>
            </a:xfrm>
            <a:custGeom>
              <a:avLst/>
              <a:pathLst>
                <a:path w="142627" h="0">
                  <a:moveTo>
                    <a:pt x="0" y="0"/>
                  </a:moveTo>
                  <a:lnTo>
                    <a:pt x="14262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56109" y="1055544"/>
              <a:ext cx="142627" cy="0"/>
            </a:xfrm>
            <a:custGeom>
              <a:avLst/>
              <a:pathLst>
                <a:path w="142627" h="0">
                  <a:moveTo>
                    <a:pt x="0" y="0"/>
                  </a:moveTo>
                  <a:lnTo>
                    <a:pt x="14262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4080506" y="4467334"/>
              <a:ext cx="58155" cy="74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2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4004904" y="2742717"/>
              <a:ext cx="116311" cy="74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2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4004904" y="1018099"/>
              <a:ext cx="116311" cy="74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2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5" name="pt15"/>
            <p:cNvSpPr/>
            <p:nvPr/>
          </p:nvSpPr>
          <p:spPr>
            <a:xfrm>
              <a:off x="1322381" y="890895"/>
              <a:ext cx="318937" cy="318937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1691610" y="1889153"/>
              <a:ext cx="293615" cy="293615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1876845" y="2450057"/>
              <a:ext cx="279712" cy="279712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1138258" y="2861741"/>
              <a:ext cx="330615" cy="330615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249090" y="3618227"/>
              <a:ext cx="248358" cy="248358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436486" y="3862944"/>
              <a:ext cx="230134" cy="230134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062622" y="4060925"/>
              <a:ext cx="264727" cy="264727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249090" y="4243490"/>
              <a:ext cx="248358" cy="248358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011860" y="4508690"/>
              <a:ext cx="149090" cy="149090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625223" y="4888461"/>
              <a:ext cx="209227" cy="209227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539029" y="5503525"/>
              <a:ext cx="86703" cy="86703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539029" y="5270250"/>
              <a:ext cx="86703" cy="86703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362592" y="5128697"/>
              <a:ext cx="222415" cy="222415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706728" y="5049080"/>
              <a:ext cx="247280" cy="247280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686966" y="5095771"/>
              <a:ext cx="147395" cy="147395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6191472" y="5065425"/>
              <a:ext cx="208088" cy="208088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6191472" y="4957756"/>
              <a:ext cx="208088" cy="208088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6706728" y="4697348"/>
              <a:ext cx="247280" cy="247280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6706728" y="4146257"/>
              <a:ext cx="247280" cy="247280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539029" y="4170768"/>
              <a:ext cx="86703" cy="86703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480393" y="5251455"/>
              <a:ext cx="95587" cy="167462"/>
            </a:xfrm>
            <a:custGeom>
              <a:avLst/>
              <a:pathLst>
                <a:path w="95587" h="167462">
                  <a:moveTo>
                    <a:pt x="95587" y="1674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07940" y="5172783"/>
              <a:ext cx="236123" cy="47139"/>
            </a:xfrm>
            <a:custGeom>
              <a:avLst/>
              <a:pathLst>
                <a:path w="236123" h="47139">
                  <a:moveTo>
                    <a:pt x="0" y="47139"/>
                  </a:moveTo>
                  <a:lnTo>
                    <a:pt x="236123" y="0"/>
                  </a:lnTo>
                </a:path>
              </a:pathLst>
            </a:custGeom>
            <a:ln w="1355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200656" y="4922982"/>
              <a:ext cx="87206" cy="127617"/>
            </a:xfrm>
            <a:custGeom>
              <a:avLst/>
              <a:pathLst>
                <a:path w="87206" h="127617">
                  <a:moveTo>
                    <a:pt x="0" y="0"/>
                  </a:moveTo>
                  <a:lnTo>
                    <a:pt x="87206" y="127617"/>
                  </a:lnTo>
                </a:path>
              </a:pathLst>
            </a:custGeom>
            <a:ln w="13550" cap="rnd">
              <a:solidFill>
                <a:srgbClr val="3369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778599" y="1109607"/>
              <a:ext cx="113842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IL-17 signaling pathway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217903" y="2095225"/>
              <a:ext cx="96953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Rheumatoid arthritis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68465" y="2647992"/>
              <a:ext cx="2822752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Viral protein interaction with cytokine and cytokine receptor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31728" y="2889605"/>
              <a:ext cx="181298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Cytokine-cytokine receptor interaction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956712" y="3605432"/>
              <a:ext cx="110212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TNF signaling pathway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50469" y="3840894"/>
              <a:ext cx="146962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NF-kappa B signaling pathway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30781" y="4056485"/>
              <a:ext cx="119868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Lipid and atherosclerosis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518000" y="4426640"/>
              <a:ext cx="143953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Chemokine signaling pathway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907153" y="4642872"/>
              <a:ext cx="6264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Legionellosis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986458" y="4856335"/>
              <a:ext cx="175866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FF6C5F">
                      <a:alpha val="100000"/>
                    </a:srgbClr>
                  </a:solidFill>
                  <a:latin typeface="Arial"/>
                  <a:cs typeface="Arial"/>
                </a:rPr>
                <a:t>NOD-like receptor signaling pathway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838673" y="5604969"/>
              <a:ext cx="175866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Pathogenic Escherichia coli infection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021609" y="5396415"/>
              <a:ext cx="57826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Phagosome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98841" y="5396642"/>
              <a:ext cx="885322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Alzheimer disease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575186" y="5033401"/>
              <a:ext cx="245745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Pathways of neurodegeneration - multiple diseases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844726" y="5183128"/>
              <a:ext cx="64035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Tight junction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5599742" y="5228566"/>
              <a:ext cx="92765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Huntington disease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5521256" y="4864872"/>
              <a:ext cx="656539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Prion disease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6274757" y="4685313"/>
              <a:ext cx="137909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Amyotrophic lateral sclerosis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523538" y="4133753"/>
              <a:ext cx="88550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Parkinson disease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5424057" y="4078375"/>
              <a:ext cx="58421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3369E7">
                      <a:alpha val="100000"/>
                    </a:srgbClr>
                  </a:solidFill>
                  <a:latin typeface="Arial"/>
                  <a:cs typeface="Arial"/>
                </a:rPr>
                <a:t>Proteasome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590430" y="622939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373269" y="622939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156109" y="622939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938948" y="622939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7721788" y="622939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528251" y="62920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311090" y="62920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125019" y="62920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876769" y="62920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7659609" y="62920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3969663" y="6430331"/>
              <a:ext cx="37289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  <p:sp>
          <p:nvSpPr>
            <p:cNvPr id="69" name="tx69"/>
            <p:cNvSpPr/>
            <p:nvPr/>
          </p:nvSpPr>
          <p:spPr>
            <a:xfrm rot="-5400000">
              <a:off x="-365893" y="3330911"/>
              <a:ext cx="97100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-log10(p.adjust)</a:t>
              </a:r>
            </a:p>
          </p:txBody>
        </p:sp>
        <p:sp>
          <p:nvSpPr>
            <p:cNvPr id="70" name="rc70"/>
            <p:cNvSpPr/>
            <p:nvPr/>
          </p:nvSpPr>
          <p:spPr>
            <a:xfrm>
              <a:off x="8217534" y="1932394"/>
              <a:ext cx="658011" cy="7771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8287123" y="2016705"/>
              <a:ext cx="38843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72" name="rc72"/>
            <p:cNvSpPr/>
            <p:nvPr/>
          </p:nvSpPr>
          <p:spPr>
            <a:xfrm>
              <a:off x="8287123" y="2201051"/>
              <a:ext cx="219455" cy="219456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8373825" y="2287753"/>
              <a:ext cx="46051" cy="46051"/>
            </a:xfrm>
            <a:prstGeom prst="ellipse">
              <a:avLst/>
            </a:prstGeom>
            <a:solidFill>
              <a:srgbClr val="3369E7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8287123" y="2420507"/>
              <a:ext cx="219455" cy="219456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8373825" y="2507209"/>
              <a:ext cx="46051" cy="46051"/>
            </a:xfrm>
            <a:prstGeom prst="ellipse">
              <a:avLst/>
            </a:prstGeom>
            <a:solidFill>
              <a:srgbClr val="FF6C5F">
                <a:alpha val="90196"/>
              </a:srgbClr>
            </a:solidFill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8576168" y="2270774"/>
              <a:ext cx="22978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High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8576168" y="2490230"/>
              <a:ext cx="20500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Low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8217534" y="2848730"/>
              <a:ext cx="856876" cy="19807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8287123" y="2933041"/>
              <a:ext cx="66806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GeneRatio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8287123" y="3117387"/>
              <a:ext cx="430482" cy="219456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8459012" y="3183764"/>
              <a:ext cx="86703" cy="86703"/>
            </a:xfrm>
            <a:prstGeom prst="ellipse">
              <a:avLst/>
            </a:prstGeom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8287123" y="3336843"/>
              <a:ext cx="430482" cy="269241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8398320" y="3367420"/>
              <a:ext cx="208088" cy="208088"/>
            </a:xfrm>
            <a:prstGeom prst="ellipse">
              <a:avLst/>
            </a:prstGeom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8287123" y="3606085"/>
              <a:ext cx="430482" cy="336029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8373180" y="3644916"/>
              <a:ext cx="258367" cy="258367"/>
            </a:xfrm>
            <a:prstGeom prst="ellipse">
              <a:avLst/>
            </a:prstGeom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8287123" y="3942114"/>
              <a:ext cx="430482" cy="387277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8353890" y="3987279"/>
              <a:ext cx="296947" cy="296947"/>
            </a:xfrm>
            <a:prstGeom prst="ellipse">
              <a:avLst/>
            </a:prstGeom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8287123" y="4329392"/>
              <a:ext cx="430482" cy="430482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8337628" y="4379897"/>
              <a:ext cx="329472" cy="329472"/>
            </a:xfrm>
            <a:prstGeom prst="ellipse">
              <a:avLst/>
            </a:prstGeom>
            <a:ln w="5400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tx90"/>
            <p:cNvSpPr/>
            <p:nvPr/>
          </p:nvSpPr>
          <p:spPr>
            <a:xfrm>
              <a:off x="8787194" y="318711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8787194" y="343145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8787194" y="373409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8787194" y="409574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8787194" y="45046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33862" y="298189"/>
              <a:ext cx="3364443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KEGG Enrichment: C1QBP High vs Low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143000" y="0"/>
            <a:ext cx="6858000" cy="6858000"/>
            <a:chOff x="1143000" y="0"/>
            <a:chExt cx="6858000" cy="6858000"/>
          </a:xfrm>
        </p:grpSpPr>
        <p:sp>
          <p:nvSpPr>
            <p:cNvPr id="3" name="rc3"/>
            <p:cNvSpPr/>
            <p:nvPr/>
          </p:nvSpPr>
          <p:spPr>
            <a:xfrm>
              <a:off x="1143000" y="0"/>
              <a:ext cx="6858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283727" y="0"/>
              <a:ext cx="6576544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353316" y="351044"/>
              <a:ext cx="6437366" cy="6437366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4590169" y="1071354"/>
              <a:ext cx="353281" cy="210703"/>
            </a:xfrm>
            <a:custGeom>
              <a:avLst/>
              <a:pathLst>
                <a:path w="353281" h="210703">
                  <a:moveTo>
                    <a:pt x="1453" y="0"/>
                  </a:moveTo>
                  <a:lnTo>
                    <a:pt x="89722" y="2253"/>
                  </a:lnTo>
                  <a:lnTo>
                    <a:pt x="177857" y="7624"/>
                  </a:lnTo>
                  <a:lnTo>
                    <a:pt x="265746" y="16106"/>
                  </a:lnTo>
                  <a:lnTo>
                    <a:pt x="353281" y="27689"/>
                  </a:lnTo>
                  <a:lnTo>
                    <a:pt x="325766" y="210703"/>
                  </a:lnTo>
                  <a:lnTo>
                    <a:pt x="217620" y="197041"/>
                  </a:lnTo>
                  <a:lnTo>
                    <a:pt x="108951" y="188488"/>
                  </a:lnTo>
                  <a:lnTo>
                    <a:pt x="0" y="185064"/>
                  </a:lnTo>
                  <a:close/>
                </a:path>
              </a:pathLst>
            </a:custGeom>
            <a:solidFill>
              <a:srgbClr val="466277">
                <a:alpha val="32549"/>
              </a:srgbClr>
            </a:solidFill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4951826" y="1135609"/>
              <a:ext cx="364250" cy="228416"/>
            </a:xfrm>
            <a:custGeom>
              <a:avLst/>
              <a:pathLst>
                <a:path w="364250" h="228416">
                  <a:moveTo>
                    <a:pt x="25321" y="0"/>
                  </a:moveTo>
                  <a:lnTo>
                    <a:pt x="111079" y="15836"/>
                  </a:lnTo>
                  <a:lnTo>
                    <a:pt x="196224" y="34692"/>
                  </a:lnTo>
                  <a:lnTo>
                    <a:pt x="280649" y="56546"/>
                  </a:lnTo>
                  <a:lnTo>
                    <a:pt x="364250" y="81369"/>
                  </a:lnTo>
                  <a:lnTo>
                    <a:pt x="317745" y="228416"/>
                  </a:lnTo>
                  <a:lnTo>
                    <a:pt x="213068" y="198004"/>
                  </a:lnTo>
                  <a:lnTo>
                    <a:pt x="107074" y="172557"/>
                  </a:lnTo>
                  <a:lnTo>
                    <a:pt x="0" y="152132"/>
                  </a:lnTo>
                  <a:close/>
                </a:path>
              </a:pathLst>
            </a:custGeom>
            <a:solidFill>
              <a:srgbClr val="466277">
                <a:alpha val="52156"/>
              </a:srgbClr>
            </a:solidFill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5304131" y="1228956"/>
              <a:ext cx="370835" cy="271349"/>
            </a:xfrm>
            <a:custGeom>
              <a:avLst/>
              <a:pathLst>
                <a:path w="370835" h="271349">
                  <a:moveTo>
                    <a:pt x="48808" y="0"/>
                  </a:moveTo>
                  <a:lnTo>
                    <a:pt x="131033" y="29056"/>
                  </a:lnTo>
                  <a:lnTo>
                    <a:pt x="212180" y="61000"/>
                  </a:lnTo>
                  <a:lnTo>
                    <a:pt x="292147" y="95792"/>
                  </a:lnTo>
                  <a:lnTo>
                    <a:pt x="370835" y="133387"/>
                  </a:lnTo>
                  <a:lnTo>
                    <a:pt x="301899" y="271349"/>
                  </a:lnTo>
                  <a:lnTo>
                    <a:pt x="203268" y="224937"/>
                  </a:lnTo>
                  <a:lnTo>
                    <a:pt x="102561" y="183222"/>
                  </a:lnTo>
                  <a:lnTo>
                    <a:pt x="0" y="146298"/>
                  </a:lnTo>
                  <a:close/>
                </a:path>
              </a:pathLst>
            </a:custGeom>
            <a:solidFill>
              <a:srgbClr val="466277">
                <a:alpha val="26666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5638409" y="1475744"/>
              <a:ext cx="305521" cy="211797"/>
            </a:xfrm>
            <a:custGeom>
              <a:avLst/>
              <a:pathLst>
                <a:path w="305521" h="211797">
                  <a:moveTo>
                    <a:pt x="21328" y="0"/>
                  </a:moveTo>
                  <a:lnTo>
                    <a:pt x="118760" y="53564"/>
                  </a:lnTo>
                  <a:lnTo>
                    <a:pt x="213562" y="111658"/>
                  </a:lnTo>
                  <a:lnTo>
                    <a:pt x="305521" y="174153"/>
                  </a:lnTo>
                  <a:lnTo>
                    <a:pt x="278620" y="211797"/>
                  </a:lnTo>
                  <a:lnTo>
                    <a:pt x="188464" y="150527"/>
                  </a:lnTo>
                  <a:lnTo>
                    <a:pt x="95522" y="93572"/>
                  </a:lnTo>
                  <a:lnTo>
                    <a:pt x="0" y="41058"/>
                  </a:lnTo>
                  <a:close/>
                </a:path>
              </a:pathLst>
            </a:custGeom>
            <a:solidFill>
              <a:srgbClr val="466277">
                <a:alpha val="20392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5946427" y="1634467"/>
              <a:ext cx="313397" cy="286655"/>
            </a:xfrm>
            <a:custGeom>
              <a:avLst/>
              <a:pathLst>
                <a:path w="313397" h="286655">
                  <a:moveTo>
                    <a:pt x="54977" y="0"/>
                  </a:moveTo>
                  <a:lnTo>
                    <a:pt x="144553" y="69482"/>
                  </a:lnTo>
                  <a:lnTo>
                    <a:pt x="230757" y="143107"/>
                  </a:lnTo>
                  <a:lnTo>
                    <a:pt x="313397" y="220711"/>
                  </a:lnTo>
                  <a:lnTo>
                    <a:pt x="248481" y="286655"/>
                  </a:lnTo>
                  <a:lnTo>
                    <a:pt x="169019" y="212036"/>
                  </a:lnTo>
                  <a:lnTo>
                    <a:pt x="86131" y="141243"/>
                  </a:lnTo>
                  <a:lnTo>
                    <a:pt x="0" y="74433"/>
                  </a:lnTo>
                  <a:close/>
                </a:path>
              </a:pathLst>
            </a:custGeom>
            <a:solidFill>
              <a:srgbClr val="466277">
                <a:alpha val="11372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6220603" y="1892721"/>
              <a:ext cx="274250" cy="302577"/>
            </a:xfrm>
            <a:custGeom>
              <a:avLst/>
              <a:pathLst>
                <a:path w="274250" h="302577">
                  <a:moveTo>
                    <a:pt x="54953" y="0"/>
                  </a:moveTo>
                  <a:lnTo>
                    <a:pt x="132060" y="82110"/>
                  </a:lnTo>
                  <a:lnTo>
                    <a:pt x="205213" y="167761"/>
                  </a:lnTo>
                  <a:lnTo>
                    <a:pt x="274250" y="256763"/>
                  </a:lnTo>
                  <a:lnTo>
                    <a:pt x="212222" y="302577"/>
                  </a:lnTo>
                  <a:lnTo>
                    <a:pt x="145412" y="216446"/>
                  </a:lnTo>
                  <a:lnTo>
                    <a:pt x="74619" y="133558"/>
                  </a:lnTo>
                  <a:lnTo>
                    <a:pt x="0" y="54096"/>
                  </a:lnTo>
                  <a:close/>
                </a:path>
              </a:pathLst>
            </a:custGeom>
            <a:solidFill>
              <a:srgbClr val="466277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6454185" y="2197797"/>
              <a:ext cx="211797" cy="305521"/>
            </a:xfrm>
            <a:custGeom>
              <a:avLst/>
              <a:pathLst>
                <a:path w="211797" h="305521">
                  <a:moveTo>
                    <a:pt x="37643" y="0"/>
                  </a:moveTo>
                  <a:lnTo>
                    <a:pt x="100139" y="91959"/>
                  </a:lnTo>
                  <a:lnTo>
                    <a:pt x="158233" y="186760"/>
                  </a:lnTo>
                  <a:lnTo>
                    <a:pt x="211797" y="284193"/>
                  </a:lnTo>
                  <a:lnTo>
                    <a:pt x="170739" y="305521"/>
                  </a:lnTo>
                  <a:lnTo>
                    <a:pt x="118225" y="209999"/>
                  </a:lnTo>
                  <a:lnTo>
                    <a:pt x="61270" y="117056"/>
                  </a:lnTo>
                  <a:lnTo>
                    <a:pt x="0" y="26900"/>
                  </a:lnTo>
                  <a:close/>
                </a:path>
              </a:pathLst>
            </a:custGeom>
            <a:solidFill>
              <a:srgbClr val="466277">
                <a:alpha val="30980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6641421" y="2480547"/>
              <a:ext cx="242089" cy="357048"/>
            </a:xfrm>
            <a:custGeom>
              <a:avLst/>
              <a:pathLst>
                <a:path w="242089" h="357048">
                  <a:moveTo>
                    <a:pt x="110369" y="0"/>
                  </a:moveTo>
                  <a:lnTo>
                    <a:pt x="147494" y="77704"/>
                  </a:lnTo>
                  <a:lnTo>
                    <a:pt x="181851" y="156671"/>
                  </a:lnTo>
                  <a:lnTo>
                    <a:pt x="213396" y="236804"/>
                  </a:lnTo>
                  <a:lnTo>
                    <a:pt x="242089" y="318001"/>
                  </a:lnTo>
                  <a:lnTo>
                    <a:pt x="125051" y="357048"/>
                  </a:lnTo>
                  <a:lnTo>
                    <a:pt x="88126" y="254487"/>
                  </a:lnTo>
                  <a:lnTo>
                    <a:pt x="46412" y="153779"/>
                  </a:lnTo>
                  <a:lnTo>
                    <a:pt x="0" y="55148"/>
                  </a:lnTo>
                  <a:close/>
                </a:path>
              </a:pathLst>
            </a:custGeom>
            <a:solidFill>
              <a:srgbClr val="466277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6777702" y="2834951"/>
              <a:ext cx="197989" cy="354949"/>
            </a:xfrm>
            <a:custGeom>
              <a:avLst/>
              <a:pathLst>
                <a:path w="197989" h="354949">
                  <a:moveTo>
                    <a:pt x="117637" y="0"/>
                  </a:moveTo>
                  <a:lnTo>
                    <a:pt x="142150" y="82555"/>
                  </a:lnTo>
                  <a:lnTo>
                    <a:pt x="163730" y="165925"/>
                  </a:lnTo>
                  <a:lnTo>
                    <a:pt x="182351" y="250005"/>
                  </a:lnTo>
                  <a:lnTo>
                    <a:pt x="197989" y="334691"/>
                  </a:lnTo>
                  <a:lnTo>
                    <a:pt x="76283" y="354949"/>
                  </a:lnTo>
                  <a:lnTo>
                    <a:pt x="55858" y="247874"/>
                  </a:lnTo>
                  <a:lnTo>
                    <a:pt x="30411" y="141881"/>
                  </a:lnTo>
                  <a:lnTo>
                    <a:pt x="0" y="37203"/>
                  </a:lnTo>
                  <a:close/>
                </a:path>
              </a:pathLst>
            </a:custGeom>
            <a:solidFill>
              <a:srgbClr val="466277">
                <a:alpha val="60392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6859670" y="3209741"/>
              <a:ext cx="133592" cy="341817"/>
            </a:xfrm>
            <a:custGeom>
              <a:avLst/>
              <a:pathLst>
                <a:path w="133592" h="341817">
                  <a:moveTo>
                    <a:pt x="106757" y="0"/>
                  </a:moveTo>
                  <a:lnTo>
                    <a:pt x="121057" y="113192"/>
                  </a:lnTo>
                  <a:lnTo>
                    <a:pt x="130009" y="226933"/>
                  </a:lnTo>
                  <a:lnTo>
                    <a:pt x="133592" y="340969"/>
                  </a:lnTo>
                  <a:lnTo>
                    <a:pt x="25638" y="341817"/>
                  </a:lnTo>
                  <a:lnTo>
                    <a:pt x="22214" y="232865"/>
                  </a:lnTo>
                  <a:lnTo>
                    <a:pt x="13661" y="124196"/>
                  </a:lnTo>
                  <a:lnTo>
                    <a:pt x="0" y="16050"/>
                  </a:lnTo>
                  <a:close/>
                </a:path>
              </a:pathLst>
            </a:custGeom>
            <a:solidFill>
              <a:srgbClr val="466277">
                <a:alpha val="20392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6859670" y="3587896"/>
              <a:ext cx="226125" cy="355574"/>
            </a:xfrm>
            <a:custGeom>
              <a:avLst/>
              <a:pathLst>
                <a:path w="226125" h="355574">
                  <a:moveTo>
                    <a:pt x="226125" y="1574"/>
                  </a:moveTo>
                  <a:lnTo>
                    <a:pt x="223857" y="90388"/>
                  </a:lnTo>
                  <a:lnTo>
                    <a:pt x="218453" y="179067"/>
                  </a:lnTo>
                  <a:lnTo>
                    <a:pt x="209918" y="267499"/>
                  </a:lnTo>
                  <a:lnTo>
                    <a:pt x="198264" y="355574"/>
                  </a:lnTo>
                  <a:lnTo>
                    <a:pt x="0" y="325766"/>
                  </a:lnTo>
                  <a:lnTo>
                    <a:pt x="13661" y="217620"/>
                  </a:lnTo>
                  <a:lnTo>
                    <a:pt x="22214" y="108951"/>
                  </a:lnTo>
                  <a:lnTo>
                    <a:pt x="25638" y="0"/>
                  </a:lnTo>
                  <a:close/>
                </a:path>
              </a:pathLst>
            </a:custGeom>
            <a:solidFill>
              <a:srgbClr val="BE5960">
                <a:alpha val="25882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6777702" y="3949554"/>
              <a:ext cx="304482" cy="387502"/>
            </a:xfrm>
            <a:custGeom>
              <a:avLst/>
              <a:pathLst>
                <a:path w="304482" h="387502">
                  <a:moveTo>
                    <a:pt x="304482" y="37982"/>
                  </a:moveTo>
                  <a:lnTo>
                    <a:pt x="288151" y="126420"/>
                  </a:lnTo>
                  <a:lnTo>
                    <a:pt x="268705" y="214226"/>
                  </a:lnTo>
                  <a:lnTo>
                    <a:pt x="246169" y="301289"/>
                  </a:lnTo>
                  <a:lnTo>
                    <a:pt x="220570" y="387502"/>
                  </a:lnTo>
                  <a:lnTo>
                    <a:pt x="110285" y="352623"/>
                  </a:lnTo>
                  <a:lnTo>
                    <a:pt x="0" y="317745"/>
                  </a:lnTo>
                  <a:lnTo>
                    <a:pt x="30411" y="213068"/>
                  </a:lnTo>
                  <a:lnTo>
                    <a:pt x="55858" y="107074"/>
                  </a:lnTo>
                  <a:lnTo>
                    <a:pt x="76283" y="0"/>
                  </a:lnTo>
                  <a:lnTo>
                    <a:pt x="190383" y="18991"/>
                  </a:lnTo>
                  <a:close/>
                </a:path>
              </a:pathLst>
            </a:custGeom>
            <a:solidFill>
              <a:srgbClr val="BE5960">
                <a:alpha val="51764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6641421" y="4301859"/>
              <a:ext cx="300608" cy="384622"/>
            </a:xfrm>
            <a:custGeom>
              <a:avLst/>
              <a:pathLst>
                <a:path w="300608" h="384622">
                  <a:moveTo>
                    <a:pt x="300608" y="58570"/>
                  </a:moveTo>
                  <a:lnTo>
                    <a:pt x="271188" y="141823"/>
                  </a:lnTo>
                  <a:lnTo>
                    <a:pt x="238845" y="223984"/>
                  </a:lnTo>
                  <a:lnTo>
                    <a:pt x="203619" y="304950"/>
                  </a:lnTo>
                  <a:lnTo>
                    <a:pt x="165553" y="384622"/>
                  </a:lnTo>
                  <a:lnTo>
                    <a:pt x="0" y="301899"/>
                  </a:lnTo>
                  <a:lnTo>
                    <a:pt x="46412" y="203268"/>
                  </a:lnTo>
                  <a:lnTo>
                    <a:pt x="88126" y="102561"/>
                  </a:lnTo>
                  <a:lnTo>
                    <a:pt x="125051" y="0"/>
                  </a:lnTo>
                  <a:close/>
                </a:path>
              </a:pathLst>
            </a:custGeom>
            <a:solidFill>
              <a:srgbClr val="BE5960">
                <a:alpha val="30980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6454185" y="4636136"/>
              <a:ext cx="376031" cy="413123"/>
            </a:xfrm>
            <a:custGeom>
              <a:avLst/>
              <a:pathLst>
                <a:path w="376031" h="413123">
                  <a:moveTo>
                    <a:pt x="376031" y="106640"/>
                  </a:moveTo>
                  <a:lnTo>
                    <a:pt x="333170" y="185703"/>
                  </a:lnTo>
                  <a:lnTo>
                    <a:pt x="287543" y="263202"/>
                  </a:lnTo>
                  <a:lnTo>
                    <a:pt x="239205" y="339040"/>
                  </a:lnTo>
                  <a:lnTo>
                    <a:pt x="188218" y="413123"/>
                  </a:lnTo>
                  <a:lnTo>
                    <a:pt x="94109" y="345872"/>
                  </a:lnTo>
                  <a:lnTo>
                    <a:pt x="0" y="278620"/>
                  </a:lnTo>
                  <a:lnTo>
                    <a:pt x="61270" y="188464"/>
                  </a:lnTo>
                  <a:lnTo>
                    <a:pt x="118225" y="95522"/>
                  </a:lnTo>
                  <a:lnTo>
                    <a:pt x="170739" y="0"/>
                  </a:lnTo>
                  <a:lnTo>
                    <a:pt x="273385" y="53320"/>
                  </a:lnTo>
                  <a:close/>
                </a:path>
              </a:pathLst>
            </a:custGeom>
            <a:solidFill>
              <a:srgbClr val="BE5960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6220603" y="4944155"/>
              <a:ext cx="311466" cy="335036"/>
            </a:xfrm>
            <a:custGeom>
              <a:avLst/>
              <a:pathLst>
                <a:path w="311466" h="335036">
                  <a:moveTo>
                    <a:pt x="311466" y="73302"/>
                  </a:moveTo>
                  <a:lnTo>
                    <a:pt x="259086" y="141658"/>
                  </a:lnTo>
                  <a:lnTo>
                    <a:pt x="204323" y="208121"/>
                  </a:lnTo>
                  <a:lnTo>
                    <a:pt x="147245" y="272607"/>
                  </a:lnTo>
                  <a:lnTo>
                    <a:pt x="87925" y="335036"/>
                  </a:lnTo>
                  <a:lnTo>
                    <a:pt x="0" y="248481"/>
                  </a:lnTo>
                  <a:lnTo>
                    <a:pt x="74619" y="169019"/>
                  </a:lnTo>
                  <a:lnTo>
                    <a:pt x="145412" y="86131"/>
                  </a:lnTo>
                  <a:lnTo>
                    <a:pt x="212222" y="0"/>
                  </a:lnTo>
                  <a:close/>
                </a:path>
              </a:pathLst>
            </a:custGeom>
            <a:solidFill>
              <a:srgbClr val="BE596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5946427" y="5218331"/>
              <a:ext cx="410771" cy="398305"/>
            </a:xfrm>
            <a:custGeom>
              <a:avLst/>
              <a:pathLst>
                <a:path w="410771" h="398305">
                  <a:moveTo>
                    <a:pt x="410771" y="164860"/>
                  </a:moveTo>
                  <a:lnTo>
                    <a:pt x="345577" y="226808"/>
                  </a:lnTo>
                  <a:lnTo>
                    <a:pt x="278234" y="286415"/>
                  </a:lnTo>
                  <a:lnTo>
                    <a:pt x="208827" y="343604"/>
                  </a:lnTo>
                  <a:lnTo>
                    <a:pt x="137442" y="398305"/>
                  </a:lnTo>
                  <a:lnTo>
                    <a:pt x="68721" y="305264"/>
                  </a:lnTo>
                  <a:lnTo>
                    <a:pt x="0" y="212222"/>
                  </a:lnTo>
                  <a:lnTo>
                    <a:pt x="86131" y="145412"/>
                  </a:lnTo>
                  <a:lnTo>
                    <a:pt x="169019" y="74619"/>
                  </a:lnTo>
                  <a:lnTo>
                    <a:pt x="248481" y="0"/>
                  </a:lnTo>
                  <a:lnTo>
                    <a:pt x="329626" y="82430"/>
                  </a:lnTo>
                  <a:close/>
                </a:path>
              </a:pathLst>
            </a:custGeom>
            <a:solidFill>
              <a:srgbClr val="BE5960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5638409" y="5451913"/>
              <a:ext cx="350355" cy="280228"/>
            </a:xfrm>
            <a:custGeom>
              <a:avLst/>
              <a:pathLst>
                <a:path w="350355" h="280228">
                  <a:moveTo>
                    <a:pt x="350355" y="100383"/>
                  </a:moveTo>
                  <a:lnTo>
                    <a:pt x="279415" y="149207"/>
                  </a:lnTo>
                  <a:lnTo>
                    <a:pt x="206794" y="195494"/>
                  </a:lnTo>
                  <a:lnTo>
                    <a:pt x="132583" y="239186"/>
                  </a:lnTo>
                  <a:lnTo>
                    <a:pt x="56875" y="280228"/>
                  </a:lnTo>
                  <a:lnTo>
                    <a:pt x="0" y="170739"/>
                  </a:lnTo>
                  <a:lnTo>
                    <a:pt x="95522" y="118225"/>
                  </a:lnTo>
                  <a:lnTo>
                    <a:pt x="188464" y="61270"/>
                  </a:lnTo>
                  <a:lnTo>
                    <a:pt x="278620" y="0"/>
                  </a:lnTo>
                  <a:close/>
                </a:path>
              </a:pathLst>
            </a:custGeom>
            <a:solidFill>
              <a:srgbClr val="BE5960">
                <a:alpha val="21568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5304131" y="5639149"/>
              <a:ext cx="384622" cy="300608"/>
            </a:xfrm>
            <a:custGeom>
              <a:avLst/>
              <a:pathLst>
                <a:path w="384622" h="300608">
                  <a:moveTo>
                    <a:pt x="384622" y="165553"/>
                  </a:moveTo>
                  <a:lnTo>
                    <a:pt x="304950" y="203619"/>
                  </a:lnTo>
                  <a:lnTo>
                    <a:pt x="223984" y="238845"/>
                  </a:lnTo>
                  <a:lnTo>
                    <a:pt x="141823" y="271188"/>
                  </a:lnTo>
                  <a:lnTo>
                    <a:pt x="58570" y="300608"/>
                  </a:lnTo>
                  <a:lnTo>
                    <a:pt x="0" y="125051"/>
                  </a:lnTo>
                  <a:lnTo>
                    <a:pt x="102561" y="88126"/>
                  </a:lnTo>
                  <a:lnTo>
                    <a:pt x="203268" y="46412"/>
                  </a:lnTo>
                  <a:lnTo>
                    <a:pt x="301899" y="0"/>
                  </a:lnTo>
                  <a:close/>
                </a:path>
              </a:pathLst>
            </a:custGeom>
            <a:solidFill>
              <a:srgbClr val="BE5960">
                <a:alpha val="38823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4951826" y="5775429"/>
              <a:ext cx="354949" cy="197989"/>
            </a:xfrm>
            <a:custGeom>
              <a:avLst/>
              <a:pathLst>
                <a:path w="354949" h="197989">
                  <a:moveTo>
                    <a:pt x="354949" y="117637"/>
                  </a:moveTo>
                  <a:lnTo>
                    <a:pt x="272393" y="142150"/>
                  </a:lnTo>
                  <a:lnTo>
                    <a:pt x="189023" y="163730"/>
                  </a:lnTo>
                  <a:lnTo>
                    <a:pt x="104943" y="182351"/>
                  </a:lnTo>
                  <a:lnTo>
                    <a:pt x="20257" y="197989"/>
                  </a:lnTo>
                  <a:lnTo>
                    <a:pt x="0" y="76283"/>
                  </a:lnTo>
                  <a:lnTo>
                    <a:pt x="107074" y="55858"/>
                  </a:lnTo>
                  <a:lnTo>
                    <a:pt x="213068" y="30411"/>
                  </a:lnTo>
                  <a:lnTo>
                    <a:pt x="317745" y="0"/>
                  </a:lnTo>
                  <a:close/>
                </a:path>
              </a:pathLst>
            </a:custGeom>
            <a:solidFill>
              <a:srgbClr val="BE5960">
                <a:alpha val="87450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590169" y="5857398"/>
              <a:ext cx="346402" cy="164436"/>
            </a:xfrm>
            <a:custGeom>
              <a:avLst/>
              <a:pathLst>
                <a:path w="346402" h="164436">
                  <a:moveTo>
                    <a:pt x="346402" y="137260"/>
                  </a:moveTo>
                  <a:lnTo>
                    <a:pt x="260489" y="148628"/>
                  </a:lnTo>
                  <a:lnTo>
                    <a:pt x="174227" y="156953"/>
                  </a:lnTo>
                  <a:lnTo>
                    <a:pt x="87724" y="162225"/>
                  </a:lnTo>
                  <a:lnTo>
                    <a:pt x="1090" y="164436"/>
                  </a:lnTo>
                  <a:lnTo>
                    <a:pt x="0" y="25638"/>
                  </a:lnTo>
                  <a:lnTo>
                    <a:pt x="108951" y="22214"/>
                  </a:lnTo>
                  <a:lnTo>
                    <a:pt x="217620" y="13661"/>
                  </a:lnTo>
                  <a:lnTo>
                    <a:pt x="325766" y="0"/>
                  </a:lnTo>
                  <a:close/>
                </a:path>
              </a:pathLst>
            </a:custGeom>
            <a:solidFill>
              <a:srgbClr val="BE5960">
                <a:alpha val="31372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191377" y="5857398"/>
              <a:ext cx="362453" cy="272391"/>
            </a:xfrm>
            <a:custGeom>
              <a:avLst/>
              <a:pathLst>
                <a:path w="362453" h="272391">
                  <a:moveTo>
                    <a:pt x="360515" y="272391"/>
                  </a:moveTo>
                  <a:lnTo>
                    <a:pt x="270066" y="270082"/>
                  </a:lnTo>
                  <a:lnTo>
                    <a:pt x="179756" y="264578"/>
                  </a:lnTo>
                  <a:lnTo>
                    <a:pt x="89696" y="255886"/>
                  </a:lnTo>
                  <a:lnTo>
                    <a:pt x="0" y="244018"/>
                  </a:lnTo>
                  <a:lnTo>
                    <a:pt x="18343" y="122009"/>
                  </a:lnTo>
                  <a:lnTo>
                    <a:pt x="36686" y="0"/>
                  </a:lnTo>
                  <a:lnTo>
                    <a:pt x="144832" y="13661"/>
                  </a:lnTo>
                  <a:lnTo>
                    <a:pt x="253501" y="22214"/>
                  </a:lnTo>
                  <a:lnTo>
                    <a:pt x="362453" y="25638"/>
                  </a:lnTo>
                  <a:lnTo>
                    <a:pt x="361484" y="149014"/>
                  </a:lnTo>
                  <a:close/>
                </a:path>
              </a:pathLst>
            </a:custGeom>
            <a:solidFill>
              <a:srgbClr val="D88C51">
                <a:alpha val="90588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813971" y="5775429"/>
              <a:ext cx="378201" cy="274056"/>
            </a:xfrm>
            <a:custGeom>
              <a:avLst/>
              <a:pathLst>
                <a:path w="378201" h="274056">
                  <a:moveTo>
                    <a:pt x="345283" y="274056"/>
                  </a:moveTo>
                  <a:lnTo>
                    <a:pt x="257917" y="257922"/>
                  </a:lnTo>
                  <a:lnTo>
                    <a:pt x="171176" y="238712"/>
                  </a:lnTo>
                  <a:lnTo>
                    <a:pt x="85167" y="216449"/>
                  </a:lnTo>
                  <a:lnTo>
                    <a:pt x="0" y="191160"/>
                  </a:lnTo>
                  <a:lnTo>
                    <a:pt x="60456" y="0"/>
                  </a:lnTo>
                  <a:lnTo>
                    <a:pt x="165133" y="30411"/>
                  </a:lnTo>
                  <a:lnTo>
                    <a:pt x="271126" y="55858"/>
                  </a:lnTo>
                  <a:lnTo>
                    <a:pt x="378201" y="76283"/>
                  </a:lnTo>
                  <a:close/>
                </a:path>
              </a:pathLst>
            </a:custGeom>
            <a:solidFill>
              <a:srgbClr val="D88C51">
                <a:alpha val="73333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482820" y="5639149"/>
              <a:ext cx="357048" cy="242089"/>
            </a:xfrm>
            <a:custGeom>
              <a:avLst/>
              <a:pathLst>
                <a:path w="357048" h="242089">
                  <a:moveTo>
                    <a:pt x="318001" y="242089"/>
                  </a:moveTo>
                  <a:lnTo>
                    <a:pt x="236804" y="213396"/>
                  </a:lnTo>
                  <a:lnTo>
                    <a:pt x="156671" y="181851"/>
                  </a:lnTo>
                  <a:lnTo>
                    <a:pt x="77704" y="147494"/>
                  </a:lnTo>
                  <a:lnTo>
                    <a:pt x="0" y="110369"/>
                  </a:lnTo>
                  <a:lnTo>
                    <a:pt x="55148" y="0"/>
                  </a:lnTo>
                  <a:lnTo>
                    <a:pt x="153779" y="46412"/>
                  </a:lnTo>
                  <a:lnTo>
                    <a:pt x="254487" y="88126"/>
                  </a:lnTo>
                  <a:lnTo>
                    <a:pt x="357048" y="125051"/>
                  </a:lnTo>
                  <a:close/>
                </a:path>
              </a:pathLst>
            </a:custGeom>
            <a:solidFill>
              <a:srgbClr val="D88C51">
                <a:alpha val="78823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155235" y="5451913"/>
              <a:ext cx="350355" cy="280228"/>
            </a:xfrm>
            <a:custGeom>
              <a:avLst/>
              <a:pathLst>
                <a:path w="350355" h="280228">
                  <a:moveTo>
                    <a:pt x="293480" y="280228"/>
                  </a:moveTo>
                  <a:lnTo>
                    <a:pt x="217771" y="239186"/>
                  </a:lnTo>
                  <a:lnTo>
                    <a:pt x="143560" y="195494"/>
                  </a:lnTo>
                  <a:lnTo>
                    <a:pt x="70939" y="149207"/>
                  </a:lnTo>
                  <a:lnTo>
                    <a:pt x="0" y="100383"/>
                  </a:lnTo>
                  <a:lnTo>
                    <a:pt x="71734" y="0"/>
                  </a:lnTo>
                  <a:lnTo>
                    <a:pt x="161891" y="61270"/>
                  </a:lnTo>
                  <a:lnTo>
                    <a:pt x="254833" y="118225"/>
                  </a:lnTo>
                  <a:lnTo>
                    <a:pt x="350355" y="170739"/>
                  </a:lnTo>
                  <a:close/>
                </a:path>
              </a:pathLst>
            </a:custGeom>
            <a:solidFill>
              <a:srgbClr val="D88C51">
                <a:alpha val="56470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775980" y="5218331"/>
              <a:ext cx="421591" cy="410711"/>
            </a:xfrm>
            <a:custGeom>
              <a:avLst/>
              <a:pathLst>
                <a:path w="421591" h="410711">
                  <a:moveTo>
                    <a:pt x="274985" y="410711"/>
                  </a:moveTo>
                  <a:lnTo>
                    <a:pt x="203168" y="355678"/>
                  </a:lnTo>
                  <a:lnTo>
                    <a:pt x="133340" y="298142"/>
                  </a:lnTo>
                  <a:lnTo>
                    <a:pt x="65589" y="238175"/>
                  </a:lnTo>
                  <a:lnTo>
                    <a:pt x="0" y="175851"/>
                  </a:lnTo>
                  <a:lnTo>
                    <a:pt x="86555" y="87925"/>
                  </a:lnTo>
                  <a:lnTo>
                    <a:pt x="173110" y="0"/>
                  </a:lnTo>
                  <a:lnTo>
                    <a:pt x="252571" y="74619"/>
                  </a:lnTo>
                  <a:lnTo>
                    <a:pt x="335460" y="145412"/>
                  </a:lnTo>
                  <a:lnTo>
                    <a:pt x="421591" y="212222"/>
                  </a:lnTo>
                  <a:lnTo>
                    <a:pt x="348288" y="311466"/>
                  </a:lnTo>
                  <a:close/>
                </a:path>
              </a:pathLst>
            </a:custGeom>
            <a:solidFill>
              <a:srgbClr val="D88C51">
                <a:alpha val="92941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611929" y="4944155"/>
              <a:ext cx="311466" cy="335036"/>
            </a:xfrm>
            <a:custGeom>
              <a:avLst/>
              <a:pathLst>
                <a:path w="311466" h="335036">
                  <a:moveTo>
                    <a:pt x="223541" y="335036"/>
                  </a:moveTo>
                  <a:lnTo>
                    <a:pt x="164220" y="272607"/>
                  </a:lnTo>
                  <a:lnTo>
                    <a:pt x="107143" y="208121"/>
                  </a:lnTo>
                  <a:lnTo>
                    <a:pt x="52380" y="141658"/>
                  </a:lnTo>
                  <a:lnTo>
                    <a:pt x="0" y="73302"/>
                  </a:lnTo>
                  <a:lnTo>
                    <a:pt x="99244" y="0"/>
                  </a:lnTo>
                  <a:lnTo>
                    <a:pt x="166054" y="86131"/>
                  </a:lnTo>
                  <a:lnTo>
                    <a:pt x="236847" y="169019"/>
                  </a:lnTo>
                  <a:lnTo>
                    <a:pt x="311466" y="248481"/>
                  </a:lnTo>
                  <a:close/>
                </a:path>
              </a:pathLst>
            </a:custGeom>
            <a:solidFill>
              <a:srgbClr val="D88C51">
                <a:alpha val="59215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409585" y="4636136"/>
              <a:ext cx="280228" cy="350355"/>
            </a:xfrm>
            <a:custGeom>
              <a:avLst/>
              <a:pathLst>
                <a:path w="280228" h="350355">
                  <a:moveTo>
                    <a:pt x="179845" y="350355"/>
                  </a:moveTo>
                  <a:lnTo>
                    <a:pt x="131021" y="279415"/>
                  </a:lnTo>
                  <a:lnTo>
                    <a:pt x="84734" y="206794"/>
                  </a:lnTo>
                  <a:lnTo>
                    <a:pt x="41042" y="132583"/>
                  </a:lnTo>
                  <a:lnTo>
                    <a:pt x="0" y="56875"/>
                  </a:lnTo>
                  <a:lnTo>
                    <a:pt x="109489" y="0"/>
                  </a:lnTo>
                  <a:lnTo>
                    <a:pt x="162003" y="95522"/>
                  </a:lnTo>
                  <a:lnTo>
                    <a:pt x="218958" y="188464"/>
                  </a:lnTo>
                  <a:lnTo>
                    <a:pt x="280228" y="278620"/>
                  </a:lnTo>
                  <a:close/>
                </a:path>
              </a:pathLst>
            </a:custGeom>
            <a:solidFill>
              <a:srgbClr val="D88C51">
                <a:alpha val="97254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289748" y="4301859"/>
              <a:ext cx="212829" cy="343261"/>
            </a:xfrm>
            <a:custGeom>
              <a:avLst/>
              <a:pathLst>
                <a:path w="212829" h="343261">
                  <a:moveTo>
                    <a:pt x="130053" y="343261"/>
                  </a:moveTo>
                  <a:lnTo>
                    <a:pt x="81784" y="240684"/>
                  </a:lnTo>
                  <a:lnTo>
                    <a:pt x="38401" y="135948"/>
                  </a:lnTo>
                  <a:lnTo>
                    <a:pt x="0" y="29285"/>
                  </a:lnTo>
                  <a:lnTo>
                    <a:pt x="87778" y="0"/>
                  </a:lnTo>
                  <a:lnTo>
                    <a:pt x="124703" y="102561"/>
                  </a:lnTo>
                  <a:lnTo>
                    <a:pt x="166417" y="203268"/>
                  </a:lnTo>
                  <a:lnTo>
                    <a:pt x="212829" y="301899"/>
                  </a:lnTo>
                  <a:close/>
                </a:path>
              </a:pathLst>
            </a:custGeom>
            <a:solidFill>
              <a:srgbClr val="D88C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092241" y="3949554"/>
              <a:ext cx="274056" cy="378201"/>
            </a:xfrm>
            <a:custGeom>
              <a:avLst/>
              <a:pathLst>
                <a:path w="274056" h="378201">
                  <a:moveTo>
                    <a:pt x="82895" y="378201"/>
                  </a:moveTo>
                  <a:lnTo>
                    <a:pt x="57606" y="293033"/>
                  </a:lnTo>
                  <a:lnTo>
                    <a:pt x="35343" y="207025"/>
                  </a:lnTo>
                  <a:lnTo>
                    <a:pt x="16133" y="120284"/>
                  </a:lnTo>
                  <a:lnTo>
                    <a:pt x="0" y="32918"/>
                  </a:lnTo>
                  <a:lnTo>
                    <a:pt x="197772" y="0"/>
                  </a:lnTo>
                  <a:lnTo>
                    <a:pt x="218197" y="107074"/>
                  </a:lnTo>
                  <a:lnTo>
                    <a:pt x="243644" y="213068"/>
                  </a:lnTo>
                  <a:lnTo>
                    <a:pt x="274056" y="317745"/>
                  </a:lnTo>
                  <a:close/>
                </a:path>
              </a:pathLst>
            </a:custGeom>
            <a:solidFill>
              <a:srgbClr val="D88C51">
                <a:alpha val="74117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2058204" y="3587896"/>
              <a:ext cx="226125" cy="355574"/>
            </a:xfrm>
            <a:custGeom>
              <a:avLst/>
              <a:pathLst>
                <a:path w="226125" h="355574">
                  <a:moveTo>
                    <a:pt x="27860" y="355574"/>
                  </a:moveTo>
                  <a:lnTo>
                    <a:pt x="16206" y="267499"/>
                  </a:lnTo>
                  <a:lnTo>
                    <a:pt x="7671" y="179067"/>
                  </a:lnTo>
                  <a:lnTo>
                    <a:pt x="2267" y="90388"/>
                  </a:lnTo>
                  <a:lnTo>
                    <a:pt x="0" y="1574"/>
                  </a:lnTo>
                  <a:lnTo>
                    <a:pt x="200486" y="0"/>
                  </a:lnTo>
                  <a:lnTo>
                    <a:pt x="203910" y="108951"/>
                  </a:lnTo>
                  <a:lnTo>
                    <a:pt x="212463" y="217620"/>
                  </a:lnTo>
                  <a:lnTo>
                    <a:pt x="226125" y="325766"/>
                  </a:lnTo>
                  <a:close/>
                </a:path>
              </a:pathLst>
            </a:custGeom>
            <a:solidFill>
              <a:srgbClr val="D88C51">
                <a:alpha val="72549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119892" y="3205155"/>
              <a:ext cx="164436" cy="346402"/>
            </a:xfrm>
            <a:custGeom>
              <a:avLst/>
              <a:pathLst>
                <a:path w="164436" h="346402">
                  <a:moveTo>
                    <a:pt x="0" y="345312"/>
                  </a:moveTo>
                  <a:lnTo>
                    <a:pt x="2211" y="258678"/>
                  </a:lnTo>
                  <a:lnTo>
                    <a:pt x="7483" y="172175"/>
                  </a:lnTo>
                  <a:lnTo>
                    <a:pt x="15808" y="85913"/>
                  </a:lnTo>
                  <a:lnTo>
                    <a:pt x="27176" y="0"/>
                  </a:lnTo>
                  <a:lnTo>
                    <a:pt x="164436" y="20636"/>
                  </a:lnTo>
                  <a:lnTo>
                    <a:pt x="150774" y="128782"/>
                  </a:lnTo>
                  <a:lnTo>
                    <a:pt x="142222" y="237451"/>
                  </a:lnTo>
                  <a:lnTo>
                    <a:pt x="138798" y="346402"/>
                  </a:lnTo>
                  <a:close/>
                </a:path>
              </a:pathLst>
            </a:custGeom>
            <a:solidFill>
              <a:srgbClr val="437F64">
                <a:alpha val="53333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137881" y="2825650"/>
              <a:ext cx="228416" cy="364250"/>
            </a:xfrm>
            <a:custGeom>
              <a:avLst/>
              <a:pathLst>
                <a:path w="228416" h="364250">
                  <a:moveTo>
                    <a:pt x="0" y="338928"/>
                  </a:moveTo>
                  <a:lnTo>
                    <a:pt x="15836" y="253170"/>
                  </a:lnTo>
                  <a:lnTo>
                    <a:pt x="34692" y="168025"/>
                  </a:lnTo>
                  <a:lnTo>
                    <a:pt x="56546" y="83600"/>
                  </a:lnTo>
                  <a:lnTo>
                    <a:pt x="81369" y="0"/>
                  </a:lnTo>
                  <a:lnTo>
                    <a:pt x="228416" y="46504"/>
                  </a:lnTo>
                  <a:lnTo>
                    <a:pt x="198004" y="151181"/>
                  </a:lnTo>
                  <a:lnTo>
                    <a:pt x="172557" y="257175"/>
                  </a:lnTo>
                  <a:lnTo>
                    <a:pt x="152132" y="364250"/>
                  </a:lnTo>
                  <a:close/>
                </a:path>
              </a:pathLst>
            </a:custGeom>
            <a:solidFill>
              <a:srgbClr val="437F64">
                <a:alpha val="59607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2245858" y="2473654"/>
              <a:ext cx="256719" cy="363941"/>
            </a:xfrm>
            <a:custGeom>
              <a:avLst/>
              <a:pathLst>
                <a:path w="256719" h="363941">
                  <a:moveTo>
                    <a:pt x="0" y="320013"/>
                  </a:moveTo>
                  <a:lnTo>
                    <a:pt x="28875" y="238303"/>
                  </a:lnTo>
                  <a:lnTo>
                    <a:pt x="60619" y="157663"/>
                  </a:lnTo>
                  <a:lnTo>
                    <a:pt x="95193" y="78196"/>
                  </a:lnTo>
                  <a:lnTo>
                    <a:pt x="132554" y="0"/>
                  </a:lnTo>
                  <a:lnTo>
                    <a:pt x="256719" y="62041"/>
                  </a:lnTo>
                  <a:lnTo>
                    <a:pt x="210307" y="160672"/>
                  </a:lnTo>
                  <a:lnTo>
                    <a:pt x="168592" y="261380"/>
                  </a:lnTo>
                  <a:lnTo>
                    <a:pt x="131668" y="363941"/>
                  </a:lnTo>
                  <a:close/>
                </a:path>
              </a:pathLst>
            </a:custGeom>
            <a:solidFill>
              <a:srgbClr val="437F64">
                <a:alpha val="52156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2395899" y="2143996"/>
              <a:ext cx="293914" cy="359322"/>
            </a:xfrm>
            <a:custGeom>
              <a:avLst/>
              <a:pathLst>
                <a:path w="293914" h="359322">
                  <a:moveTo>
                    <a:pt x="0" y="295338"/>
                  </a:moveTo>
                  <a:lnTo>
                    <a:pt x="41302" y="219150"/>
                  </a:lnTo>
                  <a:lnTo>
                    <a:pt x="85270" y="144469"/>
                  </a:lnTo>
                  <a:lnTo>
                    <a:pt x="131850" y="71388"/>
                  </a:lnTo>
                  <a:lnTo>
                    <a:pt x="180983" y="0"/>
                  </a:lnTo>
                  <a:lnTo>
                    <a:pt x="293914" y="80701"/>
                  </a:lnTo>
                  <a:lnTo>
                    <a:pt x="232644" y="170858"/>
                  </a:lnTo>
                  <a:lnTo>
                    <a:pt x="175689" y="263800"/>
                  </a:lnTo>
                  <a:lnTo>
                    <a:pt x="123175" y="359322"/>
                  </a:lnTo>
                  <a:close/>
                </a:path>
              </a:pathLst>
            </a:custGeom>
            <a:solidFill>
              <a:srgbClr val="437F64">
                <a:alpha val="56078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574712" y="1827805"/>
              <a:ext cx="348683" cy="367494"/>
            </a:xfrm>
            <a:custGeom>
              <a:avLst/>
              <a:pathLst>
                <a:path w="348683" h="367494">
                  <a:moveTo>
                    <a:pt x="0" y="266702"/>
                  </a:moveTo>
                  <a:lnTo>
                    <a:pt x="53375" y="197048"/>
                  </a:lnTo>
                  <a:lnTo>
                    <a:pt x="109177" y="129324"/>
                  </a:lnTo>
                  <a:lnTo>
                    <a:pt x="167339" y="63614"/>
                  </a:lnTo>
                  <a:lnTo>
                    <a:pt x="227785" y="0"/>
                  </a:lnTo>
                  <a:lnTo>
                    <a:pt x="348683" y="119013"/>
                  </a:lnTo>
                  <a:lnTo>
                    <a:pt x="274064" y="198474"/>
                  </a:lnTo>
                  <a:lnTo>
                    <a:pt x="203270" y="281363"/>
                  </a:lnTo>
                  <a:lnTo>
                    <a:pt x="136460" y="367494"/>
                  </a:lnTo>
                  <a:close/>
                </a:path>
              </a:pathLst>
            </a:custGeom>
            <a:solidFill>
              <a:srgbClr val="437F64">
                <a:alpha val="52549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2851716" y="1597251"/>
              <a:ext cx="345855" cy="323872"/>
            </a:xfrm>
            <a:custGeom>
              <a:avLst/>
              <a:pathLst>
                <a:path w="345855" h="323872">
                  <a:moveTo>
                    <a:pt x="0" y="224956"/>
                  </a:moveTo>
                  <a:lnTo>
                    <a:pt x="62823" y="165260"/>
                  </a:lnTo>
                  <a:lnTo>
                    <a:pt x="127717" y="107821"/>
                  </a:lnTo>
                  <a:lnTo>
                    <a:pt x="194601" y="52711"/>
                  </a:lnTo>
                  <a:lnTo>
                    <a:pt x="263389" y="0"/>
                  </a:lnTo>
                  <a:lnTo>
                    <a:pt x="345855" y="111649"/>
                  </a:lnTo>
                  <a:lnTo>
                    <a:pt x="259724" y="178459"/>
                  </a:lnTo>
                  <a:lnTo>
                    <a:pt x="176836" y="249253"/>
                  </a:lnTo>
                  <a:lnTo>
                    <a:pt x="97374" y="323872"/>
                  </a:lnTo>
                  <a:close/>
                </a:path>
              </a:pathLst>
            </a:custGeom>
            <a:solidFill>
              <a:srgbClr val="437F64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146268" y="1393627"/>
              <a:ext cx="359322" cy="293914"/>
            </a:xfrm>
            <a:custGeom>
              <a:avLst/>
              <a:pathLst>
                <a:path w="359322" h="293914">
                  <a:moveTo>
                    <a:pt x="0" y="180983"/>
                  </a:moveTo>
                  <a:lnTo>
                    <a:pt x="71388" y="131850"/>
                  </a:lnTo>
                  <a:lnTo>
                    <a:pt x="144469" y="85270"/>
                  </a:lnTo>
                  <a:lnTo>
                    <a:pt x="219150" y="41302"/>
                  </a:lnTo>
                  <a:lnTo>
                    <a:pt x="295338" y="0"/>
                  </a:lnTo>
                  <a:lnTo>
                    <a:pt x="359322" y="123175"/>
                  </a:lnTo>
                  <a:lnTo>
                    <a:pt x="263800" y="175689"/>
                  </a:lnTo>
                  <a:lnTo>
                    <a:pt x="170858" y="232644"/>
                  </a:lnTo>
                  <a:lnTo>
                    <a:pt x="80701" y="293914"/>
                  </a:lnTo>
                  <a:close/>
                </a:path>
              </a:pathLst>
            </a:custGeom>
            <a:solidFill>
              <a:srgbClr val="437F64">
                <a:alpha val="57254"/>
              </a:srgbClr>
            </a:solidFill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3469033" y="1228956"/>
              <a:ext cx="370835" cy="271349"/>
            </a:xfrm>
            <a:custGeom>
              <a:avLst/>
              <a:pathLst>
                <a:path w="370835" h="271349">
                  <a:moveTo>
                    <a:pt x="0" y="133387"/>
                  </a:moveTo>
                  <a:lnTo>
                    <a:pt x="78687" y="95792"/>
                  </a:lnTo>
                  <a:lnTo>
                    <a:pt x="158655" y="61000"/>
                  </a:lnTo>
                  <a:lnTo>
                    <a:pt x="239801" y="29056"/>
                  </a:lnTo>
                  <a:lnTo>
                    <a:pt x="322026" y="0"/>
                  </a:lnTo>
                  <a:lnTo>
                    <a:pt x="370835" y="146298"/>
                  </a:lnTo>
                  <a:lnTo>
                    <a:pt x="268274" y="183222"/>
                  </a:lnTo>
                  <a:lnTo>
                    <a:pt x="167566" y="224937"/>
                  </a:lnTo>
                  <a:lnTo>
                    <a:pt x="68935" y="271349"/>
                  </a:lnTo>
                  <a:close/>
                </a:path>
              </a:pathLst>
            </a:custGeom>
            <a:solidFill>
              <a:srgbClr val="437F64">
                <a:alpha val="59215"/>
              </a:srgbClr>
            </a:solidFill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813971" y="1089969"/>
              <a:ext cx="378201" cy="274056"/>
            </a:xfrm>
            <a:custGeom>
              <a:avLst/>
              <a:pathLst>
                <a:path w="378201" h="274056">
                  <a:moveTo>
                    <a:pt x="0" y="82895"/>
                  </a:moveTo>
                  <a:lnTo>
                    <a:pt x="85167" y="57606"/>
                  </a:lnTo>
                  <a:lnTo>
                    <a:pt x="171176" y="35343"/>
                  </a:lnTo>
                  <a:lnTo>
                    <a:pt x="257917" y="16133"/>
                  </a:lnTo>
                  <a:lnTo>
                    <a:pt x="345283" y="0"/>
                  </a:lnTo>
                  <a:lnTo>
                    <a:pt x="378201" y="197772"/>
                  </a:lnTo>
                  <a:lnTo>
                    <a:pt x="271126" y="218197"/>
                  </a:lnTo>
                  <a:lnTo>
                    <a:pt x="165133" y="243644"/>
                  </a:lnTo>
                  <a:lnTo>
                    <a:pt x="60456" y="274056"/>
                  </a:lnTo>
                  <a:close/>
                </a:path>
              </a:pathLst>
            </a:custGeom>
            <a:solidFill>
              <a:srgbClr val="437F64">
                <a:alpha val="56078"/>
              </a:srgbClr>
            </a:solidFill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4195963" y="1040509"/>
              <a:ext cx="357867" cy="241547"/>
            </a:xfrm>
            <a:custGeom>
              <a:avLst/>
              <a:pathLst>
                <a:path w="357867" h="241547">
                  <a:moveTo>
                    <a:pt x="0" y="28031"/>
                  </a:moveTo>
                  <a:lnTo>
                    <a:pt x="88615" y="16305"/>
                  </a:lnTo>
                  <a:lnTo>
                    <a:pt x="177590" y="7718"/>
                  </a:lnTo>
                  <a:lnTo>
                    <a:pt x="266812" y="2281"/>
                  </a:lnTo>
                  <a:lnTo>
                    <a:pt x="356171" y="0"/>
                  </a:lnTo>
                  <a:lnTo>
                    <a:pt x="357867" y="215908"/>
                  </a:lnTo>
                  <a:lnTo>
                    <a:pt x="248915" y="219332"/>
                  </a:lnTo>
                  <a:lnTo>
                    <a:pt x="140246" y="227885"/>
                  </a:lnTo>
                  <a:lnTo>
                    <a:pt x="32100" y="241547"/>
                  </a:lnTo>
                  <a:close/>
                </a:path>
              </a:pathLst>
            </a:custGeom>
            <a:solidFill>
              <a:srgbClr val="437F64">
                <a:alpha val="49411"/>
              </a:srgbClr>
            </a:solidFill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 rot="-4860000">
              <a:off x="4598178" y="838114"/>
              <a:ext cx="405444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binding</a:t>
              </a:r>
            </a:p>
          </p:txBody>
        </p:sp>
        <p:sp>
          <p:nvSpPr>
            <p:cNvPr id="47" name="tx47"/>
            <p:cNvSpPr/>
            <p:nvPr/>
          </p:nvSpPr>
          <p:spPr>
            <a:xfrm rot="-4320000">
              <a:off x="4917159" y="807476"/>
              <a:ext cx="678301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binding</a:t>
              </a:r>
            </a:p>
          </p:txBody>
        </p:sp>
        <p:sp>
          <p:nvSpPr>
            <p:cNvPr id="48" name="tx48"/>
            <p:cNvSpPr/>
            <p:nvPr/>
          </p:nvSpPr>
          <p:spPr>
            <a:xfrm rot="-3780000">
              <a:off x="5377313" y="1014331"/>
              <a:ext cx="529894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cadherin binding</a:t>
              </a:r>
            </a:p>
          </p:txBody>
        </p:sp>
        <p:sp>
          <p:nvSpPr>
            <p:cNvPr id="49" name="tx49"/>
            <p:cNvSpPr/>
            <p:nvPr/>
          </p:nvSpPr>
          <p:spPr>
            <a:xfrm rot="-3240000">
              <a:off x="5591768" y="1085793"/>
              <a:ext cx="107167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GDP-dissociation inhibitor activity</a:t>
              </a:r>
            </a:p>
          </p:txBody>
        </p:sp>
        <p:sp>
          <p:nvSpPr>
            <p:cNvPr id="50" name="tx50"/>
            <p:cNvSpPr/>
            <p:nvPr/>
          </p:nvSpPr>
          <p:spPr>
            <a:xfrm rot="-2700000">
              <a:off x="6060090" y="1500223"/>
              <a:ext cx="573877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isomerase activity</a:t>
              </a:r>
            </a:p>
          </p:txBody>
        </p:sp>
        <p:sp>
          <p:nvSpPr>
            <p:cNvPr id="51" name="tx51"/>
            <p:cNvSpPr/>
            <p:nvPr/>
          </p:nvSpPr>
          <p:spPr>
            <a:xfrm rot="-2160000">
              <a:off x="6320138" y="1732857"/>
              <a:ext cx="846825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N-terminus binding</a:t>
              </a:r>
            </a:p>
          </p:txBody>
        </p:sp>
        <p:sp>
          <p:nvSpPr>
            <p:cNvPr id="52" name="tx52"/>
            <p:cNvSpPr/>
            <p:nvPr/>
          </p:nvSpPr>
          <p:spPr>
            <a:xfrm rot="-1620000">
              <a:off x="6556091" y="2134659"/>
              <a:ext cx="742492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RAGE receptor binding</a:t>
              </a:r>
            </a:p>
          </p:txBody>
        </p:sp>
        <p:sp>
          <p:nvSpPr>
            <p:cNvPr id="53" name="tx53"/>
            <p:cNvSpPr/>
            <p:nvPr/>
          </p:nvSpPr>
          <p:spPr>
            <a:xfrm rot="-1080000">
              <a:off x="6810135" y="2436363"/>
              <a:ext cx="109581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ribonucleoprotein complex binding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">
              <a:off x="6948641" y="2880217"/>
              <a:ext cx="1167597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structural constituent of cytoskeleton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000633" y="3352712"/>
              <a:ext cx="1063264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structural constituent of ribosome</a:t>
              </a:r>
            </a:p>
          </p:txBody>
        </p:sp>
        <p:sp>
          <p:nvSpPr>
            <p:cNvPr id="56" name="tx56"/>
            <p:cNvSpPr/>
            <p:nvPr/>
          </p:nvSpPr>
          <p:spPr>
            <a:xfrm rot="540000">
              <a:off x="7089251" y="3788401"/>
              <a:ext cx="590062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Alzheimer disease</a:t>
              </a:r>
            </a:p>
          </p:txBody>
        </p:sp>
        <p:sp>
          <p:nvSpPr>
            <p:cNvPr id="57" name="tx57"/>
            <p:cNvSpPr/>
            <p:nvPr/>
          </p:nvSpPr>
          <p:spPr>
            <a:xfrm rot="1080000">
              <a:off x="7038313" y="4283362"/>
              <a:ext cx="919063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Amyotrophic lateral sclerosis</a:t>
              </a:r>
            </a:p>
          </p:txBody>
        </p:sp>
        <p:sp>
          <p:nvSpPr>
            <p:cNvPr id="58" name="tx58"/>
            <p:cNvSpPr/>
            <p:nvPr/>
          </p:nvSpPr>
          <p:spPr>
            <a:xfrm rot="1620000">
              <a:off x="6860259" y="4645945"/>
              <a:ext cx="618134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Huntington disease</a:t>
              </a:r>
            </a:p>
          </p:txBody>
        </p:sp>
        <p:sp>
          <p:nvSpPr>
            <p:cNvPr id="59" name="tx59"/>
            <p:cNvSpPr/>
            <p:nvPr/>
          </p:nvSpPr>
          <p:spPr>
            <a:xfrm rot="2160000">
              <a:off x="6698007" y="5054612"/>
              <a:ext cx="590062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Parkinson disease</a:t>
              </a:r>
            </a:p>
          </p:txBody>
        </p:sp>
        <p:sp>
          <p:nvSpPr>
            <p:cNvPr id="60" name="tx60"/>
            <p:cNvSpPr/>
            <p:nvPr/>
          </p:nvSpPr>
          <p:spPr>
            <a:xfrm rot="2700000">
              <a:off x="6264538" y="5550407"/>
              <a:ext cx="1172077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Pathogenic Escherichia coli infection</a:t>
              </a:r>
            </a:p>
          </p:txBody>
        </p:sp>
        <p:sp>
          <p:nvSpPr>
            <p:cNvPr id="61" name="tx61"/>
            <p:cNvSpPr/>
            <p:nvPr/>
          </p:nvSpPr>
          <p:spPr>
            <a:xfrm rot="3240000">
              <a:off x="5896794" y="6152476"/>
              <a:ext cx="163741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Pathways of neurodegeneration - multiple diseases</a:t>
              </a:r>
            </a:p>
          </p:txBody>
        </p:sp>
        <p:sp>
          <p:nvSpPr>
            <p:cNvPr id="62" name="tx62"/>
            <p:cNvSpPr/>
            <p:nvPr/>
          </p:nvSpPr>
          <p:spPr>
            <a:xfrm rot="3780000">
              <a:off x="5747743" y="5805819"/>
              <a:ext cx="385328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Phagosome</a:t>
              </a:r>
            </a:p>
          </p:txBody>
        </p:sp>
        <p:sp>
          <p:nvSpPr>
            <p:cNvPr id="63" name="tx63"/>
            <p:cNvSpPr/>
            <p:nvPr/>
          </p:nvSpPr>
          <p:spPr>
            <a:xfrm rot="4320000">
              <a:off x="5382615" y="6073859"/>
              <a:ext cx="437540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Prion disease</a:t>
              </a:r>
            </a:p>
          </p:txBody>
        </p:sp>
        <p:sp>
          <p:nvSpPr>
            <p:cNvPr id="64" name="tx64"/>
            <p:cNvSpPr/>
            <p:nvPr/>
          </p:nvSpPr>
          <p:spPr>
            <a:xfrm rot="4860000">
              <a:off x="4980123" y="6119913"/>
              <a:ext cx="389260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</a:t>
              </a:r>
            </a:p>
          </p:txBody>
        </p:sp>
        <p:sp>
          <p:nvSpPr>
            <p:cNvPr id="65" name="tx65"/>
            <p:cNvSpPr/>
            <p:nvPr/>
          </p:nvSpPr>
          <p:spPr>
            <a:xfrm rot="5400000">
              <a:off x="4552136" y="6216655"/>
              <a:ext cx="426841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Tight junction</a:t>
              </a:r>
            </a:p>
          </p:txBody>
        </p:sp>
        <p:sp>
          <p:nvSpPr>
            <p:cNvPr id="66" name="tx66"/>
            <p:cNvSpPr/>
            <p:nvPr/>
          </p:nvSpPr>
          <p:spPr>
            <a:xfrm rot="-4860000">
              <a:off x="3966187" y="6455723"/>
              <a:ext cx="698327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cell-substrate junction</a:t>
              </a:r>
            </a:p>
          </p:txBody>
        </p:sp>
        <p:sp>
          <p:nvSpPr>
            <p:cNvPr id="67" name="tx67"/>
            <p:cNvSpPr/>
            <p:nvPr/>
          </p:nvSpPr>
          <p:spPr>
            <a:xfrm rot="-4320000">
              <a:off x="3435277" y="6399655"/>
              <a:ext cx="834847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cytoplasmic vesicle lumen</a:t>
              </a:r>
            </a:p>
          </p:txBody>
        </p:sp>
        <p:sp>
          <p:nvSpPr>
            <p:cNvPr id="68" name="tx68"/>
            <p:cNvSpPr/>
            <p:nvPr/>
          </p:nvSpPr>
          <p:spPr>
            <a:xfrm rot="-3780000">
              <a:off x="3079412" y="6148547"/>
              <a:ext cx="762609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endopeptidase complex</a:t>
              </a:r>
            </a:p>
          </p:txBody>
        </p:sp>
        <p:sp>
          <p:nvSpPr>
            <p:cNvPr id="69" name="tx69"/>
            <p:cNvSpPr/>
            <p:nvPr/>
          </p:nvSpPr>
          <p:spPr>
            <a:xfrm rot="-3240000">
              <a:off x="2602800" y="5984839"/>
              <a:ext cx="866942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ficolin-1-rich granule lumen</a:t>
              </a:r>
            </a:p>
          </p:txBody>
        </p:sp>
        <p:sp>
          <p:nvSpPr>
            <p:cNvPr id="70" name="tx70"/>
            <p:cNvSpPr/>
            <p:nvPr/>
          </p:nvSpPr>
          <p:spPr>
            <a:xfrm rot="-2700000">
              <a:off x="2502280" y="5666473"/>
              <a:ext cx="465612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focal adhesion</a:t>
              </a:r>
            </a:p>
          </p:txBody>
        </p:sp>
        <p:sp>
          <p:nvSpPr>
            <p:cNvPr id="71" name="tx71"/>
            <p:cNvSpPr/>
            <p:nvPr/>
          </p:nvSpPr>
          <p:spPr>
            <a:xfrm rot="-2160000">
              <a:off x="2163263" y="5312950"/>
              <a:ext cx="602040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peptidase complex</a:t>
              </a:r>
            </a:p>
          </p:txBody>
        </p:sp>
        <p:sp>
          <p:nvSpPr>
            <p:cNvPr id="72" name="tx72"/>
            <p:cNvSpPr/>
            <p:nvPr/>
          </p:nvSpPr>
          <p:spPr>
            <a:xfrm rot="-1620000">
              <a:off x="1848054" y="4976914"/>
              <a:ext cx="670163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 complex</a:t>
              </a:r>
            </a:p>
          </p:txBody>
        </p:sp>
        <p:sp>
          <p:nvSpPr>
            <p:cNvPr id="73" name="tx73"/>
            <p:cNvSpPr/>
            <p:nvPr/>
          </p:nvSpPr>
          <p:spPr>
            <a:xfrm rot="-1080000">
              <a:off x="1525231" y="4598561"/>
              <a:ext cx="830640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 core complex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">
              <a:off x="1343459" y="4194737"/>
              <a:ext cx="77449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secretory granule lumen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1613575" y="3742248"/>
              <a:ext cx="437540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vesicle lumen</a:t>
              </a:r>
            </a:p>
          </p:txBody>
        </p:sp>
        <p:sp>
          <p:nvSpPr>
            <p:cNvPr id="76" name="tx76"/>
            <p:cNvSpPr/>
            <p:nvPr/>
          </p:nvSpPr>
          <p:spPr>
            <a:xfrm rot="540000">
              <a:off x="1207207" y="3279035"/>
              <a:ext cx="91101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polymerization</a:t>
              </a:r>
            </a:p>
          </p:txBody>
        </p:sp>
        <p:sp>
          <p:nvSpPr>
            <p:cNvPr id="77" name="tx77"/>
            <p:cNvSpPr/>
            <p:nvPr/>
          </p:nvSpPr>
          <p:spPr>
            <a:xfrm rot="1080000">
              <a:off x="901406" y="2765289"/>
              <a:ext cx="1288298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polymerization or depolymerization</a:t>
              </a:r>
            </a:p>
          </p:txBody>
        </p:sp>
        <p:sp>
          <p:nvSpPr>
            <p:cNvPr id="78" name="tx78"/>
            <p:cNvSpPr/>
            <p:nvPr/>
          </p:nvSpPr>
          <p:spPr>
            <a:xfrm rot="1620000">
              <a:off x="972258" y="2282740"/>
              <a:ext cx="1396654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positive regulation of endopeptidase activity</a:t>
              </a:r>
            </a:p>
          </p:txBody>
        </p:sp>
        <p:sp>
          <p:nvSpPr>
            <p:cNvPr id="79" name="tx79"/>
            <p:cNvSpPr/>
            <p:nvPr/>
          </p:nvSpPr>
          <p:spPr>
            <a:xfrm rot="2160000">
              <a:off x="1510288" y="1943495"/>
              <a:ext cx="1059423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length</a:t>
              </a:r>
            </a:p>
          </p:txBody>
        </p:sp>
        <p:sp>
          <p:nvSpPr>
            <p:cNvPr id="80" name="tx80"/>
            <p:cNvSpPr/>
            <p:nvPr/>
          </p:nvSpPr>
          <p:spPr>
            <a:xfrm rot="2700000">
              <a:off x="1600474" y="1477534"/>
              <a:ext cx="1256111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organization</a:t>
              </a:r>
            </a:p>
          </p:txBody>
        </p:sp>
        <p:sp>
          <p:nvSpPr>
            <p:cNvPr id="81" name="tx81"/>
            <p:cNvSpPr/>
            <p:nvPr/>
          </p:nvSpPr>
          <p:spPr>
            <a:xfrm rot="3240000">
              <a:off x="1915252" y="1130608"/>
              <a:ext cx="1328348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polymerization</a:t>
              </a:r>
            </a:p>
          </p:txBody>
        </p:sp>
        <p:sp>
          <p:nvSpPr>
            <p:cNvPr id="82" name="tx82"/>
            <p:cNvSpPr/>
            <p:nvPr/>
          </p:nvSpPr>
          <p:spPr>
            <a:xfrm rot="3780000">
              <a:off x="2043016" y="680532"/>
              <a:ext cx="1705630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polymerization or depolymerization</a:t>
              </a:r>
            </a:p>
          </p:txBody>
        </p:sp>
        <p:sp>
          <p:nvSpPr>
            <p:cNvPr id="83" name="tx83"/>
            <p:cNvSpPr/>
            <p:nvPr/>
          </p:nvSpPr>
          <p:spPr>
            <a:xfrm rot="4320000">
              <a:off x="2886547" y="716047"/>
              <a:ext cx="112370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protein polymerization</a:t>
              </a:r>
            </a:p>
          </p:txBody>
        </p:sp>
        <p:sp>
          <p:nvSpPr>
            <p:cNvPr id="84" name="tx84"/>
            <p:cNvSpPr/>
            <p:nvPr/>
          </p:nvSpPr>
          <p:spPr>
            <a:xfrm rot="4860000">
              <a:off x="3123100" y="351732"/>
              <a:ext cx="1484894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supramolecular fiber organization</a:t>
              </a:r>
            </a:p>
          </p:txBody>
        </p:sp>
        <p:sp>
          <p:nvSpPr>
            <p:cNvPr id="85" name="tx85"/>
            <p:cNvSpPr/>
            <p:nvPr/>
          </p:nvSpPr>
          <p:spPr>
            <a:xfrm rot="5400000">
              <a:off x="3768293" y="403493"/>
              <a:ext cx="120819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ribonucleoprotein complex biogenesis</a:t>
              </a:r>
            </a:p>
          </p:txBody>
        </p:sp>
        <p:sp>
          <p:nvSpPr>
            <p:cNvPr id="86" name="rc86"/>
            <p:cNvSpPr/>
            <p:nvPr/>
          </p:nvSpPr>
          <p:spPr>
            <a:xfrm>
              <a:off x="2125800" y="1123528"/>
              <a:ext cx="4892398" cy="489239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745686" y="1345910"/>
              <a:ext cx="703590" cy="1435148"/>
            </a:xfrm>
            <a:custGeom>
              <a:avLst/>
              <a:pathLst>
                <a:path w="703590" h="1435148">
                  <a:moveTo>
                    <a:pt x="614982" y="1435148"/>
                  </a:moveTo>
                  <a:lnTo>
                    <a:pt x="626492" y="1423170"/>
                  </a:lnTo>
                  <a:lnTo>
                    <a:pt x="637132" y="1411138"/>
                  </a:lnTo>
                  <a:lnTo>
                    <a:pt x="646918" y="1399050"/>
                  </a:lnTo>
                  <a:lnTo>
                    <a:pt x="655866" y="1386907"/>
                  </a:lnTo>
                  <a:lnTo>
                    <a:pt x="663991" y="1374710"/>
                  </a:lnTo>
                  <a:lnTo>
                    <a:pt x="671310" y="1362457"/>
                  </a:lnTo>
                  <a:lnTo>
                    <a:pt x="677838" y="1350150"/>
                  </a:lnTo>
                  <a:lnTo>
                    <a:pt x="683591" y="1337788"/>
                  </a:lnTo>
                  <a:lnTo>
                    <a:pt x="688584" y="1325372"/>
                  </a:lnTo>
                  <a:lnTo>
                    <a:pt x="692834" y="1312901"/>
                  </a:lnTo>
                  <a:lnTo>
                    <a:pt x="696355" y="1300377"/>
                  </a:lnTo>
                  <a:lnTo>
                    <a:pt x="699164" y="1287798"/>
                  </a:lnTo>
                  <a:lnTo>
                    <a:pt x="701276" y="1275165"/>
                  </a:lnTo>
                  <a:lnTo>
                    <a:pt x="702708" y="1262478"/>
                  </a:lnTo>
                  <a:lnTo>
                    <a:pt x="703474" y="1249738"/>
                  </a:lnTo>
                  <a:lnTo>
                    <a:pt x="703590" y="1236944"/>
                  </a:lnTo>
                  <a:lnTo>
                    <a:pt x="703073" y="1224096"/>
                  </a:lnTo>
                  <a:lnTo>
                    <a:pt x="701938" y="1211195"/>
                  </a:lnTo>
                  <a:lnTo>
                    <a:pt x="700200" y="1198241"/>
                  </a:lnTo>
                  <a:lnTo>
                    <a:pt x="697875" y="1185234"/>
                  </a:lnTo>
                  <a:lnTo>
                    <a:pt x="694980" y="1172173"/>
                  </a:lnTo>
                  <a:lnTo>
                    <a:pt x="691530" y="1159060"/>
                  </a:lnTo>
                  <a:lnTo>
                    <a:pt x="687540" y="1145894"/>
                  </a:lnTo>
                  <a:lnTo>
                    <a:pt x="683026" y="1132675"/>
                  </a:lnTo>
                  <a:lnTo>
                    <a:pt x="678004" y="1119404"/>
                  </a:lnTo>
                  <a:lnTo>
                    <a:pt x="672490" y="1106080"/>
                  </a:lnTo>
                  <a:lnTo>
                    <a:pt x="666499" y="1092705"/>
                  </a:lnTo>
                  <a:lnTo>
                    <a:pt x="660047" y="1079276"/>
                  </a:lnTo>
                  <a:lnTo>
                    <a:pt x="653150" y="1065796"/>
                  </a:lnTo>
                  <a:lnTo>
                    <a:pt x="645823" y="1052264"/>
                  </a:lnTo>
                  <a:lnTo>
                    <a:pt x="638083" y="1038680"/>
                  </a:lnTo>
                  <a:lnTo>
                    <a:pt x="629945" y="1025045"/>
                  </a:lnTo>
                  <a:lnTo>
                    <a:pt x="621424" y="1011358"/>
                  </a:lnTo>
                  <a:lnTo>
                    <a:pt x="612537" y="997619"/>
                  </a:lnTo>
                  <a:lnTo>
                    <a:pt x="603298" y="983829"/>
                  </a:lnTo>
                  <a:lnTo>
                    <a:pt x="593725" y="969988"/>
                  </a:lnTo>
                  <a:lnTo>
                    <a:pt x="583832" y="956096"/>
                  </a:lnTo>
                  <a:lnTo>
                    <a:pt x="573635" y="942153"/>
                  </a:lnTo>
                  <a:lnTo>
                    <a:pt x="563151" y="928159"/>
                  </a:lnTo>
                  <a:lnTo>
                    <a:pt x="552394" y="914114"/>
                  </a:lnTo>
                  <a:lnTo>
                    <a:pt x="541380" y="900018"/>
                  </a:lnTo>
                  <a:lnTo>
                    <a:pt x="530126" y="885872"/>
                  </a:lnTo>
                  <a:lnTo>
                    <a:pt x="518646" y="871676"/>
                  </a:lnTo>
                  <a:lnTo>
                    <a:pt x="506957" y="857430"/>
                  </a:lnTo>
                  <a:lnTo>
                    <a:pt x="495074" y="843133"/>
                  </a:lnTo>
                  <a:lnTo>
                    <a:pt x="483013" y="828786"/>
                  </a:lnTo>
                  <a:lnTo>
                    <a:pt x="470789" y="814390"/>
                  </a:lnTo>
                  <a:lnTo>
                    <a:pt x="458419" y="799943"/>
                  </a:lnTo>
                  <a:lnTo>
                    <a:pt x="445919" y="785447"/>
                  </a:lnTo>
                  <a:lnTo>
                    <a:pt x="433303" y="770902"/>
                  </a:lnTo>
                  <a:lnTo>
                    <a:pt x="420587" y="756307"/>
                  </a:lnTo>
                  <a:lnTo>
                    <a:pt x="407788" y="741663"/>
                  </a:lnTo>
                  <a:lnTo>
                    <a:pt x="394921" y="726969"/>
                  </a:lnTo>
                  <a:lnTo>
                    <a:pt x="382002" y="712227"/>
                  </a:lnTo>
                  <a:lnTo>
                    <a:pt x="369046" y="697436"/>
                  </a:lnTo>
                  <a:lnTo>
                    <a:pt x="356069" y="682596"/>
                  </a:lnTo>
                  <a:lnTo>
                    <a:pt x="343087" y="667707"/>
                  </a:lnTo>
                  <a:lnTo>
                    <a:pt x="330115" y="652769"/>
                  </a:lnTo>
                  <a:lnTo>
                    <a:pt x="317170" y="637783"/>
                  </a:lnTo>
                  <a:lnTo>
                    <a:pt x="304267" y="622749"/>
                  </a:lnTo>
                  <a:lnTo>
                    <a:pt x="291421" y="607667"/>
                  </a:lnTo>
                  <a:lnTo>
                    <a:pt x="278649" y="592536"/>
                  </a:lnTo>
                  <a:lnTo>
                    <a:pt x="265966" y="577358"/>
                  </a:lnTo>
                  <a:lnTo>
                    <a:pt x="253388" y="562132"/>
                  </a:lnTo>
                  <a:lnTo>
                    <a:pt x="240930" y="546857"/>
                  </a:lnTo>
                  <a:lnTo>
                    <a:pt x="228609" y="531536"/>
                  </a:lnTo>
                  <a:lnTo>
                    <a:pt x="216440" y="516167"/>
                  </a:lnTo>
                  <a:lnTo>
                    <a:pt x="204438" y="500750"/>
                  </a:lnTo>
                  <a:lnTo>
                    <a:pt x="192620" y="485286"/>
                  </a:lnTo>
                  <a:lnTo>
                    <a:pt x="181002" y="469776"/>
                  </a:lnTo>
                  <a:lnTo>
                    <a:pt x="169597" y="454218"/>
                  </a:lnTo>
                  <a:lnTo>
                    <a:pt x="158424" y="438613"/>
                  </a:lnTo>
                  <a:lnTo>
                    <a:pt x="147497" y="422961"/>
                  </a:lnTo>
                  <a:lnTo>
                    <a:pt x="136832" y="407263"/>
                  </a:lnTo>
                  <a:lnTo>
                    <a:pt x="126444" y="391518"/>
                  </a:lnTo>
                  <a:lnTo>
                    <a:pt x="116351" y="375727"/>
                  </a:lnTo>
                  <a:lnTo>
                    <a:pt x="106566" y="359890"/>
                  </a:lnTo>
                  <a:lnTo>
                    <a:pt x="97106" y="344006"/>
                  </a:lnTo>
                  <a:lnTo>
                    <a:pt x="87987" y="328077"/>
                  </a:lnTo>
                  <a:lnTo>
                    <a:pt x="79224" y="312101"/>
                  </a:lnTo>
                  <a:lnTo>
                    <a:pt x="70833" y="296080"/>
                  </a:lnTo>
                  <a:lnTo>
                    <a:pt x="62830" y="280013"/>
                  </a:lnTo>
                  <a:lnTo>
                    <a:pt x="55230" y="263900"/>
                  </a:lnTo>
                  <a:lnTo>
                    <a:pt x="48049" y="247742"/>
                  </a:lnTo>
                  <a:lnTo>
                    <a:pt x="41304" y="231539"/>
                  </a:lnTo>
                  <a:lnTo>
                    <a:pt x="35009" y="215290"/>
                  </a:lnTo>
                  <a:lnTo>
                    <a:pt x="29180" y="198996"/>
                  </a:lnTo>
                  <a:lnTo>
                    <a:pt x="23834" y="182658"/>
                  </a:lnTo>
                  <a:lnTo>
                    <a:pt x="18985" y="166274"/>
                  </a:lnTo>
                  <a:lnTo>
                    <a:pt x="14649" y="149846"/>
                  </a:lnTo>
                  <a:lnTo>
                    <a:pt x="10843" y="133373"/>
                  </a:lnTo>
                  <a:lnTo>
                    <a:pt x="7582" y="116856"/>
                  </a:lnTo>
                  <a:lnTo>
                    <a:pt x="4881" y="100294"/>
                  </a:lnTo>
                  <a:lnTo>
                    <a:pt x="2757" y="83688"/>
                  </a:lnTo>
                  <a:lnTo>
                    <a:pt x="1225" y="67038"/>
                  </a:lnTo>
                  <a:lnTo>
                    <a:pt x="300" y="50344"/>
                  </a:lnTo>
                  <a:lnTo>
                    <a:pt x="0" y="33606"/>
                  </a:lnTo>
                  <a:lnTo>
                    <a:pt x="338" y="16825"/>
                  </a:lnTo>
                  <a:lnTo>
                    <a:pt x="1331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078145" y="1400668"/>
              <a:ext cx="393600" cy="1380390"/>
            </a:xfrm>
            <a:custGeom>
              <a:avLst/>
              <a:pathLst>
                <a:path w="393600" h="1380390">
                  <a:moveTo>
                    <a:pt x="282523" y="1380390"/>
                  </a:moveTo>
                  <a:lnTo>
                    <a:pt x="294111" y="1368425"/>
                  </a:lnTo>
                  <a:lnTo>
                    <a:pt x="304986" y="1356430"/>
                  </a:lnTo>
                  <a:lnTo>
                    <a:pt x="315161" y="1344404"/>
                  </a:lnTo>
                  <a:lnTo>
                    <a:pt x="324648" y="1332346"/>
                  </a:lnTo>
                  <a:lnTo>
                    <a:pt x="333461" y="1320257"/>
                  </a:lnTo>
                  <a:lnTo>
                    <a:pt x="341612" y="1308137"/>
                  </a:lnTo>
                  <a:lnTo>
                    <a:pt x="349115" y="1295984"/>
                  </a:lnTo>
                  <a:lnTo>
                    <a:pt x="355983" y="1283799"/>
                  </a:lnTo>
                  <a:lnTo>
                    <a:pt x="362229" y="1271581"/>
                  </a:lnTo>
                  <a:lnTo>
                    <a:pt x="367866" y="1259330"/>
                  </a:lnTo>
                  <a:lnTo>
                    <a:pt x="372907" y="1247046"/>
                  </a:lnTo>
                  <a:lnTo>
                    <a:pt x="377364" y="1234728"/>
                  </a:lnTo>
                  <a:lnTo>
                    <a:pt x="381252" y="1222377"/>
                  </a:lnTo>
                  <a:lnTo>
                    <a:pt x="384582" y="1209991"/>
                  </a:lnTo>
                  <a:lnTo>
                    <a:pt x="387369" y="1197570"/>
                  </a:lnTo>
                  <a:lnTo>
                    <a:pt x="389625" y="1185115"/>
                  </a:lnTo>
                  <a:lnTo>
                    <a:pt x="391363" y="1172625"/>
                  </a:lnTo>
                  <a:lnTo>
                    <a:pt x="392596" y="1160099"/>
                  </a:lnTo>
                  <a:lnTo>
                    <a:pt x="393338" y="1147537"/>
                  </a:lnTo>
                  <a:lnTo>
                    <a:pt x="393600" y="1134940"/>
                  </a:lnTo>
                  <a:lnTo>
                    <a:pt x="393397" y="1122306"/>
                  </a:lnTo>
                  <a:lnTo>
                    <a:pt x="392742" y="1109635"/>
                  </a:lnTo>
                  <a:lnTo>
                    <a:pt x="391647" y="1096928"/>
                  </a:lnTo>
                  <a:lnTo>
                    <a:pt x="390125" y="1084183"/>
                  </a:lnTo>
                  <a:lnTo>
                    <a:pt x="388190" y="1071401"/>
                  </a:lnTo>
                  <a:lnTo>
                    <a:pt x="385855" y="1058581"/>
                  </a:lnTo>
                  <a:lnTo>
                    <a:pt x="383132" y="1045722"/>
                  </a:lnTo>
                  <a:lnTo>
                    <a:pt x="380035" y="1032826"/>
                  </a:lnTo>
                  <a:lnTo>
                    <a:pt x="376577" y="1019890"/>
                  </a:lnTo>
                  <a:lnTo>
                    <a:pt x="372770" y="1006915"/>
                  </a:lnTo>
                  <a:lnTo>
                    <a:pt x="368628" y="993902"/>
                  </a:lnTo>
                  <a:lnTo>
                    <a:pt x="364164" y="980848"/>
                  </a:lnTo>
                  <a:lnTo>
                    <a:pt x="359391" y="967754"/>
                  </a:lnTo>
                  <a:lnTo>
                    <a:pt x="354321" y="954620"/>
                  </a:lnTo>
                  <a:lnTo>
                    <a:pt x="348969" y="941446"/>
                  </a:lnTo>
                  <a:lnTo>
                    <a:pt x="343347" y="928231"/>
                  </a:lnTo>
                  <a:lnTo>
                    <a:pt x="337468" y="914974"/>
                  </a:lnTo>
                  <a:lnTo>
                    <a:pt x="331344" y="901676"/>
                  </a:lnTo>
                  <a:lnTo>
                    <a:pt x="324990" y="888336"/>
                  </a:lnTo>
                  <a:lnTo>
                    <a:pt x="318419" y="874954"/>
                  </a:lnTo>
                  <a:lnTo>
                    <a:pt x="311642" y="861530"/>
                  </a:lnTo>
                  <a:lnTo>
                    <a:pt x="304674" y="848063"/>
                  </a:lnTo>
                  <a:lnTo>
                    <a:pt x="297527" y="834553"/>
                  </a:lnTo>
                  <a:lnTo>
                    <a:pt x="290214" y="821000"/>
                  </a:lnTo>
                  <a:lnTo>
                    <a:pt x="282749" y="807403"/>
                  </a:lnTo>
                  <a:lnTo>
                    <a:pt x="275144" y="793762"/>
                  </a:lnTo>
                  <a:lnTo>
                    <a:pt x="267413" y="780077"/>
                  </a:lnTo>
                  <a:lnTo>
                    <a:pt x="259568" y="766347"/>
                  </a:lnTo>
                  <a:lnTo>
                    <a:pt x="251623" y="752573"/>
                  </a:lnTo>
                  <a:lnTo>
                    <a:pt x="243590" y="738753"/>
                  </a:lnTo>
                  <a:lnTo>
                    <a:pt x="235483" y="724888"/>
                  </a:lnTo>
                  <a:lnTo>
                    <a:pt x="227315" y="710977"/>
                  </a:lnTo>
                  <a:lnTo>
                    <a:pt x="219099" y="697021"/>
                  </a:lnTo>
                  <a:lnTo>
                    <a:pt x="210847" y="683017"/>
                  </a:lnTo>
                  <a:lnTo>
                    <a:pt x="202573" y="668968"/>
                  </a:lnTo>
                  <a:lnTo>
                    <a:pt x="194290" y="654871"/>
                  </a:lnTo>
                  <a:lnTo>
                    <a:pt x="186011" y="640727"/>
                  </a:lnTo>
                  <a:lnTo>
                    <a:pt x="177749" y="626536"/>
                  </a:lnTo>
                  <a:lnTo>
                    <a:pt x="169517" y="612296"/>
                  </a:lnTo>
                  <a:lnTo>
                    <a:pt x="161329" y="598009"/>
                  </a:lnTo>
                  <a:lnTo>
                    <a:pt x="153196" y="583673"/>
                  </a:lnTo>
                  <a:lnTo>
                    <a:pt x="145132" y="569288"/>
                  </a:lnTo>
                  <a:lnTo>
                    <a:pt x="137151" y="554854"/>
                  </a:lnTo>
                  <a:lnTo>
                    <a:pt x="129264" y="540371"/>
                  </a:lnTo>
                  <a:lnTo>
                    <a:pt x="121486" y="525838"/>
                  </a:lnTo>
                  <a:lnTo>
                    <a:pt x="113830" y="511255"/>
                  </a:lnTo>
                  <a:lnTo>
                    <a:pt x="106308" y="496622"/>
                  </a:lnTo>
                  <a:lnTo>
                    <a:pt x="98933" y="481938"/>
                  </a:lnTo>
                  <a:lnTo>
                    <a:pt x="91718" y="467204"/>
                  </a:lnTo>
                  <a:lnTo>
                    <a:pt x="84678" y="452418"/>
                  </a:lnTo>
                  <a:lnTo>
                    <a:pt x="77823" y="437581"/>
                  </a:lnTo>
                  <a:lnTo>
                    <a:pt x="71169" y="422692"/>
                  </a:lnTo>
                  <a:lnTo>
                    <a:pt x="64727" y="407750"/>
                  </a:lnTo>
                  <a:lnTo>
                    <a:pt x="58510" y="392757"/>
                  </a:lnTo>
                  <a:lnTo>
                    <a:pt x="52532" y="377711"/>
                  </a:lnTo>
                  <a:lnTo>
                    <a:pt x="46807" y="362611"/>
                  </a:lnTo>
                  <a:lnTo>
                    <a:pt x="41345" y="347459"/>
                  </a:lnTo>
                  <a:lnTo>
                    <a:pt x="36162" y="332252"/>
                  </a:lnTo>
                  <a:lnTo>
                    <a:pt x="31270" y="316992"/>
                  </a:lnTo>
                  <a:lnTo>
                    <a:pt x="26681" y="301678"/>
                  </a:lnTo>
                  <a:lnTo>
                    <a:pt x="22410" y="286309"/>
                  </a:lnTo>
                  <a:lnTo>
                    <a:pt x="18469" y="270885"/>
                  </a:lnTo>
                  <a:lnTo>
                    <a:pt x="14870" y="255406"/>
                  </a:lnTo>
                  <a:lnTo>
                    <a:pt x="11628" y="239872"/>
                  </a:lnTo>
                  <a:lnTo>
                    <a:pt x="8755" y="224282"/>
                  </a:lnTo>
                  <a:lnTo>
                    <a:pt x="6264" y="208636"/>
                  </a:lnTo>
                  <a:lnTo>
                    <a:pt x="4169" y="192934"/>
                  </a:lnTo>
                  <a:lnTo>
                    <a:pt x="2481" y="177175"/>
                  </a:lnTo>
                  <a:lnTo>
                    <a:pt x="1215" y="161359"/>
                  </a:lnTo>
                  <a:lnTo>
                    <a:pt x="384" y="145485"/>
                  </a:lnTo>
                  <a:lnTo>
                    <a:pt x="0" y="129554"/>
                  </a:lnTo>
                  <a:lnTo>
                    <a:pt x="76" y="113566"/>
                  </a:lnTo>
                  <a:lnTo>
                    <a:pt x="626" y="97519"/>
                  </a:lnTo>
                  <a:lnTo>
                    <a:pt x="1662" y="81414"/>
                  </a:lnTo>
                  <a:lnTo>
                    <a:pt x="3198" y="65250"/>
                  </a:lnTo>
                  <a:lnTo>
                    <a:pt x="5247" y="49026"/>
                  </a:lnTo>
                  <a:lnTo>
                    <a:pt x="7821" y="32744"/>
                  </a:lnTo>
                  <a:lnTo>
                    <a:pt x="10934" y="16402"/>
                  </a:lnTo>
                  <a:lnTo>
                    <a:pt x="14599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360669" y="1508835"/>
              <a:ext cx="148014" cy="1272223"/>
            </a:xfrm>
            <a:custGeom>
              <a:avLst/>
              <a:pathLst>
                <a:path w="148014" h="1272223">
                  <a:moveTo>
                    <a:pt x="0" y="1272223"/>
                  </a:moveTo>
                  <a:lnTo>
                    <a:pt x="11664" y="1260283"/>
                  </a:lnTo>
                  <a:lnTo>
                    <a:pt x="22765" y="1248361"/>
                  </a:lnTo>
                  <a:lnTo>
                    <a:pt x="33314" y="1236456"/>
                  </a:lnTo>
                  <a:lnTo>
                    <a:pt x="43320" y="1224567"/>
                  </a:lnTo>
                  <a:lnTo>
                    <a:pt x="52794" y="1212694"/>
                  </a:lnTo>
                  <a:lnTo>
                    <a:pt x="61747" y="1200833"/>
                  </a:lnTo>
                  <a:lnTo>
                    <a:pt x="70190" y="1188986"/>
                  </a:lnTo>
                  <a:lnTo>
                    <a:pt x="78132" y="1177149"/>
                  </a:lnTo>
                  <a:lnTo>
                    <a:pt x="85584" y="1165324"/>
                  </a:lnTo>
                  <a:lnTo>
                    <a:pt x="92556" y="1153507"/>
                  </a:lnTo>
                  <a:lnTo>
                    <a:pt x="99060" y="1141698"/>
                  </a:lnTo>
                  <a:lnTo>
                    <a:pt x="105105" y="1129896"/>
                  </a:lnTo>
                  <a:lnTo>
                    <a:pt x="110702" y="1118100"/>
                  </a:lnTo>
                  <a:lnTo>
                    <a:pt x="115861" y="1106308"/>
                  </a:lnTo>
                  <a:lnTo>
                    <a:pt x="120594" y="1094520"/>
                  </a:lnTo>
                  <a:lnTo>
                    <a:pt x="124909" y="1082734"/>
                  </a:lnTo>
                  <a:lnTo>
                    <a:pt x="128819" y="1070949"/>
                  </a:lnTo>
                  <a:lnTo>
                    <a:pt x="132333" y="1059164"/>
                  </a:lnTo>
                  <a:lnTo>
                    <a:pt x="135462" y="1047379"/>
                  </a:lnTo>
                  <a:lnTo>
                    <a:pt x="138216" y="1035590"/>
                  </a:lnTo>
                  <a:lnTo>
                    <a:pt x="140605" y="1023799"/>
                  </a:lnTo>
                  <a:lnTo>
                    <a:pt x="142641" y="1012003"/>
                  </a:lnTo>
                  <a:lnTo>
                    <a:pt x="144334" y="1000201"/>
                  </a:lnTo>
                  <a:lnTo>
                    <a:pt x="145694" y="988393"/>
                  </a:lnTo>
                  <a:lnTo>
                    <a:pt x="146731" y="976576"/>
                  </a:lnTo>
                  <a:lnTo>
                    <a:pt x="147457" y="964751"/>
                  </a:lnTo>
                  <a:lnTo>
                    <a:pt x="147881" y="952915"/>
                  </a:lnTo>
                  <a:lnTo>
                    <a:pt x="148014" y="941068"/>
                  </a:lnTo>
                  <a:lnTo>
                    <a:pt x="147866" y="929208"/>
                  </a:lnTo>
                  <a:lnTo>
                    <a:pt x="147449" y="917334"/>
                  </a:lnTo>
                  <a:lnTo>
                    <a:pt x="146772" y="905446"/>
                  </a:lnTo>
                  <a:lnTo>
                    <a:pt x="145846" y="893542"/>
                  </a:lnTo>
                  <a:lnTo>
                    <a:pt x="144681" y="881621"/>
                  </a:lnTo>
                  <a:lnTo>
                    <a:pt x="143288" y="869682"/>
                  </a:lnTo>
                  <a:lnTo>
                    <a:pt x="141678" y="857723"/>
                  </a:lnTo>
                  <a:lnTo>
                    <a:pt x="139860" y="845744"/>
                  </a:lnTo>
                  <a:lnTo>
                    <a:pt x="137846" y="833743"/>
                  </a:lnTo>
                  <a:lnTo>
                    <a:pt x="135645" y="821720"/>
                  </a:lnTo>
                  <a:lnTo>
                    <a:pt x="133268" y="809672"/>
                  </a:lnTo>
                  <a:lnTo>
                    <a:pt x="130726" y="797600"/>
                  </a:lnTo>
                  <a:lnTo>
                    <a:pt x="128030" y="785501"/>
                  </a:lnTo>
                  <a:lnTo>
                    <a:pt x="125189" y="773375"/>
                  </a:lnTo>
                  <a:lnTo>
                    <a:pt x="122214" y="761221"/>
                  </a:lnTo>
                  <a:lnTo>
                    <a:pt x="119115" y="749036"/>
                  </a:lnTo>
                  <a:lnTo>
                    <a:pt x="115904" y="736822"/>
                  </a:lnTo>
                  <a:lnTo>
                    <a:pt x="112590" y="724575"/>
                  </a:lnTo>
                  <a:lnTo>
                    <a:pt x="109184" y="712295"/>
                  </a:lnTo>
                  <a:lnTo>
                    <a:pt x="105697" y="699981"/>
                  </a:lnTo>
                  <a:lnTo>
                    <a:pt x="102138" y="687632"/>
                  </a:lnTo>
                  <a:lnTo>
                    <a:pt x="98519" y="675247"/>
                  </a:lnTo>
                  <a:lnTo>
                    <a:pt x="94850" y="662824"/>
                  </a:lnTo>
                  <a:lnTo>
                    <a:pt x="91141" y="650362"/>
                  </a:lnTo>
                  <a:lnTo>
                    <a:pt x="87403" y="637860"/>
                  </a:lnTo>
                  <a:lnTo>
                    <a:pt x="83646" y="625317"/>
                  </a:lnTo>
                  <a:lnTo>
                    <a:pt x="79880" y="612733"/>
                  </a:lnTo>
                  <a:lnTo>
                    <a:pt x="76117" y="600105"/>
                  </a:lnTo>
                  <a:lnTo>
                    <a:pt x="72367" y="587432"/>
                  </a:lnTo>
                  <a:lnTo>
                    <a:pt x="68640" y="574714"/>
                  </a:lnTo>
                  <a:lnTo>
                    <a:pt x="64947" y="561949"/>
                  </a:lnTo>
                  <a:lnTo>
                    <a:pt x="61297" y="549137"/>
                  </a:lnTo>
                  <a:lnTo>
                    <a:pt x="57702" y="536275"/>
                  </a:lnTo>
                  <a:lnTo>
                    <a:pt x="54172" y="523364"/>
                  </a:lnTo>
                  <a:lnTo>
                    <a:pt x="50718" y="510401"/>
                  </a:lnTo>
                  <a:lnTo>
                    <a:pt x="47350" y="497385"/>
                  </a:lnTo>
                  <a:lnTo>
                    <a:pt x="44078" y="484317"/>
                  </a:lnTo>
                  <a:lnTo>
                    <a:pt x="40913" y="471193"/>
                  </a:lnTo>
                  <a:lnTo>
                    <a:pt x="37865" y="458014"/>
                  </a:lnTo>
                  <a:lnTo>
                    <a:pt x="34946" y="444778"/>
                  </a:lnTo>
                  <a:lnTo>
                    <a:pt x="32164" y="431484"/>
                  </a:lnTo>
                  <a:lnTo>
                    <a:pt x="29532" y="418130"/>
                  </a:lnTo>
                  <a:lnTo>
                    <a:pt x="27058" y="404716"/>
                  </a:lnTo>
                  <a:lnTo>
                    <a:pt x="24755" y="391241"/>
                  </a:lnTo>
                  <a:lnTo>
                    <a:pt x="22631" y="377703"/>
                  </a:lnTo>
                  <a:lnTo>
                    <a:pt x="20699" y="364101"/>
                  </a:lnTo>
                  <a:lnTo>
                    <a:pt x="18967" y="350435"/>
                  </a:lnTo>
                  <a:lnTo>
                    <a:pt x="17447" y="336702"/>
                  </a:lnTo>
                  <a:lnTo>
                    <a:pt x="16149" y="322902"/>
                  </a:lnTo>
                  <a:lnTo>
                    <a:pt x="15084" y="309034"/>
                  </a:lnTo>
                  <a:lnTo>
                    <a:pt x="14262" y="295096"/>
                  </a:lnTo>
                  <a:lnTo>
                    <a:pt x="13693" y="281088"/>
                  </a:lnTo>
                  <a:lnTo>
                    <a:pt x="13388" y="267008"/>
                  </a:lnTo>
                  <a:lnTo>
                    <a:pt x="13358" y="252855"/>
                  </a:lnTo>
                  <a:lnTo>
                    <a:pt x="13613" y="238628"/>
                  </a:lnTo>
                  <a:lnTo>
                    <a:pt x="14163" y="224326"/>
                  </a:lnTo>
                  <a:lnTo>
                    <a:pt x="15019" y="209947"/>
                  </a:lnTo>
                  <a:lnTo>
                    <a:pt x="16191" y="195492"/>
                  </a:lnTo>
                  <a:lnTo>
                    <a:pt x="17690" y="180957"/>
                  </a:lnTo>
                  <a:lnTo>
                    <a:pt x="19526" y="166343"/>
                  </a:lnTo>
                  <a:lnTo>
                    <a:pt x="21710" y="151648"/>
                  </a:lnTo>
                  <a:lnTo>
                    <a:pt x="24252" y="136871"/>
                  </a:lnTo>
                  <a:lnTo>
                    <a:pt x="27163" y="122011"/>
                  </a:lnTo>
                  <a:lnTo>
                    <a:pt x="30453" y="107066"/>
                  </a:lnTo>
                  <a:lnTo>
                    <a:pt x="34133" y="92036"/>
                  </a:lnTo>
                  <a:lnTo>
                    <a:pt x="38213" y="76920"/>
                  </a:lnTo>
                  <a:lnTo>
                    <a:pt x="42703" y="61716"/>
                  </a:lnTo>
                  <a:lnTo>
                    <a:pt x="47615" y="46423"/>
                  </a:lnTo>
                  <a:lnTo>
                    <a:pt x="52958" y="31040"/>
                  </a:lnTo>
                  <a:lnTo>
                    <a:pt x="58742" y="15566"/>
                  </a:lnTo>
                  <a:lnTo>
                    <a:pt x="64980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360669" y="1667748"/>
              <a:ext cx="376864" cy="1113309"/>
            </a:xfrm>
            <a:custGeom>
              <a:avLst/>
              <a:pathLst>
                <a:path w="376864" h="1113309">
                  <a:moveTo>
                    <a:pt x="0" y="1113309"/>
                  </a:moveTo>
                  <a:lnTo>
                    <a:pt x="11735" y="1101406"/>
                  </a:lnTo>
                  <a:lnTo>
                    <a:pt x="23048" y="1089592"/>
                  </a:lnTo>
                  <a:lnTo>
                    <a:pt x="33947" y="1077866"/>
                  </a:lnTo>
                  <a:lnTo>
                    <a:pt x="44440" y="1066225"/>
                  </a:lnTo>
                  <a:lnTo>
                    <a:pt x="54534" y="1054667"/>
                  </a:lnTo>
                  <a:lnTo>
                    <a:pt x="64238" y="1043189"/>
                  </a:lnTo>
                  <a:lnTo>
                    <a:pt x="73560" y="1031790"/>
                  </a:lnTo>
                  <a:lnTo>
                    <a:pt x="82508" y="1020466"/>
                  </a:lnTo>
                  <a:lnTo>
                    <a:pt x="91090" y="1009216"/>
                  </a:lnTo>
                  <a:lnTo>
                    <a:pt x="99314" y="998037"/>
                  </a:lnTo>
                  <a:lnTo>
                    <a:pt x="107188" y="986926"/>
                  </a:lnTo>
                  <a:lnTo>
                    <a:pt x="114721" y="975882"/>
                  </a:lnTo>
                  <a:lnTo>
                    <a:pt x="121919" y="964902"/>
                  </a:lnTo>
                  <a:lnTo>
                    <a:pt x="128792" y="953983"/>
                  </a:lnTo>
                  <a:lnTo>
                    <a:pt x="135347" y="943124"/>
                  </a:lnTo>
                  <a:lnTo>
                    <a:pt x="141593" y="932321"/>
                  </a:lnTo>
                  <a:lnTo>
                    <a:pt x="147537" y="921573"/>
                  </a:lnTo>
                  <a:lnTo>
                    <a:pt x="153188" y="910877"/>
                  </a:lnTo>
                  <a:lnTo>
                    <a:pt x="158553" y="900231"/>
                  </a:lnTo>
                  <a:lnTo>
                    <a:pt x="163641" y="889632"/>
                  </a:lnTo>
                  <a:lnTo>
                    <a:pt x="168460" y="879078"/>
                  </a:lnTo>
                  <a:lnTo>
                    <a:pt x="173017" y="868567"/>
                  </a:lnTo>
                  <a:lnTo>
                    <a:pt x="177321" y="858096"/>
                  </a:lnTo>
                  <a:lnTo>
                    <a:pt x="181380" y="847663"/>
                  </a:lnTo>
                  <a:lnTo>
                    <a:pt x="185203" y="837265"/>
                  </a:lnTo>
                  <a:lnTo>
                    <a:pt x="188796" y="826901"/>
                  </a:lnTo>
                  <a:lnTo>
                    <a:pt x="192168" y="816567"/>
                  </a:lnTo>
                  <a:lnTo>
                    <a:pt x="195327" y="806262"/>
                  </a:lnTo>
                  <a:lnTo>
                    <a:pt x="198282" y="795983"/>
                  </a:lnTo>
                  <a:lnTo>
                    <a:pt x="201040" y="785727"/>
                  </a:lnTo>
                  <a:lnTo>
                    <a:pt x="203609" y="775493"/>
                  </a:lnTo>
                  <a:lnTo>
                    <a:pt x="205997" y="765278"/>
                  </a:lnTo>
                  <a:lnTo>
                    <a:pt x="208213" y="755079"/>
                  </a:lnTo>
                  <a:lnTo>
                    <a:pt x="210265" y="744895"/>
                  </a:lnTo>
                  <a:lnTo>
                    <a:pt x="212160" y="734722"/>
                  </a:lnTo>
                  <a:lnTo>
                    <a:pt x="213906" y="724559"/>
                  </a:lnTo>
                  <a:lnTo>
                    <a:pt x="215513" y="714403"/>
                  </a:lnTo>
                  <a:lnTo>
                    <a:pt x="216987" y="704252"/>
                  </a:lnTo>
                  <a:lnTo>
                    <a:pt x="218336" y="694103"/>
                  </a:lnTo>
                  <a:lnTo>
                    <a:pt x="219570" y="683955"/>
                  </a:lnTo>
                  <a:lnTo>
                    <a:pt x="220696" y="673803"/>
                  </a:lnTo>
                  <a:lnTo>
                    <a:pt x="221721" y="663648"/>
                  </a:lnTo>
                  <a:lnTo>
                    <a:pt x="222655" y="653485"/>
                  </a:lnTo>
                  <a:lnTo>
                    <a:pt x="223505" y="643312"/>
                  </a:lnTo>
                  <a:lnTo>
                    <a:pt x="224279" y="633128"/>
                  </a:lnTo>
                  <a:lnTo>
                    <a:pt x="224985" y="622930"/>
                  </a:lnTo>
                  <a:lnTo>
                    <a:pt x="225631" y="612715"/>
                  </a:lnTo>
                  <a:lnTo>
                    <a:pt x="226226" y="602481"/>
                  </a:lnTo>
                  <a:lnTo>
                    <a:pt x="226777" y="592226"/>
                  </a:lnTo>
                  <a:lnTo>
                    <a:pt x="227293" y="581947"/>
                  </a:lnTo>
                  <a:lnTo>
                    <a:pt x="227781" y="571642"/>
                  </a:lnTo>
                  <a:lnTo>
                    <a:pt x="228249" y="561309"/>
                  </a:lnTo>
                  <a:lnTo>
                    <a:pt x="228707" y="550945"/>
                  </a:lnTo>
                  <a:lnTo>
                    <a:pt x="229161" y="540548"/>
                  </a:lnTo>
                  <a:lnTo>
                    <a:pt x="229619" y="530115"/>
                  </a:lnTo>
                  <a:lnTo>
                    <a:pt x="230091" y="519645"/>
                  </a:lnTo>
                  <a:lnTo>
                    <a:pt x="230583" y="509134"/>
                  </a:lnTo>
                  <a:lnTo>
                    <a:pt x="231105" y="498581"/>
                  </a:lnTo>
                  <a:lnTo>
                    <a:pt x="231663" y="487982"/>
                  </a:lnTo>
                  <a:lnTo>
                    <a:pt x="232267" y="477337"/>
                  </a:lnTo>
                  <a:lnTo>
                    <a:pt x="232923" y="466641"/>
                  </a:lnTo>
                  <a:lnTo>
                    <a:pt x="233641" y="455894"/>
                  </a:lnTo>
                  <a:lnTo>
                    <a:pt x="234428" y="445092"/>
                  </a:lnTo>
                  <a:lnTo>
                    <a:pt x="235292" y="434234"/>
                  </a:lnTo>
                  <a:lnTo>
                    <a:pt x="236242" y="423316"/>
                  </a:lnTo>
                  <a:lnTo>
                    <a:pt x="237285" y="412336"/>
                  </a:lnTo>
                  <a:lnTo>
                    <a:pt x="238429" y="401293"/>
                  </a:lnTo>
                  <a:lnTo>
                    <a:pt x="239683" y="390184"/>
                  </a:lnTo>
                  <a:lnTo>
                    <a:pt x="241055" y="379006"/>
                  </a:lnTo>
                  <a:lnTo>
                    <a:pt x="242552" y="367756"/>
                  </a:lnTo>
                  <a:lnTo>
                    <a:pt x="244183" y="356434"/>
                  </a:lnTo>
                  <a:lnTo>
                    <a:pt x="245956" y="345036"/>
                  </a:lnTo>
                  <a:lnTo>
                    <a:pt x="247879" y="333559"/>
                  </a:lnTo>
                  <a:lnTo>
                    <a:pt x="249959" y="322002"/>
                  </a:lnTo>
                  <a:lnTo>
                    <a:pt x="252206" y="310363"/>
                  </a:lnTo>
                  <a:lnTo>
                    <a:pt x="254626" y="298638"/>
                  </a:lnTo>
                  <a:lnTo>
                    <a:pt x="257229" y="286825"/>
                  </a:lnTo>
                  <a:lnTo>
                    <a:pt x="260022" y="274923"/>
                  </a:lnTo>
                  <a:lnTo>
                    <a:pt x="263013" y="262928"/>
                  </a:lnTo>
                  <a:lnTo>
                    <a:pt x="266210" y="250838"/>
                  </a:lnTo>
                  <a:lnTo>
                    <a:pt x="269621" y="238652"/>
                  </a:lnTo>
                  <a:lnTo>
                    <a:pt x="273255" y="226366"/>
                  </a:lnTo>
                  <a:lnTo>
                    <a:pt x="277120" y="213978"/>
                  </a:lnTo>
                  <a:lnTo>
                    <a:pt x="281222" y="201486"/>
                  </a:lnTo>
                  <a:lnTo>
                    <a:pt x="285572" y="188888"/>
                  </a:lnTo>
                  <a:lnTo>
                    <a:pt x="290176" y="176181"/>
                  </a:lnTo>
                  <a:lnTo>
                    <a:pt x="295042" y="163362"/>
                  </a:lnTo>
                  <a:lnTo>
                    <a:pt x="300180" y="150430"/>
                  </a:lnTo>
                  <a:lnTo>
                    <a:pt x="305596" y="137382"/>
                  </a:lnTo>
                  <a:lnTo>
                    <a:pt x="311299" y="124215"/>
                  </a:lnTo>
                  <a:lnTo>
                    <a:pt x="317297" y="110928"/>
                  </a:lnTo>
                  <a:lnTo>
                    <a:pt x="323598" y="97518"/>
                  </a:lnTo>
                  <a:lnTo>
                    <a:pt x="330210" y="83982"/>
                  </a:lnTo>
                  <a:lnTo>
                    <a:pt x="337141" y="70318"/>
                  </a:lnTo>
                  <a:lnTo>
                    <a:pt x="344399" y="56524"/>
                  </a:lnTo>
                  <a:lnTo>
                    <a:pt x="351992" y="42598"/>
                  </a:lnTo>
                  <a:lnTo>
                    <a:pt x="359929" y="28536"/>
                  </a:lnTo>
                  <a:lnTo>
                    <a:pt x="368217" y="14338"/>
                  </a:lnTo>
                  <a:lnTo>
                    <a:pt x="376864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360669" y="1873494"/>
              <a:ext cx="660050" cy="907563"/>
            </a:xfrm>
            <a:custGeom>
              <a:avLst/>
              <a:pathLst>
                <a:path w="660050" h="907563">
                  <a:moveTo>
                    <a:pt x="0" y="907563"/>
                  </a:moveTo>
                  <a:lnTo>
                    <a:pt x="11800" y="895706"/>
                  </a:lnTo>
                  <a:lnTo>
                    <a:pt x="23305" y="884032"/>
                  </a:lnTo>
                  <a:lnTo>
                    <a:pt x="34522" y="872537"/>
                  </a:lnTo>
                  <a:lnTo>
                    <a:pt x="45457" y="861217"/>
                  </a:lnTo>
                  <a:lnTo>
                    <a:pt x="56114" y="850068"/>
                  </a:lnTo>
                  <a:lnTo>
                    <a:pt x="66500" y="839086"/>
                  </a:lnTo>
                  <a:lnTo>
                    <a:pt x="76621" y="828267"/>
                  </a:lnTo>
                  <a:lnTo>
                    <a:pt x="86482" y="817607"/>
                  </a:lnTo>
                  <a:lnTo>
                    <a:pt x="96090" y="807102"/>
                  </a:lnTo>
                  <a:lnTo>
                    <a:pt x="105450" y="796749"/>
                  </a:lnTo>
                  <a:lnTo>
                    <a:pt x="114569" y="786543"/>
                  </a:lnTo>
                  <a:lnTo>
                    <a:pt x="123452" y="776480"/>
                  </a:lnTo>
                  <a:lnTo>
                    <a:pt x="132105" y="766556"/>
                  </a:lnTo>
                  <a:lnTo>
                    <a:pt x="140533" y="756767"/>
                  </a:lnTo>
                  <a:lnTo>
                    <a:pt x="148743" y="747111"/>
                  </a:lnTo>
                  <a:lnTo>
                    <a:pt x="156741" y="737581"/>
                  </a:lnTo>
                  <a:lnTo>
                    <a:pt x="164533" y="728175"/>
                  </a:lnTo>
                  <a:lnTo>
                    <a:pt x="172124" y="718889"/>
                  </a:lnTo>
                  <a:lnTo>
                    <a:pt x="179520" y="709718"/>
                  </a:lnTo>
                  <a:lnTo>
                    <a:pt x="186727" y="700658"/>
                  </a:lnTo>
                  <a:lnTo>
                    <a:pt x="193751" y="691707"/>
                  </a:lnTo>
                  <a:lnTo>
                    <a:pt x="200597" y="682859"/>
                  </a:lnTo>
                  <a:lnTo>
                    <a:pt x="207273" y="674111"/>
                  </a:lnTo>
                  <a:lnTo>
                    <a:pt x="213783" y="665458"/>
                  </a:lnTo>
                  <a:lnTo>
                    <a:pt x="220134" y="656898"/>
                  </a:lnTo>
                  <a:lnTo>
                    <a:pt x="226331" y="648425"/>
                  </a:lnTo>
                  <a:lnTo>
                    <a:pt x="232380" y="640036"/>
                  </a:lnTo>
                  <a:lnTo>
                    <a:pt x="238287" y="631727"/>
                  </a:lnTo>
                  <a:lnTo>
                    <a:pt x="244058" y="623495"/>
                  </a:lnTo>
                  <a:lnTo>
                    <a:pt x="249699" y="615334"/>
                  </a:lnTo>
                  <a:lnTo>
                    <a:pt x="255215" y="607241"/>
                  </a:lnTo>
                  <a:lnTo>
                    <a:pt x="260614" y="599213"/>
                  </a:lnTo>
                  <a:lnTo>
                    <a:pt x="265899" y="591244"/>
                  </a:lnTo>
                  <a:lnTo>
                    <a:pt x="271078" y="583332"/>
                  </a:lnTo>
                  <a:lnTo>
                    <a:pt x="276156" y="575472"/>
                  </a:lnTo>
                  <a:lnTo>
                    <a:pt x="281139" y="567660"/>
                  </a:lnTo>
                  <a:lnTo>
                    <a:pt x="286033" y="559893"/>
                  </a:lnTo>
                  <a:lnTo>
                    <a:pt x="290843" y="552166"/>
                  </a:lnTo>
                  <a:lnTo>
                    <a:pt x="295577" y="544475"/>
                  </a:lnTo>
                  <a:lnTo>
                    <a:pt x="300239" y="536817"/>
                  </a:lnTo>
                  <a:lnTo>
                    <a:pt x="304835" y="529188"/>
                  </a:lnTo>
                  <a:lnTo>
                    <a:pt x="309371" y="521583"/>
                  </a:lnTo>
                  <a:lnTo>
                    <a:pt x="313854" y="513998"/>
                  </a:lnTo>
                  <a:lnTo>
                    <a:pt x="318288" y="506430"/>
                  </a:lnTo>
                  <a:lnTo>
                    <a:pt x="322681" y="498875"/>
                  </a:lnTo>
                  <a:lnTo>
                    <a:pt x="327037" y="491329"/>
                  </a:lnTo>
                  <a:lnTo>
                    <a:pt x="331363" y="483787"/>
                  </a:lnTo>
                  <a:lnTo>
                    <a:pt x="335664" y="476246"/>
                  </a:lnTo>
                  <a:lnTo>
                    <a:pt x="339947" y="468702"/>
                  </a:lnTo>
                  <a:lnTo>
                    <a:pt x="344216" y="461151"/>
                  </a:lnTo>
                  <a:lnTo>
                    <a:pt x="348479" y="453589"/>
                  </a:lnTo>
                  <a:lnTo>
                    <a:pt x="352741" y="446011"/>
                  </a:lnTo>
                  <a:lnTo>
                    <a:pt x="357008" y="438415"/>
                  </a:lnTo>
                  <a:lnTo>
                    <a:pt x="361285" y="430796"/>
                  </a:lnTo>
                  <a:lnTo>
                    <a:pt x="365579" y="423150"/>
                  </a:lnTo>
                  <a:lnTo>
                    <a:pt x="369896" y="415473"/>
                  </a:lnTo>
                  <a:lnTo>
                    <a:pt x="374241" y="407761"/>
                  </a:lnTo>
                  <a:lnTo>
                    <a:pt x="378620" y="400010"/>
                  </a:lnTo>
                  <a:lnTo>
                    <a:pt x="383039" y="392217"/>
                  </a:lnTo>
                  <a:lnTo>
                    <a:pt x="387504" y="384377"/>
                  </a:lnTo>
                  <a:lnTo>
                    <a:pt x="392020" y="376486"/>
                  </a:lnTo>
                  <a:lnTo>
                    <a:pt x="396595" y="368541"/>
                  </a:lnTo>
                  <a:lnTo>
                    <a:pt x="401233" y="360537"/>
                  </a:lnTo>
                  <a:lnTo>
                    <a:pt x="405940" y="352470"/>
                  </a:lnTo>
                  <a:lnTo>
                    <a:pt x="410723" y="344338"/>
                  </a:lnTo>
                  <a:lnTo>
                    <a:pt x="415587" y="336134"/>
                  </a:lnTo>
                  <a:lnTo>
                    <a:pt x="420538" y="327856"/>
                  </a:lnTo>
                  <a:lnTo>
                    <a:pt x="425581" y="319500"/>
                  </a:lnTo>
                  <a:lnTo>
                    <a:pt x="430724" y="311062"/>
                  </a:lnTo>
                  <a:lnTo>
                    <a:pt x="435971" y="302537"/>
                  </a:lnTo>
                  <a:lnTo>
                    <a:pt x="441329" y="293922"/>
                  </a:lnTo>
                  <a:lnTo>
                    <a:pt x="446803" y="285213"/>
                  </a:lnTo>
                  <a:lnTo>
                    <a:pt x="452399" y="276406"/>
                  </a:lnTo>
                  <a:lnTo>
                    <a:pt x="458124" y="267496"/>
                  </a:lnTo>
                  <a:lnTo>
                    <a:pt x="463982" y="258481"/>
                  </a:lnTo>
                  <a:lnTo>
                    <a:pt x="469981" y="249355"/>
                  </a:lnTo>
                  <a:lnTo>
                    <a:pt x="476125" y="240116"/>
                  </a:lnTo>
                  <a:lnTo>
                    <a:pt x="482420" y="230758"/>
                  </a:lnTo>
                  <a:lnTo>
                    <a:pt x="488874" y="221279"/>
                  </a:lnTo>
                  <a:lnTo>
                    <a:pt x="495490" y="211674"/>
                  </a:lnTo>
                  <a:lnTo>
                    <a:pt x="502276" y="201939"/>
                  </a:lnTo>
                  <a:lnTo>
                    <a:pt x="509237" y="192070"/>
                  </a:lnTo>
                  <a:lnTo>
                    <a:pt x="516379" y="182064"/>
                  </a:lnTo>
                  <a:lnTo>
                    <a:pt x="523707" y="171916"/>
                  </a:lnTo>
                  <a:lnTo>
                    <a:pt x="531229" y="161622"/>
                  </a:lnTo>
                  <a:lnTo>
                    <a:pt x="538949" y="151178"/>
                  </a:lnTo>
                  <a:lnTo>
                    <a:pt x="546873" y="140581"/>
                  </a:lnTo>
                  <a:lnTo>
                    <a:pt x="555008" y="129827"/>
                  </a:lnTo>
                  <a:lnTo>
                    <a:pt x="563359" y="118911"/>
                  </a:lnTo>
                  <a:lnTo>
                    <a:pt x="571932" y="107830"/>
                  </a:lnTo>
                  <a:lnTo>
                    <a:pt x="580732" y="96579"/>
                  </a:lnTo>
                  <a:lnTo>
                    <a:pt x="589767" y="85155"/>
                  </a:lnTo>
                  <a:lnTo>
                    <a:pt x="599042" y="73553"/>
                  </a:lnTo>
                  <a:lnTo>
                    <a:pt x="608562" y="61771"/>
                  </a:lnTo>
                  <a:lnTo>
                    <a:pt x="618333" y="49803"/>
                  </a:lnTo>
                  <a:lnTo>
                    <a:pt x="628362" y="37646"/>
                  </a:lnTo>
                  <a:lnTo>
                    <a:pt x="638653" y="25295"/>
                  </a:lnTo>
                  <a:lnTo>
                    <a:pt x="649214" y="12748"/>
                  </a:lnTo>
                  <a:lnTo>
                    <a:pt x="660050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360669" y="2121007"/>
              <a:ext cx="907563" cy="660050"/>
            </a:xfrm>
            <a:custGeom>
              <a:avLst/>
              <a:pathLst>
                <a:path w="907563" h="660050">
                  <a:moveTo>
                    <a:pt x="0" y="660050"/>
                  </a:moveTo>
                  <a:lnTo>
                    <a:pt x="11856" y="648250"/>
                  </a:lnTo>
                  <a:lnTo>
                    <a:pt x="23530" y="636744"/>
                  </a:lnTo>
                  <a:lnTo>
                    <a:pt x="35025" y="625527"/>
                  </a:lnTo>
                  <a:lnTo>
                    <a:pt x="46345" y="614593"/>
                  </a:lnTo>
                  <a:lnTo>
                    <a:pt x="57494" y="603936"/>
                  </a:lnTo>
                  <a:lnTo>
                    <a:pt x="68477" y="593550"/>
                  </a:lnTo>
                  <a:lnTo>
                    <a:pt x="79296" y="583429"/>
                  </a:lnTo>
                  <a:lnTo>
                    <a:pt x="89955" y="573567"/>
                  </a:lnTo>
                  <a:lnTo>
                    <a:pt x="100460" y="563959"/>
                  </a:lnTo>
                  <a:lnTo>
                    <a:pt x="110814" y="554599"/>
                  </a:lnTo>
                  <a:lnTo>
                    <a:pt x="121020" y="545480"/>
                  </a:lnTo>
                  <a:lnTo>
                    <a:pt x="131083" y="536598"/>
                  </a:lnTo>
                  <a:lnTo>
                    <a:pt x="141007" y="527945"/>
                  </a:lnTo>
                  <a:lnTo>
                    <a:pt x="150795" y="519516"/>
                  </a:lnTo>
                  <a:lnTo>
                    <a:pt x="160452" y="511306"/>
                  </a:lnTo>
                  <a:lnTo>
                    <a:pt x="169982" y="503308"/>
                  </a:lnTo>
                  <a:lnTo>
                    <a:pt x="179388" y="495517"/>
                  </a:lnTo>
                  <a:lnTo>
                    <a:pt x="188674" y="487926"/>
                  </a:lnTo>
                  <a:lnTo>
                    <a:pt x="197845" y="480530"/>
                  </a:lnTo>
                  <a:lnTo>
                    <a:pt x="206904" y="473323"/>
                  </a:lnTo>
                  <a:lnTo>
                    <a:pt x="215856" y="466299"/>
                  </a:lnTo>
                  <a:lnTo>
                    <a:pt x="224704" y="459452"/>
                  </a:lnTo>
                  <a:lnTo>
                    <a:pt x="233452" y="452776"/>
                  </a:lnTo>
                  <a:lnTo>
                    <a:pt x="242104" y="446266"/>
                  </a:lnTo>
                  <a:lnTo>
                    <a:pt x="250665" y="439916"/>
                  </a:lnTo>
                  <a:lnTo>
                    <a:pt x="259138" y="433719"/>
                  </a:lnTo>
                  <a:lnTo>
                    <a:pt x="267526" y="427670"/>
                  </a:lnTo>
                  <a:lnTo>
                    <a:pt x="275835" y="421762"/>
                  </a:lnTo>
                  <a:lnTo>
                    <a:pt x="284068" y="415991"/>
                  </a:lnTo>
                  <a:lnTo>
                    <a:pt x="292229" y="410350"/>
                  </a:lnTo>
                  <a:lnTo>
                    <a:pt x="300321" y="404834"/>
                  </a:lnTo>
                  <a:lnTo>
                    <a:pt x="308350" y="399436"/>
                  </a:lnTo>
                  <a:lnTo>
                    <a:pt x="316318" y="394150"/>
                  </a:lnTo>
                  <a:lnTo>
                    <a:pt x="324231" y="388972"/>
                  </a:lnTo>
                  <a:lnTo>
                    <a:pt x="332091" y="383894"/>
                  </a:lnTo>
                  <a:lnTo>
                    <a:pt x="339902" y="378911"/>
                  </a:lnTo>
                  <a:lnTo>
                    <a:pt x="347670" y="374017"/>
                  </a:lnTo>
                  <a:lnTo>
                    <a:pt x="355397" y="369206"/>
                  </a:lnTo>
                  <a:lnTo>
                    <a:pt x="363087" y="364473"/>
                  </a:lnTo>
                  <a:lnTo>
                    <a:pt x="370745" y="359811"/>
                  </a:lnTo>
                  <a:lnTo>
                    <a:pt x="378375" y="355215"/>
                  </a:lnTo>
                  <a:lnTo>
                    <a:pt x="385980" y="350678"/>
                  </a:lnTo>
                  <a:lnTo>
                    <a:pt x="393564" y="346196"/>
                  </a:lnTo>
                  <a:lnTo>
                    <a:pt x="401132" y="341761"/>
                  </a:lnTo>
                  <a:lnTo>
                    <a:pt x="408687" y="337369"/>
                  </a:lnTo>
                  <a:lnTo>
                    <a:pt x="416234" y="333012"/>
                  </a:lnTo>
                  <a:lnTo>
                    <a:pt x="423776" y="328687"/>
                  </a:lnTo>
                  <a:lnTo>
                    <a:pt x="431316" y="324385"/>
                  </a:lnTo>
                  <a:lnTo>
                    <a:pt x="438861" y="320103"/>
                  </a:lnTo>
                  <a:lnTo>
                    <a:pt x="446412" y="315833"/>
                  </a:lnTo>
                  <a:lnTo>
                    <a:pt x="453974" y="311570"/>
                  </a:lnTo>
                  <a:lnTo>
                    <a:pt x="461551" y="307308"/>
                  </a:lnTo>
                  <a:lnTo>
                    <a:pt x="469148" y="303041"/>
                  </a:lnTo>
                  <a:lnTo>
                    <a:pt x="476767" y="298764"/>
                  </a:lnTo>
                  <a:lnTo>
                    <a:pt x="484413" y="294470"/>
                  </a:lnTo>
                  <a:lnTo>
                    <a:pt x="492090" y="290154"/>
                  </a:lnTo>
                  <a:lnTo>
                    <a:pt x="499802" y="285809"/>
                  </a:lnTo>
                  <a:lnTo>
                    <a:pt x="507552" y="281430"/>
                  </a:lnTo>
                  <a:lnTo>
                    <a:pt x="515346" y="277011"/>
                  </a:lnTo>
                  <a:lnTo>
                    <a:pt x="523186" y="272546"/>
                  </a:lnTo>
                  <a:lnTo>
                    <a:pt x="531077" y="268029"/>
                  </a:lnTo>
                  <a:lnTo>
                    <a:pt x="539022" y="263455"/>
                  </a:lnTo>
                  <a:lnTo>
                    <a:pt x="547026" y="258817"/>
                  </a:lnTo>
                  <a:lnTo>
                    <a:pt x="555092" y="254109"/>
                  </a:lnTo>
                  <a:lnTo>
                    <a:pt x="563225" y="249326"/>
                  </a:lnTo>
                  <a:lnTo>
                    <a:pt x="571428" y="244463"/>
                  </a:lnTo>
                  <a:lnTo>
                    <a:pt x="579706" y="239512"/>
                  </a:lnTo>
                  <a:lnTo>
                    <a:pt x="588062" y="234468"/>
                  </a:lnTo>
                  <a:lnTo>
                    <a:pt x="596501" y="229325"/>
                  </a:lnTo>
                  <a:lnTo>
                    <a:pt x="605025" y="224078"/>
                  </a:lnTo>
                  <a:lnTo>
                    <a:pt x="613640" y="218720"/>
                  </a:lnTo>
                  <a:lnTo>
                    <a:pt x="622350" y="213246"/>
                  </a:lnTo>
                  <a:lnTo>
                    <a:pt x="631157" y="207650"/>
                  </a:lnTo>
                  <a:lnTo>
                    <a:pt x="640066" y="201926"/>
                  </a:lnTo>
                  <a:lnTo>
                    <a:pt x="649082" y="196067"/>
                  </a:lnTo>
                  <a:lnTo>
                    <a:pt x="658207" y="190069"/>
                  </a:lnTo>
                  <a:lnTo>
                    <a:pt x="667447" y="183925"/>
                  </a:lnTo>
                  <a:lnTo>
                    <a:pt x="676804" y="177629"/>
                  </a:lnTo>
                  <a:lnTo>
                    <a:pt x="686283" y="171176"/>
                  </a:lnTo>
                  <a:lnTo>
                    <a:pt x="695889" y="164559"/>
                  </a:lnTo>
                  <a:lnTo>
                    <a:pt x="705624" y="157773"/>
                  </a:lnTo>
                  <a:lnTo>
                    <a:pt x="715492" y="150813"/>
                  </a:lnTo>
                  <a:lnTo>
                    <a:pt x="725499" y="143671"/>
                  </a:lnTo>
                  <a:lnTo>
                    <a:pt x="735647" y="136342"/>
                  </a:lnTo>
                  <a:lnTo>
                    <a:pt x="745941" y="128821"/>
                  </a:lnTo>
                  <a:lnTo>
                    <a:pt x="756384" y="121101"/>
                  </a:lnTo>
                  <a:lnTo>
                    <a:pt x="766981" y="113176"/>
                  </a:lnTo>
                  <a:lnTo>
                    <a:pt x="777736" y="105042"/>
                  </a:lnTo>
                  <a:lnTo>
                    <a:pt x="788652" y="96691"/>
                  </a:lnTo>
                  <a:lnTo>
                    <a:pt x="799733" y="88118"/>
                  </a:lnTo>
                  <a:lnTo>
                    <a:pt x="810984" y="79317"/>
                  </a:lnTo>
                  <a:lnTo>
                    <a:pt x="822408" y="70282"/>
                  </a:lnTo>
                  <a:lnTo>
                    <a:pt x="834009" y="61008"/>
                  </a:lnTo>
                  <a:lnTo>
                    <a:pt x="845792" y="51488"/>
                  </a:lnTo>
                  <a:lnTo>
                    <a:pt x="857760" y="41717"/>
                  </a:lnTo>
                  <a:lnTo>
                    <a:pt x="869917" y="31688"/>
                  </a:lnTo>
                  <a:lnTo>
                    <a:pt x="882267" y="21396"/>
                  </a:lnTo>
                  <a:lnTo>
                    <a:pt x="894815" y="10835"/>
                  </a:lnTo>
                  <a:lnTo>
                    <a:pt x="907563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360669" y="2404193"/>
              <a:ext cx="1113309" cy="376864"/>
            </a:xfrm>
            <a:custGeom>
              <a:avLst/>
              <a:pathLst>
                <a:path w="1113309" h="376864">
                  <a:moveTo>
                    <a:pt x="0" y="376864"/>
                  </a:moveTo>
                  <a:lnTo>
                    <a:pt x="11903" y="365129"/>
                  </a:lnTo>
                  <a:lnTo>
                    <a:pt x="23717" y="353816"/>
                  </a:lnTo>
                  <a:lnTo>
                    <a:pt x="35443" y="342917"/>
                  </a:lnTo>
                  <a:lnTo>
                    <a:pt x="47084" y="332424"/>
                  </a:lnTo>
                  <a:lnTo>
                    <a:pt x="58642" y="322330"/>
                  </a:lnTo>
                  <a:lnTo>
                    <a:pt x="70120" y="312626"/>
                  </a:lnTo>
                  <a:lnTo>
                    <a:pt x="81519" y="303304"/>
                  </a:lnTo>
                  <a:lnTo>
                    <a:pt x="92843" y="294356"/>
                  </a:lnTo>
                  <a:lnTo>
                    <a:pt x="104093" y="285774"/>
                  </a:lnTo>
                  <a:lnTo>
                    <a:pt x="115272" y="277550"/>
                  </a:lnTo>
                  <a:lnTo>
                    <a:pt x="126382" y="269676"/>
                  </a:lnTo>
                  <a:lnTo>
                    <a:pt x="137427" y="262143"/>
                  </a:lnTo>
                  <a:lnTo>
                    <a:pt x="148407" y="254945"/>
                  </a:lnTo>
                  <a:lnTo>
                    <a:pt x="159325" y="248072"/>
                  </a:lnTo>
                  <a:lnTo>
                    <a:pt x="170185" y="241517"/>
                  </a:lnTo>
                  <a:lnTo>
                    <a:pt x="180987" y="235271"/>
                  </a:lnTo>
                  <a:lnTo>
                    <a:pt x="191736" y="229327"/>
                  </a:lnTo>
                  <a:lnTo>
                    <a:pt x="202432" y="223676"/>
                  </a:lnTo>
                  <a:lnTo>
                    <a:pt x="213078" y="218311"/>
                  </a:lnTo>
                  <a:lnTo>
                    <a:pt x="223677" y="213223"/>
                  </a:lnTo>
                  <a:lnTo>
                    <a:pt x="234231" y="208404"/>
                  </a:lnTo>
                  <a:lnTo>
                    <a:pt x="244742" y="203847"/>
                  </a:lnTo>
                  <a:lnTo>
                    <a:pt x="255213" y="199543"/>
                  </a:lnTo>
                  <a:lnTo>
                    <a:pt x="265646" y="195484"/>
                  </a:lnTo>
                  <a:lnTo>
                    <a:pt x="276044" y="191661"/>
                  </a:lnTo>
                  <a:lnTo>
                    <a:pt x="286408" y="188068"/>
                  </a:lnTo>
                  <a:lnTo>
                    <a:pt x="296742" y="184696"/>
                  </a:lnTo>
                  <a:lnTo>
                    <a:pt x="307047" y="181537"/>
                  </a:lnTo>
                  <a:lnTo>
                    <a:pt x="317326" y="178582"/>
                  </a:lnTo>
                  <a:lnTo>
                    <a:pt x="327582" y="175824"/>
                  </a:lnTo>
                  <a:lnTo>
                    <a:pt x="337816" y="173255"/>
                  </a:lnTo>
                  <a:lnTo>
                    <a:pt x="348031" y="170867"/>
                  </a:lnTo>
                  <a:lnTo>
                    <a:pt x="358230" y="168651"/>
                  </a:lnTo>
                  <a:lnTo>
                    <a:pt x="368414" y="166599"/>
                  </a:lnTo>
                  <a:lnTo>
                    <a:pt x="378587" y="164704"/>
                  </a:lnTo>
                  <a:lnTo>
                    <a:pt x="388750" y="162958"/>
                  </a:lnTo>
                  <a:lnTo>
                    <a:pt x="398906" y="161351"/>
                  </a:lnTo>
                  <a:lnTo>
                    <a:pt x="409057" y="159877"/>
                  </a:lnTo>
                  <a:lnTo>
                    <a:pt x="419206" y="158528"/>
                  </a:lnTo>
                  <a:lnTo>
                    <a:pt x="429354" y="157294"/>
                  </a:lnTo>
                  <a:lnTo>
                    <a:pt x="439505" y="156168"/>
                  </a:lnTo>
                  <a:lnTo>
                    <a:pt x="449661" y="155143"/>
                  </a:lnTo>
                  <a:lnTo>
                    <a:pt x="459824" y="154209"/>
                  </a:lnTo>
                  <a:lnTo>
                    <a:pt x="469997" y="153359"/>
                  </a:lnTo>
                  <a:lnTo>
                    <a:pt x="480181" y="152585"/>
                  </a:lnTo>
                  <a:lnTo>
                    <a:pt x="490379" y="151879"/>
                  </a:lnTo>
                  <a:lnTo>
                    <a:pt x="500594" y="151233"/>
                  </a:lnTo>
                  <a:lnTo>
                    <a:pt x="510828" y="150638"/>
                  </a:lnTo>
                  <a:lnTo>
                    <a:pt x="521083" y="150087"/>
                  </a:lnTo>
                  <a:lnTo>
                    <a:pt x="531362" y="149571"/>
                  </a:lnTo>
                  <a:lnTo>
                    <a:pt x="541667" y="149083"/>
                  </a:lnTo>
                  <a:lnTo>
                    <a:pt x="552000" y="148615"/>
                  </a:lnTo>
                  <a:lnTo>
                    <a:pt x="562364" y="148157"/>
                  </a:lnTo>
                  <a:lnTo>
                    <a:pt x="572761" y="147703"/>
                  </a:lnTo>
                  <a:lnTo>
                    <a:pt x="583194" y="147245"/>
                  </a:lnTo>
                  <a:lnTo>
                    <a:pt x="593664" y="146773"/>
                  </a:lnTo>
                  <a:lnTo>
                    <a:pt x="604175" y="146281"/>
                  </a:lnTo>
                  <a:lnTo>
                    <a:pt x="614728" y="145759"/>
                  </a:lnTo>
                  <a:lnTo>
                    <a:pt x="625326" y="145201"/>
                  </a:lnTo>
                  <a:lnTo>
                    <a:pt x="635972" y="144597"/>
                  </a:lnTo>
                  <a:lnTo>
                    <a:pt x="646667" y="143941"/>
                  </a:lnTo>
                  <a:lnTo>
                    <a:pt x="657415" y="143223"/>
                  </a:lnTo>
                  <a:lnTo>
                    <a:pt x="668217" y="142436"/>
                  </a:lnTo>
                  <a:lnTo>
                    <a:pt x="679075" y="141572"/>
                  </a:lnTo>
                  <a:lnTo>
                    <a:pt x="689993" y="140622"/>
                  </a:lnTo>
                  <a:lnTo>
                    <a:pt x="700972" y="139579"/>
                  </a:lnTo>
                  <a:lnTo>
                    <a:pt x="712016" y="138435"/>
                  </a:lnTo>
                  <a:lnTo>
                    <a:pt x="723125" y="137181"/>
                  </a:lnTo>
                  <a:lnTo>
                    <a:pt x="734303" y="135809"/>
                  </a:lnTo>
                  <a:lnTo>
                    <a:pt x="745552" y="134312"/>
                  </a:lnTo>
                  <a:lnTo>
                    <a:pt x="756875" y="132681"/>
                  </a:lnTo>
                  <a:lnTo>
                    <a:pt x="768273" y="130908"/>
                  </a:lnTo>
                  <a:lnTo>
                    <a:pt x="779750" y="128985"/>
                  </a:lnTo>
                  <a:lnTo>
                    <a:pt x="791307" y="126905"/>
                  </a:lnTo>
                  <a:lnTo>
                    <a:pt x="802946" y="124658"/>
                  </a:lnTo>
                  <a:lnTo>
                    <a:pt x="814671" y="122238"/>
                  </a:lnTo>
                  <a:lnTo>
                    <a:pt x="826484" y="119635"/>
                  </a:lnTo>
                  <a:lnTo>
                    <a:pt x="838386" y="116842"/>
                  </a:lnTo>
                  <a:lnTo>
                    <a:pt x="850381" y="113851"/>
                  </a:lnTo>
                  <a:lnTo>
                    <a:pt x="862470" y="110654"/>
                  </a:lnTo>
                  <a:lnTo>
                    <a:pt x="874657" y="107243"/>
                  </a:lnTo>
                  <a:lnTo>
                    <a:pt x="886943" y="103609"/>
                  </a:lnTo>
                  <a:lnTo>
                    <a:pt x="899331" y="99744"/>
                  </a:lnTo>
                  <a:lnTo>
                    <a:pt x="911823" y="95642"/>
                  </a:lnTo>
                  <a:lnTo>
                    <a:pt x="924421" y="91292"/>
                  </a:lnTo>
                  <a:lnTo>
                    <a:pt x="937128" y="86688"/>
                  </a:lnTo>
                  <a:lnTo>
                    <a:pt x="949947" y="81822"/>
                  </a:lnTo>
                  <a:lnTo>
                    <a:pt x="962879" y="76684"/>
                  </a:lnTo>
                  <a:lnTo>
                    <a:pt x="975927" y="71268"/>
                  </a:lnTo>
                  <a:lnTo>
                    <a:pt x="989094" y="65565"/>
                  </a:lnTo>
                  <a:lnTo>
                    <a:pt x="1002381" y="59567"/>
                  </a:lnTo>
                  <a:lnTo>
                    <a:pt x="1015791" y="53266"/>
                  </a:lnTo>
                  <a:lnTo>
                    <a:pt x="1029327" y="46654"/>
                  </a:lnTo>
                  <a:lnTo>
                    <a:pt x="1042991" y="39723"/>
                  </a:lnTo>
                  <a:lnTo>
                    <a:pt x="1056785" y="32465"/>
                  </a:lnTo>
                  <a:lnTo>
                    <a:pt x="1070711" y="24872"/>
                  </a:lnTo>
                  <a:lnTo>
                    <a:pt x="1084772" y="16935"/>
                  </a:lnTo>
                  <a:lnTo>
                    <a:pt x="1098971" y="8647"/>
                  </a:lnTo>
                  <a:lnTo>
                    <a:pt x="1113309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360669" y="2633044"/>
              <a:ext cx="1272223" cy="148014"/>
            </a:xfrm>
            <a:custGeom>
              <a:avLst/>
              <a:pathLst>
                <a:path w="1272223" h="148014">
                  <a:moveTo>
                    <a:pt x="0" y="148014"/>
                  </a:moveTo>
                  <a:lnTo>
                    <a:pt x="11940" y="136349"/>
                  </a:lnTo>
                  <a:lnTo>
                    <a:pt x="23861" y="125248"/>
                  </a:lnTo>
                  <a:lnTo>
                    <a:pt x="35766" y="114700"/>
                  </a:lnTo>
                  <a:lnTo>
                    <a:pt x="47655" y="104693"/>
                  </a:lnTo>
                  <a:lnTo>
                    <a:pt x="59529" y="95219"/>
                  </a:lnTo>
                  <a:lnTo>
                    <a:pt x="71389" y="86266"/>
                  </a:lnTo>
                  <a:lnTo>
                    <a:pt x="83236" y="77824"/>
                  </a:lnTo>
                  <a:lnTo>
                    <a:pt x="95073" y="69882"/>
                  </a:lnTo>
                  <a:lnTo>
                    <a:pt x="106899" y="62430"/>
                  </a:lnTo>
                  <a:lnTo>
                    <a:pt x="118715" y="55457"/>
                  </a:lnTo>
                  <a:lnTo>
                    <a:pt x="130524" y="48954"/>
                  </a:lnTo>
                  <a:lnTo>
                    <a:pt x="142326" y="42909"/>
                  </a:lnTo>
                  <a:lnTo>
                    <a:pt x="154122" y="37312"/>
                  </a:lnTo>
                  <a:lnTo>
                    <a:pt x="165914" y="32152"/>
                  </a:lnTo>
                  <a:lnTo>
                    <a:pt x="177702" y="27420"/>
                  </a:lnTo>
                  <a:lnTo>
                    <a:pt x="189488" y="23104"/>
                  </a:lnTo>
                  <a:lnTo>
                    <a:pt x="201273" y="19194"/>
                  </a:lnTo>
                  <a:lnTo>
                    <a:pt x="213058" y="15680"/>
                  </a:lnTo>
                  <a:lnTo>
                    <a:pt x="224844" y="12552"/>
                  </a:lnTo>
                  <a:lnTo>
                    <a:pt x="236632" y="9798"/>
                  </a:lnTo>
                  <a:lnTo>
                    <a:pt x="248423" y="7408"/>
                  </a:lnTo>
                  <a:lnTo>
                    <a:pt x="260219" y="5372"/>
                  </a:lnTo>
                  <a:lnTo>
                    <a:pt x="272021" y="3679"/>
                  </a:lnTo>
                  <a:lnTo>
                    <a:pt x="283829" y="2319"/>
                  </a:lnTo>
                  <a:lnTo>
                    <a:pt x="295646" y="1282"/>
                  </a:lnTo>
                  <a:lnTo>
                    <a:pt x="307472" y="557"/>
                  </a:lnTo>
                  <a:lnTo>
                    <a:pt x="319307" y="133"/>
                  </a:lnTo>
                  <a:lnTo>
                    <a:pt x="331155" y="0"/>
                  </a:lnTo>
                  <a:lnTo>
                    <a:pt x="343014" y="147"/>
                  </a:lnTo>
                  <a:lnTo>
                    <a:pt x="354888" y="564"/>
                  </a:lnTo>
                  <a:lnTo>
                    <a:pt x="366776" y="1241"/>
                  </a:lnTo>
                  <a:lnTo>
                    <a:pt x="378680" y="2167"/>
                  </a:lnTo>
                  <a:lnTo>
                    <a:pt x="390601" y="3332"/>
                  </a:lnTo>
                  <a:lnTo>
                    <a:pt x="402540" y="4725"/>
                  </a:lnTo>
                  <a:lnTo>
                    <a:pt x="414499" y="6336"/>
                  </a:lnTo>
                  <a:lnTo>
                    <a:pt x="426478" y="8153"/>
                  </a:lnTo>
                  <a:lnTo>
                    <a:pt x="438479" y="10168"/>
                  </a:lnTo>
                  <a:lnTo>
                    <a:pt x="450502" y="12368"/>
                  </a:lnTo>
                  <a:lnTo>
                    <a:pt x="462550" y="14745"/>
                  </a:lnTo>
                  <a:lnTo>
                    <a:pt x="474622" y="17287"/>
                  </a:lnTo>
                  <a:lnTo>
                    <a:pt x="486721" y="19984"/>
                  </a:lnTo>
                  <a:lnTo>
                    <a:pt x="498847" y="22825"/>
                  </a:lnTo>
                  <a:lnTo>
                    <a:pt x="511002" y="25800"/>
                  </a:lnTo>
                  <a:lnTo>
                    <a:pt x="523186" y="28898"/>
                  </a:lnTo>
                  <a:lnTo>
                    <a:pt x="535400" y="32109"/>
                  </a:lnTo>
                  <a:lnTo>
                    <a:pt x="547647" y="35423"/>
                  </a:lnTo>
                  <a:lnTo>
                    <a:pt x="559927" y="38829"/>
                  </a:lnTo>
                  <a:lnTo>
                    <a:pt x="572241" y="42317"/>
                  </a:lnTo>
                  <a:lnTo>
                    <a:pt x="584590" y="45875"/>
                  </a:lnTo>
                  <a:lnTo>
                    <a:pt x="596975" y="49494"/>
                  </a:lnTo>
                  <a:lnTo>
                    <a:pt x="609398" y="53164"/>
                  </a:lnTo>
                  <a:lnTo>
                    <a:pt x="621860" y="56873"/>
                  </a:lnTo>
                  <a:lnTo>
                    <a:pt x="634362" y="60611"/>
                  </a:lnTo>
                  <a:lnTo>
                    <a:pt x="646905" y="64368"/>
                  </a:lnTo>
                  <a:lnTo>
                    <a:pt x="659489" y="68133"/>
                  </a:lnTo>
                  <a:lnTo>
                    <a:pt x="672118" y="71896"/>
                  </a:lnTo>
                  <a:lnTo>
                    <a:pt x="684790" y="75646"/>
                  </a:lnTo>
                  <a:lnTo>
                    <a:pt x="697508" y="79373"/>
                  </a:lnTo>
                  <a:lnTo>
                    <a:pt x="710273" y="83067"/>
                  </a:lnTo>
                  <a:lnTo>
                    <a:pt x="723085" y="86716"/>
                  </a:lnTo>
                  <a:lnTo>
                    <a:pt x="735947" y="90311"/>
                  </a:lnTo>
                  <a:lnTo>
                    <a:pt x="748859" y="93841"/>
                  </a:lnTo>
                  <a:lnTo>
                    <a:pt x="761821" y="97295"/>
                  </a:lnTo>
                  <a:lnTo>
                    <a:pt x="774837" y="100663"/>
                  </a:lnTo>
                  <a:lnTo>
                    <a:pt x="787905" y="103935"/>
                  </a:lnTo>
                  <a:lnTo>
                    <a:pt x="801029" y="107100"/>
                  </a:lnTo>
                  <a:lnTo>
                    <a:pt x="814208" y="110148"/>
                  </a:lnTo>
                  <a:lnTo>
                    <a:pt x="827444" y="113068"/>
                  </a:lnTo>
                  <a:lnTo>
                    <a:pt x="840738" y="115849"/>
                  </a:lnTo>
                  <a:lnTo>
                    <a:pt x="854092" y="118482"/>
                  </a:lnTo>
                  <a:lnTo>
                    <a:pt x="867506" y="120955"/>
                  </a:lnTo>
                  <a:lnTo>
                    <a:pt x="880981" y="123259"/>
                  </a:lnTo>
                  <a:lnTo>
                    <a:pt x="894519" y="125382"/>
                  </a:lnTo>
                  <a:lnTo>
                    <a:pt x="908121" y="127315"/>
                  </a:lnTo>
                  <a:lnTo>
                    <a:pt x="921787" y="129046"/>
                  </a:lnTo>
                  <a:lnTo>
                    <a:pt x="935520" y="130566"/>
                  </a:lnTo>
                  <a:lnTo>
                    <a:pt x="949320" y="131864"/>
                  </a:lnTo>
                  <a:lnTo>
                    <a:pt x="963188" y="132929"/>
                  </a:lnTo>
                  <a:lnTo>
                    <a:pt x="977126" y="133751"/>
                  </a:lnTo>
                  <a:lnTo>
                    <a:pt x="991134" y="134320"/>
                  </a:lnTo>
                  <a:lnTo>
                    <a:pt x="1005214" y="134625"/>
                  </a:lnTo>
                  <a:lnTo>
                    <a:pt x="1019367" y="134655"/>
                  </a:lnTo>
                  <a:lnTo>
                    <a:pt x="1033594" y="134401"/>
                  </a:lnTo>
                  <a:lnTo>
                    <a:pt x="1047896" y="133851"/>
                  </a:lnTo>
                  <a:lnTo>
                    <a:pt x="1062275" y="132995"/>
                  </a:lnTo>
                  <a:lnTo>
                    <a:pt x="1076730" y="131822"/>
                  </a:lnTo>
                  <a:lnTo>
                    <a:pt x="1091265" y="130323"/>
                  </a:lnTo>
                  <a:lnTo>
                    <a:pt x="1105879" y="128487"/>
                  </a:lnTo>
                  <a:lnTo>
                    <a:pt x="1120574" y="126303"/>
                  </a:lnTo>
                  <a:lnTo>
                    <a:pt x="1135351" y="123761"/>
                  </a:lnTo>
                  <a:lnTo>
                    <a:pt x="1150211" y="120850"/>
                  </a:lnTo>
                  <a:lnTo>
                    <a:pt x="1165156" y="117560"/>
                  </a:lnTo>
                  <a:lnTo>
                    <a:pt x="1180186" y="113880"/>
                  </a:lnTo>
                  <a:lnTo>
                    <a:pt x="1195302" y="109800"/>
                  </a:lnTo>
                  <a:lnTo>
                    <a:pt x="1210506" y="105310"/>
                  </a:lnTo>
                  <a:lnTo>
                    <a:pt x="1225799" y="100399"/>
                  </a:lnTo>
                  <a:lnTo>
                    <a:pt x="1241182" y="95056"/>
                  </a:lnTo>
                  <a:lnTo>
                    <a:pt x="1256656" y="89271"/>
                  </a:lnTo>
                  <a:lnTo>
                    <a:pt x="1272223" y="83034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360669" y="2669980"/>
              <a:ext cx="1380390" cy="393600"/>
            </a:xfrm>
            <a:custGeom>
              <a:avLst/>
              <a:pathLst>
                <a:path w="1380390" h="393600">
                  <a:moveTo>
                    <a:pt x="0" y="111077"/>
                  </a:moveTo>
                  <a:lnTo>
                    <a:pt x="11964" y="99488"/>
                  </a:lnTo>
                  <a:lnTo>
                    <a:pt x="23960" y="88613"/>
                  </a:lnTo>
                  <a:lnTo>
                    <a:pt x="35986" y="78439"/>
                  </a:lnTo>
                  <a:lnTo>
                    <a:pt x="48043" y="68952"/>
                  </a:lnTo>
                  <a:lnTo>
                    <a:pt x="60132" y="60139"/>
                  </a:lnTo>
                  <a:lnTo>
                    <a:pt x="72253" y="51988"/>
                  </a:lnTo>
                  <a:lnTo>
                    <a:pt x="84405" y="44484"/>
                  </a:lnTo>
                  <a:lnTo>
                    <a:pt x="96590" y="37616"/>
                  </a:lnTo>
                  <a:lnTo>
                    <a:pt x="108808" y="31371"/>
                  </a:lnTo>
                  <a:lnTo>
                    <a:pt x="121059" y="25734"/>
                  </a:lnTo>
                  <a:lnTo>
                    <a:pt x="133343" y="20693"/>
                  </a:lnTo>
                  <a:lnTo>
                    <a:pt x="145661" y="16236"/>
                  </a:lnTo>
                  <a:lnTo>
                    <a:pt x="158013" y="12348"/>
                  </a:lnTo>
                  <a:lnTo>
                    <a:pt x="170399" y="9018"/>
                  </a:lnTo>
                  <a:lnTo>
                    <a:pt x="182819" y="6231"/>
                  </a:lnTo>
                  <a:lnTo>
                    <a:pt x="195274" y="3975"/>
                  </a:lnTo>
                  <a:lnTo>
                    <a:pt x="207765" y="2237"/>
                  </a:lnTo>
                  <a:lnTo>
                    <a:pt x="220291" y="1004"/>
                  </a:lnTo>
                  <a:lnTo>
                    <a:pt x="232852" y="262"/>
                  </a:lnTo>
                  <a:lnTo>
                    <a:pt x="245450" y="0"/>
                  </a:lnTo>
                  <a:lnTo>
                    <a:pt x="258083" y="202"/>
                  </a:lnTo>
                  <a:lnTo>
                    <a:pt x="270754" y="858"/>
                  </a:lnTo>
                  <a:lnTo>
                    <a:pt x="283462" y="1953"/>
                  </a:lnTo>
                  <a:lnTo>
                    <a:pt x="296206" y="3474"/>
                  </a:lnTo>
                  <a:lnTo>
                    <a:pt x="308989" y="5409"/>
                  </a:lnTo>
                  <a:lnTo>
                    <a:pt x="321809" y="7745"/>
                  </a:lnTo>
                  <a:lnTo>
                    <a:pt x="334667" y="10468"/>
                  </a:lnTo>
                  <a:lnTo>
                    <a:pt x="347564" y="13565"/>
                  </a:lnTo>
                  <a:lnTo>
                    <a:pt x="360499" y="17023"/>
                  </a:lnTo>
                  <a:lnTo>
                    <a:pt x="373474" y="20830"/>
                  </a:lnTo>
                  <a:lnTo>
                    <a:pt x="386488" y="24972"/>
                  </a:lnTo>
                  <a:lnTo>
                    <a:pt x="399541" y="29436"/>
                  </a:lnTo>
                  <a:lnTo>
                    <a:pt x="412635" y="34209"/>
                  </a:lnTo>
                  <a:lnTo>
                    <a:pt x="425769" y="39278"/>
                  </a:lnTo>
                  <a:lnTo>
                    <a:pt x="438943" y="44631"/>
                  </a:lnTo>
                  <a:lnTo>
                    <a:pt x="452159" y="50253"/>
                  </a:lnTo>
                  <a:lnTo>
                    <a:pt x="465415" y="56132"/>
                  </a:lnTo>
                  <a:lnTo>
                    <a:pt x="478713" y="62255"/>
                  </a:lnTo>
                  <a:lnTo>
                    <a:pt x="492053" y="68610"/>
                  </a:lnTo>
                  <a:lnTo>
                    <a:pt x="505435" y="75181"/>
                  </a:lnTo>
                  <a:lnTo>
                    <a:pt x="518859" y="81958"/>
                  </a:lnTo>
                  <a:lnTo>
                    <a:pt x="532326" y="88926"/>
                  </a:lnTo>
                  <a:lnTo>
                    <a:pt x="545836" y="96073"/>
                  </a:lnTo>
                  <a:lnTo>
                    <a:pt x="559390" y="103386"/>
                  </a:lnTo>
                  <a:lnTo>
                    <a:pt x="572987" y="110851"/>
                  </a:lnTo>
                  <a:lnTo>
                    <a:pt x="586628" y="118456"/>
                  </a:lnTo>
                  <a:lnTo>
                    <a:pt x="600313" y="126187"/>
                  </a:lnTo>
                  <a:lnTo>
                    <a:pt x="614042" y="134032"/>
                  </a:lnTo>
                  <a:lnTo>
                    <a:pt x="627817" y="141977"/>
                  </a:lnTo>
                  <a:lnTo>
                    <a:pt x="641636" y="150010"/>
                  </a:lnTo>
                  <a:lnTo>
                    <a:pt x="655501" y="158117"/>
                  </a:lnTo>
                  <a:lnTo>
                    <a:pt x="669412" y="166285"/>
                  </a:lnTo>
                  <a:lnTo>
                    <a:pt x="683369" y="174501"/>
                  </a:lnTo>
                  <a:lnTo>
                    <a:pt x="697372" y="182753"/>
                  </a:lnTo>
                  <a:lnTo>
                    <a:pt x="711422" y="191027"/>
                  </a:lnTo>
                  <a:lnTo>
                    <a:pt x="725518" y="199310"/>
                  </a:lnTo>
                  <a:lnTo>
                    <a:pt x="739662" y="207589"/>
                  </a:lnTo>
                  <a:lnTo>
                    <a:pt x="753854" y="215850"/>
                  </a:lnTo>
                  <a:lnTo>
                    <a:pt x="768093" y="224082"/>
                  </a:lnTo>
                  <a:lnTo>
                    <a:pt x="782381" y="232271"/>
                  </a:lnTo>
                  <a:lnTo>
                    <a:pt x="796717" y="240404"/>
                  </a:lnTo>
                  <a:lnTo>
                    <a:pt x="811101" y="248468"/>
                  </a:lnTo>
                  <a:lnTo>
                    <a:pt x="825535" y="256449"/>
                  </a:lnTo>
                  <a:lnTo>
                    <a:pt x="840018" y="264335"/>
                  </a:lnTo>
                  <a:lnTo>
                    <a:pt x="854551" y="272113"/>
                  </a:lnTo>
                  <a:lnTo>
                    <a:pt x="869134" y="279770"/>
                  </a:lnTo>
                  <a:lnTo>
                    <a:pt x="883767" y="287292"/>
                  </a:lnTo>
                  <a:lnTo>
                    <a:pt x="898451" y="294667"/>
                  </a:lnTo>
                  <a:lnTo>
                    <a:pt x="913186" y="301881"/>
                  </a:lnTo>
                  <a:lnTo>
                    <a:pt x="927971" y="308922"/>
                  </a:lnTo>
                  <a:lnTo>
                    <a:pt x="942809" y="315777"/>
                  </a:lnTo>
                  <a:lnTo>
                    <a:pt x="957698" y="322431"/>
                  </a:lnTo>
                  <a:lnTo>
                    <a:pt x="972639" y="328873"/>
                  </a:lnTo>
                  <a:lnTo>
                    <a:pt x="987632" y="335090"/>
                  </a:lnTo>
                  <a:lnTo>
                    <a:pt x="1002679" y="341067"/>
                  </a:lnTo>
                  <a:lnTo>
                    <a:pt x="1017778" y="346793"/>
                  </a:lnTo>
                  <a:lnTo>
                    <a:pt x="1032931" y="352254"/>
                  </a:lnTo>
                  <a:lnTo>
                    <a:pt x="1048137" y="357438"/>
                  </a:lnTo>
                  <a:lnTo>
                    <a:pt x="1063397" y="362330"/>
                  </a:lnTo>
                  <a:lnTo>
                    <a:pt x="1078711" y="366918"/>
                  </a:lnTo>
                  <a:lnTo>
                    <a:pt x="1094080" y="371190"/>
                  </a:lnTo>
                  <a:lnTo>
                    <a:pt x="1109504" y="375131"/>
                  </a:lnTo>
                  <a:lnTo>
                    <a:pt x="1124983" y="378730"/>
                  </a:lnTo>
                  <a:lnTo>
                    <a:pt x="1140517" y="381972"/>
                  </a:lnTo>
                  <a:lnTo>
                    <a:pt x="1156107" y="384845"/>
                  </a:lnTo>
                  <a:lnTo>
                    <a:pt x="1171753" y="387336"/>
                  </a:lnTo>
                  <a:lnTo>
                    <a:pt x="1187456" y="389431"/>
                  </a:lnTo>
                  <a:lnTo>
                    <a:pt x="1203215" y="391119"/>
                  </a:lnTo>
                  <a:lnTo>
                    <a:pt x="1219031" y="392385"/>
                  </a:lnTo>
                  <a:lnTo>
                    <a:pt x="1234904" y="393216"/>
                  </a:lnTo>
                  <a:lnTo>
                    <a:pt x="1250835" y="393600"/>
                  </a:lnTo>
                  <a:lnTo>
                    <a:pt x="1266824" y="393524"/>
                  </a:lnTo>
                  <a:lnTo>
                    <a:pt x="1282870" y="392974"/>
                  </a:lnTo>
                  <a:lnTo>
                    <a:pt x="1298976" y="391938"/>
                  </a:lnTo>
                  <a:lnTo>
                    <a:pt x="1315140" y="390402"/>
                  </a:lnTo>
                  <a:lnTo>
                    <a:pt x="1331363" y="388353"/>
                  </a:lnTo>
                  <a:lnTo>
                    <a:pt x="1347645" y="385779"/>
                  </a:lnTo>
                  <a:lnTo>
                    <a:pt x="1363988" y="382666"/>
                  </a:lnTo>
                  <a:lnTo>
                    <a:pt x="1380390" y="379001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5360669" y="2692450"/>
              <a:ext cx="1435148" cy="703590"/>
            </a:xfrm>
            <a:custGeom>
              <a:avLst/>
              <a:pathLst>
                <a:path w="1435148" h="703590">
                  <a:moveTo>
                    <a:pt x="0" y="88608"/>
                  </a:moveTo>
                  <a:lnTo>
                    <a:pt x="11977" y="77098"/>
                  </a:lnTo>
                  <a:lnTo>
                    <a:pt x="24009" y="66458"/>
                  </a:lnTo>
                  <a:lnTo>
                    <a:pt x="36097" y="56672"/>
                  </a:lnTo>
                  <a:lnTo>
                    <a:pt x="48240" y="47724"/>
                  </a:lnTo>
                  <a:lnTo>
                    <a:pt x="60437" y="39598"/>
                  </a:lnTo>
                  <a:lnTo>
                    <a:pt x="72690" y="32279"/>
                  </a:lnTo>
                  <a:lnTo>
                    <a:pt x="84997" y="25751"/>
                  </a:lnTo>
                  <a:lnTo>
                    <a:pt x="97359" y="19998"/>
                  </a:lnTo>
                  <a:lnTo>
                    <a:pt x="109775" y="15005"/>
                  </a:lnTo>
                  <a:lnTo>
                    <a:pt x="122246" y="10756"/>
                  </a:lnTo>
                  <a:lnTo>
                    <a:pt x="134771" y="7235"/>
                  </a:lnTo>
                  <a:lnTo>
                    <a:pt x="147349" y="4426"/>
                  </a:lnTo>
                  <a:lnTo>
                    <a:pt x="159982" y="2313"/>
                  </a:lnTo>
                  <a:lnTo>
                    <a:pt x="172669" y="882"/>
                  </a:lnTo>
                  <a:lnTo>
                    <a:pt x="185409" y="116"/>
                  </a:lnTo>
                  <a:lnTo>
                    <a:pt x="198203" y="0"/>
                  </a:lnTo>
                  <a:lnTo>
                    <a:pt x="211051" y="517"/>
                  </a:lnTo>
                  <a:lnTo>
                    <a:pt x="223952" y="1652"/>
                  </a:lnTo>
                  <a:lnTo>
                    <a:pt x="236906" y="3390"/>
                  </a:lnTo>
                  <a:lnTo>
                    <a:pt x="249914" y="5714"/>
                  </a:lnTo>
                  <a:lnTo>
                    <a:pt x="262974" y="8609"/>
                  </a:lnTo>
                  <a:lnTo>
                    <a:pt x="276087" y="12060"/>
                  </a:lnTo>
                  <a:lnTo>
                    <a:pt x="289253" y="16050"/>
                  </a:lnTo>
                  <a:lnTo>
                    <a:pt x="302472" y="20564"/>
                  </a:lnTo>
                  <a:lnTo>
                    <a:pt x="315743" y="25586"/>
                  </a:lnTo>
                  <a:lnTo>
                    <a:pt x="329067" y="31100"/>
                  </a:lnTo>
                  <a:lnTo>
                    <a:pt x="342442" y="37091"/>
                  </a:lnTo>
                  <a:lnTo>
                    <a:pt x="355871" y="43543"/>
                  </a:lnTo>
                  <a:lnTo>
                    <a:pt x="369351" y="50440"/>
                  </a:lnTo>
                  <a:lnTo>
                    <a:pt x="382883" y="57766"/>
                  </a:lnTo>
                  <a:lnTo>
                    <a:pt x="396467" y="65507"/>
                  </a:lnTo>
                  <a:lnTo>
                    <a:pt x="410102" y="73645"/>
                  </a:lnTo>
                  <a:lnTo>
                    <a:pt x="423789" y="82166"/>
                  </a:lnTo>
                  <a:lnTo>
                    <a:pt x="437528" y="91053"/>
                  </a:lnTo>
                  <a:lnTo>
                    <a:pt x="451318" y="100291"/>
                  </a:lnTo>
                  <a:lnTo>
                    <a:pt x="465159" y="109865"/>
                  </a:lnTo>
                  <a:lnTo>
                    <a:pt x="479051" y="119758"/>
                  </a:lnTo>
                  <a:lnTo>
                    <a:pt x="492994" y="129954"/>
                  </a:lnTo>
                  <a:lnTo>
                    <a:pt x="506989" y="140439"/>
                  </a:lnTo>
                  <a:lnTo>
                    <a:pt x="521033" y="151196"/>
                  </a:lnTo>
                  <a:lnTo>
                    <a:pt x="535129" y="162210"/>
                  </a:lnTo>
                  <a:lnTo>
                    <a:pt x="549275" y="173464"/>
                  </a:lnTo>
                  <a:lnTo>
                    <a:pt x="563471" y="184944"/>
                  </a:lnTo>
                  <a:lnTo>
                    <a:pt x="577717" y="196633"/>
                  </a:lnTo>
                  <a:lnTo>
                    <a:pt x="592014" y="208516"/>
                  </a:lnTo>
                  <a:lnTo>
                    <a:pt x="606361" y="220577"/>
                  </a:lnTo>
                  <a:lnTo>
                    <a:pt x="620757" y="232800"/>
                  </a:lnTo>
                  <a:lnTo>
                    <a:pt x="635204" y="245170"/>
                  </a:lnTo>
                  <a:lnTo>
                    <a:pt x="649700" y="257671"/>
                  </a:lnTo>
                  <a:lnTo>
                    <a:pt x="664245" y="270287"/>
                  </a:lnTo>
                  <a:lnTo>
                    <a:pt x="678840" y="283002"/>
                  </a:lnTo>
                  <a:lnTo>
                    <a:pt x="693484" y="295801"/>
                  </a:lnTo>
                  <a:lnTo>
                    <a:pt x="708178" y="308669"/>
                  </a:lnTo>
                  <a:lnTo>
                    <a:pt x="722920" y="321588"/>
                  </a:lnTo>
                  <a:lnTo>
                    <a:pt x="737711" y="334544"/>
                  </a:lnTo>
                  <a:lnTo>
                    <a:pt x="752552" y="347521"/>
                  </a:lnTo>
                  <a:lnTo>
                    <a:pt x="767440" y="360503"/>
                  </a:lnTo>
                  <a:lnTo>
                    <a:pt x="782378" y="373475"/>
                  </a:lnTo>
                  <a:lnTo>
                    <a:pt x="797364" y="386420"/>
                  </a:lnTo>
                  <a:lnTo>
                    <a:pt x="812398" y="399323"/>
                  </a:lnTo>
                  <a:lnTo>
                    <a:pt x="827480" y="412169"/>
                  </a:lnTo>
                  <a:lnTo>
                    <a:pt x="842611" y="424941"/>
                  </a:lnTo>
                  <a:lnTo>
                    <a:pt x="857789" y="437624"/>
                  </a:lnTo>
                  <a:lnTo>
                    <a:pt x="873016" y="450202"/>
                  </a:lnTo>
                  <a:lnTo>
                    <a:pt x="888290" y="462659"/>
                  </a:lnTo>
                  <a:lnTo>
                    <a:pt x="903611" y="474980"/>
                  </a:lnTo>
                  <a:lnTo>
                    <a:pt x="918980" y="487150"/>
                  </a:lnTo>
                  <a:lnTo>
                    <a:pt x="934397" y="499151"/>
                  </a:lnTo>
                  <a:lnTo>
                    <a:pt x="949861" y="510969"/>
                  </a:lnTo>
                  <a:lnTo>
                    <a:pt x="965372" y="522588"/>
                  </a:lnTo>
                  <a:lnTo>
                    <a:pt x="980929" y="533992"/>
                  </a:lnTo>
                  <a:lnTo>
                    <a:pt x="996534" y="545166"/>
                  </a:lnTo>
                  <a:lnTo>
                    <a:pt x="1012186" y="556093"/>
                  </a:lnTo>
                  <a:lnTo>
                    <a:pt x="1027884" y="566758"/>
                  </a:lnTo>
                  <a:lnTo>
                    <a:pt x="1043629" y="577145"/>
                  </a:lnTo>
                  <a:lnTo>
                    <a:pt x="1059420" y="587239"/>
                  </a:lnTo>
                  <a:lnTo>
                    <a:pt x="1075257" y="597024"/>
                  </a:lnTo>
                  <a:lnTo>
                    <a:pt x="1091141" y="606484"/>
                  </a:lnTo>
                  <a:lnTo>
                    <a:pt x="1107070" y="615603"/>
                  </a:lnTo>
                  <a:lnTo>
                    <a:pt x="1123046" y="624366"/>
                  </a:lnTo>
                  <a:lnTo>
                    <a:pt x="1139067" y="632757"/>
                  </a:lnTo>
                  <a:lnTo>
                    <a:pt x="1155134" y="640760"/>
                  </a:lnTo>
                  <a:lnTo>
                    <a:pt x="1171247" y="648360"/>
                  </a:lnTo>
                  <a:lnTo>
                    <a:pt x="1187405" y="655540"/>
                  </a:lnTo>
                  <a:lnTo>
                    <a:pt x="1203608" y="662286"/>
                  </a:lnTo>
                  <a:lnTo>
                    <a:pt x="1219857" y="668581"/>
                  </a:lnTo>
                  <a:lnTo>
                    <a:pt x="1236151" y="674409"/>
                  </a:lnTo>
                  <a:lnTo>
                    <a:pt x="1252489" y="679756"/>
                  </a:lnTo>
                  <a:lnTo>
                    <a:pt x="1268873" y="684605"/>
                  </a:lnTo>
                  <a:lnTo>
                    <a:pt x="1285301" y="688940"/>
                  </a:lnTo>
                  <a:lnTo>
                    <a:pt x="1301774" y="692746"/>
                  </a:lnTo>
                  <a:lnTo>
                    <a:pt x="1318291" y="696008"/>
                  </a:lnTo>
                  <a:lnTo>
                    <a:pt x="1334853" y="698708"/>
                  </a:lnTo>
                  <a:lnTo>
                    <a:pt x="1351459" y="700833"/>
                  </a:lnTo>
                  <a:lnTo>
                    <a:pt x="1368109" y="702365"/>
                  </a:lnTo>
                  <a:lnTo>
                    <a:pt x="1384803" y="703289"/>
                  </a:lnTo>
                  <a:lnTo>
                    <a:pt x="1401541" y="703590"/>
                  </a:lnTo>
                  <a:lnTo>
                    <a:pt x="1418322" y="703252"/>
                  </a:lnTo>
                  <a:lnTo>
                    <a:pt x="1435148" y="702259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5360669" y="3743414"/>
              <a:ext cx="1435148" cy="703590"/>
            </a:xfrm>
            <a:custGeom>
              <a:avLst/>
              <a:pathLst>
                <a:path w="1435148" h="703590">
                  <a:moveTo>
                    <a:pt x="0" y="614982"/>
                  </a:moveTo>
                  <a:lnTo>
                    <a:pt x="11977" y="626492"/>
                  </a:lnTo>
                  <a:lnTo>
                    <a:pt x="24009" y="637132"/>
                  </a:lnTo>
                  <a:lnTo>
                    <a:pt x="36097" y="646918"/>
                  </a:lnTo>
                  <a:lnTo>
                    <a:pt x="48240" y="655866"/>
                  </a:lnTo>
                  <a:lnTo>
                    <a:pt x="60437" y="663991"/>
                  </a:lnTo>
                  <a:lnTo>
                    <a:pt x="72690" y="671310"/>
                  </a:lnTo>
                  <a:lnTo>
                    <a:pt x="84997" y="677838"/>
                  </a:lnTo>
                  <a:lnTo>
                    <a:pt x="97359" y="683591"/>
                  </a:lnTo>
                  <a:lnTo>
                    <a:pt x="109775" y="688584"/>
                  </a:lnTo>
                  <a:lnTo>
                    <a:pt x="122246" y="692834"/>
                  </a:lnTo>
                  <a:lnTo>
                    <a:pt x="134771" y="696355"/>
                  </a:lnTo>
                  <a:lnTo>
                    <a:pt x="147349" y="699164"/>
                  </a:lnTo>
                  <a:lnTo>
                    <a:pt x="159982" y="701276"/>
                  </a:lnTo>
                  <a:lnTo>
                    <a:pt x="172669" y="702708"/>
                  </a:lnTo>
                  <a:lnTo>
                    <a:pt x="185409" y="703474"/>
                  </a:lnTo>
                  <a:lnTo>
                    <a:pt x="198203" y="703590"/>
                  </a:lnTo>
                  <a:lnTo>
                    <a:pt x="211051" y="703073"/>
                  </a:lnTo>
                  <a:lnTo>
                    <a:pt x="223952" y="701938"/>
                  </a:lnTo>
                  <a:lnTo>
                    <a:pt x="236906" y="700200"/>
                  </a:lnTo>
                  <a:lnTo>
                    <a:pt x="249914" y="697875"/>
                  </a:lnTo>
                  <a:lnTo>
                    <a:pt x="262974" y="694980"/>
                  </a:lnTo>
                  <a:lnTo>
                    <a:pt x="276087" y="691530"/>
                  </a:lnTo>
                  <a:lnTo>
                    <a:pt x="289253" y="687540"/>
                  </a:lnTo>
                  <a:lnTo>
                    <a:pt x="302472" y="683026"/>
                  </a:lnTo>
                  <a:lnTo>
                    <a:pt x="315743" y="678004"/>
                  </a:lnTo>
                  <a:lnTo>
                    <a:pt x="329067" y="672490"/>
                  </a:lnTo>
                  <a:lnTo>
                    <a:pt x="342442" y="666499"/>
                  </a:lnTo>
                  <a:lnTo>
                    <a:pt x="355871" y="660047"/>
                  </a:lnTo>
                  <a:lnTo>
                    <a:pt x="369351" y="653150"/>
                  </a:lnTo>
                  <a:lnTo>
                    <a:pt x="382883" y="645823"/>
                  </a:lnTo>
                  <a:lnTo>
                    <a:pt x="396467" y="638083"/>
                  </a:lnTo>
                  <a:lnTo>
                    <a:pt x="410102" y="629945"/>
                  </a:lnTo>
                  <a:lnTo>
                    <a:pt x="423789" y="621424"/>
                  </a:lnTo>
                  <a:lnTo>
                    <a:pt x="437528" y="612537"/>
                  </a:lnTo>
                  <a:lnTo>
                    <a:pt x="451318" y="603298"/>
                  </a:lnTo>
                  <a:lnTo>
                    <a:pt x="465159" y="593725"/>
                  </a:lnTo>
                  <a:lnTo>
                    <a:pt x="479051" y="583832"/>
                  </a:lnTo>
                  <a:lnTo>
                    <a:pt x="492994" y="573635"/>
                  </a:lnTo>
                  <a:lnTo>
                    <a:pt x="506989" y="563151"/>
                  </a:lnTo>
                  <a:lnTo>
                    <a:pt x="521033" y="552394"/>
                  </a:lnTo>
                  <a:lnTo>
                    <a:pt x="535129" y="541380"/>
                  </a:lnTo>
                  <a:lnTo>
                    <a:pt x="549275" y="530126"/>
                  </a:lnTo>
                  <a:lnTo>
                    <a:pt x="563471" y="518646"/>
                  </a:lnTo>
                  <a:lnTo>
                    <a:pt x="577717" y="506957"/>
                  </a:lnTo>
                  <a:lnTo>
                    <a:pt x="592014" y="495074"/>
                  </a:lnTo>
                  <a:lnTo>
                    <a:pt x="606361" y="483013"/>
                  </a:lnTo>
                  <a:lnTo>
                    <a:pt x="620757" y="470789"/>
                  </a:lnTo>
                  <a:lnTo>
                    <a:pt x="635204" y="458419"/>
                  </a:lnTo>
                  <a:lnTo>
                    <a:pt x="649700" y="445919"/>
                  </a:lnTo>
                  <a:lnTo>
                    <a:pt x="664245" y="433303"/>
                  </a:lnTo>
                  <a:lnTo>
                    <a:pt x="678840" y="420587"/>
                  </a:lnTo>
                  <a:lnTo>
                    <a:pt x="693484" y="407788"/>
                  </a:lnTo>
                  <a:lnTo>
                    <a:pt x="708178" y="394921"/>
                  </a:lnTo>
                  <a:lnTo>
                    <a:pt x="722920" y="382002"/>
                  </a:lnTo>
                  <a:lnTo>
                    <a:pt x="737711" y="369046"/>
                  </a:lnTo>
                  <a:lnTo>
                    <a:pt x="752552" y="356069"/>
                  </a:lnTo>
                  <a:lnTo>
                    <a:pt x="767440" y="343087"/>
                  </a:lnTo>
                  <a:lnTo>
                    <a:pt x="782378" y="330115"/>
                  </a:lnTo>
                  <a:lnTo>
                    <a:pt x="797364" y="317170"/>
                  </a:lnTo>
                  <a:lnTo>
                    <a:pt x="812398" y="304267"/>
                  </a:lnTo>
                  <a:lnTo>
                    <a:pt x="827480" y="291421"/>
                  </a:lnTo>
                  <a:lnTo>
                    <a:pt x="842611" y="278649"/>
                  </a:lnTo>
                  <a:lnTo>
                    <a:pt x="857789" y="265966"/>
                  </a:lnTo>
                  <a:lnTo>
                    <a:pt x="873016" y="253388"/>
                  </a:lnTo>
                  <a:lnTo>
                    <a:pt x="888290" y="240930"/>
                  </a:lnTo>
                  <a:lnTo>
                    <a:pt x="903611" y="228609"/>
                  </a:lnTo>
                  <a:lnTo>
                    <a:pt x="918980" y="216440"/>
                  </a:lnTo>
                  <a:lnTo>
                    <a:pt x="934397" y="204438"/>
                  </a:lnTo>
                  <a:lnTo>
                    <a:pt x="949861" y="192620"/>
                  </a:lnTo>
                  <a:lnTo>
                    <a:pt x="965372" y="181002"/>
                  </a:lnTo>
                  <a:lnTo>
                    <a:pt x="980929" y="169597"/>
                  </a:lnTo>
                  <a:lnTo>
                    <a:pt x="996534" y="158424"/>
                  </a:lnTo>
                  <a:lnTo>
                    <a:pt x="1012186" y="147497"/>
                  </a:lnTo>
                  <a:lnTo>
                    <a:pt x="1027884" y="136832"/>
                  </a:lnTo>
                  <a:lnTo>
                    <a:pt x="1043629" y="126444"/>
                  </a:lnTo>
                  <a:lnTo>
                    <a:pt x="1059420" y="116351"/>
                  </a:lnTo>
                  <a:lnTo>
                    <a:pt x="1075257" y="106566"/>
                  </a:lnTo>
                  <a:lnTo>
                    <a:pt x="1091141" y="97106"/>
                  </a:lnTo>
                  <a:lnTo>
                    <a:pt x="1107070" y="87987"/>
                  </a:lnTo>
                  <a:lnTo>
                    <a:pt x="1123046" y="79224"/>
                  </a:lnTo>
                  <a:lnTo>
                    <a:pt x="1139067" y="70833"/>
                  </a:lnTo>
                  <a:lnTo>
                    <a:pt x="1155134" y="62830"/>
                  </a:lnTo>
                  <a:lnTo>
                    <a:pt x="1171247" y="55230"/>
                  </a:lnTo>
                  <a:lnTo>
                    <a:pt x="1187405" y="48049"/>
                  </a:lnTo>
                  <a:lnTo>
                    <a:pt x="1203608" y="41304"/>
                  </a:lnTo>
                  <a:lnTo>
                    <a:pt x="1219857" y="35009"/>
                  </a:lnTo>
                  <a:lnTo>
                    <a:pt x="1236151" y="29180"/>
                  </a:lnTo>
                  <a:lnTo>
                    <a:pt x="1252489" y="23834"/>
                  </a:lnTo>
                  <a:lnTo>
                    <a:pt x="1268873" y="18985"/>
                  </a:lnTo>
                  <a:lnTo>
                    <a:pt x="1285301" y="14649"/>
                  </a:lnTo>
                  <a:lnTo>
                    <a:pt x="1301774" y="10843"/>
                  </a:lnTo>
                  <a:lnTo>
                    <a:pt x="1318291" y="7582"/>
                  </a:lnTo>
                  <a:lnTo>
                    <a:pt x="1334853" y="4881"/>
                  </a:lnTo>
                  <a:lnTo>
                    <a:pt x="1351459" y="2757"/>
                  </a:lnTo>
                  <a:lnTo>
                    <a:pt x="1368109" y="1225"/>
                  </a:lnTo>
                  <a:lnTo>
                    <a:pt x="1384803" y="300"/>
                  </a:lnTo>
                  <a:lnTo>
                    <a:pt x="1401541" y="0"/>
                  </a:lnTo>
                  <a:lnTo>
                    <a:pt x="1418322" y="338"/>
                  </a:lnTo>
                  <a:lnTo>
                    <a:pt x="1435148" y="1331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360669" y="4075873"/>
              <a:ext cx="1380390" cy="393600"/>
            </a:xfrm>
            <a:custGeom>
              <a:avLst/>
              <a:pathLst>
                <a:path w="1380390" h="393600">
                  <a:moveTo>
                    <a:pt x="0" y="282523"/>
                  </a:moveTo>
                  <a:lnTo>
                    <a:pt x="11964" y="294111"/>
                  </a:lnTo>
                  <a:lnTo>
                    <a:pt x="23960" y="304986"/>
                  </a:lnTo>
                  <a:lnTo>
                    <a:pt x="35986" y="315161"/>
                  </a:lnTo>
                  <a:lnTo>
                    <a:pt x="48043" y="324648"/>
                  </a:lnTo>
                  <a:lnTo>
                    <a:pt x="60132" y="333461"/>
                  </a:lnTo>
                  <a:lnTo>
                    <a:pt x="72253" y="341612"/>
                  </a:lnTo>
                  <a:lnTo>
                    <a:pt x="84405" y="349115"/>
                  </a:lnTo>
                  <a:lnTo>
                    <a:pt x="96590" y="355983"/>
                  </a:lnTo>
                  <a:lnTo>
                    <a:pt x="108808" y="362229"/>
                  </a:lnTo>
                  <a:lnTo>
                    <a:pt x="121059" y="367866"/>
                  </a:lnTo>
                  <a:lnTo>
                    <a:pt x="133343" y="372907"/>
                  </a:lnTo>
                  <a:lnTo>
                    <a:pt x="145661" y="377364"/>
                  </a:lnTo>
                  <a:lnTo>
                    <a:pt x="158013" y="381252"/>
                  </a:lnTo>
                  <a:lnTo>
                    <a:pt x="170399" y="384582"/>
                  </a:lnTo>
                  <a:lnTo>
                    <a:pt x="182819" y="387369"/>
                  </a:lnTo>
                  <a:lnTo>
                    <a:pt x="195274" y="389625"/>
                  </a:lnTo>
                  <a:lnTo>
                    <a:pt x="207765" y="391363"/>
                  </a:lnTo>
                  <a:lnTo>
                    <a:pt x="220291" y="392596"/>
                  </a:lnTo>
                  <a:lnTo>
                    <a:pt x="232852" y="393338"/>
                  </a:lnTo>
                  <a:lnTo>
                    <a:pt x="245450" y="393600"/>
                  </a:lnTo>
                  <a:lnTo>
                    <a:pt x="258083" y="393397"/>
                  </a:lnTo>
                  <a:lnTo>
                    <a:pt x="270754" y="392742"/>
                  </a:lnTo>
                  <a:lnTo>
                    <a:pt x="283462" y="391647"/>
                  </a:lnTo>
                  <a:lnTo>
                    <a:pt x="296206" y="390125"/>
                  </a:lnTo>
                  <a:lnTo>
                    <a:pt x="308989" y="388190"/>
                  </a:lnTo>
                  <a:lnTo>
                    <a:pt x="321809" y="385855"/>
                  </a:lnTo>
                  <a:lnTo>
                    <a:pt x="334667" y="383132"/>
                  </a:lnTo>
                  <a:lnTo>
                    <a:pt x="347564" y="380035"/>
                  </a:lnTo>
                  <a:lnTo>
                    <a:pt x="360499" y="376577"/>
                  </a:lnTo>
                  <a:lnTo>
                    <a:pt x="373474" y="372770"/>
                  </a:lnTo>
                  <a:lnTo>
                    <a:pt x="386488" y="368628"/>
                  </a:lnTo>
                  <a:lnTo>
                    <a:pt x="399541" y="364164"/>
                  </a:lnTo>
                  <a:lnTo>
                    <a:pt x="412635" y="359391"/>
                  </a:lnTo>
                  <a:lnTo>
                    <a:pt x="425769" y="354321"/>
                  </a:lnTo>
                  <a:lnTo>
                    <a:pt x="438943" y="348969"/>
                  </a:lnTo>
                  <a:lnTo>
                    <a:pt x="452159" y="343347"/>
                  </a:lnTo>
                  <a:lnTo>
                    <a:pt x="465415" y="337468"/>
                  </a:lnTo>
                  <a:lnTo>
                    <a:pt x="478713" y="331344"/>
                  </a:lnTo>
                  <a:lnTo>
                    <a:pt x="492053" y="324990"/>
                  </a:lnTo>
                  <a:lnTo>
                    <a:pt x="505435" y="318419"/>
                  </a:lnTo>
                  <a:lnTo>
                    <a:pt x="518859" y="311642"/>
                  </a:lnTo>
                  <a:lnTo>
                    <a:pt x="532326" y="304674"/>
                  </a:lnTo>
                  <a:lnTo>
                    <a:pt x="545836" y="297527"/>
                  </a:lnTo>
                  <a:lnTo>
                    <a:pt x="559390" y="290214"/>
                  </a:lnTo>
                  <a:lnTo>
                    <a:pt x="572987" y="282749"/>
                  </a:lnTo>
                  <a:lnTo>
                    <a:pt x="586628" y="275144"/>
                  </a:lnTo>
                  <a:lnTo>
                    <a:pt x="600313" y="267413"/>
                  </a:lnTo>
                  <a:lnTo>
                    <a:pt x="614042" y="259568"/>
                  </a:lnTo>
                  <a:lnTo>
                    <a:pt x="627817" y="251623"/>
                  </a:lnTo>
                  <a:lnTo>
                    <a:pt x="641636" y="243590"/>
                  </a:lnTo>
                  <a:lnTo>
                    <a:pt x="655501" y="235483"/>
                  </a:lnTo>
                  <a:lnTo>
                    <a:pt x="669412" y="227315"/>
                  </a:lnTo>
                  <a:lnTo>
                    <a:pt x="683369" y="219099"/>
                  </a:lnTo>
                  <a:lnTo>
                    <a:pt x="697372" y="210847"/>
                  </a:lnTo>
                  <a:lnTo>
                    <a:pt x="711422" y="202573"/>
                  </a:lnTo>
                  <a:lnTo>
                    <a:pt x="725518" y="194290"/>
                  </a:lnTo>
                  <a:lnTo>
                    <a:pt x="739662" y="186011"/>
                  </a:lnTo>
                  <a:lnTo>
                    <a:pt x="753854" y="177749"/>
                  </a:lnTo>
                  <a:lnTo>
                    <a:pt x="768093" y="169517"/>
                  </a:lnTo>
                  <a:lnTo>
                    <a:pt x="782381" y="161329"/>
                  </a:lnTo>
                  <a:lnTo>
                    <a:pt x="796717" y="153196"/>
                  </a:lnTo>
                  <a:lnTo>
                    <a:pt x="811101" y="145132"/>
                  </a:lnTo>
                  <a:lnTo>
                    <a:pt x="825535" y="137151"/>
                  </a:lnTo>
                  <a:lnTo>
                    <a:pt x="840018" y="129264"/>
                  </a:lnTo>
                  <a:lnTo>
                    <a:pt x="854551" y="121486"/>
                  </a:lnTo>
                  <a:lnTo>
                    <a:pt x="869134" y="113830"/>
                  </a:lnTo>
                  <a:lnTo>
                    <a:pt x="883767" y="106308"/>
                  </a:lnTo>
                  <a:lnTo>
                    <a:pt x="898451" y="98933"/>
                  </a:lnTo>
                  <a:lnTo>
                    <a:pt x="913186" y="91718"/>
                  </a:lnTo>
                  <a:lnTo>
                    <a:pt x="927971" y="84678"/>
                  </a:lnTo>
                  <a:lnTo>
                    <a:pt x="942809" y="77823"/>
                  </a:lnTo>
                  <a:lnTo>
                    <a:pt x="957698" y="71169"/>
                  </a:lnTo>
                  <a:lnTo>
                    <a:pt x="972639" y="64727"/>
                  </a:lnTo>
                  <a:lnTo>
                    <a:pt x="987632" y="58510"/>
                  </a:lnTo>
                  <a:lnTo>
                    <a:pt x="1002679" y="52532"/>
                  </a:lnTo>
                  <a:lnTo>
                    <a:pt x="1017778" y="46807"/>
                  </a:lnTo>
                  <a:lnTo>
                    <a:pt x="1032931" y="41345"/>
                  </a:lnTo>
                  <a:lnTo>
                    <a:pt x="1048137" y="36162"/>
                  </a:lnTo>
                  <a:lnTo>
                    <a:pt x="1063397" y="31270"/>
                  </a:lnTo>
                  <a:lnTo>
                    <a:pt x="1078711" y="26681"/>
                  </a:lnTo>
                  <a:lnTo>
                    <a:pt x="1094080" y="22410"/>
                  </a:lnTo>
                  <a:lnTo>
                    <a:pt x="1109504" y="18469"/>
                  </a:lnTo>
                  <a:lnTo>
                    <a:pt x="1124983" y="14870"/>
                  </a:lnTo>
                  <a:lnTo>
                    <a:pt x="1140517" y="11628"/>
                  </a:lnTo>
                  <a:lnTo>
                    <a:pt x="1156107" y="8755"/>
                  </a:lnTo>
                  <a:lnTo>
                    <a:pt x="1171753" y="6264"/>
                  </a:lnTo>
                  <a:lnTo>
                    <a:pt x="1187456" y="4169"/>
                  </a:lnTo>
                  <a:lnTo>
                    <a:pt x="1203215" y="2481"/>
                  </a:lnTo>
                  <a:lnTo>
                    <a:pt x="1219031" y="1215"/>
                  </a:lnTo>
                  <a:lnTo>
                    <a:pt x="1234904" y="384"/>
                  </a:lnTo>
                  <a:lnTo>
                    <a:pt x="1250835" y="0"/>
                  </a:lnTo>
                  <a:lnTo>
                    <a:pt x="1266824" y="76"/>
                  </a:lnTo>
                  <a:lnTo>
                    <a:pt x="1282870" y="626"/>
                  </a:lnTo>
                  <a:lnTo>
                    <a:pt x="1298976" y="1662"/>
                  </a:lnTo>
                  <a:lnTo>
                    <a:pt x="1315140" y="3198"/>
                  </a:lnTo>
                  <a:lnTo>
                    <a:pt x="1331363" y="5247"/>
                  </a:lnTo>
                  <a:lnTo>
                    <a:pt x="1347645" y="7821"/>
                  </a:lnTo>
                  <a:lnTo>
                    <a:pt x="1363988" y="10934"/>
                  </a:lnTo>
                  <a:lnTo>
                    <a:pt x="1380390" y="14599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360669" y="4358397"/>
              <a:ext cx="1272223" cy="148014"/>
            </a:xfrm>
            <a:custGeom>
              <a:avLst/>
              <a:pathLst>
                <a:path w="1272223" h="148014">
                  <a:moveTo>
                    <a:pt x="0" y="0"/>
                  </a:moveTo>
                  <a:lnTo>
                    <a:pt x="11940" y="11664"/>
                  </a:lnTo>
                  <a:lnTo>
                    <a:pt x="23861" y="22765"/>
                  </a:lnTo>
                  <a:lnTo>
                    <a:pt x="35766" y="33314"/>
                  </a:lnTo>
                  <a:lnTo>
                    <a:pt x="47655" y="43320"/>
                  </a:lnTo>
                  <a:lnTo>
                    <a:pt x="59529" y="52794"/>
                  </a:lnTo>
                  <a:lnTo>
                    <a:pt x="71389" y="61747"/>
                  </a:lnTo>
                  <a:lnTo>
                    <a:pt x="83236" y="70190"/>
                  </a:lnTo>
                  <a:lnTo>
                    <a:pt x="95073" y="78132"/>
                  </a:lnTo>
                  <a:lnTo>
                    <a:pt x="106899" y="85584"/>
                  </a:lnTo>
                  <a:lnTo>
                    <a:pt x="118715" y="92556"/>
                  </a:lnTo>
                  <a:lnTo>
                    <a:pt x="130524" y="99060"/>
                  </a:lnTo>
                  <a:lnTo>
                    <a:pt x="142326" y="105105"/>
                  </a:lnTo>
                  <a:lnTo>
                    <a:pt x="154122" y="110702"/>
                  </a:lnTo>
                  <a:lnTo>
                    <a:pt x="165914" y="115861"/>
                  </a:lnTo>
                  <a:lnTo>
                    <a:pt x="177702" y="120594"/>
                  </a:lnTo>
                  <a:lnTo>
                    <a:pt x="189488" y="124909"/>
                  </a:lnTo>
                  <a:lnTo>
                    <a:pt x="201273" y="128819"/>
                  </a:lnTo>
                  <a:lnTo>
                    <a:pt x="213058" y="132333"/>
                  </a:lnTo>
                  <a:lnTo>
                    <a:pt x="224844" y="135462"/>
                  </a:lnTo>
                  <a:lnTo>
                    <a:pt x="236632" y="138216"/>
                  </a:lnTo>
                  <a:lnTo>
                    <a:pt x="248423" y="140605"/>
                  </a:lnTo>
                  <a:lnTo>
                    <a:pt x="260219" y="142641"/>
                  </a:lnTo>
                  <a:lnTo>
                    <a:pt x="272021" y="144334"/>
                  </a:lnTo>
                  <a:lnTo>
                    <a:pt x="283829" y="145694"/>
                  </a:lnTo>
                  <a:lnTo>
                    <a:pt x="295646" y="146731"/>
                  </a:lnTo>
                  <a:lnTo>
                    <a:pt x="307472" y="147457"/>
                  </a:lnTo>
                  <a:lnTo>
                    <a:pt x="319307" y="147881"/>
                  </a:lnTo>
                  <a:lnTo>
                    <a:pt x="331155" y="148014"/>
                  </a:lnTo>
                  <a:lnTo>
                    <a:pt x="343014" y="147866"/>
                  </a:lnTo>
                  <a:lnTo>
                    <a:pt x="354888" y="147449"/>
                  </a:lnTo>
                  <a:lnTo>
                    <a:pt x="366776" y="146772"/>
                  </a:lnTo>
                  <a:lnTo>
                    <a:pt x="378680" y="145846"/>
                  </a:lnTo>
                  <a:lnTo>
                    <a:pt x="390601" y="144681"/>
                  </a:lnTo>
                  <a:lnTo>
                    <a:pt x="402540" y="143288"/>
                  </a:lnTo>
                  <a:lnTo>
                    <a:pt x="414499" y="141678"/>
                  </a:lnTo>
                  <a:lnTo>
                    <a:pt x="426478" y="139860"/>
                  </a:lnTo>
                  <a:lnTo>
                    <a:pt x="438479" y="137846"/>
                  </a:lnTo>
                  <a:lnTo>
                    <a:pt x="450502" y="135645"/>
                  </a:lnTo>
                  <a:lnTo>
                    <a:pt x="462550" y="133268"/>
                  </a:lnTo>
                  <a:lnTo>
                    <a:pt x="474622" y="130726"/>
                  </a:lnTo>
                  <a:lnTo>
                    <a:pt x="486721" y="128030"/>
                  </a:lnTo>
                  <a:lnTo>
                    <a:pt x="498847" y="125189"/>
                  </a:lnTo>
                  <a:lnTo>
                    <a:pt x="511002" y="122214"/>
                  </a:lnTo>
                  <a:lnTo>
                    <a:pt x="523186" y="119115"/>
                  </a:lnTo>
                  <a:lnTo>
                    <a:pt x="535400" y="115904"/>
                  </a:lnTo>
                  <a:lnTo>
                    <a:pt x="547647" y="112590"/>
                  </a:lnTo>
                  <a:lnTo>
                    <a:pt x="559927" y="109184"/>
                  </a:lnTo>
                  <a:lnTo>
                    <a:pt x="572241" y="105697"/>
                  </a:lnTo>
                  <a:lnTo>
                    <a:pt x="584590" y="102138"/>
                  </a:lnTo>
                  <a:lnTo>
                    <a:pt x="596975" y="98519"/>
                  </a:lnTo>
                  <a:lnTo>
                    <a:pt x="609398" y="94850"/>
                  </a:lnTo>
                  <a:lnTo>
                    <a:pt x="621860" y="91141"/>
                  </a:lnTo>
                  <a:lnTo>
                    <a:pt x="634362" y="87403"/>
                  </a:lnTo>
                  <a:lnTo>
                    <a:pt x="646905" y="83646"/>
                  </a:lnTo>
                  <a:lnTo>
                    <a:pt x="659489" y="79880"/>
                  </a:lnTo>
                  <a:lnTo>
                    <a:pt x="672118" y="76117"/>
                  </a:lnTo>
                  <a:lnTo>
                    <a:pt x="684790" y="72367"/>
                  </a:lnTo>
                  <a:lnTo>
                    <a:pt x="697508" y="68640"/>
                  </a:lnTo>
                  <a:lnTo>
                    <a:pt x="710273" y="64947"/>
                  </a:lnTo>
                  <a:lnTo>
                    <a:pt x="723085" y="61297"/>
                  </a:lnTo>
                  <a:lnTo>
                    <a:pt x="735947" y="57702"/>
                  </a:lnTo>
                  <a:lnTo>
                    <a:pt x="748859" y="54172"/>
                  </a:lnTo>
                  <a:lnTo>
                    <a:pt x="761821" y="50718"/>
                  </a:lnTo>
                  <a:lnTo>
                    <a:pt x="774837" y="47350"/>
                  </a:lnTo>
                  <a:lnTo>
                    <a:pt x="787905" y="44078"/>
                  </a:lnTo>
                  <a:lnTo>
                    <a:pt x="801029" y="40913"/>
                  </a:lnTo>
                  <a:lnTo>
                    <a:pt x="814208" y="37865"/>
                  </a:lnTo>
                  <a:lnTo>
                    <a:pt x="827444" y="34946"/>
                  </a:lnTo>
                  <a:lnTo>
                    <a:pt x="840738" y="32164"/>
                  </a:lnTo>
                  <a:lnTo>
                    <a:pt x="854092" y="29532"/>
                  </a:lnTo>
                  <a:lnTo>
                    <a:pt x="867506" y="27058"/>
                  </a:lnTo>
                  <a:lnTo>
                    <a:pt x="880981" y="24755"/>
                  </a:lnTo>
                  <a:lnTo>
                    <a:pt x="894519" y="22631"/>
                  </a:lnTo>
                  <a:lnTo>
                    <a:pt x="908121" y="20699"/>
                  </a:lnTo>
                  <a:lnTo>
                    <a:pt x="921787" y="18967"/>
                  </a:lnTo>
                  <a:lnTo>
                    <a:pt x="935520" y="17447"/>
                  </a:lnTo>
                  <a:lnTo>
                    <a:pt x="949320" y="16149"/>
                  </a:lnTo>
                  <a:lnTo>
                    <a:pt x="963188" y="15084"/>
                  </a:lnTo>
                  <a:lnTo>
                    <a:pt x="977126" y="14262"/>
                  </a:lnTo>
                  <a:lnTo>
                    <a:pt x="991134" y="13693"/>
                  </a:lnTo>
                  <a:lnTo>
                    <a:pt x="1005214" y="13388"/>
                  </a:lnTo>
                  <a:lnTo>
                    <a:pt x="1019367" y="13358"/>
                  </a:lnTo>
                  <a:lnTo>
                    <a:pt x="1033594" y="13613"/>
                  </a:lnTo>
                  <a:lnTo>
                    <a:pt x="1047896" y="14163"/>
                  </a:lnTo>
                  <a:lnTo>
                    <a:pt x="1062275" y="15019"/>
                  </a:lnTo>
                  <a:lnTo>
                    <a:pt x="1076730" y="16191"/>
                  </a:lnTo>
                  <a:lnTo>
                    <a:pt x="1091265" y="17690"/>
                  </a:lnTo>
                  <a:lnTo>
                    <a:pt x="1105879" y="19526"/>
                  </a:lnTo>
                  <a:lnTo>
                    <a:pt x="1120574" y="21710"/>
                  </a:lnTo>
                  <a:lnTo>
                    <a:pt x="1135351" y="24252"/>
                  </a:lnTo>
                  <a:lnTo>
                    <a:pt x="1150211" y="27163"/>
                  </a:lnTo>
                  <a:lnTo>
                    <a:pt x="1165156" y="30453"/>
                  </a:lnTo>
                  <a:lnTo>
                    <a:pt x="1180186" y="34133"/>
                  </a:lnTo>
                  <a:lnTo>
                    <a:pt x="1195302" y="38213"/>
                  </a:lnTo>
                  <a:lnTo>
                    <a:pt x="1210506" y="42703"/>
                  </a:lnTo>
                  <a:lnTo>
                    <a:pt x="1225799" y="47615"/>
                  </a:lnTo>
                  <a:lnTo>
                    <a:pt x="1241182" y="52958"/>
                  </a:lnTo>
                  <a:lnTo>
                    <a:pt x="1256656" y="58742"/>
                  </a:lnTo>
                  <a:lnTo>
                    <a:pt x="1272223" y="64980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360669" y="4358397"/>
              <a:ext cx="1113309" cy="376864"/>
            </a:xfrm>
            <a:custGeom>
              <a:avLst/>
              <a:pathLst>
                <a:path w="1113309" h="376864">
                  <a:moveTo>
                    <a:pt x="0" y="0"/>
                  </a:moveTo>
                  <a:lnTo>
                    <a:pt x="11903" y="11735"/>
                  </a:lnTo>
                  <a:lnTo>
                    <a:pt x="23717" y="23048"/>
                  </a:lnTo>
                  <a:lnTo>
                    <a:pt x="35443" y="33947"/>
                  </a:lnTo>
                  <a:lnTo>
                    <a:pt x="47084" y="44440"/>
                  </a:lnTo>
                  <a:lnTo>
                    <a:pt x="58642" y="54534"/>
                  </a:lnTo>
                  <a:lnTo>
                    <a:pt x="70120" y="64238"/>
                  </a:lnTo>
                  <a:lnTo>
                    <a:pt x="81519" y="73560"/>
                  </a:lnTo>
                  <a:lnTo>
                    <a:pt x="92843" y="82508"/>
                  </a:lnTo>
                  <a:lnTo>
                    <a:pt x="104093" y="91090"/>
                  </a:lnTo>
                  <a:lnTo>
                    <a:pt x="115272" y="99314"/>
                  </a:lnTo>
                  <a:lnTo>
                    <a:pt x="126382" y="107188"/>
                  </a:lnTo>
                  <a:lnTo>
                    <a:pt x="137427" y="114721"/>
                  </a:lnTo>
                  <a:lnTo>
                    <a:pt x="148407" y="121919"/>
                  </a:lnTo>
                  <a:lnTo>
                    <a:pt x="159325" y="128792"/>
                  </a:lnTo>
                  <a:lnTo>
                    <a:pt x="170185" y="135347"/>
                  </a:lnTo>
                  <a:lnTo>
                    <a:pt x="180987" y="141593"/>
                  </a:lnTo>
                  <a:lnTo>
                    <a:pt x="191736" y="147537"/>
                  </a:lnTo>
                  <a:lnTo>
                    <a:pt x="202432" y="153188"/>
                  </a:lnTo>
                  <a:lnTo>
                    <a:pt x="213078" y="158553"/>
                  </a:lnTo>
                  <a:lnTo>
                    <a:pt x="223677" y="163641"/>
                  </a:lnTo>
                  <a:lnTo>
                    <a:pt x="234231" y="168460"/>
                  </a:lnTo>
                  <a:lnTo>
                    <a:pt x="244742" y="173017"/>
                  </a:lnTo>
                  <a:lnTo>
                    <a:pt x="255213" y="177321"/>
                  </a:lnTo>
                  <a:lnTo>
                    <a:pt x="265646" y="181380"/>
                  </a:lnTo>
                  <a:lnTo>
                    <a:pt x="276044" y="185203"/>
                  </a:lnTo>
                  <a:lnTo>
                    <a:pt x="286408" y="188796"/>
                  </a:lnTo>
                  <a:lnTo>
                    <a:pt x="296742" y="192168"/>
                  </a:lnTo>
                  <a:lnTo>
                    <a:pt x="307047" y="195327"/>
                  </a:lnTo>
                  <a:lnTo>
                    <a:pt x="317326" y="198282"/>
                  </a:lnTo>
                  <a:lnTo>
                    <a:pt x="327582" y="201040"/>
                  </a:lnTo>
                  <a:lnTo>
                    <a:pt x="337816" y="203609"/>
                  </a:lnTo>
                  <a:lnTo>
                    <a:pt x="348031" y="205997"/>
                  </a:lnTo>
                  <a:lnTo>
                    <a:pt x="358230" y="208213"/>
                  </a:lnTo>
                  <a:lnTo>
                    <a:pt x="368414" y="210265"/>
                  </a:lnTo>
                  <a:lnTo>
                    <a:pt x="378587" y="212160"/>
                  </a:lnTo>
                  <a:lnTo>
                    <a:pt x="388750" y="213906"/>
                  </a:lnTo>
                  <a:lnTo>
                    <a:pt x="398906" y="215513"/>
                  </a:lnTo>
                  <a:lnTo>
                    <a:pt x="409057" y="216987"/>
                  </a:lnTo>
                  <a:lnTo>
                    <a:pt x="419206" y="218336"/>
                  </a:lnTo>
                  <a:lnTo>
                    <a:pt x="429354" y="219570"/>
                  </a:lnTo>
                  <a:lnTo>
                    <a:pt x="439505" y="220696"/>
                  </a:lnTo>
                  <a:lnTo>
                    <a:pt x="449661" y="221721"/>
                  </a:lnTo>
                  <a:lnTo>
                    <a:pt x="459824" y="222655"/>
                  </a:lnTo>
                  <a:lnTo>
                    <a:pt x="469997" y="223505"/>
                  </a:lnTo>
                  <a:lnTo>
                    <a:pt x="480181" y="224279"/>
                  </a:lnTo>
                  <a:lnTo>
                    <a:pt x="490379" y="224985"/>
                  </a:lnTo>
                  <a:lnTo>
                    <a:pt x="500594" y="225631"/>
                  </a:lnTo>
                  <a:lnTo>
                    <a:pt x="510828" y="226226"/>
                  </a:lnTo>
                  <a:lnTo>
                    <a:pt x="521083" y="226777"/>
                  </a:lnTo>
                  <a:lnTo>
                    <a:pt x="531362" y="227293"/>
                  </a:lnTo>
                  <a:lnTo>
                    <a:pt x="541667" y="227781"/>
                  </a:lnTo>
                  <a:lnTo>
                    <a:pt x="552000" y="228249"/>
                  </a:lnTo>
                  <a:lnTo>
                    <a:pt x="562364" y="228707"/>
                  </a:lnTo>
                  <a:lnTo>
                    <a:pt x="572761" y="229161"/>
                  </a:lnTo>
                  <a:lnTo>
                    <a:pt x="583194" y="229619"/>
                  </a:lnTo>
                  <a:lnTo>
                    <a:pt x="593664" y="230091"/>
                  </a:lnTo>
                  <a:lnTo>
                    <a:pt x="604175" y="230583"/>
                  </a:lnTo>
                  <a:lnTo>
                    <a:pt x="614728" y="231105"/>
                  </a:lnTo>
                  <a:lnTo>
                    <a:pt x="625326" y="231663"/>
                  </a:lnTo>
                  <a:lnTo>
                    <a:pt x="635972" y="232267"/>
                  </a:lnTo>
                  <a:lnTo>
                    <a:pt x="646667" y="232923"/>
                  </a:lnTo>
                  <a:lnTo>
                    <a:pt x="657415" y="233641"/>
                  </a:lnTo>
                  <a:lnTo>
                    <a:pt x="668217" y="234428"/>
                  </a:lnTo>
                  <a:lnTo>
                    <a:pt x="679075" y="235292"/>
                  </a:lnTo>
                  <a:lnTo>
                    <a:pt x="689993" y="236242"/>
                  </a:lnTo>
                  <a:lnTo>
                    <a:pt x="700972" y="237285"/>
                  </a:lnTo>
                  <a:lnTo>
                    <a:pt x="712016" y="238429"/>
                  </a:lnTo>
                  <a:lnTo>
                    <a:pt x="723125" y="239683"/>
                  </a:lnTo>
                  <a:lnTo>
                    <a:pt x="734303" y="241055"/>
                  </a:lnTo>
                  <a:lnTo>
                    <a:pt x="745552" y="242552"/>
                  </a:lnTo>
                  <a:lnTo>
                    <a:pt x="756875" y="244183"/>
                  </a:lnTo>
                  <a:lnTo>
                    <a:pt x="768273" y="245956"/>
                  </a:lnTo>
                  <a:lnTo>
                    <a:pt x="779750" y="247879"/>
                  </a:lnTo>
                  <a:lnTo>
                    <a:pt x="791307" y="249959"/>
                  </a:lnTo>
                  <a:lnTo>
                    <a:pt x="802946" y="252206"/>
                  </a:lnTo>
                  <a:lnTo>
                    <a:pt x="814671" y="254626"/>
                  </a:lnTo>
                  <a:lnTo>
                    <a:pt x="826484" y="257229"/>
                  </a:lnTo>
                  <a:lnTo>
                    <a:pt x="838386" y="260022"/>
                  </a:lnTo>
                  <a:lnTo>
                    <a:pt x="850381" y="263013"/>
                  </a:lnTo>
                  <a:lnTo>
                    <a:pt x="862470" y="266210"/>
                  </a:lnTo>
                  <a:lnTo>
                    <a:pt x="874657" y="269621"/>
                  </a:lnTo>
                  <a:lnTo>
                    <a:pt x="886943" y="273255"/>
                  </a:lnTo>
                  <a:lnTo>
                    <a:pt x="899331" y="277120"/>
                  </a:lnTo>
                  <a:lnTo>
                    <a:pt x="911823" y="281222"/>
                  </a:lnTo>
                  <a:lnTo>
                    <a:pt x="924421" y="285572"/>
                  </a:lnTo>
                  <a:lnTo>
                    <a:pt x="937128" y="290176"/>
                  </a:lnTo>
                  <a:lnTo>
                    <a:pt x="949947" y="295042"/>
                  </a:lnTo>
                  <a:lnTo>
                    <a:pt x="962879" y="300180"/>
                  </a:lnTo>
                  <a:lnTo>
                    <a:pt x="975927" y="305596"/>
                  </a:lnTo>
                  <a:lnTo>
                    <a:pt x="989094" y="311299"/>
                  </a:lnTo>
                  <a:lnTo>
                    <a:pt x="1002381" y="317297"/>
                  </a:lnTo>
                  <a:lnTo>
                    <a:pt x="1015791" y="323598"/>
                  </a:lnTo>
                  <a:lnTo>
                    <a:pt x="1029327" y="330210"/>
                  </a:lnTo>
                  <a:lnTo>
                    <a:pt x="1042991" y="337141"/>
                  </a:lnTo>
                  <a:lnTo>
                    <a:pt x="1056785" y="344399"/>
                  </a:lnTo>
                  <a:lnTo>
                    <a:pt x="1070711" y="351992"/>
                  </a:lnTo>
                  <a:lnTo>
                    <a:pt x="1084772" y="359929"/>
                  </a:lnTo>
                  <a:lnTo>
                    <a:pt x="1098971" y="368217"/>
                  </a:lnTo>
                  <a:lnTo>
                    <a:pt x="1113309" y="376864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360669" y="4358397"/>
              <a:ext cx="907563" cy="660050"/>
            </a:xfrm>
            <a:custGeom>
              <a:avLst/>
              <a:pathLst>
                <a:path w="907563" h="660050">
                  <a:moveTo>
                    <a:pt x="0" y="0"/>
                  </a:moveTo>
                  <a:lnTo>
                    <a:pt x="11856" y="11800"/>
                  </a:lnTo>
                  <a:lnTo>
                    <a:pt x="23530" y="23305"/>
                  </a:lnTo>
                  <a:lnTo>
                    <a:pt x="35025" y="34522"/>
                  </a:lnTo>
                  <a:lnTo>
                    <a:pt x="46345" y="45457"/>
                  </a:lnTo>
                  <a:lnTo>
                    <a:pt x="57494" y="56114"/>
                  </a:lnTo>
                  <a:lnTo>
                    <a:pt x="68477" y="66500"/>
                  </a:lnTo>
                  <a:lnTo>
                    <a:pt x="79296" y="76621"/>
                  </a:lnTo>
                  <a:lnTo>
                    <a:pt x="89955" y="86482"/>
                  </a:lnTo>
                  <a:lnTo>
                    <a:pt x="100460" y="96090"/>
                  </a:lnTo>
                  <a:lnTo>
                    <a:pt x="110814" y="105450"/>
                  </a:lnTo>
                  <a:lnTo>
                    <a:pt x="121020" y="114569"/>
                  </a:lnTo>
                  <a:lnTo>
                    <a:pt x="131083" y="123452"/>
                  </a:lnTo>
                  <a:lnTo>
                    <a:pt x="141007" y="132105"/>
                  </a:lnTo>
                  <a:lnTo>
                    <a:pt x="150795" y="140533"/>
                  </a:lnTo>
                  <a:lnTo>
                    <a:pt x="160452" y="148743"/>
                  </a:lnTo>
                  <a:lnTo>
                    <a:pt x="169982" y="156741"/>
                  </a:lnTo>
                  <a:lnTo>
                    <a:pt x="179388" y="164533"/>
                  </a:lnTo>
                  <a:lnTo>
                    <a:pt x="188674" y="172124"/>
                  </a:lnTo>
                  <a:lnTo>
                    <a:pt x="197845" y="179520"/>
                  </a:lnTo>
                  <a:lnTo>
                    <a:pt x="206904" y="186727"/>
                  </a:lnTo>
                  <a:lnTo>
                    <a:pt x="215856" y="193751"/>
                  </a:lnTo>
                  <a:lnTo>
                    <a:pt x="224704" y="200597"/>
                  </a:lnTo>
                  <a:lnTo>
                    <a:pt x="233452" y="207273"/>
                  </a:lnTo>
                  <a:lnTo>
                    <a:pt x="242104" y="213783"/>
                  </a:lnTo>
                  <a:lnTo>
                    <a:pt x="250665" y="220134"/>
                  </a:lnTo>
                  <a:lnTo>
                    <a:pt x="259138" y="226331"/>
                  </a:lnTo>
                  <a:lnTo>
                    <a:pt x="267526" y="232380"/>
                  </a:lnTo>
                  <a:lnTo>
                    <a:pt x="275835" y="238287"/>
                  </a:lnTo>
                  <a:lnTo>
                    <a:pt x="284068" y="244058"/>
                  </a:lnTo>
                  <a:lnTo>
                    <a:pt x="292229" y="249699"/>
                  </a:lnTo>
                  <a:lnTo>
                    <a:pt x="300321" y="255215"/>
                  </a:lnTo>
                  <a:lnTo>
                    <a:pt x="308350" y="260614"/>
                  </a:lnTo>
                  <a:lnTo>
                    <a:pt x="316318" y="265899"/>
                  </a:lnTo>
                  <a:lnTo>
                    <a:pt x="324231" y="271078"/>
                  </a:lnTo>
                  <a:lnTo>
                    <a:pt x="332091" y="276156"/>
                  </a:lnTo>
                  <a:lnTo>
                    <a:pt x="339902" y="281139"/>
                  </a:lnTo>
                  <a:lnTo>
                    <a:pt x="347670" y="286033"/>
                  </a:lnTo>
                  <a:lnTo>
                    <a:pt x="355397" y="290843"/>
                  </a:lnTo>
                  <a:lnTo>
                    <a:pt x="363087" y="295577"/>
                  </a:lnTo>
                  <a:lnTo>
                    <a:pt x="370745" y="300239"/>
                  </a:lnTo>
                  <a:lnTo>
                    <a:pt x="378375" y="304835"/>
                  </a:lnTo>
                  <a:lnTo>
                    <a:pt x="385980" y="309371"/>
                  </a:lnTo>
                  <a:lnTo>
                    <a:pt x="393564" y="313854"/>
                  </a:lnTo>
                  <a:lnTo>
                    <a:pt x="401132" y="318288"/>
                  </a:lnTo>
                  <a:lnTo>
                    <a:pt x="408687" y="322681"/>
                  </a:lnTo>
                  <a:lnTo>
                    <a:pt x="416234" y="327037"/>
                  </a:lnTo>
                  <a:lnTo>
                    <a:pt x="423776" y="331363"/>
                  </a:lnTo>
                  <a:lnTo>
                    <a:pt x="431316" y="335664"/>
                  </a:lnTo>
                  <a:lnTo>
                    <a:pt x="438861" y="339947"/>
                  </a:lnTo>
                  <a:lnTo>
                    <a:pt x="446412" y="344216"/>
                  </a:lnTo>
                  <a:lnTo>
                    <a:pt x="453974" y="348479"/>
                  </a:lnTo>
                  <a:lnTo>
                    <a:pt x="461551" y="352741"/>
                  </a:lnTo>
                  <a:lnTo>
                    <a:pt x="469148" y="357008"/>
                  </a:lnTo>
                  <a:lnTo>
                    <a:pt x="476767" y="361285"/>
                  </a:lnTo>
                  <a:lnTo>
                    <a:pt x="484413" y="365579"/>
                  </a:lnTo>
                  <a:lnTo>
                    <a:pt x="492090" y="369896"/>
                  </a:lnTo>
                  <a:lnTo>
                    <a:pt x="499802" y="374241"/>
                  </a:lnTo>
                  <a:lnTo>
                    <a:pt x="507552" y="378620"/>
                  </a:lnTo>
                  <a:lnTo>
                    <a:pt x="515346" y="383039"/>
                  </a:lnTo>
                  <a:lnTo>
                    <a:pt x="523186" y="387504"/>
                  </a:lnTo>
                  <a:lnTo>
                    <a:pt x="531077" y="392020"/>
                  </a:lnTo>
                  <a:lnTo>
                    <a:pt x="539022" y="396595"/>
                  </a:lnTo>
                  <a:lnTo>
                    <a:pt x="547026" y="401233"/>
                  </a:lnTo>
                  <a:lnTo>
                    <a:pt x="555092" y="405940"/>
                  </a:lnTo>
                  <a:lnTo>
                    <a:pt x="563225" y="410723"/>
                  </a:lnTo>
                  <a:lnTo>
                    <a:pt x="571428" y="415587"/>
                  </a:lnTo>
                  <a:lnTo>
                    <a:pt x="579706" y="420538"/>
                  </a:lnTo>
                  <a:lnTo>
                    <a:pt x="588062" y="425581"/>
                  </a:lnTo>
                  <a:lnTo>
                    <a:pt x="596501" y="430724"/>
                  </a:lnTo>
                  <a:lnTo>
                    <a:pt x="605025" y="435971"/>
                  </a:lnTo>
                  <a:lnTo>
                    <a:pt x="613640" y="441329"/>
                  </a:lnTo>
                  <a:lnTo>
                    <a:pt x="622350" y="446803"/>
                  </a:lnTo>
                  <a:lnTo>
                    <a:pt x="631157" y="452399"/>
                  </a:lnTo>
                  <a:lnTo>
                    <a:pt x="640066" y="458124"/>
                  </a:lnTo>
                  <a:lnTo>
                    <a:pt x="649082" y="463982"/>
                  </a:lnTo>
                  <a:lnTo>
                    <a:pt x="658207" y="469981"/>
                  </a:lnTo>
                  <a:lnTo>
                    <a:pt x="667447" y="476125"/>
                  </a:lnTo>
                  <a:lnTo>
                    <a:pt x="676804" y="482420"/>
                  </a:lnTo>
                  <a:lnTo>
                    <a:pt x="686283" y="488874"/>
                  </a:lnTo>
                  <a:lnTo>
                    <a:pt x="695889" y="495490"/>
                  </a:lnTo>
                  <a:lnTo>
                    <a:pt x="705624" y="502276"/>
                  </a:lnTo>
                  <a:lnTo>
                    <a:pt x="715492" y="509237"/>
                  </a:lnTo>
                  <a:lnTo>
                    <a:pt x="725499" y="516379"/>
                  </a:lnTo>
                  <a:lnTo>
                    <a:pt x="735647" y="523707"/>
                  </a:lnTo>
                  <a:lnTo>
                    <a:pt x="745941" y="531229"/>
                  </a:lnTo>
                  <a:lnTo>
                    <a:pt x="756384" y="538949"/>
                  </a:lnTo>
                  <a:lnTo>
                    <a:pt x="766981" y="546873"/>
                  </a:lnTo>
                  <a:lnTo>
                    <a:pt x="777736" y="555008"/>
                  </a:lnTo>
                  <a:lnTo>
                    <a:pt x="788652" y="563359"/>
                  </a:lnTo>
                  <a:lnTo>
                    <a:pt x="799733" y="571932"/>
                  </a:lnTo>
                  <a:lnTo>
                    <a:pt x="810984" y="580732"/>
                  </a:lnTo>
                  <a:lnTo>
                    <a:pt x="822408" y="589767"/>
                  </a:lnTo>
                  <a:lnTo>
                    <a:pt x="834009" y="599042"/>
                  </a:lnTo>
                  <a:lnTo>
                    <a:pt x="845792" y="608562"/>
                  </a:lnTo>
                  <a:lnTo>
                    <a:pt x="857760" y="618333"/>
                  </a:lnTo>
                  <a:lnTo>
                    <a:pt x="869917" y="628362"/>
                  </a:lnTo>
                  <a:lnTo>
                    <a:pt x="882267" y="638653"/>
                  </a:lnTo>
                  <a:lnTo>
                    <a:pt x="894815" y="649214"/>
                  </a:lnTo>
                  <a:lnTo>
                    <a:pt x="907563" y="660050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360669" y="4358397"/>
              <a:ext cx="660050" cy="907563"/>
            </a:xfrm>
            <a:custGeom>
              <a:avLst/>
              <a:pathLst>
                <a:path w="660050" h="907563">
                  <a:moveTo>
                    <a:pt x="0" y="0"/>
                  </a:moveTo>
                  <a:lnTo>
                    <a:pt x="11800" y="11856"/>
                  </a:lnTo>
                  <a:lnTo>
                    <a:pt x="23305" y="23530"/>
                  </a:lnTo>
                  <a:lnTo>
                    <a:pt x="34522" y="35025"/>
                  </a:lnTo>
                  <a:lnTo>
                    <a:pt x="45457" y="46345"/>
                  </a:lnTo>
                  <a:lnTo>
                    <a:pt x="56114" y="57494"/>
                  </a:lnTo>
                  <a:lnTo>
                    <a:pt x="66500" y="68477"/>
                  </a:lnTo>
                  <a:lnTo>
                    <a:pt x="76621" y="79296"/>
                  </a:lnTo>
                  <a:lnTo>
                    <a:pt x="86482" y="89955"/>
                  </a:lnTo>
                  <a:lnTo>
                    <a:pt x="96090" y="100460"/>
                  </a:lnTo>
                  <a:lnTo>
                    <a:pt x="105450" y="110814"/>
                  </a:lnTo>
                  <a:lnTo>
                    <a:pt x="114569" y="121020"/>
                  </a:lnTo>
                  <a:lnTo>
                    <a:pt x="123452" y="131083"/>
                  </a:lnTo>
                  <a:lnTo>
                    <a:pt x="132105" y="141007"/>
                  </a:lnTo>
                  <a:lnTo>
                    <a:pt x="140533" y="150795"/>
                  </a:lnTo>
                  <a:lnTo>
                    <a:pt x="148743" y="160452"/>
                  </a:lnTo>
                  <a:lnTo>
                    <a:pt x="156741" y="169982"/>
                  </a:lnTo>
                  <a:lnTo>
                    <a:pt x="164533" y="179388"/>
                  </a:lnTo>
                  <a:lnTo>
                    <a:pt x="172124" y="188674"/>
                  </a:lnTo>
                  <a:lnTo>
                    <a:pt x="179520" y="197845"/>
                  </a:lnTo>
                  <a:lnTo>
                    <a:pt x="186727" y="206904"/>
                  </a:lnTo>
                  <a:lnTo>
                    <a:pt x="193751" y="215856"/>
                  </a:lnTo>
                  <a:lnTo>
                    <a:pt x="200597" y="224704"/>
                  </a:lnTo>
                  <a:lnTo>
                    <a:pt x="207273" y="233452"/>
                  </a:lnTo>
                  <a:lnTo>
                    <a:pt x="213783" y="242104"/>
                  </a:lnTo>
                  <a:lnTo>
                    <a:pt x="220134" y="250665"/>
                  </a:lnTo>
                  <a:lnTo>
                    <a:pt x="226331" y="259138"/>
                  </a:lnTo>
                  <a:lnTo>
                    <a:pt x="232380" y="267526"/>
                  </a:lnTo>
                  <a:lnTo>
                    <a:pt x="238287" y="275835"/>
                  </a:lnTo>
                  <a:lnTo>
                    <a:pt x="244058" y="284068"/>
                  </a:lnTo>
                  <a:lnTo>
                    <a:pt x="249699" y="292229"/>
                  </a:lnTo>
                  <a:lnTo>
                    <a:pt x="255215" y="300321"/>
                  </a:lnTo>
                  <a:lnTo>
                    <a:pt x="260614" y="308350"/>
                  </a:lnTo>
                  <a:lnTo>
                    <a:pt x="265899" y="316318"/>
                  </a:lnTo>
                  <a:lnTo>
                    <a:pt x="271078" y="324231"/>
                  </a:lnTo>
                  <a:lnTo>
                    <a:pt x="276156" y="332091"/>
                  </a:lnTo>
                  <a:lnTo>
                    <a:pt x="281139" y="339902"/>
                  </a:lnTo>
                  <a:lnTo>
                    <a:pt x="286033" y="347670"/>
                  </a:lnTo>
                  <a:lnTo>
                    <a:pt x="290843" y="355397"/>
                  </a:lnTo>
                  <a:lnTo>
                    <a:pt x="295577" y="363087"/>
                  </a:lnTo>
                  <a:lnTo>
                    <a:pt x="300239" y="370745"/>
                  </a:lnTo>
                  <a:lnTo>
                    <a:pt x="304835" y="378375"/>
                  </a:lnTo>
                  <a:lnTo>
                    <a:pt x="309371" y="385980"/>
                  </a:lnTo>
                  <a:lnTo>
                    <a:pt x="313854" y="393564"/>
                  </a:lnTo>
                  <a:lnTo>
                    <a:pt x="318288" y="401132"/>
                  </a:lnTo>
                  <a:lnTo>
                    <a:pt x="322681" y="408687"/>
                  </a:lnTo>
                  <a:lnTo>
                    <a:pt x="327037" y="416234"/>
                  </a:lnTo>
                  <a:lnTo>
                    <a:pt x="331363" y="423776"/>
                  </a:lnTo>
                  <a:lnTo>
                    <a:pt x="335664" y="431316"/>
                  </a:lnTo>
                  <a:lnTo>
                    <a:pt x="339947" y="438861"/>
                  </a:lnTo>
                  <a:lnTo>
                    <a:pt x="344216" y="446412"/>
                  </a:lnTo>
                  <a:lnTo>
                    <a:pt x="348479" y="453974"/>
                  </a:lnTo>
                  <a:lnTo>
                    <a:pt x="352741" y="461551"/>
                  </a:lnTo>
                  <a:lnTo>
                    <a:pt x="357008" y="469148"/>
                  </a:lnTo>
                  <a:lnTo>
                    <a:pt x="361285" y="476767"/>
                  </a:lnTo>
                  <a:lnTo>
                    <a:pt x="365579" y="484413"/>
                  </a:lnTo>
                  <a:lnTo>
                    <a:pt x="369896" y="492090"/>
                  </a:lnTo>
                  <a:lnTo>
                    <a:pt x="374241" y="499802"/>
                  </a:lnTo>
                  <a:lnTo>
                    <a:pt x="378620" y="507552"/>
                  </a:lnTo>
                  <a:lnTo>
                    <a:pt x="383039" y="515346"/>
                  </a:lnTo>
                  <a:lnTo>
                    <a:pt x="387504" y="523186"/>
                  </a:lnTo>
                  <a:lnTo>
                    <a:pt x="392020" y="531077"/>
                  </a:lnTo>
                  <a:lnTo>
                    <a:pt x="396595" y="539022"/>
                  </a:lnTo>
                  <a:lnTo>
                    <a:pt x="401233" y="547026"/>
                  </a:lnTo>
                  <a:lnTo>
                    <a:pt x="405940" y="555092"/>
                  </a:lnTo>
                  <a:lnTo>
                    <a:pt x="410723" y="563225"/>
                  </a:lnTo>
                  <a:lnTo>
                    <a:pt x="415587" y="571428"/>
                  </a:lnTo>
                  <a:lnTo>
                    <a:pt x="420538" y="579706"/>
                  </a:lnTo>
                  <a:lnTo>
                    <a:pt x="425581" y="588062"/>
                  </a:lnTo>
                  <a:lnTo>
                    <a:pt x="430724" y="596501"/>
                  </a:lnTo>
                  <a:lnTo>
                    <a:pt x="435971" y="605025"/>
                  </a:lnTo>
                  <a:lnTo>
                    <a:pt x="441329" y="613640"/>
                  </a:lnTo>
                  <a:lnTo>
                    <a:pt x="446803" y="622350"/>
                  </a:lnTo>
                  <a:lnTo>
                    <a:pt x="452399" y="631157"/>
                  </a:lnTo>
                  <a:lnTo>
                    <a:pt x="458124" y="640066"/>
                  </a:lnTo>
                  <a:lnTo>
                    <a:pt x="463982" y="649082"/>
                  </a:lnTo>
                  <a:lnTo>
                    <a:pt x="469981" y="658207"/>
                  </a:lnTo>
                  <a:lnTo>
                    <a:pt x="476125" y="667447"/>
                  </a:lnTo>
                  <a:lnTo>
                    <a:pt x="482420" y="676804"/>
                  </a:lnTo>
                  <a:lnTo>
                    <a:pt x="488874" y="686283"/>
                  </a:lnTo>
                  <a:lnTo>
                    <a:pt x="495490" y="695889"/>
                  </a:lnTo>
                  <a:lnTo>
                    <a:pt x="502276" y="705624"/>
                  </a:lnTo>
                  <a:lnTo>
                    <a:pt x="509237" y="715492"/>
                  </a:lnTo>
                  <a:lnTo>
                    <a:pt x="516379" y="725499"/>
                  </a:lnTo>
                  <a:lnTo>
                    <a:pt x="523707" y="735647"/>
                  </a:lnTo>
                  <a:lnTo>
                    <a:pt x="531229" y="745941"/>
                  </a:lnTo>
                  <a:lnTo>
                    <a:pt x="538949" y="756384"/>
                  </a:lnTo>
                  <a:lnTo>
                    <a:pt x="546873" y="766981"/>
                  </a:lnTo>
                  <a:lnTo>
                    <a:pt x="555008" y="777736"/>
                  </a:lnTo>
                  <a:lnTo>
                    <a:pt x="563359" y="788652"/>
                  </a:lnTo>
                  <a:lnTo>
                    <a:pt x="571932" y="799733"/>
                  </a:lnTo>
                  <a:lnTo>
                    <a:pt x="580732" y="810984"/>
                  </a:lnTo>
                  <a:lnTo>
                    <a:pt x="589767" y="822408"/>
                  </a:lnTo>
                  <a:lnTo>
                    <a:pt x="599042" y="834009"/>
                  </a:lnTo>
                  <a:lnTo>
                    <a:pt x="608562" y="845792"/>
                  </a:lnTo>
                  <a:lnTo>
                    <a:pt x="618333" y="857760"/>
                  </a:lnTo>
                  <a:lnTo>
                    <a:pt x="628362" y="869917"/>
                  </a:lnTo>
                  <a:lnTo>
                    <a:pt x="638653" y="882267"/>
                  </a:lnTo>
                  <a:lnTo>
                    <a:pt x="649214" y="894815"/>
                  </a:lnTo>
                  <a:lnTo>
                    <a:pt x="660050" y="907563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360669" y="4358397"/>
              <a:ext cx="376864" cy="1113309"/>
            </a:xfrm>
            <a:custGeom>
              <a:avLst/>
              <a:pathLst>
                <a:path w="376864" h="1113309">
                  <a:moveTo>
                    <a:pt x="0" y="0"/>
                  </a:moveTo>
                  <a:lnTo>
                    <a:pt x="11735" y="11903"/>
                  </a:lnTo>
                  <a:lnTo>
                    <a:pt x="23048" y="23717"/>
                  </a:lnTo>
                  <a:lnTo>
                    <a:pt x="33947" y="35443"/>
                  </a:lnTo>
                  <a:lnTo>
                    <a:pt x="44440" y="47084"/>
                  </a:lnTo>
                  <a:lnTo>
                    <a:pt x="54534" y="58642"/>
                  </a:lnTo>
                  <a:lnTo>
                    <a:pt x="64238" y="70120"/>
                  </a:lnTo>
                  <a:lnTo>
                    <a:pt x="73560" y="81519"/>
                  </a:lnTo>
                  <a:lnTo>
                    <a:pt x="82508" y="92843"/>
                  </a:lnTo>
                  <a:lnTo>
                    <a:pt x="91090" y="104093"/>
                  </a:lnTo>
                  <a:lnTo>
                    <a:pt x="99314" y="115272"/>
                  </a:lnTo>
                  <a:lnTo>
                    <a:pt x="107188" y="126382"/>
                  </a:lnTo>
                  <a:lnTo>
                    <a:pt x="114721" y="137427"/>
                  </a:lnTo>
                  <a:lnTo>
                    <a:pt x="121919" y="148407"/>
                  </a:lnTo>
                  <a:lnTo>
                    <a:pt x="128792" y="159325"/>
                  </a:lnTo>
                  <a:lnTo>
                    <a:pt x="135347" y="170185"/>
                  </a:lnTo>
                  <a:lnTo>
                    <a:pt x="141593" y="180987"/>
                  </a:lnTo>
                  <a:lnTo>
                    <a:pt x="147537" y="191736"/>
                  </a:lnTo>
                  <a:lnTo>
                    <a:pt x="153188" y="202432"/>
                  </a:lnTo>
                  <a:lnTo>
                    <a:pt x="158553" y="213078"/>
                  </a:lnTo>
                  <a:lnTo>
                    <a:pt x="163641" y="223677"/>
                  </a:lnTo>
                  <a:lnTo>
                    <a:pt x="168460" y="234231"/>
                  </a:lnTo>
                  <a:lnTo>
                    <a:pt x="173017" y="244742"/>
                  </a:lnTo>
                  <a:lnTo>
                    <a:pt x="177321" y="255213"/>
                  </a:lnTo>
                  <a:lnTo>
                    <a:pt x="181380" y="265646"/>
                  </a:lnTo>
                  <a:lnTo>
                    <a:pt x="185203" y="276044"/>
                  </a:lnTo>
                  <a:lnTo>
                    <a:pt x="188796" y="286408"/>
                  </a:lnTo>
                  <a:lnTo>
                    <a:pt x="192168" y="296742"/>
                  </a:lnTo>
                  <a:lnTo>
                    <a:pt x="195327" y="307047"/>
                  </a:lnTo>
                  <a:lnTo>
                    <a:pt x="198282" y="317326"/>
                  </a:lnTo>
                  <a:lnTo>
                    <a:pt x="201040" y="327582"/>
                  </a:lnTo>
                  <a:lnTo>
                    <a:pt x="203609" y="337816"/>
                  </a:lnTo>
                  <a:lnTo>
                    <a:pt x="205997" y="348031"/>
                  </a:lnTo>
                  <a:lnTo>
                    <a:pt x="208213" y="358230"/>
                  </a:lnTo>
                  <a:lnTo>
                    <a:pt x="210265" y="368414"/>
                  </a:lnTo>
                  <a:lnTo>
                    <a:pt x="212160" y="378587"/>
                  </a:lnTo>
                  <a:lnTo>
                    <a:pt x="213906" y="388750"/>
                  </a:lnTo>
                  <a:lnTo>
                    <a:pt x="215513" y="398906"/>
                  </a:lnTo>
                  <a:lnTo>
                    <a:pt x="216987" y="409057"/>
                  </a:lnTo>
                  <a:lnTo>
                    <a:pt x="218336" y="419206"/>
                  </a:lnTo>
                  <a:lnTo>
                    <a:pt x="219570" y="429354"/>
                  </a:lnTo>
                  <a:lnTo>
                    <a:pt x="220696" y="439505"/>
                  </a:lnTo>
                  <a:lnTo>
                    <a:pt x="221721" y="449661"/>
                  </a:lnTo>
                  <a:lnTo>
                    <a:pt x="222655" y="459824"/>
                  </a:lnTo>
                  <a:lnTo>
                    <a:pt x="223505" y="469997"/>
                  </a:lnTo>
                  <a:lnTo>
                    <a:pt x="224279" y="480181"/>
                  </a:lnTo>
                  <a:lnTo>
                    <a:pt x="224985" y="490379"/>
                  </a:lnTo>
                  <a:lnTo>
                    <a:pt x="225631" y="500594"/>
                  </a:lnTo>
                  <a:lnTo>
                    <a:pt x="226226" y="510828"/>
                  </a:lnTo>
                  <a:lnTo>
                    <a:pt x="226777" y="521083"/>
                  </a:lnTo>
                  <a:lnTo>
                    <a:pt x="227293" y="531362"/>
                  </a:lnTo>
                  <a:lnTo>
                    <a:pt x="227781" y="541667"/>
                  </a:lnTo>
                  <a:lnTo>
                    <a:pt x="228249" y="552000"/>
                  </a:lnTo>
                  <a:lnTo>
                    <a:pt x="228707" y="562364"/>
                  </a:lnTo>
                  <a:lnTo>
                    <a:pt x="229161" y="572761"/>
                  </a:lnTo>
                  <a:lnTo>
                    <a:pt x="229619" y="583194"/>
                  </a:lnTo>
                  <a:lnTo>
                    <a:pt x="230091" y="593664"/>
                  </a:lnTo>
                  <a:lnTo>
                    <a:pt x="230583" y="604175"/>
                  </a:lnTo>
                  <a:lnTo>
                    <a:pt x="231105" y="614728"/>
                  </a:lnTo>
                  <a:lnTo>
                    <a:pt x="231663" y="625326"/>
                  </a:lnTo>
                  <a:lnTo>
                    <a:pt x="232267" y="635972"/>
                  </a:lnTo>
                  <a:lnTo>
                    <a:pt x="232923" y="646667"/>
                  </a:lnTo>
                  <a:lnTo>
                    <a:pt x="233641" y="657415"/>
                  </a:lnTo>
                  <a:lnTo>
                    <a:pt x="234428" y="668217"/>
                  </a:lnTo>
                  <a:lnTo>
                    <a:pt x="235292" y="679075"/>
                  </a:lnTo>
                  <a:lnTo>
                    <a:pt x="236242" y="689993"/>
                  </a:lnTo>
                  <a:lnTo>
                    <a:pt x="237285" y="700972"/>
                  </a:lnTo>
                  <a:lnTo>
                    <a:pt x="238429" y="712016"/>
                  </a:lnTo>
                  <a:lnTo>
                    <a:pt x="239683" y="723125"/>
                  </a:lnTo>
                  <a:lnTo>
                    <a:pt x="241055" y="734303"/>
                  </a:lnTo>
                  <a:lnTo>
                    <a:pt x="242552" y="745552"/>
                  </a:lnTo>
                  <a:lnTo>
                    <a:pt x="244183" y="756875"/>
                  </a:lnTo>
                  <a:lnTo>
                    <a:pt x="245956" y="768273"/>
                  </a:lnTo>
                  <a:lnTo>
                    <a:pt x="247879" y="779750"/>
                  </a:lnTo>
                  <a:lnTo>
                    <a:pt x="249959" y="791307"/>
                  </a:lnTo>
                  <a:lnTo>
                    <a:pt x="252206" y="802946"/>
                  </a:lnTo>
                  <a:lnTo>
                    <a:pt x="254626" y="814671"/>
                  </a:lnTo>
                  <a:lnTo>
                    <a:pt x="257229" y="826484"/>
                  </a:lnTo>
                  <a:lnTo>
                    <a:pt x="260022" y="838386"/>
                  </a:lnTo>
                  <a:lnTo>
                    <a:pt x="263013" y="850381"/>
                  </a:lnTo>
                  <a:lnTo>
                    <a:pt x="266210" y="862470"/>
                  </a:lnTo>
                  <a:lnTo>
                    <a:pt x="269621" y="874657"/>
                  </a:lnTo>
                  <a:lnTo>
                    <a:pt x="273255" y="886943"/>
                  </a:lnTo>
                  <a:lnTo>
                    <a:pt x="277120" y="899331"/>
                  </a:lnTo>
                  <a:lnTo>
                    <a:pt x="281222" y="911823"/>
                  </a:lnTo>
                  <a:lnTo>
                    <a:pt x="285572" y="924421"/>
                  </a:lnTo>
                  <a:lnTo>
                    <a:pt x="290176" y="937128"/>
                  </a:lnTo>
                  <a:lnTo>
                    <a:pt x="295042" y="949947"/>
                  </a:lnTo>
                  <a:lnTo>
                    <a:pt x="300180" y="962879"/>
                  </a:lnTo>
                  <a:lnTo>
                    <a:pt x="305596" y="975927"/>
                  </a:lnTo>
                  <a:lnTo>
                    <a:pt x="311299" y="989094"/>
                  </a:lnTo>
                  <a:lnTo>
                    <a:pt x="317297" y="1002381"/>
                  </a:lnTo>
                  <a:lnTo>
                    <a:pt x="323598" y="1015791"/>
                  </a:lnTo>
                  <a:lnTo>
                    <a:pt x="330210" y="1029327"/>
                  </a:lnTo>
                  <a:lnTo>
                    <a:pt x="337141" y="1042991"/>
                  </a:lnTo>
                  <a:lnTo>
                    <a:pt x="344399" y="1056785"/>
                  </a:lnTo>
                  <a:lnTo>
                    <a:pt x="351992" y="1070711"/>
                  </a:lnTo>
                  <a:lnTo>
                    <a:pt x="359929" y="1084772"/>
                  </a:lnTo>
                  <a:lnTo>
                    <a:pt x="368217" y="1098971"/>
                  </a:lnTo>
                  <a:lnTo>
                    <a:pt x="376864" y="1113309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360669" y="4358397"/>
              <a:ext cx="148014" cy="1272223"/>
            </a:xfrm>
            <a:custGeom>
              <a:avLst/>
              <a:pathLst>
                <a:path w="148014" h="1272223">
                  <a:moveTo>
                    <a:pt x="0" y="0"/>
                  </a:moveTo>
                  <a:lnTo>
                    <a:pt x="11664" y="11940"/>
                  </a:lnTo>
                  <a:lnTo>
                    <a:pt x="22765" y="23861"/>
                  </a:lnTo>
                  <a:lnTo>
                    <a:pt x="33314" y="35766"/>
                  </a:lnTo>
                  <a:lnTo>
                    <a:pt x="43320" y="47655"/>
                  </a:lnTo>
                  <a:lnTo>
                    <a:pt x="52794" y="59529"/>
                  </a:lnTo>
                  <a:lnTo>
                    <a:pt x="61747" y="71389"/>
                  </a:lnTo>
                  <a:lnTo>
                    <a:pt x="70190" y="83236"/>
                  </a:lnTo>
                  <a:lnTo>
                    <a:pt x="78132" y="95073"/>
                  </a:lnTo>
                  <a:lnTo>
                    <a:pt x="85584" y="106899"/>
                  </a:lnTo>
                  <a:lnTo>
                    <a:pt x="92556" y="118715"/>
                  </a:lnTo>
                  <a:lnTo>
                    <a:pt x="99060" y="130524"/>
                  </a:lnTo>
                  <a:lnTo>
                    <a:pt x="105105" y="142326"/>
                  </a:lnTo>
                  <a:lnTo>
                    <a:pt x="110702" y="154122"/>
                  </a:lnTo>
                  <a:lnTo>
                    <a:pt x="115861" y="165914"/>
                  </a:lnTo>
                  <a:lnTo>
                    <a:pt x="120594" y="177702"/>
                  </a:lnTo>
                  <a:lnTo>
                    <a:pt x="124909" y="189488"/>
                  </a:lnTo>
                  <a:lnTo>
                    <a:pt x="128819" y="201273"/>
                  </a:lnTo>
                  <a:lnTo>
                    <a:pt x="132333" y="213058"/>
                  </a:lnTo>
                  <a:lnTo>
                    <a:pt x="135462" y="224844"/>
                  </a:lnTo>
                  <a:lnTo>
                    <a:pt x="138216" y="236632"/>
                  </a:lnTo>
                  <a:lnTo>
                    <a:pt x="140605" y="248423"/>
                  </a:lnTo>
                  <a:lnTo>
                    <a:pt x="142641" y="260219"/>
                  </a:lnTo>
                  <a:lnTo>
                    <a:pt x="144334" y="272021"/>
                  </a:lnTo>
                  <a:lnTo>
                    <a:pt x="145694" y="283829"/>
                  </a:lnTo>
                  <a:lnTo>
                    <a:pt x="146731" y="295646"/>
                  </a:lnTo>
                  <a:lnTo>
                    <a:pt x="147457" y="307472"/>
                  </a:lnTo>
                  <a:lnTo>
                    <a:pt x="147881" y="319307"/>
                  </a:lnTo>
                  <a:lnTo>
                    <a:pt x="148014" y="331155"/>
                  </a:lnTo>
                  <a:lnTo>
                    <a:pt x="147866" y="343014"/>
                  </a:lnTo>
                  <a:lnTo>
                    <a:pt x="147449" y="354888"/>
                  </a:lnTo>
                  <a:lnTo>
                    <a:pt x="146772" y="366776"/>
                  </a:lnTo>
                  <a:lnTo>
                    <a:pt x="145846" y="378680"/>
                  </a:lnTo>
                  <a:lnTo>
                    <a:pt x="144681" y="390601"/>
                  </a:lnTo>
                  <a:lnTo>
                    <a:pt x="143288" y="402540"/>
                  </a:lnTo>
                  <a:lnTo>
                    <a:pt x="141678" y="414499"/>
                  </a:lnTo>
                  <a:lnTo>
                    <a:pt x="139860" y="426478"/>
                  </a:lnTo>
                  <a:lnTo>
                    <a:pt x="137846" y="438479"/>
                  </a:lnTo>
                  <a:lnTo>
                    <a:pt x="135645" y="450502"/>
                  </a:lnTo>
                  <a:lnTo>
                    <a:pt x="133268" y="462550"/>
                  </a:lnTo>
                  <a:lnTo>
                    <a:pt x="130726" y="474622"/>
                  </a:lnTo>
                  <a:lnTo>
                    <a:pt x="128030" y="486721"/>
                  </a:lnTo>
                  <a:lnTo>
                    <a:pt x="125189" y="498847"/>
                  </a:lnTo>
                  <a:lnTo>
                    <a:pt x="122214" y="511002"/>
                  </a:lnTo>
                  <a:lnTo>
                    <a:pt x="119115" y="523186"/>
                  </a:lnTo>
                  <a:lnTo>
                    <a:pt x="115904" y="535400"/>
                  </a:lnTo>
                  <a:lnTo>
                    <a:pt x="112590" y="547647"/>
                  </a:lnTo>
                  <a:lnTo>
                    <a:pt x="109184" y="559927"/>
                  </a:lnTo>
                  <a:lnTo>
                    <a:pt x="105697" y="572241"/>
                  </a:lnTo>
                  <a:lnTo>
                    <a:pt x="102138" y="584590"/>
                  </a:lnTo>
                  <a:lnTo>
                    <a:pt x="98519" y="596975"/>
                  </a:lnTo>
                  <a:lnTo>
                    <a:pt x="94850" y="609398"/>
                  </a:lnTo>
                  <a:lnTo>
                    <a:pt x="91141" y="621860"/>
                  </a:lnTo>
                  <a:lnTo>
                    <a:pt x="87403" y="634362"/>
                  </a:lnTo>
                  <a:lnTo>
                    <a:pt x="83646" y="646905"/>
                  </a:lnTo>
                  <a:lnTo>
                    <a:pt x="79880" y="659489"/>
                  </a:lnTo>
                  <a:lnTo>
                    <a:pt x="76117" y="672118"/>
                  </a:lnTo>
                  <a:lnTo>
                    <a:pt x="72367" y="684790"/>
                  </a:lnTo>
                  <a:lnTo>
                    <a:pt x="68640" y="697508"/>
                  </a:lnTo>
                  <a:lnTo>
                    <a:pt x="64947" y="710273"/>
                  </a:lnTo>
                  <a:lnTo>
                    <a:pt x="61297" y="723085"/>
                  </a:lnTo>
                  <a:lnTo>
                    <a:pt x="57702" y="735947"/>
                  </a:lnTo>
                  <a:lnTo>
                    <a:pt x="54172" y="748859"/>
                  </a:lnTo>
                  <a:lnTo>
                    <a:pt x="50718" y="761821"/>
                  </a:lnTo>
                  <a:lnTo>
                    <a:pt x="47350" y="774837"/>
                  </a:lnTo>
                  <a:lnTo>
                    <a:pt x="44078" y="787905"/>
                  </a:lnTo>
                  <a:lnTo>
                    <a:pt x="40913" y="801029"/>
                  </a:lnTo>
                  <a:lnTo>
                    <a:pt x="37865" y="814208"/>
                  </a:lnTo>
                  <a:lnTo>
                    <a:pt x="34946" y="827444"/>
                  </a:lnTo>
                  <a:lnTo>
                    <a:pt x="32164" y="840738"/>
                  </a:lnTo>
                  <a:lnTo>
                    <a:pt x="29532" y="854092"/>
                  </a:lnTo>
                  <a:lnTo>
                    <a:pt x="27058" y="867506"/>
                  </a:lnTo>
                  <a:lnTo>
                    <a:pt x="24755" y="880981"/>
                  </a:lnTo>
                  <a:lnTo>
                    <a:pt x="22631" y="894519"/>
                  </a:lnTo>
                  <a:lnTo>
                    <a:pt x="20699" y="908121"/>
                  </a:lnTo>
                  <a:lnTo>
                    <a:pt x="18967" y="921787"/>
                  </a:lnTo>
                  <a:lnTo>
                    <a:pt x="17447" y="935520"/>
                  </a:lnTo>
                  <a:lnTo>
                    <a:pt x="16149" y="949320"/>
                  </a:lnTo>
                  <a:lnTo>
                    <a:pt x="15084" y="963188"/>
                  </a:lnTo>
                  <a:lnTo>
                    <a:pt x="14262" y="977126"/>
                  </a:lnTo>
                  <a:lnTo>
                    <a:pt x="13693" y="991134"/>
                  </a:lnTo>
                  <a:lnTo>
                    <a:pt x="13388" y="1005214"/>
                  </a:lnTo>
                  <a:lnTo>
                    <a:pt x="13358" y="1019367"/>
                  </a:lnTo>
                  <a:lnTo>
                    <a:pt x="13613" y="1033594"/>
                  </a:lnTo>
                  <a:lnTo>
                    <a:pt x="14163" y="1047896"/>
                  </a:lnTo>
                  <a:lnTo>
                    <a:pt x="15019" y="1062275"/>
                  </a:lnTo>
                  <a:lnTo>
                    <a:pt x="16191" y="1076730"/>
                  </a:lnTo>
                  <a:lnTo>
                    <a:pt x="17690" y="1091265"/>
                  </a:lnTo>
                  <a:lnTo>
                    <a:pt x="19526" y="1105879"/>
                  </a:lnTo>
                  <a:lnTo>
                    <a:pt x="21710" y="1120574"/>
                  </a:lnTo>
                  <a:lnTo>
                    <a:pt x="24252" y="1135351"/>
                  </a:lnTo>
                  <a:lnTo>
                    <a:pt x="27163" y="1150211"/>
                  </a:lnTo>
                  <a:lnTo>
                    <a:pt x="30453" y="1165156"/>
                  </a:lnTo>
                  <a:lnTo>
                    <a:pt x="34133" y="1180186"/>
                  </a:lnTo>
                  <a:lnTo>
                    <a:pt x="38213" y="1195302"/>
                  </a:lnTo>
                  <a:lnTo>
                    <a:pt x="42703" y="1210506"/>
                  </a:lnTo>
                  <a:lnTo>
                    <a:pt x="47615" y="1225799"/>
                  </a:lnTo>
                  <a:lnTo>
                    <a:pt x="52958" y="1241182"/>
                  </a:lnTo>
                  <a:lnTo>
                    <a:pt x="58742" y="1256656"/>
                  </a:lnTo>
                  <a:lnTo>
                    <a:pt x="64980" y="1272223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078145" y="4358397"/>
              <a:ext cx="393600" cy="1380390"/>
            </a:xfrm>
            <a:custGeom>
              <a:avLst/>
              <a:pathLst>
                <a:path w="393600" h="1380390">
                  <a:moveTo>
                    <a:pt x="282523" y="0"/>
                  </a:moveTo>
                  <a:lnTo>
                    <a:pt x="294111" y="11964"/>
                  </a:lnTo>
                  <a:lnTo>
                    <a:pt x="304986" y="23960"/>
                  </a:lnTo>
                  <a:lnTo>
                    <a:pt x="315161" y="35986"/>
                  </a:lnTo>
                  <a:lnTo>
                    <a:pt x="324648" y="48043"/>
                  </a:lnTo>
                  <a:lnTo>
                    <a:pt x="333461" y="60132"/>
                  </a:lnTo>
                  <a:lnTo>
                    <a:pt x="341612" y="72253"/>
                  </a:lnTo>
                  <a:lnTo>
                    <a:pt x="349115" y="84405"/>
                  </a:lnTo>
                  <a:lnTo>
                    <a:pt x="355983" y="96590"/>
                  </a:lnTo>
                  <a:lnTo>
                    <a:pt x="362229" y="108808"/>
                  </a:lnTo>
                  <a:lnTo>
                    <a:pt x="367866" y="121059"/>
                  </a:lnTo>
                  <a:lnTo>
                    <a:pt x="372907" y="133343"/>
                  </a:lnTo>
                  <a:lnTo>
                    <a:pt x="377364" y="145661"/>
                  </a:lnTo>
                  <a:lnTo>
                    <a:pt x="381252" y="158013"/>
                  </a:lnTo>
                  <a:lnTo>
                    <a:pt x="384582" y="170399"/>
                  </a:lnTo>
                  <a:lnTo>
                    <a:pt x="387369" y="182819"/>
                  </a:lnTo>
                  <a:lnTo>
                    <a:pt x="389625" y="195274"/>
                  </a:lnTo>
                  <a:lnTo>
                    <a:pt x="391363" y="207765"/>
                  </a:lnTo>
                  <a:lnTo>
                    <a:pt x="392596" y="220291"/>
                  </a:lnTo>
                  <a:lnTo>
                    <a:pt x="393338" y="232852"/>
                  </a:lnTo>
                  <a:lnTo>
                    <a:pt x="393600" y="245450"/>
                  </a:lnTo>
                  <a:lnTo>
                    <a:pt x="393397" y="258083"/>
                  </a:lnTo>
                  <a:lnTo>
                    <a:pt x="392742" y="270754"/>
                  </a:lnTo>
                  <a:lnTo>
                    <a:pt x="391647" y="283462"/>
                  </a:lnTo>
                  <a:lnTo>
                    <a:pt x="390125" y="296206"/>
                  </a:lnTo>
                  <a:lnTo>
                    <a:pt x="388190" y="308989"/>
                  </a:lnTo>
                  <a:lnTo>
                    <a:pt x="385855" y="321809"/>
                  </a:lnTo>
                  <a:lnTo>
                    <a:pt x="383132" y="334667"/>
                  </a:lnTo>
                  <a:lnTo>
                    <a:pt x="380035" y="347564"/>
                  </a:lnTo>
                  <a:lnTo>
                    <a:pt x="376577" y="360499"/>
                  </a:lnTo>
                  <a:lnTo>
                    <a:pt x="372770" y="373474"/>
                  </a:lnTo>
                  <a:lnTo>
                    <a:pt x="368628" y="386488"/>
                  </a:lnTo>
                  <a:lnTo>
                    <a:pt x="364164" y="399541"/>
                  </a:lnTo>
                  <a:lnTo>
                    <a:pt x="359391" y="412635"/>
                  </a:lnTo>
                  <a:lnTo>
                    <a:pt x="354321" y="425769"/>
                  </a:lnTo>
                  <a:lnTo>
                    <a:pt x="348969" y="438943"/>
                  </a:lnTo>
                  <a:lnTo>
                    <a:pt x="343347" y="452159"/>
                  </a:lnTo>
                  <a:lnTo>
                    <a:pt x="337468" y="465415"/>
                  </a:lnTo>
                  <a:lnTo>
                    <a:pt x="331344" y="478713"/>
                  </a:lnTo>
                  <a:lnTo>
                    <a:pt x="324990" y="492053"/>
                  </a:lnTo>
                  <a:lnTo>
                    <a:pt x="318419" y="505435"/>
                  </a:lnTo>
                  <a:lnTo>
                    <a:pt x="311642" y="518859"/>
                  </a:lnTo>
                  <a:lnTo>
                    <a:pt x="304674" y="532326"/>
                  </a:lnTo>
                  <a:lnTo>
                    <a:pt x="297527" y="545836"/>
                  </a:lnTo>
                  <a:lnTo>
                    <a:pt x="290214" y="559390"/>
                  </a:lnTo>
                  <a:lnTo>
                    <a:pt x="282749" y="572987"/>
                  </a:lnTo>
                  <a:lnTo>
                    <a:pt x="275144" y="586628"/>
                  </a:lnTo>
                  <a:lnTo>
                    <a:pt x="267413" y="600313"/>
                  </a:lnTo>
                  <a:lnTo>
                    <a:pt x="259568" y="614042"/>
                  </a:lnTo>
                  <a:lnTo>
                    <a:pt x="251623" y="627817"/>
                  </a:lnTo>
                  <a:lnTo>
                    <a:pt x="243590" y="641636"/>
                  </a:lnTo>
                  <a:lnTo>
                    <a:pt x="235483" y="655501"/>
                  </a:lnTo>
                  <a:lnTo>
                    <a:pt x="227315" y="669412"/>
                  </a:lnTo>
                  <a:lnTo>
                    <a:pt x="219099" y="683369"/>
                  </a:lnTo>
                  <a:lnTo>
                    <a:pt x="210847" y="697372"/>
                  </a:lnTo>
                  <a:lnTo>
                    <a:pt x="202573" y="711422"/>
                  </a:lnTo>
                  <a:lnTo>
                    <a:pt x="194290" y="725518"/>
                  </a:lnTo>
                  <a:lnTo>
                    <a:pt x="186011" y="739662"/>
                  </a:lnTo>
                  <a:lnTo>
                    <a:pt x="177749" y="753854"/>
                  </a:lnTo>
                  <a:lnTo>
                    <a:pt x="169517" y="768093"/>
                  </a:lnTo>
                  <a:lnTo>
                    <a:pt x="161329" y="782381"/>
                  </a:lnTo>
                  <a:lnTo>
                    <a:pt x="153196" y="796717"/>
                  </a:lnTo>
                  <a:lnTo>
                    <a:pt x="145132" y="811101"/>
                  </a:lnTo>
                  <a:lnTo>
                    <a:pt x="137151" y="825535"/>
                  </a:lnTo>
                  <a:lnTo>
                    <a:pt x="129264" y="840018"/>
                  </a:lnTo>
                  <a:lnTo>
                    <a:pt x="121486" y="854551"/>
                  </a:lnTo>
                  <a:lnTo>
                    <a:pt x="113830" y="869134"/>
                  </a:lnTo>
                  <a:lnTo>
                    <a:pt x="106308" y="883767"/>
                  </a:lnTo>
                  <a:lnTo>
                    <a:pt x="98933" y="898451"/>
                  </a:lnTo>
                  <a:lnTo>
                    <a:pt x="91718" y="913186"/>
                  </a:lnTo>
                  <a:lnTo>
                    <a:pt x="84678" y="927971"/>
                  </a:lnTo>
                  <a:lnTo>
                    <a:pt x="77823" y="942809"/>
                  </a:lnTo>
                  <a:lnTo>
                    <a:pt x="71169" y="957698"/>
                  </a:lnTo>
                  <a:lnTo>
                    <a:pt x="64727" y="972639"/>
                  </a:lnTo>
                  <a:lnTo>
                    <a:pt x="58510" y="987632"/>
                  </a:lnTo>
                  <a:lnTo>
                    <a:pt x="52532" y="1002679"/>
                  </a:lnTo>
                  <a:lnTo>
                    <a:pt x="46807" y="1017778"/>
                  </a:lnTo>
                  <a:lnTo>
                    <a:pt x="41345" y="1032931"/>
                  </a:lnTo>
                  <a:lnTo>
                    <a:pt x="36162" y="1048137"/>
                  </a:lnTo>
                  <a:lnTo>
                    <a:pt x="31270" y="1063397"/>
                  </a:lnTo>
                  <a:lnTo>
                    <a:pt x="26681" y="1078711"/>
                  </a:lnTo>
                  <a:lnTo>
                    <a:pt x="22410" y="1094080"/>
                  </a:lnTo>
                  <a:lnTo>
                    <a:pt x="18469" y="1109504"/>
                  </a:lnTo>
                  <a:lnTo>
                    <a:pt x="14870" y="1124983"/>
                  </a:lnTo>
                  <a:lnTo>
                    <a:pt x="11628" y="1140517"/>
                  </a:lnTo>
                  <a:lnTo>
                    <a:pt x="8755" y="1156107"/>
                  </a:lnTo>
                  <a:lnTo>
                    <a:pt x="6264" y="1171753"/>
                  </a:lnTo>
                  <a:lnTo>
                    <a:pt x="4169" y="1187456"/>
                  </a:lnTo>
                  <a:lnTo>
                    <a:pt x="2481" y="1203215"/>
                  </a:lnTo>
                  <a:lnTo>
                    <a:pt x="1215" y="1219031"/>
                  </a:lnTo>
                  <a:lnTo>
                    <a:pt x="384" y="1234904"/>
                  </a:lnTo>
                  <a:lnTo>
                    <a:pt x="0" y="1250835"/>
                  </a:lnTo>
                  <a:lnTo>
                    <a:pt x="76" y="1266824"/>
                  </a:lnTo>
                  <a:lnTo>
                    <a:pt x="626" y="1282870"/>
                  </a:lnTo>
                  <a:lnTo>
                    <a:pt x="1662" y="1298976"/>
                  </a:lnTo>
                  <a:lnTo>
                    <a:pt x="3198" y="1315140"/>
                  </a:lnTo>
                  <a:lnTo>
                    <a:pt x="5247" y="1331363"/>
                  </a:lnTo>
                  <a:lnTo>
                    <a:pt x="7821" y="1347645"/>
                  </a:lnTo>
                  <a:lnTo>
                    <a:pt x="10934" y="1363988"/>
                  </a:lnTo>
                  <a:lnTo>
                    <a:pt x="14599" y="1380390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4745686" y="4358397"/>
              <a:ext cx="703590" cy="1435148"/>
            </a:xfrm>
            <a:custGeom>
              <a:avLst/>
              <a:pathLst>
                <a:path w="703590" h="1435148">
                  <a:moveTo>
                    <a:pt x="614982" y="0"/>
                  </a:moveTo>
                  <a:lnTo>
                    <a:pt x="626492" y="11977"/>
                  </a:lnTo>
                  <a:lnTo>
                    <a:pt x="637132" y="24009"/>
                  </a:lnTo>
                  <a:lnTo>
                    <a:pt x="646918" y="36097"/>
                  </a:lnTo>
                  <a:lnTo>
                    <a:pt x="655866" y="48240"/>
                  </a:lnTo>
                  <a:lnTo>
                    <a:pt x="663991" y="60437"/>
                  </a:lnTo>
                  <a:lnTo>
                    <a:pt x="671310" y="72690"/>
                  </a:lnTo>
                  <a:lnTo>
                    <a:pt x="677838" y="84997"/>
                  </a:lnTo>
                  <a:lnTo>
                    <a:pt x="683591" y="97359"/>
                  </a:lnTo>
                  <a:lnTo>
                    <a:pt x="688584" y="109775"/>
                  </a:lnTo>
                  <a:lnTo>
                    <a:pt x="692834" y="122246"/>
                  </a:lnTo>
                  <a:lnTo>
                    <a:pt x="696355" y="134771"/>
                  </a:lnTo>
                  <a:lnTo>
                    <a:pt x="699164" y="147349"/>
                  </a:lnTo>
                  <a:lnTo>
                    <a:pt x="701276" y="159982"/>
                  </a:lnTo>
                  <a:lnTo>
                    <a:pt x="702708" y="172669"/>
                  </a:lnTo>
                  <a:lnTo>
                    <a:pt x="703474" y="185409"/>
                  </a:lnTo>
                  <a:lnTo>
                    <a:pt x="703590" y="198203"/>
                  </a:lnTo>
                  <a:lnTo>
                    <a:pt x="703073" y="211051"/>
                  </a:lnTo>
                  <a:lnTo>
                    <a:pt x="701938" y="223952"/>
                  </a:lnTo>
                  <a:lnTo>
                    <a:pt x="700200" y="236906"/>
                  </a:lnTo>
                  <a:lnTo>
                    <a:pt x="697875" y="249914"/>
                  </a:lnTo>
                  <a:lnTo>
                    <a:pt x="694980" y="262974"/>
                  </a:lnTo>
                  <a:lnTo>
                    <a:pt x="691530" y="276087"/>
                  </a:lnTo>
                  <a:lnTo>
                    <a:pt x="687540" y="289253"/>
                  </a:lnTo>
                  <a:lnTo>
                    <a:pt x="683026" y="302472"/>
                  </a:lnTo>
                  <a:lnTo>
                    <a:pt x="678004" y="315743"/>
                  </a:lnTo>
                  <a:lnTo>
                    <a:pt x="672490" y="329067"/>
                  </a:lnTo>
                  <a:lnTo>
                    <a:pt x="666499" y="342442"/>
                  </a:lnTo>
                  <a:lnTo>
                    <a:pt x="660047" y="355871"/>
                  </a:lnTo>
                  <a:lnTo>
                    <a:pt x="653150" y="369351"/>
                  </a:lnTo>
                  <a:lnTo>
                    <a:pt x="645823" y="382883"/>
                  </a:lnTo>
                  <a:lnTo>
                    <a:pt x="638083" y="396467"/>
                  </a:lnTo>
                  <a:lnTo>
                    <a:pt x="629945" y="410102"/>
                  </a:lnTo>
                  <a:lnTo>
                    <a:pt x="621424" y="423789"/>
                  </a:lnTo>
                  <a:lnTo>
                    <a:pt x="612537" y="437528"/>
                  </a:lnTo>
                  <a:lnTo>
                    <a:pt x="603298" y="451318"/>
                  </a:lnTo>
                  <a:lnTo>
                    <a:pt x="593725" y="465159"/>
                  </a:lnTo>
                  <a:lnTo>
                    <a:pt x="583832" y="479051"/>
                  </a:lnTo>
                  <a:lnTo>
                    <a:pt x="573635" y="492994"/>
                  </a:lnTo>
                  <a:lnTo>
                    <a:pt x="563151" y="506989"/>
                  </a:lnTo>
                  <a:lnTo>
                    <a:pt x="552394" y="521033"/>
                  </a:lnTo>
                  <a:lnTo>
                    <a:pt x="541380" y="535129"/>
                  </a:lnTo>
                  <a:lnTo>
                    <a:pt x="530126" y="549275"/>
                  </a:lnTo>
                  <a:lnTo>
                    <a:pt x="518646" y="563471"/>
                  </a:lnTo>
                  <a:lnTo>
                    <a:pt x="506957" y="577717"/>
                  </a:lnTo>
                  <a:lnTo>
                    <a:pt x="495074" y="592014"/>
                  </a:lnTo>
                  <a:lnTo>
                    <a:pt x="483013" y="606361"/>
                  </a:lnTo>
                  <a:lnTo>
                    <a:pt x="470789" y="620757"/>
                  </a:lnTo>
                  <a:lnTo>
                    <a:pt x="458419" y="635204"/>
                  </a:lnTo>
                  <a:lnTo>
                    <a:pt x="445919" y="649700"/>
                  </a:lnTo>
                  <a:lnTo>
                    <a:pt x="433303" y="664245"/>
                  </a:lnTo>
                  <a:lnTo>
                    <a:pt x="420587" y="678840"/>
                  </a:lnTo>
                  <a:lnTo>
                    <a:pt x="407788" y="693484"/>
                  </a:lnTo>
                  <a:lnTo>
                    <a:pt x="394921" y="708178"/>
                  </a:lnTo>
                  <a:lnTo>
                    <a:pt x="382002" y="722920"/>
                  </a:lnTo>
                  <a:lnTo>
                    <a:pt x="369046" y="737711"/>
                  </a:lnTo>
                  <a:lnTo>
                    <a:pt x="356069" y="752552"/>
                  </a:lnTo>
                  <a:lnTo>
                    <a:pt x="343087" y="767440"/>
                  </a:lnTo>
                  <a:lnTo>
                    <a:pt x="330115" y="782378"/>
                  </a:lnTo>
                  <a:lnTo>
                    <a:pt x="317170" y="797364"/>
                  </a:lnTo>
                  <a:lnTo>
                    <a:pt x="304267" y="812398"/>
                  </a:lnTo>
                  <a:lnTo>
                    <a:pt x="291421" y="827480"/>
                  </a:lnTo>
                  <a:lnTo>
                    <a:pt x="278649" y="842611"/>
                  </a:lnTo>
                  <a:lnTo>
                    <a:pt x="265966" y="857789"/>
                  </a:lnTo>
                  <a:lnTo>
                    <a:pt x="253388" y="873016"/>
                  </a:lnTo>
                  <a:lnTo>
                    <a:pt x="240930" y="888290"/>
                  </a:lnTo>
                  <a:lnTo>
                    <a:pt x="228609" y="903611"/>
                  </a:lnTo>
                  <a:lnTo>
                    <a:pt x="216440" y="918980"/>
                  </a:lnTo>
                  <a:lnTo>
                    <a:pt x="204438" y="934397"/>
                  </a:lnTo>
                  <a:lnTo>
                    <a:pt x="192620" y="949861"/>
                  </a:lnTo>
                  <a:lnTo>
                    <a:pt x="181002" y="965372"/>
                  </a:lnTo>
                  <a:lnTo>
                    <a:pt x="169597" y="980929"/>
                  </a:lnTo>
                  <a:lnTo>
                    <a:pt x="158424" y="996534"/>
                  </a:lnTo>
                  <a:lnTo>
                    <a:pt x="147497" y="1012186"/>
                  </a:lnTo>
                  <a:lnTo>
                    <a:pt x="136832" y="1027884"/>
                  </a:lnTo>
                  <a:lnTo>
                    <a:pt x="126444" y="1043629"/>
                  </a:lnTo>
                  <a:lnTo>
                    <a:pt x="116351" y="1059420"/>
                  </a:lnTo>
                  <a:lnTo>
                    <a:pt x="106566" y="1075257"/>
                  </a:lnTo>
                  <a:lnTo>
                    <a:pt x="97106" y="1091141"/>
                  </a:lnTo>
                  <a:lnTo>
                    <a:pt x="87987" y="1107070"/>
                  </a:lnTo>
                  <a:lnTo>
                    <a:pt x="79224" y="1123046"/>
                  </a:lnTo>
                  <a:lnTo>
                    <a:pt x="70833" y="1139067"/>
                  </a:lnTo>
                  <a:lnTo>
                    <a:pt x="62830" y="1155134"/>
                  </a:lnTo>
                  <a:lnTo>
                    <a:pt x="55230" y="1171247"/>
                  </a:lnTo>
                  <a:lnTo>
                    <a:pt x="48049" y="1187405"/>
                  </a:lnTo>
                  <a:lnTo>
                    <a:pt x="41304" y="1203608"/>
                  </a:lnTo>
                  <a:lnTo>
                    <a:pt x="35009" y="1219857"/>
                  </a:lnTo>
                  <a:lnTo>
                    <a:pt x="29180" y="1236151"/>
                  </a:lnTo>
                  <a:lnTo>
                    <a:pt x="23834" y="1252489"/>
                  </a:lnTo>
                  <a:lnTo>
                    <a:pt x="18985" y="1268873"/>
                  </a:lnTo>
                  <a:lnTo>
                    <a:pt x="14649" y="1285301"/>
                  </a:lnTo>
                  <a:lnTo>
                    <a:pt x="10843" y="1301774"/>
                  </a:lnTo>
                  <a:lnTo>
                    <a:pt x="7582" y="1318291"/>
                  </a:lnTo>
                  <a:lnTo>
                    <a:pt x="4881" y="1334853"/>
                  </a:lnTo>
                  <a:lnTo>
                    <a:pt x="2757" y="1351459"/>
                  </a:lnTo>
                  <a:lnTo>
                    <a:pt x="1225" y="1368109"/>
                  </a:lnTo>
                  <a:lnTo>
                    <a:pt x="300" y="1384803"/>
                  </a:lnTo>
                  <a:lnTo>
                    <a:pt x="0" y="1401541"/>
                  </a:lnTo>
                  <a:lnTo>
                    <a:pt x="338" y="1418322"/>
                  </a:lnTo>
                  <a:lnTo>
                    <a:pt x="1331" y="1435148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694722" y="4358397"/>
              <a:ext cx="703590" cy="1435148"/>
            </a:xfrm>
            <a:custGeom>
              <a:avLst/>
              <a:pathLst>
                <a:path w="703590" h="1435148">
                  <a:moveTo>
                    <a:pt x="88608" y="0"/>
                  </a:moveTo>
                  <a:lnTo>
                    <a:pt x="77098" y="11977"/>
                  </a:lnTo>
                  <a:lnTo>
                    <a:pt x="66458" y="24009"/>
                  </a:lnTo>
                  <a:lnTo>
                    <a:pt x="56672" y="36097"/>
                  </a:lnTo>
                  <a:lnTo>
                    <a:pt x="47724" y="48240"/>
                  </a:lnTo>
                  <a:lnTo>
                    <a:pt x="39598" y="60437"/>
                  </a:lnTo>
                  <a:lnTo>
                    <a:pt x="32279" y="72690"/>
                  </a:lnTo>
                  <a:lnTo>
                    <a:pt x="25751" y="84997"/>
                  </a:lnTo>
                  <a:lnTo>
                    <a:pt x="19998" y="97359"/>
                  </a:lnTo>
                  <a:lnTo>
                    <a:pt x="15005" y="109775"/>
                  </a:lnTo>
                  <a:lnTo>
                    <a:pt x="10756" y="122246"/>
                  </a:lnTo>
                  <a:lnTo>
                    <a:pt x="7235" y="134771"/>
                  </a:lnTo>
                  <a:lnTo>
                    <a:pt x="4426" y="147349"/>
                  </a:lnTo>
                  <a:lnTo>
                    <a:pt x="2313" y="159982"/>
                  </a:lnTo>
                  <a:lnTo>
                    <a:pt x="882" y="172669"/>
                  </a:lnTo>
                  <a:lnTo>
                    <a:pt x="116" y="185409"/>
                  </a:lnTo>
                  <a:lnTo>
                    <a:pt x="0" y="198203"/>
                  </a:lnTo>
                  <a:lnTo>
                    <a:pt x="517" y="211051"/>
                  </a:lnTo>
                  <a:lnTo>
                    <a:pt x="1652" y="223952"/>
                  </a:lnTo>
                  <a:lnTo>
                    <a:pt x="3390" y="236906"/>
                  </a:lnTo>
                  <a:lnTo>
                    <a:pt x="5714" y="249914"/>
                  </a:lnTo>
                  <a:lnTo>
                    <a:pt x="8609" y="262974"/>
                  </a:lnTo>
                  <a:lnTo>
                    <a:pt x="12060" y="276087"/>
                  </a:lnTo>
                  <a:lnTo>
                    <a:pt x="16050" y="289253"/>
                  </a:lnTo>
                  <a:lnTo>
                    <a:pt x="20564" y="302472"/>
                  </a:lnTo>
                  <a:lnTo>
                    <a:pt x="25586" y="315743"/>
                  </a:lnTo>
                  <a:lnTo>
                    <a:pt x="31100" y="329067"/>
                  </a:lnTo>
                  <a:lnTo>
                    <a:pt x="37091" y="342442"/>
                  </a:lnTo>
                  <a:lnTo>
                    <a:pt x="43543" y="355871"/>
                  </a:lnTo>
                  <a:lnTo>
                    <a:pt x="50440" y="369351"/>
                  </a:lnTo>
                  <a:lnTo>
                    <a:pt x="57766" y="382883"/>
                  </a:lnTo>
                  <a:lnTo>
                    <a:pt x="65507" y="396467"/>
                  </a:lnTo>
                  <a:lnTo>
                    <a:pt x="73645" y="410102"/>
                  </a:lnTo>
                  <a:lnTo>
                    <a:pt x="82166" y="423789"/>
                  </a:lnTo>
                  <a:lnTo>
                    <a:pt x="91053" y="437528"/>
                  </a:lnTo>
                  <a:lnTo>
                    <a:pt x="100291" y="451318"/>
                  </a:lnTo>
                  <a:lnTo>
                    <a:pt x="109865" y="465159"/>
                  </a:lnTo>
                  <a:lnTo>
                    <a:pt x="119758" y="479051"/>
                  </a:lnTo>
                  <a:lnTo>
                    <a:pt x="129954" y="492994"/>
                  </a:lnTo>
                  <a:lnTo>
                    <a:pt x="140439" y="506989"/>
                  </a:lnTo>
                  <a:lnTo>
                    <a:pt x="151196" y="521033"/>
                  </a:lnTo>
                  <a:lnTo>
                    <a:pt x="162210" y="535129"/>
                  </a:lnTo>
                  <a:lnTo>
                    <a:pt x="173464" y="549275"/>
                  </a:lnTo>
                  <a:lnTo>
                    <a:pt x="184944" y="563471"/>
                  </a:lnTo>
                  <a:lnTo>
                    <a:pt x="196633" y="577717"/>
                  </a:lnTo>
                  <a:lnTo>
                    <a:pt x="208516" y="592014"/>
                  </a:lnTo>
                  <a:lnTo>
                    <a:pt x="220577" y="606361"/>
                  </a:lnTo>
                  <a:lnTo>
                    <a:pt x="232800" y="620757"/>
                  </a:lnTo>
                  <a:lnTo>
                    <a:pt x="245170" y="635204"/>
                  </a:lnTo>
                  <a:lnTo>
                    <a:pt x="257671" y="649700"/>
                  </a:lnTo>
                  <a:lnTo>
                    <a:pt x="270287" y="664245"/>
                  </a:lnTo>
                  <a:lnTo>
                    <a:pt x="283002" y="678840"/>
                  </a:lnTo>
                  <a:lnTo>
                    <a:pt x="295801" y="693484"/>
                  </a:lnTo>
                  <a:lnTo>
                    <a:pt x="308669" y="708178"/>
                  </a:lnTo>
                  <a:lnTo>
                    <a:pt x="321588" y="722920"/>
                  </a:lnTo>
                  <a:lnTo>
                    <a:pt x="334544" y="737711"/>
                  </a:lnTo>
                  <a:lnTo>
                    <a:pt x="347521" y="752552"/>
                  </a:lnTo>
                  <a:lnTo>
                    <a:pt x="360503" y="767440"/>
                  </a:lnTo>
                  <a:lnTo>
                    <a:pt x="373475" y="782378"/>
                  </a:lnTo>
                  <a:lnTo>
                    <a:pt x="386420" y="797364"/>
                  </a:lnTo>
                  <a:lnTo>
                    <a:pt x="399323" y="812398"/>
                  </a:lnTo>
                  <a:lnTo>
                    <a:pt x="412169" y="827480"/>
                  </a:lnTo>
                  <a:lnTo>
                    <a:pt x="424941" y="842611"/>
                  </a:lnTo>
                  <a:lnTo>
                    <a:pt x="437624" y="857789"/>
                  </a:lnTo>
                  <a:lnTo>
                    <a:pt x="450202" y="873016"/>
                  </a:lnTo>
                  <a:lnTo>
                    <a:pt x="462659" y="888290"/>
                  </a:lnTo>
                  <a:lnTo>
                    <a:pt x="474980" y="903611"/>
                  </a:lnTo>
                  <a:lnTo>
                    <a:pt x="487150" y="918980"/>
                  </a:lnTo>
                  <a:lnTo>
                    <a:pt x="499151" y="934397"/>
                  </a:lnTo>
                  <a:lnTo>
                    <a:pt x="510969" y="949861"/>
                  </a:lnTo>
                  <a:lnTo>
                    <a:pt x="522588" y="965372"/>
                  </a:lnTo>
                  <a:lnTo>
                    <a:pt x="533992" y="980929"/>
                  </a:lnTo>
                  <a:lnTo>
                    <a:pt x="545166" y="996534"/>
                  </a:lnTo>
                  <a:lnTo>
                    <a:pt x="556093" y="1012186"/>
                  </a:lnTo>
                  <a:lnTo>
                    <a:pt x="566758" y="1027884"/>
                  </a:lnTo>
                  <a:lnTo>
                    <a:pt x="577145" y="1043629"/>
                  </a:lnTo>
                  <a:lnTo>
                    <a:pt x="587239" y="1059420"/>
                  </a:lnTo>
                  <a:lnTo>
                    <a:pt x="597024" y="1075257"/>
                  </a:lnTo>
                  <a:lnTo>
                    <a:pt x="606484" y="1091141"/>
                  </a:lnTo>
                  <a:lnTo>
                    <a:pt x="615603" y="1107070"/>
                  </a:lnTo>
                  <a:lnTo>
                    <a:pt x="624366" y="1123046"/>
                  </a:lnTo>
                  <a:lnTo>
                    <a:pt x="632757" y="1139067"/>
                  </a:lnTo>
                  <a:lnTo>
                    <a:pt x="640760" y="1155134"/>
                  </a:lnTo>
                  <a:lnTo>
                    <a:pt x="648360" y="1171247"/>
                  </a:lnTo>
                  <a:lnTo>
                    <a:pt x="655540" y="1187405"/>
                  </a:lnTo>
                  <a:lnTo>
                    <a:pt x="662286" y="1203608"/>
                  </a:lnTo>
                  <a:lnTo>
                    <a:pt x="668581" y="1219857"/>
                  </a:lnTo>
                  <a:lnTo>
                    <a:pt x="674409" y="1236151"/>
                  </a:lnTo>
                  <a:lnTo>
                    <a:pt x="679756" y="1252489"/>
                  </a:lnTo>
                  <a:lnTo>
                    <a:pt x="684605" y="1268873"/>
                  </a:lnTo>
                  <a:lnTo>
                    <a:pt x="688940" y="1285301"/>
                  </a:lnTo>
                  <a:lnTo>
                    <a:pt x="692746" y="1301774"/>
                  </a:lnTo>
                  <a:lnTo>
                    <a:pt x="696008" y="1318291"/>
                  </a:lnTo>
                  <a:lnTo>
                    <a:pt x="698708" y="1334853"/>
                  </a:lnTo>
                  <a:lnTo>
                    <a:pt x="700833" y="1351459"/>
                  </a:lnTo>
                  <a:lnTo>
                    <a:pt x="702365" y="1368109"/>
                  </a:lnTo>
                  <a:lnTo>
                    <a:pt x="703289" y="1384803"/>
                  </a:lnTo>
                  <a:lnTo>
                    <a:pt x="703590" y="1401541"/>
                  </a:lnTo>
                  <a:lnTo>
                    <a:pt x="703252" y="1418322"/>
                  </a:lnTo>
                  <a:lnTo>
                    <a:pt x="702259" y="1435148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672253" y="4358397"/>
              <a:ext cx="393600" cy="1380390"/>
            </a:xfrm>
            <a:custGeom>
              <a:avLst/>
              <a:pathLst>
                <a:path w="393600" h="1380390">
                  <a:moveTo>
                    <a:pt x="111077" y="0"/>
                  </a:moveTo>
                  <a:lnTo>
                    <a:pt x="99488" y="11964"/>
                  </a:lnTo>
                  <a:lnTo>
                    <a:pt x="88613" y="23960"/>
                  </a:lnTo>
                  <a:lnTo>
                    <a:pt x="78439" y="35986"/>
                  </a:lnTo>
                  <a:lnTo>
                    <a:pt x="68952" y="48043"/>
                  </a:lnTo>
                  <a:lnTo>
                    <a:pt x="60139" y="60132"/>
                  </a:lnTo>
                  <a:lnTo>
                    <a:pt x="51988" y="72253"/>
                  </a:lnTo>
                  <a:lnTo>
                    <a:pt x="44484" y="84405"/>
                  </a:lnTo>
                  <a:lnTo>
                    <a:pt x="37616" y="96590"/>
                  </a:lnTo>
                  <a:lnTo>
                    <a:pt x="31371" y="108808"/>
                  </a:lnTo>
                  <a:lnTo>
                    <a:pt x="25734" y="121059"/>
                  </a:lnTo>
                  <a:lnTo>
                    <a:pt x="20693" y="133343"/>
                  </a:lnTo>
                  <a:lnTo>
                    <a:pt x="16236" y="145661"/>
                  </a:lnTo>
                  <a:lnTo>
                    <a:pt x="12348" y="158013"/>
                  </a:lnTo>
                  <a:lnTo>
                    <a:pt x="9018" y="170399"/>
                  </a:lnTo>
                  <a:lnTo>
                    <a:pt x="6231" y="182819"/>
                  </a:lnTo>
                  <a:lnTo>
                    <a:pt x="3975" y="195274"/>
                  </a:lnTo>
                  <a:lnTo>
                    <a:pt x="2237" y="207765"/>
                  </a:lnTo>
                  <a:lnTo>
                    <a:pt x="1004" y="220291"/>
                  </a:lnTo>
                  <a:lnTo>
                    <a:pt x="262" y="232852"/>
                  </a:lnTo>
                  <a:lnTo>
                    <a:pt x="0" y="245450"/>
                  </a:lnTo>
                  <a:lnTo>
                    <a:pt x="202" y="258083"/>
                  </a:lnTo>
                  <a:lnTo>
                    <a:pt x="858" y="270754"/>
                  </a:lnTo>
                  <a:lnTo>
                    <a:pt x="1953" y="283462"/>
                  </a:lnTo>
                  <a:lnTo>
                    <a:pt x="3474" y="296206"/>
                  </a:lnTo>
                  <a:lnTo>
                    <a:pt x="5409" y="308989"/>
                  </a:lnTo>
                  <a:lnTo>
                    <a:pt x="7745" y="321809"/>
                  </a:lnTo>
                  <a:lnTo>
                    <a:pt x="10468" y="334667"/>
                  </a:lnTo>
                  <a:lnTo>
                    <a:pt x="13565" y="347564"/>
                  </a:lnTo>
                  <a:lnTo>
                    <a:pt x="17023" y="360499"/>
                  </a:lnTo>
                  <a:lnTo>
                    <a:pt x="20830" y="373474"/>
                  </a:lnTo>
                  <a:lnTo>
                    <a:pt x="24972" y="386488"/>
                  </a:lnTo>
                  <a:lnTo>
                    <a:pt x="29436" y="399541"/>
                  </a:lnTo>
                  <a:lnTo>
                    <a:pt x="34209" y="412635"/>
                  </a:lnTo>
                  <a:lnTo>
                    <a:pt x="39278" y="425769"/>
                  </a:lnTo>
                  <a:lnTo>
                    <a:pt x="44631" y="438943"/>
                  </a:lnTo>
                  <a:lnTo>
                    <a:pt x="50253" y="452159"/>
                  </a:lnTo>
                  <a:lnTo>
                    <a:pt x="56132" y="465415"/>
                  </a:lnTo>
                  <a:lnTo>
                    <a:pt x="62255" y="478713"/>
                  </a:lnTo>
                  <a:lnTo>
                    <a:pt x="68610" y="492053"/>
                  </a:lnTo>
                  <a:lnTo>
                    <a:pt x="75181" y="505435"/>
                  </a:lnTo>
                  <a:lnTo>
                    <a:pt x="81958" y="518859"/>
                  </a:lnTo>
                  <a:lnTo>
                    <a:pt x="88926" y="532326"/>
                  </a:lnTo>
                  <a:lnTo>
                    <a:pt x="96073" y="545836"/>
                  </a:lnTo>
                  <a:lnTo>
                    <a:pt x="103386" y="559390"/>
                  </a:lnTo>
                  <a:lnTo>
                    <a:pt x="110851" y="572987"/>
                  </a:lnTo>
                  <a:lnTo>
                    <a:pt x="118456" y="586628"/>
                  </a:lnTo>
                  <a:lnTo>
                    <a:pt x="126187" y="600313"/>
                  </a:lnTo>
                  <a:lnTo>
                    <a:pt x="134032" y="614042"/>
                  </a:lnTo>
                  <a:lnTo>
                    <a:pt x="141977" y="627817"/>
                  </a:lnTo>
                  <a:lnTo>
                    <a:pt x="150010" y="641636"/>
                  </a:lnTo>
                  <a:lnTo>
                    <a:pt x="158117" y="655501"/>
                  </a:lnTo>
                  <a:lnTo>
                    <a:pt x="166285" y="669412"/>
                  </a:lnTo>
                  <a:lnTo>
                    <a:pt x="174501" y="683369"/>
                  </a:lnTo>
                  <a:lnTo>
                    <a:pt x="182753" y="697372"/>
                  </a:lnTo>
                  <a:lnTo>
                    <a:pt x="191027" y="711422"/>
                  </a:lnTo>
                  <a:lnTo>
                    <a:pt x="199310" y="725518"/>
                  </a:lnTo>
                  <a:lnTo>
                    <a:pt x="207589" y="739662"/>
                  </a:lnTo>
                  <a:lnTo>
                    <a:pt x="215850" y="753854"/>
                  </a:lnTo>
                  <a:lnTo>
                    <a:pt x="224082" y="768093"/>
                  </a:lnTo>
                  <a:lnTo>
                    <a:pt x="232271" y="782381"/>
                  </a:lnTo>
                  <a:lnTo>
                    <a:pt x="240404" y="796717"/>
                  </a:lnTo>
                  <a:lnTo>
                    <a:pt x="248468" y="811101"/>
                  </a:lnTo>
                  <a:lnTo>
                    <a:pt x="256449" y="825535"/>
                  </a:lnTo>
                  <a:lnTo>
                    <a:pt x="264335" y="840018"/>
                  </a:lnTo>
                  <a:lnTo>
                    <a:pt x="272113" y="854551"/>
                  </a:lnTo>
                  <a:lnTo>
                    <a:pt x="279770" y="869134"/>
                  </a:lnTo>
                  <a:lnTo>
                    <a:pt x="287292" y="883767"/>
                  </a:lnTo>
                  <a:lnTo>
                    <a:pt x="294667" y="898451"/>
                  </a:lnTo>
                  <a:lnTo>
                    <a:pt x="301881" y="913186"/>
                  </a:lnTo>
                  <a:lnTo>
                    <a:pt x="308922" y="927971"/>
                  </a:lnTo>
                  <a:lnTo>
                    <a:pt x="315777" y="942809"/>
                  </a:lnTo>
                  <a:lnTo>
                    <a:pt x="322431" y="957698"/>
                  </a:lnTo>
                  <a:lnTo>
                    <a:pt x="328873" y="972639"/>
                  </a:lnTo>
                  <a:lnTo>
                    <a:pt x="335090" y="987632"/>
                  </a:lnTo>
                  <a:lnTo>
                    <a:pt x="341067" y="1002679"/>
                  </a:lnTo>
                  <a:lnTo>
                    <a:pt x="346793" y="1017778"/>
                  </a:lnTo>
                  <a:lnTo>
                    <a:pt x="352254" y="1032931"/>
                  </a:lnTo>
                  <a:lnTo>
                    <a:pt x="357438" y="1048137"/>
                  </a:lnTo>
                  <a:lnTo>
                    <a:pt x="362330" y="1063397"/>
                  </a:lnTo>
                  <a:lnTo>
                    <a:pt x="366918" y="1078711"/>
                  </a:lnTo>
                  <a:lnTo>
                    <a:pt x="371190" y="1094080"/>
                  </a:lnTo>
                  <a:lnTo>
                    <a:pt x="375131" y="1109504"/>
                  </a:lnTo>
                  <a:lnTo>
                    <a:pt x="378730" y="1124983"/>
                  </a:lnTo>
                  <a:lnTo>
                    <a:pt x="381972" y="1140517"/>
                  </a:lnTo>
                  <a:lnTo>
                    <a:pt x="384845" y="1156107"/>
                  </a:lnTo>
                  <a:lnTo>
                    <a:pt x="387336" y="1171753"/>
                  </a:lnTo>
                  <a:lnTo>
                    <a:pt x="389431" y="1187456"/>
                  </a:lnTo>
                  <a:lnTo>
                    <a:pt x="391119" y="1203215"/>
                  </a:lnTo>
                  <a:lnTo>
                    <a:pt x="392385" y="1219031"/>
                  </a:lnTo>
                  <a:lnTo>
                    <a:pt x="393216" y="1234904"/>
                  </a:lnTo>
                  <a:lnTo>
                    <a:pt x="393600" y="1250835"/>
                  </a:lnTo>
                  <a:lnTo>
                    <a:pt x="393524" y="1266824"/>
                  </a:lnTo>
                  <a:lnTo>
                    <a:pt x="392974" y="1282870"/>
                  </a:lnTo>
                  <a:lnTo>
                    <a:pt x="391938" y="1298976"/>
                  </a:lnTo>
                  <a:lnTo>
                    <a:pt x="390402" y="1315140"/>
                  </a:lnTo>
                  <a:lnTo>
                    <a:pt x="388353" y="1331363"/>
                  </a:lnTo>
                  <a:lnTo>
                    <a:pt x="385779" y="1347645"/>
                  </a:lnTo>
                  <a:lnTo>
                    <a:pt x="382666" y="1363988"/>
                  </a:lnTo>
                  <a:lnTo>
                    <a:pt x="379001" y="1380390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635316" y="4358397"/>
              <a:ext cx="148014" cy="1272223"/>
            </a:xfrm>
            <a:custGeom>
              <a:avLst/>
              <a:pathLst>
                <a:path w="148014" h="1272223">
                  <a:moveTo>
                    <a:pt x="148014" y="0"/>
                  </a:moveTo>
                  <a:lnTo>
                    <a:pt x="136349" y="11940"/>
                  </a:lnTo>
                  <a:lnTo>
                    <a:pt x="125248" y="23861"/>
                  </a:lnTo>
                  <a:lnTo>
                    <a:pt x="114700" y="35766"/>
                  </a:lnTo>
                  <a:lnTo>
                    <a:pt x="104693" y="47655"/>
                  </a:lnTo>
                  <a:lnTo>
                    <a:pt x="95219" y="59529"/>
                  </a:lnTo>
                  <a:lnTo>
                    <a:pt x="86266" y="71389"/>
                  </a:lnTo>
                  <a:lnTo>
                    <a:pt x="77824" y="83236"/>
                  </a:lnTo>
                  <a:lnTo>
                    <a:pt x="69882" y="95073"/>
                  </a:lnTo>
                  <a:lnTo>
                    <a:pt x="62430" y="106899"/>
                  </a:lnTo>
                  <a:lnTo>
                    <a:pt x="55457" y="118715"/>
                  </a:lnTo>
                  <a:lnTo>
                    <a:pt x="48954" y="130524"/>
                  </a:lnTo>
                  <a:lnTo>
                    <a:pt x="42909" y="142326"/>
                  </a:lnTo>
                  <a:lnTo>
                    <a:pt x="37312" y="154122"/>
                  </a:lnTo>
                  <a:lnTo>
                    <a:pt x="32152" y="165914"/>
                  </a:lnTo>
                  <a:lnTo>
                    <a:pt x="27420" y="177702"/>
                  </a:lnTo>
                  <a:lnTo>
                    <a:pt x="23104" y="189488"/>
                  </a:lnTo>
                  <a:lnTo>
                    <a:pt x="19194" y="201273"/>
                  </a:lnTo>
                  <a:lnTo>
                    <a:pt x="15680" y="213058"/>
                  </a:lnTo>
                  <a:lnTo>
                    <a:pt x="12552" y="224844"/>
                  </a:lnTo>
                  <a:lnTo>
                    <a:pt x="9798" y="236632"/>
                  </a:lnTo>
                  <a:lnTo>
                    <a:pt x="7408" y="248423"/>
                  </a:lnTo>
                  <a:lnTo>
                    <a:pt x="5372" y="260219"/>
                  </a:lnTo>
                  <a:lnTo>
                    <a:pt x="3679" y="272021"/>
                  </a:lnTo>
                  <a:lnTo>
                    <a:pt x="2319" y="283829"/>
                  </a:lnTo>
                  <a:lnTo>
                    <a:pt x="1282" y="295646"/>
                  </a:lnTo>
                  <a:lnTo>
                    <a:pt x="557" y="307472"/>
                  </a:lnTo>
                  <a:lnTo>
                    <a:pt x="133" y="319307"/>
                  </a:lnTo>
                  <a:lnTo>
                    <a:pt x="0" y="331155"/>
                  </a:lnTo>
                  <a:lnTo>
                    <a:pt x="147" y="343014"/>
                  </a:lnTo>
                  <a:lnTo>
                    <a:pt x="564" y="354888"/>
                  </a:lnTo>
                  <a:lnTo>
                    <a:pt x="1241" y="366776"/>
                  </a:lnTo>
                  <a:lnTo>
                    <a:pt x="2167" y="378680"/>
                  </a:lnTo>
                  <a:lnTo>
                    <a:pt x="3332" y="390601"/>
                  </a:lnTo>
                  <a:lnTo>
                    <a:pt x="4725" y="402540"/>
                  </a:lnTo>
                  <a:lnTo>
                    <a:pt x="6336" y="414499"/>
                  </a:lnTo>
                  <a:lnTo>
                    <a:pt x="8153" y="426478"/>
                  </a:lnTo>
                  <a:lnTo>
                    <a:pt x="10168" y="438479"/>
                  </a:lnTo>
                  <a:lnTo>
                    <a:pt x="12368" y="450502"/>
                  </a:lnTo>
                  <a:lnTo>
                    <a:pt x="14745" y="462550"/>
                  </a:lnTo>
                  <a:lnTo>
                    <a:pt x="17287" y="474622"/>
                  </a:lnTo>
                  <a:lnTo>
                    <a:pt x="19984" y="486721"/>
                  </a:lnTo>
                  <a:lnTo>
                    <a:pt x="22825" y="498847"/>
                  </a:lnTo>
                  <a:lnTo>
                    <a:pt x="25800" y="511002"/>
                  </a:lnTo>
                  <a:lnTo>
                    <a:pt x="28898" y="523186"/>
                  </a:lnTo>
                  <a:lnTo>
                    <a:pt x="32109" y="535400"/>
                  </a:lnTo>
                  <a:lnTo>
                    <a:pt x="35423" y="547647"/>
                  </a:lnTo>
                  <a:lnTo>
                    <a:pt x="38829" y="559927"/>
                  </a:lnTo>
                  <a:lnTo>
                    <a:pt x="42317" y="572241"/>
                  </a:lnTo>
                  <a:lnTo>
                    <a:pt x="45875" y="584590"/>
                  </a:lnTo>
                  <a:lnTo>
                    <a:pt x="49494" y="596975"/>
                  </a:lnTo>
                  <a:lnTo>
                    <a:pt x="53164" y="609398"/>
                  </a:lnTo>
                  <a:lnTo>
                    <a:pt x="56873" y="621860"/>
                  </a:lnTo>
                  <a:lnTo>
                    <a:pt x="60611" y="634362"/>
                  </a:lnTo>
                  <a:lnTo>
                    <a:pt x="64368" y="646905"/>
                  </a:lnTo>
                  <a:lnTo>
                    <a:pt x="68133" y="659489"/>
                  </a:lnTo>
                  <a:lnTo>
                    <a:pt x="71896" y="672118"/>
                  </a:lnTo>
                  <a:lnTo>
                    <a:pt x="75646" y="684790"/>
                  </a:lnTo>
                  <a:lnTo>
                    <a:pt x="79373" y="697508"/>
                  </a:lnTo>
                  <a:lnTo>
                    <a:pt x="83067" y="710273"/>
                  </a:lnTo>
                  <a:lnTo>
                    <a:pt x="86716" y="723085"/>
                  </a:lnTo>
                  <a:lnTo>
                    <a:pt x="90311" y="735947"/>
                  </a:lnTo>
                  <a:lnTo>
                    <a:pt x="93841" y="748859"/>
                  </a:lnTo>
                  <a:lnTo>
                    <a:pt x="97295" y="761821"/>
                  </a:lnTo>
                  <a:lnTo>
                    <a:pt x="100663" y="774837"/>
                  </a:lnTo>
                  <a:lnTo>
                    <a:pt x="103935" y="787905"/>
                  </a:lnTo>
                  <a:lnTo>
                    <a:pt x="107100" y="801029"/>
                  </a:lnTo>
                  <a:lnTo>
                    <a:pt x="110148" y="814208"/>
                  </a:lnTo>
                  <a:lnTo>
                    <a:pt x="113068" y="827444"/>
                  </a:lnTo>
                  <a:lnTo>
                    <a:pt x="115849" y="840738"/>
                  </a:lnTo>
                  <a:lnTo>
                    <a:pt x="118482" y="854092"/>
                  </a:lnTo>
                  <a:lnTo>
                    <a:pt x="120955" y="867506"/>
                  </a:lnTo>
                  <a:lnTo>
                    <a:pt x="123259" y="880981"/>
                  </a:lnTo>
                  <a:lnTo>
                    <a:pt x="125382" y="894519"/>
                  </a:lnTo>
                  <a:lnTo>
                    <a:pt x="127315" y="908121"/>
                  </a:lnTo>
                  <a:lnTo>
                    <a:pt x="129046" y="921787"/>
                  </a:lnTo>
                  <a:lnTo>
                    <a:pt x="130566" y="935520"/>
                  </a:lnTo>
                  <a:lnTo>
                    <a:pt x="131864" y="949320"/>
                  </a:lnTo>
                  <a:lnTo>
                    <a:pt x="132929" y="963188"/>
                  </a:lnTo>
                  <a:lnTo>
                    <a:pt x="133751" y="977126"/>
                  </a:lnTo>
                  <a:lnTo>
                    <a:pt x="134320" y="991134"/>
                  </a:lnTo>
                  <a:lnTo>
                    <a:pt x="134625" y="1005214"/>
                  </a:lnTo>
                  <a:lnTo>
                    <a:pt x="134655" y="1019367"/>
                  </a:lnTo>
                  <a:lnTo>
                    <a:pt x="134401" y="1033594"/>
                  </a:lnTo>
                  <a:lnTo>
                    <a:pt x="133851" y="1047896"/>
                  </a:lnTo>
                  <a:lnTo>
                    <a:pt x="132995" y="1062275"/>
                  </a:lnTo>
                  <a:lnTo>
                    <a:pt x="131822" y="1076730"/>
                  </a:lnTo>
                  <a:lnTo>
                    <a:pt x="130323" y="1091265"/>
                  </a:lnTo>
                  <a:lnTo>
                    <a:pt x="128487" y="1105879"/>
                  </a:lnTo>
                  <a:lnTo>
                    <a:pt x="126303" y="1120574"/>
                  </a:lnTo>
                  <a:lnTo>
                    <a:pt x="123761" y="1135351"/>
                  </a:lnTo>
                  <a:lnTo>
                    <a:pt x="120850" y="1150211"/>
                  </a:lnTo>
                  <a:lnTo>
                    <a:pt x="117560" y="1165156"/>
                  </a:lnTo>
                  <a:lnTo>
                    <a:pt x="113880" y="1180186"/>
                  </a:lnTo>
                  <a:lnTo>
                    <a:pt x="109800" y="1195302"/>
                  </a:lnTo>
                  <a:lnTo>
                    <a:pt x="105310" y="1210506"/>
                  </a:lnTo>
                  <a:lnTo>
                    <a:pt x="100399" y="1225799"/>
                  </a:lnTo>
                  <a:lnTo>
                    <a:pt x="95056" y="1241182"/>
                  </a:lnTo>
                  <a:lnTo>
                    <a:pt x="89271" y="1256656"/>
                  </a:lnTo>
                  <a:lnTo>
                    <a:pt x="83034" y="1272223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406465" y="4358397"/>
              <a:ext cx="376864" cy="1113309"/>
            </a:xfrm>
            <a:custGeom>
              <a:avLst/>
              <a:pathLst>
                <a:path w="376864" h="1113309">
                  <a:moveTo>
                    <a:pt x="376864" y="0"/>
                  </a:moveTo>
                  <a:lnTo>
                    <a:pt x="365129" y="11903"/>
                  </a:lnTo>
                  <a:lnTo>
                    <a:pt x="353816" y="23717"/>
                  </a:lnTo>
                  <a:lnTo>
                    <a:pt x="342917" y="35443"/>
                  </a:lnTo>
                  <a:lnTo>
                    <a:pt x="332424" y="47084"/>
                  </a:lnTo>
                  <a:lnTo>
                    <a:pt x="322330" y="58642"/>
                  </a:lnTo>
                  <a:lnTo>
                    <a:pt x="312626" y="70120"/>
                  </a:lnTo>
                  <a:lnTo>
                    <a:pt x="303304" y="81519"/>
                  </a:lnTo>
                  <a:lnTo>
                    <a:pt x="294356" y="92843"/>
                  </a:lnTo>
                  <a:lnTo>
                    <a:pt x="285774" y="104093"/>
                  </a:lnTo>
                  <a:lnTo>
                    <a:pt x="277550" y="115272"/>
                  </a:lnTo>
                  <a:lnTo>
                    <a:pt x="269676" y="126382"/>
                  </a:lnTo>
                  <a:lnTo>
                    <a:pt x="262143" y="137427"/>
                  </a:lnTo>
                  <a:lnTo>
                    <a:pt x="254945" y="148407"/>
                  </a:lnTo>
                  <a:lnTo>
                    <a:pt x="248072" y="159325"/>
                  </a:lnTo>
                  <a:lnTo>
                    <a:pt x="241517" y="170185"/>
                  </a:lnTo>
                  <a:lnTo>
                    <a:pt x="235271" y="180987"/>
                  </a:lnTo>
                  <a:lnTo>
                    <a:pt x="229327" y="191736"/>
                  </a:lnTo>
                  <a:lnTo>
                    <a:pt x="223676" y="202432"/>
                  </a:lnTo>
                  <a:lnTo>
                    <a:pt x="218311" y="213078"/>
                  </a:lnTo>
                  <a:lnTo>
                    <a:pt x="213223" y="223677"/>
                  </a:lnTo>
                  <a:lnTo>
                    <a:pt x="208404" y="234231"/>
                  </a:lnTo>
                  <a:lnTo>
                    <a:pt x="203847" y="244742"/>
                  </a:lnTo>
                  <a:lnTo>
                    <a:pt x="199543" y="255213"/>
                  </a:lnTo>
                  <a:lnTo>
                    <a:pt x="195484" y="265646"/>
                  </a:lnTo>
                  <a:lnTo>
                    <a:pt x="191661" y="276044"/>
                  </a:lnTo>
                  <a:lnTo>
                    <a:pt x="188068" y="286408"/>
                  </a:lnTo>
                  <a:lnTo>
                    <a:pt x="184696" y="296742"/>
                  </a:lnTo>
                  <a:lnTo>
                    <a:pt x="181537" y="307047"/>
                  </a:lnTo>
                  <a:lnTo>
                    <a:pt x="178582" y="317326"/>
                  </a:lnTo>
                  <a:lnTo>
                    <a:pt x="175824" y="327582"/>
                  </a:lnTo>
                  <a:lnTo>
                    <a:pt x="173255" y="337816"/>
                  </a:lnTo>
                  <a:lnTo>
                    <a:pt x="170867" y="348031"/>
                  </a:lnTo>
                  <a:lnTo>
                    <a:pt x="168651" y="358230"/>
                  </a:lnTo>
                  <a:lnTo>
                    <a:pt x="166599" y="368414"/>
                  </a:lnTo>
                  <a:lnTo>
                    <a:pt x="164704" y="378587"/>
                  </a:lnTo>
                  <a:lnTo>
                    <a:pt x="162958" y="388750"/>
                  </a:lnTo>
                  <a:lnTo>
                    <a:pt x="161351" y="398906"/>
                  </a:lnTo>
                  <a:lnTo>
                    <a:pt x="159877" y="409057"/>
                  </a:lnTo>
                  <a:lnTo>
                    <a:pt x="158528" y="419206"/>
                  </a:lnTo>
                  <a:lnTo>
                    <a:pt x="157294" y="429354"/>
                  </a:lnTo>
                  <a:lnTo>
                    <a:pt x="156168" y="439505"/>
                  </a:lnTo>
                  <a:lnTo>
                    <a:pt x="155143" y="449661"/>
                  </a:lnTo>
                  <a:lnTo>
                    <a:pt x="154209" y="459824"/>
                  </a:lnTo>
                  <a:lnTo>
                    <a:pt x="153359" y="469997"/>
                  </a:lnTo>
                  <a:lnTo>
                    <a:pt x="152585" y="480181"/>
                  </a:lnTo>
                  <a:lnTo>
                    <a:pt x="151879" y="490379"/>
                  </a:lnTo>
                  <a:lnTo>
                    <a:pt x="151233" y="500594"/>
                  </a:lnTo>
                  <a:lnTo>
                    <a:pt x="150638" y="510828"/>
                  </a:lnTo>
                  <a:lnTo>
                    <a:pt x="150087" y="521083"/>
                  </a:lnTo>
                  <a:lnTo>
                    <a:pt x="149571" y="531362"/>
                  </a:lnTo>
                  <a:lnTo>
                    <a:pt x="149083" y="541667"/>
                  </a:lnTo>
                  <a:lnTo>
                    <a:pt x="148615" y="552000"/>
                  </a:lnTo>
                  <a:lnTo>
                    <a:pt x="148157" y="562364"/>
                  </a:lnTo>
                  <a:lnTo>
                    <a:pt x="147703" y="572761"/>
                  </a:lnTo>
                  <a:lnTo>
                    <a:pt x="147245" y="583194"/>
                  </a:lnTo>
                  <a:lnTo>
                    <a:pt x="146773" y="593664"/>
                  </a:lnTo>
                  <a:lnTo>
                    <a:pt x="146281" y="604175"/>
                  </a:lnTo>
                  <a:lnTo>
                    <a:pt x="145759" y="614728"/>
                  </a:lnTo>
                  <a:lnTo>
                    <a:pt x="145201" y="625326"/>
                  </a:lnTo>
                  <a:lnTo>
                    <a:pt x="144597" y="635972"/>
                  </a:lnTo>
                  <a:lnTo>
                    <a:pt x="143941" y="646667"/>
                  </a:lnTo>
                  <a:lnTo>
                    <a:pt x="143223" y="657415"/>
                  </a:lnTo>
                  <a:lnTo>
                    <a:pt x="142436" y="668217"/>
                  </a:lnTo>
                  <a:lnTo>
                    <a:pt x="141572" y="679075"/>
                  </a:lnTo>
                  <a:lnTo>
                    <a:pt x="140622" y="689993"/>
                  </a:lnTo>
                  <a:lnTo>
                    <a:pt x="139579" y="700972"/>
                  </a:lnTo>
                  <a:lnTo>
                    <a:pt x="138435" y="712016"/>
                  </a:lnTo>
                  <a:lnTo>
                    <a:pt x="137181" y="723125"/>
                  </a:lnTo>
                  <a:lnTo>
                    <a:pt x="135809" y="734303"/>
                  </a:lnTo>
                  <a:lnTo>
                    <a:pt x="134312" y="745552"/>
                  </a:lnTo>
                  <a:lnTo>
                    <a:pt x="132681" y="756875"/>
                  </a:lnTo>
                  <a:lnTo>
                    <a:pt x="130908" y="768273"/>
                  </a:lnTo>
                  <a:lnTo>
                    <a:pt x="128985" y="779750"/>
                  </a:lnTo>
                  <a:lnTo>
                    <a:pt x="126905" y="791307"/>
                  </a:lnTo>
                  <a:lnTo>
                    <a:pt x="124658" y="802946"/>
                  </a:lnTo>
                  <a:lnTo>
                    <a:pt x="122238" y="814671"/>
                  </a:lnTo>
                  <a:lnTo>
                    <a:pt x="119635" y="826484"/>
                  </a:lnTo>
                  <a:lnTo>
                    <a:pt x="116842" y="838386"/>
                  </a:lnTo>
                  <a:lnTo>
                    <a:pt x="113851" y="850381"/>
                  </a:lnTo>
                  <a:lnTo>
                    <a:pt x="110654" y="862470"/>
                  </a:lnTo>
                  <a:lnTo>
                    <a:pt x="107243" y="874657"/>
                  </a:lnTo>
                  <a:lnTo>
                    <a:pt x="103609" y="886943"/>
                  </a:lnTo>
                  <a:lnTo>
                    <a:pt x="99744" y="899331"/>
                  </a:lnTo>
                  <a:lnTo>
                    <a:pt x="95642" y="911823"/>
                  </a:lnTo>
                  <a:lnTo>
                    <a:pt x="91292" y="924421"/>
                  </a:lnTo>
                  <a:lnTo>
                    <a:pt x="86688" y="937128"/>
                  </a:lnTo>
                  <a:lnTo>
                    <a:pt x="81822" y="949947"/>
                  </a:lnTo>
                  <a:lnTo>
                    <a:pt x="76684" y="962879"/>
                  </a:lnTo>
                  <a:lnTo>
                    <a:pt x="71268" y="975927"/>
                  </a:lnTo>
                  <a:lnTo>
                    <a:pt x="65565" y="989094"/>
                  </a:lnTo>
                  <a:lnTo>
                    <a:pt x="59567" y="1002381"/>
                  </a:lnTo>
                  <a:lnTo>
                    <a:pt x="53266" y="1015791"/>
                  </a:lnTo>
                  <a:lnTo>
                    <a:pt x="46654" y="1029327"/>
                  </a:lnTo>
                  <a:lnTo>
                    <a:pt x="39723" y="1042991"/>
                  </a:lnTo>
                  <a:lnTo>
                    <a:pt x="32465" y="1056785"/>
                  </a:lnTo>
                  <a:lnTo>
                    <a:pt x="24872" y="1070711"/>
                  </a:lnTo>
                  <a:lnTo>
                    <a:pt x="16935" y="1084772"/>
                  </a:lnTo>
                  <a:lnTo>
                    <a:pt x="8647" y="1098971"/>
                  </a:lnTo>
                  <a:lnTo>
                    <a:pt x="0" y="1113309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123280" y="4358397"/>
              <a:ext cx="660050" cy="907563"/>
            </a:xfrm>
            <a:custGeom>
              <a:avLst/>
              <a:pathLst>
                <a:path w="660050" h="907563">
                  <a:moveTo>
                    <a:pt x="660050" y="0"/>
                  </a:moveTo>
                  <a:lnTo>
                    <a:pt x="648250" y="11856"/>
                  </a:lnTo>
                  <a:lnTo>
                    <a:pt x="636744" y="23530"/>
                  </a:lnTo>
                  <a:lnTo>
                    <a:pt x="625527" y="35025"/>
                  </a:lnTo>
                  <a:lnTo>
                    <a:pt x="614593" y="46345"/>
                  </a:lnTo>
                  <a:lnTo>
                    <a:pt x="603936" y="57494"/>
                  </a:lnTo>
                  <a:lnTo>
                    <a:pt x="593550" y="68477"/>
                  </a:lnTo>
                  <a:lnTo>
                    <a:pt x="583429" y="79296"/>
                  </a:lnTo>
                  <a:lnTo>
                    <a:pt x="573567" y="89955"/>
                  </a:lnTo>
                  <a:lnTo>
                    <a:pt x="563959" y="100460"/>
                  </a:lnTo>
                  <a:lnTo>
                    <a:pt x="554599" y="110814"/>
                  </a:lnTo>
                  <a:lnTo>
                    <a:pt x="545480" y="121020"/>
                  </a:lnTo>
                  <a:lnTo>
                    <a:pt x="536598" y="131083"/>
                  </a:lnTo>
                  <a:lnTo>
                    <a:pt x="527945" y="141007"/>
                  </a:lnTo>
                  <a:lnTo>
                    <a:pt x="519516" y="150795"/>
                  </a:lnTo>
                  <a:lnTo>
                    <a:pt x="511306" y="160452"/>
                  </a:lnTo>
                  <a:lnTo>
                    <a:pt x="503308" y="169982"/>
                  </a:lnTo>
                  <a:lnTo>
                    <a:pt x="495517" y="179388"/>
                  </a:lnTo>
                  <a:lnTo>
                    <a:pt x="487926" y="188674"/>
                  </a:lnTo>
                  <a:lnTo>
                    <a:pt x="480530" y="197845"/>
                  </a:lnTo>
                  <a:lnTo>
                    <a:pt x="473323" y="206904"/>
                  </a:lnTo>
                  <a:lnTo>
                    <a:pt x="466299" y="215856"/>
                  </a:lnTo>
                  <a:lnTo>
                    <a:pt x="459452" y="224704"/>
                  </a:lnTo>
                  <a:lnTo>
                    <a:pt x="452776" y="233452"/>
                  </a:lnTo>
                  <a:lnTo>
                    <a:pt x="446266" y="242104"/>
                  </a:lnTo>
                  <a:lnTo>
                    <a:pt x="439916" y="250665"/>
                  </a:lnTo>
                  <a:lnTo>
                    <a:pt x="433719" y="259138"/>
                  </a:lnTo>
                  <a:lnTo>
                    <a:pt x="427670" y="267526"/>
                  </a:lnTo>
                  <a:lnTo>
                    <a:pt x="421762" y="275835"/>
                  </a:lnTo>
                  <a:lnTo>
                    <a:pt x="415991" y="284068"/>
                  </a:lnTo>
                  <a:lnTo>
                    <a:pt x="410350" y="292229"/>
                  </a:lnTo>
                  <a:lnTo>
                    <a:pt x="404834" y="300321"/>
                  </a:lnTo>
                  <a:lnTo>
                    <a:pt x="399436" y="308350"/>
                  </a:lnTo>
                  <a:lnTo>
                    <a:pt x="394150" y="316318"/>
                  </a:lnTo>
                  <a:lnTo>
                    <a:pt x="388972" y="324231"/>
                  </a:lnTo>
                  <a:lnTo>
                    <a:pt x="383894" y="332091"/>
                  </a:lnTo>
                  <a:lnTo>
                    <a:pt x="378911" y="339902"/>
                  </a:lnTo>
                  <a:lnTo>
                    <a:pt x="374017" y="347670"/>
                  </a:lnTo>
                  <a:lnTo>
                    <a:pt x="369206" y="355397"/>
                  </a:lnTo>
                  <a:lnTo>
                    <a:pt x="364473" y="363087"/>
                  </a:lnTo>
                  <a:lnTo>
                    <a:pt x="359811" y="370745"/>
                  </a:lnTo>
                  <a:lnTo>
                    <a:pt x="355215" y="378375"/>
                  </a:lnTo>
                  <a:lnTo>
                    <a:pt x="350678" y="385980"/>
                  </a:lnTo>
                  <a:lnTo>
                    <a:pt x="346196" y="393564"/>
                  </a:lnTo>
                  <a:lnTo>
                    <a:pt x="341761" y="401132"/>
                  </a:lnTo>
                  <a:lnTo>
                    <a:pt x="337369" y="408687"/>
                  </a:lnTo>
                  <a:lnTo>
                    <a:pt x="333012" y="416234"/>
                  </a:lnTo>
                  <a:lnTo>
                    <a:pt x="328687" y="423776"/>
                  </a:lnTo>
                  <a:lnTo>
                    <a:pt x="324385" y="431316"/>
                  </a:lnTo>
                  <a:lnTo>
                    <a:pt x="320103" y="438861"/>
                  </a:lnTo>
                  <a:lnTo>
                    <a:pt x="315833" y="446412"/>
                  </a:lnTo>
                  <a:lnTo>
                    <a:pt x="311570" y="453974"/>
                  </a:lnTo>
                  <a:lnTo>
                    <a:pt x="307308" y="461551"/>
                  </a:lnTo>
                  <a:lnTo>
                    <a:pt x="303041" y="469148"/>
                  </a:lnTo>
                  <a:lnTo>
                    <a:pt x="298764" y="476767"/>
                  </a:lnTo>
                  <a:lnTo>
                    <a:pt x="294470" y="484413"/>
                  </a:lnTo>
                  <a:lnTo>
                    <a:pt x="290154" y="492090"/>
                  </a:lnTo>
                  <a:lnTo>
                    <a:pt x="285809" y="499802"/>
                  </a:lnTo>
                  <a:lnTo>
                    <a:pt x="281430" y="507552"/>
                  </a:lnTo>
                  <a:lnTo>
                    <a:pt x="277011" y="515346"/>
                  </a:lnTo>
                  <a:lnTo>
                    <a:pt x="272546" y="523186"/>
                  </a:lnTo>
                  <a:lnTo>
                    <a:pt x="268029" y="531077"/>
                  </a:lnTo>
                  <a:lnTo>
                    <a:pt x="263455" y="539022"/>
                  </a:lnTo>
                  <a:lnTo>
                    <a:pt x="258817" y="547026"/>
                  </a:lnTo>
                  <a:lnTo>
                    <a:pt x="254109" y="555092"/>
                  </a:lnTo>
                  <a:lnTo>
                    <a:pt x="249326" y="563225"/>
                  </a:lnTo>
                  <a:lnTo>
                    <a:pt x="244463" y="571428"/>
                  </a:lnTo>
                  <a:lnTo>
                    <a:pt x="239512" y="579706"/>
                  </a:lnTo>
                  <a:lnTo>
                    <a:pt x="234468" y="588062"/>
                  </a:lnTo>
                  <a:lnTo>
                    <a:pt x="229325" y="596501"/>
                  </a:lnTo>
                  <a:lnTo>
                    <a:pt x="224078" y="605025"/>
                  </a:lnTo>
                  <a:lnTo>
                    <a:pt x="218720" y="613640"/>
                  </a:lnTo>
                  <a:lnTo>
                    <a:pt x="213246" y="622350"/>
                  </a:lnTo>
                  <a:lnTo>
                    <a:pt x="207650" y="631157"/>
                  </a:lnTo>
                  <a:lnTo>
                    <a:pt x="201926" y="640066"/>
                  </a:lnTo>
                  <a:lnTo>
                    <a:pt x="196067" y="649082"/>
                  </a:lnTo>
                  <a:lnTo>
                    <a:pt x="190069" y="658207"/>
                  </a:lnTo>
                  <a:lnTo>
                    <a:pt x="183925" y="667447"/>
                  </a:lnTo>
                  <a:lnTo>
                    <a:pt x="177629" y="676804"/>
                  </a:lnTo>
                  <a:lnTo>
                    <a:pt x="171176" y="686283"/>
                  </a:lnTo>
                  <a:lnTo>
                    <a:pt x="164559" y="695889"/>
                  </a:lnTo>
                  <a:lnTo>
                    <a:pt x="157773" y="705624"/>
                  </a:lnTo>
                  <a:lnTo>
                    <a:pt x="150813" y="715492"/>
                  </a:lnTo>
                  <a:lnTo>
                    <a:pt x="143671" y="725499"/>
                  </a:lnTo>
                  <a:lnTo>
                    <a:pt x="136342" y="735647"/>
                  </a:lnTo>
                  <a:lnTo>
                    <a:pt x="128821" y="745941"/>
                  </a:lnTo>
                  <a:lnTo>
                    <a:pt x="121101" y="756384"/>
                  </a:lnTo>
                  <a:lnTo>
                    <a:pt x="113176" y="766981"/>
                  </a:lnTo>
                  <a:lnTo>
                    <a:pt x="105042" y="777736"/>
                  </a:lnTo>
                  <a:lnTo>
                    <a:pt x="96691" y="788652"/>
                  </a:lnTo>
                  <a:lnTo>
                    <a:pt x="88118" y="799733"/>
                  </a:lnTo>
                  <a:lnTo>
                    <a:pt x="79317" y="810984"/>
                  </a:lnTo>
                  <a:lnTo>
                    <a:pt x="70282" y="822408"/>
                  </a:lnTo>
                  <a:lnTo>
                    <a:pt x="61008" y="834009"/>
                  </a:lnTo>
                  <a:lnTo>
                    <a:pt x="51488" y="845792"/>
                  </a:lnTo>
                  <a:lnTo>
                    <a:pt x="41717" y="857760"/>
                  </a:lnTo>
                  <a:lnTo>
                    <a:pt x="31688" y="869917"/>
                  </a:lnTo>
                  <a:lnTo>
                    <a:pt x="21396" y="882267"/>
                  </a:lnTo>
                  <a:lnTo>
                    <a:pt x="10835" y="894815"/>
                  </a:lnTo>
                  <a:lnTo>
                    <a:pt x="0" y="907563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875766" y="4358397"/>
              <a:ext cx="907563" cy="660050"/>
            </a:xfrm>
            <a:custGeom>
              <a:avLst/>
              <a:pathLst>
                <a:path w="907563" h="660050">
                  <a:moveTo>
                    <a:pt x="907563" y="0"/>
                  </a:moveTo>
                  <a:lnTo>
                    <a:pt x="895706" y="11800"/>
                  </a:lnTo>
                  <a:lnTo>
                    <a:pt x="884032" y="23305"/>
                  </a:lnTo>
                  <a:lnTo>
                    <a:pt x="872537" y="34522"/>
                  </a:lnTo>
                  <a:lnTo>
                    <a:pt x="861217" y="45457"/>
                  </a:lnTo>
                  <a:lnTo>
                    <a:pt x="850068" y="56114"/>
                  </a:lnTo>
                  <a:lnTo>
                    <a:pt x="839086" y="66500"/>
                  </a:lnTo>
                  <a:lnTo>
                    <a:pt x="828267" y="76621"/>
                  </a:lnTo>
                  <a:lnTo>
                    <a:pt x="817607" y="86482"/>
                  </a:lnTo>
                  <a:lnTo>
                    <a:pt x="807102" y="96090"/>
                  </a:lnTo>
                  <a:lnTo>
                    <a:pt x="796749" y="105450"/>
                  </a:lnTo>
                  <a:lnTo>
                    <a:pt x="786543" y="114569"/>
                  </a:lnTo>
                  <a:lnTo>
                    <a:pt x="776480" y="123452"/>
                  </a:lnTo>
                  <a:lnTo>
                    <a:pt x="766556" y="132105"/>
                  </a:lnTo>
                  <a:lnTo>
                    <a:pt x="756767" y="140533"/>
                  </a:lnTo>
                  <a:lnTo>
                    <a:pt x="747111" y="148743"/>
                  </a:lnTo>
                  <a:lnTo>
                    <a:pt x="737581" y="156741"/>
                  </a:lnTo>
                  <a:lnTo>
                    <a:pt x="728175" y="164533"/>
                  </a:lnTo>
                  <a:lnTo>
                    <a:pt x="718889" y="172124"/>
                  </a:lnTo>
                  <a:lnTo>
                    <a:pt x="709718" y="179520"/>
                  </a:lnTo>
                  <a:lnTo>
                    <a:pt x="700658" y="186727"/>
                  </a:lnTo>
                  <a:lnTo>
                    <a:pt x="691707" y="193751"/>
                  </a:lnTo>
                  <a:lnTo>
                    <a:pt x="682859" y="200597"/>
                  </a:lnTo>
                  <a:lnTo>
                    <a:pt x="674111" y="207273"/>
                  </a:lnTo>
                  <a:lnTo>
                    <a:pt x="665458" y="213783"/>
                  </a:lnTo>
                  <a:lnTo>
                    <a:pt x="656898" y="220134"/>
                  </a:lnTo>
                  <a:lnTo>
                    <a:pt x="648425" y="226331"/>
                  </a:lnTo>
                  <a:lnTo>
                    <a:pt x="640036" y="232380"/>
                  </a:lnTo>
                  <a:lnTo>
                    <a:pt x="631727" y="238287"/>
                  </a:lnTo>
                  <a:lnTo>
                    <a:pt x="623495" y="244058"/>
                  </a:lnTo>
                  <a:lnTo>
                    <a:pt x="615334" y="249699"/>
                  </a:lnTo>
                  <a:lnTo>
                    <a:pt x="607241" y="255215"/>
                  </a:lnTo>
                  <a:lnTo>
                    <a:pt x="599213" y="260614"/>
                  </a:lnTo>
                  <a:lnTo>
                    <a:pt x="591244" y="265899"/>
                  </a:lnTo>
                  <a:lnTo>
                    <a:pt x="583332" y="271078"/>
                  </a:lnTo>
                  <a:lnTo>
                    <a:pt x="575472" y="276156"/>
                  </a:lnTo>
                  <a:lnTo>
                    <a:pt x="567660" y="281139"/>
                  </a:lnTo>
                  <a:lnTo>
                    <a:pt x="559893" y="286033"/>
                  </a:lnTo>
                  <a:lnTo>
                    <a:pt x="552166" y="290843"/>
                  </a:lnTo>
                  <a:lnTo>
                    <a:pt x="544475" y="295577"/>
                  </a:lnTo>
                  <a:lnTo>
                    <a:pt x="536817" y="300239"/>
                  </a:lnTo>
                  <a:lnTo>
                    <a:pt x="529188" y="304835"/>
                  </a:lnTo>
                  <a:lnTo>
                    <a:pt x="521583" y="309371"/>
                  </a:lnTo>
                  <a:lnTo>
                    <a:pt x="513998" y="313854"/>
                  </a:lnTo>
                  <a:lnTo>
                    <a:pt x="506430" y="318288"/>
                  </a:lnTo>
                  <a:lnTo>
                    <a:pt x="498875" y="322681"/>
                  </a:lnTo>
                  <a:lnTo>
                    <a:pt x="491329" y="327037"/>
                  </a:lnTo>
                  <a:lnTo>
                    <a:pt x="483787" y="331363"/>
                  </a:lnTo>
                  <a:lnTo>
                    <a:pt x="476246" y="335664"/>
                  </a:lnTo>
                  <a:lnTo>
                    <a:pt x="468702" y="339947"/>
                  </a:lnTo>
                  <a:lnTo>
                    <a:pt x="461151" y="344216"/>
                  </a:lnTo>
                  <a:lnTo>
                    <a:pt x="453589" y="348479"/>
                  </a:lnTo>
                  <a:lnTo>
                    <a:pt x="446011" y="352741"/>
                  </a:lnTo>
                  <a:lnTo>
                    <a:pt x="438415" y="357008"/>
                  </a:lnTo>
                  <a:lnTo>
                    <a:pt x="430796" y="361285"/>
                  </a:lnTo>
                  <a:lnTo>
                    <a:pt x="423150" y="365579"/>
                  </a:lnTo>
                  <a:lnTo>
                    <a:pt x="415473" y="369896"/>
                  </a:lnTo>
                  <a:lnTo>
                    <a:pt x="407761" y="374241"/>
                  </a:lnTo>
                  <a:lnTo>
                    <a:pt x="400010" y="378620"/>
                  </a:lnTo>
                  <a:lnTo>
                    <a:pt x="392217" y="383039"/>
                  </a:lnTo>
                  <a:lnTo>
                    <a:pt x="384377" y="387504"/>
                  </a:lnTo>
                  <a:lnTo>
                    <a:pt x="376486" y="392020"/>
                  </a:lnTo>
                  <a:lnTo>
                    <a:pt x="368541" y="396595"/>
                  </a:lnTo>
                  <a:lnTo>
                    <a:pt x="360537" y="401233"/>
                  </a:lnTo>
                  <a:lnTo>
                    <a:pt x="352470" y="405940"/>
                  </a:lnTo>
                  <a:lnTo>
                    <a:pt x="344338" y="410723"/>
                  </a:lnTo>
                  <a:lnTo>
                    <a:pt x="336134" y="415587"/>
                  </a:lnTo>
                  <a:lnTo>
                    <a:pt x="327856" y="420538"/>
                  </a:lnTo>
                  <a:lnTo>
                    <a:pt x="319500" y="425581"/>
                  </a:lnTo>
                  <a:lnTo>
                    <a:pt x="311062" y="430724"/>
                  </a:lnTo>
                  <a:lnTo>
                    <a:pt x="302537" y="435971"/>
                  </a:lnTo>
                  <a:lnTo>
                    <a:pt x="293922" y="441329"/>
                  </a:lnTo>
                  <a:lnTo>
                    <a:pt x="285213" y="446803"/>
                  </a:lnTo>
                  <a:lnTo>
                    <a:pt x="276406" y="452399"/>
                  </a:lnTo>
                  <a:lnTo>
                    <a:pt x="267496" y="458124"/>
                  </a:lnTo>
                  <a:lnTo>
                    <a:pt x="258481" y="463982"/>
                  </a:lnTo>
                  <a:lnTo>
                    <a:pt x="249355" y="469981"/>
                  </a:lnTo>
                  <a:lnTo>
                    <a:pt x="240116" y="476125"/>
                  </a:lnTo>
                  <a:lnTo>
                    <a:pt x="230758" y="482420"/>
                  </a:lnTo>
                  <a:lnTo>
                    <a:pt x="221279" y="488874"/>
                  </a:lnTo>
                  <a:lnTo>
                    <a:pt x="211674" y="495490"/>
                  </a:lnTo>
                  <a:lnTo>
                    <a:pt x="201939" y="502276"/>
                  </a:lnTo>
                  <a:lnTo>
                    <a:pt x="192070" y="509237"/>
                  </a:lnTo>
                  <a:lnTo>
                    <a:pt x="182064" y="516379"/>
                  </a:lnTo>
                  <a:lnTo>
                    <a:pt x="171916" y="523707"/>
                  </a:lnTo>
                  <a:lnTo>
                    <a:pt x="161622" y="531229"/>
                  </a:lnTo>
                  <a:lnTo>
                    <a:pt x="151178" y="538949"/>
                  </a:lnTo>
                  <a:lnTo>
                    <a:pt x="140581" y="546873"/>
                  </a:lnTo>
                  <a:lnTo>
                    <a:pt x="129827" y="555008"/>
                  </a:lnTo>
                  <a:lnTo>
                    <a:pt x="118911" y="563359"/>
                  </a:lnTo>
                  <a:lnTo>
                    <a:pt x="107830" y="571932"/>
                  </a:lnTo>
                  <a:lnTo>
                    <a:pt x="96579" y="580732"/>
                  </a:lnTo>
                  <a:lnTo>
                    <a:pt x="85155" y="589767"/>
                  </a:lnTo>
                  <a:lnTo>
                    <a:pt x="73553" y="599042"/>
                  </a:lnTo>
                  <a:lnTo>
                    <a:pt x="61771" y="608562"/>
                  </a:lnTo>
                  <a:lnTo>
                    <a:pt x="49803" y="618333"/>
                  </a:lnTo>
                  <a:lnTo>
                    <a:pt x="37646" y="628362"/>
                  </a:lnTo>
                  <a:lnTo>
                    <a:pt x="25295" y="638653"/>
                  </a:lnTo>
                  <a:lnTo>
                    <a:pt x="12748" y="649214"/>
                  </a:lnTo>
                  <a:lnTo>
                    <a:pt x="0" y="660050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670020" y="4358397"/>
              <a:ext cx="1113309" cy="376864"/>
            </a:xfrm>
            <a:custGeom>
              <a:avLst/>
              <a:pathLst>
                <a:path w="1113309" h="376864">
                  <a:moveTo>
                    <a:pt x="1113309" y="0"/>
                  </a:moveTo>
                  <a:lnTo>
                    <a:pt x="1101406" y="11735"/>
                  </a:lnTo>
                  <a:lnTo>
                    <a:pt x="1089592" y="23048"/>
                  </a:lnTo>
                  <a:lnTo>
                    <a:pt x="1077866" y="33947"/>
                  </a:lnTo>
                  <a:lnTo>
                    <a:pt x="1066225" y="44440"/>
                  </a:lnTo>
                  <a:lnTo>
                    <a:pt x="1054667" y="54534"/>
                  </a:lnTo>
                  <a:lnTo>
                    <a:pt x="1043189" y="64238"/>
                  </a:lnTo>
                  <a:lnTo>
                    <a:pt x="1031790" y="73560"/>
                  </a:lnTo>
                  <a:lnTo>
                    <a:pt x="1020466" y="82508"/>
                  </a:lnTo>
                  <a:lnTo>
                    <a:pt x="1009216" y="91090"/>
                  </a:lnTo>
                  <a:lnTo>
                    <a:pt x="998037" y="99314"/>
                  </a:lnTo>
                  <a:lnTo>
                    <a:pt x="986926" y="107188"/>
                  </a:lnTo>
                  <a:lnTo>
                    <a:pt x="975882" y="114721"/>
                  </a:lnTo>
                  <a:lnTo>
                    <a:pt x="964902" y="121919"/>
                  </a:lnTo>
                  <a:lnTo>
                    <a:pt x="953983" y="128792"/>
                  </a:lnTo>
                  <a:lnTo>
                    <a:pt x="943124" y="135347"/>
                  </a:lnTo>
                  <a:lnTo>
                    <a:pt x="932321" y="141593"/>
                  </a:lnTo>
                  <a:lnTo>
                    <a:pt x="921573" y="147537"/>
                  </a:lnTo>
                  <a:lnTo>
                    <a:pt x="910877" y="153188"/>
                  </a:lnTo>
                  <a:lnTo>
                    <a:pt x="900231" y="158553"/>
                  </a:lnTo>
                  <a:lnTo>
                    <a:pt x="889632" y="163641"/>
                  </a:lnTo>
                  <a:lnTo>
                    <a:pt x="879078" y="168460"/>
                  </a:lnTo>
                  <a:lnTo>
                    <a:pt x="868567" y="173017"/>
                  </a:lnTo>
                  <a:lnTo>
                    <a:pt x="858096" y="177321"/>
                  </a:lnTo>
                  <a:lnTo>
                    <a:pt x="847663" y="181380"/>
                  </a:lnTo>
                  <a:lnTo>
                    <a:pt x="837265" y="185203"/>
                  </a:lnTo>
                  <a:lnTo>
                    <a:pt x="826901" y="188796"/>
                  </a:lnTo>
                  <a:lnTo>
                    <a:pt x="816567" y="192168"/>
                  </a:lnTo>
                  <a:lnTo>
                    <a:pt x="806262" y="195327"/>
                  </a:lnTo>
                  <a:lnTo>
                    <a:pt x="795983" y="198282"/>
                  </a:lnTo>
                  <a:lnTo>
                    <a:pt x="785727" y="201040"/>
                  </a:lnTo>
                  <a:lnTo>
                    <a:pt x="775493" y="203609"/>
                  </a:lnTo>
                  <a:lnTo>
                    <a:pt x="765278" y="205997"/>
                  </a:lnTo>
                  <a:lnTo>
                    <a:pt x="755079" y="208213"/>
                  </a:lnTo>
                  <a:lnTo>
                    <a:pt x="744895" y="210265"/>
                  </a:lnTo>
                  <a:lnTo>
                    <a:pt x="734722" y="212160"/>
                  </a:lnTo>
                  <a:lnTo>
                    <a:pt x="724559" y="213906"/>
                  </a:lnTo>
                  <a:lnTo>
                    <a:pt x="714403" y="215513"/>
                  </a:lnTo>
                  <a:lnTo>
                    <a:pt x="704252" y="216987"/>
                  </a:lnTo>
                  <a:lnTo>
                    <a:pt x="694103" y="218336"/>
                  </a:lnTo>
                  <a:lnTo>
                    <a:pt x="683955" y="219570"/>
                  </a:lnTo>
                  <a:lnTo>
                    <a:pt x="673803" y="220696"/>
                  </a:lnTo>
                  <a:lnTo>
                    <a:pt x="663648" y="221721"/>
                  </a:lnTo>
                  <a:lnTo>
                    <a:pt x="653485" y="222655"/>
                  </a:lnTo>
                  <a:lnTo>
                    <a:pt x="643312" y="223505"/>
                  </a:lnTo>
                  <a:lnTo>
                    <a:pt x="633128" y="224279"/>
                  </a:lnTo>
                  <a:lnTo>
                    <a:pt x="622930" y="224985"/>
                  </a:lnTo>
                  <a:lnTo>
                    <a:pt x="612715" y="225631"/>
                  </a:lnTo>
                  <a:lnTo>
                    <a:pt x="602481" y="226226"/>
                  </a:lnTo>
                  <a:lnTo>
                    <a:pt x="592226" y="226777"/>
                  </a:lnTo>
                  <a:lnTo>
                    <a:pt x="581947" y="227293"/>
                  </a:lnTo>
                  <a:lnTo>
                    <a:pt x="571642" y="227781"/>
                  </a:lnTo>
                  <a:lnTo>
                    <a:pt x="561309" y="228249"/>
                  </a:lnTo>
                  <a:lnTo>
                    <a:pt x="550945" y="228707"/>
                  </a:lnTo>
                  <a:lnTo>
                    <a:pt x="540548" y="229161"/>
                  </a:lnTo>
                  <a:lnTo>
                    <a:pt x="530115" y="229619"/>
                  </a:lnTo>
                  <a:lnTo>
                    <a:pt x="519645" y="230091"/>
                  </a:lnTo>
                  <a:lnTo>
                    <a:pt x="509134" y="230583"/>
                  </a:lnTo>
                  <a:lnTo>
                    <a:pt x="498581" y="231105"/>
                  </a:lnTo>
                  <a:lnTo>
                    <a:pt x="487982" y="231663"/>
                  </a:lnTo>
                  <a:lnTo>
                    <a:pt x="477337" y="232267"/>
                  </a:lnTo>
                  <a:lnTo>
                    <a:pt x="466641" y="232923"/>
                  </a:lnTo>
                  <a:lnTo>
                    <a:pt x="455894" y="233641"/>
                  </a:lnTo>
                  <a:lnTo>
                    <a:pt x="445092" y="234428"/>
                  </a:lnTo>
                  <a:lnTo>
                    <a:pt x="434234" y="235292"/>
                  </a:lnTo>
                  <a:lnTo>
                    <a:pt x="423316" y="236242"/>
                  </a:lnTo>
                  <a:lnTo>
                    <a:pt x="412336" y="237285"/>
                  </a:lnTo>
                  <a:lnTo>
                    <a:pt x="401293" y="238429"/>
                  </a:lnTo>
                  <a:lnTo>
                    <a:pt x="390184" y="239683"/>
                  </a:lnTo>
                  <a:lnTo>
                    <a:pt x="379006" y="241055"/>
                  </a:lnTo>
                  <a:lnTo>
                    <a:pt x="367756" y="242552"/>
                  </a:lnTo>
                  <a:lnTo>
                    <a:pt x="356434" y="244183"/>
                  </a:lnTo>
                  <a:lnTo>
                    <a:pt x="345036" y="245956"/>
                  </a:lnTo>
                  <a:lnTo>
                    <a:pt x="333559" y="247879"/>
                  </a:lnTo>
                  <a:lnTo>
                    <a:pt x="322002" y="249959"/>
                  </a:lnTo>
                  <a:lnTo>
                    <a:pt x="310363" y="252206"/>
                  </a:lnTo>
                  <a:lnTo>
                    <a:pt x="298638" y="254626"/>
                  </a:lnTo>
                  <a:lnTo>
                    <a:pt x="286825" y="257229"/>
                  </a:lnTo>
                  <a:lnTo>
                    <a:pt x="274923" y="260022"/>
                  </a:lnTo>
                  <a:lnTo>
                    <a:pt x="262928" y="263013"/>
                  </a:lnTo>
                  <a:lnTo>
                    <a:pt x="250838" y="266210"/>
                  </a:lnTo>
                  <a:lnTo>
                    <a:pt x="238652" y="269621"/>
                  </a:lnTo>
                  <a:lnTo>
                    <a:pt x="226366" y="273255"/>
                  </a:lnTo>
                  <a:lnTo>
                    <a:pt x="213978" y="277120"/>
                  </a:lnTo>
                  <a:lnTo>
                    <a:pt x="201486" y="281222"/>
                  </a:lnTo>
                  <a:lnTo>
                    <a:pt x="188888" y="285572"/>
                  </a:lnTo>
                  <a:lnTo>
                    <a:pt x="176181" y="290176"/>
                  </a:lnTo>
                  <a:lnTo>
                    <a:pt x="163362" y="295042"/>
                  </a:lnTo>
                  <a:lnTo>
                    <a:pt x="150430" y="300180"/>
                  </a:lnTo>
                  <a:lnTo>
                    <a:pt x="137382" y="305596"/>
                  </a:lnTo>
                  <a:lnTo>
                    <a:pt x="124215" y="311299"/>
                  </a:lnTo>
                  <a:lnTo>
                    <a:pt x="110928" y="317297"/>
                  </a:lnTo>
                  <a:lnTo>
                    <a:pt x="97518" y="323598"/>
                  </a:lnTo>
                  <a:lnTo>
                    <a:pt x="83982" y="330210"/>
                  </a:lnTo>
                  <a:lnTo>
                    <a:pt x="70318" y="337141"/>
                  </a:lnTo>
                  <a:lnTo>
                    <a:pt x="56524" y="344399"/>
                  </a:lnTo>
                  <a:lnTo>
                    <a:pt x="42598" y="351992"/>
                  </a:lnTo>
                  <a:lnTo>
                    <a:pt x="28536" y="359929"/>
                  </a:lnTo>
                  <a:lnTo>
                    <a:pt x="14338" y="368217"/>
                  </a:lnTo>
                  <a:lnTo>
                    <a:pt x="0" y="376864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2511107" y="4358397"/>
              <a:ext cx="1272223" cy="148014"/>
            </a:xfrm>
            <a:custGeom>
              <a:avLst/>
              <a:pathLst>
                <a:path w="1272223" h="148014">
                  <a:moveTo>
                    <a:pt x="1272223" y="0"/>
                  </a:moveTo>
                  <a:lnTo>
                    <a:pt x="1260283" y="11664"/>
                  </a:lnTo>
                  <a:lnTo>
                    <a:pt x="1248361" y="22765"/>
                  </a:lnTo>
                  <a:lnTo>
                    <a:pt x="1236456" y="33314"/>
                  </a:lnTo>
                  <a:lnTo>
                    <a:pt x="1224567" y="43320"/>
                  </a:lnTo>
                  <a:lnTo>
                    <a:pt x="1212694" y="52794"/>
                  </a:lnTo>
                  <a:lnTo>
                    <a:pt x="1200833" y="61747"/>
                  </a:lnTo>
                  <a:lnTo>
                    <a:pt x="1188986" y="70190"/>
                  </a:lnTo>
                  <a:lnTo>
                    <a:pt x="1177149" y="78132"/>
                  </a:lnTo>
                  <a:lnTo>
                    <a:pt x="1165324" y="85584"/>
                  </a:lnTo>
                  <a:lnTo>
                    <a:pt x="1153507" y="92556"/>
                  </a:lnTo>
                  <a:lnTo>
                    <a:pt x="1141698" y="99060"/>
                  </a:lnTo>
                  <a:lnTo>
                    <a:pt x="1129896" y="105105"/>
                  </a:lnTo>
                  <a:lnTo>
                    <a:pt x="1118100" y="110702"/>
                  </a:lnTo>
                  <a:lnTo>
                    <a:pt x="1106308" y="115861"/>
                  </a:lnTo>
                  <a:lnTo>
                    <a:pt x="1094520" y="120594"/>
                  </a:lnTo>
                  <a:lnTo>
                    <a:pt x="1082734" y="124909"/>
                  </a:lnTo>
                  <a:lnTo>
                    <a:pt x="1070949" y="128819"/>
                  </a:lnTo>
                  <a:lnTo>
                    <a:pt x="1059164" y="132333"/>
                  </a:lnTo>
                  <a:lnTo>
                    <a:pt x="1047379" y="135462"/>
                  </a:lnTo>
                  <a:lnTo>
                    <a:pt x="1035590" y="138216"/>
                  </a:lnTo>
                  <a:lnTo>
                    <a:pt x="1023799" y="140605"/>
                  </a:lnTo>
                  <a:lnTo>
                    <a:pt x="1012003" y="142641"/>
                  </a:lnTo>
                  <a:lnTo>
                    <a:pt x="1000201" y="144334"/>
                  </a:lnTo>
                  <a:lnTo>
                    <a:pt x="988393" y="145694"/>
                  </a:lnTo>
                  <a:lnTo>
                    <a:pt x="976576" y="146731"/>
                  </a:lnTo>
                  <a:lnTo>
                    <a:pt x="964751" y="147457"/>
                  </a:lnTo>
                  <a:lnTo>
                    <a:pt x="952915" y="147881"/>
                  </a:lnTo>
                  <a:lnTo>
                    <a:pt x="941068" y="148014"/>
                  </a:lnTo>
                  <a:lnTo>
                    <a:pt x="929208" y="147866"/>
                  </a:lnTo>
                  <a:lnTo>
                    <a:pt x="917334" y="147449"/>
                  </a:lnTo>
                  <a:lnTo>
                    <a:pt x="905446" y="146772"/>
                  </a:lnTo>
                  <a:lnTo>
                    <a:pt x="893542" y="145846"/>
                  </a:lnTo>
                  <a:lnTo>
                    <a:pt x="881621" y="144681"/>
                  </a:lnTo>
                  <a:lnTo>
                    <a:pt x="869682" y="143288"/>
                  </a:lnTo>
                  <a:lnTo>
                    <a:pt x="857723" y="141678"/>
                  </a:lnTo>
                  <a:lnTo>
                    <a:pt x="845744" y="139860"/>
                  </a:lnTo>
                  <a:lnTo>
                    <a:pt x="833743" y="137846"/>
                  </a:lnTo>
                  <a:lnTo>
                    <a:pt x="821720" y="135645"/>
                  </a:lnTo>
                  <a:lnTo>
                    <a:pt x="809672" y="133268"/>
                  </a:lnTo>
                  <a:lnTo>
                    <a:pt x="797600" y="130726"/>
                  </a:lnTo>
                  <a:lnTo>
                    <a:pt x="785501" y="128030"/>
                  </a:lnTo>
                  <a:lnTo>
                    <a:pt x="773375" y="125189"/>
                  </a:lnTo>
                  <a:lnTo>
                    <a:pt x="761221" y="122214"/>
                  </a:lnTo>
                  <a:lnTo>
                    <a:pt x="749036" y="119115"/>
                  </a:lnTo>
                  <a:lnTo>
                    <a:pt x="736822" y="115904"/>
                  </a:lnTo>
                  <a:lnTo>
                    <a:pt x="724575" y="112590"/>
                  </a:lnTo>
                  <a:lnTo>
                    <a:pt x="712295" y="109184"/>
                  </a:lnTo>
                  <a:lnTo>
                    <a:pt x="699981" y="105697"/>
                  </a:lnTo>
                  <a:lnTo>
                    <a:pt x="687632" y="102138"/>
                  </a:lnTo>
                  <a:lnTo>
                    <a:pt x="675247" y="98519"/>
                  </a:lnTo>
                  <a:lnTo>
                    <a:pt x="662824" y="94850"/>
                  </a:lnTo>
                  <a:lnTo>
                    <a:pt x="650362" y="91141"/>
                  </a:lnTo>
                  <a:lnTo>
                    <a:pt x="637860" y="87403"/>
                  </a:lnTo>
                  <a:lnTo>
                    <a:pt x="625317" y="83646"/>
                  </a:lnTo>
                  <a:lnTo>
                    <a:pt x="612733" y="79880"/>
                  </a:lnTo>
                  <a:lnTo>
                    <a:pt x="600105" y="76117"/>
                  </a:lnTo>
                  <a:lnTo>
                    <a:pt x="587432" y="72367"/>
                  </a:lnTo>
                  <a:lnTo>
                    <a:pt x="574714" y="68640"/>
                  </a:lnTo>
                  <a:lnTo>
                    <a:pt x="561949" y="64947"/>
                  </a:lnTo>
                  <a:lnTo>
                    <a:pt x="549137" y="61297"/>
                  </a:lnTo>
                  <a:lnTo>
                    <a:pt x="536275" y="57702"/>
                  </a:lnTo>
                  <a:lnTo>
                    <a:pt x="523364" y="54172"/>
                  </a:lnTo>
                  <a:lnTo>
                    <a:pt x="510401" y="50718"/>
                  </a:lnTo>
                  <a:lnTo>
                    <a:pt x="497385" y="47350"/>
                  </a:lnTo>
                  <a:lnTo>
                    <a:pt x="484317" y="44078"/>
                  </a:lnTo>
                  <a:lnTo>
                    <a:pt x="471193" y="40913"/>
                  </a:lnTo>
                  <a:lnTo>
                    <a:pt x="458014" y="37865"/>
                  </a:lnTo>
                  <a:lnTo>
                    <a:pt x="444778" y="34946"/>
                  </a:lnTo>
                  <a:lnTo>
                    <a:pt x="431484" y="32164"/>
                  </a:lnTo>
                  <a:lnTo>
                    <a:pt x="418130" y="29532"/>
                  </a:lnTo>
                  <a:lnTo>
                    <a:pt x="404716" y="27058"/>
                  </a:lnTo>
                  <a:lnTo>
                    <a:pt x="391241" y="24755"/>
                  </a:lnTo>
                  <a:lnTo>
                    <a:pt x="377703" y="22631"/>
                  </a:lnTo>
                  <a:lnTo>
                    <a:pt x="364101" y="20699"/>
                  </a:lnTo>
                  <a:lnTo>
                    <a:pt x="350435" y="18967"/>
                  </a:lnTo>
                  <a:lnTo>
                    <a:pt x="336702" y="17447"/>
                  </a:lnTo>
                  <a:lnTo>
                    <a:pt x="322902" y="16149"/>
                  </a:lnTo>
                  <a:lnTo>
                    <a:pt x="309034" y="15084"/>
                  </a:lnTo>
                  <a:lnTo>
                    <a:pt x="295096" y="14262"/>
                  </a:lnTo>
                  <a:lnTo>
                    <a:pt x="281088" y="13693"/>
                  </a:lnTo>
                  <a:lnTo>
                    <a:pt x="267008" y="13388"/>
                  </a:lnTo>
                  <a:lnTo>
                    <a:pt x="252855" y="13358"/>
                  </a:lnTo>
                  <a:lnTo>
                    <a:pt x="238628" y="13613"/>
                  </a:lnTo>
                  <a:lnTo>
                    <a:pt x="224326" y="14163"/>
                  </a:lnTo>
                  <a:lnTo>
                    <a:pt x="209947" y="15019"/>
                  </a:lnTo>
                  <a:lnTo>
                    <a:pt x="195492" y="16191"/>
                  </a:lnTo>
                  <a:lnTo>
                    <a:pt x="180957" y="17690"/>
                  </a:lnTo>
                  <a:lnTo>
                    <a:pt x="166343" y="19526"/>
                  </a:lnTo>
                  <a:lnTo>
                    <a:pt x="151648" y="21710"/>
                  </a:lnTo>
                  <a:lnTo>
                    <a:pt x="136871" y="24252"/>
                  </a:lnTo>
                  <a:lnTo>
                    <a:pt x="122011" y="27163"/>
                  </a:lnTo>
                  <a:lnTo>
                    <a:pt x="107066" y="30453"/>
                  </a:lnTo>
                  <a:lnTo>
                    <a:pt x="92036" y="34133"/>
                  </a:lnTo>
                  <a:lnTo>
                    <a:pt x="76920" y="38213"/>
                  </a:lnTo>
                  <a:lnTo>
                    <a:pt x="61716" y="42703"/>
                  </a:lnTo>
                  <a:lnTo>
                    <a:pt x="46423" y="47615"/>
                  </a:lnTo>
                  <a:lnTo>
                    <a:pt x="31040" y="52958"/>
                  </a:lnTo>
                  <a:lnTo>
                    <a:pt x="15566" y="58742"/>
                  </a:lnTo>
                  <a:lnTo>
                    <a:pt x="0" y="64980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402940" y="4075873"/>
              <a:ext cx="1380390" cy="393600"/>
            </a:xfrm>
            <a:custGeom>
              <a:avLst/>
              <a:pathLst>
                <a:path w="1380390" h="393600">
                  <a:moveTo>
                    <a:pt x="1380390" y="282523"/>
                  </a:moveTo>
                  <a:lnTo>
                    <a:pt x="1368425" y="294111"/>
                  </a:lnTo>
                  <a:lnTo>
                    <a:pt x="1356430" y="304986"/>
                  </a:lnTo>
                  <a:lnTo>
                    <a:pt x="1344404" y="315161"/>
                  </a:lnTo>
                  <a:lnTo>
                    <a:pt x="1332346" y="324648"/>
                  </a:lnTo>
                  <a:lnTo>
                    <a:pt x="1320257" y="333461"/>
                  </a:lnTo>
                  <a:lnTo>
                    <a:pt x="1308137" y="341612"/>
                  </a:lnTo>
                  <a:lnTo>
                    <a:pt x="1295984" y="349115"/>
                  </a:lnTo>
                  <a:lnTo>
                    <a:pt x="1283799" y="355983"/>
                  </a:lnTo>
                  <a:lnTo>
                    <a:pt x="1271581" y="362229"/>
                  </a:lnTo>
                  <a:lnTo>
                    <a:pt x="1259330" y="367866"/>
                  </a:lnTo>
                  <a:lnTo>
                    <a:pt x="1247046" y="372907"/>
                  </a:lnTo>
                  <a:lnTo>
                    <a:pt x="1234728" y="377364"/>
                  </a:lnTo>
                  <a:lnTo>
                    <a:pt x="1222377" y="381252"/>
                  </a:lnTo>
                  <a:lnTo>
                    <a:pt x="1209991" y="384582"/>
                  </a:lnTo>
                  <a:lnTo>
                    <a:pt x="1197570" y="387369"/>
                  </a:lnTo>
                  <a:lnTo>
                    <a:pt x="1185115" y="389625"/>
                  </a:lnTo>
                  <a:lnTo>
                    <a:pt x="1172625" y="391363"/>
                  </a:lnTo>
                  <a:lnTo>
                    <a:pt x="1160099" y="392596"/>
                  </a:lnTo>
                  <a:lnTo>
                    <a:pt x="1147537" y="393338"/>
                  </a:lnTo>
                  <a:lnTo>
                    <a:pt x="1134940" y="393600"/>
                  </a:lnTo>
                  <a:lnTo>
                    <a:pt x="1122306" y="393397"/>
                  </a:lnTo>
                  <a:lnTo>
                    <a:pt x="1109635" y="392742"/>
                  </a:lnTo>
                  <a:lnTo>
                    <a:pt x="1096928" y="391647"/>
                  </a:lnTo>
                  <a:lnTo>
                    <a:pt x="1084183" y="390125"/>
                  </a:lnTo>
                  <a:lnTo>
                    <a:pt x="1071401" y="388190"/>
                  </a:lnTo>
                  <a:lnTo>
                    <a:pt x="1058581" y="385855"/>
                  </a:lnTo>
                  <a:lnTo>
                    <a:pt x="1045722" y="383132"/>
                  </a:lnTo>
                  <a:lnTo>
                    <a:pt x="1032826" y="380035"/>
                  </a:lnTo>
                  <a:lnTo>
                    <a:pt x="1019890" y="376577"/>
                  </a:lnTo>
                  <a:lnTo>
                    <a:pt x="1006915" y="372770"/>
                  </a:lnTo>
                  <a:lnTo>
                    <a:pt x="993902" y="368628"/>
                  </a:lnTo>
                  <a:lnTo>
                    <a:pt x="980848" y="364164"/>
                  </a:lnTo>
                  <a:lnTo>
                    <a:pt x="967754" y="359391"/>
                  </a:lnTo>
                  <a:lnTo>
                    <a:pt x="954620" y="354321"/>
                  </a:lnTo>
                  <a:lnTo>
                    <a:pt x="941446" y="348969"/>
                  </a:lnTo>
                  <a:lnTo>
                    <a:pt x="928231" y="343347"/>
                  </a:lnTo>
                  <a:lnTo>
                    <a:pt x="914974" y="337468"/>
                  </a:lnTo>
                  <a:lnTo>
                    <a:pt x="901676" y="331344"/>
                  </a:lnTo>
                  <a:lnTo>
                    <a:pt x="888336" y="324990"/>
                  </a:lnTo>
                  <a:lnTo>
                    <a:pt x="874954" y="318419"/>
                  </a:lnTo>
                  <a:lnTo>
                    <a:pt x="861530" y="311642"/>
                  </a:lnTo>
                  <a:lnTo>
                    <a:pt x="848063" y="304674"/>
                  </a:lnTo>
                  <a:lnTo>
                    <a:pt x="834553" y="297527"/>
                  </a:lnTo>
                  <a:lnTo>
                    <a:pt x="821000" y="290214"/>
                  </a:lnTo>
                  <a:lnTo>
                    <a:pt x="807403" y="282749"/>
                  </a:lnTo>
                  <a:lnTo>
                    <a:pt x="793762" y="275144"/>
                  </a:lnTo>
                  <a:lnTo>
                    <a:pt x="780077" y="267413"/>
                  </a:lnTo>
                  <a:lnTo>
                    <a:pt x="766347" y="259568"/>
                  </a:lnTo>
                  <a:lnTo>
                    <a:pt x="752573" y="251623"/>
                  </a:lnTo>
                  <a:lnTo>
                    <a:pt x="738753" y="243590"/>
                  </a:lnTo>
                  <a:lnTo>
                    <a:pt x="724888" y="235483"/>
                  </a:lnTo>
                  <a:lnTo>
                    <a:pt x="710977" y="227315"/>
                  </a:lnTo>
                  <a:lnTo>
                    <a:pt x="697021" y="219099"/>
                  </a:lnTo>
                  <a:lnTo>
                    <a:pt x="683017" y="210847"/>
                  </a:lnTo>
                  <a:lnTo>
                    <a:pt x="668968" y="202573"/>
                  </a:lnTo>
                  <a:lnTo>
                    <a:pt x="654871" y="194290"/>
                  </a:lnTo>
                  <a:lnTo>
                    <a:pt x="640727" y="186011"/>
                  </a:lnTo>
                  <a:lnTo>
                    <a:pt x="626536" y="177749"/>
                  </a:lnTo>
                  <a:lnTo>
                    <a:pt x="612296" y="169517"/>
                  </a:lnTo>
                  <a:lnTo>
                    <a:pt x="598009" y="161329"/>
                  </a:lnTo>
                  <a:lnTo>
                    <a:pt x="583673" y="153196"/>
                  </a:lnTo>
                  <a:lnTo>
                    <a:pt x="569288" y="145132"/>
                  </a:lnTo>
                  <a:lnTo>
                    <a:pt x="554854" y="137151"/>
                  </a:lnTo>
                  <a:lnTo>
                    <a:pt x="540371" y="129264"/>
                  </a:lnTo>
                  <a:lnTo>
                    <a:pt x="525838" y="121486"/>
                  </a:lnTo>
                  <a:lnTo>
                    <a:pt x="511255" y="113830"/>
                  </a:lnTo>
                  <a:lnTo>
                    <a:pt x="496622" y="106308"/>
                  </a:lnTo>
                  <a:lnTo>
                    <a:pt x="481938" y="98933"/>
                  </a:lnTo>
                  <a:lnTo>
                    <a:pt x="467204" y="91718"/>
                  </a:lnTo>
                  <a:lnTo>
                    <a:pt x="452418" y="84678"/>
                  </a:lnTo>
                  <a:lnTo>
                    <a:pt x="437581" y="77823"/>
                  </a:lnTo>
                  <a:lnTo>
                    <a:pt x="422692" y="71169"/>
                  </a:lnTo>
                  <a:lnTo>
                    <a:pt x="407750" y="64727"/>
                  </a:lnTo>
                  <a:lnTo>
                    <a:pt x="392757" y="58510"/>
                  </a:lnTo>
                  <a:lnTo>
                    <a:pt x="377711" y="52532"/>
                  </a:lnTo>
                  <a:lnTo>
                    <a:pt x="362611" y="46807"/>
                  </a:lnTo>
                  <a:lnTo>
                    <a:pt x="347459" y="41345"/>
                  </a:lnTo>
                  <a:lnTo>
                    <a:pt x="332252" y="36162"/>
                  </a:lnTo>
                  <a:lnTo>
                    <a:pt x="316992" y="31270"/>
                  </a:lnTo>
                  <a:lnTo>
                    <a:pt x="301678" y="26681"/>
                  </a:lnTo>
                  <a:lnTo>
                    <a:pt x="286309" y="22410"/>
                  </a:lnTo>
                  <a:lnTo>
                    <a:pt x="270885" y="18469"/>
                  </a:lnTo>
                  <a:lnTo>
                    <a:pt x="255406" y="14870"/>
                  </a:lnTo>
                  <a:lnTo>
                    <a:pt x="239872" y="11628"/>
                  </a:lnTo>
                  <a:lnTo>
                    <a:pt x="224282" y="8755"/>
                  </a:lnTo>
                  <a:lnTo>
                    <a:pt x="208636" y="6264"/>
                  </a:lnTo>
                  <a:lnTo>
                    <a:pt x="192934" y="4169"/>
                  </a:lnTo>
                  <a:lnTo>
                    <a:pt x="177175" y="2481"/>
                  </a:lnTo>
                  <a:lnTo>
                    <a:pt x="161359" y="1215"/>
                  </a:lnTo>
                  <a:lnTo>
                    <a:pt x="145485" y="384"/>
                  </a:lnTo>
                  <a:lnTo>
                    <a:pt x="129554" y="0"/>
                  </a:lnTo>
                  <a:lnTo>
                    <a:pt x="113566" y="76"/>
                  </a:lnTo>
                  <a:lnTo>
                    <a:pt x="97519" y="626"/>
                  </a:lnTo>
                  <a:lnTo>
                    <a:pt x="81414" y="1662"/>
                  </a:lnTo>
                  <a:lnTo>
                    <a:pt x="65250" y="3198"/>
                  </a:lnTo>
                  <a:lnTo>
                    <a:pt x="49026" y="5247"/>
                  </a:lnTo>
                  <a:lnTo>
                    <a:pt x="32744" y="7821"/>
                  </a:lnTo>
                  <a:lnTo>
                    <a:pt x="16402" y="10934"/>
                  </a:lnTo>
                  <a:lnTo>
                    <a:pt x="0" y="14599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348182" y="3743414"/>
              <a:ext cx="1435148" cy="703590"/>
            </a:xfrm>
            <a:custGeom>
              <a:avLst/>
              <a:pathLst>
                <a:path w="1435148" h="703590">
                  <a:moveTo>
                    <a:pt x="1435148" y="614982"/>
                  </a:moveTo>
                  <a:lnTo>
                    <a:pt x="1423170" y="626492"/>
                  </a:lnTo>
                  <a:lnTo>
                    <a:pt x="1411138" y="637132"/>
                  </a:lnTo>
                  <a:lnTo>
                    <a:pt x="1399050" y="646918"/>
                  </a:lnTo>
                  <a:lnTo>
                    <a:pt x="1386907" y="655866"/>
                  </a:lnTo>
                  <a:lnTo>
                    <a:pt x="1374710" y="663991"/>
                  </a:lnTo>
                  <a:lnTo>
                    <a:pt x="1362457" y="671310"/>
                  </a:lnTo>
                  <a:lnTo>
                    <a:pt x="1350150" y="677838"/>
                  </a:lnTo>
                  <a:lnTo>
                    <a:pt x="1337788" y="683591"/>
                  </a:lnTo>
                  <a:lnTo>
                    <a:pt x="1325372" y="688584"/>
                  </a:lnTo>
                  <a:lnTo>
                    <a:pt x="1312901" y="692834"/>
                  </a:lnTo>
                  <a:lnTo>
                    <a:pt x="1300377" y="696355"/>
                  </a:lnTo>
                  <a:lnTo>
                    <a:pt x="1287798" y="699164"/>
                  </a:lnTo>
                  <a:lnTo>
                    <a:pt x="1275165" y="701276"/>
                  </a:lnTo>
                  <a:lnTo>
                    <a:pt x="1262478" y="702708"/>
                  </a:lnTo>
                  <a:lnTo>
                    <a:pt x="1249738" y="703474"/>
                  </a:lnTo>
                  <a:lnTo>
                    <a:pt x="1236944" y="703590"/>
                  </a:lnTo>
                  <a:lnTo>
                    <a:pt x="1224096" y="703073"/>
                  </a:lnTo>
                  <a:lnTo>
                    <a:pt x="1211195" y="701938"/>
                  </a:lnTo>
                  <a:lnTo>
                    <a:pt x="1198241" y="700200"/>
                  </a:lnTo>
                  <a:lnTo>
                    <a:pt x="1185234" y="697875"/>
                  </a:lnTo>
                  <a:lnTo>
                    <a:pt x="1172173" y="694980"/>
                  </a:lnTo>
                  <a:lnTo>
                    <a:pt x="1159060" y="691530"/>
                  </a:lnTo>
                  <a:lnTo>
                    <a:pt x="1145894" y="687540"/>
                  </a:lnTo>
                  <a:lnTo>
                    <a:pt x="1132675" y="683026"/>
                  </a:lnTo>
                  <a:lnTo>
                    <a:pt x="1119404" y="678004"/>
                  </a:lnTo>
                  <a:lnTo>
                    <a:pt x="1106080" y="672490"/>
                  </a:lnTo>
                  <a:lnTo>
                    <a:pt x="1092705" y="666499"/>
                  </a:lnTo>
                  <a:lnTo>
                    <a:pt x="1079276" y="660047"/>
                  </a:lnTo>
                  <a:lnTo>
                    <a:pt x="1065796" y="653150"/>
                  </a:lnTo>
                  <a:lnTo>
                    <a:pt x="1052264" y="645823"/>
                  </a:lnTo>
                  <a:lnTo>
                    <a:pt x="1038680" y="638083"/>
                  </a:lnTo>
                  <a:lnTo>
                    <a:pt x="1025045" y="629945"/>
                  </a:lnTo>
                  <a:lnTo>
                    <a:pt x="1011358" y="621424"/>
                  </a:lnTo>
                  <a:lnTo>
                    <a:pt x="997619" y="612537"/>
                  </a:lnTo>
                  <a:lnTo>
                    <a:pt x="983829" y="603298"/>
                  </a:lnTo>
                  <a:lnTo>
                    <a:pt x="969988" y="593725"/>
                  </a:lnTo>
                  <a:lnTo>
                    <a:pt x="956096" y="583832"/>
                  </a:lnTo>
                  <a:lnTo>
                    <a:pt x="942153" y="573635"/>
                  </a:lnTo>
                  <a:lnTo>
                    <a:pt x="928159" y="563151"/>
                  </a:lnTo>
                  <a:lnTo>
                    <a:pt x="914114" y="552394"/>
                  </a:lnTo>
                  <a:lnTo>
                    <a:pt x="900018" y="541380"/>
                  </a:lnTo>
                  <a:lnTo>
                    <a:pt x="885872" y="530126"/>
                  </a:lnTo>
                  <a:lnTo>
                    <a:pt x="871676" y="518646"/>
                  </a:lnTo>
                  <a:lnTo>
                    <a:pt x="857430" y="506957"/>
                  </a:lnTo>
                  <a:lnTo>
                    <a:pt x="843133" y="495074"/>
                  </a:lnTo>
                  <a:lnTo>
                    <a:pt x="828786" y="483013"/>
                  </a:lnTo>
                  <a:lnTo>
                    <a:pt x="814390" y="470789"/>
                  </a:lnTo>
                  <a:lnTo>
                    <a:pt x="799943" y="458419"/>
                  </a:lnTo>
                  <a:lnTo>
                    <a:pt x="785447" y="445919"/>
                  </a:lnTo>
                  <a:lnTo>
                    <a:pt x="770902" y="433303"/>
                  </a:lnTo>
                  <a:lnTo>
                    <a:pt x="756307" y="420587"/>
                  </a:lnTo>
                  <a:lnTo>
                    <a:pt x="741663" y="407788"/>
                  </a:lnTo>
                  <a:lnTo>
                    <a:pt x="726969" y="394921"/>
                  </a:lnTo>
                  <a:lnTo>
                    <a:pt x="712227" y="382002"/>
                  </a:lnTo>
                  <a:lnTo>
                    <a:pt x="697436" y="369046"/>
                  </a:lnTo>
                  <a:lnTo>
                    <a:pt x="682596" y="356069"/>
                  </a:lnTo>
                  <a:lnTo>
                    <a:pt x="667707" y="343087"/>
                  </a:lnTo>
                  <a:lnTo>
                    <a:pt x="652769" y="330115"/>
                  </a:lnTo>
                  <a:lnTo>
                    <a:pt x="637783" y="317170"/>
                  </a:lnTo>
                  <a:lnTo>
                    <a:pt x="622749" y="304267"/>
                  </a:lnTo>
                  <a:lnTo>
                    <a:pt x="607667" y="291421"/>
                  </a:lnTo>
                  <a:lnTo>
                    <a:pt x="592536" y="278649"/>
                  </a:lnTo>
                  <a:lnTo>
                    <a:pt x="577358" y="265966"/>
                  </a:lnTo>
                  <a:lnTo>
                    <a:pt x="562132" y="253388"/>
                  </a:lnTo>
                  <a:lnTo>
                    <a:pt x="546857" y="240930"/>
                  </a:lnTo>
                  <a:lnTo>
                    <a:pt x="531536" y="228609"/>
                  </a:lnTo>
                  <a:lnTo>
                    <a:pt x="516167" y="216440"/>
                  </a:lnTo>
                  <a:lnTo>
                    <a:pt x="500750" y="204438"/>
                  </a:lnTo>
                  <a:lnTo>
                    <a:pt x="485286" y="192620"/>
                  </a:lnTo>
                  <a:lnTo>
                    <a:pt x="469776" y="181002"/>
                  </a:lnTo>
                  <a:lnTo>
                    <a:pt x="454218" y="169597"/>
                  </a:lnTo>
                  <a:lnTo>
                    <a:pt x="438613" y="158424"/>
                  </a:lnTo>
                  <a:lnTo>
                    <a:pt x="422961" y="147497"/>
                  </a:lnTo>
                  <a:lnTo>
                    <a:pt x="407263" y="136832"/>
                  </a:lnTo>
                  <a:lnTo>
                    <a:pt x="391518" y="126444"/>
                  </a:lnTo>
                  <a:lnTo>
                    <a:pt x="375727" y="116351"/>
                  </a:lnTo>
                  <a:lnTo>
                    <a:pt x="359890" y="106566"/>
                  </a:lnTo>
                  <a:lnTo>
                    <a:pt x="344006" y="97106"/>
                  </a:lnTo>
                  <a:lnTo>
                    <a:pt x="328077" y="87987"/>
                  </a:lnTo>
                  <a:lnTo>
                    <a:pt x="312101" y="79224"/>
                  </a:lnTo>
                  <a:lnTo>
                    <a:pt x="296080" y="70833"/>
                  </a:lnTo>
                  <a:lnTo>
                    <a:pt x="280013" y="62830"/>
                  </a:lnTo>
                  <a:lnTo>
                    <a:pt x="263900" y="55230"/>
                  </a:lnTo>
                  <a:lnTo>
                    <a:pt x="247742" y="48049"/>
                  </a:lnTo>
                  <a:lnTo>
                    <a:pt x="231539" y="41304"/>
                  </a:lnTo>
                  <a:lnTo>
                    <a:pt x="215290" y="35009"/>
                  </a:lnTo>
                  <a:lnTo>
                    <a:pt x="198996" y="29180"/>
                  </a:lnTo>
                  <a:lnTo>
                    <a:pt x="182658" y="23834"/>
                  </a:lnTo>
                  <a:lnTo>
                    <a:pt x="166274" y="18985"/>
                  </a:lnTo>
                  <a:lnTo>
                    <a:pt x="149846" y="14649"/>
                  </a:lnTo>
                  <a:lnTo>
                    <a:pt x="133373" y="10843"/>
                  </a:lnTo>
                  <a:lnTo>
                    <a:pt x="116856" y="7582"/>
                  </a:lnTo>
                  <a:lnTo>
                    <a:pt x="100294" y="4881"/>
                  </a:lnTo>
                  <a:lnTo>
                    <a:pt x="83688" y="2757"/>
                  </a:lnTo>
                  <a:lnTo>
                    <a:pt x="67038" y="1225"/>
                  </a:lnTo>
                  <a:lnTo>
                    <a:pt x="50344" y="300"/>
                  </a:lnTo>
                  <a:lnTo>
                    <a:pt x="33606" y="0"/>
                  </a:lnTo>
                  <a:lnTo>
                    <a:pt x="16825" y="338"/>
                  </a:lnTo>
                  <a:lnTo>
                    <a:pt x="0" y="1331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348182" y="2692450"/>
              <a:ext cx="1435148" cy="703590"/>
            </a:xfrm>
            <a:custGeom>
              <a:avLst/>
              <a:pathLst>
                <a:path w="1435148" h="703590">
                  <a:moveTo>
                    <a:pt x="1435148" y="88608"/>
                  </a:moveTo>
                  <a:lnTo>
                    <a:pt x="1423170" y="77098"/>
                  </a:lnTo>
                  <a:lnTo>
                    <a:pt x="1411138" y="66458"/>
                  </a:lnTo>
                  <a:lnTo>
                    <a:pt x="1399050" y="56672"/>
                  </a:lnTo>
                  <a:lnTo>
                    <a:pt x="1386907" y="47724"/>
                  </a:lnTo>
                  <a:lnTo>
                    <a:pt x="1374710" y="39598"/>
                  </a:lnTo>
                  <a:lnTo>
                    <a:pt x="1362457" y="32279"/>
                  </a:lnTo>
                  <a:lnTo>
                    <a:pt x="1350150" y="25751"/>
                  </a:lnTo>
                  <a:lnTo>
                    <a:pt x="1337788" y="19998"/>
                  </a:lnTo>
                  <a:lnTo>
                    <a:pt x="1325372" y="15005"/>
                  </a:lnTo>
                  <a:lnTo>
                    <a:pt x="1312901" y="10756"/>
                  </a:lnTo>
                  <a:lnTo>
                    <a:pt x="1300377" y="7235"/>
                  </a:lnTo>
                  <a:lnTo>
                    <a:pt x="1287798" y="4426"/>
                  </a:lnTo>
                  <a:lnTo>
                    <a:pt x="1275165" y="2313"/>
                  </a:lnTo>
                  <a:lnTo>
                    <a:pt x="1262478" y="882"/>
                  </a:lnTo>
                  <a:lnTo>
                    <a:pt x="1249738" y="116"/>
                  </a:lnTo>
                  <a:lnTo>
                    <a:pt x="1236944" y="0"/>
                  </a:lnTo>
                  <a:lnTo>
                    <a:pt x="1224096" y="517"/>
                  </a:lnTo>
                  <a:lnTo>
                    <a:pt x="1211195" y="1652"/>
                  </a:lnTo>
                  <a:lnTo>
                    <a:pt x="1198241" y="3390"/>
                  </a:lnTo>
                  <a:lnTo>
                    <a:pt x="1185234" y="5714"/>
                  </a:lnTo>
                  <a:lnTo>
                    <a:pt x="1172173" y="8609"/>
                  </a:lnTo>
                  <a:lnTo>
                    <a:pt x="1159060" y="12060"/>
                  </a:lnTo>
                  <a:lnTo>
                    <a:pt x="1145894" y="16050"/>
                  </a:lnTo>
                  <a:lnTo>
                    <a:pt x="1132675" y="20564"/>
                  </a:lnTo>
                  <a:lnTo>
                    <a:pt x="1119404" y="25586"/>
                  </a:lnTo>
                  <a:lnTo>
                    <a:pt x="1106080" y="31100"/>
                  </a:lnTo>
                  <a:lnTo>
                    <a:pt x="1092705" y="37091"/>
                  </a:lnTo>
                  <a:lnTo>
                    <a:pt x="1079276" y="43543"/>
                  </a:lnTo>
                  <a:lnTo>
                    <a:pt x="1065796" y="50440"/>
                  </a:lnTo>
                  <a:lnTo>
                    <a:pt x="1052264" y="57766"/>
                  </a:lnTo>
                  <a:lnTo>
                    <a:pt x="1038680" y="65507"/>
                  </a:lnTo>
                  <a:lnTo>
                    <a:pt x="1025045" y="73645"/>
                  </a:lnTo>
                  <a:lnTo>
                    <a:pt x="1011358" y="82166"/>
                  </a:lnTo>
                  <a:lnTo>
                    <a:pt x="997619" y="91053"/>
                  </a:lnTo>
                  <a:lnTo>
                    <a:pt x="983829" y="100291"/>
                  </a:lnTo>
                  <a:lnTo>
                    <a:pt x="969988" y="109865"/>
                  </a:lnTo>
                  <a:lnTo>
                    <a:pt x="956096" y="119758"/>
                  </a:lnTo>
                  <a:lnTo>
                    <a:pt x="942153" y="129954"/>
                  </a:lnTo>
                  <a:lnTo>
                    <a:pt x="928159" y="140439"/>
                  </a:lnTo>
                  <a:lnTo>
                    <a:pt x="914114" y="151196"/>
                  </a:lnTo>
                  <a:lnTo>
                    <a:pt x="900018" y="162210"/>
                  </a:lnTo>
                  <a:lnTo>
                    <a:pt x="885872" y="173464"/>
                  </a:lnTo>
                  <a:lnTo>
                    <a:pt x="871676" y="184944"/>
                  </a:lnTo>
                  <a:lnTo>
                    <a:pt x="857430" y="196633"/>
                  </a:lnTo>
                  <a:lnTo>
                    <a:pt x="843133" y="208516"/>
                  </a:lnTo>
                  <a:lnTo>
                    <a:pt x="828786" y="220577"/>
                  </a:lnTo>
                  <a:lnTo>
                    <a:pt x="814390" y="232800"/>
                  </a:lnTo>
                  <a:lnTo>
                    <a:pt x="799943" y="245170"/>
                  </a:lnTo>
                  <a:lnTo>
                    <a:pt x="785447" y="257671"/>
                  </a:lnTo>
                  <a:lnTo>
                    <a:pt x="770902" y="270287"/>
                  </a:lnTo>
                  <a:lnTo>
                    <a:pt x="756307" y="283002"/>
                  </a:lnTo>
                  <a:lnTo>
                    <a:pt x="741663" y="295801"/>
                  </a:lnTo>
                  <a:lnTo>
                    <a:pt x="726969" y="308669"/>
                  </a:lnTo>
                  <a:lnTo>
                    <a:pt x="712227" y="321588"/>
                  </a:lnTo>
                  <a:lnTo>
                    <a:pt x="697436" y="334544"/>
                  </a:lnTo>
                  <a:lnTo>
                    <a:pt x="682596" y="347521"/>
                  </a:lnTo>
                  <a:lnTo>
                    <a:pt x="667707" y="360503"/>
                  </a:lnTo>
                  <a:lnTo>
                    <a:pt x="652769" y="373475"/>
                  </a:lnTo>
                  <a:lnTo>
                    <a:pt x="637783" y="386420"/>
                  </a:lnTo>
                  <a:lnTo>
                    <a:pt x="622749" y="399323"/>
                  </a:lnTo>
                  <a:lnTo>
                    <a:pt x="607667" y="412169"/>
                  </a:lnTo>
                  <a:lnTo>
                    <a:pt x="592536" y="424941"/>
                  </a:lnTo>
                  <a:lnTo>
                    <a:pt x="577358" y="437624"/>
                  </a:lnTo>
                  <a:lnTo>
                    <a:pt x="562132" y="450202"/>
                  </a:lnTo>
                  <a:lnTo>
                    <a:pt x="546857" y="462659"/>
                  </a:lnTo>
                  <a:lnTo>
                    <a:pt x="531536" y="474980"/>
                  </a:lnTo>
                  <a:lnTo>
                    <a:pt x="516167" y="487150"/>
                  </a:lnTo>
                  <a:lnTo>
                    <a:pt x="500750" y="499151"/>
                  </a:lnTo>
                  <a:lnTo>
                    <a:pt x="485286" y="510969"/>
                  </a:lnTo>
                  <a:lnTo>
                    <a:pt x="469776" y="522588"/>
                  </a:lnTo>
                  <a:lnTo>
                    <a:pt x="454218" y="533992"/>
                  </a:lnTo>
                  <a:lnTo>
                    <a:pt x="438613" y="545166"/>
                  </a:lnTo>
                  <a:lnTo>
                    <a:pt x="422961" y="556093"/>
                  </a:lnTo>
                  <a:lnTo>
                    <a:pt x="407263" y="566758"/>
                  </a:lnTo>
                  <a:lnTo>
                    <a:pt x="391518" y="577145"/>
                  </a:lnTo>
                  <a:lnTo>
                    <a:pt x="375727" y="587239"/>
                  </a:lnTo>
                  <a:lnTo>
                    <a:pt x="359890" y="597024"/>
                  </a:lnTo>
                  <a:lnTo>
                    <a:pt x="344006" y="606484"/>
                  </a:lnTo>
                  <a:lnTo>
                    <a:pt x="328077" y="615603"/>
                  </a:lnTo>
                  <a:lnTo>
                    <a:pt x="312101" y="624366"/>
                  </a:lnTo>
                  <a:lnTo>
                    <a:pt x="296080" y="632757"/>
                  </a:lnTo>
                  <a:lnTo>
                    <a:pt x="280013" y="640760"/>
                  </a:lnTo>
                  <a:lnTo>
                    <a:pt x="263900" y="648360"/>
                  </a:lnTo>
                  <a:lnTo>
                    <a:pt x="247742" y="655540"/>
                  </a:lnTo>
                  <a:lnTo>
                    <a:pt x="231539" y="662286"/>
                  </a:lnTo>
                  <a:lnTo>
                    <a:pt x="215290" y="668581"/>
                  </a:lnTo>
                  <a:lnTo>
                    <a:pt x="198996" y="674409"/>
                  </a:lnTo>
                  <a:lnTo>
                    <a:pt x="182658" y="679756"/>
                  </a:lnTo>
                  <a:lnTo>
                    <a:pt x="166274" y="684605"/>
                  </a:lnTo>
                  <a:lnTo>
                    <a:pt x="149846" y="688940"/>
                  </a:lnTo>
                  <a:lnTo>
                    <a:pt x="133373" y="692746"/>
                  </a:lnTo>
                  <a:lnTo>
                    <a:pt x="116856" y="696008"/>
                  </a:lnTo>
                  <a:lnTo>
                    <a:pt x="100294" y="698708"/>
                  </a:lnTo>
                  <a:lnTo>
                    <a:pt x="83688" y="700833"/>
                  </a:lnTo>
                  <a:lnTo>
                    <a:pt x="67038" y="702365"/>
                  </a:lnTo>
                  <a:lnTo>
                    <a:pt x="50344" y="703289"/>
                  </a:lnTo>
                  <a:lnTo>
                    <a:pt x="33606" y="703590"/>
                  </a:lnTo>
                  <a:lnTo>
                    <a:pt x="16825" y="703252"/>
                  </a:lnTo>
                  <a:lnTo>
                    <a:pt x="0" y="702259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402940" y="2669980"/>
              <a:ext cx="1380390" cy="393600"/>
            </a:xfrm>
            <a:custGeom>
              <a:avLst/>
              <a:pathLst>
                <a:path w="1380390" h="393600">
                  <a:moveTo>
                    <a:pt x="1380390" y="111077"/>
                  </a:moveTo>
                  <a:lnTo>
                    <a:pt x="1368425" y="99488"/>
                  </a:lnTo>
                  <a:lnTo>
                    <a:pt x="1356430" y="88613"/>
                  </a:lnTo>
                  <a:lnTo>
                    <a:pt x="1344404" y="78439"/>
                  </a:lnTo>
                  <a:lnTo>
                    <a:pt x="1332346" y="68952"/>
                  </a:lnTo>
                  <a:lnTo>
                    <a:pt x="1320257" y="60139"/>
                  </a:lnTo>
                  <a:lnTo>
                    <a:pt x="1308137" y="51988"/>
                  </a:lnTo>
                  <a:lnTo>
                    <a:pt x="1295984" y="44484"/>
                  </a:lnTo>
                  <a:lnTo>
                    <a:pt x="1283799" y="37616"/>
                  </a:lnTo>
                  <a:lnTo>
                    <a:pt x="1271581" y="31371"/>
                  </a:lnTo>
                  <a:lnTo>
                    <a:pt x="1259330" y="25734"/>
                  </a:lnTo>
                  <a:lnTo>
                    <a:pt x="1247046" y="20693"/>
                  </a:lnTo>
                  <a:lnTo>
                    <a:pt x="1234728" y="16236"/>
                  </a:lnTo>
                  <a:lnTo>
                    <a:pt x="1222377" y="12348"/>
                  </a:lnTo>
                  <a:lnTo>
                    <a:pt x="1209991" y="9018"/>
                  </a:lnTo>
                  <a:lnTo>
                    <a:pt x="1197570" y="6231"/>
                  </a:lnTo>
                  <a:lnTo>
                    <a:pt x="1185115" y="3975"/>
                  </a:lnTo>
                  <a:lnTo>
                    <a:pt x="1172625" y="2237"/>
                  </a:lnTo>
                  <a:lnTo>
                    <a:pt x="1160099" y="1004"/>
                  </a:lnTo>
                  <a:lnTo>
                    <a:pt x="1147537" y="262"/>
                  </a:lnTo>
                  <a:lnTo>
                    <a:pt x="1134940" y="0"/>
                  </a:lnTo>
                  <a:lnTo>
                    <a:pt x="1122306" y="202"/>
                  </a:lnTo>
                  <a:lnTo>
                    <a:pt x="1109635" y="858"/>
                  </a:lnTo>
                  <a:lnTo>
                    <a:pt x="1096928" y="1953"/>
                  </a:lnTo>
                  <a:lnTo>
                    <a:pt x="1084183" y="3474"/>
                  </a:lnTo>
                  <a:lnTo>
                    <a:pt x="1071401" y="5409"/>
                  </a:lnTo>
                  <a:lnTo>
                    <a:pt x="1058581" y="7745"/>
                  </a:lnTo>
                  <a:lnTo>
                    <a:pt x="1045722" y="10468"/>
                  </a:lnTo>
                  <a:lnTo>
                    <a:pt x="1032826" y="13565"/>
                  </a:lnTo>
                  <a:lnTo>
                    <a:pt x="1019890" y="17023"/>
                  </a:lnTo>
                  <a:lnTo>
                    <a:pt x="1006915" y="20830"/>
                  </a:lnTo>
                  <a:lnTo>
                    <a:pt x="993902" y="24972"/>
                  </a:lnTo>
                  <a:lnTo>
                    <a:pt x="980848" y="29436"/>
                  </a:lnTo>
                  <a:lnTo>
                    <a:pt x="967754" y="34209"/>
                  </a:lnTo>
                  <a:lnTo>
                    <a:pt x="954620" y="39278"/>
                  </a:lnTo>
                  <a:lnTo>
                    <a:pt x="941446" y="44631"/>
                  </a:lnTo>
                  <a:lnTo>
                    <a:pt x="928231" y="50253"/>
                  </a:lnTo>
                  <a:lnTo>
                    <a:pt x="914974" y="56132"/>
                  </a:lnTo>
                  <a:lnTo>
                    <a:pt x="901676" y="62255"/>
                  </a:lnTo>
                  <a:lnTo>
                    <a:pt x="888336" y="68610"/>
                  </a:lnTo>
                  <a:lnTo>
                    <a:pt x="874954" y="75181"/>
                  </a:lnTo>
                  <a:lnTo>
                    <a:pt x="861530" y="81958"/>
                  </a:lnTo>
                  <a:lnTo>
                    <a:pt x="848063" y="88926"/>
                  </a:lnTo>
                  <a:lnTo>
                    <a:pt x="834553" y="96073"/>
                  </a:lnTo>
                  <a:lnTo>
                    <a:pt x="821000" y="103386"/>
                  </a:lnTo>
                  <a:lnTo>
                    <a:pt x="807403" y="110851"/>
                  </a:lnTo>
                  <a:lnTo>
                    <a:pt x="793762" y="118456"/>
                  </a:lnTo>
                  <a:lnTo>
                    <a:pt x="780077" y="126187"/>
                  </a:lnTo>
                  <a:lnTo>
                    <a:pt x="766347" y="134032"/>
                  </a:lnTo>
                  <a:lnTo>
                    <a:pt x="752573" y="141977"/>
                  </a:lnTo>
                  <a:lnTo>
                    <a:pt x="738753" y="150010"/>
                  </a:lnTo>
                  <a:lnTo>
                    <a:pt x="724888" y="158117"/>
                  </a:lnTo>
                  <a:lnTo>
                    <a:pt x="710977" y="166285"/>
                  </a:lnTo>
                  <a:lnTo>
                    <a:pt x="697021" y="174501"/>
                  </a:lnTo>
                  <a:lnTo>
                    <a:pt x="683017" y="182753"/>
                  </a:lnTo>
                  <a:lnTo>
                    <a:pt x="668968" y="191027"/>
                  </a:lnTo>
                  <a:lnTo>
                    <a:pt x="654871" y="199310"/>
                  </a:lnTo>
                  <a:lnTo>
                    <a:pt x="640727" y="207589"/>
                  </a:lnTo>
                  <a:lnTo>
                    <a:pt x="626536" y="215850"/>
                  </a:lnTo>
                  <a:lnTo>
                    <a:pt x="612296" y="224082"/>
                  </a:lnTo>
                  <a:lnTo>
                    <a:pt x="598009" y="232271"/>
                  </a:lnTo>
                  <a:lnTo>
                    <a:pt x="583673" y="240404"/>
                  </a:lnTo>
                  <a:lnTo>
                    <a:pt x="569288" y="248468"/>
                  </a:lnTo>
                  <a:lnTo>
                    <a:pt x="554854" y="256449"/>
                  </a:lnTo>
                  <a:lnTo>
                    <a:pt x="540371" y="264335"/>
                  </a:lnTo>
                  <a:lnTo>
                    <a:pt x="525838" y="272113"/>
                  </a:lnTo>
                  <a:lnTo>
                    <a:pt x="511255" y="279770"/>
                  </a:lnTo>
                  <a:lnTo>
                    <a:pt x="496622" y="287292"/>
                  </a:lnTo>
                  <a:lnTo>
                    <a:pt x="481938" y="294667"/>
                  </a:lnTo>
                  <a:lnTo>
                    <a:pt x="467204" y="301881"/>
                  </a:lnTo>
                  <a:lnTo>
                    <a:pt x="452418" y="308922"/>
                  </a:lnTo>
                  <a:lnTo>
                    <a:pt x="437581" y="315777"/>
                  </a:lnTo>
                  <a:lnTo>
                    <a:pt x="422692" y="322431"/>
                  </a:lnTo>
                  <a:lnTo>
                    <a:pt x="407750" y="328873"/>
                  </a:lnTo>
                  <a:lnTo>
                    <a:pt x="392757" y="335090"/>
                  </a:lnTo>
                  <a:lnTo>
                    <a:pt x="377711" y="341067"/>
                  </a:lnTo>
                  <a:lnTo>
                    <a:pt x="362611" y="346793"/>
                  </a:lnTo>
                  <a:lnTo>
                    <a:pt x="347459" y="352254"/>
                  </a:lnTo>
                  <a:lnTo>
                    <a:pt x="332252" y="357438"/>
                  </a:lnTo>
                  <a:lnTo>
                    <a:pt x="316992" y="362330"/>
                  </a:lnTo>
                  <a:lnTo>
                    <a:pt x="301678" y="366918"/>
                  </a:lnTo>
                  <a:lnTo>
                    <a:pt x="286309" y="371190"/>
                  </a:lnTo>
                  <a:lnTo>
                    <a:pt x="270885" y="375131"/>
                  </a:lnTo>
                  <a:lnTo>
                    <a:pt x="255406" y="378730"/>
                  </a:lnTo>
                  <a:lnTo>
                    <a:pt x="239872" y="381972"/>
                  </a:lnTo>
                  <a:lnTo>
                    <a:pt x="224282" y="384845"/>
                  </a:lnTo>
                  <a:lnTo>
                    <a:pt x="208636" y="387336"/>
                  </a:lnTo>
                  <a:lnTo>
                    <a:pt x="192934" y="389431"/>
                  </a:lnTo>
                  <a:lnTo>
                    <a:pt x="177175" y="391119"/>
                  </a:lnTo>
                  <a:lnTo>
                    <a:pt x="161359" y="392385"/>
                  </a:lnTo>
                  <a:lnTo>
                    <a:pt x="145485" y="393216"/>
                  </a:lnTo>
                  <a:lnTo>
                    <a:pt x="129554" y="393600"/>
                  </a:lnTo>
                  <a:lnTo>
                    <a:pt x="113566" y="393524"/>
                  </a:lnTo>
                  <a:lnTo>
                    <a:pt x="97519" y="392974"/>
                  </a:lnTo>
                  <a:lnTo>
                    <a:pt x="81414" y="391938"/>
                  </a:lnTo>
                  <a:lnTo>
                    <a:pt x="65250" y="390402"/>
                  </a:lnTo>
                  <a:lnTo>
                    <a:pt x="49026" y="388353"/>
                  </a:lnTo>
                  <a:lnTo>
                    <a:pt x="32744" y="385779"/>
                  </a:lnTo>
                  <a:lnTo>
                    <a:pt x="16402" y="382666"/>
                  </a:lnTo>
                  <a:lnTo>
                    <a:pt x="0" y="379001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511107" y="2633044"/>
              <a:ext cx="1272223" cy="148014"/>
            </a:xfrm>
            <a:custGeom>
              <a:avLst/>
              <a:pathLst>
                <a:path w="1272223" h="148014">
                  <a:moveTo>
                    <a:pt x="1272223" y="148014"/>
                  </a:moveTo>
                  <a:lnTo>
                    <a:pt x="1260283" y="136349"/>
                  </a:lnTo>
                  <a:lnTo>
                    <a:pt x="1248361" y="125248"/>
                  </a:lnTo>
                  <a:lnTo>
                    <a:pt x="1236456" y="114700"/>
                  </a:lnTo>
                  <a:lnTo>
                    <a:pt x="1224567" y="104693"/>
                  </a:lnTo>
                  <a:lnTo>
                    <a:pt x="1212694" y="95219"/>
                  </a:lnTo>
                  <a:lnTo>
                    <a:pt x="1200833" y="86266"/>
                  </a:lnTo>
                  <a:lnTo>
                    <a:pt x="1188986" y="77824"/>
                  </a:lnTo>
                  <a:lnTo>
                    <a:pt x="1177149" y="69882"/>
                  </a:lnTo>
                  <a:lnTo>
                    <a:pt x="1165324" y="62430"/>
                  </a:lnTo>
                  <a:lnTo>
                    <a:pt x="1153507" y="55457"/>
                  </a:lnTo>
                  <a:lnTo>
                    <a:pt x="1141698" y="48954"/>
                  </a:lnTo>
                  <a:lnTo>
                    <a:pt x="1129896" y="42909"/>
                  </a:lnTo>
                  <a:lnTo>
                    <a:pt x="1118100" y="37312"/>
                  </a:lnTo>
                  <a:lnTo>
                    <a:pt x="1106308" y="32152"/>
                  </a:lnTo>
                  <a:lnTo>
                    <a:pt x="1094520" y="27420"/>
                  </a:lnTo>
                  <a:lnTo>
                    <a:pt x="1082734" y="23104"/>
                  </a:lnTo>
                  <a:lnTo>
                    <a:pt x="1070949" y="19194"/>
                  </a:lnTo>
                  <a:lnTo>
                    <a:pt x="1059164" y="15680"/>
                  </a:lnTo>
                  <a:lnTo>
                    <a:pt x="1047379" y="12552"/>
                  </a:lnTo>
                  <a:lnTo>
                    <a:pt x="1035590" y="9798"/>
                  </a:lnTo>
                  <a:lnTo>
                    <a:pt x="1023799" y="7408"/>
                  </a:lnTo>
                  <a:lnTo>
                    <a:pt x="1012003" y="5372"/>
                  </a:lnTo>
                  <a:lnTo>
                    <a:pt x="1000201" y="3679"/>
                  </a:lnTo>
                  <a:lnTo>
                    <a:pt x="988393" y="2319"/>
                  </a:lnTo>
                  <a:lnTo>
                    <a:pt x="976576" y="1282"/>
                  </a:lnTo>
                  <a:lnTo>
                    <a:pt x="964751" y="557"/>
                  </a:lnTo>
                  <a:lnTo>
                    <a:pt x="952915" y="133"/>
                  </a:lnTo>
                  <a:lnTo>
                    <a:pt x="941068" y="0"/>
                  </a:lnTo>
                  <a:lnTo>
                    <a:pt x="929208" y="147"/>
                  </a:lnTo>
                  <a:lnTo>
                    <a:pt x="917334" y="564"/>
                  </a:lnTo>
                  <a:lnTo>
                    <a:pt x="905446" y="1241"/>
                  </a:lnTo>
                  <a:lnTo>
                    <a:pt x="893542" y="2167"/>
                  </a:lnTo>
                  <a:lnTo>
                    <a:pt x="881621" y="3332"/>
                  </a:lnTo>
                  <a:lnTo>
                    <a:pt x="869682" y="4725"/>
                  </a:lnTo>
                  <a:lnTo>
                    <a:pt x="857723" y="6336"/>
                  </a:lnTo>
                  <a:lnTo>
                    <a:pt x="845744" y="8153"/>
                  </a:lnTo>
                  <a:lnTo>
                    <a:pt x="833743" y="10168"/>
                  </a:lnTo>
                  <a:lnTo>
                    <a:pt x="821720" y="12368"/>
                  </a:lnTo>
                  <a:lnTo>
                    <a:pt x="809672" y="14745"/>
                  </a:lnTo>
                  <a:lnTo>
                    <a:pt x="797600" y="17287"/>
                  </a:lnTo>
                  <a:lnTo>
                    <a:pt x="785501" y="19984"/>
                  </a:lnTo>
                  <a:lnTo>
                    <a:pt x="773375" y="22825"/>
                  </a:lnTo>
                  <a:lnTo>
                    <a:pt x="761221" y="25800"/>
                  </a:lnTo>
                  <a:lnTo>
                    <a:pt x="749036" y="28898"/>
                  </a:lnTo>
                  <a:lnTo>
                    <a:pt x="736822" y="32109"/>
                  </a:lnTo>
                  <a:lnTo>
                    <a:pt x="724575" y="35423"/>
                  </a:lnTo>
                  <a:lnTo>
                    <a:pt x="712295" y="38829"/>
                  </a:lnTo>
                  <a:lnTo>
                    <a:pt x="699981" y="42317"/>
                  </a:lnTo>
                  <a:lnTo>
                    <a:pt x="687632" y="45875"/>
                  </a:lnTo>
                  <a:lnTo>
                    <a:pt x="675247" y="49494"/>
                  </a:lnTo>
                  <a:lnTo>
                    <a:pt x="662824" y="53164"/>
                  </a:lnTo>
                  <a:lnTo>
                    <a:pt x="650362" y="56873"/>
                  </a:lnTo>
                  <a:lnTo>
                    <a:pt x="637860" y="60611"/>
                  </a:lnTo>
                  <a:lnTo>
                    <a:pt x="625317" y="64368"/>
                  </a:lnTo>
                  <a:lnTo>
                    <a:pt x="612733" y="68133"/>
                  </a:lnTo>
                  <a:lnTo>
                    <a:pt x="600105" y="71896"/>
                  </a:lnTo>
                  <a:lnTo>
                    <a:pt x="587432" y="75646"/>
                  </a:lnTo>
                  <a:lnTo>
                    <a:pt x="574714" y="79373"/>
                  </a:lnTo>
                  <a:lnTo>
                    <a:pt x="561949" y="83067"/>
                  </a:lnTo>
                  <a:lnTo>
                    <a:pt x="549137" y="86716"/>
                  </a:lnTo>
                  <a:lnTo>
                    <a:pt x="536275" y="90311"/>
                  </a:lnTo>
                  <a:lnTo>
                    <a:pt x="523364" y="93841"/>
                  </a:lnTo>
                  <a:lnTo>
                    <a:pt x="510401" y="97295"/>
                  </a:lnTo>
                  <a:lnTo>
                    <a:pt x="497385" y="100663"/>
                  </a:lnTo>
                  <a:lnTo>
                    <a:pt x="484317" y="103935"/>
                  </a:lnTo>
                  <a:lnTo>
                    <a:pt x="471193" y="107100"/>
                  </a:lnTo>
                  <a:lnTo>
                    <a:pt x="458014" y="110148"/>
                  </a:lnTo>
                  <a:lnTo>
                    <a:pt x="444778" y="113068"/>
                  </a:lnTo>
                  <a:lnTo>
                    <a:pt x="431484" y="115849"/>
                  </a:lnTo>
                  <a:lnTo>
                    <a:pt x="418130" y="118482"/>
                  </a:lnTo>
                  <a:lnTo>
                    <a:pt x="404716" y="120955"/>
                  </a:lnTo>
                  <a:lnTo>
                    <a:pt x="391241" y="123259"/>
                  </a:lnTo>
                  <a:lnTo>
                    <a:pt x="377703" y="125382"/>
                  </a:lnTo>
                  <a:lnTo>
                    <a:pt x="364101" y="127315"/>
                  </a:lnTo>
                  <a:lnTo>
                    <a:pt x="350435" y="129046"/>
                  </a:lnTo>
                  <a:lnTo>
                    <a:pt x="336702" y="130566"/>
                  </a:lnTo>
                  <a:lnTo>
                    <a:pt x="322902" y="131864"/>
                  </a:lnTo>
                  <a:lnTo>
                    <a:pt x="309034" y="132929"/>
                  </a:lnTo>
                  <a:lnTo>
                    <a:pt x="295096" y="133751"/>
                  </a:lnTo>
                  <a:lnTo>
                    <a:pt x="281088" y="134320"/>
                  </a:lnTo>
                  <a:lnTo>
                    <a:pt x="267008" y="134625"/>
                  </a:lnTo>
                  <a:lnTo>
                    <a:pt x="252855" y="134655"/>
                  </a:lnTo>
                  <a:lnTo>
                    <a:pt x="238628" y="134401"/>
                  </a:lnTo>
                  <a:lnTo>
                    <a:pt x="224326" y="133851"/>
                  </a:lnTo>
                  <a:lnTo>
                    <a:pt x="209947" y="132995"/>
                  </a:lnTo>
                  <a:lnTo>
                    <a:pt x="195492" y="131822"/>
                  </a:lnTo>
                  <a:lnTo>
                    <a:pt x="180957" y="130323"/>
                  </a:lnTo>
                  <a:lnTo>
                    <a:pt x="166343" y="128487"/>
                  </a:lnTo>
                  <a:lnTo>
                    <a:pt x="151648" y="126303"/>
                  </a:lnTo>
                  <a:lnTo>
                    <a:pt x="136871" y="123761"/>
                  </a:lnTo>
                  <a:lnTo>
                    <a:pt x="122011" y="120850"/>
                  </a:lnTo>
                  <a:lnTo>
                    <a:pt x="107066" y="117560"/>
                  </a:lnTo>
                  <a:lnTo>
                    <a:pt x="92036" y="113880"/>
                  </a:lnTo>
                  <a:lnTo>
                    <a:pt x="76920" y="109800"/>
                  </a:lnTo>
                  <a:lnTo>
                    <a:pt x="61716" y="105310"/>
                  </a:lnTo>
                  <a:lnTo>
                    <a:pt x="46423" y="100399"/>
                  </a:lnTo>
                  <a:lnTo>
                    <a:pt x="31040" y="95056"/>
                  </a:lnTo>
                  <a:lnTo>
                    <a:pt x="15566" y="89271"/>
                  </a:lnTo>
                  <a:lnTo>
                    <a:pt x="0" y="83034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670020" y="2404193"/>
              <a:ext cx="1113309" cy="376864"/>
            </a:xfrm>
            <a:custGeom>
              <a:avLst/>
              <a:pathLst>
                <a:path w="1113309" h="376864">
                  <a:moveTo>
                    <a:pt x="1113309" y="376864"/>
                  </a:moveTo>
                  <a:lnTo>
                    <a:pt x="1101406" y="365129"/>
                  </a:lnTo>
                  <a:lnTo>
                    <a:pt x="1089592" y="353816"/>
                  </a:lnTo>
                  <a:lnTo>
                    <a:pt x="1077866" y="342917"/>
                  </a:lnTo>
                  <a:lnTo>
                    <a:pt x="1066225" y="332424"/>
                  </a:lnTo>
                  <a:lnTo>
                    <a:pt x="1054667" y="322330"/>
                  </a:lnTo>
                  <a:lnTo>
                    <a:pt x="1043189" y="312626"/>
                  </a:lnTo>
                  <a:lnTo>
                    <a:pt x="1031790" y="303304"/>
                  </a:lnTo>
                  <a:lnTo>
                    <a:pt x="1020466" y="294356"/>
                  </a:lnTo>
                  <a:lnTo>
                    <a:pt x="1009216" y="285774"/>
                  </a:lnTo>
                  <a:lnTo>
                    <a:pt x="998037" y="277550"/>
                  </a:lnTo>
                  <a:lnTo>
                    <a:pt x="986926" y="269676"/>
                  </a:lnTo>
                  <a:lnTo>
                    <a:pt x="975882" y="262143"/>
                  </a:lnTo>
                  <a:lnTo>
                    <a:pt x="964902" y="254945"/>
                  </a:lnTo>
                  <a:lnTo>
                    <a:pt x="953983" y="248072"/>
                  </a:lnTo>
                  <a:lnTo>
                    <a:pt x="943124" y="241517"/>
                  </a:lnTo>
                  <a:lnTo>
                    <a:pt x="932321" y="235271"/>
                  </a:lnTo>
                  <a:lnTo>
                    <a:pt x="921573" y="229327"/>
                  </a:lnTo>
                  <a:lnTo>
                    <a:pt x="910877" y="223676"/>
                  </a:lnTo>
                  <a:lnTo>
                    <a:pt x="900231" y="218311"/>
                  </a:lnTo>
                  <a:lnTo>
                    <a:pt x="889632" y="213223"/>
                  </a:lnTo>
                  <a:lnTo>
                    <a:pt x="879078" y="208404"/>
                  </a:lnTo>
                  <a:lnTo>
                    <a:pt x="868567" y="203847"/>
                  </a:lnTo>
                  <a:lnTo>
                    <a:pt x="858096" y="199543"/>
                  </a:lnTo>
                  <a:lnTo>
                    <a:pt x="847663" y="195484"/>
                  </a:lnTo>
                  <a:lnTo>
                    <a:pt x="837265" y="191661"/>
                  </a:lnTo>
                  <a:lnTo>
                    <a:pt x="826901" y="188068"/>
                  </a:lnTo>
                  <a:lnTo>
                    <a:pt x="816567" y="184696"/>
                  </a:lnTo>
                  <a:lnTo>
                    <a:pt x="806262" y="181537"/>
                  </a:lnTo>
                  <a:lnTo>
                    <a:pt x="795983" y="178582"/>
                  </a:lnTo>
                  <a:lnTo>
                    <a:pt x="785727" y="175824"/>
                  </a:lnTo>
                  <a:lnTo>
                    <a:pt x="775493" y="173255"/>
                  </a:lnTo>
                  <a:lnTo>
                    <a:pt x="765278" y="170867"/>
                  </a:lnTo>
                  <a:lnTo>
                    <a:pt x="755079" y="168651"/>
                  </a:lnTo>
                  <a:lnTo>
                    <a:pt x="744895" y="166599"/>
                  </a:lnTo>
                  <a:lnTo>
                    <a:pt x="734722" y="164704"/>
                  </a:lnTo>
                  <a:lnTo>
                    <a:pt x="724559" y="162958"/>
                  </a:lnTo>
                  <a:lnTo>
                    <a:pt x="714403" y="161351"/>
                  </a:lnTo>
                  <a:lnTo>
                    <a:pt x="704252" y="159877"/>
                  </a:lnTo>
                  <a:lnTo>
                    <a:pt x="694103" y="158528"/>
                  </a:lnTo>
                  <a:lnTo>
                    <a:pt x="683955" y="157294"/>
                  </a:lnTo>
                  <a:lnTo>
                    <a:pt x="673803" y="156168"/>
                  </a:lnTo>
                  <a:lnTo>
                    <a:pt x="663648" y="155143"/>
                  </a:lnTo>
                  <a:lnTo>
                    <a:pt x="653485" y="154209"/>
                  </a:lnTo>
                  <a:lnTo>
                    <a:pt x="643312" y="153359"/>
                  </a:lnTo>
                  <a:lnTo>
                    <a:pt x="633128" y="152585"/>
                  </a:lnTo>
                  <a:lnTo>
                    <a:pt x="622930" y="151879"/>
                  </a:lnTo>
                  <a:lnTo>
                    <a:pt x="612715" y="151233"/>
                  </a:lnTo>
                  <a:lnTo>
                    <a:pt x="602481" y="150638"/>
                  </a:lnTo>
                  <a:lnTo>
                    <a:pt x="592226" y="150087"/>
                  </a:lnTo>
                  <a:lnTo>
                    <a:pt x="581947" y="149571"/>
                  </a:lnTo>
                  <a:lnTo>
                    <a:pt x="571642" y="149083"/>
                  </a:lnTo>
                  <a:lnTo>
                    <a:pt x="561309" y="148615"/>
                  </a:lnTo>
                  <a:lnTo>
                    <a:pt x="550945" y="148157"/>
                  </a:lnTo>
                  <a:lnTo>
                    <a:pt x="540548" y="147703"/>
                  </a:lnTo>
                  <a:lnTo>
                    <a:pt x="530115" y="147245"/>
                  </a:lnTo>
                  <a:lnTo>
                    <a:pt x="519645" y="146773"/>
                  </a:lnTo>
                  <a:lnTo>
                    <a:pt x="509134" y="146281"/>
                  </a:lnTo>
                  <a:lnTo>
                    <a:pt x="498581" y="145759"/>
                  </a:lnTo>
                  <a:lnTo>
                    <a:pt x="487982" y="145201"/>
                  </a:lnTo>
                  <a:lnTo>
                    <a:pt x="477337" y="144597"/>
                  </a:lnTo>
                  <a:lnTo>
                    <a:pt x="466641" y="143941"/>
                  </a:lnTo>
                  <a:lnTo>
                    <a:pt x="455894" y="143223"/>
                  </a:lnTo>
                  <a:lnTo>
                    <a:pt x="445092" y="142436"/>
                  </a:lnTo>
                  <a:lnTo>
                    <a:pt x="434234" y="141572"/>
                  </a:lnTo>
                  <a:lnTo>
                    <a:pt x="423316" y="140622"/>
                  </a:lnTo>
                  <a:lnTo>
                    <a:pt x="412336" y="139579"/>
                  </a:lnTo>
                  <a:lnTo>
                    <a:pt x="401293" y="138435"/>
                  </a:lnTo>
                  <a:lnTo>
                    <a:pt x="390184" y="137181"/>
                  </a:lnTo>
                  <a:lnTo>
                    <a:pt x="379006" y="135809"/>
                  </a:lnTo>
                  <a:lnTo>
                    <a:pt x="367756" y="134312"/>
                  </a:lnTo>
                  <a:lnTo>
                    <a:pt x="356434" y="132681"/>
                  </a:lnTo>
                  <a:lnTo>
                    <a:pt x="345036" y="130908"/>
                  </a:lnTo>
                  <a:lnTo>
                    <a:pt x="333559" y="128985"/>
                  </a:lnTo>
                  <a:lnTo>
                    <a:pt x="322002" y="126905"/>
                  </a:lnTo>
                  <a:lnTo>
                    <a:pt x="310363" y="124658"/>
                  </a:lnTo>
                  <a:lnTo>
                    <a:pt x="298638" y="122238"/>
                  </a:lnTo>
                  <a:lnTo>
                    <a:pt x="286825" y="119635"/>
                  </a:lnTo>
                  <a:lnTo>
                    <a:pt x="274923" y="116842"/>
                  </a:lnTo>
                  <a:lnTo>
                    <a:pt x="262928" y="113851"/>
                  </a:lnTo>
                  <a:lnTo>
                    <a:pt x="250838" y="110654"/>
                  </a:lnTo>
                  <a:lnTo>
                    <a:pt x="238652" y="107243"/>
                  </a:lnTo>
                  <a:lnTo>
                    <a:pt x="226366" y="103609"/>
                  </a:lnTo>
                  <a:lnTo>
                    <a:pt x="213978" y="99744"/>
                  </a:lnTo>
                  <a:lnTo>
                    <a:pt x="201486" y="95642"/>
                  </a:lnTo>
                  <a:lnTo>
                    <a:pt x="188888" y="91292"/>
                  </a:lnTo>
                  <a:lnTo>
                    <a:pt x="176181" y="86688"/>
                  </a:lnTo>
                  <a:lnTo>
                    <a:pt x="163362" y="81822"/>
                  </a:lnTo>
                  <a:lnTo>
                    <a:pt x="150430" y="76684"/>
                  </a:lnTo>
                  <a:lnTo>
                    <a:pt x="137382" y="71268"/>
                  </a:lnTo>
                  <a:lnTo>
                    <a:pt x="124215" y="65565"/>
                  </a:lnTo>
                  <a:lnTo>
                    <a:pt x="110928" y="59567"/>
                  </a:lnTo>
                  <a:lnTo>
                    <a:pt x="97518" y="53266"/>
                  </a:lnTo>
                  <a:lnTo>
                    <a:pt x="83982" y="46654"/>
                  </a:lnTo>
                  <a:lnTo>
                    <a:pt x="70318" y="39723"/>
                  </a:lnTo>
                  <a:lnTo>
                    <a:pt x="56524" y="32465"/>
                  </a:lnTo>
                  <a:lnTo>
                    <a:pt x="42598" y="24872"/>
                  </a:lnTo>
                  <a:lnTo>
                    <a:pt x="28536" y="16935"/>
                  </a:lnTo>
                  <a:lnTo>
                    <a:pt x="14338" y="8647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875766" y="2121007"/>
              <a:ext cx="907563" cy="660050"/>
            </a:xfrm>
            <a:custGeom>
              <a:avLst/>
              <a:pathLst>
                <a:path w="907563" h="660050">
                  <a:moveTo>
                    <a:pt x="907563" y="660050"/>
                  </a:moveTo>
                  <a:lnTo>
                    <a:pt x="895706" y="648250"/>
                  </a:lnTo>
                  <a:lnTo>
                    <a:pt x="884032" y="636744"/>
                  </a:lnTo>
                  <a:lnTo>
                    <a:pt x="872537" y="625527"/>
                  </a:lnTo>
                  <a:lnTo>
                    <a:pt x="861217" y="614593"/>
                  </a:lnTo>
                  <a:lnTo>
                    <a:pt x="850068" y="603936"/>
                  </a:lnTo>
                  <a:lnTo>
                    <a:pt x="839086" y="593550"/>
                  </a:lnTo>
                  <a:lnTo>
                    <a:pt x="828267" y="583429"/>
                  </a:lnTo>
                  <a:lnTo>
                    <a:pt x="817607" y="573567"/>
                  </a:lnTo>
                  <a:lnTo>
                    <a:pt x="807102" y="563959"/>
                  </a:lnTo>
                  <a:lnTo>
                    <a:pt x="796749" y="554599"/>
                  </a:lnTo>
                  <a:lnTo>
                    <a:pt x="786543" y="545480"/>
                  </a:lnTo>
                  <a:lnTo>
                    <a:pt x="776480" y="536598"/>
                  </a:lnTo>
                  <a:lnTo>
                    <a:pt x="766556" y="527945"/>
                  </a:lnTo>
                  <a:lnTo>
                    <a:pt x="756767" y="519516"/>
                  </a:lnTo>
                  <a:lnTo>
                    <a:pt x="747111" y="511306"/>
                  </a:lnTo>
                  <a:lnTo>
                    <a:pt x="737581" y="503308"/>
                  </a:lnTo>
                  <a:lnTo>
                    <a:pt x="728175" y="495517"/>
                  </a:lnTo>
                  <a:lnTo>
                    <a:pt x="718889" y="487926"/>
                  </a:lnTo>
                  <a:lnTo>
                    <a:pt x="709718" y="480530"/>
                  </a:lnTo>
                  <a:lnTo>
                    <a:pt x="700658" y="473323"/>
                  </a:lnTo>
                  <a:lnTo>
                    <a:pt x="691707" y="466299"/>
                  </a:lnTo>
                  <a:lnTo>
                    <a:pt x="682859" y="459452"/>
                  </a:lnTo>
                  <a:lnTo>
                    <a:pt x="674111" y="452776"/>
                  </a:lnTo>
                  <a:lnTo>
                    <a:pt x="665458" y="446266"/>
                  </a:lnTo>
                  <a:lnTo>
                    <a:pt x="656898" y="439916"/>
                  </a:lnTo>
                  <a:lnTo>
                    <a:pt x="648425" y="433719"/>
                  </a:lnTo>
                  <a:lnTo>
                    <a:pt x="640036" y="427670"/>
                  </a:lnTo>
                  <a:lnTo>
                    <a:pt x="631727" y="421762"/>
                  </a:lnTo>
                  <a:lnTo>
                    <a:pt x="623495" y="415991"/>
                  </a:lnTo>
                  <a:lnTo>
                    <a:pt x="615334" y="410350"/>
                  </a:lnTo>
                  <a:lnTo>
                    <a:pt x="607241" y="404834"/>
                  </a:lnTo>
                  <a:lnTo>
                    <a:pt x="599213" y="399436"/>
                  </a:lnTo>
                  <a:lnTo>
                    <a:pt x="591244" y="394150"/>
                  </a:lnTo>
                  <a:lnTo>
                    <a:pt x="583332" y="388972"/>
                  </a:lnTo>
                  <a:lnTo>
                    <a:pt x="575472" y="383894"/>
                  </a:lnTo>
                  <a:lnTo>
                    <a:pt x="567660" y="378911"/>
                  </a:lnTo>
                  <a:lnTo>
                    <a:pt x="559893" y="374017"/>
                  </a:lnTo>
                  <a:lnTo>
                    <a:pt x="552166" y="369206"/>
                  </a:lnTo>
                  <a:lnTo>
                    <a:pt x="544475" y="364473"/>
                  </a:lnTo>
                  <a:lnTo>
                    <a:pt x="536817" y="359811"/>
                  </a:lnTo>
                  <a:lnTo>
                    <a:pt x="529188" y="355215"/>
                  </a:lnTo>
                  <a:lnTo>
                    <a:pt x="521583" y="350678"/>
                  </a:lnTo>
                  <a:lnTo>
                    <a:pt x="513998" y="346196"/>
                  </a:lnTo>
                  <a:lnTo>
                    <a:pt x="506430" y="341761"/>
                  </a:lnTo>
                  <a:lnTo>
                    <a:pt x="498875" y="337369"/>
                  </a:lnTo>
                  <a:lnTo>
                    <a:pt x="491329" y="333012"/>
                  </a:lnTo>
                  <a:lnTo>
                    <a:pt x="483787" y="328687"/>
                  </a:lnTo>
                  <a:lnTo>
                    <a:pt x="476246" y="324385"/>
                  </a:lnTo>
                  <a:lnTo>
                    <a:pt x="468702" y="320103"/>
                  </a:lnTo>
                  <a:lnTo>
                    <a:pt x="461151" y="315833"/>
                  </a:lnTo>
                  <a:lnTo>
                    <a:pt x="453589" y="311570"/>
                  </a:lnTo>
                  <a:lnTo>
                    <a:pt x="446011" y="307308"/>
                  </a:lnTo>
                  <a:lnTo>
                    <a:pt x="438415" y="303041"/>
                  </a:lnTo>
                  <a:lnTo>
                    <a:pt x="430796" y="298764"/>
                  </a:lnTo>
                  <a:lnTo>
                    <a:pt x="423150" y="294470"/>
                  </a:lnTo>
                  <a:lnTo>
                    <a:pt x="415473" y="290154"/>
                  </a:lnTo>
                  <a:lnTo>
                    <a:pt x="407761" y="285809"/>
                  </a:lnTo>
                  <a:lnTo>
                    <a:pt x="400010" y="281430"/>
                  </a:lnTo>
                  <a:lnTo>
                    <a:pt x="392217" y="277011"/>
                  </a:lnTo>
                  <a:lnTo>
                    <a:pt x="384377" y="272546"/>
                  </a:lnTo>
                  <a:lnTo>
                    <a:pt x="376486" y="268029"/>
                  </a:lnTo>
                  <a:lnTo>
                    <a:pt x="368541" y="263455"/>
                  </a:lnTo>
                  <a:lnTo>
                    <a:pt x="360537" y="258817"/>
                  </a:lnTo>
                  <a:lnTo>
                    <a:pt x="352470" y="254109"/>
                  </a:lnTo>
                  <a:lnTo>
                    <a:pt x="344338" y="249326"/>
                  </a:lnTo>
                  <a:lnTo>
                    <a:pt x="336134" y="244463"/>
                  </a:lnTo>
                  <a:lnTo>
                    <a:pt x="327856" y="239512"/>
                  </a:lnTo>
                  <a:lnTo>
                    <a:pt x="319500" y="234468"/>
                  </a:lnTo>
                  <a:lnTo>
                    <a:pt x="311062" y="229325"/>
                  </a:lnTo>
                  <a:lnTo>
                    <a:pt x="302537" y="224078"/>
                  </a:lnTo>
                  <a:lnTo>
                    <a:pt x="293922" y="218720"/>
                  </a:lnTo>
                  <a:lnTo>
                    <a:pt x="285213" y="213246"/>
                  </a:lnTo>
                  <a:lnTo>
                    <a:pt x="276406" y="207650"/>
                  </a:lnTo>
                  <a:lnTo>
                    <a:pt x="267496" y="201926"/>
                  </a:lnTo>
                  <a:lnTo>
                    <a:pt x="258481" y="196067"/>
                  </a:lnTo>
                  <a:lnTo>
                    <a:pt x="249355" y="190069"/>
                  </a:lnTo>
                  <a:lnTo>
                    <a:pt x="240116" y="183925"/>
                  </a:lnTo>
                  <a:lnTo>
                    <a:pt x="230758" y="177629"/>
                  </a:lnTo>
                  <a:lnTo>
                    <a:pt x="221279" y="171176"/>
                  </a:lnTo>
                  <a:lnTo>
                    <a:pt x="211674" y="164559"/>
                  </a:lnTo>
                  <a:lnTo>
                    <a:pt x="201939" y="157773"/>
                  </a:lnTo>
                  <a:lnTo>
                    <a:pt x="192070" y="150813"/>
                  </a:lnTo>
                  <a:lnTo>
                    <a:pt x="182064" y="143671"/>
                  </a:lnTo>
                  <a:lnTo>
                    <a:pt x="171916" y="136342"/>
                  </a:lnTo>
                  <a:lnTo>
                    <a:pt x="161622" y="128821"/>
                  </a:lnTo>
                  <a:lnTo>
                    <a:pt x="151178" y="121101"/>
                  </a:lnTo>
                  <a:lnTo>
                    <a:pt x="140581" y="113176"/>
                  </a:lnTo>
                  <a:lnTo>
                    <a:pt x="129827" y="105042"/>
                  </a:lnTo>
                  <a:lnTo>
                    <a:pt x="118911" y="96691"/>
                  </a:lnTo>
                  <a:lnTo>
                    <a:pt x="107830" y="88118"/>
                  </a:lnTo>
                  <a:lnTo>
                    <a:pt x="96579" y="79317"/>
                  </a:lnTo>
                  <a:lnTo>
                    <a:pt x="85155" y="70282"/>
                  </a:lnTo>
                  <a:lnTo>
                    <a:pt x="73553" y="61008"/>
                  </a:lnTo>
                  <a:lnTo>
                    <a:pt x="61771" y="51488"/>
                  </a:lnTo>
                  <a:lnTo>
                    <a:pt x="49803" y="41717"/>
                  </a:lnTo>
                  <a:lnTo>
                    <a:pt x="37646" y="31688"/>
                  </a:lnTo>
                  <a:lnTo>
                    <a:pt x="25295" y="21396"/>
                  </a:lnTo>
                  <a:lnTo>
                    <a:pt x="12748" y="10835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3123280" y="1873494"/>
              <a:ext cx="660050" cy="907563"/>
            </a:xfrm>
            <a:custGeom>
              <a:avLst/>
              <a:pathLst>
                <a:path w="660050" h="907563">
                  <a:moveTo>
                    <a:pt x="660050" y="907563"/>
                  </a:moveTo>
                  <a:lnTo>
                    <a:pt x="648250" y="895706"/>
                  </a:lnTo>
                  <a:lnTo>
                    <a:pt x="636744" y="884032"/>
                  </a:lnTo>
                  <a:lnTo>
                    <a:pt x="625527" y="872537"/>
                  </a:lnTo>
                  <a:lnTo>
                    <a:pt x="614593" y="861217"/>
                  </a:lnTo>
                  <a:lnTo>
                    <a:pt x="603936" y="850068"/>
                  </a:lnTo>
                  <a:lnTo>
                    <a:pt x="593550" y="839086"/>
                  </a:lnTo>
                  <a:lnTo>
                    <a:pt x="583429" y="828267"/>
                  </a:lnTo>
                  <a:lnTo>
                    <a:pt x="573567" y="817607"/>
                  </a:lnTo>
                  <a:lnTo>
                    <a:pt x="563959" y="807102"/>
                  </a:lnTo>
                  <a:lnTo>
                    <a:pt x="554599" y="796749"/>
                  </a:lnTo>
                  <a:lnTo>
                    <a:pt x="545480" y="786543"/>
                  </a:lnTo>
                  <a:lnTo>
                    <a:pt x="536598" y="776480"/>
                  </a:lnTo>
                  <a:lnTo>
                    <a:pt x="527945" y="766556"/>
                  </a:lnTo>
                  <a:lnTo>
                    <a:pt x="519516" y="756767"/>
                  </a:lnTo>
                  <a:lnTo>
                    <a:pt x="511306" y="747111"/>
                  </a:lnTo>
                  <a:lnTo>
                    <a:pt x="503308" y="737581"/>
                  </a:lnTo>
                  <a:lnTo>
                    <a:pt x="495517" y="728175"/>
                  </a:lnTo>
                  <a:lnTo>
                    <a:pt x="487926" y="718889"/>
                  </a:lnTo>
                  <a:lnTo>
                    <a:pt x="480530" y="709718"/>
                  </a:lnTo>
                  <a:lnTo>
                    <a:pt x="473323" y="700658"/>
                  </a:lnTo>
                  <a:lnTo>
                    <a:pt x="466299" y="691707"/>
                  </a:lnTo>
                  <a:lnTo>
                    <a:pt x="459452" y="682859"/>
                  </a:lnTo>
                  <a:lnTo>
                    <a:pt x="452776" y="674111"/>
                  </a:lnTo>
                  <a:lnTo>
                    <a:pt x="446266" y="665458"/>
                  </a:lnTo>
                  <a:lnTo>
                    <a:pt x="439916" y="656898"/>
                  </a:lnTo>
                  <a:lnTo>
                    <a:pt x="433719" y="648425"/>
                  </a:lnTo>
                  <a:lnTo>
                    <a:pt x="427670" y="640036"/>
                  </a:lnTo>
                  <a:lnTo>
                    <a:pt x="421762" y="631727"/>
                  </a:lnTo>
                  <a:lnTo>
                    <a:pt x="415991" y="623495"/>
                  </a:lnTo>
                  <a:lnTo>
                    <a:pt x="410350" y="615334"/>
                  </a:lnTo>
                  <a:lnTo>
                    <a:pt x="404834" y="607241"/>
                  </a:lnTo>
                  <a:lnTo>
                    <a:pt x="399436" y="599213"/>
                  </a:lnTo>
                  <a:lnTo>
                    <a:pt x="394150" y="591244"/>
                  </a:lnTo>
                  <a:lnTo>
                    <a:pt x="388972" y="583332"/>
                  </a:lnTo>
                  <a:lnTo>
                    <a:pt x="383894" y="575472"/>
                  </a:lnTo>
                  <a:lnTo>
                    <a:pt x="378911" y="567660"/>
                  </a:lnTo>
                  <a:lnTo>
                    <a:pt x="374017" y="559893"/>
                  </a:lnTo>
                  <a:lnTo>
                    <a:pt x="369206" y="552166"/>
                  </a:lnTo>
                  <a:lnTo>
                    <a:pt x="364473" y="544475"/>
                  </a:lnTo>
                  <a:lnTo>
                    <a:pt x="359811" y="536817"/>
                  </a:lnTo>
                  <a:lnTo>
                    <a:pt x="355215" y="529188"/>
                  </a:lnTo>
                  <a:lnTo>
                    <a:pt x="350678" y="521583"/>
                  </a:lnTo>
                  <a:lnTo>
                    <a:pt x="346196" y="513998"/>
                  </a:lnTo>
                  <a:lnTo>
                    <a:pt x="341761" y="506430"/>
                  </a:lnTo>
                  <a:lnTo>
                    <a:pt x="337369" y="498875"/>
                  </a:lnTo>
                  <a:lnTo>
                    <a:pt x="333012" y="491329"/>
                  </a:lnTo>
                  <a:lnTo>
                    <a:pt x="328687" y="483787"/>
                  </a:lnTo>
                  <a:lnTo>
                    <a:pt x="324385" y="476246"/>
                  </a:lnTo>
                  <a:lnTo>
                    <a:pt x="320103" y="468702"/>
                  </a:lnTo>
                  <a:lnTo>
                    <a:pt x="315833" y="461151"/>
                  </a:lnTo>
                  <a:lnTo>
                    <a:pt x="311570" y="453589"/>
                  </a:lnTo>
                  <a:lnTo>
                    <a:pt x="307308" y="446011"/>
                  </a:lnTo>
                  <a:lnTo>
                    <a:pt x="303041" y="438415"/>
                  </a:lnTo>
                  <a:lnTo>
                    <a:pt x="298764" y="430796"/>
                  </a:lnTo>
                  <a:lnTo>
                    <a:pt x="294470" y="423150"/>
                  </a:lnTo>
                  <a:lnTo>
                    <a:pt x="290154" y="415473"/>
                  </a:lnTo>
                  <a:lnTo>
                    <a:pt x="285809" y="407761"/>
                  </a:lnTo>
                  <a:lnTo>
                    <a:pt x="281430" y="400010"/>
                  </a:lnTo>
                  <a:lnTo>
                    <a:pt x="277011" y="392217"/>
                  </a:lnTo>
                  <a:lnTo>
                    <a:pt x="272546" y="384377"/>
                  </a:lnTo>
                  <a:lnTo>
                    <a:pt x="268029" y="376486"/>
                  </a:lnTo>
                  <a:lnTo>
                    <a:pt x="263455" y="368541"/>
                  </a:lnTo>
                  <a:lnTo>
                    <a:pt x="258817" y="360537"/>
                  </a:lnTo>
                  <a:lnTo>
                    <a:pt x="254109" y="352470"/>
                  </a:lnTo>
                  <a:lnTo>
                    <a:pt x="249326" y="344338"/>
                  </a:lnTo>
                  <a:lnTo>
                    <a:pt x="244463" y="336134"/>
                  </a:lnTo>
                  <a:lnTo>
                    <a:pt x="239512" y="327856"/>
                  </a:lnTo>
                  <a:lnTo>
                    <a:pt x="234468" y="319500"/>
                  </a:lnTo>
                  <a:lnTo>
                    <a:pt x="229325" y="311062"/>
                  </a:lnTo>
                  <a:lnTo>
                    <a:pt x="224078" y="302537"/>
                  </a:lnTo>
                  <a:lnTo>
                    <a:pt x="218720" y="293922"/>
                  </a:lnTo>
                  <a:lnTo>
                    <a:pt x="213246" y="285213"/>
                  </a:lnTo>
                  <a:lnTo>
                    <a:pt x="207650" y="276406"/>
                  </a:lnTo>
                  <a:lnTo>
                    <a:pt x="201926" y="267496"/>
                  </a:lnTo>
                  <a:lnTo>
                    <a:pt x="196067" y="258481"/>
                  </a:lnTo>
                  <a:lnTo>
                    <a:pt x="190069" y="249355"/>
                  </a:lnTo>
                  <a:lnTo>
                    <a:pt x="183925" y="240116"/>
                  </a:lnTo>
                  <a:lnTo>
                    <a:pt x="177629" y="230758"/>
                  </a:lnTo>
                  <a:lnTo>
                    <a:pt x="171176" y="221279"/>
                  </a:lnTo>
                  <a:lnTo>
                    <a:pt x="164559" y="211674"/>
                  </a:lnTo>
                  <a:lnTo>
                    <a:pt x="157773" y="201939"/>
                  </a:lnTo>
                  <a:lnTo>
                    <a:pt x="150813" y="192070"/>
                  </a:lnTo>
                  <a:lnTo>
                    <a:pt x="143671" y="182064"/>
                  </a:lnTo>
                  <a:lnTo>
                    <a:pt x="136342" y="171916"/>
                  </a:lnTo>
                  <a:lnTo>
                    <a:pt x="128821" y="161622"/>
                  </a:lnTo>
                  <a:lnTo>
                    <a:pt x="121101" y="151178"/>
                  </a:lnTo>
                  <a:lnTo>
                    <a:pt x="113176" y="140581"/>
                  </a:lnTo>
                  <a:lnTo>
                    <a:pt x="105042" y="129827"/>
                  </a:lnTo>
                  <a:lnTo>
                    <a:pt x="96691" y="118911"/>
                  </a:lnTo>
                  <a:lnTo>
                    <a:pt x="88118" y="107830"/>
                  </a:lnTo>
                  <a:lnTo>
                    <a:pt x="79317" y="96579"/>
                  </a:lnTo>
                  <a:lnTo>
                    <a:pt x="70282" y="85155"/>
                  </a:lnTo>
                  <a:lnTo>
                    <a:pt x="61008" y="73553"/>
                  </a:lnTo>
                  <a:lnTo>
                    <a:pt x="51488" y="61771"/>
                  </a:lnTo>
                  <a:lnTo>
                    <a:pt x="41717" y="49803"/>
                  </a:lnTo>
                  <a:lnTo>
                    <a:pt x="31688" y="37646"/>
                  </a:lnTo>
                  <a:lnTo>
                    <a:pt x="21396" y="25295"/>
                  </a:lnTo>
                  <a:lnTo>
                    <a:pt x="10835" y="12748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3406465" y="1667748"/>
              <a:ext cx="376864" cy="1113309"/>
            </a:xfrm>
            <a:custGeom>
              <a:avLst/>
              <a:pathLst>
                <a:path w="376864" h="1113309">
                  <a:moveTo>
                    <a:pt x="376864" y="1113309"/>
                  </a:moveTo>
                  <a:lnTo>
                    <a:pt x="365129" y="1101406"/>
                  </a:lnTo>
                  <a:lnTo>
                    <a:pt x="353816" y="1089592"/>
                  </a:lnTo>
                  <a:lnTo>
                    <a:pt x="342917" y="1077866"/>
                  </a:lnTo>
                  <a:lnTo>
                    <a:pt x="332424" y="1066225"/>
                  </a:lnTo>
                  <a:lnTo>
                    <a:pt x="322330" y="1054667"/>
                  </a:lnTo>
                  <a:lnTo>
                    <a:pt x="312626" y="1043189"/>
                  </a:lnTo>
                  <a:lnTo>
                    <a:pt x="303304" y="1031790"/>
                  </a:lnTo>
                  <a:lnTo>
                    <a:pt x="294356" y="1020466"/>
                  </a:lnTo>
                  <a:lnTo>
                    <a:pt x="285774" y="1009216"/>
                  </a:lnTo>
                  <a:lnTo>
                    <a:pt x="277550" y="998037"/>
                  </a:lnTo>
                  <a:lnTo>
                    <a:pt x="269676" y="986926"/>
                  </a:lnTo>
                  <a:lnTo>
                    <a:pt x="262143" y="975882"/>
                  </a:lnTo>
                  <a:lnTo>
                    <a:pt x="254945" y="964902"/>
                  </a:lnTo>
                  <a:lnTo>
                    <a:pt x="248072" y="953983"/>
                  </a:lnTo>
                  <a:lnTo>
                    <a:pt x="241517" y="943124"/>
                  </a:lnTo>
                  <a:lnTo>
                    <a:pt x="235271" y="932321"/>
                  </a:lnTo>
                  <a:lnTo>
                    <a:pt x="229327" y="921573"/>
                  </a:lnTo>
                  <a:lnTo>
                    <a:pt x="223676" y="910877"/>
                  </a:lnTo>
                  <a:lnTo>
                    <a:pt x="218311" y="900231"/>
                  </a:lnTo>
                  <a:lnTo>
                    <a:pt x="213223" y="889632"/>
                  </a:lnTo>
                  <a:lnTo>
                    <a:pt x="208404" y="879078"/>
                  </a:lnTo>
                  <a:lnTo>
                    <a:pt x="203847" y="868567"/>
                  </a:lnTo>
                  <a:lnTo>
                    <a:pt x="199543" y="858096"/>
                  </a:lnTo>
                  <a:lnTo>
                    <a:pt x="195484" y="847663"/>
                  </a:lnTo>
                  <a:lnTo>
                    <a:pt x="191661" y="837265"/>
                  </a:lnTo>
                  <a:lnTo>
                    <a:pt x="188068" y="826901"/>
                  </a:lnTo>
                  <a:lnTo>
                    <a:pt x="184696" y="816567"/>
                  </a:lnTo>
                  <a:lnTo>
                    <a:pt x="181537" y="806262"/>
                  </a:lnTo>
                  <a:lnTo>
                    <a:pt x="178582" y="795983"/>
                  </a:lnTo>
                  <a:lnTo>
                    <a:pt x="175824" y="785727"/>
                  </a:lnTo>
                  <a:lnTo>
                    <a:pt x="173255" y="775493"/>
                  </a:lnTo>
                  <a:lnTo>
                    <a:pt x="170867" y="765278"/>
                  </a:lnTo>
                  <a:lnTo>
                    <a:pt x="168651" y="755079"/>
                  </a:lnTo>
                  <a:lnTo>
                    <a:pt x="166599" y="744895"/>
                  </a:lnTo>
                  <a:lnTo>
                    <a:pt x="164704" y="734722"/>
                  </a:lnTo>
                  <a:lnTo>
                    <a:pt x="162958" y="724559"/>
                  </a:lnTo>
                  <a:lnTo>
                    <a:pt x="161351" y="714403"/>
                  </a:lnTo>
                  <a:lnTo>
                    <a:pt x="159877" y="704252"/>
                  </a:lnTo>
                  <a:lnTo>
                    <a:pt x="158528" y="694103"/>
                  </a:lnTo>
                  <a:lnTo>
                    <a:pt x="157294" y="683955"/>
                  </a:lnTo>
                  <a:lnTo>
                    <a:pt x="156168" y="673803"/>
                  </a:lnTo>
                  <a:lnTo>
                    <a:pt x="155143" y="663648"/>
                  </a:lnTo>
                  <a:lnTo>
                    <a:pt x="154209" y="653485"/>
                  </a:lnTo>
                  <a:lnTo>
                    <a:pt x="153359" y="643312"/>
                  </a:lnTo>
                  <a:lnTo>
                    <a:pt x="152585" y="633128"/>
                  </a:lnTo>
                  <a:lnTo>
                    <a:pt x="151879" y="622930"/>
                  </a:lnTo>
                  <a:lnTo>
                    <a:pt x="151233" y="612715"/>
                  </a:lnTo>
                  <a:lnTo>
                    <a:pt x="150638" y="602481"/>
                  </a:lnTo>
                  <a:lnTo>
                    <a:pt x="150087" y="592226"/>
                  </a:lnTo>
                  <a:lnTo>
                    <a:pt x="149571" y="581947"/>
                  </a:lnTo>
                  <a:lnTo>
                    <a:pt x="149083" y="571642"/>
                  </a:lnTo>
                  <a:lnTo>
                    <a:pt x="148615" y="561309"/>
                  </a:lnTo>
                  <a:lnTo>
                    <a:pt x="148157" y="550945"/>
                  </a:lnTo>
                  <a:lnTo>
                    <a:pt x="147703" y="540548"/>
                  </a:lnTo>
                  <a:lnTo>
                    <a:pt x="147245" y="530115"/>
                  </a:lnTo>
                  <a:lnTo>
                    <a:pt x="146773" y="519645"/>
                  </a:lnTo>
                  <a:lnTo>
                    <a:pt x="146281" y="509134"/>
                  </a:lnTo>
                  <a:lnTo>
                    <a:pt x="145759" y="498581"/>
                  </a:lnTo>
                  <a:lnTo>
                    <a:pt x="145201" y="487982"/>
                  </a:lnTo>
                  <a:lnTo>
                    <a:pt x="144597" y="477337"/>
                  </a:lnTo>
                  <a:lnTo>
                    <a:pt x="143941" y="466641"/>
                  </a:lnTo>
                  <a:lnTo>
                    <a:pt x="143223" y="455894"/>
                  </a:lnTo>
                  <a:lnTo>
                    <a:pt x="142436" y="445092"/>
                  </a:lnTo>
                  <a:lnTo>
                    <a:pt x="141572" y="434234"/>
                  </a:lnTo>
                  <a:lnTo>
                    <a:pt x="140622" y="423316"/>
                  </a:lnTo>
                  <a:lnTo>
                    <a:pt x="139579" y="412336"/>
                  </a:lnTo>
                  <a:lnTo>
                    <a:pt x="138435" y="401293"/>
                  </a:lnTo>
                  <a:lnTo>
                    <a:pt x="137181" y="390184"/>
                  </a:lnTo>
                  <a:lnTo>
                    <a:pt x="135809" y="379006"/>
                  </a:lnTo>
                  <a:lnTo>
                    <a:pt x="134312" y="367756"/>
                  </a:lnTo>
                  <a:lnTo>
                    <a:pt x="132681" y="356434"/>
                  </a:lnTo>
                  <a:lnTo>
                    <a:pt x="130908" y="345036"/>
                  </a:lnTo>
                  <a:lnTo>
                    <a:pt x="128985" y="333559"/>
                  </a:lnTo>
                  <a:lnTo>
                    <a:pt x="126905" y="322002"/>
                  </a:lnTo>
                  <a:lnTo>
                    <a:pt x="124658" y="310363"/>
                  </a:lnTo>
                  <a:lnTo>
                    <a:pt x="122238" y="298638"/>
                  </a:lnTo>
                  <a:lnTo>
                    <a:pt x="119635" y="286825"/>
                  </a:lnTo>
                  <a:lnTo>
                    <a:pt x="116842" y="274923"/>
                  </a:lnTo>
                  <a:lnTo>
                    <a:pt x="113851" y="262928"/>
                  </a:lnTo>
                  <a:lnTo>
                    <a:pt x="110654" y="250838"/>
                  </a:lnTo>
                  <a:lnTo>
                    <a:pt x="107243" y="238652"/>
                  </a:lnTo>
                  <a:lnTo>
                    <a:pt x="103609" y="226366"/>
                  </a:lnTo>
                  <a:lnTo>
                    <a:pt x="99744" y="213978"/>
                  </a:lnTo>
                  <a:lnTo>
                    <a:pt x="95642" y="201486"/>
                  </a:lnTo>
                  <a:lnTo>
                    <a:pt x="91292" y="188888"/>
                  </a:lnTo>
                  <a:lnTo>
                    <a:pt x="86688" y="176181"/>
                  </a:lnTo>
                  <a:lnTo>
                    <a:pt x="81822" y="163362"/>
                  </a:lnTo>
                  <a:lnTo>
                    <a:pt x="76684" y="150430"/>
                  </a:lnTo>
                  <a:lnTo>
                    <a:pt x="71268" y="137382"/>
                  </a:lnTo>
                  <a:lnTo>
                    <a:pt x="65565" y="124215"/>
                  </a:lnTo>
                  <a:lnTo>
                    <a:pt x="59567" y="110928"/>
                  </a:lnTo>
                  <a:lnTo>
                    <a:pt x="53266" y="97518"/>
                  </a:lnTo>
                  <a:lnTo>
                    <a:pt x="46654" y="83982"/>
                  </a:lnTo>
                  <a:lnTo>
                    <a:pt x="39723" y="70318"/>
                  </a:lnTo>
                  <a:lnTo>
                    <a:pt x="32465" y="56524"/>
                  </a:lnTo>
                  <a:lnTo>
                    <a:pt x="24872" y="42598"/>
                  </a:lnTo>
                  <a:lnTo>
                    <a:pt x="16935" y="28536"/>
                  </a:lnTo>
                  <a:lnTo>
                    <a:pt x="8647" y="14338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3635316" y="1508835"/>
              <a:ext cx="148014" cy="1272223"/>
            </a:xfrm>
            <a:custGeom>
              <a:avLst/>
              <a:pathLst>
                <a:path w="148014" h="1272223">
                  <a:moveTo>
                    <a:pt x="148014" y="1272223"/>
                  </a:moveTo>
                  <a:lnTo>
                    <a:pt x="136349" y="1260283"/>
                  </a:lnTo>
                  <a:lnTo>
                    <a:pt x="125248" y="1248361"/>
                  </a:lnTo>
                  <a:lnTo>
                    <a:pt x="114700" y="1236456"/>
                  </a:lnTo>
                  <a:lnTo>
                    <a:pt x="104693" y="1224567"/>
                  </a:lnTo>
                  <a:lnTo>
                    <a:pt x="95219" y="1212694"/>
                  </a:lnTo>
                  <a:lnTo>
                    <a:pt x="86266" y="1200833"/>
                  </a:lnTo>
                  <a:lnTo>
                    <a:pt x="77824" y="1188986"/>
                  </a:lnTo>
                  <a:lnTo>
                    <a:pt x="69882" y="1177149"/>
                  </a:lnTo>
                  <a:lnTo>
                    <a:pt x="62430" y="1165324"/>
                  </a:lnTo>
                  <a:lnTo>
                    <a:pt x="55457" y="1153507"/>
                  </a:lnTo>
                  <a:lnTo>
                    <a:pt x="48954" y="1141698"/>
                  </a:lnTo>
                  <a:lnTo>
                    <a:pt x="42909" y="1129896"/>
                  </a:lnTo>
                  <a:lnTo>
                    <a:pt x="37312" y="1118100"/>
                  </a:lnTo>
                  <a:lnTo>
                    <a:pt x="32152" y="1106308"/>
                  </a:lnTo>
                  <a:lnTo>
                    <a:pt x="27420" y="1094520"/>
                  </a:lnTo>
                  <a:lnTo>
                    <a:pt x="23104" y="1082734"/>
                  </a:lnTo>
                  <a:lnTo>
                    <a:pt x="19194" y="1070949"/>
                  </a:lnTo>
                  <a:lnTo>
                    <a:pt x="15680" y="1059164"/>
                  </a:lnTo>
                  <a:lnTo>
                    <a:pt x="12552" y="1047379"/>
                  </a:lnTo>
                  <a:lnTo>
                    <a:pt x="9798" y="1035590"/>
                  </a:lnTo>
                  <a:lnTo>
                    <a:pt x="7408" y="1023799"/>
                  </a:lnTo>
                  <a:lnTo>
                    <a:pt x="5372" y="1012003"/>
                  </a:lnTo>
                  <a:lnTo>
                    <a:pt x="3679" y="1000201"/>
                  </a:lnTo>
                  <a:lnTo>
                    <a:pt x="2319" y="988393"/>
                  </a:lnTo>
                  <a:lnTo>
                    <a:pt x="1282" y="976576"/>
                  </a:lnTo>
                  <a:lnTo>
                    <a:pt x="557" y="964751"/>
                  </a:lnTo>
                  <a:lnTo>
                    <a:pt x="133" y="952915"/>
                  </a:lnTo>
                  <a:lnTo>
                    <a:pt x="0" y="941068"/>
                  </a:lnTo>
                  <a:lnTo>
                    <a:pt x="147" y="929208"/>
                  </a:lnTo>
                  <a:lnTo>
                    <a:pt x="564" y="917334"/>
                  </a:lnTo>
                  <a:lnTo>
                    <a:pt x="1241" y="905446"/>
                  </a:lnTo>
                  <a:lnTo>
                    <a:pt x="2167" y="893542"/>
                  </a:lnTo>
                  <a:lnTo>
                    <a:pt x="3332" y="881621"/>
                  </a:lnTo>
                  <a:lnTo>
                    <a:pt x="4725" y="869682"/>
                  </a:lnTo>
                  <a:lnTo>
                    <a:pt x="6336" y="857723"/>
                  </a:lnTo>
                  <a:lnTo>
                    <a:pt x="8153" y="845744"/>
                  </a:lnTo>
                  <a:lnTo>
                    <a:pt x="10168" y="833743"/>
                  </a:lnTo>
                  <a:lnTo>
                    <a:pt x="12368" y="821720"/>
                  </a:lnTo>
                  <a:lnTo>
                    <a:pt x="14745" y="809672"/>
                  </a:lnTo>
                  <a:lnTo>
                    <a:pt x="17287" y="797600"/>
                  </a:lnTo>
                  <a:lnTo>
                    <a:pt x="19984" y="785501"/>
                  </a:lnTo>
                  <a:lnTo>
                    <a:pt x="22825" y="773375"/>
                  </a:lnTo>
                  <a:lnTo>
                    <a:pt x="25800" y="761221"/>
                  </a:lnTo>
                  <a:lnTo>
                    <a:pt x="28898" y="749036"/>
                  </a:lnTo>
                  <a:lnTo>
                    <a:pt x="32109" y="736822"/>
                  </a:lnTo>
                  <a:lnTo>
                    <a:pt x="35423" y="724575"/>
                  </a:lnTo>
                  <a:lnTo>
                    <a:pt x="38829" y="712295"/>
                  </a:lnTo>
                  <a:lnTo>
                    <a:pt x="42317" y="699981"/>
                  </a:lnTo>
                  <a:lnTo>
                    <a:pt x="45875" y="687632"/>
                  </a:lnTo>
                  <a:lnTo>
                    <a:pt x="49494" y="675247"/>
                  </a:lnTo>
                  <a:lnTo>
                    <a:pt x="53164" y="662824"/>
                  </a:lnTo>
                  <a:lnTo>
                    <a:pt x="56873" y="650362"/>
                  </a:lnTo>
                  <a:lnTo>
                    <a:pt x="60611" y="637860"/>
                  </a:lnTo>
                  <a:lnTo>
                    <a:pt x="64368" y="625317"/>
                  </a:lnTo>
                  <a:lnTo>
                    <a:pt x="68133" y="612733"/>
                  </a:lnTo>
                  <a:lnTo>
                    <a:pt x="71896" y="600105"/>
                  </a:lnTo>
                  <a:lnTo>
                    <a:pt x="75646" y="587432"/>
                  </a:lnTo>
                  <a:lnTo>
                    <a:pt x="79373" y="574714"/>
                  </a:lnTo>
                  <a:lnTo>
                    <a:pt x="83067" y="561949"/>
                  </a:lnTo>
                  <a:lnTo>
                    <a:pt x="86716" y="549137"/>
                  </a:lnTo>
                  <a:lnTo>
                    <a:pt x="90311" y="536275"/>
                  </a:lnTo>
                  <a:lnTo>
                    <a:pt x="93841" y="523364"/>
                  </a:lnTo>
                  <a:lnTo>
                    <a:pt x="97295" y="510401"/>
                  </a:lnTo>
                  <a:lnTo>
                    <a:pt x="100663" y="497385"/>
                  </a:lnTo>
                  <a:lnTo>
                    <a:pt x="103935" y="484317"/>
                  </a:lnTo>
                  <a:lnTo>
                    <a:pt x="107100" y="471193"/>
                  </a:lnTo>
                  <a:lnTo>
                    <a:pt x="110148" y="458014"/>
                  </a:lnTo>
                  <a:lnTo>
                    <a:pt x="113068" y="444778"/>
                  </a:lnTo>
                  <a:lnTo>
                    <a:pt x="115849" y="431484"/>
                  </a:lnTo>
                  <a:lnTo>
                    <a:pt x="118482" y="418130"/>
                  </a:lnTo>
                  <a:lnTo>
                    <a:pt x="120955" y="404716"/>
                  </a:lnTo>
                  <a:lnTo>
                    <a:pt x="123259" y="391241"/>
                  </a:lnTo>
                  <a:lnTo>
                    <a:pt x="125382" y="377703"/>
                  </a:lnTo>
                  <a:lnTo>
                    <a:pt x="127315" y="364101"/>
                  </a:lnTo>
                  <a:lnTo>
                    <a:pt x="129046" y="350435"/>
                  </a:lnTo>
                  <a:lnTo>
                    <a:pt x="130566" y="336702"/>
                  </a:lnTo>
                  <a:lnTo>
                    <a:pt x="131864" y="322902"/>
                  </a:lnTo>
                  <a:lnTo>
                    <a:pt x="132929" y="309034"/>
                  </a:lnTo>
                  <a:lnTo>
                    <a:pt x="133751" y="295096"/>
                  </a:lnTo>
                  <a:lnTo>
                    <a:pt x="134320" y="281088"/>
                  </a:lnTo>
                  <a:lnTo>
                    <a:pt x="134625" y="267008"/>
                  </a:lnTo>
                  <a:lnTo>
                    <a:pt x="134655" y="252855"/>
                  </a:lnTo>
                  <a:lnTo>
                    <a:pt x="134401" y="238628"/>
                  </a:lnTo>
                  <a:lnTo>
                    <a:pt x="133851" y="224326"/>
                  </a:lnTo>
                  <a:lnTo>
                    <a:pt x="132995" y="209947"/>
                  </a:lnTo>
                  <a:lnTo>
                    <a:pt x="131822" y="195492"/>
                  </a:lnTo>
                  <a:lnTo>
                    <a:pt x="130323" y="180957"/>
                  </a:lnTo>
                  <a:lnTo>
                    <a:pt x="128487" y="166343"/>
                  </a:lnTo>
                  <a:lnTo>
                    <a:pt x="126303" y="151648"/>
                  </a:lnTo>
                  <a:lnTo>
                    <a:pt x="123761" y="136871"/>
                  </a:lnTo>
                  <a:lnTo>
                    <a:pt x="120850" y="122011"/>
                  </a:lnTo>
                  <a:lnTo>
                    <a:pt x="117560" y="107066"/>
                  </a:lnTo>
                  <a:lnTo>
                    <a:pt x="113880" y="92036"/>
                  </a:lnTo>
                  <a:lnTo>
                    <a:pt x="109800" y="76920"/>
                  </a:lnTo>
                  <a:lnTo>
                    <a:pt x="105310" y="61716"/>
                  </a:lnTo>
                  <a:lnTo>
                    <a:pt x="100399" y="46423"/>
                  </a:lnTo>
                  <a:lnTo>
                    <a:pt x="95056" y="31040"/>
                  </a:lnTo>
                  <a:lnTo>
                    <a:pt x="89271" y="15566"/>
                  </a:lnTo>
                  <a:lnTo>
                    <a:pt x="83034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3672253" y="1400668"/>
              <a:ext cx="393600" cy="1380390"/>
            </a:xfrm>
            <a:custGeom>
              <a:avLst/>
              <a:pathLst>
                <a:path w="393600" h="1380390">
                  <a:moveTo>
                    <a:pt x="111077" y="1380390"/>
                  </a:moveTo>
                  <a:lnTo>
                    <a:pt x="99488" y="1368425"/>
                  </a:lnTo>
                  <a:lnTo>
                    <a:pt x="88613" y="1356430"/>
                  </a:lnTo>
                  <a:lnTo>
                    <a:pt x="78439" y="1344404"/>
                  </a:lnTo>
                  <a:lnTo>
                    <a:pt x="68952" y="1332346"/>
                  </a:lnTo>
                  <a:lnTo>
                    <a:pt x="60139" y="1320257"/>
                  </a:lnTo>
                  <a:lnTo>
                    <a:pt x="51988" y="1308137"/>
                  </a:lnTo>
                  <a:lnTo>
                    <a:pt x="44484" y="1295984"/>
                  </a:lnTo>
                  <a:lnTo>
                    <a:pt x="37616" y="1283799"/>
                  </a:lnTo>
                  <a:lnTo>
                    <a:pt x="31371" y="1271581"/>
                  </a:lnTo>
                  <a:lnTo>
                    <a:pt x="25734" y="1259330"/>
                  </a:lnTo>
                  <a:lnTo>
                    <a:pt x="20693" y="1247046"/>
                  </a:lnTo>
                  <a:lnTo>
                    <a:pt x="16236" y="1234728"/>
                  </a:lnTo>
                  <a:lnTo>
                    <a:pt x="12348" y="1222377"/>
                  </a:lnTo>
                  <a:lnTo>
                    <a:pt x="9018" y="1209991"/>
                  </a:lnTo>
                  <a:lnTo>
                    <a:pt x="6231" y="1197570"/>
                  </a:lnTo>
                  <a:lnTo>
                    <a:pt x="3975" y="1185115"/>
                  </a:lnTo>
                  <a:lnTo>
                    <a:pt x="2237" y="1172625"/>
                  </a:lnTo>
                  <a:lnTo>
                    <a:pt x="1004" y="1160099"/>
                  </a:lnTo>
                  <a:lnTo>
                    <a:pt x="262" y="1147537"/>
                  </a:lnTo>
                  <a:lnTo>
                    <a:pt x="0" y="1134940"/>
                  </a:lnTo>
                  <a:lnTo>
                    <a:pt x="202" y="1122306"/>
                  </a:lnTo>
                  <a:lnTo>
                    <a:pt x="858" y="1109635"/>
                  </a:lnTo>
                  <a:lnTo>
                    <a:pt x="1953" y="1096928"/>
                  </a:lnTo>
                  <a:lnTo>
                    <a:pt x="3474" y="1084183"/>
                  </a:lnTo>
                  <a:lnTo>
                    <a:pt x="5409" y="1071401"/>
                  </a:lnTo>
                  <a:lnTo>
                    <a:pt x="7745" y="1058581"/>
                  </a:lnTo>
                  <a:lnTo>
                    <a:pt x="10468" y="1045722"/>
                  </a:lnTo>
                  <a:lnTo>
                    <a:pt x="13565" y="1032826"/>
                  </a:lnTo>
                  <a:lnTo>
                    <a:pt x="17023" y="1019890"/>
                  </a:lnTo>
                  <a:lnTo>
                    <a:pt x="20830" y="1006915"/>
                  </a:lnTo>
                  <a:lnTo>
                    <a:pt x="24972" y="993902"/>
                  </a:lnTo>
                  <a:lnTo>
                    <a:pt x="29436" y="980848"/>
                  </a:lnTo>
                  <a:lnTo>
                    <a:pt x="34209" y="967754"/>
                  </a:lnTo>
                  <a:lnTo>
                    <a:pt x="39278" y="954620"/>
                  </a:lnTo>
                  <a:lnTo>
                    <a:pt x="44631" y="941446"/>
                  </a:lnTo>
                  <a:lnTo>
                    <a:pt x="50253" y="928231"/>
                  </a:lnTo>
                  <a:lnTo>
                    <a:pt x="56132" y="914974"/>
                  </a:lnTo>
                  <a:lnTo>
                    <a:pt x="62255" y="901676"/>
                  </a:lnTo>
                  <a:lnTo>
                    <a:pt x="68610" y="888336"/>
                  </a:lnTo>
                  <a:lnTo>
                    <a:pt x="75181" y="874954"/>
                  </a:lnTo>
                  <a:lnTo>
                    <a:pt x="81958" y="861530"/>
                  </a:lnTo>
                  <a:lnTo>
                    <a:pt x="88926" y="848063"/>
                  </a:lnTo>
                  <a:lnTo>
                    <a:pt x="96073" y="834553"/>
                  </a:lnTo>
                  <a:lnTo>
                    <a:pt x="103386" y="821000"/>
                  </a:lnTo>
                  <a:lnTo>
                    <a:pt x="110851" y="807403"/>
                  </a:lnTo>
                  <a:lnTo>
                    <a:pt x="118456" y="793762"/>
                  </a:lnTo>
                  <a:lnTo>
                    <a:pt x="126187" y="780077"/>
                  </a:lnTo>
                  <a:lnTo>
                    <a:pt x="134032" y="766347"/>
                  </a:lnTo>
                  <a:lnTo>
                    <a:pt x="141977" y="752573"/>
                  </a:lnTo>
                  <a:lnTo>
                    <a:pt x="150010" y="738753"/>
                  </a:lnTo>
                  <a:lnTo>
                    <a:pt x="158117" y="724888"/>
                  </a:lnTo>
                  <a:lnTo>
                    <a:pt x="166285" y="710977"/>
                  </a:lnTo>
                  <a:lnTo>
                    <a:pt x="174501" y="697021"/>
                  </a:lnTo>
                  <a:lnTo>
                    <a:pt x="182753" y="683017"/>
                  </a:lnTo>
                  <a:lnTo>
                    <a:pt x="191027" y="668968"/>
                  </a:lnTo>
                  <a:lnTo>
                    <a:pt x="199310" y="654871"/>
                  </a:lnTo>
                  <a:lnTo>
                    <a:pt x="207589" y="640727"/>
                  </a:lnTo>
                  <a:lnTo>
                    <a:pt x="215850" y="626536"/>
                  </a:lnTo>
                  <a:lnTo>
                    <a:pt x="224082" y="612296"/>
                  </a:lnTo>
                  <a:lnTo>
                    <a:pt x="232271" y="598009"/>
                  </a:lnTo>
                  <a:lnTo>
                    <a:pt x="240404" y="583673"/>
                  </a:lnTo>
                  <a:lnTo>
                    <a:pt x="248468" y="569288"/>
                  </a:lnTo>
                  <a:lnTo>
                    <a:pt x="256449" y="554854"/>
                  </a:lnTo>
                  <a:lnTo>
                    <a:pt x="264335" y="540371"/>
                  </a:lnTo>
                  <a:lnTo>
                    <a:pt x="272113" y="525838"/>
                  </a:lnTo>
                  <a:lnTo>
                    <a:pt x="279770" y="511255"/>
                  </a:lnTo>
                  <a:lnTo>
                    <a:pt x="287292" y="496622"/>
                  </a:lnTo>
                  <a:lnTo>
                    <a:pt x="294667" y="481938"/>
                  </a:lnTo>
                  <a:lnTo>
                    <a:pt x="301881" y="467204"/>
                  </a:lnTo>
                  <a:lnTo>
                    <a:pt x="308922" y="452418"/>
                  </a:lnTo>
                  <a:lnTo>
                    <a:pt x="315777" y="437581"/>
                  </a:lnTo>
                  <a:lnTo>
                    <a:pt x="322431" y="422692"/>
                  </a:lnTo>
                  <a:lnTo>
                    <a:pt x="328873" y="407750"/>
                  </a:lnTo>
                  <a:lnTo>
                    <a:pt x="335090" y="392757"/>
                  </a:lnTo>
                  <a:lnTo>
                    <a:pt x="341067" y="377711"/>
                  </a:lnTo>
                  <a:lnTo>
                    <a:pt x="346793" y="362611"/>
                  </a:lnTo>
                  <a:lnTo>
                    <a:pt x="352254" y="347459"/>
                  </a:lnTo>
                  <a:lnTo>
                    <a:pt x="357438" y="332252"/>
                  </a:lnTo>
                  <a:lnTo>
                    <a:pt x="362330" y="316992"/>
                  </a:lnTo>
                  <a:lnTo>
                    <a:pt x="366918" y="301678"/>
                  </a:lnTo>
                  <a:lnTo>
                    <a:pt x="371190" y="286309"/>
                  </a:lnTo>
                  <a:lnTo>
                    <a:pt x="375131" y="270885"/>
                  </a:lnTo>
                  <a:lnTo>
                    <a:pt x="378730" y="255406"/>
                  </a:lnTo>
                  <a:lnTo>
                    <a:pt x="381972" y="239872"/>
                  </a:lnTo>
                  <a:lnTo>
                    <a:pt x="384845" y="224282"/>
                  </a:lnTo>
                  <a:lnTo>
                    <a:pt x="387336" y="208636"/>
                  </a:lnTo>
                  <a:lnTo>
                    <a:pt x="389431" y="192934"/>
                  </a:lnTo>
                  <a:lnTo>
                    <a:pt x="391119" y="177175"/>
                  </a:lnTo>
                  <a:lnTo>
                    <a:pt x="392385" y="161359"/>
                  </a:lnTo>
                  <a:lnTo>
                    <a:pt x="393216" y="145485"/>
                  </a:lnTo>
                  <a:lnTo>
                    <a:pt x="393600" y="129554"/>
                  </a:lnTo>
                  <a:lnTo>
                    <a:pt x="393524" y="113566"/>
                  </a:lnTo>
                  <a:lnTo>
                    <a:pt x="392974" y="97519"/>
                  </a:lnTo>
                  <a:lnTo>
                    <a:pt x="391938" y="81414"/>
                  </a:lnTo>
                  <a:lnTo>
                    <a:pt x="390402" y="65250"/>
                  </a:lnTo>
                  <a:lnTo>
                    <a:pt x="388353" y="49026"/>
                  </a:lnTo>
                  <a:lnTo>
                    <a:pt x="385779" y="32744"/>
                  </a:lnTo>
                  <a:lnTo>
                    <a:pt x="382666" y="16402"/>
                  </a:lnTo>
                  <a:lnTo>
                    <a:pt x="379001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694722" y="1345910"/>
              <a:ext cx="703590" cy="1435148"/>
            </a:xfrm>
            <a:custGeom>
              <a:avLst/>
              <a:pathLst>
                <a:path w="703590" h="1435148">
                  <a:moveTo>
                    <a:pt x="88608" y="1435148"/>
                  </a:moveTo>
                  <a:lnTo>
                    <a:pt x="77098" y="1423170"/>
                  </a:lnTo>
                  <a:lnTo>
                    <a:pt x="66458" y="1411138"/>
                  </a:lnTo>
                  <a:lnTo>
                    <a:pt x="56672" y="1399050"/>
                  </a:lnTo>
                  <a:lnTo>
                    <a:pt x="47724" y="1386907"/>
                  </a:lnTo>
                  <a:lnTo>
                    <a:pt x="39598" y="1374710"/>
                  </a:lnTo>
                  <a:lnTo>
                    <a:pt x="32279" y="1362457"/>
                  </a:lnTo>
                  <a:lnTo>
                    <a:pt x="25751" y="1350150"/>
                  </a:lnTo>
                  <a:lnTo>
                    <a:pt x="19998" y="1337788"/>
                  </a:lnTo>
                  <a:lnTo>
                    <a:pt x="15005" y="1325372"/>
                  </a:lnTo>
                  <a:lnTo>
                    <a:pt x="10756" y="1312901"/>
                  </a:lnTo>
                  <a:lnTo>
                    <a:pt x="7235" y="1300377"/>
                  </a:lnTo>
                  <a:lnTo>
                    <a:pt x="4426" y="1287798"/>
                  </a:lnTo>
                  <a:lnTo>
                    <a:pt x="2313" y="1275165"/>
                  </a:lnTo>
                  <a:lnTo>
                    <a:pt x="882" y="1262478"/>
                  </a:lnTo>
                  <a:lnTo>
                    <a:pt x="116" y="1249738"/>
                  </a:lnTo>
                  <a:lnTo>
                    <a:pt x="0" y="1236944"/>
                  </a:lnTo>
                  <a:lnTo>
                    <a:pt x="517" y="1224096"/>
                  </a:lnTo>
                  <a:lnTo>
                    <a:pt x="1652" y="1211195"/>
                  </a:lnTo>
                  <a:lnTo>
                    <a:pt x="3390" y="1198241"/>
                  </a:lnTo>
                  <a:lnTo>
                    <a:pt x="5714" y="1185234"/>
                  </a:lnTo>
                  <a:lnTo>
                    <a:pt x="8609" y="1172173"/>
                  </a:lnTo>
                  <a:lnTo>
                    <a:pt x="12060" y="1159060"/>
                  </a:lnTo>
                  <a:lnTo>
                    <a:pt x="16050" y="1145894"/>
                  </a:lnTo>
                  <a:lnTo>
                    <a:pt x="20564" y="1132675"/>
                  </a:lnTo>
                  <a:lnTo>
                    <a:pt x="25586" y="1119404"/>
                  </a:lnTo>
                  <a:lnTo>
                    <a:pt x="31100" y="1106080"/>
                  </a:lnTo>
                  <a:lnTo>
                    <a:pt x="37091" y="1092705"/>
                  </a:lnTo>
                  <a:lnTo>
                    <a:pt x="43543" y="1079276"/>
                  </a:lnTo>
                  <a:lnTo>
                    <a:pt x="50440" y="1065796"/>
                  </a:lnTo>
                  <a:lnTo>
                    <a:pt x="57766" y="1052264"/>
                  </a:lnTo>
                  <a:lnTo>
                    <a:pt x="65507" y="1038680"/>
                  </a:lnTo>
                  <a:lnTo>
                    <a:pt x="73645" y="1025045"/>
                  </a:lnTo>
                  <a:lnTo>
                    <a:pt x="82166" y="1011358"/>
                  </a:lnTo>
                  <a:lnTo>
                    <a:pt x="91053" y="997619"/>
                  </a:lnTo>
                  <a:lnTo>
                    <a:pt x="100291" y="983829"/>
                  </a:lnTo>
                  <a:lnTo>
                    <a:pt x="109865" y="969988"/>
                  </a:lnTo>
                  <a:lnTo>
                    <a:pt x="119758" y="956096"/>
                  </a:lnTo>
                  <a:lnTo>
                    <a:pt x="129954" y="942153"/>
                  </a:lnTo>
                  <a:lnTo>
                    <a:pt x="140439" y="928159"/>
                  </a:lnTo>
                  <a:lnTo>
                    <a:pt x="151196" y="914114"/>
                  </a:lnTo>
                  <a:lnTo>
                    <a:pt x="162210" y="900018"/>
                  </a:lnTo>
                  <a:lnTo>
                    <a:pt x="173464" y="885872"/>
                  </a:lnTo>
                  <a:lnTo>
                    <a:pt x="184944" y="871676"/>
                  </a:lnTo>
                  <a:lnTo>
                    <a:pt x="196633" y="857430"/>
                  </a:lnTo>
                  <a:lnTo>
                    <a:pt x="208516" y="843133"/>
                  </a:lnTo>
                  <a:lnTo>
                    <a:pt x="220577" y="828786"/>
                  </a:lnTo>
                  <a:lnTo>
                    <a:pt x="232800" y="814390"/>
                  </a:lnTo>
                  <a:lnTo>
                    <a:pt x="245170" y="799943"/>
                  </a:lnTo>
                  <a:lnTo>
                    <a:pt x="257671" y="785447"/>
                  </a:lnTo>
                  <a:lnTo>
                    <a:pt x="270287" y="770902"/>
                  </a:lnTo>
                  <a:lnTo>
                    <a:pt x="283002" y="756307"/>
                  </a:lnTo>
                  <a:lnTo>
                    <a:pt x="295801" y="741663"/>
                  </a:lnTo>
                  <a:lnTo>
                    <a:pt x="308669" y="726969"/>
                  </a:lnTo>
                  <a:lnTo>
                    <a:pt x="321588" y="712227"/>
                  </a:lnTo>
                  <a:lnTo>
                    <a:pt x="334544" y="697436"/>
                  </a:lnTo>
                  <a:lnTo>
                    <a:pt x="347521" y="682596"/>
                  </a:lnTo>
                  <a:lnTo>
                    <a:pt x="360503" y="667707"/>
                  </a:lnTo>
                  <a:lnTo>
                    <a:pt x="373475" y="652769"/>
                  </a:lnTo>
                  <a:lnTo>
                    <a:pt x="386420" y="637783"/>
                  </a:lnTo>
                  <a:lnTo>
                    <a:pt x="399323" y="622749"/>
                  </a:lnTo>
                  <a:lnTo>
                    <a:pt x="412169" y="607667"/>
                  </a:lnTo>
                  <a:lnTo>
                    <a:pt x="424941" y="592536"/>
                  </a:lnTo>
                  <a:lnTo>
                    <a:pt x="437624" y="577358"/>
                  </a:lnTo>
                  <a:lnTo>
                    <a:pt x="450202" y="562132"/>
                  </a:lnTo>
                  <a:lnTo>
                    <a:pt x="462659" y="546857"/>
                  </a:lnTo>
                  <a:lnTo>
                    <a:pt x="474980" y="531536"/>
                  </a:lnTo>
                  <a:lnTo>
                    <a:pt x="487150" y="516167"/>
                  </a:lnTo>
                  <a:lnTo>
                    <a:pt x="499151" y="500750"/>
                  </a:lnTo>
                  <a:lnTo>
                    <a:pt x="510969" y="485286"/>
                  </a:lnTo>
                  <a:lnTo>
                    <a:pt x="522588" y="469776"/>
                  </a:lnTo>
                  <a:lnTo>
                    <a:pt x="533992" y="454218"/>
                  </a:lnTo>
                  <a:lnTo>
                    <a:pt x="545166" y="438613"/>
                  </a:lnTo>
                  <a:lnTo>
                    <a:pt x="556093" y="422961"/>
                  </a:lnTo>
                  <a:lnTo>
                    <a:pt x="566758" y="407263"/>
                  </a:lnTo>
                  <a:lnTo>
                    <a:pt x="577145" y="391518"/>
                  </a:lnTo>
                  <a:lnTo>
                    <a:pt x="587239" y="375727"/>
                  </a:lnTo>
                  <a:lnTo>
                    <a:pt x="597024" y="359890"/>
                  </a:lnTo>
                  <a:lnTo>
                    <a:pt x="606484" y="344006"/>
                  </a:lnTo>
                  <a:lnTo>
                    <a:pt x="615603" y="328077"/>
                  </a:lnTo>
                  <a:lnTo>
                    <a:pt x="624366" y="312101"/>
                  </a:lnTo>
                  <a:lnTo>
                    <a:pt x="632757" y="296080"/>
                  </a:lnTo>
                  <a:lnTo>
                    <a:pt x="640760" y="280013"/>
                  </a:lnTo>
                  <a:lnTo>
                    <a:pt x="648360" y="263900"/>
                  </a:lnTo>
                  <a:lnTo>
                    <a:pt x="655540" y="247742"/>
                  </a:lnTo>
                  <a:lnTo>
                    <a:pt x="662286" y="231539"/>
                  </a:lnTo>
                  <a:lnTo>
                    <a:pt x="668581" y="215290"/>
                  </a:lnTo>
                  <a:lnTo>
                    <a:pt x="674409" y="198996"/>
                  </a:lnTo>
                  <a:lnTo>
                    <a:pt x="679756" y="182658"/>
                  </a:lnTo>
                  <a:lnTo>
                    <a:pt x="684605" y="166274"/>
                  </a:lnTo>
                  <a:lnTo>
                    <a:pt x="688940" y="149846"/>
                  </a:lnTo>
                  <a:lnTo>
                    <a:pt x="692746" y="133373"/>
                  </a:lnTo>
                  <a:lnTo>
                    <a:pt x="696008" y="116856"/>
                  </a:lnTo>
                  <a:lnTo>
                    <a:pt x="698708" y="100294"/>
                  </a:lnTo>
                  <a:lnTo>
                    <a:pt x="700833" y="83688"/>
                  </a:lnTo>
                  <a:lnTo>
                    <a:pt x="702365" y="67038"/>
                  </a:lnTo>
                  <a:lnTo>
                    <a:pt x="703289" y="50344"/>
                  </a:lnTo>
                  <a:lnTo>
                    <a:pt x="703590" y="33606"/>
                  </a:lnTo>
                  <a:lnTo>
                    <a:pt x="703252" y="16825"/>
                  </a:lnTo>
                  <a:lnTo>
                    <a:pt x="702259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571999" y="2781058"/>
              <a:ext cx="788669" cy="788669"/>
            </a:xfrm>
            <a:custGeom>
              <a:avLst/>
              <a:pathLst>
                <a:path w="788669" h="788669">
                  <a:moveTo>
                    <a:pt x="0" y="788669"/>
                  </a:moveTo>
                  <a:lnTo>
                    <a:pt x="239" y="788429"/>
                  </a:lnTo>
                  <a:lnTo>
                    <a:pt x="952" y="787716"/>
                  </a:lnTo>
                  <a:lnTo>
                    <a:pt x="2128" y="786540"/>
                  </a:lnTo>
                  <a:lnTo>
                    <a:pt x="3758" y="784910"/>
                  </a:lnTo>
                  <a:lnTo>
                    <a:pt x="5831" y="782837"/>
                  </a:lnTo>
                  <a:lnTo>
                    <a:pt x="8339" y="780329"/>
                  </a:lnTo>
                  <a:lnTo>
                    <a:pt x="11271" y="777398"/>
                  </a:lnTo>
                  <a:lnTo>
                    <a:pt x="14617" y="774051"/>
                  </a:lnTo>
                  <a:lnTo>
                    <a:pt x="18368" y="770300"/>
                  </a:lnTo>
                  <a:lnTo>
                    <a:pt x="22514" y="766154"/>
                  </a:lnTo>
                  <a:lnTo>
                    <a:pt x="27046" y="761623"/>
                  </a:lnTo>
                  <a:lnTo>
                    <a:pt x="31953" y="756716"/>
                  </a:lnTo>
                  <a:lnTo>
                    <a:pt x="37225" y="751443"/>
                  </a:lnTo>
                  <a:lnTo>
                    <a:pt x="42854" y="745814"/>
                  </a:lnTo>
                  <a:lnTo>
                    <a:pt x="48829" y="739839"/>
                  </a:lnTo>
                  <a:lnTo>
                    <a:pt x="55141" y="733528"/>
                  </a:lnTo>
                  <a:lnTo>
                    <a:pt x="61779" y="726890"/>
                  </a:lnTo>
                  <a:lnTo>
                    <a:pt x="68734" y="719934"/>
                  </a:lnTo>
                  <a:lnTo>
                    <a:pt x="75996" y="712672"/>
                  </a:lnTo>
                  <a:lnTo>
                    <a:pt x="83556" y="705112"/>
                  </a:lnTo>
                  <a:lnTo>
                    <a:pt x="91404" y="697264"/>
                  </a:lnTo>
                  <a:lnTo>
                    <a:pt x="99530" y="689139"/>
                  </a:lnTo>
                  <a:lnTo>
                    <a:pt x="107924" y="680745"/>
                  </a:lnTo>
                  <a:lnTo>
                    <a:pt x="116576" y="672092"/>
                  </a:lnTo>
                  <a:lnTo>
                    <a:pt x="125477" y="663191"/>
                  </a:lnTo>
                  <a:lnTo>
                    <a:pt x="134617" y="654051"/>
                  </a:lnTo>
                  <a:lnTo>
                    <a:pt x="143986" y="644682"/>
                  </a:lnTo>
                  <a:lnTo>
                    <a:pt x="153575" y="635093"/>
                  </a:lnTo>
                  <a:lnTo>
                    <a:pt x="163374" y="625295"/>
                  </a:lnTo>
                  <a:lnTo>
                    <a:pt x="173372" y="615296"/>
                  </a:lnTo>
                  <a:lnTo>
                    <a:pt x="183561" y="605108"/>
                  </a:lnTo>
                  <a:lnTo>
                    <a:pt x="193930" y="594739"/>
                  </a:lnTo>
                  <a:lnTo>
                    <a:pt x="204469" y="584199"/>
                  </a:lnTo>
                  <a:lnTo>
                    <a:pt x="215170" y="573498"/>
                  </a:lnTo>
                  <a:lnTo>
                    <a:pt x="226022" y="562647"/>
                  </a:lnTo>
                  <a:lnTo>
                    <a:pt x="237015" y="551653"/>
                  </a:lnTo>
                  <a:lnTo>
                    <a:pt x="248140" y="540528"/>
                  </a:lnTo>
                  <a:lnTo>
                    <a:pt x="259387" y="529282"/>
                  </a:lnTo>
                  <a:lnTo>
                    <a:pt x="270746" y="517922"/>
                  </a:lnTo>
                  <a:lnTo>
                    <a:pt x="282207" y="506461"/>
                  </a:lnTo>
                  <a:lnTo>
                    <a:pt x="293761" y="494907"/>
                  </a:lnTo>
                  <a:lnTo>
                    <a:pt x="305398" y="483270"/>
                  </a:lnTo>
                  <a:lnTo>
                    <a:pt x="317109" y="471560"/>
                  </a:lnTo>
                  <a:lnTo>
                    <a:pt x="328882" y="459786"/>
                  </a:lnTo>
                  <a:lnTo>
                    <a:pt x="340709" y="447959"/>
                  </a:lnTo>
                  <a:lnTo>
                    <a:pt x="352581" y="436088"/>
                  </a:lnTo>
                  <a:lnTo>
                    <a:pt x="364486" y="424183"/>
                  </a:lnTo>
                  <a:lnTo>
                    <a:pt x="376415" y="412253"/>
                  </a:lnTo>
                  <a:lnTo>
                    <a:pt x="388360" y="400309"/>
                  </a:lnTo>
                  <a:lnTo>
                    <a:pt x="400309" y="388360"/>
                  </a:lnTo>
                  <a:lnTo>
                    <a:pt x="412253" y="376415"/>
                  </a:lnTo>
                  <a:lnTo>
                    <a:pt x="424183" y="364486"/>
                  </a:lnTo>
                  <a:lnTo>
                    <a:pt x="436088" y="352581"/>
                  </a:lnTo>
                  <a:lnTo>
                    <a:pt x="447959" y="340709"/>
                  </a:lnTo>
                  <a:lnTo>
                    <a:pt x="459786" y="328882"/>
                  </a:lnTo>
                  <a:lnTo>
                    <a:pt x="471560" y="317109"/>
                  </a:lnTo>
                  <a:lnTo>
                    <a:pt x="483270" y="305398"/>
                  </a:lnTo>
                  <a:lnTo>
                    <a:pt x="494907" y="293761"/>
                  </a:lnTo>
                  <a:lnTo>
                    <a:pt x="506461" y="282207"/>
                  </a:lnTo>
                  <a:lnTo>
                    <a:pt x="517922" y="270746"/>
                  </a:lnTo>
                  <a:lnTo>
                    <a:pt x="529282" y="259387"/>
                  </a:lnTo>
                  <a:lnTo>
                    <a:pt x="540528" y="248140"/>
                  </a:lnTo>
                  <a:lnTo>
                    <a:pt x="551653" y="237015"/>
                  </a:lnTo>
                  <a:lnTo>
                    <a:pt x="562647" y="226022"/>
                  </a:lnTo>
                  <a:lnTo>
                    <a:pt x="573498" y="215170"/>
                  </a:lnTo>
                  <a:lnTo>
                    <a:pt x="584199" y="204469"/>
                  </a:lnTo>
                  <a:lnTo>
                    <a:pt x="594739" y="193930"/>
                  </a:lnTo>
                  <a:lnTo>
                    <a:pt x="605108" y="183561"/>
                  </a:lnTo>
                  <a:lnTo>
                    <a:pt x="615296" y="173372"/>
                  </a:lnTo>
                  <a:lnTo>
                    <a:pt x="625295" y="163374"/>
                  </a:lnTo>
                  <a:lnTo>
                    <a:pt x="635093" y="153575"/>
                  </a:lnTo>
                  <a:lnTo>
                    <a:pt x="644682" y="143986"/>
                  </a:lnTo>
                  <a:lnTo>
                    <a:pt x="654051" y="134617"/>
                  </a:lnTo>
                  <a:lnTo>
                    <a:pt x="663191" y="125477"/>
                  </a:lnTo>
                  <a:lnTo>
                    <a:pt x="672092" y="116576"/>
                  </a:lnTo>
                  <a:lnTo>
                    <a:pt x="680745" y="107924"/>
                  </a:lnTo>
                  <a:lnTo>
                    <a:pt x="689139" y="99530"/>
                  </a:lnTo>
                  <a:lnTo>
                    <a:pt x="697264" y="91404"/>
                  </a:lnTo>
                  <a:lnTo>
                    <a:pt x="705112" y="83556"/>
                  </a:lnTo>
                  <a:lnTo>
                    <a:pt x="712672" y="75996"/>
                  </a:lnTo>
                  <a:lnTo>
                    <a:pt x="719934" y="68734"/>
                  </a:lnTo>
                  <a:lnTo>
                    <a:pt x="726890" y="61779"/>
                  </a:lnTo>
                  <a:lnTo>
                    <a:pt x="733528" y="55141"/>
                  </a:lnTo>
                  <a:lnTo>
                    <a:pt x="739839" y="48829"/>
                  </a:lnTo>
                  <a:lnTo>
                    <a:pt x="745814" y="42854"/>
                  </a:lnTo>
                  <a:lnTo>
                    <a:pt x="751443" y="37225"/>
                  </a:lnTo>
                  <a:lnTo>
                    <a:pt x="756716" y="31953"/>
                  </a:lnTo>
                  <a:lnTo>
                    <a:pt x="761623" y="27046"/>
                  </a:lnTo>
                  <a:lnTo>
                    <a:pt x="766154" y="22514"/>
                  </a:lnTo>
                  <a:lnTo>
                    <a:pt x="770300" y="18368"/>
                  </a:lnTo>
                  <a:lnTo>
                    <a:pt x="774051" y="14617"/>
                  </a:lnTo>
                  <a:lnTo>
                    <a:pt x="777398" y="11271"/>
                  </a:lnTo>
                  <a:lnTo>
                    <a:pt x="780329" y="8339"/>
                  </a:lnTo>
                  <a:lnTo>
                    <a:pt x="782837" y="5831"/>
                  </a:lnTo>
                  <a:lnTo>
                    <a:pt x="784910" y="3758"/>
                  </a:lnTo>
                  <a:lnTo>
                    <a:pt x="786540" y="2128"/>
                  </a:lnTo>
                  <a:lnTo>
                    <a:pt x="787716" y="952"/>
                  </a:lnTo>
                  <a:lnTo>
                    <a:pt x="788429" y="239"/>
                  </a:lnTo>
                  <a:lnTo>
                    <a:pt x="788669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571999" y="3569727"/>
              <a:ext cx="788669" cy="788669"/>
            </a:xfrm>
            <a:custGeom>
              <a:avLst/>
              <a:pathLst>
                <a:path w="788669" h="788669">
                  <a:moveTo>
                    <a:pt x="0" y="0"/>
                  </a:moveTo>
                  <a:lnTo>
                    <a:pt x="239" y="239"/>
                  </a:lnTo>
                  <a:lnTo>
                    <a:pt x="952" y="952"/>
                  </a:lnTo>
                  <a:lnTo>
                    <a:pt x="2128" y="2128"/>
                  </a:lnTo>
                  <a:lnTo>
                    <a:pt x="3758" y="3758"/>
                  </a:lnTo>
                  <a:lnTo>
                    <a:pt x="5831" y="5831"/>
                  </a:lnTo>
                  <a:lnTo>
                    <a:pt x="8339" y="8339"/>
                  </a:lnTo>
                  <a:lnTo>
                    <a:pt x="11271" y="11271"/>
                  </a:lnTo>
                  <a:lnTo>
                    <a:pt x="14617" y="14617"/>
                  </a:lnTo>
                  <a:lnTo>
                    <a:pt x="18368" y="18368"/>
                  </a:lnTo>
                  <a:lnTo>
                    <a:pt x="22514" y="22514"/>
                  </a:lnTo>
                  <a:lnTo>
                    <a:pt x="27046" y="27046"/>
                  </a:lnTo>
                  <a:lnTo>
                    <a:pt x="31953" y="31953"/>
                  </a:lnTo>
                  <a:lnTo>
                    <a:pt x="37225" y="37225"/>
                  </a:lnTo>
                  <a:lnTo>
                    <a:pt x="42854" y="42854"/>
                  </a:lnTo>
                  <a:lnTo>
                    <a:pt x="48829" y="48829"/>
                  </a:lnTo>
                  <a:lnTo>
                    <a:pt x="55141" y="55141"/>
                  </a:lnTo>
                  <a:lnTo>
                    <a:pt x="61779" y="61779"/>
                  </a:lnTo>
                  <a:lnTo>
                    <a:pt x="68734" y="68734"/>
                  </a:lnTo>
                  <a:lnTo>
                    <a:pt x="75996" y="75996"/>
                  </a:lnTo>
                  <a:lnTo>
                    <a:pt x="83556" y="83556"/>
                  </a:lnTo>
                  <a:lnTo>
                    <a:pt x="91404" y="91404"/>
                  </a:lnTo>
                  <a:lnTo>
                    <a:pt x="99530" y="99530"/>
                  </a:lnTo>
                  <a:lnTo>
                    <a:pt x="107924" y="107924"/>
                  </a:lnTo>
                  <a:lnTo>
                    <a:pt x="116576" y="116576"/>
                  </a:lnTo>
                  <a:lnTo>
                    <a:pt x="125477" y="125477"/>
                  </a:lnTo>
                  <a:lnTo>
                    <a:pt x="134617" y="134617"/>
                  </a:lnTo>
                  <a:lnTo>
                    <a:pt x="143986" y="143986"/>
                  </a:lnTo>
                  <a:lnTo>
                    <a:pt x="153575" y="153575"/>
                  </a:lnTo>
                  <a:lnTo>
                    <a:pt x="163374" y="163374"/>
                  </a:lnTo>
                  <a:lnTo>
                    <a:pt x="173372" y="173372"/>
                  </a:lnTo>
                  <a:lnTo>
                    <a:pt x="183561" y="183561"/>
                  </a:lnTo>
                  <a:lnTo>
                    <a:pt x="193930" y="193930"/>
                  </a:lnTo>
                  <a:lnTo>
                    <a:pt x="204469" y="204469"/>
                  </a:lnTo>
                  <a:lnTo>
                    <a:pt x="215170" y="215170"/>
                  </a:lnTo>
                  <a:lnTo>
                    <a:pt x="226022" y="226022"/>
                  </a:lnTo>
                  <a:lnTo>
                    <a:pt x="237015" y="237015"/>
                  </a:lnTo>
                  <a:lnTo>
                    <a:pt x="248140" y="248140"/>
                  </a:lnTo>
                  <a:lnTo>
                    <a:pt x="259387" y="259387"/>
                  </a:lnTo>
                  <a:lnTo>
                    <a:pt x="270746" y="270746"/>
                  </a:lnTo>
                  <a:lnTo>
                    <a:pt x="282207" y="282207"/>
                  </a:lnTo>
                  <a:lnTo>
                    <a:pt x="293761" y="293761"/>
                  </a:lnTo>
                  <a:lnTo>
                    <a:pt x="305398" y="305398"/>
                  </a:lnTo>
                  <a:lnTo>
                    <a:pt x="317109" y="317109"/>
                  </a:lnTo>
                  <a:lnTo>
                    <a:pt x="328882" y="328882"/>
                  </a:lnTo>
                  <a:lnTo>
                    <a:pt x="340709" y="340709"/>
                  </a:lnTo>
                  <a:lnTo>
                    <a:pt x="352581" y="352581"/>
                  </a:lnTo>
                  <a:lnTo>
                    <a:pt x="364486" y="364486"/>
                  </a:lnTo>
                  <a:lnTo>
                    <a:pt x="376415" y="376415"/>
                  </a:lnTo>
                  <a:lnTo>
                    <a:pt x="388360" y="388360"/>
                  </a:lnTo>
                  <a:lnTo>
                    <a:pt x="400309" y="400309"/>
                  </a:lnTo>
                  <a:lnTo>
                    <a:pt x="412253" y="412253"/>
                  </a:lnTo>
                  <a:lnTo>
                    <a:pt x="424183" y="424183"/>
                  </a:lnTo>
                  <a:lnTo>
                    <a:pt x="436088" y="436088"/>
                  </a:lnTo>
                  <a:lnTo>
                    <a:pt x="447959" y="447959"/>
                  </a:lnTo>
                  <a:lnTo>
                    <a:pt x="459786" y="459786"/>
                  </a:lnTo>
                  <a:lnTo>
                    <a:pt x="471560" y="471560"/>
                  </a:lnTo>
                  <a:lnTo>
                    <a:pt x="483270" y="483270"/>
                  </a:lnTo>
                  <a:lnTo>
                    <a:pt x="494907" y="494907"/>
                  </a:lnTo>
                  <a:lnTo>
                    <a:pt x="506461" y="506461"/>
                  </a:lnTo>
                  <a:lnTo>
                    <a:pt x="517922" y="517922"/>
                  </a:lnTo>
                  <a:lnTo>
                    <a:pt x="529282" y="529282"/>
                  </a:lnTo>
                  <a:lnTo>
                    <a:pt x="540528" y="540528"/>
                  </a:lnTo>
                  <a:lnTo>
                    <a:pt x="551653" y="551653"/>
                  </a:lnTo>
                  <a:lnTo>
                    <a:pt x="562647" y="562647"/>
                  </a:lnTo>
                  <a:lnTo>
                    <a:pt x="573498" y="573498"/>
                  </a:lnTo>
                  <a:lnTo>
                    <a:pt x="584199" y="584199"/>
                  </a:lnTo>
                  <a:lnTo>
                    <a:pt x="594739" y="594739"/>
                  </a:lnTo>
                  <a:lnTo>
                    <a:pt x="605108" y="605108"/>
                  </a:lnTo>
                  <a:lnTo>
                    <a:pt x="615296" y="615296"/>
                  </a:lnTo>
                  <a:lnTo>
                    <a:pt x="625295" y="625295"/>
                  </a:lnTo>
                  <a:lnTo>
                    <a:pt x="635093" y="635093"/>
                  </a:lnTo>
                  <a:lnTo>
                    <a:pt x="644682" y="644682"/>
                  </a:lnTo>
                  <a:lnTo>
                    <a:pt x="654051" y="654051"/>
                  </a:lnTo>
                  <a:lnTo>
                    <a:pt x="663191" y="663191"/>
                  </a:lnTo>
                  <a:lnTo>
                    <a:pt x="672092" y="672092"/>
                  </a:lnTo>
                  <a:lnTo>
                    <a:pt x="680745" y="680745"/>
                  </a:lnTo>
                  <a:lnTo>
                    <a:pt x="689139" y="689139"/>
                  </a:lnTo>
                  <a:lnTo>
                    <a:pt x="697264" y="697264"/>
                  </a:lnTo>
                  <a:lnTo>
                    <a:pt x="705112" y="705112"/>
                  </a:lnTo>
                  <a:lnTo>
                    <a:pt x="712672" y="712672"/>
                  </a:lnTo>
                  <a:lnTo>
                    <a:pt x="719934" y="719934"/>
                  </a:lnTo>
                  <a:lnTo>
                    <a:pt x="726890" y="726890"/>
                  </a:lnTo>
                  <a:lnTo>
                    <a:pt x="733528" y="733528"/>
                  </a:lnTo>
                  <a:lnTo>
                    <a:pt x="739839" y="739839"/>
                  </a:lnTo>
                  <a:lnTo>
                    <a:pt x="745814" y="745814"/>
                  </a:lnTo>
                  <a:lnTo>
                    <a:pt x="751443" y="751443"/>
                  </a:lnTo>
                  <a:lnTo>
                    <a:pt x="756716" y="756716"/>
                  </a:lnTo>
                  <a:lnTo>
                    <a:pt x="761623" y="761623"/>
                  </a:lnTo>
                  <a:lnTo>
                    <a:pt x="766154" y="766154"/>
                  </a:lnTo>
                  <a:lnTo>
                    <a:pt x="770300" y="770300"/>
                  </a:lnTo>
                  <a:lnTo>
                    <a:pt x="774051" y="774051"/>
                  </a:lnTo>
                  <a:lnTo>
                    <a:pt x="777398" y="777398"/>
                  </a:lnTo>
                  <a:lnTo>
                    <a:pt x="780329" y="780329"/>
                  </a:lnTo>
                  <a:lnTo>
                    <a:pt x="782837" y="782837"/>
                  </a:lnTo>
                  <a:lnTo>
                    <a:pt x="784910" y="784910"/>
                  </a:lnTo>
                  <a:lnTo>
                    <a:pt x="786540" y="786540"/>
                  </a:lnTo>
                  <a:lnTo>
                    <a:pt x="787716" y="787716"/>
                  </a:lnTo>
                  <a:lnTo>
                    <a:pt x="788429" y="788429"/>
                  </a:lnTo>
                  <a:lnTo>
                    <a:pt x="788669" y="788669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3783330" y="3569727"/>
              <a:ext cx="788669" cy="788669"/>
            </a:xfrm>
            <a:custGeom>
              <a:avLst/>
              <a:pathLst>
                <a:path w="788669" h="788669">
                  <a:moveTo>
                    <a:pt x="788669" y="0"/>
                  </a:moveTo>
                  <a:lnTo>
                    <a:pt x="788429" y="239"/>
                  </a:lnTo>
                  <a:lnTo>
                    <a:pt x="787716" y="952"/>
                  </a:lnTo>
                  <a:lnTo>
                    <a:pt x="786540" y="2128"/>
                  </a:lnTo>
                  <a:lnTo>
                    <a:pt x="784910" y="3758"/>
                  </a:lnTo>
                  <a:lnTo>
                    <a:pt x="782837" y="5831"/>
                  </a:lnTo>
                  <a:lnTo>
                    <a:pt x="780329" y="8339"/>
                  </a:lnTo>
                  <a:lnTo>
                    <a:pt x="777398" y="11271"/>
                  </a:lnTo>
                  <a:lnTo>
                    <a:pt x="774051" y="14617"/>
                  </a:lnTo>
                  <a:lnTo>
                    <a:pt x="770300" y="18368"/>
                  </a:lnTo>
                  <a:lnTo>
                    <a:pt x="766154" y="22514"/>
                  </a:lnTo>
                  <a:lnTo>
                    <a:pt x="761623" y="27046"/>
                  </a:lnTo>
                  <a:lnTo>
                    <a:pt x="756716" y="31953"/>
                  </a:lnTo>
                  <a:lnTo>
                    <a:pt x="751443" y="37225"/>
                  </a:lnTo>
                  <a:lnTo>
                    <a:pt x="745814" y="42854"/>
                  </a:lnTo>
                  <a:lnTo>
                    <a:pt x="739839" y="48829"/>
                  </a:lnTo>
                  <a:lnTo>
                    <a:pt x="733528" y="55141"/>
                  </a:lnTo>
                  <a:lnTo>
                    <a:pt x="726890" y="61779"/>
                  </a:lnTo>
                  <a:lnTo>
                    <a:pt x="719934" y="68734"/>
                  </a:lnTo>
                  <a:lnTo>
                    <a:pt x="712672" y="75996"/>
                  </a:lnTo>
                  <a:lnTo>
                    <a:pt x="705112" y="83556"/>
                  </a:lnTo>
                  <a:lnTo>
                    <a:pt x="697264" y="91404"/>
                  </a:lnTo>
                  <a:lnTo>
                    <a:pt x="689139" y="99530"/>
                  </a:lnTo>
                  <a:lnTo>
                    <a:pt x="680745" y="107924"/>
                  </a:lnTo>
                  <a:lnTo>
                    <a:pt x="672092" y="116576"/>
                  </a:lnTo>
                  <a:lnTo>
                    <a:pt x="663191" y="125477"/>
                  </a:lnTo>
                  <a:lnTo>
                    <a:pt x="654051" y="134617"/>
                  </a:lnTo>
                  <a:lnTo>
                    <a:pt x="644682" y="143986"/>
                  </a:lnTo>
                  <a:lnTo>
                    <a:pt x="635093" y="153575"/>
                  </a:lnTo>
                  <a:lnTo>
                    <a:pt x="625295" y="163374"/>
                  </a:lnTo>
                  <a:lnTo>
                    <a:pt x="615296" y="173372"/>
                  </a:lnTo>
                  <a:lnTo>
                    <a:pt x="605108" y="183561"/>
                  </a:lnTo>
                  <a:lnTo>
                    <a:pt x="594739" y="193930"/>
                  </a:lnTo>
                  <a:lnTo>
                    <a:pt x="584199" y="204469"/>
                  </a:lnTo>
                  <a:lnTo>
                    <a:pt x="573498" y="215170"/>
                  </a:lnTo>
                  <a:lnTo>
                    <a:pt x="562647" y="226022"/>
                  </a:lnTo>
                  <a:lnTo>
                    <a:pt x="551653" y="237015"/>
                  </a:lnTo>
                  <a:lnTo>
                    <a:pt x="540528" y="248140"/>
                  </a:lnTo>
                  <a:lnTo>
                    <a:pt x="529282" y="259387"/>
                  </a:lnTo>
                  <a:lnTo>
                    <a:pt x="517922" y="270746"/>
                  </a:lnTo>
                  <a:lnTo>
                    <a:pt x="506461" y="282207"/>
                  </a:lnTo>
                  <a:lnTo>
                    <a:pt x="494907" y="293761"/>
                  </a:lnTo>
                  <a:lnTo>
                    <a:pt x="483270" y="305398"/>
                  </a:lnTo>
                  <a:lnTo>
                    <a:pt x="471560" y="317109"/>
                  </a:lnTo>
                  <a:lnTo>
                    <a:pt x="459786" y="328882"/>
                  </a:lnTo>
                  <a:lnTo>
                    <a:pt x="447959" y="340709"/>
                  </a:lnTo>
                  <a:lnTo>
                    <a:pt x="436088" y="352581"/>
                  </a:lnTo>
                  <a:lnTo>
                    <a:pt x="424183" y="364486"/>
                  </a:lnTo>
                  <a:lnTo>
                    <a:pt x="412253" y="376415"/>
                  </a:lnTo>
                  <a:lnTo>
                    <a:pt x="400309" y="388360"/>
                  </a:lnTo>
                  <a:lnTo>
                    <a:pt x="388360" y="400309"/>
                  </a:lnTo>
                  <a:lnTo>
                    <a:pt x="376415" y="412253"/>
                  </a:lnTo>
                  <a:lnTo>
                    <a:pt x="364486" y="424183"/>
                  </a:lnTo>
                  <a:lnTo>
                    <a:pt x="352581" y="436088"/>
                  </a:lnTo>
                  <a:lnTo>
                    <a:pt x="340709" y="447959"/>
                  </a:lnTo>
                  <a:lnTo>
                    <a:pt x="328882" y="459786"/>
                  </a:lnTo>
                  <a:lnTo>
                    <a:pt x="317109" y="471560"/>
                  </a:lnTo>
                  <a:lnTo>
                    <a:pt x="305398" y="483270"/>
                  </a:lnTo>
                  <a:lnTo>
                    <a:pt x="293761" y="494907"/>
                  </a:lnTo>
                  <a:lnTo>
                    <a:pt x="282207" y="506461"/>
                  </a:lnTo>
                  <a:lnTo>
                    <a:pt x="270746" y="517922"/>
                  </a:lnTo>
                  <a:lnTo>
                    <a:pt x="259387" y="529282"/>
                  </a:lnTo>
                  <a:lnTo>
                    <a:pt x="248140" y="540528"/>
                  </a:lnTo>
                  <a:lnTo>
                    <a:pt x="237015" y="551653"/>
                  </a:lnTo>
                  <a:lnTo>
                    <a:pt x="226022" y="562647"/>
                  </a:lnTo>
                  <a:lnTo>
                    <a:pt x="215170" y="573498"/>
                  </a:lnTo>
                  <a:lnTo>
                    <a:pt x="204469" y="584199"/>
                  </a:lnTo>
                  <a:lnTo>
                    <a:pt x="193930" y="594739"/>
                  </a:lnTo>
                  <a:lnTo>
                    <a:pt x="183561" y="605108"/>
                  </a:lnTo>
                  <a:lnTo>
                    <a:pt x="173372" y="615296"/>
                  </a:lnTo>
                  <a:lnTo>
                    <a:pt x="163374" y="625295"/>
                  </a:lnTo>
                  <a:lnTo>
                    <a:pt x="153575" y="635093"/>
                  </a:lnTo>
                  <a:lnTo>
                    <a:pt x="143986" y="644682"/>
                  </a:lnTo>
                  <a:lnTo>
                    <a:pt x="134617" y="654051"/>
                  </a:lnTo>
                  <a:lnTo>
                    <a:pt x="125477" y="663191"/>
                  </a:lnTo>
                  <a:lnTo>
                    <a:pt x="116576" y="672092"/>
                  </a:lnTo>
                  <a:lnTo>
                    <a:pt x="107924" y="680745"/>
                  </a:lnTo>
                  <a:lnTo>
                    <a:pt x="99530" y="689139"/>
                  </a:lnTo>
                  <a:lnTo>
                    <a:pt x="91404" y="697264"/>
                  </a:lnTo>
                  <a:lnTo>
                    <a:pt x="83556" y="705112"/>
                  </a:lnTo>
                  <a:lnTo>
                    <a:pt x="75996" y="712672"/>
                  </a:lnTo>
                  <a:lnTo>
                    <a:pt x="68734" y="719934"/>
                  </a:lnTo>
                  <a:lnTo>
                    <a:pt x="61779" y="726890"/>
                  </a:lnTo>
                  <a:lnTo>
                    <a:pt x="55141" y="733528"/>
                  </a:lnTo>
                  <a:lnTo>
                    <a:pt x="48829" y="739839"/>
                  </a:lnTo>
                  <a:lnTo>
                    <a:pt x="42854" y="745814"/>
                  </a:lnTo>
                  <a:lnTo>
                    <a:pt x="37225" y="751443"/>
                  </a:lnTo>
                  <a:lnTo>
                    <a:pt x="31953" y="756716"/>
                  </a:lnTo>
                  <a:lnTo>
                    <a:pt x="27046" y="761623"/>
                  </a:lnTo>
                  <a:lnTo>
                    <a:pt x="22514" y="766154"/>
                  </a:lnTo>
                  <a:lnTo>
                    <a:pt x="18368" y="770300"/>
                  </a:lnTo>
                  <a:lnTo>
                    <a:pt x="14617" y="774051"/>
                  </a:lnTo>
                  <a:lnTo>
                    <a:pt x="11271" y="777398"/>
                  </a:lnTo>
                  <a:lnTo>
                    <a:pt x="8339" y="780329"/>
                  </a:lnTo>
                  <a:lnTo>
                    <a:pt x="5831" y="782837"/>
                  </a:lnTo>
                  <a:lnTo>
                    <a:pt x="3758" y="784910"/>
                  </a:lnTo>
                  <a:lnTo>
                    <a:pt x="2128" y="786540"/>
                  </a:lnTo>
                  <a:lnTo>
                    <a:pt x="952" y="787716"/>
                  </a:lnTo>
                  <a:lnTo>
                    <a:pt x="239" y="788429"/>
                  </a:lnTo>
                  <a:lnTo>
                    <a:pt x="0" y="788669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3783330" y="2781058"/>
              <a:ext cx="788669" cy="788669"/>
            </a:xfrm>
            <a:custGeom>
              <a:avLst/>
              <a:pathLst>
                <a:path w="788669" h="788669">
                  <a:moveTo>
                    <a:pt x="788669" y="788669"/>
                  </a:moveTo>
                  <a:lnTo>
                    <a:pt x="788429" y="788429"/>
                  </a:lnTo>
                  <a:lnTo>
                    <a:pt x="787716" y="787716"/>
                  </a:lnTo>
                  <a:lnTo>
                    <a:pt x="786540" y="786540"/>
                  </a:lnTo>
                  <a:lnTo>
                    <a:pt x="784910" y="784910"/>
                  </a:lnTo>
                  <a:lnTo>
                    <a:pt x="782837" y="782837"/>
                  </a:lnTo>
                  <a:lnTo>
                    <a:pt x="780329" y="780329"/>
                  </a:lnTo>
                  <a:lnTo>
                    <a:pt x="777398" y="777398"/>
                  </a:lnTo>
                  <a:lnTo>
                    <a:pt x="774051" y="774051"/>
                  </a:lnTo>
                  <a:lnTo>
                    <a:pt x="770300" y="770300"/>
                  </a:lnTo>
                  <a:lnTo>
                    <a:pt x="766154" y="766154"/>
                  </a:lnTo>
                  <a:lnTo>
                    <a:pt x="761623" y="761623"/>
                  </a:lnTo>
                  <a:lnTo>
                    <a:pt x="756716" y="756716"/>
                  </a:lnTo>
                  <a:lnTo>
                    <a:pt x="751443" y="751443"/>
                  </a:lnTo>
                  <a:lnTo>
                    <a:pt x="745814" y="745814"/>
                  </a:lnTo>
                  <a:lnTo>
                    <a:pt x="739839" y="739839"/>
                  </a:lnTo>
                  <a:lnTo>
                    <a:pt x="733528" y="733528"/>
                  </a:lnTo>
                  <a:lnTo>
                    <a:pt x="726890" y="726890"/>
                  </a:lnTo>
                  <a:lnTo>
                    <a:pt x="719934" y="719934"/>
                  </a:lnTo>
                  <a:lnTo>
                    <a:pt x="712672" y="712672"/>
                  </a:lnTo>
                  <a:lnTo>
                    <a:pt x="705112" y="705112"/>
                  </a:lnTo>
                  <a:lnTo>
                    <a:pt x="697264" y="697264"/>
                  </a:lnTo>
                  <a:lnTo>
                    <a:pt x="689139" y="689139"/>
                  </a:lnTo>
                  <a:lnTo>
                    <a:pt x="680745" y="680745"/>
                  </a:lnTo>
                  <a:lnTo>
                    <a:pt x="672092" y="672092"/>
                  </a:lnTo>
                  <a:lnTo>
                    <a:pt x="663191" y="663191"/>
                  </a:lnTo>
                  <a:lnTo>
                    <a:pt x="654051" y="654051"/>
                  </a:lnTo>
                  <a:lnTo>
                    <a:pt x="644682" y="644682"/>
                  </a:lnTo>
                  <a:lnTo>
                    <a:pt x="635093" y="635093"/>
                  </a:lnTo>
                  <a:lnTo>
                    <a:pt x="625295" y="625295"/>
                  </a:lnTo>
                  <a:lnTo>
                    <a:pt x="615296" y="615296"/>
                  </a:lnTo>
                  <a:lnTo>
                    <a:pt x="605108" y="605108"/>
                  </a:lnTo>
                  <a:lnTo>
                    <a:pt x="594739" y="594739"/>
                  </a:lnTo>
                  <a:lnTo>
                    <a:pt x="584199" y="584199"/>
                  </a:lnTo>
                  <a:lnTo>
                    <a:pt x="573498" y="573498"/>
                  </a:lnTo>
                  <a:lnTo>
                    <a:pt x="562647" y="562647"/>
                  </a:lnTo>
                  <a:lnTo>
                    <a:pt x="551653" y="551653"/>
                  </a:lnTo>
                  <a:lnTo>
                    <a:pt x="540528" y="540528"/>
                  </a:lnTo>
                  <a:lnTo>
                    <a:pt x="529282" y="529282"/>
                  </a:lnTo>
                  <a:lnTo>
                    <a:pt x="517922" y="517922"/>
                  </a:lnTo>
                  <a:lnTo>
                    <a:pt x="506461" y="506461"/>
                  </a:lnTo>
                  <a:lnTo>
                    <a:pt x="494907" y="494907"/>
                  </a:lnTo>
                  <a:lnTo>
                    <a:pt x="483270" y="483270"/>
                  </a:lnTo>
                  <a:lnTo>
                    <a:pt x="471560" y="471560"/>
                  </a:lnTo>
                  <a:lnTo>
                    <a:pt x="459786" y="459786"/>
                  </a:lnTo>
                  <a:lnTo>
                    <a:pt x="447959" y="447959"/>
                  </a:lnTo>
                  <a:lnTo>
                    <a:pt x="436088" y="436088"/>
                  </a:lnTo>
                  <a:lnTo>
                    <a:pt x="424183" y="424183"/>
                  </a:lnTo>
                  <a:lnTo>
                    <a:pt x="412253" y="412253"/>
                  </a:lnTo>
                  <a:lnTo>
                    <a:pt x="400309" y="400309"/>
                  </a:lnTo>
                  <a:lnTo>
                    <a:pt x="388360" y="388360"/>
                  </a:lnTo>
                  <a:lnTo>
                    <a:pt x="376415" y="376415"/>
                  </a:lnTo>
                  <a:lnTo>
                    <a:pt x="364486" y="364486"/>
                  </a:lnTo>
                  <a:lnTo>
                    <a:pt x="352581" y="352581"/>
                  </a:lnTo>
                  <a:lnTo>
                    <a:pt x="340709" y="340709"/>
                  </a:lnTo>
                  <a:lnTo>
                    <a:pt x="328882" y="328882"/>
                  </a:lnTo>
                  <a:lnTo>
                    <a:pt x="317109" y="317109"/>
                  </a:lnTo>
                  <a:lnTo>
                    <a:pt x="305398" y="305398"/>
                  </a:lnTo>
                  <a:lnTo>
                    <a:pt x="293761" y="293761"/>
                  </a:lnTo>
                  <a:lnTo>
                    <a:pt x="282207" y="282207"/>
                  </a:lnTo>
                  <a:lnTo>
                    <a:pt x="270746" y="270746"/>
                  </a:lnTo>
                  <a:lnTo>
                    <a:pt x="259387" y="259387"/>
                  </a:lnTo>
                  <a:lnTo>
                    <a:pt x="248140" y="248140"/>
                  </a:lnTo>
                  <a:lnTo>
                    <a:pt x="237015" y="237015"/>
                  </a:lnTo>
                  <a:lnTo>
                    <a:pt x="226022" y="226022"/>
                  </a:lnTo>
                  <a:lnTo>
                    <a:pt x="215170" y="215170"/>
                  </a:lnTo>
                  <a:lnTo>
                    <a:pt x="204469" y="204469"/>
                  </a:lnTo>
                  <a:lnTo>
                    <a:pt x="193930" y="193930"/>
                  </a:lnTo>
                  <a:lnTo>
                    <a:pt x="183561" y="183561"/>
                  </a:lnTo>
                  <a:lnTo>
                    <a:pt x="173372" y="173372"/>
                  </a:lnTo>
                  <a:lnTo>
                    <a:pt x="163374" y="163374"/>
                  </a:lnTo>
                  <a:lnTo>
                    <a:pt x="153575" y="153575"/>
                  </a:lnTo>
                  <a:lnTo>
                    <a:pt x="143986" y="143986"/>
                  </a:lnTo>
                  <a:lnTo>
                    <a:pt x="134617" y="134617"/>
                  </a:lnTo>
                  <a:lnTo>
                    <a:pt x="125477" y="125477"/>
                  </a:lnTo>
                  <a:lnTo>
                    <a:pt x="116576" y="116576"/>
                  </a:lnTo>
                  <a:lnTo>
                    <a:pt x="107924" y="107924"/>
                  </a:lnTo>
                  <a:lnTo>
                    <a:pt x="99530" y="99530"/>
                  </a:lnTo>
                  <a:lnTo>
                    <a:pt x="91404" y="91404"/>
                  </a:lnTo>
                  <a:lnTo>
                    <a:pt x="83556" y="83556"/>
                  </a:lnTo>
                  <a:lnTo>
                    <a:pt x="75996" y="75996"/>
                  </a:lnTo>
                  <a:lnTo>
                    <a:pt x="68734" y="68734"/>
                  </a:lnTo>
                  <a:lnTo>
                    <a:pt x="61779" y="61779"/>
                  </a:lnTo>
                  <a:lnTo>
                    <a:pt x="55141" y="55141"/>
                  </a:lnTo>
                  <a:lnTo>
                    <a:pt x="48829" y="48829"/>
                  </a:lnTo>
                  <a:lnTo>
                    <a:pt x="42854" y="42854"/>
                  </a:lnTo>
                  <a:lnTo>
                    <a:pt x="37225" y="37225"/>
                  </a:lnTo>
                  <a:lnTo>
                    <a:pt x="31953" y="31953"/>
                  </a:lnTo>
                  <a:lnTo>
                    <a:pt x="27046" y="27046"/>
                  </a:lnTo>
                  <a:lnTo>
                    <a:pt x="22514" y="22514"/>
                  </a:lnTo>
                  <a:lnTo>
                    <a:pt x="18368" y="18368"/>
                  </a:lnTo>
                  <a:lnTo>
                    <a:pt x="14617" y="14617"/>
                  </a:lnTo>
                  <a:lnTo>
                    <a:pt x="11271" y="11271"/>
                  </a:lnTo>
                  <a:lnTo>
                    <a:pt x="8339" y="8339"/>
                  </a:lnTo>
                  <a:lnTo>
                    <a:pt x="5831" y="5831"/>
                  </a:lnTo>
                  <a:lnTo>
                    <a:pt x="3758" y="3758"/>
                  </a:lnTo>
                  <a:lnTo>
                    <a:pt x="2128" y="2128"/>
                  </a:lnTo>
                  <a:lnTo>
                    <a:pt x="952" y="952"/>
                  </a:lnTo>
                  <a:lnTo>
                    <a:pt x="239" y="239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5315517" y="2735906"/>
              <a:ext cx="90303" cy="90303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4662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5315517" y="4313245"/>
              <a:ext cx="90303" cy="90303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BE59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738178" y="4313245"/>
              <a:ext cx="90303" cy="90303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D88C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738178" y="2735906"/>
              <a:ext cx="90303" cy="90303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437F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5380768" y="2643935"/>
              <a:ext cx="15645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MF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5107579" y="4417340"/>
              <a:ext cx="31309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KEGG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3801744" y="4221728"/>
              <a:ext cx="15654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CC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3809555" y="2642812"/>
              <a:ext cx="14447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BP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2395728" y="69589"/>
              <a:ext cx="4352544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 &amp; KEGG Enrichment — C1QBP High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143000" y="0"/>
            <a:ext cx="6858000" cy="6858000"/>
            <a:chOff x="1143000" y="0"/>
            <a:chExt cx="6858000" cy="6858000"/>
          </a:xfrm>
        </p:grpSpPr>
        <p:sp>
          <p:nvSpPr>
            <p:cNvPr id="3" name="rc3"/>
            <p:cNvSpPr/>
            <p:nvPr/>
          </p:nvSpPr>
          <p:spPr>
            <a:xfrm>
              <a:off x="1143000" y="0"/>
              <a:ext cx="6858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283727" y="0"/>
              <a:ext cx="6576544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353316" y="351044"/>
              <a:ext cx="6437366" cy="6437366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4590169" y="1071354"/>
              <a:ext cx="353281" cy="210703"/>
            </a:xfrm>
            <a:custGeom>
              <a:avLst/>
              <a:pathLst>
                <a:path w="353281" h="210703">
                  <a:moveTo>
                    <a:pt x="1453" y="0"/>
                  </a:moveTo>
                  <a:lnTo>
                    <a:pt x="89722" y="2253"/>
                  </a:lnTo>
                  <a:lnTo>
                    <a:pt x="177857" y="7624"/>
                  </a:lnTo>
                  <a:lnTo>
                    <a:pt x="265746" y="16106"/>
                  </a:lnTo>
                  <a:lnTo>
                    <a:pt x="353281" y="27689"/>
                  </a:lnTo>
                  <a:lnTo>
                    <a:pt x="325766" y="210703"/>
                  </a:lnTo>
                  <a:lnTo>
                    <a:pt x="217620" y="197041"/>
                  </a:lnTo>
                  <a:lnTo>
                    <a:pt x="108951" y="188488"/>
                  </a:lnTo>
                  <a:lnTo>
                    <a:pt x="0" y="185064"/>
                  </a:lnTo>
                  <a:close/>
                </a:path>
              </a:pathLst>
            </a:custGeom>
            <a:solidFill>
              <a:srgbClr val="466277">
                <a:alpha val="19215"/>
              </a:srgbClr>
            </a:solidFill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4951826" y="1135609"/>
              <a:ext cx="364250" cy="228416"/>
            </a:xfrm>
            <a:custGeom>
              <a:avLst/>
              <a:pathLst>
                <a:path w="364250" h="228416">
                  <a:moveTo>
                    <a:pt x="25321" y="0"/>
                  </a:moveTo>
                  <a:lnTo>
                    <a:pt x="111079" y="15836"/>
                  </a:lnTo>
                  <a:lnTo>
                    <a:pt x="196224" y="34692"/>
                  </a:lnTo>
                  <a:lnTo>
                    <a:pt x="280649" y="56546"/>
                  </a:lnTo>
                  <a:lnTo>
                    <a:pt x="364250" y="81369"/>
                  </a:lnTo>
                  <a:lnTo>
                    <a:pt x="317745" y="228416"/>
                  </a:lnTo>
                  <a:lnTo>
                    <a:pt x="213068" y="198004"/>
                  </a:lnTo>
                  <a:lnTo>
                    <a:pt x="107074" y="172557"/>
                  </a:lnTo>
                  <a:lnTo>
                    <a:pt x="0" y="152132"/>
                  </a:lnTo>
                  <a:close/>
                </a:path>
              </a:pathLst>
            </a:custGeom>
            <a:solidFill>
              <a:srgbClr val="466277">
                <a:alpha val="27058"/>
              </a:srgbClr>
            </a:solidFill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5304131" y="1228956"/>
              <a:ext cx="370835" cy="271349"/>
            </a:xfrm>
            <a:custGeom>
              <a:avLst/>
              <a:pathLst>
                <a:path w="370835" h="271349">
                  <a:moveTo>
                    <a:pt x="48808" y="0"/>
                  </a:moveTo>
                  <a:lnTo>
                    <a:pt x="131033" y="29056"/>
                  </a:lnTo>
                  <a:lnTo>
                    <a:pt x="212180" y="61000"/>
                  </a:lnTo>
                  <a:lnTo>
                    <a:pt x="292147" y="95792"/>
                  </a:lnTo>
                  <a:lnTo>
                    <a:pt x="370835" y="133387"/>
                  </a:lnTo>
                  <a:lnTo>
                    <a:pt x="301899" y="271349"/>
                  </a:lnTo>
                  <a:lnTo>
                    <a:pt x="203268" y="224937"/>
                  </a:lnTo>
                  <a:lnTo>
                    <a:pt x="102561" y="183222"/>
                  </a:lnTo>
                  <a:lnTo>
                    <a:pt x="0" y="146298"/>
                  </a:lnTo>
                  <a:close/>
                </a:path>
              </a:pathLst>
            </a:custGeom>
            <a:solidFill>
              <a:srgbClr val="466277">
                <a:alpha val="16862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5638409" y="1475744"/>
              <a:ext cx="305521" cy="211797"/>
            </a:xfrm>
            <a:custGeom>
              <a:avLst/>
              <a:pathLst>
                <a:path w="305521" h="211797">
                  <a:moveTo>
                    <a:pt x="21328" y="0"/>
                  </a:moveTo>
                  <a:lnTo>
                    <a:pt x="118760" y="53564"/>
                  </a:lnTo>
                  <a:lnTo>
                    <a:pt x="213562" y="111658"/>
                  </a:lnTo>
                  <a:lnTo>
                    <a:pt x="305521" y="174153"/>
                  </a:lnTo>
                  <a:lnTo>
                    <a:pt x="278620" y="211797"/>
                  </a:lnTo>
                  <a:lnTo>
                    <a:pt x="188464" y="150527"/>
                  </a:lnTo>
                  <a:lnTo>
                    <a:pt x="95522" y="93572"/>
                  </a:lnTo>
                  <a:lnTo>
                    <a:pt x="0" y="41058"/>
                  </a:lnTo>
                  <a:close/>
                </a:path>
              </a:pathLst>
            </a:custGeom>
            <a:solidFill>
              <a:srgbClr val="466277">
                <a:alpha val="14117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5946427" y="1634467"/>
              <a:ext cx="313397" cy="286655"/>
            </a:xfrm>
            <a:custGeom>
              <a:avLst/>
              <a:pathLst>
                <a:path w="313397" h="286655">
                  <a:moveTo>
                    <a:pt x="54977" y="0"/>
                  </a:moveTo>
                  <a:lnTo>
                    <a:pt x="144553" y="69482"/>
                  </a:lnTo>
                  <a:lnTo>
                    <a:pt x="230757" y="143107"/>
                  </a:lnTo>
                  <a:lnTo>
                    <a:pt x="313397" y="220711"/>
                  </a:lnTo>
                  <a:lnTo>
                    <a:pt x="248481" y="286655"/>
                  </a:lnTo>
                  <a:lnTo>
                    <a:pt x="169019" y="212036"/>
                  </a:lnTo>
                  <a:lnTo>
                    <a:pt x="86131" y="141243"/>
                  </a:lnTo>
                  <a:lnTo>
                    <a:pt x="0" y="74433"/>
                  </a:lnTo>
                  <a:close/>
                </a:path>
              </a:pathLst>
            </a:custGeom>
            <a:solidFill>
              <a:srgbClr val="466277">
                <a:alpha val="10588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6220603" y="1892721"/>
              <a:ext cx="274250" cy="302577"/>
            </a:xfrm>
            <a:custGeom>
              <a:avLst/>
              <a:pathLst>
                <a:path w="274250" h="302577">
                  <a:moveTo>
                    <a:pt x="54953" y="0"/>
                  </a:moveTo>
                  <a:lnTo>
                    <a:pt x="132060" y="82110"/>
                  </a:lnTo>
                  <a:lnTo>
                    <a:pt x="205213" y="167761"/>
                  </a:lnTo>
                  <a:lnTo>
                    <a:pt x="274250" y="256763"/>
                  </a:lnTo>
                  <a:lnTo>
                    <a:pt x="212222" y="302577"/>
                  </a:lnTo>
                  <a:lnTo>
                    <a:pt x="145412" y="216446"/>
                  </a:lnTo>
                  <a:lnTo>
                    <a:pt x="74619" y="133558"/>
                  </a:lnTo>
                  <a:lnTo>
                    <a:pt x="0" y="54096"/>
                  </a:lnTo>
                  <a:close/>
                </a:path>
              </a:pathLst>
            </a:custGeom>
            <a:solidFill>
              <a:srgbClr val="466277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6454185" y="2197797"/>
              <a:ext cx="211797" cy="305521"/>
            </a:xfrm>
            <a:custGeom>
              <a:avLst/>
              <a:pathLst>
                <a:path w="211797" h="305521">
                  <a:moveTo>
                    <a:pt x="37643" y="0"/>
                  </a:moveTo>
                  <a:lnTo>
                    <a:pt x="100139" y="91959"/>
                  </a:lnTo>
                  <a:lnTo>
                    <a:pt x="158233" y="186760"/>
                  </a:lnTo>
                  <a:lnTo>
                    <a:pt x="211797" y="284193"/>
                  </a:lnTo>
                  <a:lnTo>
                    <a:pt x="170739" y="305521"/>
                  </a:lnTo>
                  <a:lnTo>
                    <a:pt x="118225" y="209999"/>
                  </a:lnTo>
                  <a:lnTo>
                    <a:pt x="61270" y="117056"/>
                  </a:lnTo>
                  <a:lnTo>
                    <a:pt x="0" y="26900"/>
                  </a:lnTo>
                  <a:close/>
                </a:path>
              </a:pathLst>
            </a:custGeom>
            <a:solidFill>
              <a:srgbClr val="466277">
                <a:alpha val="18431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6641421" y="2480547"/>
              <a:ext cx="242089" cy="357048"/>
            </a:xfrm>
            <a:custGeom>
              <a:avLst/>
              <a:pathLst>
                <a:path w="242089" h="357048">
                  <a:moveTo>
                    <a:pt x="110369" y="0"/>
                  </a:moveTo>
                  <a:lnTo>
                    <a:pt x="147494" y="77704"/>
                  </a:lnTo>
                  <a:lnTo>
                    <a:pt x="181851" y="156671"/>
                  </a:lnTo>
                  <a:lnTo>
                    <a:pt x="213396" y="236804"/>
                  </a:lnTo>
                  <a:lnTo>
                    <a:pt x="242089" y="318001"/>
                  </a:lnTo>
                  <a:lnTo>
                    <a:pt x="125051" y="357048"/>
                  </a:lnTo>
                  <a:lnTo>
                    <a:pt x="88126" y="254487"/>
                  </a:lnTo>
                  <a:lnTo>
                    <a:pt x="46412" y="153779"/>
                  </a:lnTo>
                  <a:lnTo>
                    <a:pt x="0" y="55148"/>
                  </a:lnTo>
                  <a:close/>
                </a:path>
              </a:pathLst>
            </a:custGeom>
            <a:solidFill>
              <a:srgbClr val="466277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6777702" y="2834951"/>
              <a:ext cx="197989" cy="354949"/>
            </a:xfrm>
            <a:custGeom>
              <a:avLst/>
              <a:pathLst>
                <a:path w="197989" h="354949">
                  <a:moveTo>
                    <a:pt x="117637" y="0"/>
                  </a:moveTo>
                  <a:lnTo>
                    <a:pt x="142150" y="82555"/>
                  </a:lnTo>
                  <a:lnTo>
                    <a:pt x="163730" y="165925"/>
                  </a:lnTo>
                  <a:lnTo>
                    <a:pt x="182351" y="250005"/>
                  </a:lnTo>
                  <a:lnTo>
                    <a:pt x="197989" y="334691"/>
                  </a:lnTo>
                  <a:lnTo>
                    <a:pt x="76283" y="354949"/>
                  </a:lnTo>
                  <a:lnTo>
                    <a:pt x="55858" y="247874"/>
                  </a:lnTo>
                  <a:lnTo>
                    <a:pt x="30411" y="141881"/>
                  </a:lnTo>
                  <a:lnTo>
                    <a:pt x="0" y="37203"/>
                  </a:lnTo>
                  <a:close/>
                </a:path>
              </a:pathLst>
            </a:custGeom>
            <a:solidFill>
              <a:srgbClr val="466277">
                <a:alpha val="30588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6859670" y="3209741"/>
              <a:ext cx="133592" cy="341817"/>
            </a:xfrm>
            <a:custGeom>
              <a:avLst/>
              <a:pathLst>
                <a:path w="133592" h="341817">
                  <a:moveTo>
                    <a:pt x="106757" y="0"/>
                  </a:moveTo>
                  <a:lnTo>
                    <a:pt x="121057" y="113192"/>
                  </a:lnTo>
                  <a:lnTo>
                    <a:pt x="130009" y="226933"/>
                  </a:lnTo>
                  <a:lnTo>
                    <a:pt x="133592" y="340969"/>
                  </a:lnTo>
                  <a:lnTo>
                    <a:pt x="25638" y="341817"/>
                  </a:lnTo>
                  <a:lnTo>
                    <a:pt x="22214" y="232865"/>
                  </a:lnTo>
                  <a:lnTo>
                    <a:pt x="13661" y="124196"/>
                  </a:lnTo>
                  <a:lnTo>
                    <a:pt x="0" y="16050"/>
                  </a:lnTo>
                  <a:close/>
                </a:path>
              </a:pathLst>
            </a:custGeom>
            <a:solidFill>
              <a:srgbClr val="466277">
                <a:alpha val="14117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6859670" y="3587896"/>
              <a:ext cx="179859" cy="348695"/>
            </a:xfrm>
            <a:custGeom>
              <a:avLst/>
              <a:pathLst>
                <a:path w="179859" h="348695">
                  <a:moveTo>
                    <a:pt x="179859" y="1211"/>
                  </a:moveTo>
                  <a:lnTo>
                    <a:pt x="177633" y="88390"/>
                  </a:lnTo>
                  <a:lnTo>
                    <a:pt x="172328" y="175437"/>
                  </a:lnTo>
                  <a:lnTo>
                    <a:pt x="163950" y="262241"/>
                  </a:lnTo>
                  <a:lnTo>
                    <a:pt x="152511" y="348695"/>
                  </a:lnTo>
                  <a:lnTo>
                    <a:pt x="0" y="325766"/>
                  </a:lnTo>
                  <a:lnTo>
                    <a:pt x="13661" y="217620"/>
                  </a:lnTo>
                  <a:lnTo>
                    <a:pt x="22214" y="108951"/>
                  </a:lnTo>
                  <a:lnTo>
                    <a:pt x="25638" y="0"/>
                  </a:lnTo>
                  <a:close/>
                </a:path>
              </a:pathLst>
            </a:custGeom>
            <a:solidFill>
              <a:srgbClr val="BE5960">
                <a:alpha val="32156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6777702" y="3949554"/>
              <a:ext cx="319695" cy="392153"/>
            </a:xfrm>
            <a:custGeom>
              <a:avLst/>
              <a:pathLst>
                <a:path w="319695" h="392153">
                  <a:moveTo>
                    <a:pt x="319695" y="40514"/>
                  </a:moveTo>
                  <a:lnTo>
                    <a:pt x="303265" y="129488"/>
                  </a:lnTo>
                  <a:lnTo>
                    <a:pt x="283701" y="217826"/>
                  </a:lnTo>
                  <a:lnTo>
                    <a:pt x="261028" y="305417"/>
                  </a:lnTo>
                  <a:lnTo>
                    <a:pt x="235274" y="392153"/>
                  </a:lnTo>
                  <a:lnTo>
                    <a:pt x="117637" y="354949"/>
                  </a:lnTo>
                  <a:lnTo>
                    <a:pt x="0" y="317745"/>
                  </a:lnTo>
                  <a:lnTo>
                    <a:pt x="30411" y="213068"/>
                  </a:lnTo>
                  <a:lnTo>
                    <a:pt x="55858" y="107074"/>
                  </a:lnTo>
                  <a:lnTo>
                    <a:pt x="76283" y="0"/>
                  </a:lnTo>
                  <a:lnTo>
                    <a:pt x="197989" y="20257"/>
                  </a:lnTo>
                  <a:close/>
                </a:path>
              </a:pathLst>
            </a:custGeom>
            <a:solidFill>
              <a:srgbClr val="BE5960">
                <a:alpha val="59215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6641421" y="4301859"/>
              <a:ext cx="344498" cy="405303"/>
            </a:xfrm>
            <a:custGeom>
              <a:avLst/>
              <a:pathLst>
                <a:path w="344498" h="405303">
                  <a:moveTo>
                    <a:pt x="344498" y="73213"/>
                  </a:moveTo>
                  <a:lnTo>
                    <a:pt x="314533" y="158007"/>
                  </a:lnTo>
                  <a:lnTo>
                    <a:pt x="281591" y="241689"/>
                  </a:lnTo>
                  <a:lnTo>
                    <a:pt x="245712" y="324156"/>
                  </a:lnTo>
                  <a:lnTo>
                    <a:pt x="206942" y="405303"/>
                  </a:lnTo>
                  <a:lnTo>
                    <a:pt x="103471" y="353601"/>
                  </a:lnTo>
                  <a:lnTo>
                    <a:pt x="0" y="301899"/>
                  </a:lnTo>
                  <a:lnTo>
                    <a:pt x="46412" y="203268"/>
                  </a:lnTo>
                  <a:lnTo>
                    <a:pt x="88126" y="102561"/>
                  </a:lnTo>
                  <a:lnTo>
                    <a:pt x="125051" y="0"/>
                  </a:lnTo>
                  <a:lnTo>
                    <a:pt x="234774" y="36606"/>
                  </a:lnTo>
                  <a:close/>
                </a:path>
              </a:pathLst>
            </a:custGeom>
            <a:solidFill>
              <a:srgbClr val="BE59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6454185" y="4636136"/>
              <a:ext cx="252856" cy="332421"/>
            </a:xfrm>
            <a:custGeom>
              <a:avLst/>
              <a:pathLst>
                <a:path w="252856" h="332421">
                  <a:moveTo>
                    <a:pt x="252856" y="42656"/>
                  </a:moveTo>
                  <a:lnTo>
                    <a:pt x="198241" y="141999"/>
                  </a:lnTo>
                  <a:lnTo>
                    <a:pt x="139008" y="238659"/>
                  </a:lnTo>
                  <a:lnTo>
                    <a:pt x="75287" y="332421"/>
                  </a:lnTo>
                  <a:lnTo>
                    <a:pt x="0" y="278620"/>
                  </a:lnTo>
                  <a:lnTo>
                    <a:pt x="61270" y="188464"/>
                  </a:lnTo>
                  <a:lnTo>
                    <a:pt x="118225" y="95522"/>
                  </a:lnTo>
                  <a:lnTo>
                    <a:pt x="170739" y="0"/>
                  </a:lnTo>
                  <a:close/>
                </a:path>
              </a:pathLst>
            </a:custGeom>
            <a:solidFill>
              <a:srgbClr val="BE5960">
                <a:alpha val="27450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6220603" y="4944155"/>
              <a:ext cx="348683" cy="367494"/>
            </a:xfrm>
            <a:custGeom>
              <a:avLst/>
              <a:pathLst>
                <a:path w="348683" h="367494">
                  <a:moveTo>
                    <a:pt x="348683" y="100791"/>
                  </a:moveTo>
                  <a:lnTo>
                    <a:pt x="295308" y="170445"/>
                  </a:lnTo>
                  <a:lnTo>
                    <a:pt x="239505" y="238169"/>
                  </a:lnTo>
                  <a:lnTo>
                    <a:pt x="181344" y="303880"/>
                  </a:lnTo>
                  <a:lnTo>
                    <a:pt x="120897" y="367494"/>
                  </a:lnTo>
                  <a:lnTo>
                    <a:pt x="0" y="248481"/>
                  </a:lnTo>
                  <a:lnTo>
                    <a:pt x="74619" y="169019"/>
                  </a:lnTo>
                  <a:lnTo>
                    <a:pt x="145412" y="86131"/>
                  </a:lnTo>
                  <a:lnTo>
                    <a:pt x="212222" y="0"/>
                  </a:lnTo>
                  <a:close/>
                </a:path>
              </a:pathLst>
            </a:custGeom>
            <a:solidFill>
              <a:srgbClr val="BE5960">
                <a:alpha val="35686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5946427" y="5218331"/>
              <a:ext cx="345855" cy="323872"/>
            </a:xfrm>
            <a:custGeom>
              <a:avLst/>
              <a:pathLst>
                <a:path w="345855" h="323872">
                  <a:moveTo>
                    <a:pt x="345855" y="98916"/>
                  </a:moveTo>
                  <a:lnTo>
                    <a:pt x="283031" y="158612"/>
                  </a:lnTo>
                  <a:lnTo>
                    <a:pt x="218137" y="216050"/>
                  </a:lnTo>
                  <a:lnTo>
                    <a:pt x="151254" y="271160"/>
                  </a:lnTo>
                  <a:lnTo>
                    <a:pt x="82465" y="323872"/>
                  </a:lnTo>
                  <a:lnTo>
                    <a:pt x="0" y="212222"/>
                  </a:lnTo>
                  <a:lnTo>
                    <a:pt x="86131" y="145412"/>
                  </a:lnTo>
                  <a:lnTo>
                    <a:pt x="169019" y="74619"/>
                  </a:lnTo>
                  <a:lnTo>
                    <a:pt x="248481" y="0"/>
                  </a:lnTo>
                  <a:close/>
                </a:path>
              </a:pathLst>
            </a:custGeom>
            <a:solidFill>
              <a:srgbClr val="BE5960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5638409" y="5451913"/>
              <a:ext cx="350355" cy="280228"/>
            </a:xfrm>
            <a:custGeom>
              <a:avLst/>
              <a:pathLst>
                <a:path w="350355" h="280228">
                  <a:moveTo>
                    <a:pt x="350355" y="100383"/>
                  </a:moveTo>
                  <a:lnTo>
                    <a:pt x="279415" y="149207"/>
                  </a:lnTo>
                  <a:lnTo>
                    <a:pt x="206794" y="195494"/>
                  </a:lnTo>
                  <a:lnTo>
                    <a:pt x="132583" y="239186"/>
                  </a:lnTo>
                  <a:lnTo>
                    <a:pt x="56875" y="280228"/>
                  </a:lnTo>
                  <a:lnTo>
                    <a:pt x="0" y="170739"/>
                  </a:lnTo>
                  <a:lnTo>
                    <a:pt x="95522" y="118225"/>
                  </a:lnTo>
                  <a:lnTo>
                    <a:pt x="188464" y="61270"/>
                  </a:lnTo>
                  <a:lnTo>
                    <a:pt x="278620" y="0"/>
                  </a:lnTo>
                  <a:close/>
                </a:path>
              </a:pathLst>
            </a:custGeom>
            <a:solidFill>
              <a:srgbClr val="BE5960">
                <a:alpha val="19607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5304131" y="5639149"/>
              <a:ext cx="391516" cy="315238"/>
            </a:xfrm>
            <a:custGeom>
              <a:avLst/>
              <a:pathLst>
                <a:path w="391516" h="315238">
                  <a:moveTo>
                    <a:pt x="391516" y="179349"/>
                  </a:moveTo>
                  <a:lnTo>
                    <a:pt x="311352" y="217650"/>
                  </a:lnTo>
                  <a:lnTo>
                    <a:pt x="229886" y="253094"/>
                  </a:lnTo>
                  <a:lnTo>
                    <a:pt x="147217" y="285637"/>
                  </a:lnTo>
                  <a:lnTo>
                    <a:pt x="63451" y="315238"/>
                  </a:lnTo>
                  <a:lnTo>
                    <a:pt x="0" y="125051"/>
                  </a:lnTo>
                  <a:lnTo>
                    <a:pt x="102561" y="88126"/>
                  </a:lnTo>
                  <a:lnTo>
                    <a:pt x="203268" y="46412"/>
                  </a:lnTo>
                  <a:lnTo>
                    <a:pt x="301899" y="0"/>
                  </a:lnTo>
                  <a:close/>
                </a:path>
              </a:pathLst>
            </a:custGeom>
            <a:solidFill>
              <a:srgbClr val="BE5960">
                <a:alpha val="79607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4951826" y="5775429"/>
              <a:ext cx="364250" cy="228416"/>
            </a:xfrm>
            <a:custGeom>
              <a:avLst/>
              <a:pathLst>
                <a:path w="364250" h="228416">
                  <a:moveTo>
                    <a:pt x="364250" y="147046"/>
                  </a:moveTo>
                  <a:lnTo>
                    <a:pt x="280649" y="171869"/>
                  </a:lnTo>
                  <a:lnTo>
                    <a:pt x="196224" y="193723"/>
                  </a:lnTo>
                  <a:lnTo>
                    <a:pt x="111079" y="212580"/>
                  </a:lnTo>
                  <a:lnTo>
                    <a:pt x="25321" y="228416"/>
                  </a:lnTo>
                  <a:lnTo>
                    <a:pt x="0" y="76283"/>
                  </a:lnTo>
                  <a:lnTo>
                    <a:pt x="107074" y="55858"/>
                  </a:lnTo>
                  <a:lnTo>
                    <a:pt x="213068" y="30411"/>
                  </a:lnTo>
                  <a:lnTo>
                    <a:pt x="317745" y="0"/>
                  </a:lnTo>
                  <a:close/>
                </a:path>
              </a:pathLst>
            </a:custGeom>
            <a:solidFill>
              <a:srgbClr val="BE5960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590169" y="5857398"/>
              <a:ext cx="353281" cy="210703"/>
            </a:xfrm>
            <a:custGeom>
              <a:avLst/>
              <a:pathLst>
                <a:path w="353281" h="210703">
                  <a:moveTo>
                    <a:pt x="353281" y="183013"/>
                  </a:moveTo>
                  <a:lnTo>
                    <a:pt x="265746" y="194596"/>
                  </a:lnTo>
                  <a:lnTo>
                    <a:pt x="177857" y="203078"/>
                  </a:lnTo>
                  <a:lnTo>
                    <a:pt x="89722" y="208449"/>
                  </a:lnTo>
                  <a:lnTo>
                    <a:pt x="1453" y="210703"/>
                  </a:lnTo>
                  <a:lnTo>
                    <a:pt x="0" y="25638"/>
                  </a:lnTo>
                  <a:lnTo>
                    <a:pt x="108951" y="22214"/>
                  </a:lnTo>
                  <a:lnTo>
                    <a:pt x="217620" y="13661"/>
                  </a:lnTo>
                  <a:lnTo>
                    <a:pt x="325766" y="0"/>
                  </a:lnTo>
                  <a:close/>
                </a:path>
              </a:pathLst>
            </a:custGeom>
            <a:solidFill>
              <a:srgbClr val="BE5960">
                <a:alpha val="68235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191377" y="5857398"/>
              <a:ext cx="362453" cy="272391"/>
            </a:xfrm>
            <a:custGeom>
              <a:avLst/>
              <a:pathLst>
                <a:path w="362453" h="272391">
                  <a:moveTo>
                    <a:pt x="360515" y="272391"/>
                  </a:moveTo>
                  <a:lnTo>
                    <a:pt x="270066" y="270082"/>
                  </a:lnTo>
                  <a:lnTo>
                    <a:pt x="179756" y="264578"/>
                  </a:lnTo>
                  <a:lnTo>
                    <a:pt x="89696" y="255886"/>
                  </a:lnTo>
                  <a:lnTo>
                    <a:pt x="0" y="244018"/>
                  </a:lnTo>
                  <a:lnTo>
                    <a:pt x="18343" y="122009"/>
                  </a:lnTo>
                  <a:lnTo>
                    <a:pt x="36686" y="0"/>
                  </a:lnTo>
                  <a:lnTo>
                    <a:pt x="144832" y="13661"/>
                  </a:lnTo>
                  <a:lnTo>
                    <a:pt x="253501" y="22214"/>
                  </a:lnTo>
                  <a:lnTo>
                    <a:pt x="362453" y="25638"/>
                  </a:lnTo>
                  <a:lnTo>
                    <a:pt x="361484" y="149014"/>
                  </a:lnTo>
                  <a:close/>
                </a:path>
              </a:pathLst>
            </a:custGeom>
            <a:solidFill>
              <a:srgbClr val="D88C51">
                <a:alpha val="42745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813971" y="5775429"/>
              <a:ext cx="378201" cy="274056"/>
            </a:xfrm>
            <a:custGeom>
              <a:avLst/>
              <a:pathLst>
                <a:path w="378201" h="274056">
                  <a:moveTo>
                    <a:pt x="345283" y="274056"/>
                  </a:moveTo>
                  <a:lnTo>
                    <a:pt x="257917" y="257922"/>
                  </a:lnTo>
                  <a:lnTo>
                    <a:pt x="171176" y="238712"/>
                  </a:lnTo>
                  <a:lnTo>
                    <a:pt x="85167" y="216449"/>
                  </a:lnTo>
                  <a:lnTo>
                    <a:pt x="0" y="191160"/>
                  </a:lnTo>
                  <a:lnTo>
                    <a:pt x="60456" y="0"/>
                  </a:lnTo>
                  <a:lnTo>
                    <a:pt x="165133" y="30411"/>
                  </a:lnTo>
                  <a:lnTo>
                    <a:pt x="271126" y="55858"/>
                  </a:lnTo>
                  <a:lnTo>
                    <a:pt x="378201" y="76283"/>
                  </a:lnTo>
                  <a:close/>
                </a:path>
              </a:pathLst>
            </a:custGeom>
            <a:solidFill>
              <a:srgbClr val="D88C51">
                <a:alpha val="35686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482820" y="5639149"/>
              <a:ext cx="357048" cy="242089"/>
            </a:xfrm>
            <a:custGeom>
              <a:avLst/>
              <a:pathLst>
                <a:path w="357048" h="242089">
                  <a:moveTo>
                    <a:pt x="318001" y="242089"/>
                  </a:moveTo>
                  <a:lnTo>
                    <a:pt x="236804" y="213396"/>
                  </a:lnTo>
                  <a:lnTo>
                    <a:pt x="156671" y="181851"/>
                  </a:lnTo>
                  <a:lnTo>
                    <a:pt x="77704" y="147494"/>
                  </a:lnTo>
                  <a:lnTo>
                    <a:pt x="0" y="110369"/>
                  </a:lnTo>
                  <a:lnTo>
                    <a:pt x="55148" y="0"/>
                  </a:lnTo>
                  <a:lnTo>
                    <a:pt x="153779" y="46412"/>
                  </a:lnTo>
                  <a:lnTo>
                    <a:pt x="254487" y="88126"/>
                  </a:lnTo>
                  <a:lnTo>
                    <a:pt x="357048" y="125051"/>
                  </a:lnTo>
                  <a:close/>
                </a:path>
              </a:pathLst>
            </a:custGeom>
            <a:solidFill>
              <a:srgbClr val="D88C51">
                <a:alpha val="38039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155235" y="5451913"/>
              <a:ext cx="350355" cy="280228"/>
            </a:xfrm>
            <a:custGeom>
              <a:avLst/>
              <a:pathLst>
                <a:path w="350355" h="280228">
                  <a:moveTo>
                    <a:pt x="293480" y="280228"/>
                  </a:moveTo>
                  <a:lnTo>
                    <a:pt x="217771" y="239186"/>
                  </a:lnTo>
                  <a:lnTo>
                    <a:pt x="143560" y="195494"/>
                  </a:lnTo>
                  <a:lnTo>
                    <a:pt x="70939" y="149207"/>
                  </a:lnTo>
                  <a:lnTo>
                    <a:pt x="0" y="100383"/>
                  </a:lnTo>
                  <a:lnTo>
                    <a:pt x="71734" y="0"/>
                  </a:lnTo>
                  <a:lnTo>
                    <a:pt x="161891" y="61270"/>
                  </a:lnTo>
                  <a:lnTo>
                    <a:pt x="254833" y="118225"/>
                  </a:lnTo>
                  <a:lnTo>
                    <a:pt x="350355" y="170739"/>
                  </a:lnTo>
                  <a:close/>
                </a:path>
              </a:pathLst>
            </a:custGeom>
            <a:solidFill>
              <a:srgbClr val="D88C51">
                <a:alpha val="28627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775980" y="5218331"/>
              <a:ext cx="421591" cy="410711"/>
            </a:xfrm>
            <a:custGeom>
              <a:avLst/>
              <a:pathLst>
                <a:path w="421591" h="410711">
                  <a:moveTo>
                    <a:pt x="274985" y="410711"/>
                  </a:moveTo>
                  <a:lnTo>
                    <a:pt x="203168" y="355678"/>
                  </a:lnTo>
                  <a:lnTo>
                    <a:pt x="133340" y="298142"/>
                  </a:lnTo>
                  <a:lnTo>
                    <a:pt x="65589" y="238175"/>
                  </a:lnTo>
                  <a:lnTo>
                    <a:pt x="0" y="175851"/>
                  </a:lnTo>
                  <a:lnTo>
                    <a:pt x="86555" y="87925"/>
                  </a:lnTo>
                  <a:lnTo>
                    <a:pt x="173110" y="0"/>
                  </a:lnTo>
                  <a:lnTo>
                    <a:pt x="252571" y="74619"/>
                  </a:lnTo>
                  <a:lnTo>
                    <a:pt x="335460" y="145412"/>
                  </a:lnTo>
                  <a:lnTo>
                    <a:pt x="421591" y="212222"/>
                  </a:lnTo>
                  <a:lnTo>
                    <a:pt x="348288" y="311466"/>
                  </a:lnTo>
                  <a:close/>
                </a:path>
              </a:pathLst>
            </a:custGeom>
            <a:solidFill>
              <a:srgbClr val="D88C51">
                <a:alpha val="43529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611929" y="4944155"/>
              <a:ext cx="311466" cy="335036"/>
            </a:xfrm>
            <a:custGeom>
              <a:avLst/>
              <a:pathLst>
                <a:path w="311466" h="335036">
                  <a:moveTo>
                    <a:pt x="223541" y="335036"/>
                  </a:moveTo>
                  <a:lnTo>
                    <a:pt x="164220" y="272607"/>
                  </a:lnTo>
                  <a:lnTo>
                    <a:pt x="107143" y="208121"/>
                  </a:lnTo>
                  <a:lnTo>
                    <a:pt x="52380" y="141658"/>
                  </a:lnTo>
                  <a:lnTo>
                    <a:pt x="0" y="73302"/>
                  </a:lnTo>
                  <a:lnTo>
                    <a:pt x="99244" y="0"/>
                  </a:lnTo>
                  <a:lnTo>
                    <a:pt x="166054" y="86131"/>
                  </a:lnTo>
                  <a:lnTo>
                    <a:pt x="236847" y="169019"/>
                  </a:lnTo>
                  <a:lnTo>
                    <a:pt x="311466" y="248481"/>
                  </a:lnTo>
                  <a:close/>
                </a:path>
              </a:pathLst>
            </a:custGeom>
            <a:solidFill>
              <a:srgbClr val="D88C51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409585" y="4636136"/>
              <a:ext cx="280228" cy="350355"/>
            </a:xfrm>
            <a:custGeom>
              <a:avLst/>
              <a:pathLst>
                <a:path w="280228" h="350355">
                  <a:moveTo>
                    <a:pt x="179845" y="350355"/>
                  </a:moveTo>
                  <a:lnTo>
                    <a:pt x="131021" y="279415"/>
                  </a:lnTo>
                  <a:lnTo>
                    <a:pt x="84734" y="206794"/>
                  </a:lnTo>
                  <a:lnTo>
                    <a:pt x="41042" y="132583"/>
                  </a:lnTo>
                  <a:lnTo>
                    <a:pt x="0" y="56875"/>
                  </a:lnTo>
                  <a:lnTo>
                    <a:pt x="109489" y="0"/>
                  </a:lnTo>
                  <a:lnTo>
                    <a:pt x="162003" y="95522"/>
                  </a:lnTo>
                  <a:lnTo>
                    <a:pt x="218958" y="188464"/>
                  </a:lnTo>
                  <a:lnTo>
                    <a:pt x="280228" y="278620"/>
                  </a:lnTo>
                  <a:close/>
                </a:path>
              </a:pathLst>
            </a:custGeom>
            <a:solidFill>
              <a:srgbClr val="D88C51">
                <a:alpha val="45490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289748" y="4301859"/>
              <a:ext cx="212829" cy="343261"/>
            </a:xfrm>
            <a:custGeom>
              <a:avLst/>
              <a:pathLst>
                <a:path w="212829" h="343261">
                  <a:moveTo>
                    <a:pt x="130053" y="343261"/>
                  </a:moveTo>
                  <a:lnTo>
                    <a:pt x="81784" y="240684"/>
                  </a:lnTo>
                  <a:lnTo>
                    <a:pt x="38401" y="135948"/>
                  </a:lnTo>
                  <a:lnTo>
                    <a:pt x="0" y="29285"/>
                  </a:lnTo>
                  <a:lnTo>
                    <a:pt x="87778" y="0"/>
                  </a:lnTo>
                  <a:lnTo>
                    <a:pt x="124703" y="102561"/>
                  </a:lnTo>
                  <a:lnTo>
                    <a:pt x="166417" y="203268"/>
                  </a:lnTo>
                  <a:lnTo>
                    <a:pt x="212829" y="301899"/>
                  </a:lnTo>
                  <a:close/>
                </a:path>
              </a:pathLst>
            </a:custGeom>
            <a:solidFill>
              <a:srgbClr val="D88C51">
                <a:alpha val="46274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092241" y="3949554"/>
              <a:ext cx="274056" cy="378201"/>
            </a:xfrm>
            <a:custGeom>
              <a:avLst/>
              <a:pathLst>
                <a:path w="274056" h="378201">
                  <a:moveTo>
                    <a:pt x="82895" y="378201"/>
                  </a:moveTo>
                  <a:lnTo>
                    <a:pt x="57606" y="293033"/>
                  </a:lnTo>
                  <a:lnTo>
                    <a:pt x="35343" y="207025"/>
                  </a:lnTo>
                  <a:lnTo>
                    <a:pt x="16133" y="120284"/>
                  </a:lnTo>
                  <a:lnTo>
                    <a:pt x="0" y="32918"/>
                  </a:lnTo>
                  <a:lnTo>
                    <a:pt x="197772" y="0"/>
                  </a:lnTo>
                  <a:lnTo>
                    <a:pt x="218197" y="107074"/>
                  </a:lnTo>
                  <a:lnTo>
                    <a:pt x="243644" y="213068"/>
                  </a:lnTo>
                  <a:lnTo>
                    <a:pt x="274056" y="317745"/>
                  </a:lnTo>
                  <a:close/>
                </a:path>
              </a:pathLst>
            </a:custGeom>
            <a:solidFill>
              <a:srgbClr val="D88C51">
                <a:alpha val="36078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2058204" y="3587896"/>
              <a:ext cx="226125" cy="355574"/>
            </a:xfrm>
            <a:custGeom>
              <a:avLst/>
              <a:pathLst>
                <a:path w="226125" h="355574">
                  <a:moveTo>
                    <a:pt x="27860" y="355574"/>
                  </a:moveTo>
                  <a:lnTo>
                    <a:pt x="16206" y="267499"/>
                  </a:lnTo>
                  <a:lnTo>
                    <a:pt x="7671" y="179067"/>
                  </a:lnTo>
                  <a:lnTo>
                    <a:pt x="2267" y="90388"/>
                  </a:lnTo>
                  <a:lnTo>
                    <a:pt x="0" y="1574"/>
                  </a:lnTo>
                  <a:lnTo>
                    <a:pt x="200486" y="0"/>
                  </a:lnTo>
                  <a:lnTo>
                    <a:pt x="203910" y="108951"/>
                  </a:lnTo>
                  <a:lnTo>
                    <a:pt x="212463" y="217620"/>
                  </a:lnTo>
                  <a:lnTo>
                    <a:pt x="226125" y="325766"/>
                  </a:lnTo>
                  <a:close/>
                </a:path>
              </a:pathLst>
            </a:custGeom>
            <a:solidFill>
              <a:srgbClr val="D88C51">
                <a:alpha val="35294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119892" y="3205155"/>
              <a:ext cx="164436" cy="346402"/>
            </a:xfrm>
            <a:custGeom>
              <a:avLst/>
              <a:pathLst>
                <a:path w="164436" h="346402">
                  <a:moveTo>
                    <a:pt x="0" y="345312"/>
                  </a:moveTo>
                  <a:lnTo>
                    <a:pt x="2211" y="258678"/>
                  </a:lnTo>
                  <a:lnTo>
                    <a:pt x="7483" y="172175"/>
                  </a:lnTo>
                  <a:lnTo>
                    <a:pt x="15808" y="85913"/>
                  </a:lnTo>
                  <a:lnTo>
                    <a:pt x="27176" y="0"/>
                  </a:lnTo>
                  <a:lnTo>
                    <a:pt x="164436" y="20636"/>
                  </a:lnTo>
                  <a:lnTo>
                    <a:pt x="150774" y="128782"/>
                  </a:lnTo>
                  <a:lnTo>
                    <a:pt x="142222" y="237451"/>
                  </a:lnTo>
                  <a:lnTo>
                    <a:pt x="138798" y="346402"/>
                  </a:lnTo>
                  <a:close/>
                </a:path>
              </a:pathLst>
            </a:custGeom>
            <a:solidFill>
              <a:srgbClr val="437F64">
                <a:alpha val="27450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137881" y="2825650"/>
              <a:ext cx="228416" cy="364250"/>
            </a:xfrm>
            <a:custGeom>
              <a:avLst/>
              <a:pathLst>
                <a:path w="228416" h="364250">
                  <a:moveTo>
                    <a:pt x="0" y="338928"/>
                  </a:moveTo>
                  <a:lnTo>
                    <a:pt x="15836" y="253170"/>
                  </a:lnTo>
                  <a:lnTo>
                    <a:pt x="34692" y="168025"/>
                  </a:lnTo>
                  <a:lnTo>
                    <a:pt x="56546" y="83600"/>
                  </a:lnTo>
                  <a:lnTo>
                    <a:pt x="81369" y="0"/>
                  </a:lnTo>
                  <a:lnTo>
                    <a:pt x="228416" y="46504"/>
                  </a:lnTo>
                  <a:lnTo>
                    <a:pt x="198004" y="151181"/>
                  </a:lnTo>
                  <a:lnTo>
                    <a:pt x="172557" y="257175"/>
                  </a:lnTo>
                  <a:lnTo>
                    <a:pt x="152132" y="364250"/>
                  </a:lnTo>
                  <a:close/>
                </a:path>
              </a:pathLst>
            </a:custGeom>
            <a:solidFill>
              <a:srgbClr val="437F64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2245858" y="2473654"/>
              <a:ext cx="256719" cy="363941"/>
            </a:xfrm>
            <a:custGeom>
              <a:avLst/>
              <a:pathLst>
                <a:path w="256719" h="363941">
                  <a:moveTo>
                    <a:pt x="0" y="320013"/>
                  </a:moveTo>
                  <a:lnTo>
                    <a:pt x="28875" y="238303"/>
                  </a:lnTo>
                  <a:lnTo>
                    <a:pt x="60619" y="157663"/>
                  </a:lnTo>
                  <a:lnTo>
                    <a:pt x="95193" y="78196"/>
                  </a:lnTo>
                  <a:lnTo>
                    <a:pt x="132554" y="0"/>
                  </a:lnTo>
                  <a:lnTo>
                    <a:pt x="256719" y="62041"/>
                  </a:lnTo>
                  <a:lnTo>
                    <a:pt x="210307" y="160672"/>
                  </a:lnTo>
                  <a:lnTo>
                    <a:pt x="168592" y="261380"/>
                  </a:lnTo>
                  <a:lnTo>
                    <a:pt x="131668" y="363941"/>
                  </a:lnTo>
                  <a:close/>
                </a:path>
              </a:pathLst>
            </a:custGeom>
            <a:solidFill>
              <a:srgbClr val="437F64">
                <a:alpha val="27058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2395899" y="2143996"/>
              <a:ext cx="293914" cy="359322"/>
            </a:xfrm>
            <a:custGeom>
              <a:avLst/>
              <a:pathLst>
                <a:path w="293914" h="359322">
                  <a:moveTo>
                    <a:pt x="0" y="295338"/>
                  </a:moveTo>
                  <a:lnTo>
                    <a:pt x="41302" y="219150"/>
                  </a:lnTo>
                  <a:lnTo>
                    <a:pt x="85270" y="144469"/>
                  </a:lnTo>
                  <a:lnTo>
                    <a:pt x="131850" y="71388"/>
                  </a:lnTo>
                  <a:lnTo>
                    <a:pt x="180983" y="0"/>
                  </a:lnTo>
                  <a:lnTo>
                    <a:pt x="293914" y="80701"/>
                  </a:lnTo>
                  <a:lnTo>
                    <a:pt x="232644" y="170858"/>
                  </a:lnTo>
                  <a:lnTo>
                    <a:pt x="175689" y="263800"/>
                  </a:lnTo>
                  <a:lnTo>
                    <a:pt x="123175" y="359322"/>
                  </a:lnTo>
                  <a:close/>
                </a:path>
              </a:pathLst>
            </a:custGeom>
            <a:solidFill>
              <a:srgbClr val="437F64">
                <a:alpha val="28627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574712" y="1827805"/>
              <a:ext cx="348683" cy="367494"/>
            </a:xfrm>
            <a:custGeom>
              <a:avLst/>
              <a:pathLst>
                <a:path w="348683" h="367494">
                  <a:moveTo>
                    <a:pt x="0" y="266702"/>
                  </a:moveTo>
                  <a:lnTo>
                    <a:pt x="53375" y="197048"/>
                  </a:lnTo>
                  <a:lnTo>
                    <a:pt x="109177" y="129324"/>
                  </a:lnTo>
                  <a:lnTo>
                    <a:pt x="167339" y="63614"/>
                  </a:lnTo>
                  <a:lnTo>
                    <a:pt x="227785" y="0"/>
                  </a:lnTo>
                  <a:lnTo>
                    <a:pt x="348683" y="119013"/>
                  </a:lnTo>
                  <a:lnTo>
                    <a:pt x="274064" y="198474"/>
                  </a:lnTo>
                  <a:lnTo>
                    <a:pt x="203270" y="281363"/>
                  </a:lnTo>
                  <a:lnTo>
                    <a:pt x="136460" y="367494"/>
                  </a:lnTo>
                  <a:close/>
                </a:path>
              </a:pathLst>
            </a:custGeom>
            <a:solidFill>
              <a:srgbClr val="437F64">
                <a:alpha val="27058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2851716" y="1597251"/>
              <a:ext cx="345855" cy="323872"/>
            </a:xfrm>
            <a:custGeom>
              <a:avLst/>
              <a:pathLst>
                <a:path w="345855" h="323872">
                  <a:moveTo>
                    <a:pt x="0" y="224956"/>
                  </a:moveTo>
                  <a:lnTo>
                    <a:pt x="62823" y="165260"/>
                  </a:lnTo>
                  <a:lnTo>
                    <a:pt x="127717" y="107821"/>
                  </a:lnTo>
                  <a:lnTo>
                    <a:pt x="194601" y="52711"/>
                  </a:lnTo>
                  <a:lnTo>
                    <a:pt x="263389" y="0"/>
                  </a:lnTo>
                  <a:lnTo>
                    <a:pt x="345855" y="111649"/>
                  </a:lnTo>
                  <a:lnTo>
                    <a:pt x="259724" y="178459"/>
                  </a:lnTo>
                  <a:lnTo>
                    <a:pt x="176836" y="249253"/>
                  </a:lnTo>
                  <a:lnTo>
                    <a:pt x="97374" y="323872"/>
                  </a:lnTo>
                  <a:close/>
                </a:path>
              </a:pathLst>
            </a:custGeom>
            <a:solidFill>
              <a:srgbClr val="437F64">
                <a:alpha val="32156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146268" y="1393627"/>
              <a:ext cx="359322" cy="293914"/>
            </a:xfrm>
            <a:custGeom>
              <a:avLst/>
              <a:pathLst>
                <a:path w="359322" h="293914">
                  <a:moveTo>
                    <a:pt x="0" y="180983"/>
                  </a:moveTo>
                  <a:lnTo>
                    <a:pt x="71388" y="131850"/>
                  </a:lnTo>
                  <a:lnTo>
                    <a:pt x="144469" y="85270"/>
                  </a:lnTo>
                  <a:lnTo>
                    <a:pt x="219150" y="41302"/>
                  </a:lnTo>
                  <a:lnTo>
                    <a:pt x="295338" y="0"/>
                  </a:lnTo>
                  <a:lnTo>
                    <a:pt x="359322" y="123175"/>
                  </a:lnTo>
                  <a:lnTo>
                    <a:pt x="263800" y="175689"/>
                  </a:lnTo>
                  <a:lnTo>
                    <a:pt x="170858" y="232644"/>
                  </a:lnTo>
                  <a:lnTo>
                    <a:pt x="80701" y="293914"/>
                  </a:lnTo>
                  <a:close/>
                </a:path>
              </a:pathLst>
            </a:custGeom>
            <a:solidFill>
              <a:srgbClr val="437F64">
                <a:alpha val="29019"/>
              </a:srgbClr>
            </a:solidFill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3469033" y="1228956"/>
              <a:ext cx="370835" cy="271349"/>
            </a:xfrm>
            <a:custGeom>
              <a:avLst/>
              <a:pathLst>
                <a:path w="370835" h="271349">
                  <a:moveTo>
                    <a:pt x="0" y="133387"/>
                  </a:moveTo>
                  <a:lnTo>
                    <a:pt x="78687" y="95792"/>
                  </a:lnTo>
                  <a:lnTo>
                    <a:pt x="158655" y="61000"/>
                  </a:lnTo>
                  <a:lnTo>
                    <a:pt x="239801" y="29056"/>
                  </a:lnTo>
                  <a:lnTo>
                    <a:pt x="322026" y="0"/>
                  </a:lnTo>
                  <a:lnTo>
                    <a:pt x="370835" y="146298"/>
                  </a:lnTo>
                  <a:lnTo>
                    <a:pt x="268274" y="183222"/>
                  </a:lnTo>
                  <a:lnTo>
                    <a:pt x="167566" y="224937"/>
                  </a:lnTo>
                  <a:lnTo>
                    <a:pt x="68935" y="271349"/>
                  </a:lnTo>
                  <a:close/>
                </a:path>
              </a:pathLst>
            </a:custGeom>
            <a:solidFill>
              <a:srgbClr val="437F64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813971" y="1089969"/>
              <a:ext cx="378201" cy="274056"/>
            </a:xfrm>
            <a:custGeom>
              <a:avLst/>
              <a:pathLst>
                <a:path w="378201" h="274056">
                  <a:moveTo>
                    <a:pt x="0" y="82895"/>
                  </a:moveTo>
                  <a:lnTo>
                    <a:pt x="85167" y="57606"/>
                  </a:lnTo>
                  <a:lnTo>
                    <a:pt x="171176" y="35343"/>
                  </a:lnTo>
                  <a:lnTo>
                    <a:pt x="257917" y="16133"/>
                  </a:lnTo>
                  <a:lnTo>
                    <a:pt x="345283" y="0"/>
                  </a:lnTo>
                  <a:lnTo>
                    <a:pt x="378201" y="197772"/>
                  </a:lnTo>
                  <a:lnTo>
                    <a:pt x="271126" y="218197"/>
                  </a:lnTo>
                  <a:lnTo>
                    <a:pt x="165133" y="243644"/>
                  </a:lnTo>
                  <a:lnTo>
                    <a:pt x="60456" y="274056"/>
                  </a:lnTo>
                  <a:close/>
                </a:path>
              </a:pathLst>
            </a:custGeom>
            <a:solidFill>
              <a:srgbClr val="437F64">
                <a:alpha val="28627"/>
              </a:srgbClr>
            </a:solidFill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4195963" y="1040509"/>
              <a:ext cx="357867" cy="241547"/>
            </a:xfrm>
            <a:custGeom>
              <a:avLst/>
              <a:pathLst>
                <a:path w="357867" h="241547">
                  <a:moveTo>
                    <a:pt x="0" y="28031"/>
                  </a:moveTo>
                  <a:lnTo>
                    <a:pt x="88615" y="16305"/>
                  </a:lnTo>
                  <a:lnTo>
                    <a:pt x="177590" y="7718"/>
                  </a:lnTo>
                  <a:lnTo>
                    <a:pt x="266812" y="2281"/>
                  </a:lnTo>
                  <a:lnTo>
                    <a:pt x="356171" y="0"/>
                  </a:lnTo>
                  <a:lnTo>
                    <a:pt x="357867" y="215908"/>
                  </a:lnTo>
                  <a:lnTo>
                    <a:pt x="248915" y="219332"/>
                  </a:lnTo>
                  <a:lnTo>
                    <a:pt x="140246" y="227885"/>
                  </a:lnTo>
                  <a:lnTo>
                    <a:pt x="32100" y="241547"/>
                  </a:lnTo>
                  <a:close/>
                </a:path>
              </a:pathLst>
            </a:custGeom>
            <a:solidFill>
              <a:srgbClr val="437F64">
                <a:alpha val="25882"/>
              </a:srgbClr>
            </a:solidFill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 rot="-4860000">
              <a:off x="4598178" y="838114"/>
              <a:ext cx="405444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binding</a:t>
              </a:r>
            </a:p>
          </p:txBody>
        </p:sp>
        <p:sp>
          <p:nvSpPr>
            <p:cNvPr id="47" name="tx47"/>
            <p:cNvSpPr/>
            <p:nvPr/>
          </p:nvSpPr>
          <p:spPr>
            <a:xfrm rot="-4320000">
              <a:off x="4917159" y="807476"/>
              <a:ext cx="678301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binding</a:t>
              </a:r>
            </a:p>
          </p:txBody>
        </p:sp>
        <p:sp>
          <p:nvSpPr>
            <p:cNvPr id="48" name="tx48"/>
            <p:cNvSpPr/>
            <p:nvPr/>
          </p:nvSpPr>
          <p:spPr>
            <a:xfrm rot="-3780000">
              <a:off x="5377313" y="1014331"/>
              <a:ext cx="529894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cadherin binding</a:t>
              </a:r>
            </a:p>
          </p:txBody>
        </p:sp>
        <p:sp>
          <p:nvSpPr>
            <p:cNvPr id="49" name="tx49"/>
            <p:cNvSpPr/>
            <p:nvPr/>
          </p:nvSpPr>
          <p:spPr>
            <a:xfrm rot="-3240000">
              <a:off x="5591768" y="1085793"/>
              <a:ext cx="107167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GDP-dissociation inhibitor activity</a:t>
              </a:r>
            </a:p>
          </p:txBody>
        </p:sp>
        <p:sp>
          <p:nvSpPr>
            <p:cNvPr id="50" name="tx50"/>
            <p:cNvSpPr/>
            <p:nvPr/>
          </p:nvSpPr>
          <p:spPr>
            <a:xfrm rot="-2700000">
              <a:off x="6060090" y="1500223"/>
              <a:ext cx="573877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isomerase activity</a:t>
              </a:r>
            </a:p>
          </p:txBody>
        </p:sp>
        <p:sp>
          <p:nvSpPr>
            <p:cNvPr id="51" name="tx51"/>
            <p:cNvSpPr/>
            <p:nvPr/>
          </p:nvSpPr>
          <p:spPr>
            <a:xfrm rot="-2160000">
              <a:off x="6320138" y="1732857"/>
              <a:ext cx="846825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N-terminus binding</a:t>
              </a:r>
            </a:p>
          </p:txBody>
        </p:sp>
        <p:sp>
          <p:nvSpPr>
            <p:cNvPr id="52" name="tx52"/>
            <p:cNvSpPr/>
            <p:nvPr/>
          </p:nvSpPr>
          <p:spPr>
            <a:xfrm rot="-1620000">
              <a:off x="6556091" y="2134659"/>
              <a:ext cx="742492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RAGE receptor binding</a:t>
              </a:r>
            </a:p>
          </p:txBody>
        </p:sp>
        <p:sp>
          <p:nvSpPr>
            <p:cNvPr id="53" name="tx53"/>
            <p:cNvSpPr/>
            <p:nvPr/>
          </p:nvSpPr>
          <p:spPr>
            <a:xfrm rot="-1080000">
              <a:off x="6810135" y="2436363"/>
              <a:ext cx="109581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ribonucleoprotein complex binding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">
              <a:off x="6948641" y="2880217"/>
              <a:ext cx="1167597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structural constituent of cytoskeleton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000633" y="3352712"/>
              <a:ext cx="1063264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structural constituent of ribosome</a:t>
              </a:r>
            </a:p>
          </p:txBody>
        </p:sp>
        <p:sp>
          <p:nvSpPr>
            <p:cNvPr id="56" name="tx56"/>
            <p:cNvSpPr/>
            <p:nvPr/>
          </p:nvSpPr>
          <p:spPr>
            <a:xfrm rot="540000">
              <a:off x="7040853" y="3813658"/>
              <a:ext cx="959388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Chemokine signaling pathway</a:t>
              </a:r>
            </a:p>
          </p:txBody>
        </p:sp>
        <p:sp>
          <p:nvSpPr>
            <p:cNvPr id="57" name="tx57"/>
            <p:cNvSpPr/>
            <p:nvPr/>
          </p:nvSpPr>
          <p:spPr>
            <a:xfrm rot="1080000">
              <a:off x="7046240" y="4331593"/>
              <a:ext cx="1207922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Cytokine-cytokine receptor interaction</a:t>
              </a:r>
            </a:p>
          </p:txBody>
        </p:sp>
        <p:sp>
          <p:nvSpPr>
            <p:cNvPr id="58" name="tx58"/>
            <p:cNvSpPr/>
            <p:nvPr/>
          </p:nvSpPr>
          <p:spPr>
            <a:xfrm rot="1620000">
              <a:off x="6895351" y="4695533"/>
              <a:ext cx="75858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IL-17 signaling pathway</a:t>
              </a:r>
            </a:p>
          </p:txBody>
        </p:sp>
        <p:sp>
          <p:nvSpPr>
            <p:cNvPr id="59" name="tx59"/>
            <p:cNvSpPr/>
            <p:nvPr/>
          </p:nvSpPr>
          <p:spPr>
            <a:xfrm rot="2160000">
              <a:off x="6596126" y="4931405"/>
              <a:ext cx="41760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Legionellosis</a:t>
              </a:r>
            </a:p>
          </p:txBody>
        </p:sp>
        <p:sp>
          <p:nvSpPr>
            <p:cNvPr id="60" name="tx60"/>
            <p:cNvSpPr/>
            <p:nvPr/>
          </p:nvSpPr>
          <p:spPr>
            <a:xfrm rot="2700000">
              <a:off x="6354396" y="5448456"/>
              <a:ext cx="798728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Lipid and atherosclerosis</a:t>
              </a:r>
            </a:p>
          </p:txBody>
        </p:sp>
        <p:sp>
          <p:nvSpPr>
            <p:cNvPr id="61" name="tx61"/>
            <p:cNvSpPr/>
            <p:nvPr/>
          </p:nvSpPr>
          <p:spPr>
            <a:xfrm rot="3240000">
              <a:off x="5972316" y="5815944"/>
              <a:ext cx="979413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NF-kappa B signaling pathway</a:t>
              </a:r>
            </a:p>
          </p:txBody>
        </p:sp>
        <p:sp>
          <p:nvSpPr>
            <p:cNvPr id="62" name="tx62"/>
            <p:cNvSpPr/>
            <p:nvPr/>
          </p:nvSpPr>
          <p:spPr>
            <a:xfrm rot="3780000">
              <a:off x="5532981" y="6156277"/>
              <a:ext cx="117198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NOD-like receptor signaling pathway</a:t>
              </a:r>
            </a:p>
          </p:txBody>
        </p:sp>
        <p:sp>
          <p:nvSpPr>
            <p:cNvPr id="63" name="tx63"/>
            <p:cNvSpPr/>
            <p:nvPr/>
          </p:nvSpPr>
          <p:spPr>
            <a:xfrm rot="4320000">
              <a:off x="5316456" y="6187290"/>
              <a:ext cx="646115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Rheumatoid arthritis</a:t>
              </a:r>
            </a:p>
          </p:txBody>
        </p:sp>
        <p:sp>
          <p:nvSpPr>
            <p:cNvPr id="64" name="tx64"/>
            <p:cNvSpPr/>
            <p:nvPr/>
          </p:nvSpPr>
          <p:spPr>
            <a:xfrm rot="4860000">
              <a:off x="4841653" y="6320464"/>
              <a:ext cx="734628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TNF signaling pathway</a:t>
              </a:r>
            </a:p>
          </p:txBody>
        </p:sp>
        <p:sp>
          <p:nvSpPr>
            <p:cNvPr id="65" name="tx65"/>
            <p:cNvSpPr/>
            <p:nvPr/>
          </p:nvSpPr>
          <p:spPr>
            <a:xfrm rot="5400000">
              <a:off x="3828773" y="6989773"/>
              <a:ext cx="1880829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Viral protein interaction with cytokine and cytokine receptor</a:t>
              </a:r>
            </a:p>
          </p:txBody>
        </p:sp>
        <p:sp>
          <p:nvSpPr>
            <p:cNvPr id="66" name="tx66"/>
            <p:cNvSpPr/>
            <p:nvPr/>
          </p:nvSpPr>
          <p:spPr>
            <a:xfrm rot="-4860000">
              <a:off x="3966187" y="6455723"/>
              <a:ext cx="698327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cell-substrate junction</a:t>
              </a:r>
            </a:p>
          </p:txBody>
        </p:sp>
        <p:sp>
          <p:nvSpPr>
            <p:cNvPr id="67" name="tx67"/>
            <p:cNvSpPr/>
            <p:nvPr/>
          </p:nvSpPr>
          <p:spPr>
            <a:xfrm rot="-4320000">
              <a:off x="3435277" y="6399655"/>
              <a:ext cx="834847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cytoplasmic vesicle lumen</a:t>
              </a:r>
            </a:p>
          </p:txBody>
        </p:sp>
        <p:sp>
          <p:nvSpPr>
            <p:cNvPr id="68" name="tx68"/>
            <p:cNvSpPr/>
            <p:nvPr/>
          </p:nvSpPr>
          <p:spPr>
            <a:xfrm rot="-3780000">
              <a:off x="3079412" y="6148547"/>
              <a:ext cx="762609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endopeptidase complex</a:t>
              </a:r>
            </a:p>
          </p:txBody>
        </p:sp>
        <p:sp>
          <p:nvSpPr>
            <p:cNvPr id="69" name="tx69"/>
            <p:cNvSpPr/>
            <p:nvPr/>
          </p:nvSpPr>
          <p:spPr>
            <a:xfrm rot="-3240000">
              <a:off x="2602800" y="5984839"/>
              <a:ext cx="866942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ficolin-1-rich granule lumen</a:t>
              </a:r>
            </a:p>
          </p:txBody>
        </p:sp>
        <p:sp>
          <p:nvSpPr>
            <p:cNvPr id="70" name="tx70"/>
            <p:cNvSpPr/>
            <p:nvPr/>
          </p:nvSpPr>
          <p:spPr>
            <a:xfrm rot="-2700000">
              <a:off x="2502280" y="5666473"/>
              <a:ext cx="465612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focal adhesion</a:t>
              </a:r>
            </a:p>
          </p:txBody>
        </p:sp>
        <p:sp>
          <p:nvSpPr>
            <p:cNvPr id="71" name="tx71"/>
            <p:cNvSpPr/>
            <p:nvPr/>
          </p:nvSpPr>
          <p:spPr>
            <a:xfrm rot="-2160000">
              <a:off x="2163263" y="5312950"/>
              <a:ext cx="602040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peptidase complex</a:t>
              </a:r>
            </a:p>
          </p:txBody>
        </p:sp>
        <p:sp>
          <p:nvSpPr>
            <p:cNvPr id="72" name="tx72"/>
            <p:cNvSpPr/>
            <p:nvPr/>
          </p:nvSpPr>
          <p:spPr>
            <a:xfrm rot="-1620000">
              <a:off x="1848054" y="4976914"/>
              <a:ext cx="670163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 complex</a:t>
              </a:r>
            </a:p>
          </p:txBody>
        </p:sp>
        <p:sp>
          <p:nvSpPr>
            <p:cNvPr id="73" name="tx73"/>
            <p:cNvSpPr/>
            <p:nvPr/>
          </p:nvSpPr>
          <p:spPr>
            <a:xfrm rot="-1080000">
              <a:off x="1525231" y="4598561"/>
              <a:ext cx="830640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proteasome core complex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">
              <a:off x="1343459" y="4194737"/>
              <a:ext cx="77449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secretory granule lumen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1613575" y="3742248"/>
              <a:ext cx="437540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vesicle lumen</a:t>
              </a:r>
            </a:p>
          </p:txBody>
        </p:sp>
        <p:sp>
          <p:nvSpPr>
            <p:cNvPr id="76" name="tx76"/>
            <p:cNvSpPr/>
            <p:nvPr/>
          </p:nvSpPr>
          <p:spPr>
            <a:xfrm rot="540000">
              <a:off x="1207207" y="3279035"/>
              <a:ext cx="91101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filament polymerization</a:t>
              </a:r>
            </a:p>
          </p:txBody>
        </p:sp>
        <p:sp>
          <p:nvSpPr>
            <p:cNvPr id="77" name="tx77"/>
            <p:cNvSpPr/>
            <p:nvPr/>
          </p:nvSpPr>
          <p:spPr>
            <a:xfrm rot="1080000">
              <a:off x="901406" y="2765289"/>
              <a:ext cx="1288298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actin polymerization or depolymerization</a:t>
              </a:r>
            </a:p>
          </p:txBody>
        </p:sp>
        <p:sp>
          <p:nvSpPr>
            <p:cNvPr id="78" name="tx78"/>
            <p:cNvSpPr/>
            <p:nvPr/>
          </p:nvSpPr>
          <p:spPr>
            <a:xfrm rot="1620000">
              <a:off x="972258" y="2282740"/>
              <a:ext cx="1396654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positive regulation of endopeptidase activity</a:t>
              </a:r>
            </a:p>
          </p:txBody>
        </p:sp>
        <p:sp>
          <p:nvSpPr>
            <p:cNvPr id="79" name="tx79"/>
            <p:cNvSpPr/>
            <p:nvPr/>
          </p:nvSpPr>
          <p:spPr>
            <a:xfrm rot="2160000">
              <a:off x="1510288" y="1943495"/>
              <a:ext cx="1059423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length</a:t>
              </a:r>
            </a:p>
          </p:txBody>
        </p:sp>
        <p:sp>
          <p:nvSpPr>
            <p:cNvPr id="80" name="tx80"/>
            <p:cNvSpPr/>
            <p:nvPr/>
          </p:nvSpPr>
          <p:spPr>
            <a:xfrm rot="2700000">
              <a:off x="1600474" y="1477534"/>
              <a:ext cx="1256111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organization</a:t>
              </a:r>
            </a:p>
          </p:txBody>
        </p:sp>
        <p:sp>
          <p:nvSpPr>
            <p:cNvPr id="81" name="tx81"/>
            <p:cNvSpPr/>
            <p:nvPr/>
          </p:nvSpPr>
          <p:spPr>
            <a:xfrm rot="3240000">
              <a:off x="1915252" y="1130608"/>
              <a:ext cx="1328348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filament polymerization</a:t>
              </a:r>
            </a:p>
          </p:txBody>
        </p:sp>
        <p:sp>
          <p:nvSpPr>
            <p:cNvPr id="82" name="tx82"/>
            <p:cNvSpPr/>
            <p:nvPr/>
          </p:nvSpPr>
          <p:spPr>
            <a:xfrm rot="3780000">
              <a:off x="2043016" y="680532"/>
              <a:ext cx="1705630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actin polymerization or depolymerization</a:t>
              </a:r>
            </a:p>
          </p:txBody>
        </p:sp>
        <p:sp>
          <p:nvSpPr>
            <p:cNvPr id="83" name="tx83"/>
            <p:cNvSpPr/>
            <p:nvPr/>
          </p:nvSpPr>
          <p:spPr>
            <a:xfrm rot="4320000">
              <a:off x="2886547" y="716047"/>
              <a:ext cx="112370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protein polymerization</a:t>
              </a:r>
            </a:p>
          </p:txBody>
        </p:sp>
        <p:sp>
          <p:nvSpPr>
            <p:cNvPr id="84" name="tx84"/>
            <p:cNvSpPr/>
            <p:nvPr/>
          </p:nvSpPr>
          <p:spPr>
            <a:xfrm rot="4860000">
              <a:off x="3123100" y="351732"/>
              <a:ext cx="1484894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regulation of supramolecular fiber organization</a:t>
              </a:r>
            </a:p>
          </p:txBody>
        </p:sp>
        <p:sp>
          <p:nvSpPr>
            <p:cNvPr id="85" name="tx85"/>
            <p:cNvSpPr/>
            <p:nvPr/>
          </p:nvSpPr>
          <p:spPr>
            <a:xfrm rot="5400000">
              <a:off x="3768293" y="403493"/>
              <a:ext cx="120819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ribonucleoprotein complex biogenesis</a:t>
              </a:r>
            </a:p>
          </p:txBody>
        </p:sp>
        <p:sp>
          <p:nvSpPr>
            <p:cNvPr id="86" name="rc86"/>
            <p:cNvSpPr/>
            <p:nvPr/>
          </p:nvSpPr>
          <p:spPr>
            <a:xfrm>
              <a:off x="2125800" y="1123528"/>
              <a:ext cx="4892398" cy="489239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745686" y="1345910"/>
              <a:ext cx="703590" cy="1435148"/>
            </a:xfrm>
            <a:custGeom>
              <a:avLst/>
              <a:pathLst>
                <a:path w="703590" h="1435148">
                  <a:moveTo>
                    <a:pt x="614982" y="1435148"/>
                  </a:moveTo>
                  <a:lnTo>
                    <a:pt x="626492" y="1423170"/>
                  </a:lnTo>
                  <a:lnTo>
                    <a:pt x="637132" y="1411138"/>
                  </a:lnTo>
                  <a:lnTo>
                    <a:pt x="646918" y="1399050"/>
                  </a:lnTo>
                  <a:lnTo>
                    <a:pt x="655866" y="1386907"/>
                  </a:lnTo>
                  <a:lnTo>
                    <a:pt x="663991" y="1374710"/>
                  </a:lnTo>
                  <a:lnTo>
                    <a:pt x="671310" y="1362457"/>
                  </a:lnTo>
                  <a:lnTo>
                    <a:pt x="677838" y="1350150"/>
                  </a:lnTo>
                  <a:lnTo>
                    <a:pt x="683591" y="1337788"/>
                  </a:lnTo>
                  <a:lnTo>
                    <a:pt x="688584" y="1325372"/>
                  </a:lnTo>
                  <a:lnTo>
                    <a:pt x="692834" y="1312901"/>
                  </a:lnTo>
                  <a:lnTo>
                    <a:pt x="696355" y="1300377"/>
                  </a:lnTo>
                  <a:lnTo>
                    <a:pt x="699164" y="1287798"/>
                  </a:lnTo>
                  <a:lnTo>
                    <a:pt x="701276" y="1275165"/>
                  </a:lnTo>
                  <a:lnTo>
                    <a:pt x="702708" y="1262478"/>
                  </a:lnTo>
                  <a:lnTo>
                    <a:pt x="703474" y="1249738"/>
                  </a:lnTo>
                  <a:lnTo>
                    <a:pt x="703590" y="1236944"/>
                  </a:lnTo>
                  <a:lnTo>
                    <a:pt x="703073" y="1224096"/>
                  </a:lnTo>
                  <a:lnTo>
                    <a:pt x="701938" y="1211195"/>
                  </a:lnTo>
                  <a:lnTo>
                    <a:pt x="700200" y="1198241"/>
                  </a:lnTo>
                  <a:lnTo>
                    <a:pt x="697875" y="1185234"/>
                  </a:lnTo>
                  <a:lnTo>
                    <a:pt x="694980" y="1172173"/>
                  </a:lnTo>
                  <a:lnTo>
                    <a:pt x="691530" y="1159060"/>
                  </a:lnTo>
                  <a:lnTo>
                    <a:pt x="687540" y="1145894"/>
                  </a:lnTo>
                  <a:lnTo>
                    <a:pt x="683026" y="1132675"/>
                  </a:lnTo>
                  <a:lnTo>
                    <a:pt x="678004" y="1119404"/>
                  </a:lnTo>
                  <a:lnTo>
                    <a:pt x="672490" y="1106080"/>
                  </a:lnTo>
                  <a:lnTo>
                    <a:pt x="666499" y="1092705"/>
                  </a:lnTo>
                  <a:lnTo>
                    <a:pt x="660047" y="1079276"/>
                  </a:lnTo>
                  <a:lnTo>
                    <a:pt x="653150" y="1065796"/>
                  </a:lnTo>
                  <a:lnTo>
                    <a:pt x="645823" y="1052264"/>
                  </a:lnTo>
                  <a:lnTo>
                    <a:pt x="638083" y="1038680"/>
                  </a:lnTo>
                  <a:lnTo>
                    <a:pt x="629945" y="1025045"/>
                  </a:lnTo>
                  <a:lnTo>
                    <a:pt x="621424" y="1011358"/>
                  </a:lnTo>
                  <a:lnTo>
                    <a:pt x="612537" y="997619"/>
                  </a:lnTo>
                  <a:lnTo>
                    <a:pt x="603298" y="983829"/>
                  </a:lnTo>
                  <a:lnTo>
                    <a:pt x="593725" y="969988"/>
                  </a:lnTo>
                  <a:lnTo>
                    <a:pt x="583832" y="956096"/>
                  </a:lnTo>
                  <a:lnTo>
                    <a:pt x="573635" y="942153"/>
                  </a:lnTo>
                  <a:lnTo>
                    <a:pt x="563151" y="928159"/>
                  </a:lnTo>
                  <a:lnTo>
                    <a:pt x="552394" y="914114"/>
                  </a:lnTo>
                  <a:lnTo>
                    <a:pt x="541380" y="900018"/>
                  </a:lnTo>
                  <a:lnTo>
                    <a:pt x="530126" y="885872"/>
                  </a:lnTo>
                  <a:lnTo>
                    <a:pt x="518646" y="871676"/>
                  </a:lnTo>
                  <a:lnTo>
                    <a:pt x="506957" y="857430"/>
                  </a:lnTo>
                  <a:lnTo>
                    <a:pt x="495074" y="843133"/>
                  </a:lnTo>
                  <a:lnTo>
                    <a:pt x="483013" y="828786"/>
                  </a:lnTo>
                  <a:lnTo>
                    <a:pt x="470789" y="814390"/>
                  </a:lnTo>
                  <a:lnTo>
                    <a:pt x="458419" y="799943"/>
                  </a:lnTo>
                  <a:lnTo>
                    <a:pt x="445919" y="785447"/>
                  </a:lnTo>
                  <a:lnTo>
                    <a:pt x="433303" y="770902"/>
                  </a:lnTo>
                  <a:lnTo>
                    <a:pt x="420587" y="756307"/>
                  </a:lnTo>
                  <a:lnTo>
                    <a:pt x="407788" y="741663"/>
                  </a:lnTo>
                  <a:lnTo>
                    <a:pt x="394921" y="726969"/>
                  </a:lnTo>
                  <a:lnTo>
                    <a:pt x="382002" y="712227"/>
                  </a:lnTo>
                  <a:lnTo>
                    <a:pt x="369046" y="697436"/>
                  </a:lnTo>
                  <a:lnTo>
                    <a:pt x="356069" y="682596"/>
                  </a:lnTo>
                  <a:lnTo>
                    <a:pt x="343087" y="667707"/>
                  </a:lnTo>
                  <a:lnTo>
                    <a:pt x="330115" y="652769"/>
                  </a:lnTo>
                  <a:lnTo>
                    <a:pt x="317170" y="637783"/>
                  </a:lnTo>
                  <a:lnTo>
                    <a:pt x="304267" y="622749"/>
                  </a:lnTo>
                  <a:lnTo>
                    <a:pt x="291421" y="607667"/>
                  </a:lnTo>
                  <a:lnTo>
                    <a:pt x="278649" y="592536"/>
                  </a:lnTo>
                  <a:lnTo>
                    <a:pt x="265966" y="577358"/>
                  </a:lnTo>
                  <a:lnTo>
                    <a:pt x="253388" y="562132"/>
                  </a:lnTo>
                  <a:lnTo>
                    <a:pt x="240930" y="546857"/>
                  </a:lnTo>
                  <a:lnTo>
                    <a:pt x="228609" y="531536"/>
                  </a:lnTo>
                  <a:lnTo>
                    <a:pt x="216440" y="516167"/>
                  </a:lnTo>
                  <a:lnTo>
                    <a:pt x="204438" y="500750"/>
                  </a:lnTo>
                  <a:lnTo>
                    <a:pt x="192620" y="485286"/>
                  </a:lnTo>
                  <a:lnTo>
                    <a:pt x="181002" y="469776"/>
                  </a:lnTo>
                  <a:lnTo>
                    <a:pt x="169597" y="454218"/>
                  </a:lnTo>
                  <a:lnTo>
                    <a:pt x="158424" y="438613"/>
                  </a:lnTo>
                  <a:lnTo>
                    <a:pt x="147497" y="422961"/>
                  </a:lnTo>
                  <a:lnTo>
                    <a:pt x="136832" y="407263"/>
                  </a:lnTo>
                  <a:lnTo>
                    <a:pt x="126444" y="391518"/>
                  </a:lnTo>
                  <a:lnTo>
                    <a:pt x="116351" y="375727"/>
                  </a:lnTo>
                  <a:lnTo>
                    <a:pt x="106566" y="359890"/>
                  </a:lnTo>
                  <a:lnTo>
                    <a:pt x="97106" y="344006"/>
                  </a:lnTo>
                  <a:lnTo>
                    <a:pt x="87987" y="328077"/>
                  </a:lnTo>
                  <a:lnTo>
                    <a:pt x="79224" y="312101"/>
                  </a:lnTo>
                  <a:lnTo>
                    <a:pt x="70833" y="296080"/>
                  </a:lnTo>
                  <a:lnTo>
                    <a:pt x="62830" y="280013"/>
                  </a:lnTo>
                  <a:lnTo>
                    <a:pt x="55230" y="263900"/>
                  </a:lnTo>
                  <a:lnTo>
                    <a:pt x="48049" y="247742"/>
                  </a:lnTo>
                  <a:lnTo>
                    <a:pt x="41304" y="231539"/>
                  </a:lnTo>
                  <a:lnTo>
                    <a:pt x="35009" y="215290"/>
                  </a:lnTo>
                  <a:lnTo>
                    <a:pt x="29180" y="198996"/>
                  </a:lnTo>
                  <a:lnTo>
                    <a:pt x="23834" y="182658"/>
                  </a:lnTo>
                  <a:lnTo>
                    <a:pt x="18985" y="166274"/>
                  </a:lnTo>
                  <a:lnTo>
                    <a:pt x="14649" y="149846"/>
                  </a:lnTo>
                  <a:lnTo>
                    <a:pt x="10843" y="133373"/>
                  </a:lnTo>
                  <a:lnTo>
                    <a:pt x="7582" y="116856"/>
                  </a:lnTo>
                  <a:lnTo>
                    <a:pt x="4881" y="100294"/>
                  </a:lnTo>
                  <a:lnTo>
                    <a:pt x="2757" y="83688"/>
                  </a:lnTo>
                  <a:lnTo>
                    <a:pt x="1225" y="67038"/>
                  </a:lnTo>
                  <a:lnTo>
                    <a:pt x="300" y="50344"/>
                  </a:lnTo>
                  <a:lnTo>
                    <a:pt x="0" y="33606"/>
                  </a:lnTo>
                  <a:lnTo>
                    <a:pt x="338" y="16825"/>
                  </a:lnTo>
                  <a:lnTo>
                    <a:pt x="1331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078145" y="1400668"/>
              <a:ext cx="393600" cy="1380390"/>
            </a:xfrm>
            <a:custGeom>
              <a:avLst/>
              <a:pathLst>
                <a:path w="393600" h="1380390">
                  <a:moveTo>
                    <a:pt x="282523" y="1380390"/>
                  </a:moveTo>
                  <a:lnTo>
                    <a:pt x="294111" y="1368425"/>
                  </a:lnTo>
                  <a:lnTo>
                    <a:pt x="304986" y="1356430"/>
                  </a:lnTo>
                  <a:lnTo>
                    <a:pt x="315161" y="1344404"/>
                  </a:lnTo>
                  <a:lnTo>
                    <a:pt x="324648" y="1332346"/>
                  </a:lnTo>
                  <a:lnTo>
                    <a:pt x="333461" y="1320257"/>
                  </a:lnTo>
                  <a:lnTo>
                    <a:pt x="341612" y="1308137"/>
                  </a:lnTo>
                  <a:lnTo>
                    <a:pt x="349115" y="1295984"/>
                  </a:lnTo>
                  <a:lnTo>
                    <a:pt x="355983" y="1283799"/>
                  </a:lnTo>
                  <a:lnTo>
                    <a:pt x="362229" y="1271581"/>
                  </a:lnTo>
                  <a:lnTo>
                    <a:pt x="367866" y="1259330"/>
                  </a:lnTo>
                  <a:lnTo>
                    <a:pt x="372907" y="1247046"/>
                  </a:lnTo>
                  <a:lnTo>
                    <a:pt x="377364" y="1234728"/>
                  </a:lnTo>
                  <a:lnTo>
                    <a:pt x="381252" y="1222377"/>
                  </a:lnTo>
                  <a:lnTo>
                    <a:pt x="384582" y="1209991"/>
                  </a:lnTo>
                  <a:lnTo>
                    <a:pt x="387369" y="1197570"/>
                  </a:lnTo>
                  <a:lnTo>
                    <a:pt x="389625" y="1185115"/>
                  </a:lnTo>
                  <a:lnTo>
                    <a:pt x="391363" y="1172625"/>
                  </a:lnTo>
                  <a:lnTo>
                    <a:pt x="392596" y="1160099"/>
                  </a:lnTo>
                  <a:lnTo>
                    <a:pt x="393338" y="1147537"/>
                  </a:lnTo>
                  <a:lnTo>
                    <a:pt x="393600" y="1134940"/>
                  </a:lnTo>
                  <a:lnTo>
                    <a:pt x="393397" y="1122306"/>
                  </a:lnTo>
                  <a:lnTo>
                    <a:pt x="392742" y="1109635"/>
                  </a:lnTo>
                  <a:lnTo>
                    <a:pt x="391647" y="1096928"/>
                  </a:lnTo>
                  <a:lnTo>
                    <a:pt x="390125" y="1084183"/>
                  </a:lnTo>
                  <a:lnTo>
                    <a:pt x="388190" y="1071401"/>
                  </a:lnTo>
                  <a:lnTo>
                    <a:pt x="385855" y="1058581"/>
                  </a:lnTo>
                  <a:lnTo>
                    <a:pt x="383132" y="1045722"/>
                  </a:lnTo>
                  <a:lnTo>
                    <a:pt x="380035" y="1032826"/>
                  </a:lnTo>
                  <a:lnTo>
                    <a:pt x="376577" y="1019890"/>
                  </a:lnTo>
                  <a:lnTo>
                    <a:pt x="372770" y="1006915"/>
                  </a:lnTo>
                  <a:lnTo>
                    <a:pt x="368628" y="993902"/>
                  </a:lnTo>
                  <a:lnTo>
                    <a:pt x="364164" y="980848"/>
                  </a:lnTo>
                  <a:lnTo>
                    <a:pt x="359391" y="967754"/>
                  </a:lnTo>
                  <a:lnTo>
                    <a:pt x="354321" y="954620"/>
                  </a:lnTo>
                  <a:lnTo>
                    <a:pt x="348969" y="941446"/>
                  </a:lnTo>
                  <a:lnTo>
                    <a:pt x="343347" y="928231"/>
                  </a:lnTo>
                  <a:lnTo>
                    <a:pt x="337468" y="914974"/>
                  </a:lnTo>
                  <a:lnTo>
                    <a:pt x="331344" y="901676"/>
                  </a:lnTo>
                  <a:lnTo>
                    <a:pt x="324990" y="888336"/>
                  </a:lnTo>
                  <a:lnTo>
                    <a:pt x="318419" y="874954"/>
                  </a:lnTo>
                  <a:lnTo>
                    <a:pt x="311642" y="861530"/>
                  </a:lnTo>
                  <a:lnTo>
                    <a:pt x="304674" y="848063"/>
                  </a:lnTo>
                  <a:lnTo>
                    <a:pt x="297527" y="834553"/>
                  </a:lnTo>
                  <a:lnTo>
                    <a:pt x="290214" y="821000"/>
                  </a:lnTo>
                  <a:lnTo>
                    <a:pt x="282749" y="807403"/>
                  </a:lnTo>
                  <a:lnTo>
                    <a:pt x="275144" y="793762"/>
                  </a:lnTo>
                  <a:lnTo>
                    <a:pt x="267413" y="780077"/>
                  </a:lnTo>
                  <a:lnTo>
                    <a:pt x="259568" y="766347"/>
                  </a:lnTo>
                  <a:lnTo>
                    <a:pt x="251623" y="752573"/>
                  </a:lnTo>
                  <a:lnTo>
                    <a:pt x="243590" y="738753"/>
                  </a:lnTo>
                  <a:lnTo>
                    <a:pt x="235483" y="724888"/>
                  </a:lnTo>
                  <a:lnTo>
                    <a:pt x="227315" y="710977"/>
                  </a:lnTo>
                  <a:lnTo>
                    <a:pt x="219099" y="697021"/>
                  </a:lnTo>
                  <a:lnTo>
                    <a:pt x="210847" y="683017"/>
                  </a:lnTo>
                  <a:lnTo>
                    <a:pt x="202573" y="668968"/>
                  </a:lnTo>
                  <a:lnTo>
                    <a:pt x="194290" y="654871"/>
                  </a:lnTo>
                  <a:lnTo>
                    <a:pt x="186011" y="640727"/>
                  </a:lnTo>
                  <a:lnTo>
                    <a:pt x="177749" y="626536"/>
                  </a:lnTo>
                  <a:lnTo>
                    <a:pt x="169517" y="612296"/>
                  </a:lnTo>
                  <a:lnTo>
                    <a:pt x="161329" y="598009"/>
                  </a:lnTo>
                  <a:lnTo>
                    <a:pt x="153196" y="583673"/>
                  </a:lnTo>
                  <a:lnTo>
                    <a:pt x="145132" y="569288"/>
                  </a:lnTo>
                  <a:lnTo>
                    <a:pt x="137151" y="554854"/>
                  </a:lnTo>
                  <a:lnTo>
                    <a:pt x="129264" y="540371"/>
                  </a:lnTo>
                  <a:lnTo>
                    <a:pt x="121486" y="525838"/>
                  </a:lnTo>
                  <a:lnTo>
                    <a:pt x="113830" y="511255"/>
                  </a:lnTo>
                  <a:lnTo>
                    <a:pt x="106308" y="496622"/>
                  </a:lnTo>
                  <a:lnTo>
                    <a:pt x="98933" y="481938"/>
                  </a:lnTo>
                  <a:lnTo>
                    <a:pt x="91718" y="467204"/>
                  </a:lnTo>
                  <a:lnTo>
                    <a:pt x="84678" y="452418"/>
                  </a:lnTo>
                  <a:lnTo>
                    <a:pt x="77823" y="437581"/>
                  </a:lnTo>
                  <a:lnTo>
                    <a:pt x="71169" y="422692"/>
                  </a:lnTo>
                  <a:lnTo>
                    <a:pt x="64727" y="407750"/>
                  </a:lnTo>
                  <a:lnTo>
                    <a:pt x="58510" y="392757"/>
                  </a:lnTo>
                  <a:lnTo>
                    <a:pt x="52532" y="377711"/>
                  </a:lnTo>
                  <a:lnTo>
                    <a:pt x="46807" y="362611"/>
                  </a:lnTo>
                  <a:lnTo>
                    <a:pt x="41345" y="347459"/>
                  </a:lnTo>
                  <a:lnTo>
                    <a:pt x="36162" y="332252"/>
                  </a:lnTo>
                  <a:lnTo>
                    <a:pt x="31270" y="316992"/>
                  </a:lnTo>
                  <a:lnTo>
                    <a:pt x="26681" y="301678"/>
                  </a:lnTo>
                  <a:lnTo>
                    <a:pt x="22410" y="286309"/>
                  </a:lnTo>
                  <a:lnTo>
                    <a:pt x="18469" y="270885"/>
                  </a:lnTo>
                  <a:lnTo>
                    <a:pt x="14870" y="255406"/>
                  </a:lnTo>
                  <a:lnTo>
                    <a:pt x="11628" y="239872"/>
                  </a:lnTo>
                  <a:lnTo>
                    <a:pt x="8755" y="224282"/>
                  </a:lnTo>
                  <a:lnTo>
                    <a:pt x="6264" y="208636"/>
                  </a:lnTo>
                  <a:lnTo>
                    <a:pt x="4169" y="192934"/>
                  </a:lnTo>
                  <a:lnTo>
                    <a:pt x="2481" y="177175"/>
                  </a:lnTo>
                  <a:lnTo>
                    <a:pt x="1215" y="161359"/>
                  </a:lnTo>
                  <a:lnTo>
                    <a:pt x="384" y="145485"/>
                  </a:lnTo>
                  <a:lnTo>
                    <a:pt x="0" y="129554"/>
                  </a:lnTo>
                  <a:lnTo>
                    <a:pt x="76" y="113566"/>
                  </a:lnTo>
                  <a:lnTo>
                    <a:pt x="626" y="97519"/>
                  </a:lnTo>
                  <a:lnTo>
                    <a:pt x="1662" y="81414"/>
                  </a:lnTo>
                  <a:lnTo>
                    <a:pt x="3198" y="65250"/>
                  </a:lnTo>
                  <a:lnTo>
                    <a:pt x="5247" y="49026"/>
                  </a:lnTo>
                  <a:lnTo>
                    <a:pt x="7821" y="32744"/>
                  </a:lnTo>
                  <a:lnTo>
                    <a:pt x="10934" y="16402"/>
                  </a:lnTo>
                  <a:lnTo>
                    <a:pt x="14599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360669" y="1508835"/>
              <a:ext cx="148014" cy="1272223"/>
            </a:xfrm>
            <a:custGeom>
              <a:avLst/>
              <a:pathLst>
                <a:path w="148014" h="1272223">
                  <a:moveTo>
                    <a:pt x="0" y="1272223"/>
                  </a:moveTo>
                  <a:lnTo>
                    <a:pt x="11664" y="1260283"/>
                  </a:lnTo>
                  <a:lnTo>
                    <a:pt x="22765" y="1248361"/>
                  </a:lnTo>
                  <a:lnTo>
                    <a:pt x="33314" y="1236456"/>
                  </a:lnTo>
                  <a:lnTo>
                    <a:pt x="43320" y="1224567"/>
                  </a:lnTo>
                  <a:lnTo>
                    <a:pt x="52794" y="1212694"/>
                  </a:lnTo>
                  <a:lnTo>
                    <a:pt x="61747" y="1200833"/>
                  </a:lnTo>
                  <a:lnTo>
                    <a:pt x="70190" y="1188986"/>
                  </a:lnTo>
                  <a:lnTo>
                    <a:pt x="78132" y="1177149"/>
                  </a:lnTo>
                  <a:lnTo>
                    <a:pt x="85584" y="1165324"/>
                  </a:lnTo>
                  <a:lnTo>
                    <a:pt x="92556" y="1153507"/>
                  </a:lnTo>
                  <a:lnTo>
                    <a:pt x="99060" y="1141698"/>
                  </a:lnTo>
                  <a:lnTo>
                    <a:pt x="105105" y="1129896"/>
                  </a:lnTo>
                  <a:lnTo>
                    <a:pt x="110702" y="1118100"/>
                  </a:lnTo>
                  <a:lnTo>
                    <a:pt x="115861" y="1106308"/>
                  </a:lnTo>
                  <a:lnTo>
                    <a:pt x="120594" y="1094520"/>
                  </a:lnTo>
                  <a:lnTo>
                    <a:pt x="124909" y="1082734"/>
                  </a:lnTo>
                  <a:lnTo>
                    <a:pt x="128819" y="1070949"/>
                  </a:lnTo>
                  <a:lnTo>
                    <a:pt x="132333" y="1059164"/>
                  </a:lnTo>
                  <a:lnTo>
                    <a:pt x="135462" y="1047379"/>
                  </a:lnTo>
                  <a:lnTo>
                    <a:pt x="138216" y="1035590"/>
                  </a:lnTo>
                  <a:lnTo>
                    <a:pt x="140605" y="1023799"/>
                  </a:lnTo>
                  <a:lnTo>
                    <a:pt x="142641" y="1012003"/>
                  </a:lnTo>
                  <a:lnTo>
                    <a:pt x="144334" y="1000201"/>
                  </a:lnTo>
                  <a:lnTo>
                    <a:pt x="145694" y="988393"/>
                  </a:lnTo>
                  <a:lnTo>
                    <a:pt x="146731" y="976576"/>
                  </a:lnTo>
                  <a:lnTo>
                    <a:pt x="147457" y="964751"/>
                  </a:lnTo>
                  <a:lnTo>
                    <a:pt x="147881" y="952915"/>
                  </a:lnTo>
                  <a:lnTo>
                    <a:pt x="148014" y="941068"/>
                  </a:lnTo>
                  <a:lnTo>
                    <a:pt x="147866" y="929208"/>
                  </a:lnTo>
                  <a:lnTo>
                    <a:pt x="147449" y="917334"/>
                  </a:lnTo>
                  <a:lnTo>
                    <a:pt x="146772" y="905446"/>
                  </a:lnTo>
                  <a:lnTo>
                    <a:pt x="145846" y="893542"/>
                  </a:lnTo>
                  <a:lnTo>
                    <a:pt x="144681" y="881621"/>
                  </a:lnTo>
                  <a:lnTo>
                    <a:pt x="143288" y="869682"/>
                  </a:lnTo>
                  <a:lnTo>
                    <a:pt x="141678" y="857723"/>
                  </a:lnTo>
                  <a:lnTo>
                    <a:pt x="139860" y="845744"/>
                  </a:lnTo>
                  <a:lnTo>
                    <a:pt x="137846" y="833743"/>
                  </a:lnTo>
                  <a:lnTo>
                    <a:pt x="135645" y="821720"/>
                  </a:lnTo>
                  <a:lnTo>
                    <a:pt x="133268" y="809672"/>
                  </a:lnTo>
                  <a:lnTo>
                    <a:pt x="130726" y="797600"/>
                  </a:lnTo>
                  <a:lnTo>
                    <a:pt x="128030" y="785501"/>
                  </a:lnTo>
                  <a:lnTo>
                    <a:pt x="125189" y="773375"/>
                  </a:lnTo>
                  <a:lnTo>
                    <a:pt x="122214" y="761221"/>
                  </a:lnTo>
                  <a:lnTo>
                    <a:pt x="119115" y="749036"/>
                  </a:lnTo>
                  <a:lnTo>
                    <a:pt x="115904" y="736822"/>
                  </a:lnTo>
                  <a:lnTo>
                    <a:pt x="112590" y="724575"/>
                  </a:lnTo>
                  <a:lnTo>
                    <a:pt x="109184" y="712295"/>
                  </a:lnTo>
                  <a:lnTo>
                    <a:pt x="105697" y="699981"/>
                  </a:lnTo>
                  <a:lnTo>
                    <a:pt x="102138" y="687632"/>
                  </a:lnTo>
                  <a:lnTo>
                    <a:pt x="98519" y="675247"/>
                  </a:lnTo>
                  <a:lnTo>
                    <a:pt x="94850" y="662824"/>
                  </a:lnTo>
                  <a:lnTo>
                    <a:pt x="91141" y="650362"/>
                  </a:lnTo>
                  <a:lnTo>
                    <a:pt x="87403" y="637860"/>
                  </a:lnTo>
                  <a:lnTo>
                    <a:pt x="83646" y="625317"/>
                  </a:lnTo>
                  <a:lnTo>
                    <a:pt x="79880" y="612733"/>
                  </a:lnTo>
                  <a:lnTo>
                    <a:pt x="76117" y="600105"/>
                  </a:lnTo>
                  <a:lnTo>
                    <a:pt x="72367" y="587432"/>
                  </a:lnTo>
                  <a:lnTo>
                    <a:pt x="68640" y="574714"/>
                  </a:lnTo>
                  <a:lnTo>
                    <a:pt x="64947" y="561949"/>
                  </a:lnTo>
                  <a:lnTo>
                    <a:pt x="61297" y="549137"/>
                  </a:lnTo>
                  <a:lnTo>
                    <a:pt x="57702" y="536275"/>
                  </a:lnTo>
                  <a:lnTo>
                    <a:pt x="54172" y="523364"/>
                  </a:lnTo>
                  <a:lnTo>
                    <a:pt x="50718" y="510401"/>
                  </a:lnTo>
                  <a:lnTo>
                    <a:pt x="47350" y="497385"/>
                  </a:lnTo>
                  <a:lnTo>
                    <a:pt x="44078" y="484317"/>
                  </a:lnTo>
                  <a:lnTo>
                    <a:pt x="40913" y="471193"/>
                  </a:lnTo>
                  <a:lnTo>
                    <a:pt x="37865" y="458014"/>
                  </a:lnTo>
                  <a:lnTo>
                    <a:pt x="34946" y="444778"/>
                  </a:lnTo>
                  <a:lnTo>
                    <a:pt x="32164" y="431484"/>
                  </a:lnTo>
                  <a:lnTo>
                    <a:pt x="29532" y="418130"/>
                  </a:lnTo>
                  <a:lnTo>
                    <a:pt x="27058" y="404716"/>
                  </a:lnTo>
                  <a:lnTo>
                    <a:pt x="24755" y="391241"/>
                  </a:lnTo>
                  <a:lnTo>
                    <a:pt x="22631" y="377703"/>
                  </a:lnTo>
                  <a:lnTo>
                    <a:pt x="20699" y="364101"/>
                  </a:lnTo>
                  <a:lnTo>
                    <a:pt x="18967" y="350435"/>
                  </a:lnTo>
                  <a:lnTo>
                    <a:pt x="17447" y="336702"/>
                  </a:lnTo>
                  <a:lnTo>
                    <a:pt x="16149" y="322902"/>
                  </a:lnTo>
                  <a:lnTo>
                    <a:pt x="15084" y="309034"/>
                  </a:lnTo>
                  <a:lnTo>
                    <a:pt x="14262" y="295096"/>
                  </a:lnTo>
                  <a:lnTo>
                    <a:pt x="13693" y="281088"/>
                  </a:lnTo>
                  <a:lnTo>
                    <a:pt x="13388" y="267008"/>
                  </a:lnTo>
                  <a:lnTo>
                    <a:pt x="13358" y="252855"/>
                  </a:lnTo>
                  <a:lnTo>
                    <a:pt x="13613" y="238628"/>
                  </a:lnTo>
                  <a:lnTo>
                    <a:pt x="14163" y="224326"/>
                  </a:lnTo>
                  <a:lnTo>
                    <a:pt x="15019" y="209947"/>
                  </a:lnTo>
                  <a:lnTo>
                    <a:pt x="16191" y="195492"/>
                  </a:lnTo>
                  <a:lnTo>
                    <a:pt x="17690" y="180957"/>
                  </a:lnTo>
                  <a:lnTo>
                    <a:pt x="19526" y="166343"/>
                  </a:lnTo>
                  <a:lnTo>
                    <a:pt x="21710" y="151648"/>
                  </a:lnTo>
                  <a:lnTo>
                    <a:pt x="24252" y="136871"/>
                  </a:lnTo>
                  <a:lnTo>
                    <a:pt x="27163" y="122011"/>
                  </a:lnTo>
                  <a:lnTo>
                    <a:pt x="30453" y="107066"/>
                  </a:lnTo>
                  <a:lnTo>
                    <a:pt x="34133" y="92036"/>
                  </a:lnTo>
                  <a:lnTo>
                    <a:pt x="38213" y="76920"/>
                  </a:lnTo>
                  <a:lnTo>
                    <a:pt x="42703" y="61716"/>
                  </a:lnTo>
                  <a:lnTo>
                    <a:pt x="47615" y="46423"/>
                  </a:lnTo>
                  <a:lnTo>
                    <a:pt x="52958" y="31040"/>
                  </a:lnTo>
                  <a:lnTo>
                    <a:pt x="58742" y="15566"/>
                  </a:lnTo>
                  <a:lnTo>
                    <a:pt x="64980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360669" y="1667748"/>
              <a:ext cx="376864" cy="1113309"/>
            </a:xfrm>
            <a:custGeom>
              <a:avLst/>
              <a:pathLst>
                <a:path w="376864" h="1113309">
                  <a:moveTo>
                    <a:pt x="0" y="1113309"/>
                  </a:moveTo>
                  <a:lnTo>
                    <a:pt x="11735" y="1101406"/>
                  </a:lnTo>
                  <a:lnTo>
                    <a:pt x="23048" y="1089592"/>
                  </a:lnTo>
                  <a:lnTo>
                    <a:pt x="33947" y="1077866"/>
                  </a:lnTo>
                  <a:lnTo>
                    <a:pt x="44440" y="1066225"/>
                  </a:lnTo>
                  <a:lnTo>
                    <a:pt x="54534" y="1054667"/>
                  </a:lnTo>
                  <a:lnTo>
                    <a:pt x="64238" y="1043189"/>
                  </a:lnTo>
                  <a:lnTo>
                    <a:pt x="73560" y="1031790"/>
                  </a:lnTo>
                  <a:lnTo>
                    <a:pt x="82508" y="1020466"/>
                  </a:lnTo>
                  <a:lnTo>
                    <a:pt x="91090" y="1009216"/>
                  </a:lnTo>
                  <a:lnTo>
                    <a:pt x="99314" y="998037"/>
                  </a:lnTo>
                  <a:lnTo>
                    <a:pt x="107188" y="986926"/>
                  </a:lnTo>
                  <a:lnTo>
                    <a:pt x="114721" y="975882"/>
                  </a:lnTo>
                  <a:lnTo>
                    <a:pt x="121919" y="964902"/>
                  </a:lnTo>
                  <a:lnTo>
                    <a:pt x="128792" y="953983"/>
                  </a:lnTo>
                  <a:lnTo>
                    <a:pt x="135347" y="943124"/>
                  </a:lnTo>
                  <a:lnTo>
                    <a:pt x="141593" y="932321"/>
                  </a:lnTo>
                  <a:lnTo>
                    <a:pt x="147537" y="921573"/>
                  </a:lnTo>
                  <a:lnTo>
                    <a:pt x="153188" y="910877"/>
                  </a:lnTo>
                  <a:lnTo>
                    <a:pt x="158553" y="900231"/>
                  </a:lnTo>
                  <a:lnTo>
                    <a:pt x="163641" y="889632"/>
                  </a:lnTo>
                  <a:lnTo>
                    <a:pt x="168460" y="879078"/>
                  </a:lnTo>
                  <a:lnTo>
                    <a:pt x="173017" y="868567"/>
                  </a:lnTo>
                  <a:lnTo>
                    <a:pt x="177321" y="858096"/>
                  </a:lnTo>
                  <a:lnTo>
                    <a:pt x="181380" y="847663"/>
                  </a:lnTo>
                  <a:lnTo>
                    <a:pt x="185203" y="837265"/>
                  </a:lnTo>
                  <a:lnTo>
                    <a:pt x="188796" y="826901"/>
                  </a:lnTo>
                  <a:lnTo>
                    <a:pt x="192168" y="816567"/>
                  </a:lnTo>
                  <a:lnTo>
                    <a:pt x="195327" y="806262"/>
                  </a:lnTo>
                  <a:lnTo>
                    <a:pt x="198282" y="795983"/>
                  </a:lnTo>
                  <a:lnTo>
                    <a:pt x="201040" y="785727"/>
                  </a:lnTo>
                  <a:lnTo>
                    <a:pt x="203609" y="775493"/>
                  </a:lnTo>
                  <a:lnTo>
                    <a:pt x="205997" y="765278"/>
                  </a:lnTo>
                  <a:lnTo>
                    <a:pt x="208213" y="755079"/>
                  </a:lnTo>
                  <a:lnTo>
                    <a:pt x="210265" y="744895"/>
                  </a:lnTo>
                  <a:lnTo>
                    <a:pt x="212160" y="734722"/>
                  </a:lnTo>
                  <a:lnTo>
                    <a:pt x="213906" y="724559"/>
                  </a:lnTo>
                  <a:lnTo>
                    <a:pt x="215513" y="714403"/>
                  </a:lnTo>
                  <a:lnTo>
                    <a:pt x="216987" y="704252"/>
                  </a:lnTo>
                  <a:lnTo>
                    <a:pt x="218336" y="694103"/>
                  </a:lnTo>
                  <a:lnTo>
                    <a:pt x="219570" y="683955"/>
                  </a:lnTo>
                  <a:lnTo>
                    <a:pt x="220696" y="673803"/>
                  </a:lnTo>
                  <a:lnTo>
                    <a:pt x="221721" y="663648"/>
                  </a:lnTo>
                  <a:lnTo>
                    <a:pt x="222655" y="653485"/>
                  </a:lnTo>
                  <a:lnTo>
                    <a:pt x="223505" y="643312"/>
                  </a:lnTo>
                  <a:lnTo>
                    <a:pt x="224279" y="633128"/>
                  </a:lnTo>
                  <a:lnTo>
                    <a:pt x="224985" y="622930"/>
                  </a:lnTo>
                  <a:lnTo>
                    <a:pt x="225631" y="612715"/>
                  </a:lnTo>
                  <a:lnTo>
                    <a:pt x="226226" y="602481"/>
                  </a:lnTo>
                  <a:lnTo>
                    <a:pt x="226777" y="592226"/>
                  </a:lnTo>
                  <a:lnTo>
                    <a:pt x="227293" y="581947"/>
                  </a:lnTo>
                  <a:lnTo>
                    <a:pt x="227781" y="571642"/>
                  </a:lnTo>
                  <a:lnTo>
                    <a:pt x="228249" y="561309"/>
                  </a:lnTo>
                  <a:lnTo>
                    <a:pt x="228707" y="550945"/>
                  </a:lnTo>
                  <a:lnTo>
                    <a:pt x="229161" y="540548"/>
                  </a:lnTo>
                  <a:lnTo>
                    <a:pt x="229619" y="530115"/>
                  </a:lnTo>
                  <a:lnTo>
                    <a:pt x="230091" y="519645"/>
                  </a:lnTo>
                  <a:lnTo>
                    <a:pt x="230583" y="509134"/>
                  </a:lnTo>
                  <a:lnTo>
                    <a:pt x="231105" y="498581"/>
                  </a:lnTo>
                  <a:lnTo>
                    <a:pt x="231663" y="487982"/>
                  </a:lnTo>
                  <a:lnTo>
                    <a:pt x="232267" y="477337"/>
                  </a:lnTo>
                  <a:lnTo>
                    <a:pt x="232923" y="466641"/>
                  </a:lnTo>
                  <a:lnTo>
                    <a:pt x="233641" y="455894"/>
                  </a:lnTo>
                  <a:lnTo>
                    <a:pt x="234428" y="445092"/>
                  </a:lnTo>
                  <a:lnTo>
                    <a:pt x="235292" y="434234"/>
                  </a:lnTo>
                  <a:lnTo>
                    <a:pt x="236242" y="423316"/>
                  </a:lnTo>
                  <a:lnTo>
                    <a:pt x="237285" y="412336"/>
                  </a:lnTo>
                  <a:lnTo>
                    <a:pt x="238429" y="401293"/>
                  </a:lnTo>
                  <a:lnTo>
                    <a:pt x="239683" y="390184"/>
                  </a:lnTo>
                  <a:lnTo>
                    <a:pt x="241055" y="379006"/>
                  </a:lnTo>
                  <a:lnTo>
                    <a:pt x="242552" y="367756"/>
                  </a:lnTo>
                  <a:lnTo>
                    <a:pt x="244183" y="356434"/>
                  </a:lnTo>
                  <a:lnTo>
                    <a:pt x="245956" y="345036"/>
                  </a:lnTo>
                  <a:lnTo>
                    <a:pt x="247879" y="333559"/>
                  </a:lnTo>
                  <a:lnTo>
                    <a:pt x="249959" y="322002"/>
                  </a:lnTo>
                  <a:lnTo>
                    <a:pt x="252206" y="310363"/>
                  </a:lnTo>
                  <a:lnTo>
                    <a:pt x="254626" y="298638"/>
                  </a:lnTo>
                  <a:lnTo>
                    <a:pt x="257229" y="286825"/>
                  </a:lnTo>
                  <a:lnTo>
                    <a:pt x="260022" y="274923"/>
                  </a:lnTo>
                  <a:lnTo>
                    <a:pt x="263013" y="262928"/>
                  </a:lnTo>
                  <a:lnTo>
                    <a:pt x="266210" y="250838"/>
                  </a:lnTo>
                  <a:lnTo>
                    <a:pt x="269621" y="238652"/>
                  </a:lnTo>
                  <a:lnTo>
                    <a:pt x="273255" y="226366"/>
                  </a:lnTo>
                  <a:lnTo>
                    <a:pt x="277120" y="213978"/>
                  </a:lnTo>
                  <a:lnTo>
                    <a:pt x="281222" y="201486"/>
                  </a:lnTo>
                  <a:lnTo>
                    <a:pt x="285572" y="188888"/>
                  </a:lnTo>
                  <a:lnTo>
                    <a:pt x="290176" y="176181"/>
                  </a:lnTo>
                  <a:lnTo>
                    <a:pt x="295042" y="163362"/>
                  </a:lnTo>
                  <a:lnTo>
                    <a:pt x="300180" y="150430"/>
                  </a:lnTo>
                  <a:lnTo>
                    <a:pt x="305596" y="137382"/>
                  </a:lnTo>
                  <a:lnTo>
                    <a:pt x="311299" y="124215"/>
                  </a:lnTo>
                  <a:lnTo>
                    <a:pt x="317297" y="110928"/>
                  </a:lnTo>
                  <a:lnTo>
                    <a:pt x="323598" y="97518"/>
                  </a:lnTo>
                  <a:lnTo>
                    <a:pt x="330210" y="83982"/>
                  </a:lnTo>
                  <a:lnTo>
                    <a:pt x="337141" y="70318"/>
                  </a:lnTo>
                  <a:lnTo>
                    <a:pt x="344399" y="56524"/>
                  </a:lnTo>
                  <a:lnTo>
                    <a:pt x="351992" y="42598"/>
                  </a:lnTo>
                  <a:lnTo>
                    <a:pt x="359929" y="28536"/>
                  </a:lnTo>
                  <a:lnTo>
                    <a:pt x="368217" y="14338"/>
                  </a:lnTo>
                  <a:lnTo>
                    <a:pt x="376864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360669" y="1873494"/>
              <a:ext cx="660050" cy="907563"/>
            </a:xfrm>
            <a:custGeom>
              <a:avLst/>
              <a:pathLst>
                <a:path w="660050" h="907563">
                  <a:moveTo>
                    <a:pt x="0" y="907563"/>
                  </a:moveTo>
                  <a:lnTo>
                    <a:pt x="11800" y="895706"/>
                  </a:lnTo>
                  <a:lnTo>
                    <a:pt x="23305" y="884032"/>
                  </a:lnTo>
                  <a:lnTo>
                    <a:pt x="34522" y="872537"/>
                  </a:lnTo>
                  <a:lnTo>
                    <a:pt x="45457" y="861217"/>
                  </a:lnTo>
                  <a:lnTo>
                    <a:pt x="56114" y="850068"/>
                  </a:lnTo>
                  <a:lnTo>
                    <a:pt x="66500" y="839086"/>
                  </a:lnTo>
                  <a:lnTo>
                    <a:pt x="76621" y="828267"/>
                  </a:lnTo>
                  <a:lnTo>
                    <a:pt x="86482" y="817607"/>
                  </a:lnTo>
                  <a:lnTo>
                    <a:pt x="96090" y="807102"/>
                  </a:lnTo>
                  <a:lnTo>
                    <a:pt x="105450" y="796749"/>
                  </a:lnTo>
                  <a:lnTo>
                    <a:pt x="114569" y="786543"/>
                  </a:lnTo>
                  <a:lnTo>
                    <a:pt x="123452" y="776480"/>
                  </a:lnTo>
                  <a:lnTo>
                    <a:pt x="132105" y="766556"/>
                  </a:lnTo>
                  <a:lnTo>
                    <a:pt x="140533" y="756767"/>
                  </a:lnTo>
                  <a:lnTo>
                    <a:pt x="148743" y="747111"/>
                  </a:lnTo>
                  <a:lnTo>
                    <a:pt x="156741" y="737581"/>
                  </a:lnTo>
                  <a:lnTo>
                    <a:pt x="164533" y="728175"/>
                  </a:lnTo>
                  <a:lnTo>
                    <a:pt x="172124" y="718889"/>
                  </a:lnTo>
                  <a:lnTo>
                    <a:pt x="179520" y="709718"/>
                  </a:lnTo>
                  <a:lnTo>
                    <a:pt x="186727" y="700658"/>
                  </a:lnTo>
                  <a:lnTo>
                    <a:pt x="193751" y="691707"/>
                  </a:lnTo>
                  <a:lnTo>
                    <a:pt x="200597" y="682859"/>
                  </a:lnTo>
                  <a:lnTo>
                    <a:pt x="207273" y="674111"/>
                  </a:lnTo>
                  <a:lnTo>
                    <a:pt x="213783" y="665458"/>
                  </a:lnTo>
                  <a:lnTo>
                    <a:pt x="220134" y="656898"/>
                  </a:lnTo>
                  <a:lnTo>
                    <a:pt x="226331" y="648425"/>
                  </a:lnTo>
                  <a:lnTo>
                    <a:pt x="232380" y="640036"/>
                  </a:lnTo>
                  <a:lnTo>
                    <a:pt x="238287" y="631727"/>
                  </a:lnTo>
                  <a:lnTo>
                    <a:pt x="244058" y="623495"/>
                  </a:lnTo>
                  <a:lnTo>
                    <a:pt x="249699" y="615334"/>
                  </a:lnTo>
                  <a:lnTo>
                    <a:pt x="255215" y="607241"/>
                  </a:lnTo>
                  <a:lnTo>
                    <a:pt x="260614" y="599213"/>
                  </a:lnTo>
                  <a:lnTo>
                    <a:pt x="265899" y="591244"/>
                  </a:lnTo>
                  <a:lnTo>
                    <a:pt x="271078" y="583332"/>
                  </a:lnTo>
                  <a:lnTo>
                    <a:pt x="276156" y="575472"/>
                  </a:lnTo>
                  <a:lnTo>
                    <a:pt x="281139" y="567660"/>
                  </a:lnTo>
                  <a:lnTo>
                    <a:pt x="286033" y="559893"/>
                  </a:lnTo>
                  <a:lnTo>
                    <a:pt x="290843" y="552166"/>
                  </a:lnTo>
                  <a:lnTo>
                    <a:pt x="295577" y="544475"/>
                  </a:lnTo>
                  <a:lnTo>
                    <a:pt x="300239" y="536817"/>
                  </a:lnTo>
                  <a:lnTo>
                    <a:pt x="304835" y="529188"/>
                  </a:lnTo>
                  <a:lnTo>
                    <a:pt x="309371" y="521583"/>
                  </a:lnTo>
                  <a:lnTo>
                    <a:pt x="313854" y="513998"/>
                  </a:lnTo>
                  <a:lnTo>
                    <a:pt x="318288" y="506430"/>
                  </a:lnTo>
                  <a:lnTo>
                    <a:pt x="322681" y="498875"/>
                  </a:lnTo>
                  <a:lnTo>
                    <a:pt x="327037" y="491329"/>
                  </a:lnTo>
                  <a:lnTo>
                    <a:pt x="331363" y="483787"/>
                  </a:lnTo>
                  <a:lnTo>
                    <a:pt x="335664" y="476246"/>
                  </a:lnTo>
                  <a:lnTo>
                    <a:pt x="339947" y="468702"/>
                  </a:lnTo>
                  <a:lnTo>
                    <a:pt x="344216" y="461151"/>
                  </a:lnTo>
                  <a:lnTo>
                    <a:pt x="348479" y="453589"/>
                  </a:lnTo>
                  <a:lnTo>
                    <a:pt x="352741" y="446011"/>
                  </a:lnTo>
                  <a:lnTo>
                    <a:pt x="357008" y="438415"/>
                  </a:lnTo>
                  <a:lnTo>
                    <a:pt x="361285" y="430796"/>
                  </a:lnTo>
                  <a:lnTo>
                    <a:pt x="365579" y="423150"/>
                  </a:lnTo>
                  <a:lnTo>
                    <a:pt x="369896" y="415473"/>
                  </a:lnTo>
                  <a:lnTo>
                    <a:pt x="374241" y="407761"/>
                  </a:lnTo>
                  <a:lnTo>
                    <a:pt x="378620" y="400010"/>
                  </a:lnTo>
                  <a:lnTo>
                    <a:pt x="383039" y="392217"/>
                  </a:lnTo>
                  <a:lnTo>
                    <a:pt x="387504" y="384377"/>
                  </a:lnTo>
                  <a:lnTo>
                    <a:pt x="392020" y="376486"/>
                  </a:lnTo>
                  <a:lnTo>
                    <a:pt x="396595" y="368541"/>
                  </a:lnTo>
                  <a:lnTo>
                    <a:pt x="401233" y="360537"/>
                  </a:lnTo>
                  <a:lnTo>
                    <a:pt x="405940" y="352470"/>
                  </a:lnTo>
                  <a:lnTo>
                    <a:pt x="410723" y="344338"/>
                  </a:lnTo>
                  <a:lnTo>
                    <a:pt x="415587" y="336134"/>
                  </a:lnTo>
                  <a:lnTo>
                    <a:pt x="420538" y="327856"/>
                  </a:lnTo>
                  <a:lnTo>
                    <a:pt x="425581" y="319500"/>
                  </a:lnTo>
                  <a:lnTo>
                    <a:pt x="430724" y="311062"/>
                  </a:lnTo>
                  <a:lnTo>
                    <a:pt x="435971" y="302537"/>
                  </a:lnTo>
                  <a:lnTo>
                    <a:pt x="441329" y="293922"/>
                  </a:lnTo>
                  <a:lnTo>
                    <a:pt x="446803" y="285213"/>
                  </a:lnTo>
                  <a:lnTo>
                    <a:pt x="452399" y="276406"/>
                  </a:lnTo>
                  <a:lnTo>
                    <a:pt x="458124" y="267496"/>
                  </a:lnTo>
                  <a:lnTo>
                    <a:pt x="463982" y="258481"/>
                  </a:lnTo>
                  <a:lnTo>
                    <a:pt x="469981" y="249355"/>
                  </a:lnTo>
                  <a:lnTo>
                    <a:pt x="476125" y="240116"/>
                  </a:lnTo>
                  <a:lnTo>
                    <a:pt x="482420" y="230758"/>
                  </a:lnTo>
                  <a:lnTo>
                    <a:pt x="488874" y="221279"/>
                  </a:lnTo>
                  <a:lnTo>
                    <a:pt x="495490" y="211674"/>
                  </a:lnTo>
                  <a:lnTo>
                    <a:pt x="502276" y="201939"/>
                  </a:lnTo>
                  <a:lnTo>
                    <a:pt x="509237" y="192070"/>
                  </a:lnTo>
                  <a:lnTo>
                    <a:pt x="516379" y="182064"/>
                  </a:lnTo>
                  <a:lnTo>
                    <a:pt x="523707" y="171916"/>
                  </a:lnTo>
                  <a:lnTo>
                    <a:pt x="531229" y="161622"/>
                  </a:lnTo>
                  <a:lnTo>
                    <a:pt x="538949" y="151178"/>
                  </a:lnTo>
                  <a:lnTo>
                    <a:pt x="546873" y="140581"/>
                  </a:lnTo>
                  <a:lnTo>
                    <a:pt x="555008" y="129827"/>
                  </a:lnTo>
                  <a:lnTo>
                    <a:pt x="563359" y="118911"/>
                  </a:lnTo>
                  <a:lnTo>
                    <a:pt x="571932" y="107830"/>
                  </a:lnTo>
                  <a:lnTo>
                    <a:pt x="580732" y="96579"/>
                  </a:lnTo>
                  <a:lnTo>
                    <a:pt x="589767" y="85155"/>
                  </a:lnTo>
                  <a:lnTo>
                    <a:pt x="599042" y="73553"/>
                  </a:lnTo>
                  <a:lnTo>
                    <a:pt x="608562" y="61771"/>
                  </a:lnTo>
                  <a:lnTo>
                    <a:pt x="618333" y="49803"/>
                  </a:lnTo>
                  <a:lnTo>
                    <a:pt x="628362" y="37646"/>
                  </a:lnTo>
                  <a:lnTo>
                    <a:pt x="638653" y="25295"/>
                  </a:lnTo>
                  <a:lnTo>
                    <a:pt x="649214" y="12748"/>
                  </a:lnTo>
                  <a:lnTo>
                    <a:pt x="660050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360669" y="2121007"/>
              <a:ext cx="907563" cy="660050"/>
            </a:xfrm>
            <a:custGeom>
              <a:avLst/>
              <a:pathLst>
                <a:path w="907563" h="660050">
                  <a:moveTo>
                    <a:pt x="0" y="660050"/>
                  </a:moveTo>
                  <a:lnTo>
                    <a:pt x="11856" y="648250"/>
                  </a:lnTo>
                  <a:lnTo>
                    <a:pt x="23530" y="636744"/>
                  </a:lnTo>
                  <a:lnTo>
                    <a:pt x="35025" y="625527"/>
                  </a:lnTo>
                  <a:lnTo>
                    <a:pt x="46345" y="614593"/>
                  </a:lnTo>
                  <a:lnTo>
                    <a:pt x="57494" y="603936"/>
                  </a:lnTo>
                  <a:lnTo>
                    <a:pt x="68477" y="593550"/>
                  </a:lnTo>
                  <a:lnTo>
                    <a:pt x="79296" y="583429"/>
                  </a:lnTo>
                  <a:lnTo>
                    <a:pt x="89955" y="573567"/>
                  </a:lnTo>
                  <a:lnTo>
                    <a:pt x="100460" y="563959"/>
                  </a:lnTo>
                  <a:lnTo>
                    <a:pt x="110814" y="554599"/>
                  </a:lnTo>
                  <a:lnTo>
                    <a:pt x="121020" y="545480"/>
                  </a:lnTo>
                  <a:lnTo>
                    <a:pt x="131083" y="536598"/>
                  </a:lnTo>
                  <a:lnTo>
                    <a:pt x="141007" y="527945"/>
                  </a:lnTo>
                  <a:lnTo>
                    <a:pt x="150795" y="519516"/>
                  </a:lnTo>
                  <a:lnTo>
                    <a:pt x="160452" y="511306"/>
                  </a:lnTo>
                  <a:lnTo>
                    <a:pt x="169982" y="503308"/>
                  </a:lnTo>
                  <a:lnTo>
                    <a:pt x="179388" y="495517"/>
                  </a:lnTo>
                  <a:lnTo>
                    <a:pt x="188674" y="487926"/>
                  </a:lnTo>
                  <a:lnTo>
                    <a:pt x="197845" y="480530"/>
                  </a:lnTo>
                  <a:lnTo>
                    <a:pt x="206904" y="473323"/>
                  </a:lnTo>
                  <a:lnTo>
                    <a:pt x="215856" y="466299"/>
                  </a:lnTo>
                  <a:lnTo>
                    <a:pt x="224704" y="459452"/>
                  </a:lnTo>
                  <a:lnTo>
                    <a:pt x="233452" y="452776"/>
                  </a:lnTo>
                  <a:lnTo>
                    <a:pt x="242104" y="446266"/>
                  </a:lnTo>
                  <a:lnTo>
                    <a:pt x="250665" y="439916"/>
                  </a:lnTo>
                  <a:lnTo>
                    <a:pt x="259138" y="433719"/>
                  </a:lnTo>
                  <a:lnTo>
                    <a:pt x="267526" y="427670"/>
                  </a:lnTo>
                  <a:lnTo>
                    <a:pt x="275835" y="421762"/>
                  </a:lnTo>
                  <a:lnTo>
                    <a:pt x="284068" y="415991"/>
                  </a:lnTo>
                  <a:lnTo>
                    <a:pt x="292229" y="410350"/>
                  </a:lnTo>
                  <a:lnTo>
                    <a:pt x="300321" y="404834"/>
                  </a:lnTo>
                  <a:lnTo>
                    <a:pt x="308350" y="399436"/>
                  </a:lnTo>
                  <a:lnTo>
                    <a:pt x="316318" y="394150"/>
                  </a:lnTo>
                  <a:lnTo>
                    <a:pt x="324231" y="388972"/>
                  </a:lnTo>
                  <a:lnTo>
                    <a:pt x="332091" y="383894"/>
                  </a:lnTo>
                  <a:lnTo>
                    <a:pt x="339902" y="378911"/>
                  </a:lnTo>
                  <a:lnTo>
                    <a:pt x="347670" y="374017"/>
                  </a:lnTo>
                  <a:lnTo>
                    <a:pt x="355397" y="369206"/>
                  </a:lnTo>
                  <a:lnTo>
                    <a:pt x="363087" y="364473"/>
                  </a:lnTo>
                  <a:lnTo>
                    <a:pt x="370745" y="359811"/>
                  </a:lnTo>
                  <a:lnTo>
                    <a:pt x="378375" y="355215"/>
                  </a:lnTo>
                  <a:lnTo>
                    <a:pt x="385980" y="350678"/>
                  </a:lnTo>
                  <a:lnTo>
                    <a:pt x="393564" y="346196"/>
                  </a:lnTo>
                  <a:lnTo>
                    <a:pt x="401132" y="341761"/>
                  </a:lnTo>
                  <a:lnTo>
                    <a:pt x="408687" y="337369"/>
                  </a:lnTo>
                  <a:lnTo>
                    <a:pt x="416234" y="333012"/>
                  </a:lnTo>
                  <a:lnTo>
                    <a:pt x="423776" y="328687"/>
                  </a:lnTo>
                  <a:lnTo>
                    <a:pt x="431316" y="324385"/>
                  </a:lnTo>
                  <a:lnTo>
                    <a:pt x="438861" y="320103"/>
                  </a:lnTo>
                  <a:lnTo>
                    <a:pt x="446412" y="315833"/>
                  </a:lnTo>
                  <a:lnTo>
                    <a:pt x="453974" y="311570"/>
                  </a:lnTo>
                  <a:lnTo>
                    <a:pt x="461551" y="307308"/>
                  </a:lnTo>
                  <a:lnTo>
                    <a:pt x="469148" y="303041"/>
                  </a:lnTo>
                  <a:lnTo>
                    <a:pt x="476767" y="298764"/>
                  </a:lnTo>
                  <a:lnTo>
                    <a:pt x="484413" y="294470"/>
                  </a:lnTo>
                  <a:lnTo>
                    <a:pt x="492090" y="290154"/>
                  </a:lnTo>
                  <a:lnTo>
                    <a:pt x="499802" y="285809"/>
                  </a:lnTo>
                  <a:lnTo>
                    <a:pt x="507552" y="281430"/>
                  </a:lnTo>
                  <a:lnTo>
                    <a:pt x="515346" y="277011"/>
                  </a:lnTo>
                  <a:lnTo>
                    <a:pt x="523186" y="272546"/>
                  </a:lnTo>
                  <a:lnTo>
                    <a:pt x="531077" y="268029"/>
                  </a:lnTo>
                  <a:lnTo>
                    <a:pt x="539022" y="263455"/>
                  </a:lnTo>
                  <a:lnTo>
                    <a:pt x="547026" y="258817"/>
                  </a:lnTo>
                  <a:lnTo>
                    <a:pt x="555092" y="254109"/>
                  </a:lnTo>
                  <a:lnTo>
                    <a:pt x="563225" y="249326"/>
                  </a:lnTo>
                  <a:lnTo>
                    <a:pt x="571428" y="244463"/>
                  </a:lnTo>
                  <a:lnTo>
                    <a:pt x="579706" y="239512"/>
                  </a:lnTo>
                  <a:lnTo>
                    <a:pt x="588062" y="234468"/>
                  </a:lnTo>
                  <a:lnTo>
                    <a:pt x="596501" y="229325"/>
                  </a:lnTo>
                  <a:lnTo>
                    <a:pt x="605025" y="224078"/>
                  </a:lnTo>
                  <a:lnTo>
                    <a:pt x="613640" y="218720"/>
                  </a:lnTo>
                  <a:lnTo>
                    <a:pt x="622350" y="213246"/>
                  </a:lnTo>
                  <a:lnTo>
                    <a:pt x="631157" y="207650"/>
                  </a:lnTo>
                  <a:lnTo>
                    <a:pt x="640066" y="201926"/>
                  </a:lnTo>
                  <a:lnTo>
                    <a:pt x="649082" y="196067"/>
                  </a:lnTo>
                  <a:lnTo>
                    <a:pt x="658207" y="190069"/>
                  </a:lnTo>
                  <a:lnTo>
                    <a:pt x="667447" y="183925"/>
                  </a:lnTo>
                  <a:lnTo>
                    <a:pt x="676804" y="177629"/>
                  </a:lnTo>
                  <a:lnTo>
                    <a:pt x="686283" y="171176"/>
                  </a:lnTo>
                  <a:lnTo>
                    <a:pt x="695889" y="164559"/>
                  </a:lnTo>
                  <a:lnTo>
                    <a:pt x="705624" y="157773"/>
                  </a:lnTo>
                  <a:lnTo>
                    <a:pt x="715492" y="150813"/>
                  </a:lnTo>
                  <a:lnTo>
                    <a:pt x="725499" y="143671"/>
                  </a:lnTo>
                  <a:lnTo>
                    <a:pt x="735647" y="136342"/>
                  </a:lnTo>
                  <a:lnTo>
                    <a:pt x="745941" y="128821"/>
                  </a:lnTo>
                  <a:lnTo>
                    <a:pt x="756384" y="121101"/>
                  </a:lnTo>
                  <a:lnTo>
                    <a:pt x="766981" y="113176"/>
                  </a:lnTo>
                  <a:lnTo>
                    <a:pt x="777736" y="105042"/>
                  </a:lnTo>
                  <a:lnTo>
                    <a:pt x="788652" y="96691"/>
                  </a:lnTo>
                  <a:lnTo>
                    <a:pt x="799733" y="88118"/>
                  </a:lnTo>
                  <a:lnTo>
                    <a:pt x="810984" y="79317"/>
                  </a:lnTo>
                  <a:lnTo>
                    <a:pt x="822408" y="70282"/>
                  </a:lnTo>
                  <a:lnTo>
                    <a:pt x="834009" y="61008"/>
                  </a:lnTo>
                  <a:lnTo>
                    <a:pt x="845792" y="51488"/>
                  </a:lnTo>
                  <a:lnTo>
                    <a:pt x="857760" y="41717"/>
                  </a:lnTo>
                  <a:lnTo>
                    <a:pt x="869917" y="31688"/>
                  </a:lnTo>
                  <a:lnTo>
                    <a:pt x="882267" y="21396"/>
                  </a:lnTo>
                  <a:lnTo>
                    <a:pt x="894815" y="10835"/>
                  </a:lnTo>
                  <a:lnTo>
                    <a:pt x="907563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360669" y="2404193"/>
              <a:ext cx="1113309" cy="376864"/>
            </a:xfrm>
            <a:custGeom>
              <a:avLst/>
              <a:pathLst>
                <a:path w="1113309" h="376864">
                  <a:moveTo>
                    <a:pt x="0" y="376864"/>
                  </a:moveTo>
                  <a:lnTo>
                    <a:pt x="11903" y="365129"/>
                  </a:lnTo>
                  <a:lnTo>
                    <a:pt x="23717" y="353816"/>
                  </a:lnTo>
                  <a:lnTo>
                    <a:pt x="35443" y="342917"/>
                  </a:lnTo>
                  <a:lnTo>
                    <a:pt x="47084" y="332424"/>
                  </a:lnTo>
                  <a:lnTo>
                    <a:pt x="58642" y="322330"/>
                  </a:lnTo>
                  <a:lnTo>
                    <a:pt x="70120" y="312626"/>
                  </a:lnTo>
                  <a:lnTo>
                    <a:pt x="81519" y="303304"/>
                  </a:lnTo>
                  <a:lnTo>
                    <a:pt x="92843" y="294356"/>
                  </a:lnTo>
                  <a:lnTo>
                    <a:pt x="104093" y="285774"/>
                  </a:lnTo>
                  <a:lnTo>
                    <a:pt x="115272" y="277550"/>
                  </a:lnTo>
                  <a:lnTo>
                    <a:pt x="126382" y="269676"/>
                  </a:lnTo>
                  <a:lnTo>
                    <a:pt x="137427" y="262143"/>
                  </a:lnTo>
                  <a:lnTo>
                    <a:pt x="148407" y="254945"/>
                  </a:lnTo>
                  <a:lnTo>
                    <a:pt x="159325" y="248072"/>
                  </a:lnTo>
                  <a:lnTo>
                    <a:pt x="170185" y="241517"/>
                  </a:lnTo>
                  <a:lnTo>
                    <a:pt x="180987" y="235271"/>
                  </a:lnTo>
                  <a:lnTo>
                    <a:pt x="191736" y="229327"/>
                  </a:lnTo>
                  <a:lnTo>
                    <a:pt x="202432" y="223676"/>
                  </a:lnTo>
                  <a:lnTo>
                    <a:pt x="213078" y="218311"/>
                  </a:lnTo>
                  <a:lnTo>
                    <a:pt x="223677" y="213223"/>
                  </a:lnTo>
                  <a:lnTo>
                    <a:pt x="234231" y="208404"/>
                  </a:lnTo>
                  <a:lnTo>
                    <a:pt x="244742" y="203847"/>
                  </a:lnTo>
                  <a:lnTo>
                    <a:pt x="255213" y="199543"/>
                  </a:lnTo>
                  <a:lnTo>
                    <a:pt x="265646" y="195484"/>
                  </a:lnTo>
                  <a:lnTo>
                    <a:pt x="276044" y="191661"/>
                  </a:lnTo>
                  <a:lnTo>
                    <a:pt x="286408" y="188068"/>
                  </a:lnTo>
                  <a:lnTo>
                    <a:pt x="296742" y="184696"/>
                  </a:lnTo>
                  <a:lnTo>
                    <a:pt x="307047" y="181537"/>
                  </a:lnTo>
                  <a:lnTo>
                    <a:pt x="317326" y="178582"/>
                  </a:lnTo>
                  <a:lnTo>
                    <a:pt x="327582" y="175824"/>
                  </a:lnTo>
                  <a:lnTo>
                    <a:pt x="337816" y="173255"/>
                  </a:lnTo>
                  <a:lnTo>
                    <a:pt x="348031" y="170867"/>
                  </a:lnTo>
                  <a:lnTo>
                    <a:pt x="358230" y="168651"/>
                  </a:lnTo>
                  <a:lnTo>
                    <a:pt x="368414" y="166599"/>
                  </a:lnTo>
                  <a:lnTo>
                    <a:pt x="378587" y="164704"/>
                  </a:lnTo>
                  <a:lnTo>
                    <a:pt x="388750" y="162958"/>
                  </a:lnTo>
                  <a:lnTo>
                    <a:pt x="398906" y="161351"/>
                  </a:lnTo>
                  <a:lnTo>
                    <a:pt x="409057" y="159877"/>
                  </a:lnTo>
                  <a:lnTo>
                    <a:pt x="419206" y="158528"/>
                  </a:lnTo>
                  <a:lnTo>
                    <a:pt x="429354" y="157294"/>
                  </a:lnTo>
                  <a:lnTo>
                    <a:pt x="439505" y="156168"/>
                  </a:lnTo>
                  <a:lnTo>
                    <a:pt x="449661" y="155143"/>
                  </a:lnTo>
                  <a:lnTo>
                    <a:pt x="459824" y="154209"/>
                  </a:lnTo>
                  <a:lnTo>
                    <a:pt x="469997" y="153359"/>
                  </a:lnTo>
                  <a:lnTo>
                    <a:pt x="480181" y="152585"/>
                  </a:lnTo>
                  <a:lnTo>
                    <a:pt x="490379" y="151879"/>
                  </a:lnTo>
                  <a:lnTo>
                    <a:pt x="500594" y="151233"/>
                  </a:lnTo>
                  <a:lnTo>
                    <a:pt x="510828" y="150638"/>
                  </a:lnTo>
                  <a:lnTo>
                    <a:pt x="521083" y="150087"/>
                  </a:lnTo>
                  <a:lnTo>
                    <a:pt x="531362" y="149571"/>
                  </a:lnTo>
                  <a:lnTo>
                    <a:pt x="541667" y="149083"/>
                  </a:lnTo>
                  <a:lnTo>
                    <a:pt x="552000" y="148615"/>
                  </a:lnTo>
                  <a:lnTo>
                    <a:pt x="562364" y="148157"/>
                  </a:lnTo>
                  <a:lnTo>
                    <a:pt x="572761" y="147703"/>
                  </a:lnTo>
                  <a:lnTo>
                    <a:pt x="583194" y="147245"/>
                  </a:lnTo>
                  <a:lnTo>
                    <a:pt x="593664" y="146773"/>
                  </a:lnTo>
                  <a:lnTo>
                    <a:pt x="604175" y="146281"/>
                  </a:lnTo>
                  <a:lnTo>
                    <a:pt x="614728" y="145759"/>
                  </a:lnTo>
                  <a:lnTo>
                    <a:pt x="625326" y="145201"/>
                  </a:lnTo>
                  <a:lnTo>
                    <a:pt x="635972" y="144597"/>
                  </a:lnTo>
                  <a:lnTo>
                    <a:pt x="646667" y="143941"/>
                  </a:lnTo>
                  <a:lnTo>
                    <a:pt x="657415" y="143223"/>
                  </a:lnTo>
                  <a:lnTo>
                    <a:pt x="668217" y="142436"/>
                  </a:lnTo>
                  <a:lnTo>
                    <a:pt x="679075" y="141572"/>
                  </a:lnTo>
                  <a:lnTo>
                    <a:pt x="689993" y="140622"/>
                  </a:lnTo>
                  <a:lnTo>
                    <a:pt x="700972" y="139579"/>
                  </a:lnTo>
                  <a:lnTo>
                    <a:pt x="712016" y="138435"/>
                  </a:lnTo>
                  <a:lnTo>
                    <a:pt x="723125" y="137181"/>
                  </a:lnTo>
                  <a:lnTo>
                    <a:pt x="734303" y="135809"/>
                  </a:lnTo>
                  <a:lnTo>
                    <a:pt x="745552" y="134312"/>
                  </a:lnTo>
                  <a:lnTo>
                    <a:pt x="756875" y="132681"/>
                  </a:lnTo>
                  <a:lnTo>
                    <a:pt x="768273" y="130908"/>
                  </a:lnTo>
                  <a:lnTo>
                    <a:pt x="779750" y="128985"/>
                  </a:lnTo>
                  <a:lnTo>
                    <a:pt x="791307" y="126905"/>
                  </a:lnTo>
                  <a:lnTo>
                    <a:pt x="802946" y="124658"/>
                  </a:lnTo>
                  <a:lnTo>
                    <a:pt x="814671" y="122238"/>
                  </a:lnTo>
                  <a:lnTo>
                    <a:pt x="826484" y="119635"/>
                  </a:lnTo>
                  <a:lnTo>
                    <a:pt x="838386" y="116842"/>
                  </a:lnTo>
                  <a:lnTo>
                    <a:pt x="850381" y="113851"/>
                  </a:lnTo>
                  <a:lnTo>
                    <a:pt x="862470" y="110654"/>
                  </a:lnTo>
                  <a:lnTo>
                    <a:pt x="874657" y="107243"/>
                  </a:lnTo>
                  <a:lnTo>
                    <a:pt x="886943" y="103609"/>
                  </a:lnTo>
                  <a:lnTo>
                    <a:pt x="899331" y="99744"/>
                  </a:lnTo>
                  <a:lnTo>
                    <a:pt x="911823" y="95642"/>
                  </a:lnTo>
                  <a:lnTo>
                    <a:pt x="924421" y="91292"/>
                  </a:lnTo>
                  <a:lnTo>
                    <a:pt x="937128" y="86688"/>
                  </a:lnTo>
                  <a:lnTo>
                    <a:pt x="949947" y="81822"/>
                  </a:lnTo>
                  <a:lnTo>
                    <a:pt x="962879" y="76684"/>
                  </a:lnTo>
                  <a:lnTo>
                    <a:pt x="975927" y="71268"/>
                  </a:lnTo>
                  <a:lnTo>
                    <a:pt x="989094" y="65565"/>
                  </a:lnTo>
                  <a:lnTo>
                    <a:pt x="1002381" y="59567"/>
                  </a:lnTo>
                  <a:lnTo>
                    <a:pt x="1015791" y="53266"/>
                  </a:lnTo>
                  <a:lnTo>
                    <a:pt x="1029327" y="46654"/>
                  </a:lnTo>
                  <a:lnTo>
                    <a:pt x="1042991" y="39723"/>
                  </a:lnTo>
                  <a:lnTo>
                    <a:pt x="1056785" y="32465"/>
                  </a:lnTo>
                  <a:lnTo>
                    <a:pt x="1070711" y="24872"/>
                  </a:lnTo>
                  <a:lnTo>
                    <a:pt x="1084772" y="16935"/>
                  </a:lnTo>
                  <a:lnTo>
                    <a:pt x="1098971" y="8647"/>
                  </a:lnTo>
                  <a:lnTo>
                    <a:pt x="1113309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360669" y="2633044"/>
              <a:ext cx="1272223" cy="148014"/>
            </a:xfrm>
            <a:custGeom>
              <a:avLst/>
              <a:pathLst>
                <a:path w="1272223" h="148014">
                  <a:moveTo>
                    <a:pt x="0" y="148014"/>
                  </a:moveTo>
                  <a:lnTo>
                    <a:pt x="11940" y="136349"/>
                  </a:lnTo>
                  <a:lnTo>
                    <a:pt x="23861" y="125248"/>
                  </a:lnTo>
                  <a:lnTo>
                    <a:pt x="35766" y="114700"/>
                  </a:lnTo>
                  <a:lnTo>
                    <a:pt x="47655" y="104693"/>
                  </a:lnTo>
                  <a:lnTo>
                    <a:pt x="59529" y="95219"/>
                  </a:lnTo>
                  <a:lnTo>
                    <a:pt x="71389" y="86266"/>
                  </a:lnTo>
                  <a:lnTo>
                    <a:pt x="83236" y="77824"/>
                  </a:lnTo>
                  <a:lnTo>
                    <a:pt x="95073" y="69882"/>
                  </a:lnTo>
                  <a:lnTo>
                    <a:pt x="106899" y="62430"/>
                  </a:lnTo>
                  <a:lnTo>
                    <a:pt x="118715" y="55457"/>
                  </a:lnTo>
                  <a:lnTo>
                    <a:pt x="130524" y="48954"/>
                  </a:lnTo>
                  <a:lnTo>
                    <a:pt x="142326" y="42909"/>
                  </a:lnTo>
                  <a:lnTo>
                    <a:pt x="154122" y="37312"/>
                  </a:lnTo>
                  <a:lnTo>
                    <a:pt x="165914" y="32152"/>
                  </a:lnTo>
                  <a:lnTo>
                    <a:pt x="177702" y="27420"/>
                  </a:lnTo>
                  <a:lnTo>
                    <a:pt x="189488" y="23104"/>
                  </a:lnTo>
                  <a:lnTo>
                    <a:pt x="201273" y="19194"/>
                  </a:lnTo>
                  <a:lnTo>
                    <a:pt x="213058" y="15680"/>
                  </a:lnTo>
                  <a:lnTo>
                    <a:pt x="224844" y="12552"/>
                  </a:lnTo>
                  <a:lnTo>
                    <a:pt x="236632" y="9798"/>
                  </a:lnTo>
                  <a:lnTo>
                    <a:pt x="248423" y="7408"/>
                  </a:lnTo>
                  <a:lnTo>
                    <a:pt x="260219" y="5372"/>
                  </a:lnTo>
                  <a:lnTo>
                    <a:pt x="272021" y="3679"/>
                  </a:lnTo>
                  <a:lnTo>
                    <a:pt x="283829" y="2319"/>
                  </a:lnTo>
                  <a:lnTo>
                    <a:pt x="295646" y="1282"/>
                  </a:lnTo>
                  <a:lnTo>
                    <a:pt x="307472" y="557"/>
                  </a:lnTo>
                  <a:lnTo>
                    <a:pt x="319307" y="133"/>
                  </a:lnTo>
                  <a:lnTo>
                    <a:pt x="331155" y="0"/>
                  </a:lnTo>
                  <a:lnTo>
                    <a:pt x="343014" y="147"/>
                  </a:lnTo>
                  <a:lnTo>
                    <a:pt x="354888" y="564"/>
                  </a:lnTo>
                  <a:lnTo>
                    <a:pt x="366776" y="1241"/>
                  </a:lnTo>
                  <a:lnTo>
                    <a:pt x="378680" y="2167"/>
                  </a:lnTo>
                  <a:lnTo>
                    <a:pt x="390601" y="3332"/>
                  </a:lnTo>
                  <a:lnTo>
                    <a:pt x="402540" y="4725"/>
                  </a:lnTo>
                  <a:lnTo>
                    <a:pt x="414499" y="6336"/>
                  </a:lnTo>
                  <a:lnTo>
                    <a:pt x="426478" y="8153"/>
                  </a:lnTo>
                  <a:lnTo>
                    <a:pt x="438479" y="10168"/>
                  </a:lnTo>
                  <a:lnTo>
                    <a:pt x="450502" y="12368"/>
                  </a:lnTo>
                  <a:lnTo>
                    <a:pt x="462550" y="14745"/>
                  </a:lnTo>
                  <a:lnTo>
                    <a:pt x="474622" y="17287"/>
                  </a:lnTo>
                  <a:lnTo>
                    <a:pt x="486721" y="19984"/>
                  </a:lnTo>
                  <a:lnTo>
                    <a:pt x="498847" y="22825"/>
                  </a:lnTo>
                  <a:lnTo>
                    <a:pt x="511002" y="25800"/>
                  </a:lnTo>
                  <a:lnTo>
                    <a:pt x="523186" y="28898"/>
                  </a:lnTo>
                  <a:lnTo>
                    <a:pt x="535400" y="32109"/>
                  </a:lnTo>
                  <a:lnTo>
                    <a:pt x="547647" y="35423"/>
                  </a:lnTo>
                  <a:lnTo>
                    <a:pt x="559927" y="38829"/>
                  </a:lnTo>
                  <a:lnTo>
                    <a:pt x="572241" y="42317"/>
                  </a:lnTo>
                  <a:lnTo>
                    <a:pt x="584590" y="45875"/>
                  </a:lnTo>
                  <a:lnTo>
                    <a:pt x="596975" y="49494"/>
                  </a:lnTo>
                  <a:lnTo>
                    <a:pt x="609398" y="53164"/>
                  </a:lnTo>
                  <a:lnTo>
                    <a:pt x="621860" y="56873"/>
                  </a:lnTo>
                  <a:lnTo>
                    <a:pt x="634362" y="60611"/>
                  </a:lnTo>
                  <a:lnTo>
                    <a:pt x="646905" y="64368"/>
                  </a:lnTo>
                  <a:lnTo>
                    <a:pt x="659489" y="68133"/>
                  </a:lnTo>
                  <a:lnTo>
                    <a:pt x="672118" y="71896"/>
                  </a:lnTo>
                  <a:lnTo>
                    <a:pt x="684790" y="75646"/>
                  </a:lnTo>
                  <a:lnTo>
                    <a:pt x="697508" y="79373"/>
                  </a:lnTo>
                  <a:lnTo>
                    <a:pt x="710273" y="83067"/>
                  </a:lnTo>
                  <a:lnTo>
                    <a:pt x="723085" y="86716"/>
                  </a:lnTo>
                  <a:lnTo>
                    <a:pt x="735947" y="90311"/>
                  </a:lnTo>
                  <a:lnTo>
                    <a:pt x="748859" y="93841"/>
                  </a:lnTo>
                  <a:lnTo>
                    <a:pt x="761821" y="97295"/>
                  </a:lnTo>
                  <a:lnTo>
                    <a:pt x="774837" y="100663"/>
                  </a:lnTo>
                  <a:lnTo>
                    <a:pt x="787905" y="103935"/>
                  </a:lnTo>
                  <a:lnTo>
                    <a:pt x="801029" y="107100"/>
                  </a:lnTo>
                  <a:lnTo>
                    <a:pt x="814208" y="110148"/>
                  </a:lnTo>
                  <a:lnTo>
                    <a:pt x="827444" y="113068"/>
                  </a:lnTo>
                  <a:lnTo>
                    <a:pt x="840738" y="115849"/>
                  </a:lnTo>
                  <a:lnTo>
                    <a:pt x="854092" y="118482"/>
                  </a:lnTo>
                  <a:lnTo>
                    <a:pt x="867506" y="120955"/>
                  </a:lnTo>
                  <a:lnTo>
                    <a:pt x="880981" y="123259"/>
                  </a:lnTo>
                  <a:lnTo>
                    <a:pt x="894519" y="125382"/>
                  </a:lnTo>
                  <a:lnTo>
                    <a:pt x="908121" y="127315"/>
                  </a:lnTo>
                  <a:lnTo>
                    <a:pt x="921787" y="129046"/>
                  </a:lnTo>
                  <a:lnTo>
                    <a:pt x="935520" y="130566"/>
                  </a:lnTo>
                  <a:lnTo>
                    <a:pt x="949320" y="131864"/>
                  </a:lnTo>
                  <a:lnTo>
                    <a:pt x="963188" y="132929"/>
                  </a:lnTo>
                  <a:lnTo>
                    <a:pt x="977126" y="133751"/>
                  </a:lnTo>
                  <a:lnTo>
                    <a:pt x="991134" y="134320"/>
                  </a:lnTo>
                  <a:lnTo>
                    <a:pt x="1005214" y="134625"/>
                  </a:lnTo>
                  <a:lnTo>
                    <a:pt x="1019367" y="134655"/>
                  </a:lnTo>
                  <a:lnTo>
                    <a:pt x="1033594" y="134401"/>
                  </a:lnTo>
                  <a:lnTo>
                    <a:pt x="1047896" y="133851"/>
                  </a:lnTo>
                  <a:lnTo>
                    <a:pt x="1062275" y="132995"/>
                  </a:lnTo>
                  <a:lnTo>
                    <a:pt x="1076730" y="131822"/>
                  </a:lnTo>
                  <a:lnTo>
                    <a:pt x="1091265" y="130323"/>
                  </a:lnTo>
                  <a:lnTo>
                    <a:pt x="1105879" y="128487"/>
                  </a:lnTo>
                  <a:lnTo>
                    <a:pt x="1120574" y="126303"/>
                  </a:lnTo>
                  <a:lnTo>
                    <a:pt x="1135351" y="123761"/>
                  </a:lnTo>
                  <a:lnTo>
                    <a:pt x="1150211" y="120850"/>
                  </a:lnTo>
                  <a:lnTo>
                    <a:pt x="1165156" y="117560"/>
                  </a:lnTo>
                  <a:lnTo>
                    <a:pt x="1180186" y="113880"/>
                  </a:lnTo>
                  <a:lnTo>
                    <a:pt x="1195302" y="109800"/>
                  </a:lnTo>
                  <a:lnTo>
                    <a:pt x="1210506" y="105310"/>
                  </a:lnTo>
                  <a:lnTo>
                    <a:pt x="1225799" y="100399"/>
                  </a:lnTo>
                  <a:lnTo>
                    <a:pt x="1241182" y="95056"/>
                  </a:lnTo>
                  <a:lnTo>
                    <a:pt x="1256656" y="89271"/>
                  </a:lnTo>
                  <a:lnTo>
                    <a:pt x="1272223" y="83034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360669" y="2669980"/>
              <a:ext cx="1380390" cy="393600"/>
            </a:xfrm>
            <a:custGeom>
              <a:avLst/>
              <a:pathLst>
                <a:path w="1380390" h="393600">
                  <a:moveTo>
                    <a:pt x="0" y="111077"/>
                  </a:moveTo>
                  <a:lnTo>
                    <a:pt x="11964" y="99488"/>
                  </a:lnTo>
                  <a:lnTo>
                    <a:pt x="23960" y="88613"/>
                  </a:lnTo>
                  <a:lnTo>
                    <a:pt x="35986" y="78439"/>
                  </a:lnTo>
                  <a:lnTo>
                    <a:pt x="48043" y="68952"/>
                  </a:lnTo>
                  <a:lnTo>
                    <a:pt x="60132" y="60139"/>
                  </a:lnTo>
                  <a:lnTo>
                    <a:pt x="72253" y="51988"/>
                  </a:lnTo>
                  <a:lnTo>
                    <a:pt x="84405" y="44484"/>
                  </a:lnTo>
                  <a:lnTo>
                    <a:pt x="96590" y="37616"/>
                  </a:lnTo>
                  <a:lnTo>
                    <a:pt x="108808" y="31371"/>
                  </a:lnTo>
                  <a:lnTo>
                    <a:pt x="121059" y="25734"/>
                  </a:lnTo>
                  <a:lnTo>
                    <a:pt x="133343" y="20693"/>
                  </a:lnTo>
                  <a:lnTo>
                    <a:pt x="145661" y="16236"/>
                  </a:lnTo>
                  <a:lnTo>
                    <a:pt x="158013" y="12348"/>
                  </a:lnTo>
                  <a:lnTo>
                    <a:pt x="170399" y="9018"/>
                  </a:lnTo>
                  <a:lnTo>
                    <a:pt x="182819" y="6231"/>
                  </a:lnTo>
                  <a:lnTo>
                    <a:pt x="195274" y="3975"/>
                  </a:lnTo>
                  <a:lnTo>
                    <a:pt x="207765" y="2237"/>
                  </a:lnTo>
                  <a:lnTo>
                    <a:pt x="220291" y="1004"/>
                  </a:lnTo>
                  <a:lnTo>
                    <a:pt x="232852" y="262"/>
                  </a:lnTo>
                  <a:lnTo>
                    <a:pt x="245450" y="0"/>
                  </a:lnTo>
                  <a:lnTo>
                    <a:pt x="258083" y="202"/>
                  </a:lnTo>
                  <a:lnTo>
                    <a:pt x="270754" y="858"/>
                  </a:lnTo>
                  <a:lnTo>
                    <a:pt x="283462" y="1953"/>
                  </a:lnTo>
                  <a:lnTo>
                    <a:pt x="296206" y="3474"/>
                  </a:lnTo>
                  <a:lnTo>
                    <a:pt x="308989" y="5409"/>
                  </a:lnTo>
                  <a:lnTo>
                    <a:pt x="321809" y="7745"/>
                  </a:lnTo>
                  <a:lnTo>
                    <a:pt x="334667" y="10468"/>
                  </a:lnTo>
                  <a:lnTo>
                    <a:pt x="347564" y="13565"/>
                  </a:lnTo>
                  <a:lnTo>
                    <a:pt x="360499" y="17023"/>
                  </a:lnTo>
                  <a:lnTo>
                    <a:pt x="373474" y="20830"/>
                  </a:lnTo>
                  <a:lnTo>
                    <a:pt x="386488" y="24972"/>
                  </a:lnTo>
                  <a:lnTo>
                    <a:pt x="399541" y="29436"/>
                  </a:lnTo>
                  <a:lnTo>
                    <a:pt x="412635" y="34209"/>
                  </a:lnTo>
                  <a:lnTo>
                    <a:pt x="425769" y="39278"/>
                  </a:lnTo>
                  <a:lnTo>
                    <a:pt x="438943" y="44631"/>
                  </a:lnTo>
                  <a:lnTo>
                    <a:pt x="452159" y="50253"/>
                  </a:lnTo>
                  <a:lnTo>
                    <a:pt x="465415" y="56132"/>
                  </a:lnTo>
                  <a:lnTo>
                    <a:pt x="478713" y="62255"/>
                  </a:lnTo>
                  <a:lnTo>
                    <a:pt x="492053" y="68610"/>
                  </a:lnTo>
                  <a:lnTo>
                    <a:pt x="505435" y="75181"/>
                  </a:lnTo>
                  <a:lnTo>
                    <a:pt x="518859" y="81958"/>
                  </a:lnTo>
                  <a:lnTo>
                    <a:pt x="532326" y="88926"/>
                  </a:lnTo>
                  <a:lnTo>
                    <a:pt x="545836" y="96073"/>
                  </a:lnTo>
                  <a:lnTo>
                    <a:pt x="559390" y="103386"/>
                  </a:lnTo>
                  <a:lnTo>
                    <a:pt x="572987" y="110851"/>
                  </a:lnTo>
                  <a:lnTo>
                    <a:pt x="586628" y="118456"/>
                  </a:lnTo>
                  <a:lnTo>
                    <a:pt x="600313" y="126187"/>
                  </a:lnTo>
                  <a:lnTo>
                    <a:pt x="614042" y="134032"/>
                  </a:lnTo>
                  <a:lnTo>
                    <a:pt x="627817" y="141977"/>
                  </a:lnTo>
                  <a:lnTo>
                    <a:pt x="641636" y="150010"/>
                  </a:lnTo>
                  <a:lnTo>
                    <a:pt x="655501" y="158117"/>
                  </a:lnTo>
                  <a:lnTo>
                    <a:pt x="669412" y="166285"/>
                  </a:lnTo>
                  <a:lnTo>
                    <a:pt x="683369" y="174501"/>
                  </a:lnTo>
                  <a:lnTo>
                    <a:pt x="697372" y="182753"/>
                  </a:lnTo>
                  <a:lnTo>
                    <a:pt x="711422" y="191027"/>
                  </a:lnTo>
                  <a:lnTo>
                    <a:pt x="725518" y="199310"/>
                  </a:lnTo>
                  <a:lnTo>
                    <a:pt x="739662" y="207589"/>
                  </a:lnTo>
                  <a:lnTo>
                    <a:pt x="753854" y="215850"/>
                  </a:lnTo>
                  <a:lnTo>
                    <a:pt x="768093" y="224082"/>
                  </a:lnTo>
                  <a:lnTo>
                    <a:pt x="782381" y="232271"/>
                  </a:lnTo>
                  <a:lnTo>
                    <a:pt x="796717" y="240404"/>
                  </a:lnTo>
                  <a:lnTo>
                    <a:pt x="811101" y="248468"/>
                  </a:lnTo>
                  <a:lnTo>
                    <a:pt x="825535" y="256449"/>
                  </a:lnTo>
                  <a:lnTo>
                    <a:pt x="840018" y="264335"/>
                  </a:lnTo>
                  <a:lnTo>
                    <a:pt x="854551" y="272113"/>
                  </a:lnTo>
                  <a:lnTo>
                    <a:pt x="869134" y="279770"/>
                  </a:lnTo>
                  <a:lnTo>
                    <a:pt x="883767" y="287292"/>
                  </a:lnTo>
                  <a:lnTo>
                    <a:pt x="898451" y="294667"/>
                  </a:lnTo>
                  <a:lnTo>
                    <a:pt x="913186" y="301881"/>
                  </a:lnTo>
                  <a:lnTo>
                    <a:pt x="927971" y="308922"/>
                  </a:lnTo>
                  <a:lnTo>
                    <a:pt x="942809" y="315777"/>
                  </a:lnTo>
                  <a:lnTo>
                    <a:pt x="957698" y="322431"/>
                  </a:lnTo>
                  <a:lnTo>
                    <a:pt x="972639" y="328873"/>
                  </a:lnTo>
                  <a:lnTo>
                    <a:pt x="987632" y="335090"/>
                  </a:lnTo>
                  <a:lnTo>
                    <a:pt x="1002679" y="341067"/>
                  </a:lnTo>
                  <a:lnTo>
                    <a:pt x="1017778" y="346793"/>
                  </a:lnTo>
                  <a:lnTo>
                    <a:pt x="1032931" y="352254"/>
                  </a:lnTo>
                  <a:lnTo>
                    <a:pt x="1048137" y="357438"/>
                  </a:lnTo>
                  <a:lnTo>
                    <a:pt x="1063397" y="362330"/>
                  </a:lnTo>
                  <a:lnTo>
                    <a:pt x="1078711" y="366918"/>
                  </a:lnTo>
                  <a:lnTo>
                    <a:pt x="1094080" y="371190"/>
                  </a:lnTo>
                  <a:lnTo>
                    <a:pt x="1109504" y="375131"/>
                  </a:lnTo>
                  <a:lnTo>
                    <a:pt x="1124983" y="378730"/>
                  </a:lnTo>
                  <a:lnTo>
                    <a:pt x="1140517" y="381972"/>
                  </a:lnTo>
                  <a:lnTo>
                    <a:pt x="1156107" y="384845"/>
                  </a:lnTo>
                  <a:lnTo>
                    <a:pt x="1171753" y="387336"/>
                  </a:lnTo>
                  <a:lnTo>
                    <a:pt x="1187456" y="389431"/>
                  </a:lnTo>
                  <a:lnTo>
                    <a:pt x="1203215" y="391119"/>
                  </a:lnTo>
                  <a:lnTo>
                    <a:pt x="1219031" y="392385"/>
                  </a:lnTo>
                  <a:lnTo>
                    <a:pt x="1234904" y="393216"/>
                  </a:lnTo>
                  <a:lnTo>
                    <a:pt x="1250835" y="393600"/>
                  </a:lnTo>
                  <a:lnTo>
                    <a:pt x="1266824" y="393524"/>
                  </a:lnTo>
                  <a:lnTo>
                    <a:pt x="1282870" y="392974"/>
                  </a:lnTo>
                  <a:lnTo>
                    <a:pt x="1298976" y="391938"/>
                  </a:lnTo>
                  <a:lnTo>
                    <a:pt x="1315140" y="390402"/>
                  </a:lnTo>
                  <a:lnTo>
                    <a:pt x="1331363" y="388353"/>
                  </a:lnTo>
                  <a:lnTo>
                    <a:pt x="1347645" y="385779"/>
                  </a:lnTo>
                  <a:lnTo>
                    <a:pt x="1363988" y="382666"/>
                  </a:lnTo>
                  <a:lnTo>
                    <a:pt x="1380390" y="379001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5360669" y="2692450"/>
              <a:ext cx="1435148" cy="703590"/>
            </a:xfrm>
            <a:custGeom>
              <a:avLst/>
              <a:pathLst>
                <a:path w="1435148" h="703590">
                  <a:moveTo>
                    <a:pt x="0" y="88608"/>
                  </a:moveTo>
                  <a:lnTo>
                    <a:pt x="11977" y="77098"/>
                  </a:lnTo>
                  <a:lnTo>
                    <a:pt x="24009" y="66458"/>
                  </a:lnTo>
                  <a:lnTo>
                    <a:pt x="36097" y="56672"/>
                  </a:lnTo>
                  <a:lnTo>
                    <a:pt x="48240" y="47724"/>
                  </a:lnTo>
                  <a:lnTo>
                    <a:pt x="60437" y="39598"/>
                  </a:lnTo>
                  <a:lnTo>
                    <a:pt x="72690" y="32279"/>
                  </a:lnTo>
                  <a:lnTo>
                    <a:pt x="84997" y="25751"/>
                  </a:lnTo>
                  <a:lnTo>
                    <a:pt x="97359" y="19998"/>
                  </a:lnTo>
                  <a:lnTo>
                    <a:pt x="109775" y="15005"/>
                  </a:lnTo>
                  <a:lnTo>
                    <a:pt x="122246" y="10756"/>
                  </a:lnTo>
                  <a:lnTo>
                    <a:pt x="134771" y="7235"/>
                  </a:lnTo>
                  <a:lnTo>
                    <a:pt x="147349" y="4426"/>
                  </a:lnTo>
                  <a:lnTo>
                    <a:pt x="159982" y="2313"/>
                  </a:lnTo>
                  <a:lnTo>
                    <a:pt x="172669" y="882"/>
                  </a:lnTo>
                  <a:lnTo>
                    <a:pt x="185409" y="116"/>
                  </a:lnTo>
                  <a:lnTo>
                    <a:pt x="198203" y="0"/>
                  </a:lnTo>
                  <a:lnTo>
                    <a:pt x="211051" y="517"/>
                  </a:lnTo>
                  <a:lnTo>
                    <a:pt x="223952" y="1652"/>
                  </a:lnTo>
                  <a:lnTo>
                    <a:pt x="236906" y="3390"/>
                  </a:lnTo>
                  <a:lnTo>
                    <a:pt x="249914" y="5714"/>
                  </a:lnTo>
                  <a:lnTo>
                    <a:pt x="262974" y="8609"/>
                  </a:lnTo>
                  <a:lnTo>
                    <a:pt x="276087" y="12060"/>
                  </a:lnTo>
                  <a:lnTo>
                    <a:pt x="289253" y="16050"/>
                  </a:lnTo>
                  <a:lnTo>
                    <a:pt x="302472" y="20564"/>
                  </a:lnTo>
                  <a:lnTo>
                    <a:pt x="315743" y="25586"/>
                  </a:lnTo>
                  <a:lnTo>
                    <a:pt x="329067" y="31100"/>
                  </a:lnTo>
                  <a:lnTo>
                    <a:pt x="342442" y="37091"/>
                  </a:lnTo>
                  <a:lnTo>
                    <a:pt x="355871" y="43543"/>
                  </a:lnTo>
                  <a:lnTo>
                    <a:pt x="369351" y="50440"/>
                  </a:lnTo>
                  <a:lnTo>
                    <a:pt x="382883" y="57766"/>
                  </a:lnTo>
                  <a:lnTo>
                    <a:pt x="396467" y="65507"/>
                  </a:lnTo>
                  <a:lnTo>
                    <a:pt x="410102" y="73645"/>
                  </a:lnTo>
                  <a:lnTo>
                    <a:pt x="423789" y="82166"/>
                  </a:lnTo>
                  <a:lnTo>
                    <a:pt x="437528" y="91053"/>
                  </a:lnTo>
                  <a:lnTo>
                    <a:pt x="451318" y="100291"/>
                  </a:lnTo>
                  <a:lnTo>
                    <a:pt x="465159" y="109865"/>
                  </a:lnTo>
                  <a:lnTo>
                    <a:pt x="479051" y="119758"/>
                  </a:lnTo>
                  <a:lnTo>
                    <a:pt x="492994" y="129954"/>
                  </a:lnTo>
                  <a:lnTo>
                    <a:pt x="506989" y="140439"/>
                  </a:lnTo>
                  <a:lnTo>
                    <a:pt x="521033" y="151196"/>
                  </a:lnTo>
                  <a:lnTo>
                    <a:pt x="535129" y="162210"/>
                  </a:lnTo>
                  <a:lnTo>
                    <a:pt x="549275" y="173464"/>
                  </a:lnTo>
                  <a:lnTo>
                    <a:pt x="563471" y="184944"/>
                  </a:lnTo>
                  <a:lnTo>
                    <a:pt x="577717" y="196633"/>
                  </a:lnTo>
                  <a:lnTo>
                    <a:pt x="592014" y="208516"/>
                  </a:lnTo>
                  <a:lnTo>
                    <a:pt x="606361" y="220577"/>
                  </a:lnTo>
                  <a:lnTo>
                    <a:pt x="620757" y="232800"/>
                  </a:lnTo>
                  <a:lnTo>
                    <a:pt x="635204" y="245170"/>
                  </a:lnTo>
                  <a:lnTo>
                    <a:pt x="649700" y="257671"/>
                  </a:lnTo>
                  <a:lnTo>
                    <a:pt x="664245" y="270287"/>
                  </a:lnTo>
                  <a:lnTo>
                    <a:pt x="678840" y="283002"/>
                  </a:lnTo>
                  <a:lnTo>
                    <a:pt x="693484" y="295801"/>
                  </a:lnTo>
                  <a:lnTo>
                    <a:pt x="708178" y="308669"/>
                  </a:lnTo>
                  <a:lnTo>
                    <a:pt x="722920" y="321588"/>
                  </a:lnTo>
                  <a:lnTo>
                    <a:pt x="737711" y="334544"/>
                  </a:lnTo>
                  <a:lnTo>
                    <a:pt x="752552" y="347521"/>
                  </a:lnTo>
                  <a:lnTo>
                    <a:pt x="767440" y="360503"/>
                  </a:lnTo>
                  <a:lnTo>
                    <a:pt x="782378" y="373475"/>
                  </a:lnTo>
                  <a:lnTo>
                    <a:pt x="797364" y="386420"/>
                  </a:lnTo>
                  <a:lnTo>
                    <a:pt x="812398" y="399323"/>
                  </a:lnTo>
                  <a:lnTo>
                    <a:pt x="827480" y="412169"/>
                  </a:lnTo>
                  <a:lnTo>
                    <a:pt x="842611" y="424941"/>
                  </a:lnTo>
                  <a:lnTo>
                    <a:pt x="857789" y="437624"/>
                  </a:lnTo>
                  <a:lnTo>
                    <a:pt x="873016" y="450202"/>
                  </a:lnTo>
                  <a:lnTo>
                    <a:pt x="888290" y="462659"/>
                  </a:lnTo>
                  <a:lnTo>
                    <a:pt x="903611" y="474980"/>
                  </a:lnTo>
                  <a:lnTo>
                    <a:pt x="918980" y="487150"/>
                  </a:lnTo>
                  <a:lnTo>
                    <a:pt x="934397" y="499151"/>
                  </a:lnTo>
                  <a:lnTo>
                    <a:pt x="949861" y="510969"/>
                  </a:lnTo>
                  <a:lnTo>
                    <a:pt x="965372" y="522588"/>
                  </a:lnTo>
                  <a:lnTo>
                    <a:pt x="980929" y="533992"/>
                  </a:lnTo>
                  <a:lnTo>
                    <a:pt x="996534" y="545166"/>
                  </a:lnTo>
                  <a:lnTo>
                    <a:pt x="1012186" y="556093"/>
                  </a:lnTo>
                  <a:lnTo>
                    <a:pt x="1027884" y="566758"/>
                  </a:lnTo>
                  <a:lnTo>
                    <a:pt x="1043629" y="577145"/>
                  </a:lnTo>
                  <a:lnTo>
                    <a:pt x="1059420" y="587239"/>
                  </a:lnTo>
                  <a:lnTo>
                    <a:pt x="1075257" y="597024"/>
                  </a:lnTo>
                  <a:lnTo>
                    <a:pt x="1091141" y="606484"/>
                  </a:lnTo>
                  <a:lnTo>
                    <a:pt x="1107070" y="615603"/>
                  </a:lnTo>
                  <a:lnTo>
                    <a:pt x="1123046" y="624366"/>
                  </a:lnTo>
                  <a:lnTo>
                    <a:pt x="1139067" y="632757"/>
                  </a:lnTo>
                  <a:lnTo>
                    <a:pt x="1155134" y="640760"/>
                  </a:lnTo>
                  <a:lnTo>
                    <a:pt x="1171247" y="648360"/>
                  </a:lnTo>
                  <a:lnTo>
                    <a:pt x="1187405" y="655540"/>
                  </a:lnTo>
                  <a:lnTo>
                    <a:pt x="1203608" y="662286"/>
                  </a:lnTo>
                  <a:lnTo>
                    <a:pt x="1219857" y="668581"/>
                  </a:lnTo>
                  <a:lnTo>
                    <a:pt x="1236151" y="674409"/>
                  </a:lnTo>
                  <a:lnTo>
                    <a:pt x="1252489" y="679756"/>
                  </a:lnTo>
                  <a:lnTo>
                    <a:pt x="1268873" y="684605"/>
                  </a:lnTo>
                  <a:lnTo>
                    <a:pt x="1285301" y="688940"/>
                  </a:lnTo>
                  <a:lnTo>
                    <a:pt x="1301774" y="692746"/>
                  </a:lnTo>
                  <a:lnTo>
                    <a:pt x="1318291" y="696008"/>
                  </a:lnTo>
                  <a:lnTo>
                    <a:pt x="1334853" y="698708"/>
                  </a:lnTo>
                  <a:lnTo>
                    <a:pt x="1351459" y="700833"/>
                  </a:lnTo>
                  <a:lnTo>
                    <a:pt x="1368109" y="702365"/>
                  </a:lnTo>
                  <a:lnTo>
                    <a:pt x="1384803" y="703289"/>
                  </a:lnTo>
                  <a:lnTo>
                    <a:pt x="1401541" y="703590"/>
                  </a:lnTo>
                  <a:lnTo>
                    <a:pt x="1418322" y="703252"/>
                  </a:lnTo>
                  <a:lnTo>
                    <a:pt x="1435148" y="702259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5360669" y="3743414"/>
              <a:ext cx="1435148" cy="703590"/>
            </a:xfrm>
            <a:custGeom>
              <a:avLst/>
              <a:pathLst>
                <a:path w="1435148" h="703590">
                  <a:moveTo>
                    <a:pt x="0" y="614982"/>
                  </a:moveTo>
                  <a:lnTo>
                    <a:pt x="11977" y="626492"/>
                  </a:lnTo>
                  <a:lnTo>
                    <a:pt x="24009" y="637132"/>
                  </a:lnTo>
                  <a:lnTo>
                    <a:pt x="36097" y="646918"/>
                  </a:lnTo>
                  <a:lnTo>
                    <a:pt x="48240" y="655866"/>
                  </a:lnTo>
                  <a:lnTo>
                    <a:pt x="60437" y="663991"/>
                  </a:lnTo>
                  <a:lnTo>
                    <a:pt x="72690" y="671310"/>
                  </a:lnTo>
                  <a:lnTo>
                    <a:pt x="84997" y="677838"/>
                  </a:lnTo>
                  <a:lnTo>
                    <a:pt x="97359" y="683591"/>
                  </a:lnTo>
                  <a:lnTo>
                    <a:pt x="109775" y="688584"/>
                  </a:lnTo>
                  <a:lnTo>
                    <a:pt x="122246" y="692834"/>
                  </a:lnTo>
                  <a:lnTo>
                    <a:pt x="134771" y="696355"/>
                  </a:lnTo>
                  <a:lnTo>
                    <a:pt x="147349" y="699164"/>
                  </a:lnTo>
                  <a:lnTo>
                    <a:pt x="159982" y="701276"/>
                  </a:lnTo>
                  <a:lnTo>
                    <a:pt x="172669" y="702708"/>
                  </a:lnTo>
                  <a:lnTo>
                    <a:pt x="185409" y="703474"/>
                  </a:lnTo>
                  <a:lnTo>
                    <a:pt x="198203" y="703590"/>
                  </a:lnTo>
                  <a:lnTo>
                    <a:pt x="211051" y="703073"/>
                  </a:lnTo>
                  <a:lnTo>
                    <a:pt x="223952" y="701938"/>
                  </a:lnTo>
                  <a:lnTo>
                    <a:pt x="236906" y="700200"/>
                  </a:lnTo>
                  <a:lnTo>
                    <a:pt x="249914" y="697875"/>
                  </a:lnTo>
                  <a:lnTo>
                    <a:pt x="262974" y="694980"/>
                  </a:lnTo>
                  <a:lnTo>
                    <a:pt x="276087" y="691530"/>
                  </a:lnTo>
                  <a:lnTo>
                    <a:pt x="289253" y="687540"/>
                  </a:lnTo>
                  <a:lnTo>
                    <a:pt x="302472" y="683026"/>
                  </a:lnTo>
                  <a:lnTo>
                    <a:pt x="315743" y="678004"/>
                  </a:lnTo>
                  <a:lnTo>
                    <a:pt x="329067" y="672490"/>
                  </a:lnTo>
                  <a:lnTo>
                    <a:pt x="342442" y="666499"/>
                  </a:lnTo>
                  <a:lnTo>
                    <a:pt x="355871" y="660047"/>
                  </a:lnTo>
                  <a:lnTo>
                    <a:pt x="369351" y="653150"/>
                  </a:lnTo>
                  <a:lnTo>
                    <a:pt x="382883" y="645823"/>
                  </a:lnTo>
                  <a:lnTo>
                    <a:pt x="396467" y="638083"/>
                  </a:lnTo>
                  <a:lnTo>
                    <a:pt x="410102" y="629945"/>
                  </a:lnTo>
                  <a:lnTo>
                    <a:pt x="423789" y="621424"/>
                  </a:lnTo>
                  <a:lnTo>
                    <a:pt x="437528" y="612537"/>
                  </a:lnTo>
                  <a:lnTo>
                    <a:pt x="451318" y="603298"/>
                  </a:lnTo>
                  <a:lnTo>
                    <a:pt x="465159" y="593725"/>
                  </a:lnTo>
                  <a:lnTo>
                    <a:pt x="479051" y="583832"/>
                  </a:lnTo>
                  <a:lnTo>
                    <a:pt x="492994" y="573635"/>
                  </a:lnTo>
                  <a:lnTo>
                    <a:pt x="506989" y="563151"/>
                  </a:lnTo>
                  <a:lnTo>
                    <a:pt x="521033" y="552394"/>
                  </a:lnTo>
                  <a:lnTo>
                    <a:pt x="535129" y="541380"/>
                  </a:lnTo>
                  <a:lnTo>
                    <a:pt x="549275" y="530126"/>
                  </a:lnTo>
                  <a:lnTo>
                    <a:pt x="563471" y="518646"/>
                  </a:lnTo>
                  <a:lnTo>
                    <a:pt x="577717" y="506957"/>
                  </a:lnTo>
                  <a:lnTo>
                    <a:pt x="592014" y="495074"/>
                  </a:lnTo>
                  <a:lnTo>
                    <a:pt x="606361" y="483013"/>
                  </a:lnTo>
                  <a:lnTo>
                    <a:pt x="620757" y="470789"/>
                  </a:lnTo>
                  <a:lnTo>
                    <a:pt x="635204" y="458419"/>
                  </a:lnTo>
                  <a:lnTo>
                    <a:pt x="649700" y="445919"/>
                  </a:lnTo>
                  <a:lnTo>
                    <a:pt x="664245" y="433303"/>
                  </a:lnTo>
                  <a:lnTo>
                    <a:pt x="678840" y="420587"/>
                  </a:lnTo>
                  <a:lnTo>
                    <a:pt x="693484" y="407788"/>
                  </a:lnTo>
                  <a:lnTo>
                    <a:pt x="708178" y="394921"/>
                  </a:lnTo>
                  <a:lnTo>
                    <a:pt x="722920" y="382002"/>
                  </a:lnTo>
                  <a:lnTo>
                    <a:pt x="737711" y="369046"/>
                  </a:lnTo>
                  <a:lnTo>
                    <a:pt x="752552" y="356069"/>
                  </a:lnTo>
                  <a:lnTo>
                    <a:pt x="767440" y="343087"/>
                  </a:lnTo>
                  <a:lnTo>
                    <a:pt x="782378" y="330115"/>
                  </a:lnTo>
                  <a:lnTo>
                    <a:pt x="797364" y="317170"/>
                  </a:lnTo>
                  <a:lnTo>
                    <a:pt x="812398" y="304267"/>
                  </a:lnTo>
                  <a:lnTo>
                    <a:pt x="827480" y="291421"/>
                  </a:lnTo>
                  <a:lnTo>
                    <a:pt x="842611" y="278649"/>
                  </a:lnTo>
                  <a:lnTo>
                    <a:pt x="857789" y="265966"/>
                  </a:lnTo>
                  <a:lnTo>
                    <a:pt x="873016" y="253388"/>
                  </a:lnTo>
                  <a:lnTo>
                    <a:pt x="888290" y="240930"/>
                  </a:lnTo>
                  <a:lnTo>
                    <a:pt x="903611" y="228609"/>
                  </a:lnTo>
                  <a:lnTo>
                    <a:pt x="918980" y="216440"/>
                  </a:lnTo>
                  <a:lnTo>
                    <a:pt x="934397" y="204438"/>
                  </a:lnTo>
                  <a:lnTo>
                    <a:pt x="949861" y="192620"/>
                  </a:lnTo>
                  <a:lnTo>
                    <a:pt x="965372" y="181002"/>
                  </a:lnTo>
                  <a:lnTo>
                    <a:pt x="980929" y="169597"/>
                  </a:lnTo>
                  <a:lnTo>
                    <a:pt x="996534" y="158424"/>
                  </a:lnTo>
                  <a:lnTo>
                    <a:pt x="1012186" y="147497"/>
                  </a:lnTo>
                  <a:lnTo>
                    <a:pt x="1027884" y="136832"/>
                  </a:lnTo>
                  <a:lnTo>
                    <a:pt x="1043629" y="126444"/>
                  </a:lnTo>
                  <a:lnTo>
                    <a:pt x="1059420" y="116351"/>
                  </a:lnTo>
                  <a:lnTo>
                    <a:pt x="1075257" y="106566"/>
                  </a:lnTo>
                  <a:lnTo>
                    <a:pt x="1091141" y="97106"/>
                  </a:lnTo>
                  <a:lnTo>
                    <a:pt x="1107070" y="87987"/>
                  </a:lnTo>
                  <a:lnTo>
                    <a:pt x="1123046" y="79224"/>
                  </a:lnTo>
                  <a:lnTo>
                    <a:pt x="1139067" y="70833"/>
                  </a:lnTo>
                  <a:lnTo>
                    <a:pt x="1155134" y="62830"/>
                  </a:lnTo>
                  <a:lnTo>
                    <a:pt x="1171247" y="55230"/>
                  </a:lnTo>
                  <a:lnTo>
                    <a:pt x="1187405" y="48049"/>
                  </a:lnTo>
                  <a:lnTo>
                    <a:pt x="1203608" y="41304"/>
                  </a:lnTo>
                  <a:lnTo>
                    <a:pt x="1219857" y="35009"/>
                  </a:lnTo>
                  <a:lnTo>
                    <a:pt x="1236151" y="29180"/>
                  </a:lnTo>
                  <a:lnTo>
                    <a:pt x="1252489" y="23834"/>
                  </a:lnTo>
                  <a:lnTo>
                    <a:pt x="1268873" y="18985"/>
                  </a:lnTo>
                  <a:lnTo>
                    <a:pt x="1285301" y="14649"/>
                  </a:lnTo>
                  <a:lnTo>
                    <a:pt x="1301774" y="10843"/>
                  </a:lnTo>
                  <a:lnTo>
                    <a:pt x="1318291" y="7582"/>
                  </a:lnTo>
                  <a:lnTo>
                    <a:pt x="1334853" y="4881"/>
                  </a:lnTo>
                  <a:lnTo>
                    <a:pt x="1351459" y="2757"/>
                  </a:lnTo>
                  <a:lnTo>
                    <a:pt x="1368109" y="1225"/>
                  </a:lnTo>
                  <a:lnTo>
                    <a:pt x="1384803" y="300"/>
                  </a:lnTo>
                  <a:lnTo>
                    <a:pt x="1401541" y="0"/>
                  </a:lnTo>
                  <a:lnTo>
                    <a:pt x="1418322" y="338"/>
                  </a:lnTo>
                  <a:lnTo>
                    <a:pt x="1435148" y="1331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360669" y="4075873"/>
              <a:ext cx="1380390" cy="393600"/>
            </a:xfrm>
            <a:custGeom>
              <a:avLst/>
              <a:pathLst>
                <a:path w="1380390" h="393600">
                  <a:moveTo>
                    <a:pt x="0" y="282523"/>
                  </a:moveTo>
                  <a:lnTo>
                    <a:pt x="11964" y="294111"/>
                  </a:lnTo>
                  <a:lnTo>
                    <a:pt x="23960" y="304986"/>
                  </a:lnTo>
                  <a:lnTo>
                    <a:pt x="35986" y="315161"/>
                  </a:lnTo>
                  <a:lnTo>
                    <a:pt x="48043" y="324648"/>
                  </a:lnTo>
                  <a:lnTo>
                    <a:pt x="60132" y="333461"/>
                  </a:lnTo>
                  <a:lnTo>
                    <a:pt x="72253" y="341612"/>
                  </a:lnTo>
                  <a:lnTo>
                    <a:pt x="84405" y="349115"/>
                  </a:lnTo>
                  <a:lnTo>
                    <a:pt x="96590" y="355983"/>
                  </a:lnTo>
                  <a:lnTo>
                    <a:pt x="108808" y="362229"/>
                  </a:lnTo>
                  <a:lnTo>
                    <a:pt x="121059" y="367866"/>
                  </a:lnTo>
                  <a:lnTo>
                    <a:pt x="133343" y="372907"/>
                  </a:lnTo>
                  <a:lnTo>
                    <a:pt x="145661" y="377364"/>
                  </a:lnTo>
                  <a:lnTo>
                    <a:pt x="158013" y="381252"/>
                  </a:lnTo>
                  <a:lnTo>
                    <a:pt x="170399" y="384582"/>
                  </a:lnTo>
                  <a:lnTo>
                    <a:pt x="182819" y="387369"/>
                  </a:lnTo>
                  <a:lnTo>
                    <a:pt x="195274" y="389625"/>
                  </a:lnTo>
                  <a:lnTo>
                    <a:pt x="207765" y="391363"/>
                  </a:lnTo>
                  <a:lnTo>
                    <a:pt x="220291" y="392596"/>
                  </a:lnTo>
                  <a:lnTo>
                    <a:pt x="232852" y="393338"/>
                  </a:lnTo>
                  <a:lnTo>
                    <a:pt x="245450" y="393600"/>
                  </a:lnTo>
                  <a:lnTo>
                    <a:pt x="258083" y="393397"/>
                  </a:lnTo>
                  <a:lnTo>
                    <a:pt x="270754" y="392742"/>
                  </a:lnTo>
                  <a:lnTo>
                    <a:pt x="283462" y="391647"/>
                  </a:lnTo>
                  <a:lnTo>
                    <a:pt x="296206" y="390125"/>
                  </a:lnTo>
                  <a:lnTo>
                    <a:pt x="308989" y="388190"/>
                  </a:lnTo>
                  <a:lnTo>
                    <a:pt x="321809" y="385855"/>
                  </a:lnTo>
                  <a:lnTo>
                    <a:pt x="334667" y="383132"/>
                  </a:lnTo>
                  <a:lnTo>
                    <a:pt x="347564" y="380035"/>
                  </a:lnTo>
                  <a:lnTo>
                    <a:pt x="360499" y="376577"/>
                  </a:lnTo>
                  <a:lnTo>
                    <a:pt x="373474" y="372770"/>
                  </a:lnTo>
                  <a:lnTo>
                    <a:pt x="386488" y="368628"/>
                  </a:lnTo>
                  <a:lnTo>
                    <a:pt x="399541" y="364164"/>
                  </a:lnTo>
                  <a:lnTo>
                    <a:pt x="412635" y="359391"/>
                  </a:lnTo>
                  <a:lnTo>
                    <a:pt x="425769" y="354321"/>
                  </a:lnTo>
                  <a:lnTo>
                    <a:pt x="438943" y="348969"/>
                  </a:lnTo>
                  <a:lnTo>
                    <a:pt x="452159" y="343347"/>
                  </a:lnTo>
                  <a:lnTo>
                    <a:pt x="465415" y="337468"/>
                  </a:lnTo>
                  <a:lnTo>
                    <a:pt x="478713" y="331344"/>
                  </a:lnTo>
                  <a:lnTo>
                    <a:pt x="492053" y="324990"/>
                  </a:lnTo>
                  <a:lnTo>
                    <a:pt x="505435" y="318419"/>
                  </a:lnTo>
                  <a:lnTo>
                    <a:pt x="518859" y="311642"/>
                  </a:lnTo>
                  <a:lnTo>
                    <a:pt x="532326" y="304674"/>
                  </a:lnTo>
                  <a:lnTo>
                    <a:pt x="545836" y="297527"/>
                  </a:lnTo>
                  <a:lnTo>
                    <a:pt x="559390" y="290214"/>
                  </a:lnTo>
                  <a:lnTo>
                    <a:pt x="572987" y="282749"/>
                  </a:lnTo>
                  <a:lnTo>
                    <a:pt x="586628" y="275144"/>
                  </a:lnTo>
                  <a:lnTo>
                    <a:pt x="600313" y="267413"/>
                  </a:lnTo>
                  <a:lnTo>
                    <a:pt x="614042" y="259568"/>
                  </a:lnTo>
                  <a:lnTo>
                    <a:pt x="627817" y="251623"/>
                  </a:lnTo>
                  <a:lnTo>
                    <a:pt x="641636" y="243590"/>
                  </a:lnTo>
                  <a:lnTo>
                    <a:pt x="655501" y="235483"/>
                  </a:lnTo>
                  <a:lnTo>
                    <a:pt x="669412" y="227315"/>
                  </a:lnTo>
                  <a:lnTo>
                    <a:pt x="683369" y="219099"/>
                  </a:lnTo>
                  <a:lnTo>
                    <a:pt x="697372" y="210847"/>
                  </a:lnTo>
                  <a:lnTo>
                    <a:pt x="711422" y="202573"/>
                  </a:lnTo>
                  <a:lnTo>
                    <a:pt x="725518" y="194290"/>
                  </a:lnTo>
                  <a:lnTo>
                    <a:pt x="739662" y="186011"/>
                  </a:lnTo>
                  <a:lnTo>
                    <a:pt x="753854" y="177749"/>
                  </a:lnTo>
                  <a:lnTo>
                    <a:pt x="768093" y="169517"/>
                  </a:lnTo>
                  <a:lnTo>
                    <a:pt x="782381" y="161329"/>
                  </a:lnTo>
                  <a:lnTo>
                    <a:pt x="796717" y="153196"/>
                  </a:lnTo>
                  <a:lnTo>
                    <a:pt x="811101" y="145132"/>
                  </a:lnTo>
                  <a:lnTo>
                    <a:pt x="825535" y="137151"/>
                  </a:lnTo>
                  <a:lnTo>
                    <a:pt x="840018" y="129264"/>
                  </a:lnTo>
                  <a:lnTo>
                    <a:pt x="854551" y="121486"/>
                  </a:lnTo>
                  <a:lnTo>
                    <a:pt x="869134" y="113830"/>
                  </a:lnTo>
                  <a:lnTo>
                    <a:pt x="883767" y="106308"/>
                  </a:lnTo>
                  <a:lnTo>
                    <a:pt x="898451" y="98933"/>
                  </a:lnTo>
                  <a:lnTo>
                    <a:pt x="913186" y="91718"/>
                  </a:lnTo>
                  <a:lnTo>
                    <a:pt x="927971" y="84678"/>
                  </a:lnTo>
                  <a:lnTo>
                    <a:pt x="942809" y="77823"/>
                  </a:lnTo>
                  <a:lnTo>
                    <a:pt x="957698" y="71169"/>
                  </a:lnTo>
                  <a:lnTo>
                    <a:pt x="972639" y="64727"/>
                  </a:lnTo>
                  <a:lnTo>
                    <a:pt x="987632" y="58510"/>
                  </a:lnTo>
                  <a:lnTo>
                    <a:pt x="1002679" y="52532"/>
                  </a:lnTo>
                  <a:lnTo>
                    <a:pt x="1017778" y="46807"/>
                  </a:lnTo>
                  <a:lnTo>
                    <a:pt x="1032931" y="41345"/>
                  </a:lnTo>
                  <a:lnTo>
                    <a:pt x="1048137" y="36162"/>
                  </a:lnTo>
                  <a:lnTo>
                    <a:pt x="1063397" y="31270"/>
                  </a:lnTo>
                  <a:lnTo>
                    <a:pt x="1078711" y="26681"/>
                  </a:lnTo>
                  <a:lnTo>
                    <a:pt x="1094080" y="22410"/>
                  </a:lnTo>
                  <a:lnTo>
                    <a:pt x="1109504" y="18469"/>
                  </a:lnTo>
                  <a:lnTo>
                    <a:pt x="1124983" y="14870"/>
                  </a:lnTo>
                  <a:lnTo>
                    <a:pt x="1140517" y="11628"/>
                  </a:lnTo>
                  <a:lnTo>
                    <a:pt x="1156107" y="8755"/>
                  </a:lnTo>
                  <a:lnTo>
                    <a:pt x="1171753" y="6264"/>
                  </a:lnTo>
                  <a:lnTo>
                    <a:pt x="1187456" y="4169"/>
                  </a:lnTo>
                  <a:lnTo>
                    <a:pt x="1203215" y="2481"/>
                  </a:lnTo>
                  <a:lnTo>
                    <a:pt x="1219031" y="1215"/>
                  </a:lnTo>
                  <a:lnTo>
                    <a:pt x="1234904" y="384"/>
                  </a:lnTo>
                  <a:lnTo>
                    <a:pt x="1250835" y="0"/>
                  </a:lnTo>
                  <a:lnTo>
                    <a:pt x="1266824" y="76"/>
                  </a:lnTo>
                  <a:lnTo>
                    <a:pt x="1282870" y="626"/>
                  </a:lnTo>
                  <a:lnTo>
                    <a:pt x="1298976" y="1662"/>
                  </a:lnTo>
                  <a:lnTo>
                    <a:pt x="1315140" y="3198"/>
                  </a:lnTo>
                  <a:lnTo>
                    <a:pt x="1331363" y="5247"/>
                  </a:lnTo>
                  <a:lnTo>
                    <a:pt x="1347645" y="7821"/>
                  </a:lnTo>
                  <a:lnTo>
                    <a:pt x="1363988" y="10934"/>
                  </a:lnTo>
                  <a:lnTo>
                    <a:pt x="1380390" y="14599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360669" y="4358397"/>
              <a:ext cx="1272223" cy="148014"/>
            </a:xfrm>
            <a:custGeom>
              <a:avLst/>
              <a:pathLst>
                <a:path w="1272223" h="148014">
                  <a:moveTo>
                    <a:pt x="0" y="0"/>
                  </a:moveTo>
                  <a:lnTo>
                    <a:pt x="11940" y="11664"/>
                  </a:lnTo>
                  <a:lnTo>
                    <a:pt x="23861" y="22765"/>
                  </a:lnTo>
                  <a:lnTo>
                    <a:pt x="35766" y="33314"/>
                  </a:lnTo>
                  <a:lnTo>
                    <a:pt x="47655" y="43320"/>
                  </a:lnTo>
                  <a:lnTo>
                    <a:pt x="59529" y="52794"/>
                  </a:lnTo>
                  <a:lnTo>
                    <a:pt x="71389" y="61747"/>
                  </a:lnTo>
                  <a:lnTo>
                    <a:pt x="83236" y="70190"/>
                  </a:lnTo>
                  <a:lnTo>
                    <a:pt x="95073" y="78132"/>
                  </a:lnTo>
                  <a:lnTo>
                    <a:pt x="106899" y="85584"/>
                  </a:lnTo>
                  <a:lnTo>
                    <a:pt x="118715" y="92556"/>
                  </a:lnTo>
                  <a:lnTo>
                    <a:pt x="130524" y="99060"/>
                  </a:lnTo>
                  <a:lnTo>
                    <a:pt x="142326" y="105105"/>
                  </a:lnTo>
                  <a:lnTo>
                    <a:pt x="154122" y="110702"/>
                  </a:lnTo>
                  <a:lnTo>
                    <a:pt x="165914" y="115861"/>
                  </a:lnTo>
                  <a:lnTo>
                    <a:pt x="177702" y="120594"/>
                  </a:lnTo>
                  <a:lnTo>
                    <a:pt x="189488" y="124909"/>
                  </a:lnTo>
                  <a:lnTo>
                    <a:pt x="201273" y="128819"/>
                  </a:lnTo>
                  <a:lnTo>
                    <a:pt x="213058" y="132333"/>
                  </a:lnTo>
                  <a:lnTo>
                    <a:pt x="224844" y="135462"/>
                  </a:lnTo>
                  <a:lnTo>
                    <a:pt x="236632" y="138216"/>
                  </a:lnTo>
                  <a:lnTo>
                    <a:pt x="248423" y="140605"/>
                  </a:lnTo>
                  <a:lnTo>
                    <a:pt x="260219" y="142641"/>
                  </a:lnTo>
                  <a:lnTo>
                    <a:pt x="272021" y="144334"/>
                  </a:lnTo>
                  <a:lnTo>
                    <a:pt x="283829" y="145694"/>
                  </a:lnTo>
                  <a:lnTo>
                    <a:pt x="295646" y="146731"/>
                  </a:lnTo>
                  <a:lnTo>
                    <a:pt x="307472" y="147457"/>
                  </a:lnTo>
                  <a:lnTo>
                    <a:pt x="319307" y="147881"/>
                  </a:lnTo>
                  <a:lnTo>
                    <a:pt x="331155" y="148014"/>
                  </a:lnTo>
                  <a:lnTo>
                    <a:pt x="343014" y="147866"/>
                  </a:lnTo>
                  <a:lnTo>
                    <a:pt x="354888" y="147449"/>
                  </a:lnTo>
                  <a:lnTo>
                    <a:pt x="366776" y="146772"/>
                  </a:lnTo>
                  <a:lnTo>
                    <a:pt x="378680" y="145846"/>
                  </a:lnTo>
                  <a:lnTo>
                    <a:pt x="390601" y="144681"/>
                  </a:lnTo>
                  <a:lnTo>
                    <a:pt x="402540" y="143288"/>
                  </a:lnTo>
                  <a:lnTo>
                    <a:pt x="414499" y="141678"/>
                  </a:lnTo>
                  <a:lnTo>
                    <a:pt x="426478" y="139860"/>
                  </a:lnTo>
                  <a:lnTo>
                    <a:pt x="438479" y="137846"/>
                  </a:lnTo>
                  <a:lnTo>
                    <a:pt x="450502" y="135645"/>
                  </a:lnTo>
                  <a:lnTo>
                    <a:pt x="462550" y="133268"/>
                  </a:lnTo>
                  <a:lnTo>
                    <a:pt x="474622" y="130726"/>
                  </a:lnTo>
                  <a:lnTo>
                    <a:pt x="486721" y="128030"/>
                  </a:lnTo>
                  <a:lnTo>
                    <a:pt x="498847" y="125189"/>
                  </a:lnTo>
                  <a:lnTo>
                    <a:pt x="511002" y="122214"/>
                  </a:lnTo>
                  <a:lnTo>
                    <a:pt x="523186" y="119115"/>
                  </a:lnTo>
                  <a:lnTo>
                    <a:pt x="535400" y="115904"/>
                  </a:lnTo>
                  <a:lnTo>
                    <a:pt x="547647" y="112590"/>
                  </a:lnTo>
                  <a:lnTo>
                    <a:pt x="559927" y="109184"/>
                  </a:lnTo>
                  <a:lnTo>
                    <a:pt x="572241" y="105697"/>
                  </a:lnTo>
                  <a:lnTo>
                    <a:pt x="584590" y="102138"/>
                  </a:lnTo>
                  <a:lnTo>
                    <a:pt x="596975" y="98519"/>
                  </a:lnTo>
                  <a:lnTo>
                    <a:pt x="609398" y="94850"/>
                  </a:lnTo>
                  <a:lnTo>
                    <a:pt x="621860" y="91141"/>
                  </a:lnTo>
                  <a:lnTo>
                    <a:pt x="634362" y="87403"/>
                  </a:lnTo>
                  <a:lnTo>
                    <a:pt x="646905" y="83646"/>
                  </a:lnTo>
                  <a:lnTo>
                    <a:pt x="659489" y="79880"/>
                  </a:lnTo>
                  <a:lnTo>
                    <a:pt x="672118" y="76117"/>
                  </a:lnTo>
                  <a:lnTo>
                    <a:pt x="684790" y="72367"/>
                  </a:lnTo>
                  <a:lnTo>
                    <a:pt x="697508" y="68640"/>
                  </a:lnTo>
                  <a:lnTo>
                    <a:pt x="710273" y="64947"/>
                  </a:lnTo>
                  <a:lnTo>
                    <a:pt x="723085" y="61297"/>
                  </a:lnTo>
                  <a:lnTo>
                    <a:pt x="735947" y="57702"/>
                  </a:lnTo>
                  <a:lnTo>
                    <a:pt x="748859" y="54172"/>
                  </a:lnTo>
                  <a:lnTo>
                    <a:pt x="761821" y="50718"/>
                  </a:lnTo>
                  <a:lnTo>
                    <a:pt x="774837" y="47350"/>
                  </a:lnTo>
                  <a:lnTo>
                    <a:pt x="787905" y="44078"/>
                  </a:lnTo>
                  <a:lnTo>
                    <a:pt x="801029" y="40913"/>
                  </a:lnTo>
                  <a:lnTo>
                    <a:pt x="814208" y="37865"/>
                  </a:lnTo>
                  <a:lnTo>
                    <a:pt x="827444" y="34946"/>
                  </a:lnTo>
                  <a:lnTo>
                    <a:pt x="840738" y="32164"/>
                  </a:lnTo>
                  <a:lnTo>
                    <a:pt x="854092" y="29532"/>
                  </a:lnTo>
                  <a:lnTo>
                    <a:pt x="867506" y="27058"/>
                  </a:lnTo>
                  <a:lnTo>
                    <a:pt x="880981" y="24755"/>
                  </a:lnTo>
                  <a:lnTo>
                    <a:pt x="894519" y="22631"/>
                  </a:lnTo>
                  <a:lnTo>
                    <a:pt x="908121" y="20699"/>
                  </a:lnTo>
                  <a:lnTo>
                    <a:pt x="921787" y="18967"/>
                  </a:lnTo>
                  <a:lnTo>
                    <a:pt x="935520" y="17447"/>
                  </a:lnTo>
                  <a:lnTo>
                    <a:pt x="949320" y="16149"/>
                  </a:lnTo>
                  <a:lnTo>
                    <a:pt x="963188" y="15084"/>
                  </a:lnTo>
                  <a:lnTo>
                    <a:pt x="977126" y="14262"/>
                  </a:lnTo>
                  <a:lnTo>
                    <a:pt x="991134" y="13693"/>
                  </a:lnTo>
                  <a:lnTo>
                    <a:pt x="1005214" y="13388"/>
                  </a:lnTo>
                  <a:lnTo>
                    <a:pt x="1019367" y="13358"/>
                  </a:lnTo>
                  <a:lnTo>
                    <a:pt x="1033594" y="13613"/>
                  </a:lnTo>
                  <a:lnTo>
                    <a:pt x="1047896" y="14163"/>
                  </a:lnTo>
                  <a:lnTo>
                    <a:pt x="1062275" y="15019"/>
                  </a:lnTo>
                  <a:lnTo>
                    <a:pt x="1076730" y="16191"/>
                  </a:lnTo>
                  <a:lnTo>
                    <a:pt x="1091265" y="17690"/>
                  </a:lnTo>
                  <a:lnTo>
                    <a:pt x="1105879" y="19526"/>
                  </a:lnTo>
                  <a:lnTo>
                    <a:pt x="1120574" y="21710"/>
                  </a:lnTo>
                  <a:lnTo>
                    <a:pt x="1135351" y="24252"/>
                  </a:lnTo>
                  <a:lnTo>
                    <a:pt x="1150211" y="27163"/>
                  </a:lnTo>
                  <a:lnTo>
                    <a:pt x="1165156" y="30453"/>
                  </a:lnTo>
                  <a:lnTo>
                    <a:pt x="1180186" y="34133"/>
                  </a:lnTo>
                  <a:lnTo>
                    <a:pt x="1195302" y="38213"/>
                  </a:lnTo>
                  <a:lnTo>
                    <a:pt x="1210506" y="42703"/>
                  </a:lnTo>
                  <a:lnTo>
                    <a:pt x="1225799" y="47615"/>
                  </a:lnTo>
                  <a:lnTo>
                    <a:pt x="1241182" y="52958"/>
                  </a:lnTo>
                  <a:lnTo>
                    <a:pt x="1256656" y="58742"/>
                  </a:lnTo>
                  <a:lnTo>
                    <a:pt x="1272223" y="64980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360669" y="4358397"/>
              <a:ext cx="1113309" cy="376864"/>
            </a:xfrm>
            <a:custGeom>
              <a:avLst/>
              <a:pathLst>
                <a:path w="1113309" h="376864">
                  <a:moveTo>
                    <a:pt x="0" y="0"/>
                  </a:moveTo>
                  <a:lnTo>
                    <a:pt x="11903" y="11735"/>
                  </a:lnTo>
                  <a:lnTo>
                    <a:pt x="23717" y="23048"/>
                  </a:lnTo>
                  <a:lnTo>
                    <a:pt x="35443" y="33947"/>
                  </a:lnTo>
                  <a:lnTo>
                    <a:pt x="47084" y="44440"/>
                  </a:lnTo>
                  <a:lnTo>
                    <a:pt x="58642" y="54534"/>
                  </a:lnTo>
                  <a:lnTo>
                    <a:pt x="70120" y="64238"/>
                  </a:lnTo>
                  <a:lnTo>
                    <a:pt x="81519" y="73560"/>
                  </a:lnTo>
                  <a:lnTo>
                    <a:pt x="92843" y="82508"/>
                  </a:lnTo>
                  <a:lnTo>
                    <a:pt x="104093" y="91090"/>
                  </a:lnTo>
                  <a:lnTo>
                    <a:pt x="115272" y="99314"/>
                  </a:lnTo>
                  <a:lnTo>
                    <a:pt x="126382" y="107188"/>
                  </a:lnTo>
                  <a:lnTo>
                    <a:pt x="137427" y="114721"/>
                  </a:lnTo>
                  <a:lnTo>
                    <a:pt x="148407" y="121919"/>
                  </a:lnTo>
                  <a:lnTo>
                    <a:pt x="159325" y="128792"/>
                  </a:lnTo>
                  <a:lnTo>
                    <a:pt x="170185" y="135347"/>
                  </a:lnTo>
                  <a:lnTo>
                    <a:pt x="180987" y="141593"/>
                  </a:lnTo>
                  <a:lnTo>
                    <a:pt x="191736" y="147537"/>
                  </a:lnTo>
                  <a:lnTo>
                    <a:pt x="202432" y="153188"/>
                  </a:lnTo>
                  <a:lnTo>
                    <a:pt x="213078" y="158553"/>
                  </a:lnTo>
                  <a:lnTo>
                    <a:pt x="223677" y="163641"/>
                  </a:lnTo>
                  <a:lnTo>
                    <a:pt x="234231" y="168460"/>
                  </a:lnTo>
                  <a:lnTo>
                    <a:pt x="244742" y="173017"/>
                  </a:lnTo>
                  <a:lnTo>
                    <a:pt x="255213" y="177321"/>
                  </a:lnTo>
                  <a:lnTo>
                    <a:pt x="265646" y="181380"/>
                  </a:lnTo>
                  <a:lnTo>
                    <a:pt x="276044" y="185203"/>
                  </a:lnTo>
                  <a:lnTo>
                    <a:pt x="286408" y="188796"/>
                  </a:lnTo>
                  <a:lnTo>
                    <a:pt x="296742" y="192168"/>
                  </a:lnTo>
                  <a:lnTo>
                    <a:pt x="307047" y="195327"/>
                  </a:lnTo>
                  <a:lnTo>
                    <a:pt x="317326" y="198282"/>
                  </a:lnTo>
                  <a:lnTo>
                    <a:pt x="327582" y="201040"/>
                  </a:lnTo>
                  <a:lnTo>
                    <a:pt x="337816" y="203609"/>
                  </a:lnTo>
                  <a:lnTo>
                    <a:pt x="348031" y="205997"/>
                  </a:lnTo>
                  <a:lnTo>
                    <a:pt x="358230" y="208213"/>
                  </a:lnTo>
                  <a:lnTo>
                    <a:pt x="368414" y="210265"/>
                  </a:lnTo>
                  <a:lnTo>
                    <a:pt x="378587" y="212160"/>
                  </a:lnTo>
                  <a:lnTo>
                    <a:pt x="388750" y="213906"/>
                  </a:lnTo>
                  <a:lnTo>
                    <a:pt x="398906" y="215513"/>
                  </a:lnTo>
                  <a:lnTo>
                    <a:pt x="409057" y="216987"/>
                  </a:lnTo>
                  <a:lnTo>
                    <a:pt x="419206" y="218336"/>
                  </a:lnTo>
                  <a:lnTo>
                    <a:pt x="429354" y="219570"/>
                  </a:lnTo>
                  <a:lnTo>
                    <a:pt x="439505" y="220696"/>
                  </a:lnTo>
                  <a:lnTo>
                    <a:pt x="449661" y="221721"/>
                  </a:lnTo>
                  <a:lnTo>
                    <a:pt x="459824" y="222655"/>
                  </a:lnTo>
                  <a:lnTo>
                    <a:pt x="469997" y="223505"/>
                  </a:lnTo>
                  <a:lnTo>
                    <a:pt x="480181" y="224279"/>
                  </a:lnTo>
                  <a:lnTo>
                    <a:pt x="490379" y="224985"/>
                  </a:lnTo>
                  <a:lnTo>
                    <a:pt x="500594" y="225631"/>
                  </a:lnTo>
                  <a:lnTo>
                    <a:pt x="510828" y="226226"/>
                  </a:lnTo>
                  <a:lnTo>
                    <a:pt x="521083" y="226777"/>
                  </a:lnTo>
                  <a:lnTo>
                    <a:pt x="531362" y="227293"/>
                  </a:lnTo>
                  <a:lnTo>
                    <a:pt x="541667" y="227781"/>
                  </a:lnTo>
                  <a:lnTo>
                    <a:pt x="552000" y="228249"/>
                  </a:lnTo>
                  <a:lnTo>
                    <a:pt x="562364" y="228707"/>
                  </a:lnTo>
                  <a:lnTo>
                    <a:pt x="572761" y="229161"/>
                  </a:lnTo>
                  <a:lnTo>
                    <a:pt x="583194" y="229619"/>
                  </a:lnTo>
                  <a:lnTo>
                    <a:pt x="593664" y="230091"/>
                  </a:lnTo>
                  <a:lnTo>
                    <a:pt x="604175" y="230583"/>
                  </a:lnTo>
                  <a:lnTo>
                    <a:pt x="614728" y="231105"/>
                  </a:lnTo>
                  <a:lnTo>
                    <a:pt x="625326" y="231663"/>
                  </a:lnTo>
                  <a:lnTo>
                    <a:pt x="635972" y="232267"/>
                  </a:lnTo>
                  <a:lnTo>
                    <a:pt x="646667" y="232923"/>
                  </a:lnTo>
                  <a:lnTo>
                    <a:pt x="657415" y="233641"/>
                  </a:lnTo>
                  <a:lnTo>
                    <a:pt x="668217" y="234428"/>
                  </a:lnTo>
                  <a:lnTo>
                    <a:pt x="679075" y="235292"/>
                  </a:lnTo>
                  <a:lnTo>
                    <a:pt x="689993" y="236242"/>
                  </a:lnTo>
                  <a:lnTo>
                    <a:pt x="700972" y="237285"/>
                  </a:lnTo>
                  <a:lnTo>
                    <a:pt x="712016" y="238429"/>
                  </a:lnTo>
                  <a:lnTo>
                    <a:pt x="723125" y="239683"/>
                  </a:lnTo>
                  <a:lnTo>
                    <a:pt x="734303" y="241055"/>
                  </a:lnTo>
                  <a:lnTo>
                    <a:pt x="745552" y="242552"/>
                  </a:lnTo>
                  <a:lnTo>
                    <a:pt x="756875" y="244183"/>
                  </a:lnTo>
                  <a:lnTo>
                    <a:pt x="768273" y="245956"/>
                  </a:lnTo>
                  <a:lnTo>
                    <a:pt x="779750" y="247879"/>
                  </a:lnTo>
                  <a:lnTo>
                    <a:pt x="791307" y="249959"/>
                  </a:lnTo>
                  <a:lnTo>
                    <a:pt x="802946" y="252206"/>
                  </a:lnTo>
                  <a:lnTo>
                    <a:pt x="814671" y="254626"/>
                  </a:lnTo>
                  <a:lnTo>
                    <a:pt x="826484" y="257229"/>
                  </a:lnTo>
                  <a:lnTo>
                    <a:pt x="838386" y="260022"/>
                  </a:lnTo>
                  <a:lnTo>
                    <a:pt x="850381" y="263013"/>
                  </a:lnTo>
                  <a:lnTo>
                    <a:pt x="862470" y="266210"/>
                  </a:lnTo>
                  <a:lnTo>
                    <a:pt x="874657" y="269621"/>
                  </a:lnTo>
                  <a:lnTo>
                    <a:pt x="886943" y="273255"/>
                  </a:lnTo>
                  <a:lnTo>
                    <a:pt x="899331" y="277120"/>
                  </a:lnTo>
                  <a:lnTo>
                    <a:pt x="911823" y="281222"/>
                  </a:lnTo>
                  <a:lnTo>
                    <a:pt x="924421" y="285572"/>
                  </a:lnTo>
                  <a:lnTo>
                    <a:pt x="937128" y="290176"/>
                  </a:lnTo>
                  <a:lnTo>
                    <a:pt x="949947" y="295042"/>
                  </a:lnTo>
                  <a:lnTo>
                    <a:pt x="962879" y="300180"/>
                  </a:lnTo>
                  <a:lnTo>
                    <a:pt x="975927" y="305596"/>
                  </a:lnTo>
                  <a:lnTo>
                    <a:pt x="989094" y="311299"/>
                  </a:lnTo>
                  <a:lnTo>
                    <a:pt x="1002381" y="317297"/>
                  </a:lnTo>
                  <a:lnTo>
                    <a:pt x="1015791" y="323598"/>
                  </a:lnTo>
                  <a:lnTo>
                    <a:pt x="1029327" y="330210"/>
                  </a:lnTo>
                  <a:lnTo>
                    <a:pt x="1042991" y="337141"/>
                  </a:lnTo>
                  <a:lnTo>
                    <a:pt x="1056785" y="344399"/>
                  </a:lnTo>
                  <a:lnTo>
                    <a:pt x="1070711" y="351992"/>
                  </a:lnTo>
                  <a:lnTo>
                    <a:pt x="1084772" y="359929"/>
                  </a:lnTo>
                  <a:lnTo>
                    <a:pt x="1098971" y="368217"/>
                  </a:lnTo>
                  <a:lnTo>
                    <a:pt x="1113309" y="376864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360669" y="4358397"/>
              <a:ext cx="907563" cy="660050"/>
            </a:xfrm>
            <a:custGeom>
              <a:avLst/>
              <a:pathLst>
                <a:path w="907563" h="660050">
                  <a:moveTo>
                    <a:pt x="0" y="0"/>
                  </a:moveTo>
                  <a:lnTo>
                    <a:pt x="11856" y="11800"/>
                  </a:lnTo>
                  <a:lnTo>
                    <a:pt x="23530" y="23305"/>
                  </a:lnTo>
                  <a:lnTo>
                    <a:pt x="35025" y="34522"/>
                  </a:lnTo>
                  <a:lnTo>
                    <a:pt x="46345" y="45457"/>
                  </a:lnTo>
                  <a:lnTo>
                    <a:pt x="57494" y="56114"/>
                  </a:lnTo>
                  <a:lnTo>
                    <a:pt x="68477" y="66500"/>
                  </a:lnTo>
                  <a:lnTo>
                    <a:pt x="79296" y="76621"/>
                  </a:lnTo>
                  <a:lnTo>
                    <a:pt x="89955" y="86482"/>
                  </a:lnTo>
                  <a:lnTo>
                    <a:pt x="100460" y="96090"/>
                  </a:lnTo>
                  <a:lnTo>
                    <a:pt x="110814" y="105450"/>
                  </a:lnTo>
                  <a:lnTo>
                    <a:pt x="121020" y="114569"/>
                  </a:lnTo>
                  <a:lnTo>
                    <a:pt x="131083" y="123452"/>
                  </a:lnTo>
                  <a:lnTo>
                    <a:pt x="141007" y="132105"/>
                  </a:lnTo>
                  <a:lnTo>
                    <a:pt x="150795" y="140533"/>
                  </a:lnTo>
                  <a:lnTo>
                    <a:pt x="160452" y="148743"/>
                  </a:lnTo>
                  <a:lnTo>
                    <a:pt x="169982" y="156741"/>
                  </a:lnTo>
                  <a:lnTo>
                    <a:pt x="179388" y="164533"/>
                  </a:lnTo>
                  <a:lnTo>
                    <a:pt x="188674" y="172124"/>
                  </a:lnTo>
                  <a:lnTo>
                    <a:pt x="197845" y="179520"/>
                  </a:lnTo>
                  <a:lnTo>
                    <a:pt x="206904" y="186727"/>
                  </a:lnTo>
                  <a:lnTo>
                    <a:pt x="215856" y="193751"/>
                  </a:lnTo>
                  <a:lnTo>
                    <a:pt x="224704" y="200597"/>
                  </a:lnTo>
                  <a:lnTo>
                    <a:pt x="233452" y="207273"/>
                  </a:lnTo>
                  <a:lnTo>
                    <a:pt x="242104" y="213783"/>
                  </a:lnTo>
                  <a:lnTo>
                    <a:pt x="250665" y="220134"/>
                  </a:lnTo>
                  <a:lnTo>
                    <a:pt x="259138" y="226331"/>
                  </a:lnTo>
                  <a:lnTo>
                    <a:pt x="267526" y="232380"/>
                  </a:lnTo>
                  <a:lnTo>
                    <a:pt x="275835" y="238287"/>
                  </a:lnTo>
                  <a:lnTo>
                    <a:pt x="284068" y="244058"/>
                  </a:lnTo>
                  <a:lnTo>
                    <a:pt x="292229" y="249699"/>
                  </a:lnTo>
                  <a:lnTo>
                    <a:pt x="300321" y="255215"/>
                  </a:lnTo>
                  <a:lnTo>
                    <a:pt x="308350" y="260614"/>
                  </a:lnTo>
                  <a:lnTo>
                    <a:pt x="316318" y="265899"/>
                  </a:lnTo>
                  <a:lnTo>
                    <a:pt x="324231" y="271078"/>
                  </a:lnTo>
                  <a:lnTo>
                    <a:pt x="332091" y="276156"/>
                  </a:lnTo>
                  <a:lnTo>
                    <a:pt x="339902" y="281139"/>
                  </a:lnTo>
                  <a:lnTo>
                    <a:pt x="347670" y="286033"/>
                  </a:lnTo>
                  <a:lnTo>
                    <a:pt x="355397" y="290843"/>
                  </a:lnTo>
                  <a:lnTo>
                    <a:pt x="363087" y="295577"/>
                  </a:lnTo>
                  <a:lnTo>
                    <a:pt x="370745" y="300239"/>
                  </a:lnTo>
                  <a:lnTo>
                    <a:pt x="378375" y="304835"/>
                  </a:lnTo>
                  <a:lnTo>
                    <a:pt x="385980" y="309371"/>
                  </a:lnTo>
                  <a:lnTo>
                    <a:pt x="393564" y="313854"/>
                  </a:lnTo>
                  <a:lnTo>
                    <a:pt x="401132" y="318288"/>
                  </a:lnTo>
                  <a:lnTo>
                    <a:pt x="408687" y="322681"/>
                  </a:lnTo>
                  <a:lnTo>
                    <a:pt x="416234" y="327037"/>
                  </a:lnTo>
                  <a:lnTo>
                    <a:pt x="423776" y="331363"/>
                  </a:lnTo>
                  <a:lnTo>
                    <a:pt x="431316" y="335664"/>
                  </a:lnTo>
                  <a:lnTo>
                    <a:pt x="438861" y="339947"/>
                  </a:lnTo>
                  <a:lnTo>
                    <a:pt x="446412" y="344216"/>
                  </a:lnTo>
                  <a:lnTo>
                    <a:pt x="453974" y="348479"/>
                  </a:lnTo>
                  <a:lnTo>
                    <a:pt x="461551" y="352741"/>
                  </a:lnTo>
                  <a:lnTo>
                    <a:pt x="469148" y="357008"/>
                  </a:lnTo>
                  <a:lnTo>
                    <a:pt x="476767" y="361285"/>
                  </a:lnTo>
                  <a:lnTo>
                    <a:pt x="484413" y="365579"/>
                  </a:lnTo>
                  <a:lnTo>
                    <a:pt x="492090" y="369896"/>
                  </a:lnTo>
                  <a:lnTo>
                    <a:pt x="499802" y="374241"/>
                  </a:lnTo>
                  <a:lnTo>
                    <a:pt x="507552" y="378620"/>
                  </a:lnTo>
                  <a:lnTo>
                    <a:pt x="515346" y="383039"/>
                  </a:lnTo>
                  <a:lnTo>
                    <a:pt x="523186" y="387504"/>
                  </a:lnTo>
                  <a:lnTo>
                    <a:pt x="531077" y="392020"/>
                  </a:lnTo>
                  <a:lnTo>
                    <a:pt x="539022" y="396595"/>
                  </a:lnTo>
                  <a:lnTo>
                    <a:pt x="547026" y="401233"/>
                  </a:lnTo>
                  <a:lnTo>
                    <a:pt x="555092" y="405940"/>
                  </a:lnTo>
                  <a:lnTo>
                    <a:pt x="563225" y="410723"/>
                  </a:lnTo>
                  <a:lnTo>
                    <a:pt x="571428" y="415587"/>
                  </a:lnTo>
                  <a:lnTo>
                    <a:pt x="579706" y="420538"/>
                  </a:lnTo>
                  <a:lnTo>
                    <a:pt x="588062" y="425581"/>
                  </a:lnTo>
                  <a:lnTo>
                    <a:pt x="596501" y="430724"/>
                  </a:lnTo>
                  <a:lnTo>
                    <a:pt x="605025" y="435971"/>
                  </a:lnTo>
                  <a:lnTo>
                    <a:pt x="613640" y="441329"/>
                  </a:lnTo>
                  <a:lnTo>
                    <a:pt x="622350" y="446803"/>
                  </a:lnTo>
                  <a:lnTo>
                    <a:pt x="631157" y="452399"/>
                  </a:lnTo>
                  <a:lnTo>
                    <a:pt x="640066" y="458124"/>
                  </a:lnTo>
                  <a:lnTo>
                    <a:pt x="649082" y="463982"/>
                  </a:lnTo>
                  <a:lnTo>
                    <a:pt x="658207" y="469981"/>
                  </a:lnTo>
                  <a:lnTo>
                    <a:pt x="667447" y="476125"/>
                  </a:lnTo>
                  <a:lnTo>
                    <a:pt x="676804" y="482420"/>
                  </a:lnTo>
                  <a:lnTo>
                    <a:pt x="686283" y="488874"/>
                  </a:lnTo>
                  <a:lnTo>
                    <a:pt x="695889" y="495490"/>
                  </a:lnTo>
                  <a:lnTo>
                    <a:pt x="705624" y="502276"/>
                  </a:lnTo>
                  <a:lnTo>
                    <a:pt x="715492" y="509237"/>
                  </a:lnTo>
                  <a:lnTo>
                    <a:pt x="725499" y="516379"/>
                  </a:lnTo>
                  <a:lnTo>
                    <a:pt x="735647" y="523707"/>
                  </a:lnTo>
                  <a:lnTo>
                    <a:pt x="745941" y="531229"/>
                  </a:lnTo>
                  <a:lnTo>
                    <a:pt x="756384" y="538949"/>
                  </a:lnTo>
                  <a:lnTo>
                    <a:pt x="766981" y="546873"/>
                  </a:lnTo>
                  <a:lnTo>
                    <a:pt x="777736" y="555008"/>
                  </a:lnTo>
                  <a:lnTo>
                    <a:pt x="788652" y="563359"/>
                  </a:lnTo>
                  <a:lnTo>
                    <a:pt x="799733" y="571932"/>
                  </a:lnTo>
                  <a:lnTo>
                    <a:pt x="810984" y="580732"/>
                  </a:lnTo>
                  <a:lnTo>
                    <a:pt x="822408" y="589767"/>
                  </a:lnTo>
                  <a:lnTo>
                    <a:pt x="834009" y="599042"/>
                  </a:lnTo>
                  <a:lnTo>
                    <a:pt x="845792" y="608562"/>
                  </a:lnTo>
                  <a:lnTo>
                    <a:pt x="857760" y="618333"/>
                  </a:lnTo>
                  <a:lnTo>
                    <a:pt x="869917" y="628362"/>
                  </a:lnTo>
                  <a:lnTo>
                    <a:pt x="882267" y="638653"/>
                  </a:lnTo>
                  <a:lnTo>
                    <a:pt x="894815" y="649214"/>
                  </a:lnTo>
                  <a:lnTo>
                    <a:pt x="907563" y="660050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360669" y="4358397"/>
              <a:ext cx="660050" cy="907563"/>
            </a:xfrm>
            <a:custGeom>
              <a:avLst/>
              <a:pathLst>
                <a:path w="660050" h="907563">
                  <a:moveTo>
                    <a:pt x="0" y="0"/>
                  </a:moveTo>
                  <a:lnTo>
                    <a:pt x="11800" y="11856"/>
                  </a:lnTo>
                  <a:lnTo>
                    <a:pt x="23305" y="23530"/>
                  </a:lnTo>
                  <a:lnTo>
                    <a:pt x="34522" y="35025"/>
                  </a:lnTo>
                  <a:lnTo>
                    <a:pt x="45457" y="46345"/>
                  </a:lnTo>
                  <a:lnTo>
                    <a:pt x="56114" y="57494"/>
                  </a:lnTo>
                  <a:lnTo>
                    <a:pt x="66500" y="68477"/>
                  </a:lnTo>
                  <a:lnTo>
                    <a:pt x="76621" y="79296"/>
                  </a:lnTo>
                  <a:lnTo>
                    <a:pt x="86482" y="89955"/>
                  </a:lnTo>
                  <a:lnTo>
                    <a:pt x="96090" y="100460"/>
                  </a:lnTo>
                  <a:lnTo>
                    <a:pt x="105450" y="110814"/>
                  </a:lnTo>
                  <a:lnTo>
                    <a:pt x="114569" y="121020"/>
                  </a:lnTo>
                  <a:lnTo>
                    <a:pt x="123452" y="131083"/>
                  </a:lnTo>
                  <a:lnTo>
                    <a:pt x="132105" y="141007"/>
                  </a:lnTo>
                  <a:lnTo>
                    <a:pt x="140533" y="150795"/>
                  </a:lnTo>
                  <a:lnTo>
                    <a:pt x="148743" y="160452"/>
                  </a:lnTo>
                  <a:lnTo>
                    <a:pt x="156741" y="169982"/>
                  </a:lnTo>
                  <a:lnTo>
                    <a:pt x="164533" y="179388"/>
                  </a:lnTo>
                  <a:lnTo>
                    <a:pt x="172124" y="188674"/>
                  </a:lnTo>
                  <a:lnTo>
                    <a:pt x="179520" y="197845"/>
                  </a:lnTo>
                  <a:lnTo>
                    <a:pt x="186727" y="206904"/>
                  </a:lnTo>
                  <a:lnTo>
                    <a:pt x="193751" y="215856"/>
                  </a:lnTo>
                  <a:lnTo>
                    <a:pt x="200597" y="224704"/>
                  </a:lnTo>
                  <a:lnTo>
                    <a:pt x="207273" y="233452"/>
                  </a:lnTo>
                  <a:lnTo>
                    <a:pt x="213783" y="242104"/>
                  </a:lnTo>
                  <a:lnTo>
                    <a:pt x="220134" y="250665"/>
                  </a:lnTo>
                  <a:lnTo>
                    <a:pt x="226331" y="259138"/>
                  </a:lnTo>
                  <a:lnTo>
                    <a:pt x="232380" y="267526"/>
                  </a:lnTo>
                  <a:lnTo>
                    <a:pt x="238287" y="275835"/>
                  </a:lnTo>
                  <a:lnTo>
                    <a:pt x="244058" y="284068"/>
                  </a:lnTo>
                  <a:lnTo>
                    <a:pt x="249699" y="292229"/>
                  </a:lnTo>
                  <a:lnTo>
                    <a:pt x="255215" y="300321"/>
                  </a:lnTo>
                  <a:lnTo>
                    <a:pt x="260614" y="308350"/>
                  </a:lnTo>
                  <a:lnTo>
                    <a:pt x="265899" y="316318"/>
                  </a:lnTo>
                  <a:lnTo>
                    <a:pt x="271078" y="324231"/>
                  </a:lnTo>
                  <a:lnTo>
                    <a:pt x="276156" y="332091"/>
                  </a:lnTo>
                  <a:lnTo>
                    <a:pt x="281139" y="339902"/>
                  </a:lnTo>
                  <a:lnTo>
                    <a:pt x="286033" y="347670"/>
                  </a:lnTo>
                  <a:lnTo>
                    <a:pt x="290843" y="355397"/>
                  </a:lnTo>
                  <a:lnTo>
                    <a:pt x="295577" y="363087"/>
                  </a:lnTo>
                  <a:lnTo>
                    <a:pt x="300239" y="370745"/>
                  </a:lnTo>
                  <a:lnTo>
                    <a:pt x="304835" y="378375"/>
                  </a:lnTo>
                  <a:lnTo>
                    <a:pt x="309371" y="385980"/>
                  </a:lnTo>
                  <a:lnTo>
                    <a:pt x="313854" y="393564"/>
                  </a:lnTo>
                  <a:lnTo>
                    <a:pt x="318288" y="401132"/>
                  </a:lnTo>
                  <a:lnTo>
                    <a:pt x="322681" y="408687"/>
                  </a:lnTo>
                  <a:lnTo>
                    <a:pt x="327037" y="416234"/>
                  </a:lnTo>
                  <a:lnTo>
                    <a:pt x="331363" y="423776"/>
                  </a:lnTo>
                  <a:lnTo>
                    <a:pt x="335664" y="431316"/>
                  </a:lnTo>
                  <a:lnTo>
                    <a:pt x="339947" y="438861"/>
                  </a:lnTo>
                  <a:lnTo>
                    <a:pt x="344216" y="446412"/>
                  </a:lnTo>
                  <a:lnTo>
                    <a:pt x="348479" y="453974"/>
                  </a:lnTo>
                  <a:lnTo>
                    <a:pt x="352741" y="461551"/>
                  </a:lnTo>
                  <a:lnTo>
                    <a:pt x="357008" y="469148"/>
                  </a:lnTo>
                  <a:lnTo>
                    <a:pt x="361285" y="476767"/>
                  </a:lnTo>
                  <a:lnTo>
                    <a:pt x="365579" y="484413"/>
                  </a:lnTo>
                  <a:lnTo>
                    <a:pt x="369896" y="492090"/>
                  </a:lnTo>
                  <a:lnTo>
                    <a:pt x="374241" y="499802"/>
                  </a:lnTo>
                  <a:lnTo>
                    <a:pt x="378620" y="507552"/>
                  </a:lnTo>
                  <a:lnTo>
                    <a:pt x="383039" y="515346"/>
                  </a:lnTo>
                  <a:lnTo>
                    <a:pt x="387504" y="523186"/>
                  </a:lnTo>
                  <a:lnTo>
                    <a:pt x="392020" y="531077"/>
                  </a:lnTo>
                  <a:lnTo>
                    <a:pt x="396595" y="539022"/>
                  </a:lnTo>
                  <a:lnTo>
                    <a:pt x="401233" y="547026"/>
                  </a:lnTo>
                  <a:lnTo>
                    <a:pt x="405940" y="555092"/>
                  </a:lnTo>
                  <a:lnTo>
                    <a:pt x="410723" y="563225"/>
                  </a:lnTo>
                  <a:lnTo>
                    <a:pt x="415587" y="571428"/>
                  </a:lnTo>
                  <a:lnTo>
                    <a:pt x="420538" y="579706"/>
                  </a:lnTo>
                  <a:lnTo>
                    <a:pt x="425581" y="588062"/>
                  </a:lnTo>
                  <a:lnTo>
                    <a:pt x="430724" y="596501"/>
                  </a:lnTo>
                  <a:lnTo>
                    <a:pt x="435971" y="605025"/>
                  </a:lnTo>
                  <a:lnTo>
                    <a:pt x="441329" y="613640"/>
                  </a:lnTo>
                  <a:lnTo>
                    <a:pt x="446803" y="622350"/>
                  </a:lnTo>
                  <a:lnTo>
                    <a:pt x="452399" y="631157"/>
                  </a:lnTo>
                  <a:lnTo>
                    <a:pt x="458124" y="640066"/>
                  </a:lnTo>
                  <a:lnTo>
                    <a:pt x="463982" y="649082"/>
                  </a:lnTo>
                  <a:lnTo>
                    <a:pt x="469981" y="658207"/>
                  </a:lnTo>
                  <a:lnTo>
                    <a:pt x="476125" y="667447"/>
                  </a:lnTo>
                  <a:lnTo>
                    <a:pt x="482420" y="676804"/>
                  </a:lnTo>
                  <a:lnTo>
                    <a:pt x="488874" y="686283"/>
                  </a:lnTo>
                  <a:lnTo>
                    <a:pt x="495490" y="695889"/>
                  </a:lnTo>
                  <a:lnTo>
                    <a:pt x="502276" y="705624"/>
                  </a:lnTo>
                  <a:lnTo>
                    <a:pt x="509237" y="715492"/>
                  </a:lnTo>
                  <a:lnTo>
                    <a:pt x="516379" y="725499"/>
                  </a:lnTo>
                  <a:lnTo>
                    <a:pt x="523707" y="735647"/>
                  </a:lnTo>
                  <a:lnTo>
                    <a:pt x="531229" y="745941"/>
                  </a:lnTo>
                  <a:lnTo>
                    <a:pt x="538949" y="756384"/>
                  </a:lnTo>
                  <a:lnTo>
                    <a:pt x="546873" y="766981"/>
                  </a:lnTo>
                  <a:lnTo>
                    <a:pt x="555008" y="777736"/>
                  </a:lnTo>
                  <a:lnTo>
                    <a:pt x="563359" y="788652"/>
                  </a:lnTo>
                  <a:lnTo>
                    <a:pt x="571932" y="799733"/>
                  </a:lnTo>
                  <a:lnTo>
                    <a:pt x="580732" y="810984"/>
                  </a:lnTo>
                  <a:lnTo>
                    <a:pt x="589767" y="822408"/>
                  </a:lnTo>
                  <a:lnTo>
                    <a:pt x="599042" y="834009"/>
                  </a:lnTo>
                  <a:lnTo>
                    <a:pt x="608562" y="845792"/>
                  </a:lnTo>
                  <a:lnTo>
                    <a:pt x="618333" y="857760"/>
                  </a:lnTo>
                  <a:lnTo>
                    <a:pt x="628362" y="869917"/>
                  </a:lnTo>
                  <a:lnTo>
                    <a:pt x="638653" y="882267"/>
                  </a:lnTo>
                  <a:lnTo>
                    <a:pt x="649214" y="894815"/>
                  </a:lnTo>
                  <a:lnTo>
                    <a:pt x="660050" y="907563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360669" y="4358397"/>
              <a:ext cx="376864" cy="1113309"/>
            </a:xfrm>
            <a:custGeom>
              <a:avLst/>
              <a:pathLst>
                <a:path w="376864" h="1113309">
                  <a:moveTo>
                    <a:pt x="0" y="0"/>
                  </a:moveTo>
                  <a:lnTo>
                    <a:pt x="11735" y="11903"/>
                  </a:lnTo>
                  <a:lnTo>
                    <a:pt x="23048" y="23717"/>
                  </a:lnTo>
                  <a:lnTo>
                    <a:pt x="33947" y="35443"/>
                  </a:lnTo>
                  <a:lnTo>
                    <a:pt x="44440" y="47084"/>
                  </a:lnTo>
                  <a:lnTo>
                    <a:pt x="54534" y="58642"/>
                  </a:lnTo>
                  <a:lnTo>
                    <a:pt x="64238" y="70120"/>
                  </a:lnTo>
                  <a:lnTo>
                    <a:pt x="73560" y="81519"/>
                  </a:lnTo>
                  <a:lnTo>
                    <a:pt x="82508" y="92843"/>
                  </a:lnTo>
                  <a:lnTo>
                    <a:pt x="91090" y="104093"/>
                  </a:lnTo>
                  <a:lnTo>
                    <a:pt x="99314" y="115272"/>
                  </a:lnTo>
                  <a:lnTo>
                    <a:pt x="107188" y="126382"/>
                  </a:lnTo>
                  <a:lnTo>
                    <a:pt x="114721" y="137427"/>
                  </a:lnTo>
                  <a:lnTo>
                    <a:pt x="121919" y="148407"/>
                  </a:lnTo>
                  <a:lnTo>
                    <a:pt x="128792" y="159325"/>
                  </a:lnTo>
                  <a:lnTo>
                    <a:pt x="135347" y="170185"/>
                  </a:lnTo>
                  <a:lnTo>
                    <a:pt x="141593" y="180987"/>
                  </a:lnTo>
                  <a:lnTo>
                    <a:pt x="147537" y="191736"/>
                  </a:lnTo>
                  <a:lnTo>
                    <a:pt x="153188" y="202432"/>
                  </a:lnTo>
                  <a:lnTo>
                    <a:pt x="158553" y="213078"/>
                  </a:lnTo>
                  <a:lnTo>
                    <a:pt x="163641" y="223677"/>
                  </a:lnTo>
                  <a:lnTo>
                    <a:pt x="168460" y="234231"/>
                  </a:lnTo>
                  <a:lnTo>
                    <a:pt x="173017" y="244742"/>
                  </a:lnTo>
                  <a:lnTo>
                    <a:pt x="177321" y="255213"/>
                  </a:lnTo>
                  <a:lnTo>
                    <a:pt x="181380" y="265646"/>
                  </a:lnTo>
                  <a:lnTo>
                    <a:pt x="185203" y="276044"/>
                  </a:lnTo>
                  <a:lnTo>
                    <a:pt x="188796" y="286408"/>
                  </a:lnTo>
                  <a:lnTo>
                    <a:pt x="192168" y="296742"/>
                  </a:lnTo>
                  <a:lnTo>
                    <a:pt x="195327" y="307047"/>
                  </a:lnTo>
                  <a:lnTo>
                    <a:pt x="198282" y="317326"/>
                  </a:lnTo>
                  <a:lnTo>
                    <a:pt x="201040" y="327582"/>
                  </a:lnTo>
                  <a:lnTo>
                    <a:pt x="203609" y="337816"/>
                  </a:lnTo>
                  <a:lnTo>
                    <a:pt x="205997" y="348031"/>
                  </a:lnTo>
                  <a:lnTo>
                    <a:pt x="208213" y="358230"/>
                  </a:lnTo>
                  <a:lnTo>
                    <a:pt x="210265" y="368414"/>
                  </a:lnTo>
                  <a:lnTo>
                    <a:pt x="212160" y="378587"/>
                  </a:lnTo>
                  <a:lnTo>
                    <a:pt x="213906" y="388750"/>
                  </a:lnTo>
                  <a:lnTo>
                    <a:pt x="215513" y="398906"/>
                  </a:lnTo>
                  <a:lnTo>
                    <a:pt x="216987" y="409057"/>
                  </a:lnTo>
                  <a:lnTo>
                    <a:pt x="218336" y="419206"/>
                  </a:lnTo>
                  <a:lnTo>
                    <a:pt x="219570" y="429354"/>
                  </a:lnTo>
                  <a:lnTo>
                    <a:pt x="220696" y="439505"/>
                  </a:lnTo>
                  <a:lnTo>
                    <a:pt x="221721" y="449661"/>
                  </a:lnTo>
                  <a:lnTo>
                    <a:pt x="222655" y="459824"/>
                  </a:lnTo>
                  <a:lnTo>
                    <a:pt x="223505" y="469997"/>
                  </a:lnTo>
                  <a:lnTo>
                    <a:pt x="224279" y="480181"/>
                  </a:lnTo>
                  <a:lnTo>
                    <a:pt x="224985" y="490379"/>
                  </a:lnTo>
                  <a:lnTo>
                    <a:pt x="225631" y="500594"/>
                  </a:lnTo>
                  <a:lnTo>
                    <a:pt x="226226" y="510828"/>
                  </a:lnTo>
                  <a:lnTo>
                    <a:pt x="226777" y="521083"/>
                  </a:lnTo>
                  <a:lnTo>
                    <a:pt x="227293" y="531362"/>
                  </a:lnTo>
                  <a:lnTo>
                    <a:pt x="227781" y="541667"/>
                  </a:lnTo>
                  <a:lnTo>
                    <a:pt x="228249" y="552000"/>
                  </a:lnTo>
                  <a:lnTo>
                    <a:pt x="228707" y="562364"/>
                  </a:lnTo>
                  <a:lnTo>
                    <a:pt x="229161" y="572761"/>
                  </a:lnTo>
                  <a:lnTo>
                    <a:pt x="229619" y="583194"/>
                  </a:lnTo>
                  <a:lnTo>
                    <a:pt x="230091" y="593664"/>
                  </a:lnTo>
                  <a:lnTo>
                    <a:pt x="230583" y="604175"/>
                  </a:lnTo>
                  <a:lnTo>
                    <a:pt x="231105" y="614728"/>
                  </a:lnTo>
                  <a:lnTo>
                    <a:pt x="231663" y="625326"/>
                  </a:lnTo>
                  <a:lnTo>
                    <a:pt x="232267" y="635972"/>
                  </a:lnTo>
                  <a:lnTo>
                    <a:pt x="232923" y="646667"/>
                  </a:lnTo>
                  <a:lnTo>
                    <a:pt x="233641" y="657415"/>
                  </a:lnTo>
                  <a:lnTo>
                    <a:pt x="234428" y="668217"/>
                  </a:lnTo>
                  <a:lnTo>
                    <a:pt x="235292" y="679075"/>
                  </a:lnTo>
                  <a:lnTo>
                    <a:pt x="236242" y="689993"/>
                  </a:lnTo>
                  <a:lnTo>
                    <a:pt x="237285" y="700972"/>
                  </a:lnTo>
                  <a:lnTo>
                    <a:pt x="238429" y="712016"/>
                  </a:lnTo>
                  <a:lnTo>
                    <a:pt x="239683" y="723125"/>
                  </a:lnTo>
                  <a:lnTo>
                    <a:pt x="241055" y="734303"/>
                  </a:lnTo>
                  <a:lnTo>
                    <a:pt x="242552" y="745552"/>
                  </a:lnTo>
                  <a:lnTo>
                    <a:pt x="244183" y="756875"/>
                  </a:lnTo>
                  <a:lnTo>
                    <a:pt x="245956" y="768273"/>
                  </a:lnTo>
                  <a:lnTo>
                    <a:pt x="247879" y="779750"/>
                  </a:lnTo>
                  <a:lnTo>
                    <a:pt x="249959" y="791307"/>
                  </a:lnTo>
                  <a:lnTo>
                    <a:pt x="252206" y="802946"/>
                  </a:lnTo>
                  <a:lnTo>
                    <a:pt x="254626" y="814671"/>
                  </a:lnTo>
                  <a:lnTo>
                    <a:pt x="257229" y="826484"/>
                  </a:lnTo>
                  <a:lnTo>
                    <a:pt x="260022" y="838386"/>
                  </a:lnTo>
                  <a:lnTo>
                    <a:pt x="263013" y="850381"/>
                  </a:lnTo>
                  <a:lnTo>
                    <a:pt x="266210" y="862470"/>
                  </a:lnTo>
                  <a:lnTo>
                    <a:pt x="269621" y="874657"/>
                  </a:lnTo>
                  <a:lnTo>
                    <a:pt x="273255" y="886943"/>
                  </a:lnTo>
                  <a:lnTo>
                    <a:pt x="277120" y="899331"/>
                  </a:lnTo>
                  <a:lnTo>
                    <a:pt x="281222" y="911823"/>
                  </a:lnTo>
                  <a:lnTo>
                    <a:pt x="285572" y="924421"/>
                  </a:lnTo>
                  <a:lnTo>
                    <a:pt x="290176" y="937128"/>
                  </a:lnTo>
                  <a:lnTo>
                    <a:pt x="295042" y="949947"/>
                  </a:lnTo>
                  <a:lnTo>
                    <a:pt x="300180" y="962879"/>
                  </a:lnTo>
                  <a:lnTo>
                    <a:pt x="305596" y="975927"/>
                  </a:lnTo>
                  <a:lnTo>
                    <a:pt x="311299" y="989094"/>
                  </a:lnTo>
                  <a:lnTo>
                    <a:pt x="317297" y="1002381"/>
                  </a:lnTo>
                  <a:lnTo>
                    <a:pt x="323598" y="1015791"/>
                  </a:lnTo>
                  <a:lnTo>
                    <a:pt x="330210" y="1029327"/>
                  </a:lnTo>
                  <a:lnTo>
                    <a:pt x="337141" y="1042991"/>
                  </a:lnTo>
                  <a:lnTo>
                    <a:pt x="344399" y="1056785"/>
                  </a:lnTo>
                  <a:lnTo>
                    <a:pt x="351992" y="1070711"/>
                  </a:lnTo>
                  <a:lnTo>
                    <a:pt x="359929" y="1084772"/>
                  </a:lnTo>
                  <a:lnTo>
                    <a:pt x="368217" y="1098971"/>
                  </a:lnTo>
                  <a:lnTo>
                    <a:pt x="376864" y="1113309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360669" y="4358397"/>
              <a:ext cx="148014" cy="1272223"/>
            </a:xfrm>
            <a:custGeom>
              <a:avLst/>
              <a:pathLst>
                <a:path w="148014" h="1272223">
                  <a:moveTo>
                    <a:pt x="0" y="0"/>
                  </a:moveTo>
                  <a:lnTo>
                    <a:pt x="11664" y="11940"/>
                  </a:lnTo>
                  <a:lnTo>
                    <a:pt x="22765" y="23861"/>
                  </a:lnTo>
                  <a:lnTo>
                    <a:pt x="33314" y="35766"/>
                  </a:lnTo>
                  <a:lnTo>
                    <a:pt x="43320" y="47655"/>
                  </a:lnTo>
                  <a:lnTo>
                    <a:pt x="52794" y="59529"/>
                  </a:lnTo>
                  <a:lnTo>
                    <a:pt x="61747" y="71389"/>
                  </a:lnTo>
                  <a:lnTo>
                    <a:pt x="70190" y="83236"/>
                  </a:lnTo>
                  <a:lnTo>
                    <a:pt x="78132" y="95073"/>
                  </a:lnTo>
                  <a:lnTo>
                    <a:pt x="85584" y="106899"/>
                  </a:lnTo>
                  <a:lnTo>
                    <a:pt x="92556" y="118715"/>
                  </a:lnTo>
                  <a:lnTo>
                    <a:pt x="99060" y="130524"/>
                  </a:lnTo>
                  <a:lnTo>
                    <a:pt x="105105" y="142326"/>
                  </a:lnTo>
                  <a:lnTo>
                    <a:pt x="110702" y="154122"/>
                  </a:lnTo>
                  <a:lnTo>
                    <a:pt x="115861" y="165914"/>
                  </a:lnTo>
                  <a:lnTo>
                    <a:pt x="120594" y="177702"/>
                  </a:lnTo>
                  <a:lnTo>
                    <a:pt x="124909" y="189488"/>
                  </a:lnTo>
                  <a:lnTo>
                    <a:pt x="128819" y="201273"/>
                  </a:lnTo>
                  <a:lnTo>
                    <a:pt x="132333" y="213058"/>
                  </a:lnTo>
                  <a:lnTo>
                    <a:pt x="135462" y="224844"/>
                  </a:lnTo>
                  <a:lnTo>
                    <a:pt x="138216" y="236632"/>
                  </a:lnTo>
                  <a:lnTo>
                    <a:pt x="140605" y="248423"/>
                  </a:lnTo>
                  <a:lnTo>
                    <a:pt x="142641" y="260219"/>
                  </a:lnTo>
                  <a:lnTo>
                    <a:pt x="144334" y="272021"/>
                  </a:lnTo>
                  <a:lnTo>
                    <a:pt x="145694" y="283829"/>
                  </a:lnTo>
                  <a:lnTo>
                    <a:pt x="146731" y="295646"/>
                  </a:lnTo>
                  <a:lnTo>
                    <a:pt x="147457" y="307472"/>
                  </a:lnTo>
                  <a:lnTo>
                    <a:pt x="147881" y="319307"/>
                  </a:lnTo>
                  <a:lnTo>
                    <a:pt x="148014" y="331155"/>
                  </a:lnTo>
                  <a:lnTo>
                    <a:pt x="147866" y="343014"/>
                  </a:lnTo>
                  <a:lnTo>
                    <a:pt x="147449" y="354888"/>
                  </a:lnTo>
                  <a:lnTo>
                    <a:pt x="146772" y="366776"/>
                  </a:lnTo>
                  <a:lnTo>
                    <a:pt x="145846" y="378680"/>
                  </a:lnTo>
                  <a:lnTo>
                    <a:pt x="144681" y="390601"/>
                  </a:lnTo>
                  <a:lnTo>
                    <a:pt x="143288" y="402540"/>
                  </a:lnTo>
                  <a:lnTo>
                    <a:pt x="141678" y="414499"/>
                  </a:lnTo>
                  <a:lnTo>
                    <a:pt x="139860" y="426478"/>
                  </a:lnTo>
                  <a:lnTo>
                    <a:pt x="137846" y="438479"/>
                  </a:lnTo>
                  <a:lnTo>
                    <a:pt x="135645" y="450502"/>
                  </a:lnTo>
                  <a:lnTo>
                    <a:pt x="133268" y="462550"/>
                  </a:lnTo>
                  <a:lnTo>
                    <a:pt x="130726" y="474622"/>
                  </a:lnTo>
                  <a:lnTo>
                    <a:pt x="128030" y="486721"/>
                  </a:lnTo>
                  <a:lnTo>
                    <a:pt x="125189" y="498847"/>
                  </a:lnTo>
                  <a:lnTo>
                    <a:pt x="122214" y="511002"/>
                  </a:lnTo>
                  <a:lnTo>
                    <a:pt x="119115" y="523186"/>
                  </a:lnTo>
                  <a:lnTo>
                    <a:pt x="115904" y="535400"/>
                  </a:lnTo>
                  <a:lnTo>
                    <a:pt x="112590" y="547647"/>
                  </a:lnTo>
                  <a:lnTo>
                    <a:pt x="109184" y="559927"/>
                  </a:lnTo>
                  <a:lnTo>
                    <a:pt x="105697" y="572241"/>
                  </a:lnTo>
                  <a:lnTo>
                    <a:pt x="102138" y="584590"/>
                  </a:lnTo>
                  <a:lnTo>
                    <a:pt x="98519" y="596975"/>
                  </a:lnTo>
                  <a:lnTo>
                    <a:pt x="94850" y="609398"/>
                  </a:lnTo>
                  <a:lnTo>
                    <a:pt x="91141" y="621860"/>
                  </a:lnTo>
                  <a:lnTo>
                    <a:pt x="87403" y="634362"/>
                  </a:lnTo>
                  <a:lnTo>
                    <a:pt x="83646" y="646905"/>
                  </a:lnTo>
                  <a:lnTo>
                    <a:pt x="79880" y="659489"/>
                  </a:lnTo>
                  <a:lnTo>
                    <a:pt x="76117" y="672118"/>
                  </a:lnTo>
                  <a:lnTo>
                    <a:pt x="72367" y="684790"/>
                  </a:lnTo>
                  <a:lnTo>
                    <a:pt x="68640" y="697508"/>
                  </a:lnTo>
                  <a:lnTo>
                    <a:pt x="64947" y="710273"/>
                  </a:lnTo>
                  <a:lnTo>
                    <a:pt x="61297" y="723085"/>
                  </a:lnTo>
                  <a:lnTo>
                    <a:pt x="57702" y="735947"/>
                  </a:lnTo>
                  <a:lnTo>
                    <a:pt x="54172" y="748859"/>
                  </a:lnTo>
                  <a:lnTo>
                    <a:pt x="50718" y="761821"/>
                  </a:lnTo>
                  <a:lnTo>
                    <a:pt x="47350" y="774837"/>
                  </a:lnTo>
                  <a:lnTo>
                    <a:pt x="44078" y="787905"/>
                  </a:lnTo>
                  <a:lnTo>
                    <a:pt x="40913" y="801029"/>
                  </a:lnTo>
                  <a:lnTo>
                    <a:pt x="37865" y="814208"/>
                  </a:lnTo>
                  <a:lnTo>
                    <a:pt x="34946" y="827444"/>
                  </a:lnTo>
                  <a:lnTo>
                    <a:pt x="32164" y="840738"/>
                  </a:lnTo>
                  <a:lnTo>
                    <a:pt x="29532" y="854092"/>
                  </a:lnTo>
                  <a:lnTo>
                    <a:pt x="27058" y="867506"/>
                  </a:lnTo>
                  <a:lnTo>
                    <a:pt x="24755" y="880981"/>
                  </a:lnTo>
                  <a:lnTo>
                    <a:pt x="22631" y="894519"/>
                  </a:lnTo>
                  <a:lnTo>
                    <a:pt x="20699" y="908121"/>
                  </a:lnTo>
                  <a:lnTo>
                    <a:pt x="18967" y="921787"/>
                  </a:lnTo>
                  <a:lnTo>
                    <a:pt x="17447" y="935520"/>
                  </a:lnTo>
                  <a:lnTo>
                    <a:pt x="16149" y="949320"/>
                  </a:lnTo>
                  <a:lnTo>
                    <a:pt x="15084" y="963188"/>
                  </a:lnTo>
                  <a:lnTo>
                    <a:pt x="14262" y="977126"/>
                  </a:lnTo>
                  <a:lnTo>
                    <a:pt x="13693" y="991134"/>
                  </a:lnTo>
                  <a:lnTo>
                    <a:pt x="13388" y="1005214"/>
                  </a:lnTo>
                  <a:lnTo>
                    <a:pt x="13358" y="1019367"/>
                  </a:lnTo>
                  <a:lnTo>
                    <a:pt x="13613" y="1033594"/>
                  </a:lnTo>
                  <a:lnTo>
                    <a:pt x="14163" y="1047896"/>
                  </a:lnTo>
                  <a:lnTo>
                    <a:pt x="15019" y="1062275"/>
                  </a:lnTo>
                  <a:lnTo>
                    <a:pt x="16191" y="1076730"/>
                  </a:lnTo>
                  <a:lnTo>
                    <a:pt x="17690" y="1091265"/>
                  </a:lnTo>
                  <a:lnTo>
                    <a:pt x="19526" y="1105879"/>
                  </a:lnTo>
                  <a:lnTo>
                    <a:pt x="21710" y="1120574"/>
                  </a:lnTo>
                  <a:lnTo>
                    <a:pt x="24252" y="1135351"/>
                  </a:lnTo>
                  <a:lnTo>
                    <a:pt x="27163" y="1150211"/>
                  </a:lnTo>
                  <a:lnTo>
                    <a:pt x="30453" y="1165156"/>
                  </a:lnTo>
                  <a:lnTo>
                    <a:pt x="34133" y="1180186"/>
                  </a:lnTo>
                  <a:lnTo>
                    <a:pt x="38213" y="1195302"/>
                  </a:lnTo>
                  <a:lnTo>
                    <a:pt x="42703" y="1210506"/>
                  </a:lnTo>
                  <a:lnTo>
                    <a:pt x="47615" y="1225799"/>
                  </a:lnTo>
                  <a:lnTo>
                    <a:pt x="52958" y="1241182"/>
                  </a:lnTo>
                  <a:lnTo>
                    <a:pt x="58742" y="1256656"/>
                  </a:lnTo>
                  <a:lnTo>
                    <a:pt x="64980" y="1272223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078145" y="4358397"/>
              <a:ext cx="393600" cy="1380390"/>
            </a:xfrm>
            <a:custGeom>
              <a:avLst/>
              <a:pathLst>
                <a:path w="393600" h="1380390">
                  <a:moveTo>
                    <a:pt x="282523" y="0"/>
                  </a:moveTo>
                  <a:lnTo>
                    <a:pt x="294111" y="11964"/>
                  </a:lnTo>
                  <a:lnTo>
                    <a:pt x="304986" y="23960"/>
                  </a:lnTo>
                  <a:lnTo>
                    <a:pt x="315161" y="35986"/>
                  </a:lnTo>
                  <a:lnTo>
                    <a:pt x="324648" y="48043"/>
                  </a:lnTo>
                  <a:lnTo>
                    <a:pt x="333461" y="60132"/>
                  </a:lnTo>
                  <a:lnTo>
                    <a:pt x="341612" y="72253"/>
                  </a:lnTo>
                  <a:lnTo>
                    <a:pt x="349115" y="84405"/>
                  </a:lnTo>
                  <a:lnTo>
                    <a:pt x="355983" y="96590"/>
                  </a:lnTo>
                  <a:lnTo>
                    <a:pt x="362229" y="108808"/>
                  </a:lnTo>
                  <a:lnTo>
                    <a:pt x="367866" y="121059"/>
                  </a:lnTo>
                  <a:lnTo>
                    <a:pt x="372907" y="133343"/>
                  </a:lnTo>
                  <a:lnTo>
                    <a:pt x="377364" y="145661"/>
                  </a:lnTo>
                  <a:lnTo>
                    <a:pt x="381252" y="158013"/>
                  </a:lnTo>
                  <a:lnTo>
                    <a:pt x="384582" y="170399"/>
                  </a:lnTo>
                  <a:lnTo>
                    <a:pt x="387369" y="182819"/>
                  </a:lnTo>
                  <a:lnTo>
                    <a:pt x="389625" y="195274"/>
                  </a:lnTo>
                  <a:lnTo>
                    <a:pt x="391363" y="207765"/>
                  </a:lnTo>
                  <a:lnTo>
                    <a:pt x="392596" y="220291"/>
                  </a:lnTo>
                  <a:lnTo>
                    <a:pt x="393338" y="232852"/>
                  </a:lnTo>
                  <a:lnTo>
                    <a:pt x="393600" y="245450"/>
                  </a:lnTo>
                  <a:lnTo>
                    <a:pt x="393397" y="258083"/>
                  </a:lnTo>
                  <a:lnTo>
                    <a:pt x="392742" y="270754"/>
                  </a:lnTo>
                  <a:lnTo>
                    <a:pt x="391647" y="283462"/>
                  </a:lnTo>
                  <a:lnTo>
                    <a:pt x="390125" y="296206"/>
                  </a:lnTo>
                  <a:lnTo>
                    <a:pt x="388190" y="308989"/>
                  </a:lnTo>
                  <a:lnTo>
                    <a:pt x="385855" y="321809"/>
                  </a:lnTo>
                  <a:lnTo>
                    <a:pt x="383132" y="334667"/>
                  </a:lnTo>
                  <a:lnTo>
                    <a:pt x="380035" y="347564"/>
                  </a:lnTo>
                  <a:lnTo>
                    <a:pt x="376577" y="360499"/>
                  </a:lnTo>
                  <a:lnTo>
                    <a:pt x="372770" y="373474"/>
                  </a:lnTo>
                  <a:lnTo>
                    <a:pt x="368628" y="386488"/>
                  </a:lnTo>
                  <a:lnTo>
                    <a:pt x="364164" y="399541"/>
                  </a:lnTo>
                  <a:lnTo>
                    <a:pt x="359391" y="412635"/>
                  </a:lnTo>
                  <a:lnTo>
                    <a:pt x="354321" y="425769"/>
                  </a:lnTo>
                  <a:lnTo>
                    <a:pt x="348969" y="438943"/>
                  </a:lnTo>
                  <a:lnTo>
                    <a:pt x="343347" y="452159"/>
                  </a:lnTo>
                  <a:lnTo>
                    <a:pt x="337468" y="465415"/>
                  </a:lnTo>
                  <a:lnTo>
                    <a:pt x="331344" y="478713"/>
                  </a:lnTo>
                  <a:lnTo>
                    <a:pt x="324990" y="492053"/>
                  </a:lnTo>
                  <a:lnTo>
                    <a:pt x="318419" y="505435"/>
                  </a:lnTo>
                  <a:lnTo>
                    <a:pt x="311642" y="518859"/>
                  </a:lnTo>
                  <a:lnTo>
                    <a:pt x="304674" y="532326"/>
                  </a:lnTo>
                  <a:lnTo>
                    <a:pt x="297527" y="545836"/>
                  </a:lnTo>
                  <a:lnTo>
                    <a:pt x="290214" y="559390"/>
                  </a:lnTo>
                  <a:lnTo>
                    <a:pt x="282749" y="572987"/>
                  </a:lnTo>
                  <a:lnTo>
                    <a:pt x="275144" y="586628"/>
                  </a:lnTo>
                  <a:lnTo>
                    <a:pt x="267413" y="600313"/>
                  </a:lnTo>
                  <a:lnTo>
                    <a:pt x="259568" y="614042"/>
                  </a:lnTo>
                  <a:lnTo>
                    <a:pt x="251623" y="627817"/>
                  </a:lnTo>
                  <a:lnTo>
                    <a:pt x="243590" y="641636"/>
                  </a:lnTo>
                  <a:lnTo>
                    <a:pt x="235483" y="655501"/>
                  </a:lnTo>
                  <a:lnTo>
                    <a:pt x="227315" y="669412"/>
                  </a:lnTo>
                  <a:lnTo>
                    <a:pt x="219099" y="683369"/>
                  </a:lnTo>
                  <a:lnTo>
                    <a:pt x="210847" y="697372"/>
                  </a:lnTo>
                  <a:lnTo>
                    <a:pt x="202573" y="711422"/>
                  </a:lnTo>
                  <a:lnTo>
                    <a:pt x="194290" y="725518"/>
                  </a:lnTo>
                  <a:lnTo>
                    <a:pt x="186011" y="739662"/>
                  </a:lnTo>
                  <a:lnTo>
                    <a:pt x="177749" y="753854"/>
                  </a:lnTo>
                  <a:lnTo>
                    <a:pt x="169517" y="768093"/>
                  </a:lnTo>
                  <a:lnTo>
                    <a:pt x="161329" y="782381"/>
                  </a:lnTo>
                  <a:lnTo>
                    <a:pt x="153196" y="796717"/>
                  </a:lnTo>
                  <a:lnTo>
                    <a:pt x="145132" y="811101"/>
                  </a:lnTo>
                  <a:lnTo>
                    <a:pt x="137151" y="825535"/>
                  </a:lnTo>
                  <a:lnTo>
                    <a:pt x="129264" y="840018"/>
                  </a:lnTo>
                  <a:lnTo>
                    <a:pt x="121486" y="854551"/>
                  </a:lnTo>
                  <a:lnTo>
                    <a:pt x="113830" y="869134"/>
                  </a:lnTo>
                  <a:lnTo>
                    <a:pt x="106308" y="883767"/>
                  </a:lnTo>
                  <a:lnTo>
                    <a:pt x="98933" y="898451"/>
                  </a:lnTo>
                  <a:lnTo>
                    <a:pt x="91718" y="913186"/>
                  </a:lnTo>
                  <a:lnTo>
                    <a:pt x="84678" y="927971"/>
                  </a:lnTo>
                  <a:lnTo>
                    <a:pt x="77823" y="942809"/>
                  </a:lnTo>
                  <a:lnTo>
                    <a:pt x="71169" y="957698"/>
                  </a:lnTo>
                  <a:lnTo>
                    <a:pt x="64727" y="972639"/>
                  </a:lnTo>
                  <a:lnTo>
                    <a:pt x="58510" y="987632"/>
                  </a:lnTo>
                  <a:lnTo>
                    <a:pt x="52532" y="1002679"/>
                  </a:lnTo>
                  <a:lnTo>
                    <a:pt x="46807" y="1017778"/>
                  </a:lnTo>
                  <a:lnTo>
                    <a:pt x="41345" y="1032931"/>
                  </a:lnTo>
                  <a:lnTo>
                    <a:pt x="36162" y="1048137"/>
                  </a:lnTo>
                  <a:lnTo>
                    <a:pt x="31270" y="1063397"/>
                  </a:lnTo>
                  <a:lnTo>
                    <a:pt x="26681" y="1078711"/>
                  </a:lnTo>
                  <a:lnTo>
                    <a:pt x="22410" y="1094080"/>
                  </a:lnTo>
                  <a:lnTo>
                    <a:pt x="18469" y="1109504"/>
                  </a:lnTo>
                  <a:lnTo>
                    <a:pt x="14870" y="1124983"/>
                  </a:lnTo>
                  <a:lnTo>
                    <a:pt x="11628" y="1140517"/>
                  </a:lnTo>
                  <a:lnTo>
                    <a:pt x="8755" y="1156107"/>
                  </a:lnTo>
                  <a:lnTo>
                    <a:pt x="6264" y="1171753"/>
                  </a:lnTo>
                  <a:lnTo>
                    <a:pt x="4169" y="1187456"/>
                  </a:lnTo>
                  <a:lnTo>
                    <a:pt x="2481" y="1203215"/>
                  </a:lnTo>
                  <a:lnTo>
                    <a:pt x="1215" y="1219031"/>
                  </a:lnTo>
                  <a:lnTo>
                    <a:pt x="384" y="1234904"/>
                  </a:lnTo>
                  <a:lnTo>
                    <a:pt x="0" y="1250835"/>
                  </a:lnTo>
                  <a:lnTo>
                    <a:pt x="76" y="1266824"/>
                  </a:lnTo>
                  <a:lnTo>
                    <a:pt x="626" y="1282870"/>
                  </a:lnTo>
                  <a:lnTo>
                    <a:pt x="1662" y="1298976"/>
                  </a:lnTo>
                  <a:lnTo>
                    <a:pt x="3198" y="1315140"/>
                  </a:lnTo>
                  <a:lnTo>
                    <a:pt x="5247" y="1331363"/>
                  </a:lnTo>
                  <a:lnTo>
                    <a:pt x="7821" y="1347645"/>
                  </a:lnTo>
                  <a:lnTo>
                    <a:pt x="10934" y="1363988"/>
                  </a:lnTo>
                  <a:lnTo>
                    <a:pt x="14599" y="1380390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4745686" y="4358397"/>
              <a:ext cx="703590" cy="1435148"/>
            </a:xfrm>
            <a:custGeom>
              <a:avLst/>
              <a:pathLst>
                <a:path w="703590" h="1435148">
                  <a:moveTo>
                    <a:pt x="614982" y="0"/>
                  </a:moveTo>
                  <a:lnTo>
                    <a:pt x="626492" y="11977"/>
                  </a:lnTo>
                  <a:lnTo>
                    <a:pt x="637132" y="24009"/>
                  </a:lnTo>
                  <a:lnTo>
                    <a:pt x="646918" y="36097"/>
                  </a:lnTo>
                  <a:lnTo>
                    <a:pt x="655866" y="48240"/>
                  </a:lnTo>
                  <a:lnTo>
                    <a:pt x="663991" y="60437"/>
                  </a:lnTo>
                  <a:lnTo>
                    <a:pt x="671310" y="72690"/>
                  </a:lnTo>
                  <a:lnTo>
                    <a:pt x="677838" y="84997"/>
                  </a:lnTo>
                  <a:lnTo>
                    <a:pt x="683591" y="97359"/>
                  </a:lnTo>
                  <a:lnTo>
                    <a:pt x="688584" y="109775"/>
                  </a:lnTo>
                  <a:lnTo>
                    <a:pt x="692834" y="122246"/>
                  </a:lnTo>
                  <a:lnTo>
                    <a:pt x="696355" y="134771"/>
                  </a:lnTo>
                  <a:lnTo>
                    <a:pt x="699164" y="147349"/>
                  </a:lnTo>
                  <a:lnTo>
                    <a:pt x="701276" y="159982"/>
                  </a:lnTo>
                  <a:lnTo>
                    <a:pt x="702708" y="172669"/>
                  </a:lnTo>
                  <a:lnTo>
                    <a:pt x="703474" y="185409"/>
                  </a:lnTo>
                  <a:lnTo>
                    <a:pt x="703590" y="198203"/>
                  </a:lnTo>
                  <a:lnTo>
                    <a:pt x="703073" y="211051"/>
                  </a:lnTo>
                  <a:lnTo>
                    <a:pt x="701938" y="223952"/>
                  </a:lnTo>
                  <a:lnTo>
                    <a:pt x="700200" y="236906"/>
                  </a:lnTo>
                  <a:lnTo>
                    <a:pt x="697875" y="249914"/>
                  </a:lnTo>
                  <a:lnTo>
                    <a:pt x="694980" y="262974"/>
                  </a:lnTo>
                  <a:lnTo>
                    <a:pt x="691530" y="276087"/>
                  </a:lnTo>
                  <a:lnTo>
                    <a:pt x="687540" y="289253"/>
                  </a:lnTo>
                  <a:lnTo>
                    <a:pt x="683026" y="302472"/>
                  </a:lnTo>
                  <a:lnTo>
                    <a:pt x="678004" y="315743"/>
                  </a:lnTo>
                  <a:lnTo>
                    <a:pt x="672490" y="329067"/>
                  </a:lnTo>
                  <a:lnTo>
                    <a:pt x="666499" y="342442"/>
                  </a:lnTo>
                  <a:lnTo>
                    <a:pt x="660047" y="355871"/>
                  </a:lnTo>
                  <a:lnTo>
                    <a:pt x="653150" y="369351"/>
                  </a:lnTo>
                  <a:lnTo>
                    <a:pt x="645823" y="382883"/>
                  </a:lnTo>
                  <a:lnTo>
                    <a:pt x="638083" y="396467"/>
                  </a:lnTo>
                  <a:lnTo>
                    <a:pt x="629945" y="410102"/>
                  </a:lnTo>
                  <a:lnTo>
                    <a:pt x="621424" y="423789"/>
                  </a:lnTo>
                  <a:lnTo>
                    <a:pt x="612537" y="437528"/>
                  </a:lnTo>
                  <a:lnTo>
                    <a:pt x="603298" y="451318"/>
                  </a:lnTo>
                  <a:lnTo>
                    <a:pt x="593725" y="465159"/>
                  </a:lnTo>
                  <a:lnTo>
                    <a:pt x="583832" y="479051"/>
                  </a:lnTo>
                  <a:lnTo>
                    <a:pt x="573635" y="492994"/>
                  </a:lnTo>
                  <a:lnTo>
                    <a:pt x="563151" y="506989"/>
                  </a:lnTo>
                  <a:lnTo>
                    <a:pt x="552394" y="521033"/>
                  </a:lnTo>
                  <a:lnTo>
                    <a:pt x="541380" y="535129"/>
                  </a:lnTo>
                  <a:lnTo>
                    <a:pt x="530126" y="549275"/>
                  </a:lnTo>
                  <a:lnTo>
                    <a:pt x="518646" y="563471"/>
                  </a:lnTo>
                  <a:lnTo>
                    <a:pt x="506957" y="577717"/>
                  </a:lnTo>
                  <a:lnTo>
                    <a:pt x="495074" y="592014"/>
                  </a:lnTo>
                  <a:lnTo>
                    <a:pt x="483013" y="606361"/>
                  </a:lnTo>
                  <a:lnTo>
                    <a:pt x="470789" y="620757"/>
                  </a:lnTo>
                  <a:lnTo>
                    <a:pt x="458419" y="635204"/>
                  </a:lnTo>
                  <a:lnTo>
                    <a:pt x="445919" y="649700"/>
                  </a:lnTo>
                  <a:lnTo>
                    <a:pt x="433303" y="664245"/>
                  </a:lnTo>
                  <a:lnTo>
                    <a:pt x="420587" y="678840"/>
                  </a:lnTo>
                  <a:lnTo>
                    <a:pt x="407788" y="693484"/>
                  </a:lnTo>
                  <a:lnTo>
                    <a:pt x="394921" y="708178"/>
                  </a:lnTo>
                  <a:lnTo>
                    <a:pt x="382002" y="722920"/>
                  </a:lnTo>
                  <a:lnTo>
                    <a:pt x="369046" y="737711"/>
                  </a:lnTo>
                  <a:lnTo>
                    <a:pt x="356069" y="752552"/>
                  </a:lnTo>
                  <a:lnTo>
                    <a:pt x="343087" y="767440"/>
                  </a:lnTo>
                  <a:lnTo>
                    <a:pt x="330115" y="782378"/>
                  </a:lnTo>
                  <a:lnTo>
                    <a:pt x="317170" y="797364"/>
                  </a:lnTo>
                  <a:lnTo>
                    <a:pt x="304267" y="812398"/>
                  </a:lnTo>
                  <a:lnTo>
                    <a:pt x="291421" y="827480"/>
                  </a:lnTo>
                  <a:lnTo>
                    <a:pt x="278649" y="842611"/>
                  </a:lnTo>
                  <a:lnTo>
                    <a:pt x="265966" y="857789"/>
                  </a:lnTo>
                  <a:lnTo>
                    <a:pt x="253388" y="873016"/>
                  </a:lnTo>
                  <a:lnTo>
                    <a:pt x="240930" y="888290"/>
                  </a:lnTo>
                  <a:lnTo>
                    <a:pt x="228609" y="903611"/>
                  </a:lnTo>
                  <a:lnTo>
                    <a:pt x="216440" y="918980"/>
                  </a:lnTo>
                  <a:lnTo>
                    <a:pt x="204438" y="934397"/>
                  </a:lnTo>
                  <a:lnTo>
                    <a:pt x="192620" y="949861"/>
                  </a:lnTo>
                  <a:lnTo>
                    <a:pt x="181002" y="965372"/>
                  </a:lnTo>
                  <a:lnTo>
                    <a:pt x="169597" y="980929"/>
                  </a:lnTo>
                  <a:lnTo>
                    <a:pt x="158424" y="996534"/>
                  </a:lnTo>
                  <a:lnTo>
                    <a:pt x="147497" y="1012186"/>
                  </a:lnTo>
                  <a:lnTo>
                    <a:pt x="136832" y="1027884"/>
                  </a:lnTo>
                  <a:lnTo>
                    <a:pt x="126444" y="1043629"/>
                  </a:lnTo>
                  <a:lnTo>
                    <a:pt x="116351" y="1059420"/>
                  </a:lnTo>
                  <a:lnTo>
                    <a:pt x="106566" y="1075257"/>
                  </a:lnTo>
                  <a:lnTo>
                    <a:pt x="97106" y="1091141"/>
                  </a:lnTo>
                  <a:lnTo>
                    <a:pt x="87987" y="1107070"/>
                  </a:lnTo>
                  <a:lnTo>
                    <a:pt x="79224" y="1123046"/>
                  </a:lnTo>
                  <a:lnTo>
                    <a:pt x="70833" y="1139067"/>
                  </a:lnTo>
                  <a:lnTo>
                    <a:pt x="62830" y="1155134"/>
                  </a:lnTo>
                  <a:lnTo>
                    <a:pt x="55230" y="1171247"/>
                  </a:lnTo>
                  <a:lnTo>
                    <a:pt x="48049" y="1187405"/>
                  </a:lnTo>
                  <a:lnTo>
                    <a:pt x="41304" y="1203608"/>
                  </a:lnTo>
                  <a:lnTo>
                    <a:pt x="35009" y="1219857"/>
                  </a:lnTo>
                  <a:lnTo>
                    <a:pt x="29180" y="1236151"/>
                  </a:lnTo>
                  <a:lnTo>
                    <a:pt x="23834" y="1252489"/>
                  </a:lnTo>
                  <a:lnTo>
                    <a:pt x="18985" y="1268873"/>
                  </a:lnTo>
                  <a:lnTo>
                    <a:pt x="14649" y="1285301"/>
                  </a:lnTo>
                  <a:lnTo>
                    <a:pt x="10843" y="1301774"/>
                  </a:lnTo>
                  <a:lnTo>
                    <a:pt x="7582" y="1318291"/>
                  </a:lnTo>
                  <a:lnTo>
                    <a:pt x="4881" y="1334853"/>
                  </a:lnTo>
                  <a:lnTo>
                    <a:pt x="2757" y="1351459"/>
                  </a:lnTo>
                  <a:lnTo>
                    <a:pt x="1225" y="1368109"/>
                  </a:lnTo>
                  <a:lnTo>
                    <a:pt x="300" y="1384803"/>
                  </a:lnTo>
                  <a:lnTo>
                    <a:pt x="0" y="1401541"/>
                  </a:lnTo>
                  <a:lnTo>
                    <a:pt x="338" y="1418322"/>
                  </a:lnTo>
                  <a:lnTo>
                    <a:pt x="1331" y="1435148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694722" y="4358397"/>
              <a:ext cx="703590" cy="1435148"/>
            </a:xfrm>
            <a:custGeom>
              <a:avLst/>
              <a:pathLst>
                <a:path w="703590" h="1435148">
                  <a:moveTo>
                    <a:pt x="88608" y="0"/>
                  </a:moveTo>
                  <a:lnTo>
                    <a:pt x="77098" y="11977"/>
                  </a:lnTo>
                  <a:lnTo>
                    <a:pt x="66458" y="24009"/>
                  </a:lnTo>
                  <a:lnTo>
                    <a:pt x="56672" y="36097"/>
                  </a:lnTo>
                  <a:lnTo>
                    <a:pt x="47724" y="48240"/>
                  </a:lnTo>
                  <a:lnTo>
                    <a:pt x="39598" y="60437"/>
                  </a:lnTo>
                  <a:lnTo>
                    <a:pt x="32279" y="72690"/>
                  </a:lnTo>
                  <a:lnTo>
                    <a:pt x="25751" y="84997"/>
                  </a:lnTo>
                  <a:lnTo>
                    <a:pt x="19998" y="97359"/>
                  </a:lnTo>
                  <a:lnTo>
                    <a:pt x="15005" y="109775"/>
                  </a:lnTo>
                  <a:lnTo>
                    <a:pt x="10756" y="122246"/>
                  </a:lnTo>
                  <a:lnTo>
                    <a:pt x="7235" y="134771"/>
                  </a:lnTo>
                  <a:lnTo>
                    <a:pt x="4426" y="147349"/>
                  </a:lnTo>
                  <a:lnTo>
                    <a:pt x="2313" y="159982"/>
                  </a:lnTo>
                  <a:lnTo>
                    <a:pt x="882" y="172669"/>
                  </a:lnTo>
                  <a:lnTo>
                    <a:pt x="116" y="185409"/>
                  </a:lnTo>
                  <a:lnTo>
                    <a:pt x="0" y="198203"/>
                  </a:lnTo>
                  <a:lnTo>
                    <a:pt x="517" y="211051"/>
                  </a:lnTo>
                  <a:lnTo>
                    <a:pt x="1652" y="223952"/>
                  </a:lnTo>
                  <a:lnTo>
                    <a:pt x="3390" y="236906"/>
                  </a:lnTo>
                  <a:lnTo>
                    <a:pt x="5714" y="249914"/>
                  </a:lnTo>
                  <a:lnTo>
                    <a:pt x="8609" y="262974"/>
                  </a:lnTo>
                  <a:lnTo>
                    <a:pt x="12060" y="276087"/>
                  </a:lnTo>
                  <a:lnTo>
                    <a:pt x="16050" y="289253"/>
                  </a:lnTo>
                  <a:lnTo>
                    <a:pt x="20564" y="302472"/>
                  </a:lnTo>
                  <a:lnTo>
                    <a:pt x="25586" y="315743"/>
                  </a:lnTo>
                  <a:lnTo>
                    <a:pt x="31100" y="329067"/>
                  </a:lnTo>
                  <a:lnTo>
                    <a:pt x="37091" y="342442"/>
                  </a:lnTo>
                  <a:lnTo>
                    <a:pt x="43543" y="355871"/>
                  </a:lnTo>
                  <a:lnTo>
                    <a:pt x="50440" y="369351"/>
                  </a:lnTo>
                  <a:lnTo>
                    <a:pt x="57766" y="382883"/>
                  </a:lnTo>
                  <a:lnTo>
                    <a:pt x="65507" y="396467"/>
                  </a:lnTo>
                  <a:lnTo>
                    <a:pt x="73645" y="410102"/>
                  </a:lnTo>
                  <a:lnTo>
                    <a:pt x="82166" y="423789"/>
                  </a:lnTo>
                  <a:lnTo>
                    <a:pt x="91053" y="437528"/>
                  </a:lnTo>
                  <a:lnTo>
                    <a:pt x="100291" y="451318"/>
                  </a:lnTo>
                  <a:lnTo>
                    <a:pt x="109865" y="465159"/>
                  </a:lnTo>
                  <a:lnTo>
                    <a:pt x="119758" y="479051"/>
                  </a:lnTo>
                  <a:lnTo>
                    <a:pt x="129954" y="492994"/>
                  </a:lnTo>
                  <a:lnTo>
                    <a:pt x="140439" y="506989"/>
                  </a:lnTo>
                  <a:lnTo>
                    <a:pt x="151196" y="521033"/>
                  </a:lnTo>
                  <a:lnTo>
                    <a:pt x="162210" y="535129"/>
                  </a:lnTo>
                  <a:lnTo>
                    <a:pt x="173464" y="549275"/>
                  </a:lnTo>
                  <a:lnTo>
                    <a:pt x="184944" y="563471"/>
                  </a:lnTo>
                  <a:lnTo>
                    <a:pt x="196633" y="577717"/>
                  </a:lnTo>
                  <a:lnTo>
                    <a:pt x="208516" y="592014"/>
                  </a:lnTo>
                  <a:lnTo>
                    <a:pt x="220577" y="606361"/>
                  </a:lnTo>
                  <a:lnTo>
                    <a:pt x="232800" y="620757"/>
                  </a:lnTo>
                  <a:lnTo>
                    <a:pt x="245170" y="635204"/>
                  </a:lnTo>
                  <a:lnTo>
                    <a:pt x="257671" y="649700"/>
                  </a:lnTo>
                  <a:lnTo>
                    <a:pt x="270287" y="664245"/>
                  </a:lnTo>
                  <a:lnTo>
                    <a:pt x="283002" y="678840"/>
                  </a:lnTo>
                  <a:lnTo>
                    <a:pt x="295801" y="693484"/>
                  </a:lnTo>
                  <a:lnTo>
                    <a:pt x="308669" y="708178"/>
                  </a:lnTo>
                  <a:lnTo>
                    <a:pt x="321588" y="722920"/>
                  </a:lnTo>
                  <a:lnTo>
                    <a:pt x="334544" y="737711"/>
                  </a:lnTo>
                  <a:lnTo>
                    <a:pt x="347521" y="752552"/>
                  </a:lnTo>
                  <a:lnTo>
                    <a:pt x="360503" y="767440"/>
                  </a:lnTo>
                  <a:lnTo>
                    <a:pt x="373475" y="782378"/>
                  </a:lnTo>
                  <a:lnTo>
                    <a:pt x="386420" y="797364"/>
                  </a:lnTo>
                  <a:lnTo>
                    <a:pt x="399323" y="812398"/>
                  </a:lnTo>
                  <a:lnTo>
                    <a:pt x="412169" y="827480"/>
                  </a:lnTo>
                  <a:lnTo>
                    <a:pt x="424941" y="842611"/>
                  </a:lnTo>
                  <a:lnTo>
                    <a:pt x="437624" y="857789"/>
                  </a:lnTo>
                  <a:lnTo>
                    <a:pt x="450202" y="873016"/>
                  </a:lnTo>
                  <a:lnTo>
                    <a:pt x="462659" y="888290"/>
                  </a:lnTo>
                  <a:lnTo>
                    <a:pt x="474980" y="903611"/>
                  </a:lnTo>
                  <a:lnTo>
                    <a:pt x="487150" y="918980"/>
                  </a:lnTo>
                  <a:lnTo>
                    <a:pt x="499151" y="934397"/>
                  </a:lnTo>
                  <a:lnTo>
                    <a:pt x="510969" y="949861"/>
                  </a:lnTo>
                  <a:lnTo>
                    <a:pt x="522588" y="965372"/>
                  </a:lnTo>
                  <a:lnTo>
                    <a:pt x="533992" y="980929"/>
                  </a:lnTo>
                  <a:lnTo>
                    <a:pt x="545166" y="996534"/>
                  </a:lnTo>
                  <a:lnTo>
                    <a:pt x="556093" y="1012186"/>
                  </a:lnTo>
                  <a:lnTo>
                    <a:pt x="566758" y="1027884"/>
                  </a:lnTo>
                  <a:lnTo>
                    <a:pt x="577145" y="1043629"/>
                  </a:lnTo>
                  <a:lnTo>
                    <a:pt x="587239" y="1059420"/>
                  </a:lnTo>
                  <a:lnTo>
                    <a:pt x="597024" y="1075257"/>
                  </a:lnTo>
                  <a:lnTo>
                    <a:pt x="606484" y="1091141"/>
                  </a:lnTo>
                  <a:lnTo>
                    <a:pt x="615603" y="1107070"/>
                  </a:lnTo>
                  <a:lnTo>
                    <a:pt x="624366" y="1123046"/>
                  </a:lnTo>
                  <a:lnTo>
                    <a:pt x="632757" y="1139067"/>
                  </a:lnTo>
                  <a:lnTo>
                    <a:pt x="640760" y="1155134"/>
                  </a:lnTo>
                  <a:lnTo>
                    <a:pt x="648360" y="1171247"/>
                  </a:lnTo>
                  <a:lnTo>
                    <a:pt x="655540" y="1187405"/>
                  </a:lnTo>
                  <a:lnTo>
                    <a:pt x="662286" y="1203608"/>
                  </a:lnTo>
                  <a:lnTo>
                    <a:pt x="668581" y="1219857"/>
                  </a:lnTo>
                  <a:lnTo>
                    <a:pt x="674409" y="1236151"/>
                  </a:lnTo>
                  <a:lnTo>
                    <a:pt x="679756" y="1252489"/>
                  </a:lnTo>
                  <a:lnTo>
                    <a:pt x="684605" y="1268873"/>
                  </a:lnTo>
                  <a:lnTo>
                    <a:pt x="688940" y="1285301"/>
                  </a:lnTo>
                  <a:lnTo>
                    <a:pt x="692746" y="1301774"/>
                  </a:lnTo>
                  <a:lnTo>
                    <a:pt x="696008" y="1318291"/>
                  </a:lnTo>
                  <a:lnTo>
                    <a:pt x="698708" y="1334853"/>
                  </a:lnTo>
                  <a:lnTo>
                    <a:pt x="700833" y="1351459"/>
                  </a:lnTo>
                  <a:lnTo>
                    <a:pt x="702365" y="1368109"/>
                  </a:lnTo>
                  <a:lnTo>
                    <a:pt x="703289" y="1384803"/>
                  </a:lnTo>
                  <a:lnTo>
                    <a:pt x="703590" y="1401541"/>
                  </a:lnTo>
                  <a:lnTo>
                    <a:pt x="703252" y="1418322"/>
                  </a:lnTo>
                  <a:lnTo>
                    <a:pt x="702259" y="1435148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672253" y="4358397"/>
              <a:ext cx="393600" cy="1380390"/>
            </a:xfrm>
            <a:custGeom>
              <a:avLst/>
              <a:pathLst>
                <a:path w="393600" h="1380390">
                  <a:moveTo>
                    <a:pt x="111077" y="0"/>
                  </a:moveTo>
                  <a:lnTo>
                    <a:pt x="99488" y="11964"/>
                  </a:lnTo>
                  <a:lnTo>
                    <a:pt x="88613" y="23960"/>
                  </a:lnTo>
                  <a:lnTo>
                    <a:pt x="78439" y="35986"/>
                  </a:lnTo>
                  <a:lnTo>
                    <a:pt x="68952" y="48043"/>
                  </a:lnTo>
                  <a:lnTo>
                    <a:pt x="60139" y="60132"/>
                  </a:lnTo>
                  <a:lnTo>
                    <a:pt x="51988" y="72253"/>
                  </a:lnTo>
                  <a:lnTo>
                    <a:pt x="44484" y="84405"/>
                  </a:lnTo>
                  <a:lnTo>
                    <a:pt x="37616" y="96590"/>
                  </a:lnTo>
                  <a:lnTo>
                    <a:pt x="31371" y="108808"/>
                  </a:lnTo>
                  <a:lnTo>
                    <a:pt x="25734" y="121059"/>
                  </a:lnTo>
                  <a:lnTo>
                    <a:pt x="20693" y="133343"/>
                  </a:lnTo>
                  <a:lnTo>
                    <a:pt x="16236" y="145661"/>
                  </a:lnTo>
                  <a:lnTo>
                    <a:pt x="12348" y="158013"/>
                  </a:lnTo>
                  <a:lnTo>
                    <a:pt x="9018" y="170399"/>
                  </a:lnTo>
                  <a:lnTo>
                    <a:pt x="6231" y="182819"/>
                  </a:lnTo>
                  <a:lnTo>
                    <a:pt x="3975" y="195274"/>
                  </a:lnTo>
                  <a:lnTo>
                    <a:pt x="2237" y="207765"/>
                  </a:lnTo>
                  <a:lnTo>
                    <a:pt x="1004" y="220291"/>
                  </a:lnTo>
                  <a:lnTo>
                    <a:pt x="262" y="232852"/>
                  </a:lnTo>
                  <a:lnTo>
                    <a:pt x="0" y="245450"/>
                  </a:lnTo>
                  <a:lnTo>
                    <a:pt x="202" y="258083"/>
                  </a:lnTo>
                  <a:lnTo>
                    <a:pt x="858" y="270754"/>
                  </a:lnTo>
                  <a:lnTo>
                    <a:pt x="1953" y="283462"/>
                  </a:lnTo>
                  <a:lnTo>
                    <a:pt x="3474" y="296206"/>
                  </a:lnTo>
                  <a:lnTo>
                    <a:pt x="5409" y="308989"/>
                  </a:lnTo>
                  <a:lnTo>
                    <a:pt x="7745" y="321809"/>
                  </a:lnTo>
                  <a:lnTo>
                    <a:pt x="10468" y="334667"/>
                  </a:lnTo>
                  <a:lnTo>
                    <a:pt x="13565" y="347564"/>
                  </a:lnTo>
                  <a:lnTo>
                    <a:pt x="17023" y="360499"/>
                  </a:lnTo>
                  <a:lnTo>
                    <a:pt x="20830" y="373474"/>
                  </a:lnTo>
                  <a:lnTo>
                    <a:pt x="24972" y="386488"/>
                  </a:lnTo>
                  <a:lnTo>
                    <a:pt x="29436" y="399541"/>
                  </a:lnTo>
                  <a:lnTo>
                    <a:pt x="34209" y="412635"/>
                  </a:lnTo>
                  <a:lnTo>
                    <a:pt x="39278" y="425769"/>
                  </a:lnTo>
                  <a:lnTo>
                    <a:pt x="44631" y="438943"/>
                  </a:lnTo>
                  <a:lnTo>
                    <a:pt x="50253" y="452159"/>
                  </a:lnTo>
                  <a:lnTo>
                    <a:pt x="56132" y="465415"/>
                  </a:lnTo>
                  <a:lnTo>
                    <a:pt x="62255" y="478713"/>
                  </a:lnTo>
                  <a:lnTo>
                    <a:pt x="68610" y="492053"/>
                  </a:lnTo>
                  <a:lnTo>
                    <a:pt x="75181" y="505435"/>
                  </a:lnTo>
                  <a:lnTo>
                    <a:pt x="81958" y="518859"/>
                  </a:lnTo>
                  <a:lnTo>
                    <a:pt x="88926" y="532326"/>
                  </a:lnTo>
                  <a:lnTo>
                    <a:pt x="96073" y="545836"/>
                  </a:lnTo>
                  <a:lnTo>
                    <a:pt x="103386" y="559390"/>
                  </a:lnTo>
                  <a:lnTo>
                    <a:pt x="110851" y="572987"/>
                  </a:lnTo>
                  <a:lnTo>
                    <a:pt x="118456" y="586628"/>
                  </a:lnTo>
                  <a:lnTo>
                    <a:pt x="126187" y="600313"/>
                  </a:lnTo>
                  <a:lnTo>
                    <a:pt x="134032" y="614042"/>
                  </a:lnTo>
                  <a:lnTo>
                    <a:pt x="141977" y="627817"/>
                  </a:lnTo>
                  <a:lnTo>
                    <a:pt x="150010" y="641636"/>
                  </a:lnTo>
                  <a:lnTo>
                    <a:pt x="158117" y="655501"/>
                  </a:lnTo>
                  <a:lnTo>
                    <a:pt x="166285" y="669412"/>
                  </a:lnTo>
                  <a:lnTo>
                    <a:pt x="174501" y="683369"/>
                  </a:lnTo>
                  <a:lnTo>
                    <a:pt x="182753" y="697372"/>
                  </a:lnTo>
                  <a:lnTo>
                    <a:pt x="191027" y="711422"/>
                  </a:lnTo>
                  <a:lnTo>
                    <a:pt x="199310" y="725518"/>
                  </a:lnTo>
                  <a:lnTo>
                    <a:pt x="207589" y="739662"/>
                  </a:lnTo>
                  <a:lnTo>
                    <a:pt x="215850" y="753854"/>
                  </a:lnTo>
                  <a:lnTo>
                    <a:pt x="224082" y="768093"/>
                  </a:lnTo>
                  <a:lnTo>
                    <a:pt x="232271" y="782381"/>
                  </a:lnTo>
                  <a:lnTo>
                    <a:pt x="240404" y="796717"/>
                  </a:lnTo>
                  <a:lnTo>
                    <a:pt x="248468" y="811101"/>
                  </a:lnTo>
                  <a:lnTo>
                    <a:pt x="256449" y="825535"/>
                  </a:lnTo>
                  <a:lnTo>
                    <a:pt x="264335" y="840018"/>
                  </a:lnTo>
                  <a:lnTo>
                    <a:pt x="272113" y="854551"/>
                  </a:lnTo>
                  <a:lnTo>
                    <a:pt x="279770" y="869134"/>
                  </a:lnTo>
                  <a:lnTo>
                    <a:pt x="287292" y="883767"/>
                  </a:lnTo>
                  <a:lnTo>
                    <a:pt x="294667" y="898451"/>
                  </a:lnTo>
                  <a:lnTo>
                    <a:pt x="301881" y="913186"/>
                  </a:lnTo>
                  <a:lnTo>
                    <a:pt x="308922" y="927971"/>
                  </a:lnTo>
                  <a:lnTo>
                    <a:pt x="315777" y="942809"/>
                  </a:lnTo>
                  <a:lnTo>
                    <a:pt x="322431" y="957698"/>
                  </a:lnTo>
                  <a:lnTo>
                    <a:pt x="328873" y="972639"/>
                  </a:lnTo>
                  <a:lnTo>
                    <a:pt x="335090" y="987632"/>
                  </a:lnTo>
                  <a:lnTo>
                    <a:pt x="341067" y="1002679"/>
                  </a:lnTo>
                  <a:lnTo>
                    <a:pt x="346793" y="1017778"/>
                  </a:lnTo>
                  <a:lnTo>
                    <a:pt x="352254" y="1032931"/>
                  </a:lnTo>
                  <a:lnTo>
                    <a:pt x="357438" y="1048137"/>
                  </a:lnTo>
                  <a:lnTo>
                    <a:pt x="362330" y="1063397"/>
                  </a:lnTo>
                  <a:lnTo>
                    <a:pt x="366918" y="1078711"/>
                  </a:lnTo>
                  <a:lnTo>
                    <a:pt x="371190" y="1094080"/>
                  </a:lnTo>
                  <a:lnTo>
                    <a:pt x="375131" y="1109504"/>
                  </a:lnTo>
                  <a:lnTo>
                    <a:pt x="378730" y="1124983"/>
                  </a:lnTo>
                  <a:lnTo>
                    <a:pt x="381972" y="1140517"/>
                  </a:lnTo>
                  <a:lnTo>
                    <a:pt x="384845" y="1156107"/>
                  </a:lnTo>
                  <a:lnTo>
                    <a:pt x="387336" y="1171753"/>
                  </a:lnTo>
                  <a:lnTo>
                    <a:pt x="389431" y="1187456"/>
                  </a:lnTo>
                  <a:lnTo>
                    <a:pt x="391119" y="1203215"/>
                  </a:lnTo>
                  <a:lnTo>
                    <a:pt x="392385" y="1219031"/>
                  </a:lnTo>
                  <a:lnTo>
                    <a:pt x="393216" y="1234904"/>
                  </a:lnTo>
                  <a:lnTo>
                    <a:pt x="393600" y="1250835"/>
                  </a:lnTo>
                  <a:lnTo>
                    <a:pt x="393524" y="1266824"/>
                  </a:lnTo>
                  <a:lnTo>
                    <a:pt x="392974" y="1282870"/>
                  </a:lnTo>
                  <a:lnTo>
                    <a:pt x="391938" y="1298976"/>
                  </a:lnTo>
                  <a:lnTo>
                    <a:pt x="390402" y="1315140"/>
                  </a:lnTo>
                  <a:lnTo>
                    <a:pt x="388353" y="1331363"/>
                  </a:lnTo>
                  <a:lnTo>
                    <a:pt x="385779" y="1347645"/>
                  </a:lnTo>
                  <a:lnTo>
                    <a:pt x="382666" y="1363988"/>
                  </a:lnTo>
                  <a:lnTo>
                    <a:pt x="379001" y="1380390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635316" y="4358397"/>
              <a:ext cx="148014" cy="1272223"/>
            </a:xfrm>
            <a:custGeom>
              <a:avLst/>
              <a:pathLst>
                <a:path w="148014" h="1272223">
                  <a:moveTo>
                    <a:pt x="148014" y="0"/>
                  </a:moveTo>
                  <a:lnTo>
                    <a:pt x="136349" y="11940"/>
                  </a:lnTo>
                  <a:lnTo>
                    <a:pt x="125248" y="23861"/>
                  </a:lnTo>
                  <a:lnTo>
                    <a:pt x="114700" y="35766"/>
                  </a:lnTo>
                  <a:lnTo>
                    <a:pt x="104693" y="47655"/>
                  </a:lnTo>
                  <a:lnTo>
                    <a:pt x="95219" y="59529"/>
                  </a:lnTo>
                  <a:lnTo>
                    <a:pt x="86266" y="71389"/>
                  </a:lnTo>
                  <a:lnTo>
                    <a:pt x="77824" y="83236"/>
                  </a:lnTo>
                  <a:lnTo>
                    <a:pt x="69882" y="95073"/>
                  </a:lnTo>
                  <a:lnTo>
                    <a:pt x="62430" y="106899"/>
                  </a:lnTo>
                  <a:lnTo>
                    <a:pt x="55457" y="118715"/>
                  </a:lnTo>
                  <a:lnTo>
                    <a:pt x="48954" y="130524"/>
                  </a:lnTo>
                  <a:lnTo>
                    <a:pt x="42909" y="142326"/>
                  </a:lnTo>
                  <a:lnTo>
                    <a:pt x="37312" y="154122"/>
                  </a:lnTo>
                  <a:lnTo>
                    <a:pt x="32152" y="165914"/>
                  </a:lnTo>
                  <a:lnTo>
                    <a:pt x="27420" y="177702"/>
                  </a:lnTo>
                  <a:lnTo>
                    <a:pt x="23104" y="189488"/>
                  </a:lnTo>
                  <a:lnTo>
                    <a:pt x="19194" y="201273"/>
                  </a:lnTo>
                  <a:lnTo>
                    <a:pt x="15680" y="213058"/>
                  </a:lnTo>
                  <a:lnTo>
                    <a:pt x="12552" y="224844"/>
                  </a:lnTo>
                  <a:lnTo>
                    <a:pt x="9798" y="236632"/>
                  </a:lnTo>
                  <a:lnTo>
                    <a:pt x="7408" y="248423"/>
                  </a:lnTo>
                  <a:lnTo>
                    <a:pt x="5372" y="260219"/>
                  </a:lnTo>
                  <a:lnTo>
                    <a:pt x="3679" y="272021"/>
                  </a:lnTo>
                  <a:lnTo>
                    <a:pt x="2319" y="283829"/>
                  </a:lnTo>
                  <a:lnTo>
                    <a:pt x="1282" y="295646"/>
                  </a:lnTo>
                  <a:lnTo>
                    <a:pt x="557" y="307472"/>
                  </a:lnTo>
                  <a:lnTo>
                    <a:pt x="133" y="319307"/>
                  </a:lnTo>
                  <a:lnTo>
                    <a:pt x="0" y="331155"/>
                  </a:lnTo>
                  <a:lnTo>
                    <a:pt x="147" y="343014"/>
                  </a:lnTo>
                  <a:lnTo>
                    <a:pt x="564" y="354888"/>
                  </a:lnTo>
                  <a:lnTo>
                    <a:pt x="1241" y="366776"/>
                  </a:lnTo>
                  <a:lnTo>
                    <a:pt x="2167" y="378680"/>
                  </a:lnTo>
                  <a:lnTo>
                    <a:pt x="3332" y="390601"/>
                  </a:lnTo>
                  <a:lnTo>
                    <a:pt x="4725" y="402540"/>
                  </a:lnTo>
                  <a:lnTo>
                    <a:pt x="6336" y="414499"/>
                  </a:lnTo>
                  <a:lnTo>
                    <a:pt x="8153" y="426478"/>
                  </a:lnTo>
                  <a:lnTo>
                    <a:pt x="10168" y="438479"/>
                  </a:lnTo>
                  <a:lnTo>
                    <a:pt x="12368" y="450502"/>
                  </a:lnTo>
                  <a:lnTo>
                    <a:pt x="14745" y="462550"/>
                  </a:lnTo>
                  <a:lnTo>
                    <a:pt x="17287" y="474622"/>
                  </a:lnTo>
                  <a:lnTo>
                    <a:pt x="19984" y="486721"/>
                  </a:lnTo>
                  <a:lnTo>
                    <a:pt x="22825" y="498847"/>
                  </a:lnTo>
                  <a:lnTo>
                    <a:pt x="25800" y="511002"/>
                  </a:lnTo>
                  <a:lnTo>
                    <a:pt x="28898" y="523186"/>
                  </a:lnTo>
                  <a:lnTo>
                    <a:pt x="32109" y="535400"/>
                  </a:lnTo>
                  <a:lnTo>
                    <a:pt x="35423" y="547647"/>
                  </a:lnTo>
                  <a:lnTo>
                    <a:pt x="38829" y="559927"/>
                  </a:lnTo>
                  <a:lnTo>
                    <a:pt x="42317" y="572241"/>
                  </a:lnTo>
                  <a:lnTo>
                    <a:pt x="45875" y="584590"/>
                  </a:lnTo>
                  <a:lnTo>
                    <a:pt x="49494" y="596975"/>
                  </a:lnTo>
                  <a:lnTo>
                    <a:pt x="53164" y="609398"/>
                  </a:lnTo>
                  <a:lnTo>
                    <a:pt x="56873" y="621860"/>
                  </a:lnTo>
                  <a:lnTo>
                    <a:pt x="60611" y="634362"/>
                  </a:lnTo>
                  <a:lnTo>
                    <a:pt x="64368" y="646905"/>
                  </a:lnTo>
                  <a:lnTo>
                    <a:pt x="68133" y="659489"/>
                  </a:lnTo>
                  <a:lnTo>
                    <a:pt x="71896" y="672118"/>
                  </a:lnTo>
                  <a:lnTo>
                    <a:pt x="75646" y="684790"/>
                  </a:lnTo>
                  <a:lnTo>
                    <a:pt x="79373" y="697508"/>
                  </a:lnTo>
                  <a:lnTo>
                    <a:pt x="83067" y="710273"/>
                  </a:lnTo>
                  <a:lnTo>
                    <a:pt x="86716" y="723085"/>
                  </a:lnTo>
                  <a:lnTo>
                    <a:pt x="90311" y="735947"/>
                  </a:lnTo>
                  <a:lnTo>
                    <a:pt x="93841" y="748859"/>
                  </a:lnTo>
                  <a:lnTo>
                    <a:pt x="97295" y="761821"/>
                  </a:lnTo>
                  <a:lnTo>
                    <a:pt x="100663" y="774837"/>
                  </a:lnTo>
                  <a:lnTo>
                    <a:pt x="103935" y="787905"/>
                  </a:lnTo>
                  <a:lnTo>
                    <a:pt x="107100" y="801029"/>
                  </a:lnTo>
                  <a:lnTo>
                    <a:pt x="110148" y="814208"/>
                  </a:lnTo>
                  <a:lnTo>
                    <a:pt x="113068" y="827444"/>
                  </a:lnTo>
                  <a:lnTo>
                    <a:pt x="115849" y="840738"/>
                  </a:lnTo>
                  <a:lnTo>
                    <a:pt x="118482" y="854092"/>
                  </a:lnTo>
                  <a:lnTo>
                    <a:pt x="120955" y="867506"/>
                  </a:lnTo>
                  <a:lnTo>
                    <a:pt x="123259" y="880981"/>
                  </a:lnTo>
                  <a:lnTo>
                    <a:pt x="125382" y="894519"/>
                  </a:lnTo>
                  <a:lnTo>
                    <a:pt x="127315" y="908121"/>
                  </a:lnTo>
                  <a:lnTo>
                    <a:pt x="129046" y="921787"/>
                  </a:lnTo>
                  <a:lnTo>
                    <a:pt x="130566" y="935520"/>
                  </a:lnTo>
                  <a:lnTo>
                    <a:pt x="131864" y="949320"/>
                  </a:lnTo>
                  <a:lnTo>
                    <a:pt x="132929" y="963188"/>
                  </a:lnTo>
                  <a:lnTo>
                    <a:pt x="133751" y="977126"/>
                  </a:lnTo>
                  <a:lnTo>
                    <a:pt x="134320" y="991134"/>
                  </a:lnTo>
                  <a:lnTo>
                    <a:pt x="134625" y="1005214"/>
                  </a:lnTo>
                  <a:lnTo>
                    <a:pt x="134655" y="1019367"/>
                  </a:lnTo>
                  <a:lnTo>
                    <a:pt x="134401" y="1033594"/>
                  </a:lnTo>
                  <a:lnTo>
                    <a:pt x="133851" y="1047896"/>
                  </a:lnTo>
                  <a:lnTo>
                    <a:pt x="132995" y="1062275"/>
                  </a:lnTo>
                  <a:lnTo>
                    <a:pt x="131822" y="1076730"/>
                  </a:lnTo>
                  <a:lnTo>
                    <a:pt x="130323" y="1091265"/>
                  </a:lnTo>
                  <a:lnTo>
                    <a:pt x="128487" y="1105879"/>
                  </a:lnTo>
                  <a:lnTo>
                    <a:pt x="126303" y="1120574"/>
                  </a:lnTo>
                  <a:lnTo>
                    <a:pt x="123761" y="1135351"/>
                  </a:lnTo>
                  <a:lnTo>
                    <a:pt x="120850" y="1150211"/>
                  </a:lnTo>
                  <a:lnTo>
                    <a:pt x="117560" y="1165156"/>
                  </a:lnTo>
                  <a:lnTo>
                    <a:pt x="113880" y="1180186"/>
                  </a:lnTo>
                  <a:lnTo>
                    <a:pt x="109800" y="1195302"/>
                  </a:lnTo>
                  <a:lnTo>
                    <a:pt x="105310" y="1210506"/>
                  </a:lnTo>
                  <a:lnTo>
                    <a:pt x="100399" y="1225799"/>
                  </a:lnTo>
                  <a:lnTo>
                    <a:pt x="95056" y="1241182"/>
                  </a:lnTo>
                  <a:lnTo>
                    <a:pt x="89271" y="1256656"/>
                  </a:lnTo>
                  <a:lnTo>
                    <a:pt x="83034" y="1272223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406465" y="4358397"/>
              <a:ext cx="376864" cy="1113309"/>
            </a:xfrm>
            <a:custGeom>
              <a:avLst/>
              <a:pathLst>
                <a:path w="376864" h="1113309">
                  <a:moveTo>
                    <a:pt x="376864" y="0"/>
                  </a:moveTo>
                  <a:lnTo>
                    <a:pt x="365129" y="11903"/>
                  </a:lnTo>
                  <a:lnTo>
                    <a:pt x="353816" y="23717"/>
                  </a:lnTo>
                  <a:lnTo>
                    <a:pt x="342917" y="35443"/>
                  </a:lnTo>
                  <a:lnTo>
                    <a:pt x="332424" y="47084"/>
                  </a:lnTo>
                  <a:lnTo>
                    <a:pt x="322330" y="58642"/>
                  </a:lnTo>
                  <a:lnTo>
                    <a:pt x="312626" y="70120"/>
                  </a:lnTo>
                  <a:lnTo>
                    <a:pt x="303304" y="81519"/>
                  </a:lnTo>
                  <a:lnTo>
                    <a:pt x="294356" y="92843"/>
                  </a:lnTo>
                  <a:lnTo>
                    <a:pt x="285774" y="104093"/>
                  </a:lnTo>
                  <a:lnTo>
                    <a:pt x="277550" y="115272"/>
                  </a:lnTo>
                  <a:lnTo>
                    <a:pt x="269676" y="126382"/>
                  </a:lnTo>
                  <a:lnTo>
                    <a:pt x="262143" y="137427"/>
                  </a:lnTo>
                  <a:lnTo>
                    <a:pt x="254945" y="148407"/>
                  </a:lnTo>
                  <a:lnTo>
                    <a:pt x="248072" y="159325"/>
                  </a:lnTo>
                  <a:lnTo>
                    <a:pt x="241517" y="170185"/>
                  </a:lnTo>
                  <a:lnTo>
                    <a:pt x="235271" y="180987"/>
                  </a:lnTo>
                  <a:lnTo>
                    <a:pt x="229327" y="191736"/>
                  </a:lnTo>
                  <a:lnTo>
                    <a:pt x="223676" y="202432"/>
                  </a:lnTo>
                  <a:lnTo>
                    <a:pt x="218311" y="213078"/>
                  </a:lnTo>
                  <a:lnTo>
                    <a:pt x="213223" y="223677"/>
                  </a:lnTo>
                  <a:lnTo>
                    <a:pt x="208404" y="234231"/>
                  </a:lnTo>
                  <a:lnTo>
                    <a:pt x="203847" y="244742"/>
                  </a:lnTo>
                  <a:lnTo>
                    <a:pt x="199543" y="255213"/>
                  </a:lnTo>
                  <a:lnTo>
                    <a:pt x="195484" y="265646"/>
                  </a:lnTo>
                  <a:lnTo>
                    <a:pt x="191661" y="276044"/>
                  </a:lnTo>
                  <a:lnTo>
                    <a:pt x="188068" y="286408"/>
                  </a:lnTo>
                  <a:lnTo>
                    <a:pt x="184696" y="296742"/>
                  </a:lnTo>
                  <a:lnTo>
                    <a:pt x="181537" y="307047"/>
                  </a:lnTo>
                  <a:lnTo>
                    <a:pt x="178582" y="317326"/>
                  </a:lnTo>
                  <a:lnTo>
                    <a:pt x="175824" y="327582"/>
                  </a:lnTo>
                  <a:lnTo>
                    <a:pt x="173255" y="337816"/>
                  </a:lnTo>
                  <a:lnTo>
                    <a:pt x="170867" y="348031"/>
                  </a:lnTo>
                  <a:lnTo>
                    <a:pt x="168651" y="358230"/>
                  </a:lnTo>
                  <a:lnTo>
                    <a:pt x="166599" y="368414"/>
                  </a:lnTo>
                  <a:lnTo>
                    <a:pt x="164704" y="378587"/>
                  </a:lnTo>
                  <a:lnTo>
                    <a:pt x="162958" y="388750"/>
                  </a:lnTo>
                  <a:lnTo>
                    <a:pt x="161351" y="398906"/>
                  </a:lnTo>
                  <a:lnTo>
                    <a:pt x="159877" y="409057"/>
                  </a:lnTo>
                  <a:lnTo>
                    <a:pt x="158528" y="419206"/>
                  </a:lnTo>
                  <a:lnTo>
                    <a:pt x="157294" y="429354"/>
                  </a:lnTo>
                  <a:lnTo>
                    <a:pt x="156168" y="439505"/>
                  </a:lnTo>
                  <a:lnTo>
                    <a:pt x="155143" y="449661"/>
                  </a:lnTo>
                  <a:lnTo>
                    <a:pt x="154209" y="459824"/>
                  </a:lnTo>
                  <a:lnTo>
                    <a:pt x="153359" y="469997"/>
                  </a:lnTo>
                  <a:lnTo>
                    <a:pt x="152585" y="480181"/>
                  </a:lnTo>
                  <a:lnTo>
                    <a:pt x="151879" y="490379"/>
                  </a:lnTo>
                  <a:lnTo>
                    <a:pt x="151233" y="500594"/>
                  </a:lnTo>
                  <a:lnTo>
                    <a:pt x="150638" y="510828"/>
                  </a:lnTo>
                  <a:lnTo>
                    <a:pt x="150087" y="521083"/>
                  </a:lnTo>
                  <a:lnTo>
                    <a:pt x="149571" y="531362"/>
                  </a:lnTo>
                  <a:lnTo>
                    <a:pt x="149083" y="541667"/>
                  </a:lnTo>
                  <a:lnTo>
                    <a:pt x="148615" y="552000"/>
                  </a:lnTo>
                  <a:lnTo>
                    <a:pt x="148157" y="562364"/>
                  </a:lnTo>
                  <a:lnTo>
                    <a:pt x="147703" y="572761"/>
                  </a:lnTo>
                  <a:lnTo>
                    <a:pt x="147245" y="583194"/>
                  </a:lnTo>
                  <a:lnTo>
                    <a:pt x="146773" y="593664"/>
                  </a:lnTo>
                  <a:lnTo>
                    <a:pt x="146281" y="604175"/>
                  </a:lnTo>
                  <a:lnTo>
                    <a:pt x="145759" y="614728"/>
                  </a:lnTo>
                  <a:lnTo>
                    <a:pt x="145201" y="625326"/>
                  </a:lnTo>
                  <a:lnTo>
                    <a:pt x="144597" y="635972"/>
                  </a:lnTo>
                  <a:lnTo>
                    <a:pt x="143941" y="646667"/>
                  </a:lnTo>
                  <a:lnTo>
                    <a:pt x="143223" y="657415"/>
                  </a:lnTo>
                  <a:lnTo>
                    <a:pt x="142436" y="668217"/>
                  </a:lnTo>
                  <a:lnTo>
                    <a:pt x="141572" y="679075"/>
                  </a:lnTo>
                  <a:lnTo>
                    <a:pt x="140622" y="689993"/>
                  </a:lnTo>
                  <a:lnTo>
                    <a:pt x="139579" y="700972"/>
                  </a:lnTo>
                  <a:lnTo>
                    <a:pt x="138435" y="712016"/>
                  </a:lnTo>
                  <a:lnTo>
                    <a:pt x="137181" y="723125"/>
                  </a:lnTo>
                  <a:lnTo>
                    <a:pt x="135809" y="734303"/>
                  </a:lnTo>
                  <a:lnTo>
                    <a:pt x="134312" y="745552"/>
                  </a:lnTo>
                  <a:lnTo>
                    <a:pt x="132681" y="756875"/>
                  </a:lnTo>
                  <a:lnTo>
                    <a:pt x="130908" y="768273"/>
                  </a:lnTo>
                  <a:lnTo>
                    <a:pt x="128985" y="779750"/>
                  </a:lnTo>
                  <a:lnTo>
                    <a:pt x="126905" y="791307"/>
                  </a:lnTo>
                  <a:lnTo>
                    <a:pt x="124658" y="802946"/>
                  </a:lnTo>
                  <a:lnTo>
                    <a:pt x="122238" y="814671"/>
                  </a:lnTo>
                  <a:lnTo>
                    <a:pt x="119635" y="826484"/>
                  </a:lnTo>
                  <a:lnTo>
                    <a:pt x="116842" y="838386"/>
                  </a:lnTo>
                  <a:lnTo>
                    <a:pt x="113851" y="850381"/>
                  </a:lnTo>
                  <a:lnTo>
                    <a:pt x="110654" y="862470"/>
                  </a:lnTo>
                  <a:lnTo>
                    <a:pt x="107243" y="874657"/>
                  </a:lnTo>
                  <a:lnTo>
                    <a:pt x="103609" y="886943"/>
                  </a:lnTo>
                  <a:lnTo>
                    <a:pt x="99744" y="899331"/>
                  </a:lnTo>
                  <a:lnTo>
                    <a:pt x="95642" y="911823"/>
                  </a:lnTo>
                  <a:lnTo>
                    <a:pt x="91292" y="924421"/>
                  </a:lnTo>
                  <a:lnTo>
                    <a:pt x="86688" y="937128"/>
                  </a:lnTo>
                  <a:lnTo>
                    <a:pt x="81822" y="949947"/>
                  </a:lnTo>
                  <a:lnTo>
                    <a:pt x="76684" y="962879"/>
                  </a:lnTo>
                  <a:lnTo>
                    <a:pt x="71268" y="975927"/>
                  </a:lnTo>
                  <a:lnTo>
                    <a:pt x="65565" y="989094"/>
                  </a:lnTo>
                  <a:lnTo>
                    <a:pt x="59567" y="1002381"/>
                  </a:lnTo>
                  <a:lnTo>
                    <a:pt x="53266" y="1015791"/>
                  </a:lnTo>
                  <a:lnTo>
                    <a:pt x="46654" y="1029327"/>
                  </a:lnTo>
                  <a:lnTo>
                    <a:pt x="39723" y="1042991"/>
                  </a:lnTo>
                  <a:lnTo>
                    <a:pt x="32465" y="1056785"/>
                  </a:lnTo>
                  <a:lnTo>
                    <a:pt x="24872" y="1070711"/>
                  </a:lnTo>
                  <a:lnTo>
                    <a:pt x="16935" y="1084772"/>
                  </a:lnTo>
                  <a:lnTo>
                    <a:pt x="8647" y="1098971"/>
                  </a:lnTo>
                  <a:lnTo>
                    <a:pt x="0" y="1113309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123280" y="4358397"/>
              <a:ext cx="660050" cy="907563"/>
            </a:xfrm>
            <a:custGeom>
              <a:avLst/>
              <a:pathLst>
                <a:path w="660050" h="907563">
                  <a:moveTo>
                    <a:pt x="660050" y="0"/>
                  </a:moveTo>
                  <a:lnTo>
                    <a:pt x="648250" y="11856"/>
                  </a:lnTo>
                  <a:lnTo>
                    <a:pt x="636744" y="23530"/>
                  </a:lnTo>
                  <a:lnTo>
                    <a:pt x="625527" y="35025"/>
                  </a:lnTo>
                  <a:lnTo>
                    <a:pt x="614593" y="46345"/>
                  </a:lnTo>
                  <a:lnTo>
                    <a:pt x="603936" y="57494"/>
                  </a:lnTo>
                  <a:lnTo>
                    <a:pt x="593550" y="68477"/>
                  </a:lnTo>
                  <a:lnTo>
                    <a:pt x="583429" y="79296"/>
                  </a:lnTo>
                  <a:lnTo>
                    <a:pt x="573567" y="89955"/>
                  </a:lnTo>
                  <a:lnTo>
                    <a:pt x="563959" y="100460"/>
                  </a:lnTo>
                  <a:lnTo>
                    <a:pt x="554599" y="110814"/>
                  </a:lnTo>
                  <a:lnTo>
                    <a:pt x="545480" y="121020"/>
                  </a:lnTo>
                  <a:lnTo>
                    <a:pt x="536598" y="131083"/>
                  </a:lnTo>
                  <a:lnTo>
                    <a:pt x="527945" y="141007"/>
                  </a:lnTo>
                  <a:lnTo>
                    <a:pt x="519516" y="150795"/>
                  </a:lnTo>
                  <a:lnTo>
                    <a:pt x="511306" y="160452"/>
                  </a:lnTo>
                  <a:lnTo>
                    <a:pt x="503308" y="169982"/>
                  </a:lnTo>
                  <a:lnTo>
                    <a:pt x="495517" y="179388"/>
                  </a:lnTo>
                  <a:lnTo>
                    <a:pt x="487926" y="188674"/>
                  </a:lnTo>
                  <a:lnTo>
                    <a:pt x="480530" y="197845"/>
                  </a:lnTo>
                  <a:lnTo>
                    <a:pt x="473323" y="206904"/>
                  </a:lnTo>
                  <a:lnTo>
                    <a:pt x="466299" y="215856"/>
                  </a:lnTo>
                  <a:lnTo>
                    <a:pt x="459452" y="224704"/>
                  </a:lnTo>
                  <a:lnTo>
                    <a:pt x="452776" y="233452"/>
                  </a:lnTo>
                  <a:lnTo>
                    <a:pt x="446266" y="242104"/>
                  </a:lnTo>
                  <a:lnTo>
                    <a:pt x="439916" y="250665"/>
                  </a:lnTo>
                  <a:lnTo>
                    <a:pt x="433719" y="259138"/>
                  </a:lnTo>
                  <a:lnTo>
                    <a:pt x="427670" y="267526"/>
                  </a:lnTo>
                  <a:lnTo>
                    <a:pt x="421762" y="275835"/>
                  </a:lnTo>
                  <a:lnTo>
                    <a:pt x="415991" y="284068"/>
                  </a:lnTo>
                  <a:lnTo>
                    <a:pt x="410350" y="292229"/>
                  </a:lnTo>
                  <a:lnTo>
                    <a:pt x="404834" y="300321"/>
                  </a:lnTo>
                  <a:lnTo>
                    <a:pt x="399436" y="308350"/>
                  </a:lnTo>
                  <a:lnTo>
                    <a:pt x="394150" y="316318"/>
                  </a:lnTo>
                  <a:lnTo>
                    <a:pt x="388972" y="324231"/>
                  </a:lnTo>
                  <a:lnTo>
                    <a:pt x="383894" y="332091"/>
                  </a:lnTo>
                  <a:lnTo>
                    <a:pt x="378911" y="339902"/>
                  </a:lnTo>
                  <a:lnTo>
                    <a:pt x="374017" y="347670"/>
                  </a:lnTo>
                  <a:lnTo>
                    <a:pt x="369206" y="355397"/>
                  </a:lnTo>
                  <a:lnTo>
                    <a:pt x="364473" y="363087"/>
                  </a:lnTo>
                  <a:lnTo>
                    <a:pt x="359811" y="370745"/>
                  </a:lnTo>
                  <a:lnTo>
                    <a:pt x="355215" y="378375"/>
                  </a:lnTo>
                  <a:lnTo>
                    <a:pt x="350678" y="385980"/>
                  </a:lnTo>
                  <a:lnTo>
                    <a:pt x="346196" y="393564"/>
                  </a:lnTo>
                  <a:lnTo>
                    <a:pt x="341761" y="401132"/>
                  </a:lnTo>
                  <a:lnTo>
                    <a:pt x="337369" y="408687"/>
                  </a:lnTo>
                  <a:lnTo>
                    <a:pt x="333012" y="416234"/>
                  </a:lnTo>
                  <a:lnTo>
                    <a:pt x="328687" y="423776"/>
                  </a:lnTo>
                  <a:lnTo>
                    <a:pt x="324385" y="431316"/>
                  </a:lnTo>
                  <a:lnTo>
                    <a:pt x="320103" y="438861"/>
                  </a:lnTo>
                  <a:lnTo>
                    <a:pt x="315833" y="446412"/>
                  </a:lnTo>
                  <a:lnTo>
                    <a:pt x="311570" y="453974"/>
                  </a:lnTo>
                  <a:lnTo>
                    <a:pt x="307308" y="461551"/>
                  </a:lnTo>
                  <a:lnTo>
                    <a:pt x="303041" y="469148"/>
                  </a:lnTo>
                  <a:lnTo>
                    <a:pt x="298764" y="476767"/>
                  </a:lnTo>
                  <a:lnTo>
                    <a:pt x="294470" y="484413"/>
                  </a:lnTo>
                  <a:lnTo>
                    <a:pt x="290154" y="492090"/>
                  </a:lnTo>
                  <a:lnTo>
                    <a:pt x="285809" y="499802"/>
                  </a:lnTo>
                  <a:lnTo>
                    <a:pt x="281430" y="507552"/>
                  </a:lnTo>
                  <a:lnTo>
                    <a:pt x="277011" y="515346"/>
                  </a:lnTo>
                  <a:lnTo>
                    <a:pt x="272546" y="523186"/>
                  </a:lnTo>
                  <a:lnTo>
                    <a:pt x="268029" y="531077"/>
                  </a:lnTo>
                  <a:lnTo>
                    <a:pt x="263455" y="539022"/>
                  </a:lnTo>
                  <a:lnTo>
                    <a:pt x="258817" y="547026"/>
                  </a:lnTo>
                  <a:lnTo>
                    <a:pt x="254109" y="555092"/>
                  </a:lnTo>
                  <a:lnTo>
                    <a:pt x="249326" y="563225"/>
                  </a:lnTo>
                  <a:lnTo>
                    <a:pt x="244463" y="571428"/>
                  </a:lnTo>
                  <a:lnTo>
                    <a:pt x="239512" y="579706"/>
                  </a:lnTo>
                  <a:lnTo>
                    <a:pt x="234468" y="588062"/>
                  </a:lnTo>
                  <a:lnTo>
                    <a:pt x="229325" y="596501"/>
                  </a:lnTo>
                  <a:lnTo>
                    <a:pt x="224078" y="605025"/>
                  </a:lnTo>
                  <a:lnTo>
                    <a:pt x="218720" y="613640"/>
                  </a:lnTo>
                  <a:lnTo>
                    <a:pt x="213246" y="622350"/>
                  </a:lnTo>
                  <a:lnTo>
                    <a:pt x="207650" y="631157"/>
                  </a:lnTo>
                  <a:lnTo>
                    <a:pt x="201926" y="640066"/>
                  </a:lnTo>
                  <a:lnTo>
                    <a:pt x="196067" y="649082"/>
                  </a:lnTo>
                  <a:lnTo>
                    <a:pt x="190069" y="658207"/>
                  </a:lnTo>
                  <a:lnTo>
                    <a:pt x="183925" y="667447"/>
                  </a:lnTo>
                  <a:lnTo>
                    <a:pt x="177629" y="676804"/>
                  </a:lnTo>
                  <a:lnTo>
                    <a:pt x="171176" y="686283"/>
                  </a:lnTo>
                  <a:lnTo>
                    <a:pt x="164559" y="695889"/>
                  </a:lnTo>
                  <a:lnTo>
                    <a:pt x="157773" y="705624"/>
                  </a:lnTo>
                  <a:lnTo>
                    <a:pt x="150813" y="715492"/>
                  </a:lnTo>
                  <a:lnTo>
                    <a:pt x="143671" y="725499"/>
                  </a:lnTo>
                  <a:lnTo>
                    <a:pt x="136342" y="735647"/>
                  </a:lnTo>
                  <a:lnTo>
                    <a:pt x="128821" y="745941"/>
                  </a:lnTo>
                  <a:lnTo>
                    <a:pt x="121101" y="756384"/>
                  </a:lnTo>
                  <a:lnTo>
                    <a:pt x="113176" y="766981"/>
                  </a:lnTo>
                  <a:lnTo>
                    <a:pt x="105042" y="777736"/>
                  </a:lnTo>
                  <a:lnTo>
                    <a:pt x="96691" y="788652"/>
                  </a:lnTo>
                  <a:lnTo>
                    <a:pt x="88118" y="799733"/>
                  </a:lnTo>
                  <a:lnTo>
                    <a:pt x="79317" y="810984"/>
                  </a:lnTo>
                  <a:lnTo>
                    <a:pt x="70282" y="822408"/>
                  </a:lnTo>
                  <a:lnTo>
                    <a:pt x="61008" y="834009"/>
                  </a:lnTo>
                  <a:lnTo>
                    <a:pt x="51488" y="845792"/>
                  </a:lnTo>
                  <a:lnTo>
                    <a:pt x="41717" y="857760"/>
                  </a:lnTo>
                  <a:lnTo>
                    <a:pt x="31688" y="869917"/>
                  </a:lnTo>
                  <a:lnTo>
                    <a:pt x="21396" y="882267"/>
                  </a:lnTo>
                  <a:lnTo>
                    <a:pt x="10835" y="894815"/>
                  </a:lnTo>
                  <a:lnTo>
                    <a:pt x="0" y="907563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875766" y="4358397"/>
              <a:ext cx="907563" cy="660050"/>
            </a:xfrm>
            <a:custGeom>
              <a:avLst/>
              <a:pathLst>
                <a:path w="907563" h="660050">
                  <a:moveTo>
                    <a:pt x="907563" y="0"/>
                  </a:moveTo>
                  <a:lnTo>
                    <a:pt x="895706" y="11800"/>
                  </a:lnTo>
                  <a:lnTo>
                    <a:pt x="884032" y="23305"/>
                  </a:lnTo>
                  <a:lnTo>
                    <a:pt x="872537" y="34522"/>
                  </a:lnTo>
                  <a:lnTo>
                    <a:pt x="861217" y="45457"/>
                  </a:lnTo>
                  <a:lnTo>
                    <a:pt x="850068" y="56114"/>
                  </a:lnTo>
                  <a:lnTo>
                    <a:pt x="839086" y="66500"/>
                  </a:lnTo>
                  <a:lnTo>
                    <a:pt x="828267" y="76621"/>
                  </a:lnTo>
                  <a:lnTo>
                    <a:pt x="817607" y="86482"/>
                  </a:lnTo>
                  <a:lnTo>
                    <a:pt x="807102" y="96090"/>
                  </a:lnTo>
                  <a:lnTo>
                    <a:pt x="796749" y="105450"/>
                  </a:lnTo>
                  <a:lnTo>
                    <a:pt x="786543" y="114569"/>
                  </a:lnTo>
                  <a:lnTo>
                    <a:pt x="776480" y="123452"/>
                  </a:lnTo>
                  <a:lnTo>
                    <a:pt x="766556" y="132105"/>
                  </a:lnTo>
                  <a:lnTo>
                    <a:pt x="756767" y="140533"/>
                  </a:lnTo>
                  <a:lnTo>
                    <a:pt x="747111" y="148743"/>
                  </a:lnTo>
                  <a:lnTo>
                    <a:pt x="737581" y="156741"/>
                  </a:lnTo>
                  <a:lnTo>
                    <a:pt x="728175" y="164533"/>
                  </a:lnTo>
                  <a:lnTo>
                    <a:pt x="718889" y="172124"/>
                  </a:lnTo>
                  <a:lnTo>
                    <a:pt x="709718" y="179520"/>
                  </a:lnTo>
                  <a:lnTo>
                    <a:pt x="700658" y="186727"/>
                  </a:lnTo>
                  <a:lnTo>
                    <a:pt x="691707" y="193751"/>
                  </a:lnTo>
                  <a:lnTo>
                    <a:pt x="682859" y="200597"/>
                  </a:lnTo>
                  <a:lnTo>
                    <a:pt x="674111" y="207273"/>
                  </a:lnTo>
                  <a:lnTo>
                    <a:pt x="665458" y="213783"/>
                  </a:lnTo>
                  <a:lnTo>
                    <a:pt x="656898" y="220134"/>
                  </a:lnTo>
                  <a:lnTo>
                    <a:pt x="648425" y="226331"/>
                  </a:lnTo>
                  <a:lnTo>
                    <a:pt x="640036" y="232380"/>
                  </a:lnTo>
                  <a:lnTo>
                    <a:pt x="631727" y="238287"/>
                  </a:lnTo>
                  <a:lnTo>
                    <a:pt x="623495" y="244058"/>
                  </a:lnTo>
                  <a:lnTo>
                    <a:pt x="615334" y="249699"/>
                  </a:lnTo>
                  <a:lnTo>
                    <a:pt x="607241" y="255215"/>
                  </a:lnTo>
                  <a:lnTo>
                    <a:pt x="599213" y="260614"/>
                  </a:lnTo>
                  <a:lnTo>
                    <a:pt x="591244" y="265899"/>
                  </a:lnTo>
                  <a:lnTo>
                    <a:pt x="583332" y="271078"/>
                  </a:lnTo>
                  <a:lnTo>
                    <a:pt x="575472" y="276156"/>
                  </a:lnTo>
                  <a:lnTo>
                    <a:pt x="567660" y="281139"/>
                  </a:lnTo>
                  <a:lnTo>
                    <a:pt x="559893" y="286033"/>
                  </a:lnTo>
                  <a:lnTo>
                    <a:pt x="552166" y="290843"/>
                  </a:lnTo>
                  <a:lnTo>
                    <a:pt x="544475" y="295577"/>
                  </a:lnTo>
                  <a:lnTo>
                    <a:pt x="536817" y="300239"/>
                  </a:lnTo>
                  <a:lnTo>
                    <a:pt x="529188" y="304835"/>
                  </a:lnTo>
                  <a:lnTo>
                    <a:pt x="521583" y="309371"/>
                  </a:lnTo>
                  <a:lnTo>
                    <a:pt x="513998" y="313854"/>
                  </a:lnTo>
                  <a:lnTo>
                    <a:pt x="506430" y="318288"/>
                  </a:lnTo>
                  <a:lnTo>
                    <a:pt x="498875" y="322681"/>
                  </a:lnTo>
                  <a:lnTo>
                    <a:pt x="491329" y="327037"/>
                  </a:lnTo>
                  <a:lnTo>
                    <a:pt x="483787" y="331363"/>
                  </a:lnTo>
                  <a:lnTo>
                    <a:pt x="476246" y="335664"/>
                  </a:lnTo>
                  <a:lnTo>
                    <a:pt x="468702" y="339947"/>
                  </a:lnTo>
                  <a:lnTo>
                    <a:pt x="461151" y="344216"/>
                  </a:lnTo>
                  <a:lnTo>
                    <a:pt x="453589" y="348479"/>
                  </a:lnTo>
                  <a:lnTo>
                    <a:pt x="446011" y="352741"/>
                  </a:lnTo>
                  <a:lnTo>
                    <a:pt x="438415" y="357008"/>
                  </a:lnTo>
                  <a:lnTo>
                    <a:pt x="430796" y="361285"/>
                  </a:lnTo>
                  <a:lnTo>
                    <a:pt x="423150" y="365579"/>
                  </a:lnTo>
                  <a:lnTo>
                    <a:pt x="415473" y="369896"/>
                  </a:lnTo>
                  <a:lnTo>
                    <a:pt x="407761" y="374241"/>
                  </a:lnTo>
                  <a:lnTo>
                    <a:pt x="400010" y="378620"/>
                  </a:lnTo>
                  <a:lnTo>
                    <a:pt x="392217" y="383039"/>
                  </a:lnTo>
                  <a:lnTo>
                    <a:pt x="384377" y="387504"/>
                  </a:lnTo>
                  <a:lnTo>
                    <a:pt x="376486" y="392020"/>
                  </a:lnTo>
                  <a:lnTo>
                    <a:pt x="368541" y="396595"/>
                  </a:lnTo>
                  <a:lnTo>
                    <a:pt x="360537" y="401233"/>
                  </a:lnTo>
                  <a:lnTo>
                    <a:pt x="352470" y="405940"/>
                  </a:lnTo>
                  <a:lnTo>
                    <a:pt x="344338" y="410723"/>
                  </a:lnTo>
                  <a:lnTo>
                    <a:pt x="336134" y="415587"/>
                  </a:lnTo>
                  <a:lnTo>
                    <a:pt x="327856" y="420538"/>
                  </a:lnTo>
                  <a:lnTo>
                    <a:pt x="319500" y="425581"/>
                  </a:lnTo>
                  <a:lnTo>
                    <a:pt x="311062" y="430724"/>
                  </a:lnTo>
                  <a:lnTo>
                    <a:pt x="302537" y="435971"/>
                  </a:lnTo>
                  <a:lnTo>
                    <a:pt x="293922" y="441329"/>
                  </a:lnTo>
                  <a:lnTo>
                    <a:pt x="285213" y="446803"/>
                  </a:lnTo>
                  <a:lnTo>
                    <a:pt x="276406" y="452399"/>
                  </a:lnTo>
                  <a:lnTo>
                    <a:pt x="267496" y="458124"/>
                  </a:lnTo>
                  <a:lnTo>
                    <a:pt x="258481" y="463982"/>
                  </a:lnTo>
                  <a:lnTo>
                    <a:pt x="249355" y="469981"/>
                  </a:lnTo>
                  <a:lnTo>
                    <a:pt x="240116" y="476125"/>
                  </a:lnTo>
                  <a:lnTo>
                    <a:pt x="230758" y="482420"/>
                  </a:lnTo>
                  <a:lnTo>
                    <a:pt x="221279" y="488874"/>
                  </a:lnTo>
                  <a:lnTo>
                    <a:pt x="211674" y="495490"/>
                  </a:lnTo>
                  <a:lnTo>
                    <a:pt x="201939" y="502276"/>
                  </a:lnTo>
                  <a:lnTo>
                    <a:pt x="192070" y="509237"/>
                  </a:lnTo>
                  <a:lnTo>
                    <a:pt x="182064" y="516379"/>
                  </a:lnTo>
                  <a:lnTo>
                    <a:pt x="171916" y="523707"/>
                  </a:lnTo>
                  <a:lnTo>
                    <a:pt x="161622" y="531229"/>
                  </a:lnTo>
                  <a:lnTo>
                    <a:pt x="151178" y="538949"/>
                  </a:lnTo>
                  <a:lnTo>
                    <a:pt x="140581" y="546873"/>
                  </a:lnTo>
                  <a:lnTo>
                    <a:pt x="129827" y="555008"/>
                  </a:lnTo>
                  <a:lnTo>
                    <a:pt x="118911" y="563359"/>
                  </a:lnTo>
                  <a:lnTo>
                    <a:pt x="107830" y="571932"/>
                  </a:lnTo>
                  <a:lnTo>
                    <a:pt x="96579" y="580732"/>
                  </a:lnTo>
                  <a:lnTo>
                    <a:pt x="85155" y="589767"/>
                  </a:lnTo>
                  <a:lnTo>
                    <a:pt x="73553" y="599042"/>
                  </a:lnTo>
                  <a:lnTo>
                    <a:pt x="61771" y="608562"/>
                  </a:lnTo>
                  <a:lnTo>
                    <a:pt x="49803" y="618333"/>
                  </a:lnTo>
                  <a:lnTo>
                    <a:pt x="37646" y="628362"/>
                  </a:lnTo>
                  <a:lnTo>
                    <a:pt x="25295" y="638653"/>
                  </a:lnTo>
                  <a:lnTo>
                    <a:pt x="12748" y="649214"/>
                  </a:lnTo>
                  <a:lnTo>
                    <a:pt x="0" y="660050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670020" y="4358397"/>
              <a:ext cx="1113309" cy="376864"/>
            </a:xfrm>
            <a:custGeom>
              <a:avLst/>
              <a:pathLst>
                <a:path w="1113309" h="376864">
                  <a:moveTo>
                    <a:pt x="1113309" y="0"/>
                  </a:moveTo>
                  <a:lnTo>
                    <a:pt x="1101406" y="11735"/>
                  </a:lnTo>
                  <a:lnTo>
                    <a:pt x="1089592" y="23048"/>
                  </a:lnTo>
                  <a:lnTo>
                    <a:pt x="1077866" y="33947"/>
                  </a:lnTo>
                  <a:lnTo>
                    <a:pt x="1066225" y="44440"/>
                  </a:lnTo>
                  <a:lnTo>
                    <a:pt x="1054667" y="54534"/>
                  </a:lnTo>
                  <a:lnTo>
                    <a:pt x="1043189" y="64238"/>
                  </a:lnTo>
                  <a:lnTo>
                    <a:pt x="1031790" y="73560"/>
                  </a:lnTo>
                  <a:lnTo>
                    <a:pt x="1020466" y="82508"/>
                  </a:lnTo>
                  <a:lnTo>
                    <a:pt x="1009216" y="91090"/>
                  </a:lnTo>
                  <a:lnTo>
                    <a:pt x="998037" y="99314"/>
                  </a:lnTo>
                  <a:lnTo>
                    <a:pt x="986926" y="107188"/>
                  </a:lnTo>
                  <a:lnTo>
                    <a:pt x="975882" y="114721"/>
                  </a:lnTo>
                  <a:lnTo>
                    <a:pt x="964902" y="121919"/>
                  </a:lnTo>
                  <a:lnTo>
                    <a:pt x="953983" y="128792"/>
                  </a:lnTo>
                  <a:lnTo>
                    <a:pt x="943124" y="135347"/>
                  </a:lnTo>
                  <a:lnTo>
                    <a:pt x="932321" y="141593"/>
                  </a:lnTo>
                  <a:lnTo>
                    <a:pt x="921573" y="147537"/>
                  </a:lnTo>
                  <a:lnTo>
                    <a:pt x="910877" y="153188"/>
                  </a:lnTo>
                  <a:lnTo>
                    <a:pt x="900231" y="158553"/>
                  </a:lnTo>
                  <a:lnTo>
                    <a:pt x="889632" y="163641"/>
                  </a:lnTo>
                  <a:lnTo>
                    <a:pt x="879078" y="168460"/>
                  </a:lnTo>
                  <a:lnTo>
                    <a:pt x="868567" y="173017"/>
                  </a:lnTo>
                  <a:lnTo>
                    <a:pt x="858096" y="177321"/>
                  </a:lnTo>
                  <a:lnTo>
                    <a:pt x="847663" y="181380"/>
                  </a:lnTo>
                  <a:lnTo>
                    <a:pt x="837265" y="185203"/>
                  </a:lnTo>
                  <a:lnTo>
                    <a:pt x="826901" y="188796"/>
                  </a:lnTo>
                  <a:lnTo>
                    <a:pt x="816567" y="192168"/>
                  </a:lnTo>
                  <a:lnTo>
                    <a:pt x="806262" y="195327"/>
                  </a:lnTo>
                  <a:lnTo>
                    <a:pt x="795983" y="198282"/>
                  </a:lnTo>
                  <a:lnTo>
                    <a:pt x="785727" y="201040"/>
                  </a:lnTo>
                  <a:lnTo>
                    <a:pt x="775493" y="203609"/>
                  </a:lnTo>
                  <a:lnTo>
                    <a:pt x="765278" y="205997"/>
                  </a:lnTo>
                  <a:lnTo>
                    <a:pt x="755079" y="208213"/>
                  </a:lnTo>
                  <a:lnTo>
                    <a:pt x="744895" y="210265"/>
                  </a:lnTo>
                  <a:lnTo>
                    <a:pt x="734722" y="212160"/>
                  </a:lnTo>
                  <a:lnTo>
                    <a:pt x="724559" y="213906"/>
                  </a:lnTo>
                  <a:lnTo>
                    <a:pt x="714403" y="215513"/>
                  </a:lnTo>
                  <a:lnTo>
                    <a:pt x="704252" y="216987"/>
                  </a:lnTo>
                  <a:lnTo>
                    <a:pt x="694103" y="218336"/>
                  </a:lnTo>
                  <a:lnTo>
                    <a:pt x="683955" y="219570"/>
                  </a:lnTo>
                  <a:lnTo>
                    <a:pt x="673803" y="220696"/>
                  </a:lnTo>
                  <a:lnTo>
                    <a:pt x="663648" y="221721"/>
                  </a:lnTo>
                  <a:lnTo>
                    <a:pt x="653485" y="222655"/>
                  </a:lnTo>
                  <a:lnTo>
                    <a:pt x="643312" y="223505"/>
                  </a:lnTo>
                  <a:lnTo>
                    <a:pt x="633128" y="224279"/>
                  </a:lnTo>
                  <a:lnTo>
                    <a:pt x="622930" y="224985"/>
                  </a:lnTo>
                  <a:lnTo>
                    <a:pt x="612715" y="225631"/>
                  </a:lnTo>
                  <a:lnTo>
                    <a:pt x="602481" y="226226"/>
                  </a:lnTo>
                  <a:lnTo>
                    <a:pt x="592226" y="226777"/>
                  </a:lnTo>
                  <a:lnTo>
                    <a:pt x="581947" y="227293"/>
                  </a:lnTo>
                  <a:lnTo>
                    <a:pt x="571642" y="227781"/>
                  </a:lnTo>
                  <a:lnTo>
                    <a:pt x="561309" y="228249"/>
                  </a:lnTo>
                  <a:lnTo>
                    <a:pt x="550945" y="228707"/>
                  </a:lnTo>
                  <a:lnTo>
                    <a:pt x="540548" y="229161"/>
                  </a:lnTo>
                  <a:lnTo>
                    <a:pt x="530115" y="229619"/>
                  </a:lnTo>
                  <a:lnTo>
                    <a:pt x="519645" y="230091"/>
                  </a:lnTo>
                  <a:lnTo>
                    <a:pt x="509134" y="230583"/>
                  </a:lnTo>
                  <a:lnTo>
                    <a:pt x="498581" y="231105"/>
                  </a:lnTo>
                  <a:lnTo>
                    <a:pt x="487982" y="231663"/>
                  </a:lnTo>
                  <a:lnTo>
                    <a:pt x="477337" y="232267"/>
                  </a:lnTo>
                  <a:lnTo>
                    <a:pt x="466641" y="232923"/>
                  </a:lnTo>
                  <a:lnTo>
                    <a:pt x="455894" y="233641"/>
                  </a:lnTo>
                  <a:lnTo>
                    <a:pt x="445092" y="234428"/>
                  </a:lnTo>
                  <a:lnTo>
                    <a:pt x="434234" y="235292"/>
                  </a:lnTo>
                  <a:lnTo>
                    <a:pt x="423316" y="236242"/>
                  </a:lnTo>
                  <a:lnTo>
                    <a:pt x="412336" y="237285"/>
                  </a:lnTo>
                  <a:lnTo>
                    <a:pt x="401293" y="238429"/>
                  </a:lnTo>
                  <a:lnTo>
                    <a:pt x="390184" y="239683"/>
                  </a:lnTo>
                  <a:lnTo>
                    <a:pt x="379006" y="241055"/>
                  </a:lnTo>
                  <a:lnTo>
                    <a:pt x="367756" y="242552"/>
                  </a:lnTo>
                  <a:lnTo>
                    <a:pt x="356434" y="244183"/>
                  </a:lnTo>
                  <a:lnTo>
                    <a:pt x="345036" y="245956"/>
                  </a:lnTo>
                  <a:lnTo>
                    <a:pt x="333559" y="247879"/>
                  </a:lnTo>
                  <a:lnTo>
                    <a:pt x="322002" y="249959"/>
                  </a:lnTo>
                  <a:lnTo>
                    <a:pt x="310363" y="252206"/>
                  </a:lnTo>
                  <a:lnTo>
                    <a:pt x="298638" y="254626"/>
                  </a:lnTo>
                  <a:lnTo>
                    <a:pt x="286825" y="257229"/>
                  </a:lnTo>
                  <a:lnTo>
                    <a:pt x="274923" y="260022"/>
                  </a:lnTo>
                  <a:lnTo>
                    <a:pt x="262928" y="263013"/>
                  </a:lnTo>
                  <a:lnTo>
                    <a:pt x="250838" y="266210"/>
                  </a:lnTo>
                  <a:lnTo>
                    <a:pt x="238652" y="269621"/>
                  </a:lnTo>
                  <a:lnTo>
                    <a:pt x="226366" y="273255"/>
                  </a:lnTo>
                  <a:lnTo>
                    <a:pt x="213978" y="277120"/>
                  </a:lnTo>
                  <a:lnTo>
                    <a:pt x="201486" y="281222"/>
                  </a:lnTo>
                  <a:lnTo>
                    <a:pt x="188888" y="285572"/>
                  </a:lnTo>
                  <a:lnTo>
                    <a:pt x="176181" y="290176"/>
                  </a:lnTo>
                  <a:lnTo>
                    <a:pt x="163362" y="295042"/>
                  </a:lnTo>
                  <a:lnTo>
                    <a:pt x="150430" y="300180"/>
                  </a:lnTo>
                  <a:lnTo>
                    <a:pt x="137382" y="305596"/>
                  </a:lnTo>
                  <a:lnTo>
                    <a:pt x="124215" y="311299"/>
                  </a:lnTo>
                  <a:lnTo>
                    <a:pt x="110928" y="317297"/>
                  </a:lnTo>
                  <a:lnTo>
                    <a:pt x="97518" y="323598"/>
                  </a:lnTo>
                  <a:lnTo>
                    <a:pt x="83982" y="330210"/>
                  </a:lnTo>
                  <a:lnTo>
                    <a:pt x="70318" y="337141"/>
                  </a:lnTo>
                  <a:lnTo>
                    <a:pt x="56524" y="344399"/>
                  </a:lnTo>
                  <a:lnTo>
                    <a:pt x="42598" y="351992"/>
                  </a:lnTo>
                  <a:lnTo>
                    <a:pt x="28536" y="359929"/>
                  </a:lnTo>
                  <a:lnTo>
                    <a:pt x="14338" y="368217"/>
                  </a:lnTo>
                  <a:lnTo>
                    <a:pt x="0" y="376864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2511107" y="4358397"/>
              <a:ext cx="1272223" cy="148014"/>
            </a:xfrm>
            <a:custGeom>
              <a:avLst/>
              <a:pathLst>
                <a:path w="1272223" h="148014">
                  <a:moveTo>
                    <a:pt x="1272223" y="0"/>
                  </a:moveTo>
                  <a:lnTo>
                    <a:pt x="1260283" y="11664"/>
                  </a:lnTo>
                  <a:lnTo>
                    <a:pt x="1248361" y="22765"/>
                  </a:lnTo>
                  <a:lnTo>
                    <a:pt x="1236456" y="33314"/>
                  </a:lnTo>
                  <a:lnTo>
                    <a:pt x="1224567" y="43320"/>
                  </a:lnTo>
                  <a:lnTo>
                    <a:pt x="1212694" y="52794"/>
                  </a:lnTo>
                  <a:lnTo>
                    <a:pt x="1200833" y="61747"/>
                  </a:lnTo>
                  <a:lnTo>
                    <a:pt x="1188986" y="70190"/>
                  </a:lnTo>
                  <a:lnTo>
                    <a:pt x="1177149" y="78132"/>
                  </a:lnTo>
                  <a:lnTo>
                    <a:pt x="1165324" y="85584"/>
                  </a:lnTo>
                  <a:lnTo>
                    <a:pt x="1153507" y="92556"/>
                  </a:lnTo>
                  <a:lnTo>
                    <a:pt x="1141698" y="99060"/>
                  </a:lnTo>
                  <a:lnTo>
                    <a:pt x="1129896" y="105105"/>
                  </a:lnTo>
                  <a:lnTo>
                    <a:pt x="1118100" y="110702"/>
                  </a:lnTo>
                  <a:lnTo>
                    <a:pt x="1106308" y="115861"/>
                  </a:lnTo>
                  <a:lnTo>
                    <a:pt x="1094520" y="120594"/>
                  </a:lnTo>
                  <a:lnTo>
                    <a:pt x="1082734" y="124909"/>
                  </a:lnTo>
                  <a:lnTo>
                    <a:pt x="1070949" y="128819"/>
                  </a:lnTo>
                  <a:lnTo>
                    <a:pt x="1059164" y="132333"/>
                  </a:lnTo>
                  <a:lnTo>
                    <a:pt x="1047379" y="135462"/>
                  </a:lnTo>
                  <a:lnTo>
                    <a:pt x="1035590" y="138216"/>
                  </a:lnTo>
                  <a:lnTo>
                    <a:pt x="1023799" y="140605"/>
                  </a:lnTo>
                  <a:lnTo>
                    <a:pt x="1012003" y="142641"/>
                  </a:lnTo>
                  <a:lnTo>
                    <a:pt x="1000201" y="144334"/>
                  </a:lnTo>
                  <a:lnTo>
                    <a:pt x="988393" y="145694"/>
                  </a:lnTo>
                  <a:lnTo>
                    <a:pt x="976576" y="146731"/>
                  </a:lnTo>
                  <a:lnTo>
                    <a:pt x="964751" y="147457"/>
                  </a:lnTo>
                  <a:lnTo>
                    <a:pt x="952915" y="147881"/>
                  </a:lnTo>
                  <a:lnTo>
                    <a:pt x="941068" y="148014"/>
                  </a:lnTo>
                  <a:lnTo>
                    <a:pt x="929208" y="147866"/>
                  </a:lnTo>
                  <a:lnTo>
                    <a:pt x="917334" y="147449"/>
                  </a:lnTo>
                  <a:lnTo>
                    <a:pt x="905446" y="146772"/>
                  </a:lnTo>
                  <a:lnTo>
                    <a:pt x="893542" y="145846"/>
                  </a:lnTo>
                  <a:lnTo>
                    <a:pt x="881621" y="144681"/>
                  </a:lnTo>
                  <a:lnTo>
                    <a:pt x="869682" y="143288"/>
                  </a:lnTo>
                  <a:lnTo>
                    <a:pt x="857723" y="141678"/>
                  </a:lnTo>
                  <a:lnTo>
                    <a:pt x="845744" y="139860"/>
                  </a:lnTo>
                  <a:lnTo>
                    <a:pt x="833743" y="137846"/>
                  </a:lnTo>
                  <a:lnTo>
                    <a:pt x="821720" y="135645"/>
                  </a:lnTo>
                  <a:lnTo>
                    <a:pt x="809672" y="133268"/>
                  </a:lnTo>
                  <a:lnTo>
                    <a:pt x="797600" y="130726"/>
                  </a:lnTo>
                  <a:lnTo>
                    <a:pt x="785501" y="128030"/>
                  </a:lnTo>
                  <a:lnTo>
                    <a:pt x="773375" y="125189"/>
                  </a:lnTo>
                  <a:lnTo>
                    <a:pt x="761221" y="122214"/>
                  </a:lnTo>
                  <a:lnTo>
                    <a:pt x="749036" y="119115"/>
                  </a:lnTo>
                  <a:lnTo>
                    <a:pt x="736822" y="115904"/>
                  </a:lnTo>
                  <a:lnTo>
                    <a:pt x="724575" y="112590"/>
                  </a:lnTo>
                  <a:lnTo>
                    <a:pt x="712295" y="109184"/>
                  </a:lnTo>
                  <a:lnTo>
                    <a:pt x="699981" y="105697"/>
                  </a:lnTo>
                  <a:lnTo>
                    <a:pt x="687632" y="102138"/>
                  </a:lnTo>
                  <a:lnTo>
                    <a:pt x="675247" y="98519"/>
                  </a:lnTo>
                  <a:lnTo>
                    <a:pt x="662824" y="94850"/>
                  </a:lnTo>
                  <a:lnTo>
                    <a:pt x="650362" y="91141"/>
                  </a:lnTo>
                  <a:lnTo>
                    <a:pt x="637860" y="87403"/>
                  </a:lnTo>
                  <a:lnTo>
                    <a:pt x="625317" y="83646"/>
                  </a:lnTo>
                  <a:lnTo>
                    <a:pt x="612733" y="79880"/>
                  </a:lnTo>
                  <a:lnTo>
                    <a:pt x="600105" y="76117"/>
                  </a:lnTo>
                  <a:lnTo>
                    <a:pt x="587432" y="72367"/>
                  </a:lnTo>
                  <a:lnTo>
                    <a:pt x="574714" y="68640"/>
                  </a:lnTo>
                  <a:lnTo>
                    <a:pt x="561949" y="64947"/>
                  </a:lnTo>
                  <a:lnTo>
                    <a:pt x="549137" y="61297"/>
                  </a:lnTo>
                  <a:lnTo>
                    <a:pt x="536275" y="57702"/>
                  </a:lnTo>
                  <a:lnTo>
                    <a:pt x="523364" y="54172"/>
                  </a:lnTo>
                  <a:lnTo>
                    <a:pt x="510401" y="50718"/>
                  </a:lnTo>
                  <a:lnTo>
                    <a:pt x="497385" y="47350"/>
                  </a:lnTo>
                  <a:lnTo>
                    <a:pt x="484317" y="44078"/>
                  </a:lnTo>
                  <a:lnTo>
                    <a:pt x="471193" y="40913"/>
                  </a:lnTo>
                  <a:lnTo>
                    <a:pt x="458014" y="37865"/>
                  </a:lnTo>
                  <a:lnTo>
                    <a:pt x="444778" y="34946"/>
                  </a:lnTo>
                  <a:lnTo>
                    <a:pt x="431484" y="32164"/>
                  </a:lnTo>
                  <a:lnTo>
                    <a:pt x="418130" y="29532"/>
                  </a:lnTo>
                  <a:lnTo>
                    <a:pt x="404716" y="27058"/>
                  </a:lnTo>
                  <a:lnTo>
                    <a:pt x="391241" y="24755"/>
                  </a:lnTo>
                  <a:lnTo>
                    <a:pt x="377703" y="22631"/>
                  </a:lnTo>
                  <a:lnTo>
                    <a:pt x="364101" y="20699"/>
                  </a:lnTo>
                  <a:lnTo>
                    <a:pt x="350435" y="18967"/>
                  </a:lnTo>
                  <a:lnTo>
                    <a:pt x="336702" y="17447"/>
                  </a:lnTo>
                  <a:lnTo>
                    <a:pt x="322902" y="16149"/>
                  </a:lnTo>
                  <a:lnTo>
                    <a:pt x="309034" y="15084"/>
                  </a:lnTo>
                  <a:lnTo>
                    <a:pt x="295096" y="14262"/>
                  </a:lnTo>
                  <a:lnTo>
                    <a:pt x="281088" y="13693"/>
                  </a:lnTo>
                  <a:lnTo>
                    <a:pt x="267008" y="13388"/>
                  </a:lnTo>
                  <a:lnTo>
                    <a:pt x="252855" y="13358"/>
                  </a:lnTo>
                  <a:lnTo>
                    <a:pt x="238628" y="13613"/>
                  </a:lnTo>
                  <a:lnTo>
                    <a:pt x="224326" y="14163"/>
                  </a:lnTo>
                  <a:lnTo>
                    <a:pt x="209947" y="15019"/>
                  </a:lnTo>
                  <a:lnTo>
                    <a:pt x="195492" y="16191"/>
                  </a:lnTo>
                  <a:lnTo>
                    <a:pt x="180957" y="17690"/>
                  </a:lnTo>
                  <a:lnTo>
                    <a:pt x="166343" y="19526"/>
                  </a:lnTo>
                  <a:lnTo>
                    <a:pt x="151648" y="21710"/>
                  </a:lnTo>
                  <a:lnTo>
                    <a:pt x="136871" y="24252"/>
                  </a:lnTo>
                  <a:lnTo>
                    <a:pt x="122011" y="27163"/>
                  </a:lnTo>
                  <a:lnTo>
                    <a:pt x="107066" y="30453"/>
                  </a:lnTo>
                  <a:lnTo>
                    <a:pt x="92036" y="34133"/>
                  </a:lnTo>
                  <a:lnTo>
                    <a:pt x="76920" y="38213"/>
                  </a:lnTo>
                  <a:lnTo>
                    <a:pt x="61716" y="42703"/>
                  </a:lnTo>
                  <a:lnTo>
                    <a:pt x="46423" y="47615"/>
                  </a:lnTo>
                  <a:lnTo>
                    <a:pt x="31040" y="52958"/>
                  </a:lnTo>
                  <a:lnTo>
                    <a:pt x="15566" y="58742"/>
                  </a:lnTo>
                  <a:lnTo>
                    <a:pt x="0" y="64980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402940" y="4075873"/>
              <a:ext cx="1380390" cy="393600"/>
            </a:xfrm>
            <a:custGeom>
              <a:avLst/>
              <a:pathLst>
                <a:path w="1380390" h="393600">
                  <a:moveTo>
                    <a:pt x="1380390" y="282523"/>
                  </a:moveTo>
                  <a:lnTo>
                    <a:pt x="1368425" y="294111"/>
                  </a:lnTo>
                  <a:lnTo>
                    <a:pt x="1356430" y="304986"/>
                  </a:lnTo>
                  <a:lnTo>
                    <a:pt x="1344404" y="315161"/>
                  </a:lnTo>
                  <a:lnTo>
                    <a:pt x="1332346" y="324648"/>
                  </a:lnTo>
                  <a:lnTo>
                    <a:pt x="1320257" y="333461"/>
                  </a:lnTo>
                  <a:lnTo>
                    <a:pt x="1308137" y="341612"/>
                  </a:lnTo>
                  <a:lnTo>
                    <a:pt x="1295984" y="349115"/>
                  </a:lnTo>
                  <a:lnTo>
                    <a:pt x="1283799" y="355983"/>
                  </a:lnTo>
                  <a:lnTo>
                    <a:pt x="1271581" y="362229"/>
                  </a:lnTo>
                  <a:lnTo>
                    <a:pt x="1259330" y="367866"/>
                  </a:lnTo>
                  <a:lnTo>
                    <a:pt x="1247046" y="372907"/>
                  </a:lnTo>
                  <a:lnTo>
                    <a:pt x="1234728" y="377364"/>
                  </a:lnTo>
                  <a:lnTo>
                    <a:pt x="1222377" y="381252"/>
                  </a:lnTo>
                  <a:lnTo>
                    <a:pt x="1209991" y="384582"/>
                  </a:lnTo>
                  <a:lnTo>
                    <a:pt x="1197570" y="387369"/>
                  </a:lnTo>
                  <a:lnTo>
                    <a:pt x="1185115" y="389625"/>
                  </a:lnTo>
                  <a:lnTo>
                    <a:pt x="1172625" y="391363"/>
                  </a:lnTo>
                  <a:lnTo>
                    <a:pt x="1160099" y="392596"/>
                  </a:lnTo>
                  <a:lnTo>
                    <a:pt x="1147537" y="393338"/>
                  </a:lnTo>
                  <a:lnTo>
                    <a:pt x="1134940" y="393600"/>
                  </a:lnTo>
                  <a:lnTo>
                    <a:pt x="1122306" y="393397"/>
                  </a:lnTo>
                  <a:lnTo>
                    <a:pt x="1109635" y="392742"/>
                  </a:lnTo>
                  <a:lnTo>
                    <a:pt x="1096928" y="391647"/>
                  </a:lnTo>
                  <a:lnTo>
                    <a:pt x="1084183" y="390125"/>
                  </a:lnTo>
                  <a:lnTo>
                    <a:pt x="1071401" y="388190"/>
                  </a:lnTo>
                  <a:lnTo>
                    <a:pt x="1058581" y="385855"/>
                  </a:lnTo>
                  <a:lnTo>
                    <a:pt x="1045722" y="383132"/>
                  </a:lnTo>
                  <a:lnTo>
                    <a:pt x="1032826" y="380035"/>
                  </a:lnTo>
                  <a:lnTo>
                    <a:pt x="1019890" y="376577"/>
                  </a:lnTo>
                  <a:lnTo>
                    <a:pt x="1006915" y="372770"/>
                  </a:lnTo>
                  <a:lnTo>
                    <a:pt x="993902" y="368628"/>
                  </a:lnTo>
                  <a:lnTo>
                    <a:pt x="980848" y="364164"/>
                  </a:lnTo>
                  <a:lnTo>
                    <a:pt x="967754" y="359391"/>
                  </a:lnTo>
                  <a:lnTo>
                    <a:pt x="954620" y="354321"/>
                  </a:lnTo>
                  <a:lnTo>
                    <a:pt x="941446" y="348969"/>
                  </a:lnTo>
                  <a:lnTo>
                    <a:pt x="928231" y="343347"/>
                  </a:lnTo>
                  <a:lnTo>
                    <a:pt x="914974" y="337468"/>
                  </a:lnTo>
                  <a:lnTo>
                    <a:pt x="901676" y="331344"/>
                  </a:lnTo>
                  <a:lnTo>
                    <a:pt x="888336" y="324990"/>
                  </a:lnTo>
                  <a:lnTo>
                    <a:pt x="874954" y="318419"/>
                  </a:lnTo>
                  <a:lnTo>
                    <a:pt x="861530" y="311642"/>
                  </a:lnTo>
                  <a:lnTo>
                    <a:pt x="848063" y="304674"/>
                  </a:lnTo>
                  <a:lnTo>
                    <a:pt x="834553" y="297527"/>
                  </a:lnTo>
                  <a:lnTo>
                    <a:pt x="821000" y="290214"/>
                  </a:lnTo>
                  <a:lnTo>
                    <a:pt x="807403" y="282749"/>
                  </a:lnTo>
                  <a:lnTo>
                    <a:pt x="793762" y="275144"/>
                  </a:lnTo>
                  <a:lnTo>
                    <a:pt x="780077" y="267413"/>
                  </a:lnTo>
                  <a:lnTo>
                    <a:pt x="766347" y="259568"/>
                  </a:lnTo>
                  <a:lnTo>
                    <a:pt x="752573" y="251623"/>
                  </a:lnTo>
                  <a:lnTo>
                    <a:pt x="738753" y="243590"/>
                  </a:lnTo>
                  <a:lnTo>
                    <a:pt x="724888" y="235483"/>
                  </a:lnTo>
                  <a:lnTo>
                    <a:pt x="710977" y="227315"/>
                  </a:lnTo>
                  <a:lnTo>
                    <a:pt x="697021" y="219099"/>
                  </a:lnTo>
                  <a:lnTo>
                    <a:pt x="683017" y="210847"/>
                  </a:lnTo>
                  <a:lnTo>
                    <a:pt x="668968" y="202573"/>
                  </a:lnTo>
                  <a:lnTo>
                    <a:pt x="654871" y="194290"/>
                  </a:lnTo>
                  <a:lnTo>
                    <a:pt x="640727" y="186011"/>
                  </a:lnTo>
                  <a:lnTo>
                    <a:pt x="626536" y="177749"/>
                  </a:lnTo>
                  <a:lnTo>
                    <a:pt x="612296" y="169517"/>
                  </a:lnTo>
                  <a:lnTo>
                    <a:pt x="598009" y="161329"/>
                  </a:lnTo>
                  <a:lnTo>
                    <a:pt x="583673" y="153196"/>
                  </a:lnTo>
                  <a:lnTo>
                    <a:pt x="569288" y="145132"/>
                  </a:lnTo>
                  <a:lnTo>
                    <a:pt x="554854" y="137151"/>
                  </a:lnTo>
                  <a:lnTo>
                    <a:pt x="540371" y="129264"/>
                  </a:lnTo>
                  <a:lnTo>
                    <a:pt x="525838" y="121486"/>
                  </a:lnTo>
                  <a:lnTo>
                    <a:pt x="511255" y="113830"/>
                  </a:lnTo>
                  <a:lnTo>
                    <a:pt x="496622" y="106308"/>
                  </a:lnTo>
                  <a:lnTo>
                    <a:pt x="481938" y="98933"/>
                  </a:lnTo>
                  <a:lnTo>
                    <a:pt x="467204" y="91718"/>
                  </a:lnTo>
                  <a:lnTo>
                    <a:pt x="452418" y="84678"/>
                  </a:lnTo>
                  <a:lnTo>
                    <a:pt x="437581" y="77823"/>
                  </a:lnTo>
                  <a:lnTo>
                    <a:pt x="422692" y="71169"/>
                  </a:lnTo>
                  <a:lnTo>
                    <a:pt x="407750" y="64727"/>
                  </a:lnTo>
                  <a:lnTo>
                    <a:pt x="392757" y="58510"/>
                  </a:lnTo>
                  <a:lnTo>
                    <a:pt x="377711" y="52532"/>
                  </a:lnTo>
                  <a:lnTo>
                    <a:pt x="362611" y="46807"/>
                  </a:lnTo>
                  <a:lnTo>
                    <a:pt x="347459" y="41345"/>
                  </a:lnTo>
                  <a:lnTo>
                    <a:pt x="332252" y="36162"/>
                  </a:lnTo>
                  <a:lnTo>
                    <a:pt x="316992" y="31270"/>
                  </a:lnTo>
                  <a:lnTo>
                    <a:pt x="301678" y="26681"/>
                  </a:lnTo>
                  <a:lnTo>
                    <a:pt x="286309" y="22410"/>
                  </a:lnTo>
                  <a:lnTo>
                    <a:pt x="270885" y="18469"/>
                  </a:lnTo>
                  <a:lnTo>
                    <a:pt x="255406" y="14870"/>
                  </a:lnTo>
                  <a:lnTo>
                    <a:pt x="239872" y="11628"/>
                  </a:lnTo>
                  <a:lnTo>
                    <a:pt x="224282" y="8755"/>
                  </a:lnTo>
                  <a:lnTo>
                    <a:pt x="208636" y="6264"/>
                  </a:lnTo>
                  <a:lnTo>
                    <a:pt x="192934" y="4169"/>
                  </a:lnTo>
                  <a:lnTo>
                    <a:pt x="177175" y="2481"/>
                  </a:lnTo>
                  <a:lnTo>
                    <a:pt x="161359" y="1215"/>
                  </a:lnTo>
                  <a:lnTo>
                    <a:pt x="145485" y="384"/>
                  </a:lnTo>
                  <a:lnTo>
                    <a:pt x="129554" y="0"/>
                  </a:lnTo>
                  <a:lnTo>
                    <a:pt x="113566" y="76"/>
                  </a:lnTo>
                  <a:lnTo>
                    <a:pt x="97519" y="626"/>
                  </a:lnTo>
                  <a:lnTo>
                    <a:pt x="81414" y="1662"/>
                  </a:lnTo>
                  <a:lnTo>
                    <a:pt x="65250" y="3198"/>
                  </a:lnTo>
                  <a:lnTo>
                    <a:pt x="49026" y="5247"/>
                  </a:lnTo>
                  <a:lnTo>
                    <a:pt x="32744" y="7821"/>
                  </a:lnTo>
                  <a:lnTo>
                    <a:pt x="16402" y="10934"/>
                  </a:lnTo>
                  <a:lnTo>
                    <a:pt x="0" y="14599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348182" y="3743414"/>
              <a:ext cx="1435148" cy="703590"/>
            </a:xfrm>
            <a:custGeom>
              <a:avLst/>
              <a:pathLst>
                <a:path w="1435148" h="703590">
                  <a:moveTo>
                    <a:pt x="1435148" y="614982"/>
                  </a:moveTo>
                  <a:lnTo>
                    <a:pt x="1423170" y="626492"/>
                  </a:lnTo>
                  <a:lnTo>
                    <a:pt x="1411138" y="637132"/>
                  </a:lnTo>
                  <a:lnTo>
                    <a:pt x="1399050" y="646918"/>
                  </a:lnTo>
                  <a:lnTo>
                    <a:pt x="1386907" y="655866"/>
                  </a:lnTo>
                  <a:lnTo>
                    <a:pt x="1374710" y="663991"/>
                  </a:lnTo>
                  <a:lnTo>
                    <a:pt x="1362457" y="671310"/>
                  </a:lnTo>
                  <a:lnTo>
                    <a:pt x="1350150" y="677838"/>
                  </a:lnTo>
                  <a:lnTo>
                    <a:pt x="1337788" y="683591"/>
                  </a:lnTo>
                  <a:lnTo>
                    <a:pt x="1325372" y="688584"/>
                  </a:lnTo>
                  <a:lnTo>
                    <a:pt x="1312901" y="692834"/>
                  </a:lnTo>
                  <a:lnTo>
                    <a:pt x="1300377" y="696355"/>
                  </a:lnTo>
                  <a:lnTo>
                    <a:pt x="1287798" y="699164"/>
                  </a:lnTo>
                  <a:lnTo>
                    <a:pt x="1275165" y="701276"/>
                  </a:lnTo>
                  <a:lnTo>
                    <a:pt x="1262478" y="702708"/>
                  </a:lnTo>
                  <a:lnTo>
                    <a:pt x="1249738" y="703474"/>
                  </a:lnTo>
                  <a:lnTo>
                    <a:pt x="1236944" y="703590"/>
                  </a:lnTo>
                  <a:lnTo>
                    <a:pt x="1224096" y="703073"/>
                  </a:lnTo>
                  <a:lnTo>
                    <a:pt x="1211195" y="701938"/>
                  </a:lnTo>
                  <a:lnTo>
                    <a:pt x="1198241" y="700200"/>
                  </a:lnTo>
                  <a:lnTo>
                    <a:pt x="1185234" y="697875"/>
                  </a:lnTo>
                  <a:lnTo>
                    <a:pt x="1172173" y="694980"/>
                  </a:lnTo>
                  <a:lnTo>
                    <a:pt x="1159060" y="691530"/>
                  </a:lnTo>
                  <a:lnTo>
                    <a:pt x="1145894" y="687540"/>
                  </a:lnTo>
                  <a:lnTo>
                    <a:pt x="1132675" y="683026"/>
                  </a:lnTo>
                  <a:lnTo>
                    <a:pt x="1119404" y="678004"/>
                  </a:lnTo>
                  <a:lnTo>
                    <a:pt x="1106080" y="672490"/>
                  </a:lnTo>
                  <a:lnTo>
                    <a:pt x="1092705" y="666499"/>
                  </a:lnTo>
                  <a:lnTo>
                    <a:pt x="1079276" y="660047"/>
                  </a:lnTo>
                  <a:lnTo>
                    <a:pt x="1065796" y="653150"/>
                  </a:lnTo>
                  <a:lnTo>
                    <a:pt x="1052264" y="645823"/>
                  </a:lnTo>
                  <a:lnTo>
                    <a:pt x="1038680" y="638083"/>
                  </a:lnTo>
                  <a:lnTo>
                    <a:pt x="1025045" y="629945"/>
                  </a:lnTo>
                  <a:lnTo>
                    <a:pt x="1011358" y="621424"/>
                  </a:lnTo>
                  <a:lnTo>
                    <a:pt x="997619" y="612537"/>
                  </a:lnTo>
                  <a:lnTo>
                    <a:pt x="983829" y="603298"/>
                  </a:lnTo>
                  <a:lnTo>
                    <a:pt x="969988" y="593725"/>
                  </a:lnTo>
                  <a:lnTo>
                    <a:pt x="956096" y="583832"/>
                  </a:lnTo>
                  <a:lnTo>
                    <a:pt x="942153" y="573635"/>
                  </a:lnTo>
                  <a:lnTo>
                    <a:pt x="928159" y="563151"/>
                  </a:lnTo>
                  <a:lnTo>
                    <a:pt x="914114" y="552394"/>
                  </a:lnTo>
                  <a:lnTo>
                    <a:pt x="900018" y="541380"/>
                  </a:lnTo>
                  <a:lnTo>
                    <a:pt x="885872" y="530126"/>
                  </a:lnTo>
                  <a:lnTo>
                    <a:pt x="871676" y="518646"/>
                  </a:lnTo>
                  <a:lnTo>
                    <a:pt x="857430" y="506957"/>
                  </a:lnTo>
                  <a:lnTo>
                    <a:pt x="843133" y="495074"/>
                  </a:lnTo>
                  <a:lnTo>
                    <a:pt x="828786" y="483013"/>
                  </a:lnTo>
                  <a:lnTo>
                    <a:pt x="814390" y="470789"/>
                  </a:lnTo>
                  <a:lnTo>
                    <a:pt x="799943" y="458419"/>
                  </a:lnTo>
                  <a:lnTo>
                    <a:pt x="785447" y="445919"/>
                  </a:lnTo>
                  <a:lnTo>
                    <a:pt x="770902" y="433303"/>
                  </a:lnTo>
                  <a:lnTo>
                    <a:pt x="756307" y="420587"/>
                  </a:lnTo>
                  <a:lnTo>
                    <a:pt x="741663" y="407788"/>
                  </a:lnTo>
                  <a:lnTo>
                    <a:pt x="726969" y="394921"/>
                  </a:lnTo>
                  <a:lnTo>
                    <a:pt x="712227" y="382002"/>
                  </a:lnTo>
                  <a:lnTo>
                    <a:pt x="697436" y="369046"/>
                  </a:lnTo>
                  <a:lnTo>
                    <a:pt x="682596" y="356069"/>
                  </a:lnTo>
                  <a:lnTo>
                    <a:pt x="667707" y="343087"/>
                  </a:lnTo>
                  <a:lnTo>
                    <a:pt x="652769" y="330115"/>
                  </a:lnTo>
                  <a:lnTo>
                    <a:pt x="637783" y="317170"/>
                  </a:lnTo>
                  <a:lnTo>
                    <a:pt x="622749" y="304267"/>
                  </a:lnTo>
                  <a:lnTo>
                    <a:pt x="607667" y="291421"/>
                  </a:lnTo>
                  <a:lnTo>
                    <a:pt x="592536" y="278649"/>
                  </a:lnTo>
                  <a:lnTo>
                    <a:pt x="577358" y="265966"/>
                  </a:lnTo>
                  <a:lnTo>
                    <a:pt x="562132" y="253388"/>
                  </a:lnTo>
                  <a:lnTo>
                    <a:pt x="546857" y="240930"/>
                  </a:lnTo>
                  <a:lnTo>
                    <a:pt x="531536" y="228609"/>
                  </a:lnTo>
                  <a:lnTo>
                    <a:pt x="516167" y="216440"/>
                  </a:lnTo>
                  <a:lnTo>
                    <a:pt x="500750" y="204438"/>
                  </a:lnTo>
                  <a:lnTo>
                    <a:pt x="485286" y="192620"/>
                  </a:lnTo>
                  <a:lnTo>
                    <a:pt x="469776" y="181002"/>
                  </a:lnTo>
                  <a:lnTo>
                    <a:pt x="454218" y="169597"/>
                  </a:lnTo>
                  <a:lnTo>
                    <a:pt x="438613" y="158424"/>
                  </a:lnTo>
                  <a:lnTo>
                    <a:pt x="422961" y="147497"/>
                  </a:lnTo>
                  <a:lnTo>
                    <a:pt x="407263" y="136832"/>
                  </a:lnTo>
                  <a:lnTo>
                    <a:pt x="391518" y="126444"/>
                  </a:lnTo>
                  <a:lnTo>
                    <a:pt x="375727" y="116351"/>
                  </a:lnTo>
                  <a:lnTo>
                    <a:pt x="359890" y="106566"/>
                  </a:lnTo>
                  <a:lnTo>
                    <a:pt x="344006" y="97106"/>
                  </a:lnTo>
                  <a:lnTo>
                    <a:pt x="328077" y="87987"/>
                  </a:lnTo>
                  <a:lnTo>
                    <a:pt x="312101" y="79224"/>
                  </a:lnTo>
                  <a:lnTo>
                    <a:pt x="296080" y="70833"/>
                  </a:lnTo>
                  <a:lnTo>
                    <a:pt x="280013" y="62830"/>
                  </a:lnTo>
                  <a:lnTo>
                    <a:pt x="263900" y="55230"/>
                  </a:lnTo>
                  <a:lnTo>
                    <a:pt x="247742" y="48049"/>
                  </a:lnTo>
                  <a:lnTo>
                    <a:pt x="231539" y="41304"/>
                  </a:lnTo>
                  <a:lnTo>
                    <a:pt x="215290" y="35009"/>
                  </a:lnTo>
                  <a:lnTo>
                    <a:pt x="198996" y="29180"/>
                  </a:lnTo>
                  <a:lnTo>
                    <a:pt x="182658" y="23834"/>
                  </a:lnTo>
                  <a:lnTo>
                    <a:pt x="166274" y="18985"/>
                  </a:lnTo>
                  <a:lnTo>
                    <a:pt x="149846" y="14649"/>
                  </a:lnTo>
                  <a:lnTo>
                    <a:pt x="133373" y="10843"/>
                  </a:lnTo>
                  <a:lnTo>
                    <a:pt x="116856" y="7582"/>
                  </a:lnTo>
                  <a:lnTo>
                    <a:pt x="100294" y="4881"/>
                  </a:lnTo>
                  <a:lnTo>
                    <a:pt x="83688" y="2757"/>
                  </a:lnTo>
                  <a:lnTo>
                    <a:pt x="67038" y="1225"/>
                  </a:lnTo>
                  <a:lnTo>
                    <a:pt x="50344" y="300"/>
                  </a:lnTo>
                  <a:lnTo>
                    <a:pt x="33606" y="0"/>
                  </a:lnTo>
                  <a:lnTo>
                    <a:pt x="16825" y="338"/>
                  </a:lnTo>
                  <a:lnTo>
                    <a:pt x="0" y="1331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348182" y="2692450"/>
              <a:ext cx="1435148" cy="703590"/>
            </a:xfrm>
            <a:custGeom>
              <a:avLst/>
              <a:pathLst>
                <a:path w="1435148" h="703590">
                  <a:moveTo>
                    <a:pt x="1435148" y="88608"/>
                  </a:moveTo>
                  <a:lnTo>
                    <a:pt x="1423170" y="77098"/>
                  </a:lnTo>
                  <a:lnTo>
                    <a:pt x="1411138" y="66458"/>
                  </a:lnTo>
                  <a:lnTo>
                    <a:pt x="1399050" y="56672"/>
                  </a:lnTo>
                  <a:lnTo>
                    <a:pt x="1386907" y="47724"/>
                  </a:lnTo>
                  <a:lnTo>
                    <a:pt x="1374710" y="39598"/>
                  </a:lnTo>
                  <a:lnTo>
                    <a:pt x="1362457" y="32279"/>
                  </a:lnTo>
                  <a:lnTo>
                    <a:pt x="1350150" y="25751"/>
                  </a:lnTo>
                  <a:lnTo>
                    <a:pt x="1337788" y="19998"/>
                  </a:lnTo>
                  <a:lnTo>
                    <a:pt x="1325372" y="15005"/>
                  </a:lnTo>
                  <a:lnTo>
                    <a:pt x="1312901" y="10756"/>
                  </a:lnTo>
                  <a:lnTo>
                    <a:pt x="1300377" y="7235"/>
                  </a:lnTo>
                  <a:lnTo>
                    <a:pt x="1287798" y="4426"/>
                  </a:lnTo>
                  <a:lnTo>
                    <a:pt x="1275165" y="2313"/>
                  </a:lnTo>
                  <a:lnTo>
                    <a:pt x="1262478" y="882"/>
                  </a:lnTo>
                  <a:lnTo>
                    <a:pt x="1249738" y="116"/>
                  </a:lnTo>
                  <a:lnTo>
                    <a:pt x="1236944" y="0"/>
                  </a:lnTo>
                  <a:lnTo>
                    <a:pt x="1224096" y="517"/>
                  </a:lnTo>
                  <a:lnTo>
                    <a:pt x="1211195" y="1652"/>
                  </a:lnTo>
                  <a:lnTo>
                    <a:pt x="1198241" y="3390"/>
                  </a:lnTo>
                  <a:lnTo>
                    <a:pt x="1185234" y="5714"/>
                  </a:lnTo>
                  <a:lnTo>
                    <a:pt x="1172173" y="8609"/>
                  </a:lnTo>
                  <a:lnTo>
                    <a:pt x="1159060" y="12060"/>
                  </a:lnTo>
                  <a:lnTo>
                    <a:pt x="1145894" y="16050"/>
                  </a:lnTo>
                  <a:lnTo>
                    <a:pt x="1132675" y="20564"/>
                  </a:lnTo>
                  <a:lnTo>
                    <a:pt x="1119404" y="25586"/>
                  </a:lnTo>
                  <a:lnTo>
                    <a:pt x="1106080" y="31100"/>
                  </a:lnTo>
                  <a:lnTo>
                    <a:pt x="1092705" y="37091"/>
                  </a:lnTo>
                  <a:lnTo>
                    <a:pt x="1079276" y="43543"/>
                  </a:lnTo>
                  <a:lnTo>
                    <a:pt x="1065796" y="50440"/>
                  </a:lnTo>
                  <a:lnTo>
                    <a:pt x="1052264" y="57766"/>
                  </a:lnTo>
                  <a:lnTo>
                    <a:pt x="1038680" y="65507"/>
                  </a:lnTo>
                  <a:lnTo>
                    <a:pt x="1025045" y="73645"/>
                  </a:lnTo>
                  <a:lnTo>
                    <a:pt x="1011358" y="82166"/>
                  </a:lnTo>
                  <a:lnTo>
                    <a:pt x="997619" y="91053"/>
                  </a:lnTo>
                  <a:lnTo>
                    <a:pt x="983829" y="100291"/>
                  </a:lnTo>
                  <a:lnTo>
                    <a:pt x="969988" y="109865"/>
                  </a:lnTo>
                  <a:lnTo>
                    <a:pt x="956096" y="119758"/>
                  </a:lnTo>
                  <a:lnTo>
                    <a:pt x="942153" y="129954"/>
                  </a:lnTo>
                  <a:lnTo>
                    <a:pt x="928159" y="140439"/>
                  </a:lnTo>
                  <a:lnTo>
                    <a:pt x="914114" y="151196"/>
                  </a:lnTo>
                  <a:lnTo>
                    <a:pt x="900018" y="162210"/>
                  </a:lnTo>
                  <a:lnTo>
                    <a:pt x="885872" y="173464"/>
                  </a:lnTo>
                  <a:lnTo>
                    <a:pt x="871676" y="184944"/>
                  </a:lnTo>
                  <a:lnTo>
                    <a:pt x="857430" y="196633"/>
                  </a:lnTo>
                  <a:lnTo>
                    <a:pt x="843133" y="208516"/>
                  </a:lnTo>
                  <a:lnTo>
                    <a:pt x="828786" y="220577"/>
                  </a:lnTo>
                  <a:lnTo>
                    <a:pt x="814390" y="232800"/>
                  </a:lnTo>
                  <a:lnTo>
                    <a:pt x="799943" y="245170"/>
                  </a:lnTo>
                  <a:lnTo>
                    <a:pt x="785447" y="257671"/>
                  </a:lnTo>
                  <a:lnTo>
                    <a:pt x="770902" y="270287"/>
                  </a:lnTo>
                  <a:lnTo>
                    <a:pt x="756307" y="283002"/>
                  </a:lnTo>
                  <a:lnTo>
                    <a:pt x="741663" y="295801"/>
                  </a:lnTo>
                  <a:lnTo>
                    <a:pt x="726969" y="308669"/>
                  </a:lnTo>
                  <a:lnTo>
                    <a:pt x="712227" y="321588"/>
                  </a:lnTo>
                  <a:lnTo>
                    <a:pt x="697436" y="334544"/>
                  </a:lnTo>
                  <a:lnTo>
                    <a:pt x="682596" y="347521"/>
                  </a:lnTo>
                  <a:lnTo>
                    <a:pt x="667707" y="360503"/>
                  </a:lnTo>
                  <a:lnTo>
                    <a:pt x="652769" y="373475"/>
                  </a:lnTo>
                  <a:lnTo>
                    <a:pt x="637783" y="386420"/>
                  </a:lnTo>
                  <a:lnTo>
                    <a:pt x="622749" y="399323"/>
                  </a:lnTo>
                  <a:lnTo>
                    <a:pt x="607667" y="412169"/>
                  </a:lnTo>
                  <a:lnTo>
                    <a:pt x="592536" y="424941"/>
                  </a:lnTo>
                  <a:lnTo>
                    <a:pt x="577358" y="437624"/>
                  </a:lnTo>
                  <a:lnTo>
                    <a:pt x="562132" y="450202"/>
                  </a:lnTo>
                  <a:lnTo>
                    <a:pt x="546857" y="462659"/>
                  </a:lnTo>
                  <a:lnTo>
                    <a:pt x="531536" y="474980"/>
                  </a:lnTo>
                  <a:lnTo>
                    <a:pt x="516167" y="487150"/>
                  </a:lnTo>
                  <a:lnTo>
                    <a:pt x="500750" y="499151"/>
                  </a:lnTo>
                  <a:lnTo>
                    <a:pt x="485286" y="510969"/>
                  </a:lnTo>
                  <a:lnTo>
                    <a:pt x="469776" y="522588"/>
                  </a:lnTo>
                  <a:lnTo>
                    <a:pt x="454218" y="533992"/>
                  </a:lnTo>
                  <a:lnTo>
                    <a:pt x="438613" y="545166"/>
                  </a:lnTo>
                  <a:lnTo>
                    <a:pt x="422961" y="556093"/>
                  </a:lnTo>
                  <a:lnTo>
                    <a:pt x="407263" y="566758"/>
                  </a:lnTo>
                  <a:lnTo>
                    <a:pt x="391518" y="577145"/>
                  </a:lnTo>
                  <a:lnTo>
                    <a:pt x="375727" y="587239"/>
                  </a:lnTo>
                  <a:lnTo>
                    <a:pt x="359890" y="597024"/>
                  </a:lnTo>
                  <a:lnTo>
                    <a:pt x="344006" y="606484"/>
                  </a:lnTo>
                  <a:lnTo>
                    <a:pt x="328077" y="615603"/>
                  </a:lnTo>
                  <a:lnTo>
                    <a:pt x="312101" y="624366"/>
                  </a:lnTo>
                  <a:lnTo>
                    <a:pt x="296080" y="632757"/>
                  </a:lnTo>
                  <a:lnTo>
                    <a:pt x="280013" y="640760"/>
                  </a:lnTo>
                  <a:lnTo>
                    <a:pt x="263900" y="648360"/>
                  </a:lnTo>
                  <a:lnTo>
                    <a:pt x="247742" y="655540"/>
                  </a:lnTo>
                  <a:lnTo>
                    <a:pt x="231539" y="662286"/>
                  </a:lnTo>
                  <a:lnTo>
                    <a:pt x="215290" y="668581"/>
                  </a:lnTo>
                  <a:lnTo>
                    <a:pt x="198996" y="674409"/>
                  </a:lnTo>
                  <a:lnTo>
                    <a:pt x="182658" y="679756"/>
                  </a:lnTo>
                  <a:lnTo>
                    <a:pt x="166274" y="684605"/>
                  </a:lnTo>
                  <a:lnTo>
                    <a:pt x="149846" y="688940"/>
                  </a:lnTo>
                  <a:lnTo>
                    <a:pt x="133373" y="692746"/>
                  </a:lnTo>
                  <a:lnTo>
                    <a:pt x="116856" y="696008"/>
                  </a:lnTo>
                  <a:lnTo>
                    <a:pt x="100294" y="698708"/>
                  </a:lnTo>
                  <a:lnTo>
                    <a:pt x="83688" y="700833"/>
                  </a:lnTo>
                  <a:lnTo>
                    <a:pt x="67038" y="702365"/>
                  </a:lnTo>
                  <a:lnTo>
                    <a:pt x="50344" y="703289"/>
                  </a:lnTo>
                  <a:lnTo>
                    <a:pt x="33606" y="703590"/>
                  </a:lnTo>
                  <a:lnTo>
                    <a:pt x="16825" y="703252"/>
                  </a:lnTo>
                  <a:lnTo>
                    <a:pt x="0" y="702259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402940" y="2669980"/>
              <a:ext cx="1380390" cy="393600"/>
            </a:xfrm>
            <a:custGeom>
              <a:avLst/>
              <a:pathLst>
                <a:path w="1380390" h="393600">
                  <a:moveTo>
                    <a:pt x="1380390" y="111077"/>
                  </a:moveTo>
                  <a:lnTo>
                    <a:pt x="1368425" y="99488"/>
                  </a:lnTo>
                  <a:lnTo>
                    <a:pt x="1356430" y="88613"/>
                  </a:lnTo>
                  <a:lnTo>
                    <a:pt x="1344404" y="78439"/>
                  </a:lnTo>
                  <a:lnTo>
                    <a:pt x="1332346" y="68952"/>
                  </a:lnTo>
                  <a:lnTo>
                    <a:pt x="1320257" y="60139"/>
                  </a:lnTo>
                  <a:lnTo>
                    <a:pt x="1308137" y="51988"/>
                  </a:lnTo>
                  <a:lnTo>
                    <a:pt x="1295984" y="44484"/>
                  </a:lnTo>
                  <a:lnTo>
                    <a:pt x="1283799" y="37616"/>
                  </a:lnTo>
                  <a:lnTo>
                    <a:pt x="1271581" y="31371"/>
                  </a:lnTo>
                  <a:lnTo>
                    <a:pt x="1259330" y="25734"/>
                  </a:lnTo>
                  <a:lnTo>
                    <a:pt x="1247046" y="20693"/>
                  </a:lnTo>
                  <a:lnTo>
                    <a:pt x="1234728" y="16236"/>
                  </a:lnTo>
                  <a:lnTo>
                    <a:pt x="1222377" y="12348"/>
                  </a:lnTo>
                  <a:lnTo>
                    <a:pt x="1209991" y="9018"/>
                  </a:lnTo>
                  <a:lnTo>
                    <a:pt x="1197570" y="6231"/>
                  </a:lnTo>
                  <a:lnTo>
                    <a:pt x="1185115" y="3975"/>
                  </a:lnTo>
                  <a:lnTo>
                    <a:pt x="1172625" y="2237"/>
                  </a:lnTo>
                  <a:lnTo>
                    <a:pt x="1160099" y="1004"/>
                  </a:lnTo>
                  <a:lnTo>
                    <a:pt x="1147537" y="262"/>
                  </a:lnTo>
                  <a:lnTo>
                    <a:pt x="1134940" y="0"/>
                  </a:lnTo>
                  <a:lnTo>
                    <a:pt x="1122306" y="202"/>
                  </a:lnTo>
                  <a:lnTo>
                    <a:pt x="1109635" y="858"/>
                  </a:lnTo>
                  <a:lnTo>
                    <a:pt x="1096928" y="1953"/>
                  </a:lnTo>
                  <a:lnTo>
                    <a:pt x="1084183" y="3474"/>
                  </a:lnTo>
                  <a:lnTo>
                    <a:pt x="1071401" y="5409"/>
                  </a:lnTo>
                  <a:lnTo>
                    <a:pt x="1058581" y="7745"/>
                  </a:lnTo>
                  <a:lnTo>
                    <a:pt x="1045722" y="10468"/>
                  </a:lnTo>
                  <a:lnTo>
                    <a:pt x="1032826" y="13565"/>
                  </a:lnTo>
                  <a:lnTo>
                    <a:pt x="1019890" y="17023"/>
                  </a:lnTo>
                  <a:lnTo>
                    <a:pt x="1006915" y="20830"/>
                  </a:lnTo>
                  <a:lnTo>
                    <a:pt x="993902" y="24972"/>
                  </a:lnTo>
                  <a:lnTo>
                    <a:pt x="980848" y="29436"/>
                  </a:lnTo>
                  <a:lnTo>
                    <a:pt x="967754" y="34209"/>
                  </a:lnTo>
                  <a:lnTo>
                    <a:pt x="954620" y="39278"/>
                  </a:lnTo>
                  <a:lnTo>
                    <a:pt x="941446" y="44631"/>
                  </a:lnTo>
                  <a:lnTo>
                    <a:pt x="928231" y="50253"/>
                  </a:lnTo>
                  <a:lnTo>
                    <a:pt x="914974" y="56132"/>
                  </a:lnTo>
                  <a:lnTo>
                    <a:pt x="901676" y="62255"/>
                  </a:lnTo>
                  <a:lnTo>
                    <a:pt x="888336" y="68610"/>
                  </a:lnTo>
                  <a:lnTo>
                    <a:pt x="874954" y="75181"/>
                  </a:lnTo>
                  <a:lnTo>
                    <a:pt x="861530" y="81958"/>
                  </a:lnTo>
                  <a:lnTo>
                    <a:pt x="848063" y="88926"/>
                  </a:lnTo>
                  <a:lnTo>
                    <a:pt x="834553" y="96073"/>
                  </a:lnTo>
                  <a:lnTo>
                    <a:pt x="821000" y="103386"/>
                  </a:lnTo>
                  <a:lnTo>
                    <a:pt x="807403" y="110851"/>
                  </a:lnTo>
                  <a:lnTo>
                    <a:pt x="793762" y="118456"/>
                  </a:lnTo>
                  <a:lnTo>
                    <a:pt x="780077" y="126187"/>
                  </a:lnTo>
                  <a:lnTo>
                    <a:pt x="766347" y="134032"/>
                  </a:lnTo>
                  <a:lnTo>
                    <a:pt x="752573" y="141977"/>
                  </a:lnTo>
                  <a:lnTo>
                    <a:pt x="738753" y="150010"/>
                  </a:lnTo>
                  <a:lnTo>
                    <a:pt x="724888" y="158117"/>
                  </a:lnTo>
                  <a:lnTo>
                    <a:pt x="710977" y="166285"/>
                  </a:lnTo>
                  <a:lnTo>
                    <a:pt x="697021" y="174501"/>
                  </a:lnTo>
                  <a:lnTo>
                    <a:pt x="683017" y="182753"/>
                  </a:lnTo>
                  <a:lnTo>
                    <a:pt x="668968" y="191027"/>
                  </a:lnTo>
                  <a:lnTo>
                    <a:pt x="654871" y="199310"/>
                  </a:lnTo>
                  <a:lnTo>
                    <a:pt x="640727" y="207589"/>
                  </a:lnTo>
                  <a:lnTo>
                    <a:pt x="626536" y="215850"/>
                  </a:lnTo>
                  <a:lnTo>
                    <a:pt x="612296" y="224082"/>
                  </a:lnTo>
                  <a:lnTo>
                    <a:pt x="598009" y="232271"/>
                  </a:lnTo>
                  <a:lnTo>
                    <a:pt x="583673" y="240404"/>
                  </a:lnTo>
                  <a:lnTo>
                    <a:pt x="569288" y="248468"/>
                  </a:lnTo>
                  <a:lnTo>
                    <a:pt x="554854" y="256449"/>
                  </a:lnTo>
                  <a:lnTo>
                    <a:pt x="540371" y="264335"/>
                  </a:lnTo>
                  <a:lnTo>
                    <a:pt x="525838" y="272113"/>
                  </a:lnTo>
                  <a:lnTo>
                    <a:pt x="511255" y="279770"/>
                  </a:lnTo>
                  <a:lnTo>
                    <a:pt x="496622" y="287292"/>
                  </a:lnTo>
                  <a:lnTo>
                    <a:pt x="481938" y="294667"/>
                  </a:lnTo>
                  <a:lnTo>
                    <a:pt x="467204" y="301881"/>
                  </a:lnTo>
                  <a:lnTo>
                    <a:pt x="452418" y="308922"/>
                  </a:lnTo>
                  <a:lnTo>
                    <a:pt x="437581" y="315777"/>
                  </a:lnTo>
                  <a:lnTo>
                    <a:pt x="422692" y="322431"/>
                  </a:lnTo>
                  <a:lnTo>
                    <a:pt x="407750" y="328873"/>
                  </a:lnTo>
                  <a:lnTo>
                    <a:pt x="392757" y="335090"/>
                  </a:lnTo>
                  <a:lnTo>
                    <a:pt x="377711" y="341067"/>
                  </a:lnTo>
                  <a:lnTo>
                    <a:pt x="362611" y="346793"/>
                  </a:lnTo>
                  <a:lnTo>
                    <a:pt x="347459" y="352254"/>
                  </a:lnTo>
                  <a:lnTo>
                    <a:pt x="332252" y="357438"/>
                  </a:lnTo>
                  <a:lnTo>
                    <a:pt x="316992" y="362330"/>
                  </a:lnTo>
                  <a:lnTo>
                    <a:pt x="301678" y="366918"/>
                  </a:lnTo>
                  <a:lnTo>
                    <a:pt x="286309" y="371190"/>
                  </a:lnTo>
                  <a:lnTo>
                    <a:pt x="270885" y="375131"/>
                  </a:lnTo>
                  <a:lnTo>
                    <a:pt x="255406" y="378730"/>
                  </a:lnTo>
                  <a:lnTo>
                    <a:pt x="239872" y="381972"/>
                  </a:lnTo>
                  <a:lnTo>
                    <a:pt x="224282" y="384845"/>
                  </a:lnTo>
                  <a:lnTo>
                    <a:pt x="208636" y="387336"/>
                  </a:lnTo>
                  <a:lnTo>
                    <a:pt x="192934" y="389431"/>
                  </a:lnTo>
                  <a:lnTo>
                    <a:pt x="177175" y="391119"/>
                  </a:lnTo>
                  <a:lnTo>
                    <a:pt x="161359" y="392385"/>
                  </a:lnTo>
                  <a:lnTo>
                    <a:pt x="145485" y="393216"/>
                  </a:lnTo>
                  <a:lnTo>
                    <a:pt x="129554" y="393600"/>
                  </a:lnTo>
                  <a:lnTo>
                    <a:pt x="113566" y="393524"/>
                  </a:lnTo>
                  <a:lnTo>
                    <a:pt x="97519" y="392974"/>
                  </a:lnTo>
                  <a:lnTo>
                    <a:pt x="81414" y="391938"/>
                  </a:lnTo>
                  <a:lnTo>
                    <a:pt x="65250" y="390402"/>
                  </a:lnTo>
                  <a:lnTo>
                    <a:pt x="49026" y="388353"/>
                  </a:lnTo>
                  <a:lnTo>
                    <a:pt x="32744" y="385779"/>
                  </a:lnTo>
                  <a:lnTo>
                    <a:pt x="16402" y="382666"/>
                  </a:lnTo>
                  <a:lnTo>
                    <a:pt x="0" y="379001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511107" y="2633044"/>
              <a:ext cx="1272223" cy="148014"/>
            </a:xfrm>
            <a:custGeom>
              <a:avLst/>
              <a:pathLst>
                <a:path w="1272223" h="148014">
                  <a:moveTo>
                    <a:pt x="1272223" y="148014"/>
                  </a:moveTo>
                  <a:lnTo>
                    <a:pt x="1260283" y="136349"/>
                  </a:lnTo>
                  <a:lnTo>
                    <a:pt x="1248361" y="125248"/>
                  </a:lnTo>
                  <a:lnTo>
                    <a:pt x="1236456" y="114700"/>
                  </a:lnTo>
                  <a:lnTo>
                    <a:pt x="1224567" y="104693"/>
                  </a:lnTo>
                  <a:lnTo>
                    <a:pt x="1212694" y="95219"/>
                  </a:lnTo>
                  <a:lnTo>
                    <a:pt x="1200833" y="86266"/>
                  </a:lnTo>
                  <a:lnTo>
                    <a:pt x="1188986" y="77824"/>
                  </a:lnTo>
                  <a:lnTo>
                    <a:pt x="1177149" y="69882"/>
                  </a:lnTo>
                  <a:lnTo>
                    <a:pt x="1165324" y="62430"/>
                  </a:lnTo>
                  <a:lnTo>
                    <a:pt x="1153507" y="55457"/>
                  </a:lnTo>
                  <a:lnTo>
                    <a:pt x="1141698" y="48954"/>
                  </a:lnTo>
                  <a:lnTo>
                    <a:pt x="1129896" y="42909"/>
                  </a:lnTo>
                  <a:lnTo>
                    <a:pt x="1118100" y="37312"/>
                  </a:lnTo>
                  <a:lnTo>
                    <a:pt x="1106308" y="32152"/>
                  </a:lnTo>
                  <a:lnTo>
                    <a:pt x="1094520" y="27420"/>
                  </a:lnTo>
                  <a:lnTo>
                    <a:pt x="1082734" y="23104"/>
                  </a:lnTo>
                  <a:lnTo>
                    <a:pt x="1070949" y="19194"/>
                  </a:lnTo>
                  <a:lnTo>
                    <a:pt x="1059164" y="15680"/>
                  </a:lnTo>
                  <a:lnTo>
                    <a:pt x="1047379" y="12552"/>
                  </a:lnTo>
                  <a:lnTo>
                    <a:pt x="1035590" y="9798"/>
                  </a:lnTo>
                  <a:lnTo>
                    <a:pt x="1023799" y="7408"/>
                  </a:lnTo>
                  <a:lnTo>
                    <a:pt x="1012003" y="5372"/>
                  </a:lnTo>
                  <a:lnTo>
                    <a:pt x="1000201" y="3679"/>
                  </a:lnTo>
                  <a:lnTo>
                    <a:pt x="988393" y="2319"/>
                  </a:lnTo>
                  <a:lnTo>
                    <a:pt x="976576" y="1282"/>
                  </a:lnTo>
                  <a:lnTo>
                    <a:pt x="964751" y="557"/>
                  </a:lnTo>
                  <a:lnTo>
                    <a:pt x="952915" y="133"/>
                  </a:lnTo>
                  <a:lnTo>
                    <a:pt x="941068" y="0"/>
                  </a:lnTo>
                  <a:lnTo>
                    <a:pt x="929208" y="147"/>
                  </a:lnTo>
                  <a:lnTo>
                    <a:pt x="917334" y="564"/>
                  </a:lnTo>
                  <a:lnTo>
                    <a:pt x="905446" y="1241"/>
                  </a:lnTo>
                  <a:lnTo>
                    <a:pt x="893542" y="2167"/>
                  </a:lnTo>
                  <a:lnTo>
                    <a:pt x="881621" y="3332"/>
                  </a:lnTo>
                  <a:lnTo>
                    <a:pt x="869682" y="4725"/>
                  </a:lnTo>
                  <a:lnTo>
                    <a:pt x="857723" y="6336"/>
                  </a:lnTo>
                  <a:lnTo>
                    <a:pt x="845744" y="8153"/>
                  </a:lnTo>
                  <a:lnTo>
                    <a:pt x="833743" y="10168"/>
                  </a:lnTo>
                  <a:lnTo>
                    <a:pt x="821720" y="12368"/>
                  </a:lnTo>
                  <a:lnTo>
                    <a:pt x="809672" y="14745"/>
                  </a:lnTo>
                  <a:lnTo>
                    <a:pt x="797600" y="17287"/>
                  </a:lnTo>
                  <a:lnTo>
                    <a:pt x="785501" y="19984"/>
                  </a:lnTo>
                  <a:lnTo>
                    <a:pt x="773375" y="22825"/>
                  </a:lnTo>
                  <a:lnTo>
                    <a:pt x="761221" y="25800"/>
                  </a:lnTo>
                  <a:lnTo>
                    <a:pt x="749036" y="28898"/>
                  </a:lnTo>
                  <a:lnTo>
                    <a:pt x="736822" y="32109"/>
                  </a:lnTo>
                  <a:lnTo>
                    <a:pt x="724575" y="35423"/>
                  </a:lnTo>
                  <a:lnTo>
                    <a:pt x="712295" y="38829"/>
                  </a:lnTo>
                  <a:lnTo>
                    <a:pt x="699981" y="42317"/>
                  </a:lnTo>
                  <a:lnTo>
                    <a:pt x="687632" y="45875"/>
                  </a:lnTo>
                  <a:lnTo>
                    <a:pt x="675247" y="49494"/>
                  </a:lnTo>
                  <a:lnTo>
                    <a:pt x="662824" y="53164"/>
                  </a:lnTo>
                  <a:lnTo>
                    <a:pt x="650362" y="56873"/>
                  </a:lnTo>
                  <a:lnTo>
                    <a:pt x="637860" y="60611"/>
                  </a:lnTo>
                  <a:lnTo>
                    <a:pt x="625317" y="64368"/>
                  </a:lnTo>
                  <a:lnTo>
                    <a:pt x="612733" y="68133"/>
                  </a:lnTo>
                  <a:lnTo>
                    <a:pt x="600105" y="71896"/>
                  </a:lnTo>
                  <a:lnTo>
                    <a:pt x="587432" y="75646"/>
                  </a:lnTo>
                  <a:lnTo>
                    <a:pt x="574714" y="79373"/>
                  </a:lnTo>
                  <a:lnTo>
                    <a:pt x="561949" y="83067"/>
                  </a:lnTo>
                  <a:lnTo>
                    <a:pt x="549137" y="86716"/>
                  </a:lnTo>
                  <a:lnTo>
                    <a:pt x="536275" y="90311"/>
                  </a:lnTo>
                  <a:lnTo>
                    <a:pt x="523364" y="93841"/>
                  </a:lnTo>
                  <a:lnTo>
                    <a:pt x="510401" y="97295"/>
                  </a:lnTo>
                  <a:lnTo>
                    <a:pt x="497385" y="100663"/>
                  </a:lnTo>
                  <a:lnTo>
                    <a:pt x="484317" y="103935"/>
                  </a:lnTo>
                  <a:lnTo>
                    <a:pt x="471193" y="107100"/>
                  </a:lnTo>
                  <a:lnTo>
                    <a:pt x="458014" y="110148"/>
                  </a:lnTo>
                  <a:lnTo>
                    <a:pt x="444778" y="113068"/>
                  </a:lnTo>
                  <a:lnTo>
                    <a:pt x="431484" y="115849"/>
                  </a:lnTo>
                  <a:lnTo>
                    <a:pt x="418130" y="118482"/>
                  </a:lnTo>
                  <a:lnTo>
                    <a:pt x="404716" y="120955"/>
                  </a:lnTo>
                  <a:lnTo>
                    <a:pt x="391241" y="123259"/>
                  </a:lnTo>
                  <a:lnTo>
                    <a:pt x="377703" y="125382"/>
                  </a:lnTo>
                  <a:lnTo>
                    <a:pt x="364101" y="127315"/>
                  </a:lnTo>
                  <a:lnTo>
                    <a:pt x="350435" y="129046"/>
                  </a:lnTo>
                  <a:lnTo>
                    <a:pt x="336702" y="130566"/>
                  </a:lnTo>
                  <a:lnTo>
                    <a:pt x="322902" y="131864"/>
                  </a:lnTo>
                  <a:lnTo>
                    <a:pt x="309034" y="132929"/>
                  </a:lnTo>
                  <a:lnTo>
                    <a:pt x="295096" y="133751"/>
                  </a:lnTo>
                  <a:lnTo>
                    <a:pt x="281088" y="134320"/>
                  </a:lnTo>
                  <a:lnTo>
                    <a:pt x="267008" y="134625"/>
                  </a:lnTo>
                  <a:lnTo>
                    <a:pt x="252855" y="134655"/>
                  </a:lnTo>
                  <a:lnTo>
                    <a:pt x="238628" y="134401"/>
                  </a:lnTo>
                  <a:lnTo>
                    <a:pt x="224326" y="133851"/>
                  </a:lnTo>
                  <a:lnTo>
                    <a:pt x="209947" y="132995"/>
                  </a:lnTo>
                  <a:lnTo>
                    <a:pt x="195492" y="131822"/>
                  </a:lnTo>
                  <a:lnTo>
                    <a:pt x="180957" y="130323"/>
                  </a:lnTo>
                  <a:lnTo>
                    <a:pt x="166343" y="128487"/>
                  </a:lnTo>
                  <a:lnTo>
                    <a:pt x="151648" y="126303"/>
                  </a:lnTo>
                  <a:lnTo>
                    <a:pt x="136871" y="123761"/>
                  </a:lnTo>
                  <a:lnTo>
                    <a:pt x="122011" y="120850"/>
                  </a:lnTo>
                  <a:lnTo>
                    <a:pt x="107066" y="117560"/>
                  </a:lnTo>
                  <a:lnTo>
                    <a:pt x="92036" y="113880"/>
                  </a:lnTo>
                  <a:lnTo>
                    <a:pt x="76920" y="109800"/>
                  </a:lnTo>
                  <a:lnTo>
                    <a:pt x="61716" y="105310"/>
                  </a:lnTo>
                  <a:lnTo>
                    <a:pt x="46423" y="100399"/>
                  </a:lnTo>
                  <a:lnTo>
                    <a:pt x="31040" y="95056"/>
                  </a:lnTo>
                  <a:lnTo>
                    <a:pt x="15566" y="89271"/>
                  </a:lnTo>
                  <a:lnTo>
                    <a:pt x="0" y="83034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670020" y="2404193"/>
              <a:ext cx="1113309" cy="376864"/>
            </a:xfrm>
            <a:custGeom>
              <a:avLst/>
              <a:pathLst>
                <a:path w="1113309" h="376864">
                  <a:moveTo>
                    <a:pt x="1113309" y="376864"/>
                  </a:moveTo>
                  <a:lnTo>
                    <a:pt x="1101406" y="365129"/>
                  </a:lnTo>
                  <a:lnTo>
                    <a:pt x="1089592" y="353816"/>
                  </a:lnTo>
                  <a:lnTo>
                    <a:pt x="1077866" y="342917"/>
                  </a:lnTo>
                  <a:lnTo>
                    <a:pt x="1066225" y="332424"/>
                  </a:lnTo>
                  <a:lnTo>
                    <a:pt x="1054667" y="322330"/>
                  </a:lnTo>
                  <a:lnTo>
                    <a:pt x="1043189" y="312626"/>
                  </a:lnTo>
                  <a:lnTo>
                    <a:pt x="1031790" y="303304"/>
                  </a:lnTo>
                  <a:lnTo>
                    <a:pt x="1020466" y="294356"/>
                  </a:lnTo>
                  <a:lnTo>
                    <a:pt x="1009216" y="285774"/>
                  </a:lnTo>
                  <a:lnTo>
                    <a:pt x="998037" y="277550"/>
                  </a:lnTo>
                  <a:lnTo>
                    <a:pt x="986926" y="269676"/>
                  </a:lnTo>
                  <a:lnTo>
                    <a:pt x="975882" y="262143"/>
                  </a:lnTo>
                  <a:lnTo>
                    <a:pt x="964902" y="254945"/>
                  </a:lnTo>
                  <a:lnTo>
                    <a:pt x="953983" y="248072"/>
                  </a:lnTo>
                  <a:lnTo>
                    <a:pt x="943124" y="241517"/>
                  </a:lnTo>
                  <a:lnTo>
                    <a:pt x="932321" y="235271"/>
                  </a:lnTo>
                  <a:lnTo>
                    <a:pt x="921573" y="229327"/>
                  </a:lnTo>
                  <a:lnTo>
                    <a:pt x="910877" y="223676"/>
                  </a:lnTo>
                  <a:lnTo>
                    <a:pt x="900231" y="218311"/>
                  </a:lnTo>
                  <a:lnTo>
                    <a:pt x="889632" y="213223"/>
                  </a:lnTo>
                  <a:lnTo>
                    <a:pt x="879078" y="208404"/>
                  </a:lnTo>
                  <a:lnTo>
                    <a:pt x="868567" y="203847"/>
                  </a:lnTo>
                  <a:lnTo>
                    <a:pt x="858096" y="199543"/>
                  </a:lnTo>
                  <a:lnTo>
                    <a:pt x="847663" y="195484"/>
                  </a:lnTo>
                  <a:lnTo>
                    <a:pt x="837265" y="191661"/>
                  </a:lnTo>
                  <a:lnTo>
                    <a:pt x="826901" y="188068"/>
                  </a:lnTo>
                  <a:lnTo>
                    <a:pt x="816567" y="184696"/>
                  </a:lnTo>
                  <a:lnTo>
                    <a:pt x="806262" y="181537"/>
                  </a:lnTo>
                  <a:lnTo>
                    <a:pt x="795983" y="178582"/>
                  </a:lnTo>
                  <a:lnTo>
                    <a:pt x="785727" y="175824"/>
                  </a:lnTo>
                  <a:lnTo>
                    <a:pt x="775493" y="173255"/>
                  </a:lnTo>
                  <a:lnTo>
                    <a:pt x="765278" y="170867"/>
                  </a:lnTo>
                  <a:lnTo>
                    <a:pt x="755079" y="168651"/>
                  </a:lnTo>
                  <a:lnTo>
                    <a:pt x="744895" y="166599"/>
                  </a:lnTo>
                  <a:lnTo>
                    <a:pt x="734722" y="164704"/>
                  </a:lnTo>
                  <a:lnTo>
                    <a:pt x="724559" y="162958"/>
                  </a:lnTo>
                  <a:lnTo>
                    <a:pt x="714403" y="161351"/>
                  </a:lnTo>
                  <a:lnTo>
                    <a:pt x="704252" y="159877"/>
                  </a:lnTo>
                  <a:lnTo>
                    <a:pt x="694103" y="158528"/>
                  </a:lnTo>
                  <a:lnTo>
                    <a:pt x="683955" y="157294"/>
                  </a:lnTo>
                  <a:lnTo>
                    <a:pt x="673803" y="156168"/>
                  </a:lnTo>
                  <a:lnTo>
                    <a:pt x="663648" y="155143"/>
                  </a:lnTo>
                  <a:lnTo>
                    <a:pt x="653485" y="154209"/>
                  </a:lnTo>
                  <a:lnTo>
                    <a:pt x="643312" y="153359"/>
                  </a:lnTo>
                  <a:lnTo>
                    <a:pt x="633128" y="152585"/>
                  </a:lnTo>
                  <a:lnTo>
                    <a:pt x="622930" y="151879"/>
                  </a:lnTo>
                  <a:lnTo>
                    <a:pt x="612715" y="151233"/>
                  </a:lnTo>
                  <a:lnTo>
                    <a:pt x="602481" y="150638"/>
                  </a:lnTo>
                  <a:lnTo>
                    <a:pt x="592226" y="150087"/>
                  </a:lnTo>
                  <a:lnTo>
                    <a:pt x="581947" y="149571"/>
                  </a:lnTo>
                  <a:lnTo>
                    <a:pt x="571642" y="149083"/>
                  </a:lnTo>
                  <a:lnTo>
                    <a:pt x="561309" y="148615"/>
                  </a:lnTo>
                  <a:lnTo>
                    <a:pt x="550945" y="148157"/>
                  </a:lnTo>
                  <a:lnTo>
                    <a:pt x="540548" y="147703"/>
                  </a:lnTo>
                  <a:lnTo>
                    <a:pt x="530115" y="147245"/>
                  </a:lnTo>
                  <a:lnTo>
                    <a:pt x="519645" y="146773"/>
                  </a:lnTo>
                  <a:lnTo>
                    <a:pt x="509134" y="146281"/>
                  </a:lnTo>
                  <a:lnTo>
                    <a:pt x="498581" y="145759"/>
                  </a:lnTo>
                  <a:lnTo>
                    <a:pt x="487982" y="145201"/>
                  </a:lnTo>
                  <a:lnTo>
                    <a:pt x="477337" y="144597"/>
                  </a:lnTo>
                  <a:lnTo>
                    <a:pt x="466641" y="143941"/>
                  </a:lnTo>
                  <a:lnTo>
                    <a:pt x="455894" y="143223"/>
                  </a:lnTo>
                  <a:lnTo>
                    <a:pt x="445092" y="142436"/>
                  </a:lnTo>
                  <a:lnTo>
                    <a:pt x="434234" y="141572"/>
                  </a:lnTo>
                  <a:lnTo>
                    <a:pt x="423316" y="140622"/>
                  </a:lnTo>
                  <a:lnTo>
                    <a:pt x="412336" y="139579"/>
                  </a:lnTo>
                  <a:lnTo>
                    <a:pt x="401293" y="138435"/>
                  </a:lnTo>
                  <a:lnTo>
                    <a:pt x="390184" y="137181"/>
                  </a:lnTo>
                  <a:lnTo>
                    <a:pt x="379006" y="135809"/>
                  </a:lnTo>
                  <a:lnTo>
                    <a:pt x="367756" y="134312"/>
                  </a:lnTo>
                  <a:lnTo>
                    <a:pt x="356434" y="132681"/>
                  </a:lnTo>
                  <a:lnTo>
                    <a:pt x="345036" y="130908"/>
                  </a:lnTo>
                  <a:lnTo>
                    <a:pt x="333559" y="128985"/>
                  </a:lnTo>
                  <a:lnTo>
                    <a:pt x="322002" y="126905"/>
                  </a:lnTo>
                  <a:lnTo>
                    <a:pt x="310363" y="124658"/>
                  </a:lnTo>
                  <a:lnTo>
                    <a:pt x="298638" y="122238"/>
                  </a:lnTo>
                  <a:lnTo>
                    <a:pt x="286825" y="119635"/>
                  </a:lnTo>
                  <a:lnTo>
                    <a:pt x="274923" y="116842"/>
                  </a:lnTo>
                  <a:lnTo>
                    <a:pt x="262928" y="113851"/>
                  </a:lnTo>
                  <a:lnTo>
                    <a:pt x="250838" y="110654"/>
                  </a:lnTo>
                  <a:lnTo>
                    <a:pt x="238652" y="107243"/>
                  </a:lnTo>
                  <a:lnTo>
                    <a:pt x="226366" y="103609"/>
                  </a:lnTo>
                  <a:lnTo>
                    <a:pt x="213978" y="99744"/>
                  </a:lnTo>
                  <a:lnTo>
                    <a:pt x="201486" y="95642"/>
                  </a:lnTo>
                  <a:lnTo>
                    <a:pt x="188888" y="91292"/>
                  </a:lnTo>
                  <a:lnTo>
                    <a:pt x="176181" y="86688"/>
                  </a:lnTo>
                  <a:lnTo>
                    <a:pt x="163362" y="81822"/>
                  </a:lnTo>
                  <a:lnTo>
                    <a:pt x="150430" y="76684"/>
                  </a:lnTo>
                  <a:lnTo>
                    <a:pt x="137382" y="71268"/>
                  </a:lnTo>
                  <a:lnTo>
                    <a:pt x="124215" y="65565"/>
                  </a:lnTo>
                  <a:lnTo>
                    <a:pt x="110928" y="59567"/>
                  </a:lnTo>
                  <a:lnTo>
                    <a:pt x="97518" y="53266"/>
                  </a:lnTo>
                  <a:lnTo>
                    <a:pt x="83982" y="46654"/>
                  </a:lnTo>
                  <a:lnTo>
                    <a:pt x="70318" y="39723"/>
                  </a:lnTo>
                  <a:lnTo>
                    <a:pt x="56524" y="32465"/>
                  </a:lnTo>
                  <a:lnTo>
                    <a:pt x="42598" y="24872"/>
                  </a:lnTo>
                  <a:lnTo>
                    <a:pt x="28536" y="16935"/>
                  </a:lnTo>
                  <a:lnTo>
                    <a:pt x="14338" y="8647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875766" y="2121007"/>
              <a:ext cx="907563" cy="660050"/>
            </a:xfrm>
            <a:custGeom>
              <a:avLst/>
              <a:pathLst>
                <a:path w="907563" h="660050">
                  <a:moveTo>
                    <a:pt x="907563" y="660050"/>
                  </a:moveTo>
                  <a:lnTo>
                    <a:pt x="895706" y="648250"/>
                  </a:lnTo>
                  <a:lnTo>
                    <a:pt x="884032" y="636744"/>
                  </a:lnTo>
                  <a:lnTo>
                    <a:pt x="872537" y="625527"/>
                  </a:lnTo>
                  <a:lnTo>
                    <a:pt x="861217" y="614593"/>
                  </a:lnTo>
                  <a:lnTo>
                    <a:pt x="850068" y="603936"/>
                  </a:lnTo>
                  <a:lnTo>
                    <a:pt x="839086" y="593550"/>
                  </a:lnTo>
                  <a:lnTo>
                    <a:pt x="828267" y="583429"/>
                  </a:lnTo>
                  <a:lnTo>
                    <a:pt x="817607" y="573567"/>
                  </a:lnTo>
                  <a:lnTo>
                    <a:pt x="807102" y="563959"/>
                  </a:lnTo>
                  <a:lnTo>
                    <a:pt x="796749" y="554599"/>
                  </a:lnTo>
                  <a:lnTo>
                    <a:pt x="786543" y="545480"/>
                  </a:lnTo>
                  <a:lnTo>
                    <a:pt x="776480" y="536598"/>
                  </a:lnTo>
                  <a:lnTo>
                    <a:pt x="766556" y="527945"/>
                  </a:lnTo>
                  <a:lnTo>
                    <a:pt x="756767" y="519516"/>
                  </a:lnTo>
                  <a:lnTo>
                    <a:pt x="747111" y="511306"/>
                  </a:lnTo>
                  <a:lnTo>
                    <a:pt x="737581" y="503308"/>
                  </a:lnTo>
                  <a:lnTo>
                    <a:pt x="728175" y="495517"/>
                  </a:lnTo>
                  <a:lnTo>
                    <a:pt x="718889" y="487926"/>
                  </a:lnTo>
                  <a:lnTo>
                    <a:pt x="709718" y="480530"/>
                  </a:lnTo>
                  <a:lnTo>
                    <a:pt x="700658" y="473323"/>
                  </a:lnTo>
                  <a:lnTo>
                    <a:pt x="691707" y="466299"/>
                  </a:lnTo>
                  <a:lnTo>
                    <a:pt x="682859" y="459452"/>
                  </a:lnTo>
                  <a:lnTo>
                    <a:pt x="674111" y="452776"/>
                  </a:lnTo>
                  <a:lnTo>
                    <a:pt x="665458" y="446266"/>
                  </a:lnTo>
                  <a:lnTo>
                    <a:pt x="656898" y="439916"/>
                  </a:lnTo>
                  <a:lnTo>
                    <a:pt x="648425" y="433719"/>
                  </a:lnTo>
                  <a:lnTo>
                    <a:pt x="640036" y="427670"/>
                  </a:lnTo>
                  <a:lnTo>
                    <a:pt x="631727" y="421762"/>
                  </a:lnTo>
                  <a:lnTo>
                    <a:pt x="623495" y="415991"/>
                  </a:lnTo>
                  <a:lnTo>
                    <a:pt x="615334" y="410350"/>
                  </a:lnTo>
                  <a:lnTo>
                    <a:pt x="607241" y="404834"/>
                  </a:lnTo>
                  <a:lnTo>
                    <a:pt x="599213" y="399436"/>
                  </a:lnTo>
                  <a:lnTo>
                    <a:pt x="591244" y="394150"/>
                  </a:lnTo>
                  <a:lnTo>
                    <a:pt x="583332" y="388972"/>
                  </a:lnTo>
                  <a:lnTo>
                    <a:pt x="575472" y="383894"/>
                  </a:lnTo>
                  <a:lnTo>
                    <a:pt x="567660" y="378911"/>
                  </a:lnTo>
                  <a:lnTo>
                    <a:pt x="559893" y="374017"/>
                  </a:lnTo>
                  <a:lnTo>
                    <a:pt x="552166" y="369206"/>
                  </a:lnTo>
                  <a:lnTo>
                    <a:pt x="544475" y="364473"/>
                  </a:lnTo>
                  <a:lnTo>
                    <a:pt x="536817" y="359811"/>
                  </a:lnTo>
                  <a:lnTo>
                    <a:pt x="529188" y="355215"/>
                  </a:lnTo>
                  <a:lnTo>
                    <a:pt x="521583" y="350678"/>
                  </a:lnTo>
                  <a:lnTo>
                    <a:pt x="513998" y="346196"/>
                  </a:lnTo>
                  <a:lnTo>
                    <a:pt x="506430" y="341761"/>
                  </a:lnTo>
                  <a:lnTo>
                    <a:pt x="498875" y="337369"/>
                  </a:lnTo>
                  <a:lnTo>
                    <a:pt x="491329" y="333012"/>
                  </a:lnTo>
                  <a:lnTo>
                    <a:pt x="483787" y="328687"/>
                  </a:lnTo>
                  <a:lnTo>
                    <a:pt x="476246" y="324385"/>
                  </a:lnTo>
                  <a:lnTo>
                    <a:pt x="468702" y="320103"/>
                  </a:lnTo>
                  <a:lnTo>
                    <a:pt x="461151" y="315833"/>
                  </a:lnTo>
                  <a:lnTo>
                    <a:pt x="453589" y="311570"/>
                  </a:lnTo>
                  <a:lnTo>
                    <a:pt x="446011" y="307308"/>
                  </a:lnTo>
                  <a:lnTo>
                    <a:pt x="438415" y="303041"/>
                  </a:lnTo>
                  <a:lnTo>
                    <a:pt x="430796" y="298764"/>
                  </a:lnTo>
                  <a:lnTo>
                    <a:pt x="423150" y="294470"/>
                  </a:lnTo>
                  <a:lnTo>
                    <a:pt x="415473" y="290154"/>
                  </a:lnTo>
                  <a:lnTo>
                    <a:pt x="407761" y="285809"/>
                  </a:lnTo>
                  <a:lnTo>
                    <a:pt x="400010" y="281430"/>
                  </a:lnTo>
                  <a:lnTo>
                    <a:pt x="392217" y="277011"/>
                  </a:lnTo>
                  <a:lnTo>
                    <a:pt x="384377" y="272546"/>
                  </a:lnTo>
                  <a:lnTo>
                    <a:pt x="376486" y="268029"/>
                  </a:lnTo>
                  <a:lnTo>
                    <a:pt x="368541" y="263455"/>
                  </a:lnTo>
                  <a:lnTo>
                    <a:pt x="360537" y="258817"/>
                  </a:lnTo>
                  <a:lnTo>
                    <a:pt x="352470" y="254109"/>
                  </a:lnTo>
                  <a:lnTo>
                    <a:pt x="344338" y="249326"/>
                  </a:lnTo>
                  <a:lnTo>
                    <a:pt x="336134" y="244463"/>
                  </a:lnTo>
                  <a:lnTo>
                    <a:pt x="327856" y="239512"/>
                  </a:lnTo>
                  <a:lnTo>
                    <a:pt x="319500" y="234468"/>
                  </a:lnTo>
                  <a:lnTo>
                    <a:pt x="311062" y="229325"/>
                  </a:lnTo>
                  <a:lnTo>
                    <a:pt x="302537" y="224078"/>
                  </a:lnTo>
                  <a:lnTo>
                    <a:pt x="293922" y="218720"/>
                  </a:lnTo>
                  <a:lnTo>
                    <a:pt x="285213" y="213246"/>
                  </a:lnTo>
                  <a:lnTo>
                    <a:pt x="276406" y="207650"/>
                  </a:lnTo>
                  <a:lnTo>
                    <a:pt x="267496" y="201926"/>
                  </a:lnTo>
                  <a:lnTo>
                    <a:pt x="258481" y="196067"/>
                  </a:lnTo>
                  <a:lnTo>
                    <a:pt x="249355" y="190069"/>
                  </a:lnTo>
                  <a:lnTo>
                    <a:pt x="240116" y="183925"/>
                  </a:lnTo>
                  <a:lnTo>
                    <a:pt x="230758" y="177629"/>
                  </a:lnTo>
                  <a:lnTo>
                    <a:pt x="221279" y="171176"/>
                  </a:lnTo>
                  <a:lnTo>
                    <a:pt x="211674" y="164559"/>
                  </a:lnTo>
                  <a:lnTo>
                    <a:pt x="201939" y="157773"/>
                  </a:lnTo>
                  <a:lnTo>
                    <a:pt x="192070" y="150813"/>
                  </a:lnTo>
                  <a:lnTo>
                    <a:pt x="182064" y="143671"/>
                  </a:lnTo>
                  <a:lnTo>
                    <a:pt x="171916" y="136342"/>
                  </a:lnTo>
                  <a:lnTo>
                    <a:pt x="161622" y="128821"/>
                  </a:lnTo>
                  <a:lnTo>
                    <a:pt x="151178" y="121101"/>
                  </a:lnTo>
                  <a:lnTo>
                    <a:pt x="140581" y="113176"/>
                  </a:lnTo>
                  <a:lnTo>
                    <a:pt x="129827" y="105042"/>
                  </a:lnTo>
                  <a:lnTo>
                    <a:pt x="118911" y="96691"/>
                  </a:lnTo>
                  <a:lnTo>
                    <a:pt x="107830" y="88118"/>
                  </a:lnTo>
                  <a:lnTo>
                    <a:pt x="96579" y="79317"/>
                  </a:lnTo>
                  <a:lnTo>
                    <a:pt x="85155" y="70282"/>
                  </a:lnTo>
                  <a:lnTo>
                    <a:pt x="73553" y="61008"/>
                  </a:lnTo>
                  <a:lnTo>
                    <a:pt x="61771" y="51488"/>
                  </a:lnTo>
                  <a:lnTo>
                    <a:pt x="49803" y="41717"/>
                  </a:lnTo>
                  <a:lnTo>
                    <a:pt x="37646" y="31688"/>
                  </a:lnTo>
                  <a:lnTo>
                    <a:pt x="25295" y="21396"/>
                  </a:lnTo>
                  <a:lnTo>
                    <a:pt x="12748" y="10835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3123280" y="1873494"/>
              <a:ext cx="660050" cy="907563"/>
            </a:xfrm>
            <a:custGeom>
              <a:avLst/>
              <a:pathLst>
                <a:path w="660050" h="907563">
                  <a:moveTo>
                    <a:pt x="660050" y="907563"/>
                  </a:moveTo>
                  <a:lnTo>
                    <a:pt x="648250" y="895706"/>
                  </a:lnTo>
                  <a:lnTo>
                    <a:pt x="636744" y="884032"/>
                  </a:lnTo>
                  <a:lnTo>
                    <a:pt x="625527" y="872537"/>
                  </a:lnTo>
                  <a:lnTo>
                    <a:pt x="614593" y="861217"/>
                  </a:lnTo>
                  <a:lnTo>
                    <a:pt x="603936" y="850068"/>
                  </a:lnTo>
                  <a:lnTo>
                    <a:pt x="593550" y="839086"/>
                  </a:lnTo>
                  <a:lnTo>
                    <a:pt x="583429" y="828267"/>
                  </a:lnTo>
                  <a:lnTo>
                    <a:pt x="573567" y="817607"/>
                  </a:lnTo>
                  <a:lnTo>
                    <a:pt x="563959" y="807102"/>
                  </a:lnTo>
                  <a:lnTo>
                    <a:pt x="554599" y="796749"/>
                  </a:lnTo>
                  <a:lnTo>
                    <a:pt x="545480" y="786543"/>
                  </a:lnTo>
                  <a:lnTo>
                    <a:pt x="536598" y="776480"/>
                  </a:lnTo>
                  <a:lnTo>
                    <a:pt x="527945" y="766556"/>
                  </a:lnTo>
                  <a:lnTo>
                    <a:pt x="519516" y="756767"/>
                  </a:lnTo>
                  <a:lnTo>
                    <a:pt x="511306" y="747111"/>
                  </a:lnTo>
                  <a:lnTo>
                    <a:pt x="503308" y="737581"/>
                  </a:lnTo>
                  <a:lnTo>
                    <a:pt x="495517" y="728175"/>
                  </a:lnTo>
                  <a:lnTo>
                    <a:pt x="487926" y="718889"/>
                  </a:lnTo>
                  <a:lnTo>
                    <a:pt x="480530" y="709718"/>
                  </a:lnTo>
                  <a:lnTo>
                    <a:pt x="473323" y="700658"/>
                  </a:lnTo>
                  <a:lnTo>
                    <a:pt x="466299" y="691707"/>
                  </a:lnTo>
                  <a:lnTo>
                    <a:pt x="459452" y="682859"/>
                  </a:lnTo>
                  <a:lnTo>
                    <a:pt x="452776" y="674111"/>
                  </a:lnTo>
                  <a:lnTo>
                    <a:pt x="446266" y="665458"/>
                  </a:lnTo>
                  <a:lnTo>
                    <a:pt x="439916" y="656898"/>
                  </a:lnTo>
                  <a:lnTo>
                    <a:pt x="433719" y="648425"/>
                  </a:lnTo>
                  <a:lnTo>
                    <a:pt x="427670" y="640036"/>
                  </a:lnTo>
                  <a:lnTo>
                    <a:pt x="421762" y="631727"/>
                  </a:lnTo>
                  <a:lnTo>
                    <a:pt x="415991" y="623495"/>
                  </a:lnTo>
                  <a:lnTo>
                    <a:pt x="410350" y="615334"/>
                  </a:lnTo>
                  <a:lnTo>
                    <a:pt x="404834" y="607241"/>
                  </a:lnTo>
                  <a:lnTo>
                    <a:pt x="399436" y="599213"/>
                  </a:lnTo>
                  <a:lnTo>
                    <a:pt x="394150" y="591244"/>
                  </a:lnTo>
                  <a:lnTo>
                    <a:pt x="388972" y="583332"/>
                  </a:lnTo>
                  <a:lnTo>
                    <a:pt x="383894" y="575472"/>
                  </a:lnTo>
                  <a:lnTo>
                    <a:pt x="378911" y="567660"/>
                  </a:lnTo>
                  <a:lnTo>
                    <a:pt x="374017" y="559893"/>
                  </a:lnTo>
                  <a:lnTo>
                    <a:pt x="369206" y="552166"/>
                  </a:lnTo>
                  <a:lnTo>
                    <a:pt x="364473" y="544475"/>
                  </a:lnTo>
                  <a:lnTo>
                    <a:pt x="359811" y="536817"/>
                  </a:lnTo>
                  <a:lnTo>
                    <a:pt x="355215" y="529188"/>
                  </a:lnTo>
                  <a:lnTo>
                    <a:pt x="350678" y="521583"/>
                  </a:lnTo>
                  <a:lnTo>
                    <a:pt x="346196" y="513998"/>
                  </a:lnTo>
                  <a:lnTo>
                    <a:pt x="341761" y="506430"/>
                  </a:lnTo>
                  <a:lnTo>
                    <a:pt x="337369" y="498875"/>
                  </a:lnTo>
                  <a:lnTo>
                    <a:pt x="333012" y="491329"/>
                  </a:lnTo>
                  <a:lnTo>
                    <a:pt x="328687" y="483787"/>
                  </a:lnTo>
                  <a:lnTo>
                    <a:pt x="324385" y="476246"/>
                  </a:lnTo>
                  <a:lnTo>
                    <a:pt x="320103" y="468702"/>
                  </a:lnTo>
                  <a:lnTo>
                    <a:pt x="315833" y="461151"/>
                  </a:lnTo>
                  <a:lnTo>
                    <a:pt x="311570" y="453589"/>
                  </a:lnTo>
                  <a:lnTo>
                    <a:pt x="307308" y="446011"/>
                  </a:lnTo>
                  <a:lnTo>
                    <a:pt x="303041" y="438415"/>
                  </a:lnTo>
                  <a:lnTo>
                    <a:pt x="298764" y="430796"/>
                  </a:lnTo>
                  <a:lnTo>
                    <a:pt x="294470" y="423150"/>
                  </a:lnTo>
                  <a:lnTo>
                    <a:pt x="290154" y="415473"/>
                  </a:lnTo>
                  <a:lnTo>
                    <a:pt x="285809" y="407761"/>
                  </a:lnTo>
                  <a:lnTo>
                    <a:pt x="281430" y="400010"/>
                  </a:lnTo>
                  <a:lnTo>
                    <a:pt x="277011" y="392217"/>
                  </a:lnTo>
                  <a:lnTo>
                    <a:pt x="272546" y="384377"/>
                  </a:lnTo>
                  <a:lnTo>
                    <a:pt x="268029" y="376486"/>
                  </a:lnTo>
                  <a:lnTo>
                    <a:pt x="263455" y="368541"/>
                  </a:lnTo>
                  <a:lnTo>
                    <a:pt x="258817" y="360537"/>
                  </a:lnTo>
                  <a:lnTo>
                    <a:pt x="254109" y="352470"/>
                  </a:lnTo>
                  <a:lnTo>
                    <a:pt x="249326" y="344338"/>
                  </a:lnTo>
                  <a:lnTo>
                    <a:pt x="244463" y="336134"/>
                  </a:lnTo>
                  <a:lnTo>
                    <a:pt x="239512" y="327856"/>
                  </a:lnTo>
                  <a:lnTo>
                    <a:pt x="234468" y="319500"/>
                  </a:lnTo>
                  <a:lnTo>
                    <a:pt x="229325" y="311062"/>
                  </a:lnTo>
                  <a:lnTo>
                    <a:pt x="224078" y="302537"/>
                  </a:lnTo>
                  <a:lnTo>
                    <a:pt x="218720" y="293922"/>
                  </a:lnTo>
                  <a:lnTo>
                    <a:pt x="213246" y="285213"/>
                  </a:lnTo>
                  <a:lnTo>
                    <a:pt x="207650" y="276406"/>
                  </a:lnTo>
                  <a:lnTo>
                    <a:pt x="201926" y="267496"/>
                  </a:lnTo>
                  <a:lnTo>
                    <a:pt x="196067" y="258481"/>
                  </a:lnTo>
                  <a:lnTo>
                    <a:pt x="190069" y="249355"/>
                  </a:lnTo>
                  <a:lnTo>
                    <a:pt x="183925" y="240116"/>
                  </a:lnTo>
                  <a:lnTo>
                    <a:pt x="177629" y="230758"/>
                  </a:lnTo>
                  <a:lnTo>
                    <a:pt x="171176" y="221279"/>
                  </a:lnTo>
                  <a:lnTo>
                    <a:pt x="164559" y="211674"/>
                  </a:lnTo>
                  <a:lnTo>
                    <a:pt x="157773" y="201939"/>
                  </a:lnTo>
                  <a:lnTo>
                    <a:pt x="150813" y="192070"/>
                  </a:lnTo>
                  <a:lnTo>
                    <a:pt x="143671" y="182064"/>
                  </a:lnTo>
                  <a:lnTo>
                    <a:pt x="136342" y="171916"/>
                  </a:lnTo>
                  <a:lnTo>
                    <a:pt x="128821" y="161622"/>
                  </a:lnTo>
                  <a:lnTo>
                    <a:pt x="121101" y="151178"/>
                  </a:lnTo>
                  <a:lnTo>
                    <a:pt x="113176" y="140581"/>
                  </a:lnTo>
                  <a:lnTo>
                    <a:pt x="105042" y="129827"/>
                  </a:lnTo>
                  <a:lnTo>
                    <a:pt x="96691" y="118911"/>
                  </a:lnTo>
                  <a:lnTo>
                    <a:pt x="88118" y="107830"/>
                  </a:lnTo>
                  <a:lnTo>
                    <a:pt x="79317" y="96579"/>
                  </a:lnTo>
                  <a:lnTo>
                    <a:pt x="70282" y="85155"/>
                  </a:lnTo>
                  <a:lnTo>
                    <a:pt x="61008" y="73553"/>
                  </a:lnTo>
                  <a:lnTo>
                    <a:pt x="51488" y="61771"/>
                  </a:lnTo>
                  <a:lnTo>
                    <a:pt x="41717" y="49803"/>
                  </a:lnTo>
                  <a:lnTo>
                    <a:pt x="31688" y="37646"/>
                  </a:lnTo>
                  <a:lnTo>
                    <a:pt x="21396" y="25295"/>
                  </a:lnTo>
                  <a:lnTo>
                    <a:pt x="10835" y="12748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3406465" y="1667748"/>
              <a:ext cx="376864" cy="1113309"/>
            </a:xfrm>
            <a:custGeom>
              <a:avLst/>
              <a:pathLst>
                <a:path w="376864" h="1113309">
                  <a:moveTo>
                    <a:pt x="376864" y="1113309"/>
                  </a:moveTo>
                  <a:lnTo>
                    <a:pt x="365129" y="1101406"/>
                  </a:lnTo>
                  <a:lnTo>
                    <a:pt x="353816" y="1089592"/>
                  </a:lnTo>
                  <a:lnTo>
                    <a:pt x="342917" y="1077866"/>
                  </a:lnTo>
                  <a:lnTo>
                    <a:pt x="332424" y="1066225"/>
                  </a:lnTo>
                  <a:lnTo>
                    <a:pt x="322330" y="1054667"/>
                  </a:lnTo>
                  <a:lnTo>
                    <a:pt x="312626" y="1043189"/>
                  </a:lnTo>
                  <a:lnTo>
                    <a:pt x="303304" y="1031790"/>
                  </a:lnTo>
                  <a:lnTo>
                    <a:pt x="294356" y="1020466"/>
                  </a:lnTo>
                  <a:lnTo>
                    <a:pt x="285774" y="1009216"/>
                  </a:lnTo>
                  <a:lnTo>
                    <a:pt x="277550" y="998037"/>
                  </a:lnTo>
                  <a:lnTo>
                    <a:pt x="269676" y="986926"/>
                  </a:lnTo>
                  <a:lnTo>
                    <a:pt x="262143" y="975882"/>
                  </a:lnTo>
                  <a:lnTo>
                    <a:pt x="254945" y="964902"/>
                  </a:lnTo>
                  <a:lnTo>
                    <a:pt x="248072" y="953983"/>
                  </a:lnTo>
                  <a:lnTo>
                    <a:pt x="241517" y="943124"/>
                  </a:lnTo>
                  <a:lnTo>
                    <a:pt x="235271" y="932321"/>
                  </a:lnTo>
                  <a:lnTo>
                    <a:pt x="229327" y="921573"/>
                  </a:lnTo>
                  <a:lnTo>
                    <a:pt x="223676" y="910877"/>
                  </a:lnTo>
                  <a:lnTo>
                    <a:pt x="218311" y="900231"/>
                  </a:lnTo>
                  <a:lnTo>
                    <a:pt x="213223" y="889632"/>
                  </a:lnTo>
                  <a:lnTo>
                    <a:pt x="208404" y="879078"/>
                  </a:lnTo>
                  <a:lnTo>
                    <a:pt x="203847" y="868567"/>
                  </a:lnTo>
                  <a:lnTo>
                    <a:pt x="199543" y="858096"/>
                  </a:lnTo>
                  <a:lnTo>
                    <a:pt x="195484" y="847663"/>
                  </a:lnTo>
                  <a:lnTo>
                    <a:pt x="191661" y="837265"/>
                  </a:lnTo>
                  <a:lnTo>
                    <a:pt x="188068" y="826901"/>
                  </a:lnTo>
                  <a:lnTo>
                    <a:pt x="184696" y="816567"/>
                  </a:lnTo>
                  <a:lnTo>
                    <a:pt x="181537" y="806262"/>
                  </a:lnTo>
                  <a:lnTo>
                    <a:pt x="178582" y="795983"/>
                  </a:lnTo>
                  <a:lnTo>
                    <a:pt x="175824" y="785727"/>
                  </a:lnTo>
                  <a:lnTo>
                    <a:pt x="173255" y="775493"/>
                  </a:lnTo>
                  <a:lnTo>
                    <a:pt x="170867" y="765278"/>
                  </a:lnTo>
                  <a:lnTo>
                    <a:pt x="168651" y="755079"/>
                  </a:lnTo>
                  <a:lnTo>
                    <a:pt x="166599" y="744895"/>
                  </a:lnTo>
                  <a:lnTo>
                    <a:pt x="164704" y="734722"/>
                  </a:lnTo>
                  <a:lnTo>
                    <a:pt x="162958" y="724559"/>
                  </a:lnTo>
                  <a:lnTo>
                    <a:pt x="161351" y="714403"/>
                  </a:lnTo>
                  <a:lnTo>
                    <a:pt x="159877" y="704252"/>
                  </a:lnTo>
                  <a:lnTo>
                    <a:pt x="158528" y="694103"/>
                  </a:lnTo>
                  <a:lnTo>
                    <a:pt x="157294" y="683955"/>
                  </a:lnTo>
                  <a:lnTo>
                    <a:pt x="156168" y="673803"/>
                  </a:lnTo>
                  <a:lnTo>
                    <a:pt x="155143" y="663648"/>
                  </a:lnTo>
                  <a:lnTo>
                    <a:pt x="154209" y="653485"/>
                  </a:lnTo>
                  <a:lnTo>
                    <a:pt x="153359" y="643312"/>
                  </a:lnTo>
                  <a:lnTo>
                    <a:pt x="152585" y="633128"/>
                  </a:lnTo>
                  <a:lnTo>
                    <a:pt x="151879" y="622930"/>
                  </a:lnTo>
                  <a:lnTo>
                    <a:pt x="151233" y="612715"/>
                  </a:lnTo>
                  <a:lnTo>
                    <a:pt x="150638" y="602481"/>
                  </a:lnTo>
                  <a:lnTo>
                    <a:pt x="150087" y="592226"/>
                  </a:lnTo>
                  <a:lnTo>
                    <a:pt x="149571" y="581947"/>
                  </a:lnTo>
                  <a:lnTo>
                    <a:pt x="149083" y="571642"/>
                  </a:lnTo>
                  <a:lnTo>
                    <a:pt x="148615" y="561309"/>
                  </a:lnTo>
                  <a:lnTo>
                    <a:pt x="148157" y="550945"/>
                  </a:lnTo>
                  <a:lnTo>
                    <a:pt x="147703" y="540548"/>
                  </a:lnTo>
                  <a:lnTo>
                    <a:pt x="147245" y="530115"/>
                  </a:lnTo>
                  <a:lnTo>
                    <a:pt x="146773" y="519645"/>
                  </a:lnTo>
                  <a:lnTo>
                    <a:pt x="146281" y="509134"/>
                  </a:lnTo>
                  <a:lnTo>
                    <a:pt x="145759" y="498581"/>
                  </a:lnTo>
                  <a:lnTo>
                    <a:pt x="145201" y="487982"/>
                  </a:lnTo>
                  <a:lnTo>
                    <a:pt x="144597" y="477337"/>
                  </a:lnTo>
                  <a:lnTo>
                    <a:pt x="143941" y="466641"/>
                  </a:lnTo>
                  <a:lnTo>
                    <a:pt x="143223" y="455894"/>
                  </a:lnTo>
                  <a:lnTo>
                    <a:pt x="142436" y="445092"/>
                  </a:lnTo>
                  <a:lnTo>
                    <a:pt x="141572" y="434234"/>
                  </a:lnTo>
                  <a:lnTo>
                    <a:pt x="140622" y="423316"/>
                  </a:lnTo>
                  <a:lnTo>
                    <a:pt x="139579" y="412336"/>
                  </a:lnTo>
                  <a:lnTo>
                    <a:pt x="138435" y="401293"/>
                  </a:lnTo>
                  <a:lnTo>
                    <a:pt x="137181" y="390184"/>
                  </a:lnTo>
                  <a:lnTo>
                    <a:pt x="135809" y="379006"/>
                  </a:lnTo>
                  <a:lnTo>
                    <a:pt x="134312" y="367756"/>
                  </a:lnTo>
                  <a:lnTo>
                    <a:pt x="132681" y="356434"/>
                  </a:lnTo>
                  <a:lnTo>
                    <a:pt x="130908" y="345036"/>
                  </a:lnTo>
                  <a:lnTo>
                    <a:pt x="128985" y="333559"/>
                  </a:lnTo>
                  <a:lnTo>
                    <a:pt x="126905" y="322002"/>
                  </a:lnTo>
                  <a:lnTo>
                    <a:pt x="124658" y="310363"/>
                  </a:lnTo>
                  <a:lnTo>
                    <a:pt x="122238" y="298638"/>
                  </a:lnTo>
                  <a:lnTo>
                    <a:pt x="119635" y="286825"/>
                  </a:lnTo>
                  <a:lnTo>
                    <a:pt x="116842" y="274923"/>
                  </a:lnTo>
                  <a:lnTo>
                    <a:pt x="113851" y="262928"/>
                  </a:lnTo>
                  <a:lnTo>
                    <a:pt x="110654" y="250838"/>
                  </a:lnTo>
                  <a:lnTo>
                    <a:pt x="107243" y="238652"/>
                  </a:lnTo>
                  <a:lnTo>
                    <a:pt x="103609" y="226366"/>
                  </a:lnTo>
                  <a:lnTo>
                    <a:pt x="99744" y="213978"/>
                  </a:lnTo>
                  <a:lnTo>
                    <a:pt x="95642" y="201486"/>
                  </a:lnTo>
                  <a:lnTo>
                    <a:pt x="91292" y="188888"/>
                  </a:lnTo>
                  <a:lnTo>
                    <a:pt x="86688" y="176181"/>
                  </a:lnTo>
                  <a:lnTo>
                    <a:pt x="81822" y="163362"/>
                  </a:lnTo>
                  <a:lnTo>
                    <a:pt x="76684" y="150430"/>
                  </a:lnTo>
                  <a:lnTo>
                    <a:pt x="71268" y="137382"/>
                  </a:lnTo>
                  <a:lnTo>
                    <a:pt x="65565" y="124215"/>
                  </a:lnTo>
                  <a:lnTo>
                    <a:pt x="59567" y="110928"/>
                  </a:lnTo>
                  <a:lnTo>
                    <a:pt x="53266" y="97518"/>
                  </a:lnTo>
                  <a:lnTo>
                    <a:pt x="46654" y="83982"/>
                  </a:lnTo>
                  <a:lnTo>
                    <a:pt x="39723" y="70318"/>
                  </a:lnTo>
                  <a:lnTo>
                    <a:pt x="32465" y="56524"/>
                  </a:lnTo>
                  <a:lnTo>
                    <a:pt x="24872" y="42598"/>
                  </a:lnTo>
                  <a:lnTo>
                    <a:pt x="16935" y="28536"/>
                  </a:lnTo>
                  <a:lnTo>
                    <a:pt x="8647" y="14338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3635316" y="1508835"/>
              <a:ext cx="148014" cy="1272223"/>
            </a:xfrm>
            <a:custGeom>
              <a:avLst/>
              <a:pathLst>
                <a:path w="148014" h="1272223">
                  <a:moveTo>
                    <a:pt x="148014" y="1272223"/>
                  </a:moveTo>
                  <a:lnTo>
                    <a:pt x="136349" y="1260283"/>
                  </a:lnTo>
                  <a:lnTo>
                    <a:pt x="125248" y="1248361"/>
                  </a:lnTo>
                  <a:lnTo>
                    <a:pt x="114700" y="1236456"/>
                  </a:lnTo>
                  <a:lnTo>
                    <a:pt x="104693" y="1224567"/>
                  </a:lnTo>
                  <a:lnTo>
                    <a:pt x="95219" y="1212694"/>
                  </a:lnTo>
                  <a:lnTo>
                    <a:pt x="86266" y="1200833"/>
                  </a:lnTo>
                  <a:lnTo>
                    <a:pt x="77824" y="1188986"/>
                  </a:lnTo>
                  <a:lnTo>
                    <a:pt x="69882" y="1177149"/>
                  </a:lnTo>
                  <a:lnTo>
                    <a:pt x="62430" y="1165324"/>
                  </a:lnTo>
                  <a:lnTo>
                    <a:pt x="55457" y="1153507"/>
                  </a:lnTo>
                  <a:lnTo>
                    <a:pt x="48954" y="1141698"/>
                  </a:lnTo>
                  <a:lnTo>
                    <a:pt x="42909" y="1129896"/>
                  </a:lnTo>
                  <a:lnTo>
                    <a:pt x="37312" y="1118100"/>
                  </a:lnTo>
                  <a:lnTo>
                    <a:pt x="32152" y="1106308"/>
                  </a:lnTo>
                  <a:lnTo>
                    <a:pt x="27420" y="1094520"/>
                  </a:lnTo>
                  <a:lnTo>
                    <a:pt x="23104" y="1082734"/>
                  </a:lnTo>
                  <a:lnTo>
                    <a:pt x="19194" y="1070949"/>
                  </a:lnTo>
                  <a:lnTo>
                    <a:pt x="15680" y="1059164"/>
                  </a:lnTo>
                  <a:lnTo>
                    <a:pt x="12552" y="1047379"/>
                  </a:lnTo>
                  <a:lnTo>
                    <a:pt x="9798" y="1035590"/>
                  </a:lnTo>
                  <a:lnTo>
                    <a:pt x="7408" y="1023799"/>
                  </a:lnTo>
                  <a:lnTo>
                    <a:pt x="5372" y="1012003"/>
                  </a:lnTo>
                  <a:lnTo>
                    <a:pt x="3679" y="1000201"/>
                  </a:lnTo>
                  <a:lnTo>
                    <a:pt x="2319" y="988393"/>
                  </a:lnTo>
                  <a:lnTo>
                    <a:pt x="1282" y="976576"/>
                  </a:lnTo>
                  <a:lnTo>
                    <a:pt x="557" y="964751"/>
                  </a:lnTo>
                  <a:lnTo>
                    <a:pt x="133" y="952915"/>
                  </a:lnTo>
                  <a:lnTo>
                    <a:pt x="0" y="941068"/>
                  </a:lnTo>
                  <a:lnTo>
                    <a:pt x="147" y="929208"/>
                  </a:lnTo>
                  <a:lnTo>
                    <a:pt x="564" y="917334"/>
                  </a:lnTo>
                  <a:lnTo>
                    <a:pt x="1241" y="905446"/>
                  </a:lnTo>
                  <a:lnTo>
                    <a:pt x="2167" y="893542"/>
                  </a:lnTo>
                  <a:lnTo>
                    <a:pt x="3332" y="881621"/>
                  </a:lnTo>
                  <a:lnTo>
                    <a:pt x="4725" y="869682"/>
                  </a:lnTo>
                  <a:lnTo>
                    <a:pt x="6336" y="857723"/>
                  </a:lnTo>
                  <a:lnTo>
                    <a:pt x="8153" y="845744"/>
                  </a:lnTo>
                  <a:lnTo>
                    <a:pt x="10168" y="833743"/>
                  </a:lnTo>
                  <a:lnTo>
                    <a:pt x="12368" y="821720"/>
                  </a:lnTo>
                  <a:lnTo>
                    <a:pt x="14745" y="809672"/>
                  </a:lnTo>
                  <a:lnTo>
                    <a:pt x="17287" y="797600"/>
                  </a:lnTo>
                  <a:lnTo>
                    <a:pt x="19984" y="785501"/>
                  </a:lnTo>
                  <a:lnTo>
                    <a:pt x="22825" y="773375"/>
                  </a:lnTo>
                  <a:lnTo>
                    <a:pt x="25800" y="761221"/>
                  </a:lnTo>
                  <a:lnTo>
                    <a:pt x="28898" y="749036"/>
                  </a:lnTo>
                  <a:lnTo>
                    <a:pt x="32109" y="736822"/>
                  </a:lnTo>
                  <a:lnTo>
                    <a:pt x="35423" y="724575"/>
                  </a:lnTo>
                  <a:lnTo>
                    <a:pt x="38829" y="712295"/>
                  </a:lnTo>
                  <a:lnTo>
                    <a:pt x="42317" y="699981"/>
                  </a:lnTo>
                  <a:lnTo>
                    <a:pt x="45875" y="687632"/>
                  </a:lnTo>
                  <a:lnTo>
                    <a:pt x="49494" y="675247"/>
                  </a:lnTo>
                  <a:lnTo>
                    <a:pt x="53164" y="662824"/>
                  </a:lnTo>
                  <a:lnTo>
                    <a:pt x="56873" y="650362"/>
                  </a:lnTo>
                  <a:lnTo>
                    <a:pt x="60611" y="637860"/>
                  </a:lnTo>
                  <a:lnTo>
                    <a:pt x="64368" y="625317"/>
                  </a:lnTo>
                  <a:lnTo>
                    <a:pt x="68133" y="612733"/>
                  </a:lnTo>
                  <a:lnTo>
                    <a:pt x="71896" y="600105"/>
                  </a:lnTo>
                  <a:lnTo>
                    <a:pt x="75646" y="587432"/>
                  </a:lnTo>
                  <a:lnTo>
                    <a:pt x="79373" y="574714"/>
                  </a:lnTo>
                  <a:lnTo>
                    <a:pt x="83067" y="561949"/>
                  </a:lnTo>
                  <a:lnTo>
                    <a:pt x="86716" y="549137"/>
                  </a:lnTo>
                  <a:lnTo>
                    <a:pt x="90311" y="536275"/>
                  </a:lnTo>
                  <a:lnTo>
                    <a:pt x="93841" y="523364"/>
                  </a:lnTo>
                  <a:lnTo>
                    <a:pt x="97295" y="510401"/>
                  </a:lnTo>
                  <a:lnTo>
                    <a:pt x="100663" y="497385"/>
                  </a:lnTo>
                  <a:lnTo>
                    <a:pt x="103935" y="484317"/>
                  </a:lnTo>
                  <a:lnTo>
                    <a:pt x="107100" y="471193"/>
                  </a:lnTo>
                  <a:lnTo>
                    <a:pt x="110148" y="458014"/>
                  </a:lnTo>
                  <a:lnTo>
                    <a:pt x="113068" y="444778"/>
                  </a:lnTo>
                  <a:lnTo>
                    <a:pt x="115849" y="431484"/>
                  </a:lnTo>
                  <a:lnTo>
                    <a:pt x="118482" y="418130"/>
                  </a:lnTo>
                  <a:lnTo>
                    <a:pt x="120955" y="404716"/>
                  </a:lnTo>
                  <a:lnTo>
                    <a:pt x="123259" y="391241"/>
                  </a:lnTo>
                  <a:lnTo>
                    <a:pt x="125382" y="377703"/>
                  </a:lnTo>
                  <a:lnTo>
                    <a:pt x="127315" y="364101"/>
                  </a:lnTo>
                  <a:lnTo>
                    <a:pt x="129046" y="350435"/>
                  </a:lnTo>
                  <a:lnTo>
                    <a:pt x="130566" y="336702"/>
                  </a:lnTo>
                  <a:lnTo>
                    <a:pt x="131864" y="322902"/>
                  </a:lnTo>
                  <a:lnTo>
                    <a:pt x="132929" y="309034"/>
                  </a:lnTo>
                  <a:lnTo>
                    <a:pt x="133751" y="295096"/>
                  </a:lnTo>
                  <a:lnTo>
                    <a:pt x="134320" y="281088"/>
                  </a:lnTo>
                  <a:lnTo>
                    <a:pt x="134625" y="267008"/>
                  </a:lnTo>
                  <a:lnTo>
                    <a:pt x="134655" y="252855"/>
                  </a:lnTo>
                  <a:lnTo>
                    <a:pt x="134401" y="238628"/>
                  </a:lnTo>
                  <a:lnTo>
                    <a:pt x="133851" y="224326"/>
                  </a:lnTo>
                  <a:lnTo>
                    <a:pt x="132995" y="209947"/>
                  </a:lnTo>
                  <a:lnTo>
                    <a:pt x="131822" y="195492"/>
                  </a:lnTo>
                  <a:lnTo>
                    <a:pt x="130323" y="180957"/>
                  </a:lnTo>
                  <a:lnTo>
                    <a:pt x="128487" y="166343"/>
                  </a:lnTo>
                  <a:lnTo>
                    <a:pt x="126303" y="151648"/>
                  </a:lnTo>
                  <a:lnTo>
                    <a:pt x="123761" y="136871"/>
                  </a:lnTo>
                  <a:lnTo>
                    <a:pt x="120850" y="122011"/>
                  </a:lnTo>
                  <a:lnTo>
                    <a:pt x="117560" y="107066"/>
                  </a:lnTo>
                  <a:lnTo>
                    <a:pt x="113880" y="92036"/>
                  </a:lnTo>
                  <a:lnTo>
                    <a:pt x="109800" y="76920"/>
                  </a:lnTo>
                  <a:lnTo>
                    <a:pt x="105310" y="61716"/>
                  </a:lnTo>
                  <a:lnTo>
                    <a:pt x="100399" y="46423"/>
                  </a:lnTo>
                  <a:lnTo>
                    <a:pt x="95056" y="31040"/>
                  </a:lnTo>
                  <a:lnTo>
                    <a:pt x="89271" y="15566"/>
                  </a:lnTo>
                  <a:lnTo>
                    <a:pt x="83034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3672253" y="1400668"/>
              <a:ext cx="393600" cy="1380390"/>
            </a:xfrm>
            <a:custGeom>
              <a:avLst/>
              <a:pathLst>
                <a:path w="393600" h="1380390">
                  <a:moveTo>
                    <a:pt x="111077" y="1380390"/>
                  </a:moveTo>
                  <a:lnTo>
                    <a:pt x="99488" y="1368425"/>
                  </a:lnTo>
                  <a:lnTo>
                    <a:pt x="88613" y="1356430"/>
                  </a:lnTo>
                  <a:lnTo>
                    <a:pt x="78439" y="1344404"/>
                  </a:lnTo>
                  <a:lnTo>
                    <a:pt x="68952" y="1332346"/>
                  </a:lnTo>
                  <a:lnTo>
                    <a:pt x="60139" y="1320257"/>
                  </a:lnTo>
                  <a:lnTo>
                    <a:pt x="51988" y="1308137"/>
                  </a:lnTo>
                  <a:lnTo>
                    <a:pt x="44484" y="1295984"/>
                  </a:lnTo>
                  <a:lnTo>
                    <a:pt x="37616" y="1283799"/>
                  </a:lnTo>
                  <a:lnTo>
                    <a:pt x="31371" y="1271581"/>
                  </a:lnTo>
                  <a:lnTo>
                    <a:pt x="25734" y="1259330"/>
                  </a:lnTo>
                  <a:lnTo>
                    <a:pt x="20693" y="1247046"/>
                  </a:lnTo>
                  <a:lnTo>
                    <a:pt x="16236" y="1234728"/>
                  </a:lnTo>
                  <a:lnTo>
                    <a:pt x="12348" y="1222377"/>
                  </a:lnTo>
                  <a:lnTo>
                    <a:pt x="9018" y="1209991"/>
                  </a:lnTo>
                  <a:lnTo>
                    <a:pt x="6231" y="1197570"/>
                  </a:lnTo>
                  <a:lnTo>
                    <a:pt x="3975" y="1185115"/>
                  </a:lnTo>
                  <a:lnTo>
                    <a:pt x="2237" y="1172625"/>
                  </a:lnTo>
                  <a:lnTo>
                    <a:pt x="1004" y="1160099"/>
                  </a:lnTo>
                  <a:lnTo>
                    <a:pt x="262" y="1147537"/>
                  </a:lnTo>
                  <a:lnTo>
                    <a:pt x="0" y="1134940"/>
                  </a:lnTo>
                  <a:lnTo>
                    <a:pt x="202" y="1122306"/>
                  </a:lnTo>
                  <a:lnTo>
                    <a:pt x="858" y="1109635"/>
                  </a:lnTo>
                  <a:lnTo>
                    <a:pt x="1953" y="1096928"/>
                  </a:lnTo>
                  <a:lnTo>
                    <a:pt x="3474" y="1084183"/>
                  </a:lnTo>
                  <a:lnTo>
                    <a:pt x="5409" y="1071401"/>
                  </a:lnTo>
                  <a:lnTo>
                    <a:pt x="7745" y="1058581"/>
                  </a:lnTo>
                  <a:lnTo>
                    <a:pt x="10468" y="1045722"/>
                  </a:lnTo>
                  <a:lnTo>
                    <a:pt x="13565" y="1032826"/>
                  </a:lnTo>
                  <a:lnTo>
                    <a:pt x="17023" y="1019890"/>
                  </a:lnTo>
                  <a:lnTo>
                    <a:pt x="20830" y="1006915"/>
                  </a:lnTo>
                  <a:lnTo>
                    <a:pt x="24972" y="993902"/>
                  </a:lnTo>
                  <a:lnTo>
                    <a:pt x="29436" y="980848"/>
                  </a:lnTo>
                  <a:lnTo>
                    <a:pt x="34209" y="967754"/>
                  </a:lnTo>
                  <a:lnTo>
                    <a:pt x="39278" y="954620"/>
                  </a:lnTo>
                  <a:lnTo>
                    <a:pt x="44631" y="941446"/>
                  </a:lnTo>
                  <a:lnTo>
                    <a:pt x="50253" y="928231"/>
                  </a:lnTo>
                  <a:lnTo>
                    <a:pt x="56132" y="914974"/>
                  </a:lnTo>
                  <a:lnTo>
                    <a:pt x="62255" y="901676"/>
                  </a:lnTo>
                  <a:lnTo>
                    <a:pt x="68610" y="888336"/>
                  </a:lnTo>
                  <a:lnTo>
                    <a:pt x="75181" y="874954"/>
                  </a:lnTo>
                  <a:lnTo>
                    <a:pt x="81958" y="861530"/>
                  </a:lnTo>
                  <a:lnTo>
                    <a:pt x="88926" y="848063"/>
                  </a:lnTo>
                  <a:lnTo>
                    <a:pt x="96073" y="834553"/>
                  </a:lnTo>
                  <a:lnTo>
                    <a:pt x="103386" y="821000"/>
                  </a:lnTo>
                  <a:lnTo>
                    <a:pt x="110851" y="807403"/>
                  </a:lnTo>
                  <a:lnTo>
                    <a:pt x="118456" y="793762"/>
                  </a:lnTo>
                  <a:lnTo>
                    <a:pt x="126187" y="780077"/>
                  </a:lnTo>
                  <a:lnTo>
                    <a:pt x="134032" y="766347"/>
                  </a:lnTo>
                  <a:lnTo>
                    <a:pt x="141977" y="752573"/>
                  </a:lnTo>
                  <a:lnTo>
                    <a:pt x="150010" y="738753"/>
                  </a:lnTo>
                  <a:lnTo>
                    <a:pt x="158117" y="724888"/>
                  </a:lnTo>
                  <a:lnTo>
                    <a:pt x="166285" y="710977"/>
                  </a:lnTo>
                  <a:lnTo>
                    <a:pt x="174501" y="697021"/>
                  </a:lnTo>
                  <a:lnTo>
                    <a:pt x="182753" y="683017"/>
                  </a:lnTo>
                  <a:lnTo>
                    <a:pt x="191027" y="668968"/>
                  </a:lnTo>
                  <a:lnTo>
                    <a:pt x="199310" y="654871"/>
                  </a:lnTo>
                  <a:lnTo>
                    <a:pt x="207589" y="640727"/>
                  </a:lnTo>
                  <a:lnTo>
                    <a:pt x="215850" y="626536"/>
                  </a:lnTo>
                  <a:lnTo>
                    <a:pt x="224082" y="612296"/>
                  </a:lnTo>
                  <a:lnTo>
                    <a:pt x="232271" y="598009"/>
                  </a:lnTo>
                  <a:lnTo>
                    <a:pt x="240404" y="583673"/>
                  </a:lnTo>
                  <a:lnTo>
                    <a:pt x="248468" y="569288"/>
                  </a:lnTo>
                  <a:lnTo>
                    <a:pt x="256449" y="554854"/>
                  </a:lnTo>
                  <a:lnTo>
                    <a:pt x="264335" y="540371"/>
                  </a:lnTo>
                  <a:lnTo>
                    <a:pt x="272113" y="525838"/>
                  </a:lnTo>
                  <a:lnTo>
                    <a:pt x="279770" y="511255"/>
                  </a:lnTo>
                  <a:lnTo>
                    <a:pt x="287292" y="496622"/>
                  </a:lnTo>
                  <a:lnTo>
                    <a:pt x="294667" y="481938"/>
                  </a:lnTo>
                  <a:lnTo>
                    <a:pt x="301881" y="467204"/>
                  </a:lnTo>
                  <a:lnTo>
                    <a:pt x="308922" y="452418"/>
                  </a:lnTo>
                  <a:lnTo>
                    <a:pt x="315777" y="437581"/>
                  </a:lnTo>
                  <a:lnTo>
                    <a:pt x="322431" y="422692"/>
                  </a:lnTo>
                  <a:lnTo>
                    <a:pt x="328873" y="407750"/>
                  </a:lnTo>
                  <a:lnTo>
                    <a:pt x="335090" y="392757"/>
                  </a:lnTo>
                  <a:lnTo>
                    <a:pt x="341067" y="377711"/>
                  </a:lnTo>
                  <a:lnTo>
                    <a:pt x="346793" y="362611"/>
                  </a:lnTo>
                  <a:lnTo>
                    <a:pt x="352254" y="347459"/>
                  </a:lnTo>
                  <a:lnTo>
                    <a:pt x="357438" y="332252"/>
                  </a:lnTo>
                  <a:lnTo>
                    <a:pt x="362330" y="316992"/>
                  </a:lnTo>
                  <a:lnTo>
                    <a:pt x="366918" y="301678"/>
                  </a:lnTo>
                  <a:lnTo>
                    <a:pt x="371190" y="286309"/>
                  </a:lnTo>
                  <a:lnTo>
                    <a:pt x="375131" y="270885"/>
                  </a:lnTo>
                  <a:lnTo>
                    <a:pt x="378730" y="255406"/>
                  </a:lnTo>
                  <a:lnTo>
                    <a:pt x="381972" y="239872"/>
                  </a:lnTo>
                  <a:lnTo>
                    <a:pt x="384845" y="224282"/>
                  </a:lnTo>
                  <a:lnTo>
                    <a:pt x="387336" y="208636"/>
                  </a:lnTo>
                  <a:lnTo>
                    <a:pt x="389431" y="192934"/>
                  </a:lnTo>
                  <a:lnTo>
                    <a:pt x="391119" y="177175"/>
                  </a:lnTo>
                  <a:lnTo>
                    <a:pt x="392385" y="161359"/>
                  </a:lnTo>
                  <a:lnTo>
                    <a:pt x="393216" y="145485"/>
                  </a:lnTo>
                  <a:lnTo>
                    <a:pt x="393600" y="129554"/>
                  </a:lnTo>
                  <a:lnTo>
                    <a:pt x="393524" y="113566"/>
                  </a:lnTo>
                  <a:lnTo>
                    <a:pt x="392974" y="97519"/>
                  </a:lnTo>
                  <a:lnTo>
                    <a:pt x="391938" y="81414"/>
                  </a:lnTo>
                  <a:lnTo>
                    <a:pt x="390402" y="65250"/>
                  </a:lnTo>
                  <a:lnTo>
                    <a:pt x="388353" y="49026"/>
                  </a:lnTo>
                  <a:lnTo>
                    <a:pt x="385779" y="32744"/>
                  </a:lnTo>
                  <a:lnTo>
                    <a:pt x="382666" y="16402"/>
                  </a:lnTo>
                  <a:lnTo>
                    <a:pt x="379001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694722" y="1345910"/>
              <a:ext cx="703590" cy="1435148"/>
            </a:xfrm>
            <a:custGeom>
              <a:avLst/>
              <a:pathLst>
                <a:path w="703590" h="1435148">
                  <a:moveTo>
                    <a:pt x="88608" y="1435148"/>
                  </a:moveTo>
                  <a:lnTo>
                    <a:pt x="77098" y="1423170"/>
                  </a:lnTo>
                  <a:lnTo>
                    <a:pt x="66458" y="1411138"/>
                  </a:lnTo>
                  <a:lnTo>
                    <a:pt x="56672" y="1399050"/>
                  </a:lnTo>
                  <a:lnTo>
                    <a:pt x="47724" y="1386907"/>
                  </a:lnTo>
                  <a:lnTo>
                    <a:pt x="39598" y="1374710"/>
                  </a:lnTo>
                  <a:lnTo>
                    <a:pt x="32279" y="1362457"/>
                  </a:lnTo>
                  <a:lnTo>
                    <a:pt x="25751" y="1350150"/>
                  </a:lnTo>
                  <a:lnTo>
                    <a:pt x="19998" y="1337788"/>
                  </a:lnTo>
                  <a:lnTo>
                    <a:pt x="15005" y="1325372"/>
                  </a:lnTo>
                  <a:lnTo>
                    <a:pt x="10756" y="1312901"/>
                  </a:lnTo>
                  <a:lnTo>
                    <a:pt x="7235" y="1300377"/>
                  </a:lnTo>
                  <a:lnTo>
                    <a:pt x="4426" y="1287798"/>
                  </a:lnTo>
                  <a:lnTo>
                    <a:pt x="2313" y="1275165"/>
                  </a:lnTo>
                  <a:lnTo>
                    <a:pt x="882" y="1262478"/>
                  </a:lnTo>
                  <a:lnTo>
                    <a:pt x="116" y="1249738"/>
                  </a:lnTo>
                  <a:lnTo>
                    <a:pt x="0" y="1236944"/>
                  </a:lnTo>
                  <a:lnTo>
                    <a:pt x="517" y="1224096"/>
                  </a:lnTo>
                  <a:lnTo>
                    <a:pt x="1652" y="1211195"/>
                  </a:lnTo>
                  <a:lnTo>
                    <a:pt x="3390" y="1198241"/>
                  </a:lnTo>
                  <a:lnTo>
                    <a:pt x="5714" y="1185234"/>
                  </a:lnTo>
                  <a:lnTo>
                    <a:pt x="8609" y="1172173"/>
                  </a:lnTo>
                  <a:lnTo>
                    <a:pt x="12060" y="1159060"/>
                  </a:lnTo>
                  <a:lnTo>
                    <a:pt x="16050" y="1145894"/>
                  </a:lnTo>
                  <a:lnTo>
                    <a:pt x="20564" y="1132675"/>
                  </a:lnTo>
                  <a:lnTo>
                    <a:pt x="25586" y="1119404"/>
                  </a:lnTo>
                  <a:lnTo>
                    <a:pt x="31100" y="1106080"/>
                  </a:lnTo>
                  <a:lnTo>
                    <a:pt x="37091" y="1092705"/>
                  </a:lnTo>
                  <a:lnTo>
                    <a:pt x="43543" y="1079276"/>
                  </a:lnTo>
                  <a:lnTo>
                    <a:pt x="50440" y="1065796"/>
                  </a:lnTo>
                  <a:lnTo>
                    <a:pt x="57766" y="1052264"/>
                  </a:lnTo>
                  <a:lnTo>
                    <a:pt x="65507" y="1038680"/>
                  </a:lnTo>
                  <a:lnTo>
                    <a:pt x="73645" y="1025045"/>
                  </a:lnTo>
                  <a:lnTo>
                    <a:pt x="82166" y="1011358"/>
                  </a:lnTo>
                  <a:lnTo>
                    <a:pt x="91053" y="997619"/>
                  </a:lnTo>
                  <a:lnTo>
                    <a:pt x="100291" y="983829"/>
                  </a:lnTo>
                  <a:lnTo>
                    <a:pt x="109865" y="969988"/>
                  </a:lnTo>
                  <a:lnTo>
                    <a:pt x="119758" y="956096"/>
                  </a:lnTo>
                  <a:lnTo>
                    <a:pt x="129954" y="942153"/>
                  </a:lnTo>
                  <a:lnTo>
                    <a:pt x="140439" y="928159"/>
                  </a:lnTo>
                  <a:lnTo>
                    <a:pt x="151196" y="914114"/>
                  </a:lnTo>
                  <a:lnTo>
                    <a:pt x="162210" y="900018"/>
                  </a:lnTo>
                  <a:lnTo>
                    <a:pt x="173464" y="885872"/>
                  </a:lnTo>
                  <a:lnTo>
                    <a:pt x="184944" y="871676"/>
                  </a:lnTo>
                  <a:lnTo>
                    <a:pt x="196633" y="857430"/>
                  </a:lnTo>
                  <a:lnTo>
                    <a:pt x="208516" y="843133"/>
                  </a:lnTo>
                  <a:lnTo>
                    <a:pt x="220577" y="828786"/>
                  </a:lnTo>
                  <a:lnTo>
                    <a:pt x="232800" y="814390"/>
                  </a:lnTo>
                  <a:lnTo>
                    <a:pt x="245170" y="799943"/>
                  </a:lnTo>
                  <a:lnTo>
                    <a:pt x="257671" y="785447"/>
                  </a:lnTo>
                  <a:lnTo>
                    <a:pt x="270287" y="770902"/>
                  </a:lnTo>
                  <a:lnTo>
                    <a:pt x="283002" y="756307"/>
                  </a:lnTo>
                  <a:lnTo>
                    <a:pt x="295801" y="741663"/>
                  </a:lnTo>
                  <a:lnTo>
                    <a:pt x="308669" y="726969"/>
                  </a:lnTo>
                  <a:lnTo>
                    <a:pt x="321588" y="712227"/>
                  </a:lnTo>
                  <a:lnTo>
                    <a:pt x="334544" y="697436"/>
                  </a:lnTo>
                  <a:lnTo>
                    <a:pt x="347521" y="682596"/>
                  </a:lnTo>
                  <a:lnTo>
                    <a:pt x="360503" y="667707"/>
                  </a:lnTo>
                  <a:lnTo>
                    <a:pt x="373475" y="652769"/>
                  </a:lnTo>
                  <a:lnTo>
                    <a:pt x="386420" y="637783"/>
                  </a:lnTo>
                  <a:lnTo>
                    <a:pt x="399323" y="622749"/>
                  </a:lnTo>
                  <a:lnTo>
                    <a:pt x="412169" y="607667"/>
                  </a:lnTo>
                  <a:lnTo>
                    <a:pt x="424941" y="592536"/>
                  </a:lnTo>
                  <a:lnTo>
                    <a:pt x="437624" y="577358"/>
                  </a:lnTo>
                  <a:lnTo>
                    <a:pt x="450202" y="562132"/>
                  </a:lnTo>
                  <a:lnTo>
                    <a:pt x="462659" y="546857"/>
                  </a:lnTo>
                  <a:lnTo>
                    <a:pt x="474980" y="531536"/>
                  </a:lnTo>
                  <a:lnTo>
                    <a:pt x="487150" y="516167"/>
                  </a:lnTo>
                  <a:lnTo>
                    <a:pt x="499151" y="500750"/>
                  </a:lnTo>
                  <a:lnTo>
                    <a:pt x="510969" y="485286"/>
                  </a:lnTo>
                  <a:lnTo>
                    <a:pt x="522588" y="469776"/>
                  </a:lnTo>
                  <a:lnTo>
                    <a:pt x="533992" y="454218"/>
                  </a:lnTo>
                  <a:lnTo>
                    <a:pt x="545166" y="438613"/>
                  </a:lnTo>
                  <a:lnTo>
                    <a:pt x="556093" y="422961"/>
                  </a:lnTo>
                  <a:lnTo>
                    <a:pt x="566758" y="407263"/>
                  </a:lnTo>
                  <a:lnTo>
                    <a:pt x="577145" y="391518"/>
                  </a:lnTo>
                  <a:lnTo>
                    <a:pt x="587239" y="375727"/>
                  </a:lnTo>
                  <a:lnTo>
                    <a:pt x="597024" y="359890"/>
                  </a:lnTo>
                  <a:lnTo>
                    <a:pt x="606484" y="344006"/>
                  </a:lnTo>
                  <a:lnTo>
                    <a:pt x="615603" y="328077"/>
                  </a:lnTo>
                  <a:lnTo>
                    <a:pt x="624366" y="312101"/>
                  </a:lnTo>
                  <a:lnTo>
                    <a:pt x="632757" y="296080"/>
                  </a:lnTo>
                  <a:lnTo>
                    <a:pt x="640760" y="280013"/>
                  </a:lnTo>
                  <a:lnTo>
                    <a:pt x="648360" y="263900"/>
                  </a:lnTo>
                  <a:lnTo>
                    <a:pt x="655540" y="247742"/>
                  </a:lnTo>
                  <a:lnTo>
                    <a:pt x="662286" y="231539"/>
                  </a:lnTo>
                  <a:lnTo>
                    <a:pt x="668581" y="215290"/>
                  </a:lnTo>
                  <a:lnTo>
                    <a:pt x="674409" y="198996"/>
                  </a:lnTo>
                  <a:lnTo>
                    <a:pt x="679756" y="182658"/>
                  </a:lnTo>
                  <a:lnTo>
                    <a:pt x="684605" y="166274"/>
                  </a:lnTo>
                  <a:lnTo>
                    <a:pt x="688940" y="149846"/>
                  </a:lnTo>
                  <a:lnTo>
                    <a:pt x="692746" y="133373"/>
                  </a:lnTo>
                  <a:lnTo>
                    <a:pt x="696008" y="116856"/>
                  </a:lnTo>
                  <a:lnTo>
                    <a:pt x="698708" y="100294"/>
                  </a:lnTo>
                  <a:lnTo>
                    <a:pt x="700833" y="83688"/>
                  </a:lnTo>
                  <a:lnTo>
                    <a:pt x="702365" y="67038"/>
                  </a:lnTo>
                  <a:lnTo>
                    <a:pt x="703289" y="50344"/>
                  </a:lnTo>
                  <a:lnTo>
                    <a:pt x="703590" y="33606"/>
                  </a:lnTo>
                  <a:lnTo>
                    <a:pt x="703252" y="16825"/>
                  </a:lnTo>
                  <a:lnTo>
                    <a:pt x="702259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571999" y="2781058"/>
              <a:ext cx="788669" cy="788669"/>
            </a:xfrm>
            <a:custGeom>
              <a:avLst/>
              <a:pathLst>
                <a:path w="788669" h="788669">
                  <a:moveTo>
                    <a:pt x="0" y="788669"/>
                  </a:moveTo>
                  <a:lnTo>
                    <a:pt x="239" y="788429"/>
                  </a:lnTo>
                  <a:lnTo>
                    <a:pt x="952" y="787716"/>
                  </a:lnTo>
                  <a:lnTo>
                    <a:pt x="2128" y="786540"/>
                  </a:lnTo>
                  <a:lnTo>
                    <a:pt x="3758" y="784910"/>
                  </a:lnTo>
                  <a:lnTo>
                    <a:pt x="5831" y="782837"/>
                  </a:lnTo>
                  <a:lnTo>
                    <a:pt x="8339" y="780329"/>
                  </a:lnTo>
                  <a:lnTo>
                    <a:pt x="11271" y="777398"/>
                  </a:lnTo>
                  <a:lnTo>
                    <a:pt x="14617" y="774051"/>
                  </a:lnTo>
                  <a:lnTo>
                    <a:pt x="18368" y="770300"/>
                  </a:lnTo>
                  <a:lnTo>
                    <a:pt x="22514" y="766154"/>
                  </a:lnTo>
                  <a:lnTo>
                    <a:pt x="27046" y="761623"/>
                  </a:lnTo>
                  <a:lnTo>
                    <a:pt x="31953" y="756716"/>
                  </a:lnTo>
                  <a:lnTo>
                    <a:pt x="37225" y="751443"/>
                  </a:lnTo>
                  <a:lnTo>
                    <a:pt x="42854" y="745814"/>
                  </a:lnTo>
                  <a:lnTo>
                    <a:pt x="48829" y="739839"/>
                  </a:lnTo>
                  <a:lnTo>
                    <a:pt x="55141" y="733528"/>
                  </a:lnTo>
                  <a:lnTo>
                    <a:pt x="61779" y="726890"/>
                  </a:lnTo>
                  <a:lnTo>
                    <a:pt x="68734" y="719934"/>
                  </a:lnTo>
                  <a:lnTo>
                    <a:pt x="75996" y="712672"/>
                  </a:lnTo>
                  <a:lnTo>
                    <a:pt x="83556" y="705112"/>
                  </a:lnTo>
                  <a:lnTo>
                    <a:pt x="91404" y="697264"/>
                  </a:lnTo>
                  <a:lnTo>
                    <a:pt x="99530" y="689139"/>
                  </a:lnTo>
                  <a:lnTo>
                    <a:pt x="107924" y="680745"/>
                  </a:lnTo>
                  <a:lnTo>
                    <a:pt x="116576" y="672092"/>
                  </a:lnTo>
                  <a:lnTo>
                    <a:pt x="125477" y="663191"/>
                  </a:lnTo>
                  <a:lnTo>
                    <a:pt x="134617" y="654051"/>
                  </a:lnTo>
                  <a:lnTo>
                    <a:pt x="143986" y="644682"/>
                  </a:lnTo>
                  <a:lnTo>
                    <a:pt x="153575" y="635093"/>
                  </a:lnTo>
                  <a:lnTo>
                    <a:pt x="163374" y="625295"/>
                  </a:lnTo>
                  <a:lnTo>
                    <a:pt x="173372" y="615296"/>
                  </a:lnTo>
                  <a:lnTo>
                    <a:pt x="183561" y="605108"/>
                  </a:lnTo>
                  <a:lnTo>
                    <a:pt x="193930" y="594739"/>
                  </a:lnTo>
                  <a:lnTo>
                    <a:pt x="204469" y="584199"/>
                  </a:lnTo>
                  <a:lnTo>
                    <a:pt x="215170" y="573498"/>
                  </a:lnTo>
                  <a:lnTo>
                    <a:pt x="226022" y="562647"/>
                  </a:lnTo>
                  <a:lnTo>
                    <a:pt x="237015" y="551653"/>
                  </a:lnTo>
                  <a:lnTo>
                    <a:pt x="248140" y="540528"/>
                  </a:lnTo>
                  <a:lnTo>
                    <a:pt x="259387" y="529282"/>
                  </a:lnTo>
                  <a:lnTo>
                    <a:pt x="270746" y="517922"/>
                  </a:lnTo>
                  <a:lnTo>
                    <a:pt x="282207" y="506461"/>
                  </a:lnTo>
                  <a:lnTo>
                    <a:pt x="293761" y="494907"/>
                  </a:lnTo>
                  <a:lnTo>
                    <a:pt x="305398" y="483270"/>
                  </a:lnTo>
                  <a:lnTo>
                    <a:pt x="317109" y="471560"/>
                  </a:lnTo>
                  <a:lnTo>
                    <a:pt x="328882" y="459786"/>
                  </a:lnTo>
                  <a:lnTo>
                    <a:pt x="340709" y="447959"/>
                  </a:lnTo>
                  <a:lnTo>
                    <a:pt x="352581" y="436088"/>
                  </a:lnTo>
                  <a:lnTo>
                    <a:pt x="364486" y="424183"/>
                  </a:lnTo>
                  <a:lnTo>
                    <a:pt x="376415" y="412253"/>
                  </a:lnTo>
                  <a:lnTo>
                    <a:pt x="388360" y="400309"/>
                  </a:lnTo>
                  <a:lnTo>
                    <a:pt x="400309" y="388360"/>
                  </a:lnTo>
                  <a:lnTo>
                    <a:pt x="412253" y="376415"/>
                  </a:lnTo>
                  <a:lnTo>
                    <a:pt x="424183" y="364486"/>
                  </a:lnTo>
                  <a:lnTo>
                    <a:pt x="436088" y="352581"/>
                  </a:lnTo>
                  <a:lnTo>
                    <a:pt x="447959" y="340709"/>
                  </a:lnTo>
                  <a:lnTo>
                    <a:pt x="459786" y="328882"/>
                  </a:lnTo>
                  <a:lnTo>
                    <a:pt x="471560" y="317109"/>
                  </a:lnTo>
                  <a:lnTo>
                    <a:pt x="483270" y="305398"/>
                  </a:lnTo>
                  <a:lnTo>
                    <a:pt x="494907" y="293761"/>
                  </a:lnTo>
                  <a:lnTo>
                    <a:pt x="506461" y="282207"/>
                  </a:lnTo>
                  <a:lnTo>
                    <a:pt x="517922" y="270746"/>
                  </a:lnTo>
                  <a:lnTo>
                    <a:pt x="529282" y="259387"/>
                  </a:lnTo>
                  <a:lnTo>
                    <a:pt x="540528" y="248140"/>
                  </a:lnTo>
                  <a:lnTo>
                    <a:pt x="551653" y="237015"/>
                  </a:lnTo>
                  <a:lnTo>
                    <a:pt x="562647" y="226022"/>
                  </a:lnTo>
                  <a:lnTo>
                    <a:pt x="573498" y="215170"/>
                  </a:lnTo>
                  <a:lnTo>
                    <a:pt x="584199" y="204469"/>
                  </a:lnTo>
                  <a:lnTo>
                    <a:pt x="594739" y="193930"/>
                  </a:lnTo>
                  <a:lnTo>
                    <a:pt x="605108" y="183561"/>
                  </a:lnTo>
                  <a:lnTo>
                    <a:pt x="615296" y="173372"/>
                  </a:lnTo>
                  <a:lnTo>
                    <a:pt x="625295" y="163374"/>
                  </a:lnTo>
                  <a:lnTo>
                    <a:pt x="635093" y="153575"/>
                  </a:lnTo>
                  <a:lnTo>
                    <a:pt x="644682" y="143986"/>
                  </a:lnTo>
                  <a:lnTo>
                    <a:pt x="654051" y="134617"/>
                  </a:lnTo>
                  <a:lnTo>
                    <a:pt x="663191" y="125477"/>
                  </a:lnTo>
                  <a:lnTo>
                    <a:pt x="672092" y="116576"/>
                  </a:lnTo>
                  <a:lnTo>
                    <a:pt x="680745" y="107924"/>
                  </a:lnTo>
                  <a:lnTo>
                    <a:pt x="689139" y="99530"/>
                  </a:lnTo>
                  <a:lnTo>
                    <a:pt x="697264" y="91404"/>
                  </a:lnTo>
                  <a:lnTo>
                    <a:pt x="705112" y="83556"/>
                  </a:lnTo>
                  <a:lnTo>
                    <a:pt x="712672" y="75996"/>
                  </a:lnTo>
                  <a:lnTo>
                    <a:pt x="719934" y="68734"/>
                  </a:lnTo>
                  <a:lnTo>
                    <a:pt x="726890" y="61779"/>
                  </a:lnTo>
                  <a:lnTo>
                    <a:pt x="733528" y="55141"/>
                  </a:lnTo>
                  <a:lnTo>
                    <a:pt x="739839" y="48829"/>
                  </a:lnTo>
                  <a:lnTo>
                    <a:pt x="745814" y="42854"/>
                  </a:lnTo>
                  <a:lnTo>
                    <a:pt x="751443" y="37225"/>
                  </a:lnTo>
                  <a:lnTo>
                    <a:pt x="756716" y="31953"/>
                  </a:lnTo>
                  <a:lnTo>
                    <a:pt x="761623" y="27046"/>
                  </a:lnTo>
                  <a:lnTo>
                    <a:pt x="766154" y="22514"/>
                  </a:lnTo>
                  <a:lnTo>
                    <a:pt x="770300" y="18368"/>
                  </a:lnTo>
                  <a:lnTo>
                    <a:pt x="774051" y="14617"/>
                  </a:lnTo>
                  <a:lnTo>
                    <a:pt x="777398" y="11271"/>
                  </a:lnTo>
                  <a:lnTo>
                    <a:pt x="780329" y="8339"/>
                  </a:lnTo>
                  <a:lnTo>
                    <a:pt x="782837" y="5831"/>
                  </a:lnTo>
                  <a:lnTo>
                    <a:pt x="784910" y="3758"/>
                  </a:lnTo>
                  <a:lnTo>
                    <a:pt x="786540" y="2128"/>
                  </a:lnTo>
                  <a:lnTo>
                    <a:pt x="787716" y="952"/>
                  </a:lnTo>
                  <a:lnTo>
                    <a:pt x="788429" y="239"/>
                  </a:lnTo>
                  <a:lnTo>
                    <a:pt x="788669" y="0"/>
                  </a:lnTo>
                </a:path>
              </a:pathLst>
            </a:custGeom>
            <a:ln w="13550" cap="flat">
              <a:solidFill>
                <a:srgbClr val="84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571999" y="3569727"/>
              <a:ext cx="788669" cy="788669"/>
            </a:xfrm>
            <a:custGeom>
              <a:avLst/>
              <a:pathLst>
                <a:path w="788669" h="788669">
                  <a:moveTo>
                    <a:pt x="0" y="0"/>
                  </a:moveTo>
                  <a:lnTo>
                    <a:pt x="239" y="239"/>
                  </a:lnTo>
                  <a:lnTo>
                    <a:pt x="952" y="952"/>
                  </a:lnTo>
                  <a:lnTo>
                    <a:pt x="2128" y="2128"/>
                  </a:lnTo>
                  <a:lnTo>
                    <a:pt x="3758" y="3758"/>
                  </a:lnTo>
                  <a:lnTo>
                    <a:pt x="5831" y="5831"/>
                  </a:lnTo>
                  <a:lnTo>
                    <a:pt x="8339" y="8339"/>
                  </a:lnTo>
                  <a:lnTo>
                    <a:pt x="11271" y="11271"/>
                  </a:lnTo>
                  <a:lnTo>
                    <a:pt x="14617" y="14617"/>
                  </a:lnTo>
                  <a:lnTo>
                    <a:pt x="18368" y="18368"/>
                  </a:lnTo>
                  <a:lnTo>
                    <a:pt x="22514" y="22514"/>
                  </a:lnTo>
                  <a:lnTo>
                    <a:pt x="27046" y="27046"/>
                  </a:lnTo>
                  <a:lnTo>
                    <a:pt x="31953" y="31953"/>
                  </a:lnTo>
                  <a:lnTo>
                    <a:pt x="37225" y="37225"/>
                  </a:lnTo>
                  <a:lnTo>
                    <a:pt x="42854" y="42854"/>
                  </a:lnTo>
                  <a:lnTo>
                    <a:pt x="48829" y="48829"/>
                  </a:lnTo>
                  <a:lnTo>
                    <a:pt x="55141" y="55141"/>
                  </a:lnTo>
                  <a:lnTo>
                    <a:pt x="61779" y="61779"/>
                  </a:lnTo>
                  <a:lnTo>
                    <a:pt x="68734" y="68734"/>
                  </a:lnTo>
                  <a:lnTo>
                    <a:pt x="75996" y="75996"/>
                  </a:lnTo>
                  <a:lnTo>
                    <a:pt x="83556" y="83556"/>
                  </a:lnTo>
                  <a:lnTo>
                    <a:pt x="91404" y="91404"/>
                  </a:lnTo>
                  <a:lnTo>
                    <a:pt x="99530" y="99530"/>
                  </a:lnTo>
                  <a:lnTo>
                    <a:pt x="107924" y="107924"/>
                  </a:lnTo>
                  <a:lnTo>
                    <a:pt x="116576" y="116576"/>
                  </a:lnTo>
                  <a:lnTo>
                    <a:pt x="125477" y="125477"/>
                  </a:lnTo>
                  <a:lnTo>
                    <a:pt x="134617" y="134617"/>
                  </a:lnTo>
                  <a:lnTo>
                    <a:pt x="143986" y="143986"/>
                  </a:lnTo>
                  <a:lnTo>
                    <a:pt x="153575" y="153575"/>
                  </a:lnTo>
                  <a:lnTo>
                    <a:pt x="163374" y="163374"/>
                  </a:lnTo>
                  <a:lnTo>
                    <a:pt x="173372" y="173372"/>
                  </a:lnTo>
                  <a:lnTo>
                    <a:pt x="183561" y="183561"/>
                  </a:lnTo>
                  <a:lnTo>
                    <a:pt x="193930" y="193930"/>
                  </a:lnTo>
                  <a:lnTo>
                    <a:pt x="204469" y="204469"/>
                  </a:lnTo>
                  <a:lnTo>
                    <a:pt x="215170" y="215170"/>
                  </a:lnTo>
                  <a:lnTo>
                    <a:pt x="226022" y="226022"/>
                  </a:lnTo>
                  <a:lnTo>
                    <a:pt x="237015" y="237015"/>
                  </a:lnTo>
                  <a:lnTo>
                    <a:pt x="248140" y="248140"/>
                  </a:lnTo>
                  <a:lnTo>
                    <a:pt x="259387" y="259387"/>
                  </a:lnTo>
                  <a:lnTo>
                    <a:pt x="270746" y="270746"/>
                  </a:lnTo>
                  <a:lnTo>
                    <a:pt x="282207" y="282207"/>
                  </a:lnTo>
                  <a:lnTo>
                    <a:pt x="293761" y="293761"/>
                  </a:lnTo>
                  <a:lnTo>
                    <a:pt x="305398" y="305398"/>
                  </a:lnTo>
                  <a:lnTo>
                    <a:pt x="317109" y="317109"/>
                  </a:lnTo>
                  <a:lnTo>
                    <a:pt x="328882" y="328882"/>
                  </a:lnTo>
                  <a:lnTo>
                    <a:pt x="340709" y="340709"/>
                  </a:lnTo>
                  <a:lnTo>
                    <a:pt x="352581" y="352581"/>
                  </a:lnTo>
                  <a:lnTo>
                    <a:pt x="364486" y="364486"/>
                  </a:lnTo>
                  <a:lnTo>
                    <a:pt x="376415" y="376415"/>
                  </a:lnTo>
                  <a:lnTo>
                    <a:pt x="388360" y="388360"/>
                  </a:lnTo>
                  <a:lnTo>
                    <a:pt x="400309" y="400309"/>
                  </a:lnTo>
                  <a:lnTo>
                    <a:pt x="412253" y="412253"/>
                  </a:lnTo>
                  <a:lnTo>
                    <a:pt x="424183" y="424183"/>
                  </a:lnTo>
                  <a:lnTo>
                    <a:pt x="436088" y="436088"/>
                  </a:lnTo>
                  <a:lnTo>
                    <a:pt x="447959" y="447959"/>
                  </a:lnTo>
                  <a:lnTo>
                    <a:pt x="459786" y="459786"/>
                  </a:lnTo>
                  <a:lnTo>
                    <a:pt x="471560" y="471560"/>
                  </a:lnTo>
                  <a:lnTo>
                    <a:pt x="483270" y="483270"/>
                  </a:lnTo>
                  <a:lnTo>
                    <a:pt x="494907" y="494907"/>
                  </a:lnTo>
                  <a:lnTo>
                    <a:pt x="506461" y="506461"/>
                  </a:lnTo>
                  <a:lnTo>
                    <a:pt x="517922" y="517922"/>
                  </a:lnTo>
                  <a:lnTo>
                    <a:pt x="529282" y="529282"/>
                  </a:lnTo>
                  <a:lnTo>
                    <a:pt x="540528" y="540528"/>
                  </a:lnTo>
                  <a:lnTo>
                    <a:pt x="551653" y="551653"/>
                  </a:lnTo>
                  <a:lnTo>
                    <a:pt x="562647" y="562647"/>
                  </a:lnTo>
                  <a:lnTo>
                    <a:pt x="573498" y="573498"/>
                  </a:lnTo>
                  <a:lnTo>
                    <a:pt x="584199" y="584199"/>
                  </a:lnTo>
                  <a:lnTo>
                    <a:pt x="594739" y="594739"/>
                  </a:lnTo>
                  <a:lnTo>
                    <a:pt x="605108" y="605108"/>
                  </a:lnTo>
                  <a:lnTo>
                    <a:pt x="615296" y="615296"/>
                  </a:lnTo>
                  <a:lnTo>
                    <a:pt x="625295" y="625295"/>
                  </a:lnTo>
                  <a:lnTo>
                    <a:pt x="635093" y="635093"/>
                  </a:lnTo>
                  <a:lnTo>
                    <a:pt x="644682" y="644682"/>
                  </a:lnTo>
                  <a:lnTo>
                    <a:pt x="654051" y="654051"/>
                  </a:lnTo>
                  <a:lnTo>
                    <a:pt x="663191" y="663191"/>
                  </a:lnTo>
                  <a:lnTo>
                    <a:pt x="672092" y="672092"/>
                  </a:lnTo>
                  <a:lnTo>
                    <a:pt x="680745" y="680745"/>
                  </a:lnTo>
                  <a:lnTo>
                    <a:pt x="689139" y="689139"/>
                  </a:lnTo>
                  <a:lnTo>
                    <a:pt x="697264" y="697264"/>
                  </a:lnTo>
                  <a:lnTo>
                    <a:pt x="705112" y="705112"/>
                  </a:lnTo>
                  <a:lnTo>
                    <a:pt x="712672" y="712672"/>
                  </a:lnTo>
                  <a:lnTo>
                    <a:pt x="719934" y="719934"/>
                  </a:lnTo>
                  <a:lnTo>
                    <a:pt x="726890" y="726890"/>
                  </a:lnTo>
                  <a:lnTo>
                    <a:pt x="733528" y="733528"/>
                  </a:lnTo>
                  <a:lnTo>
                    <a:pt x="739839" y="739839"/>
                  </a:lnTo>
                  <a:lnTo>
                    <a:pt x="745814" y="745814"/>
                  </a:lnTo>
                  <a:lnTo>
                    <a:pt x="751443" y="751443"/>
                  </a:lnTo>
                  <a:lnTo>
                    <a:pt x="756716" y="756716"/>
                  </a:lnTo>
                  <a:lnTo>
                    <a:pt x="761623" y="761623"/>
                  </a:lnTo>
                  <a:lnTo>
                    <a:pt x="766154" y="766154"/>
                  </a:lnTo>
                  <a:lnTo>
                    <a:pt x="770300" y="770300"/>
                  </a:lnTo>
                  <a:lnTo>
                    <a:pt x="774051" y="774051"/>
                  </a:lnTo>
                  <a:lnTo>
                    <a:pt x="777398" y="777398"/>
                  </a:lnTo>
                  <a:lnTo>
                    <a:pt x="780329" y="780329"/>
                  </a:lnTo>
                  <a:lnTo>
                    <a:pt x="782837" y="782837"/>
                  </a:lnTo>
                  <a:lnTo>
                    <a:pt x="784910" y="784910"/>
                  </a:lnTo>
                  <a:lnTo>
                    <a:pt x="786540" y="786540"/>
                  </a:lnTo>
                  <a:lnTo>
                    <a:pt x="787716" y="787716"/>
                  </a:lnTo>
                  <a:lnTo>
                    <a:pt x="788429" y="788429"/>
                  </a:lnTo>
                  <a:lnTo>
                    <a:pt x="788669" y="788669"/>
                  </a:lnTo>
                </a:path>
              </a:pathLst>
            </a:custGeom>
            <a:ln w="13550" cap="flat">
              <a:solidFill>
                <a:srgbClr val="E0B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3783330" y="3569727"/>
              <a:ext cx="788669" cy="788669"/>
            </a:xfrm>
            <a:custGeom>
              <a:avLst/>
              <a:pathLst>
                <a:path w="788669" h="788669">
                  <a:moveTo>
                    <a:pt x="788669" y="0"/>
                  </a:moveTo>
                  <a:lnTo>
                    <a:pt x="788429" y="239"/>
                  </a:lnTo>
                  <a:lnTo>
                    <a:pt x="787716" y="952"/>
                  </a:lnTo>
                  <a:lnTo>
                    <a:pt x="786540" y="2128"/>
                  </a:lnTo>
                  <a:lnTo>
                    <a:pt x="784910" y="3758"/>
                  </a:lnTo>
                  <a:lnTo>
                    <a:pt x="782837" y="5831"/>
                  </a:lnTo>
                  <a:lnTo>
                    <a:pt x="780329" y="8339"/>
                  </a:lnTo>
                  <a:lnTo>
                    <a:pt x="777398" y="11271"/>
                  </a:lnTo>
                  <a:lnTo>
                    <a:pt x="774051" y="14617"/>
                  </a:lnTo>
                  <a:lnTo>
                    <a:pt x="770300" y="18368"/>
                  </a:lnTo>
                  <a:lnTo>
                    <a:pt x="766154" y="22514"/>
                  </a:lnTo>
                  <a:lnTo>
                    <a:pt x="761623" y="27046"/>
                  </a:lnTo>
                  <a:lnTo>
                    <a:pt x="756716" y="31953"/>
                  </a:lnTo>
                  <a:lnTo>
                    <a:pt x="751443" y="37225"/>
                  </a:lnTo>
                  <a:lnTo>
                    <a:pt x="745814" y="42854"/>
                  </a:lnTo>
                  <a:lnTo>
                    <a:pt x="739839" y="48829"/>
                  </a:lnTo>
                  <a:lnTo>
                    <a:pt x="733528" y="55141"/>
                  </a:lnTo>
                  <a:lnTo>
                    <a:pt x="726890" y="61779"/>
                  </a:lnTo>
                  <a:lnTo>
                    <a:pt x="719934" y="68734"/>
                  </a:lnTo>
                  <a:lnTo>
                    <a:pt x="712672" y="75996"/>
                  </a:lnTo>
                  <a:lnTo>
                    <a:pt x="705112" y="83556"/>
                  </a:lnTo>
                  <a:lnTo>
                    <a:pt x="697264" y="91404"/>
                  </a:lnTo>
                  <a:lnTo>
                    <a:pt x="689139" y="99530"/>
                  </a:lnTo>
                  <a:lnTo>
                    <a:pt x="680745" y="107924"/>
                  </a:lnTo>
                  <a:lnTo>
                    <a:pt x="672092" y="116576"/>
                  </a:lnTo>
                  <a:lnTo>
                    <a:pt x="663191" y="125477"/>
                  </a:lnTo>
                  <a:lnTo>
                    <a:pt x="654051" y="134617"/>
                  </a:lnTo>
                  <a:lnTo>
                    <a:pt x="644682" y="143986"/>
                  </a:lnTo>
                  <a:lnTo>
                    <a:pt x="635093" y="153575"/>
                  </a:lnTo>
                  <a:lnTo>
                    <a:pt x="625295" y="163374"/>
                  </a:lnTo>
                  <a:lnTo>
                    <a:pt x="615296" y="173372"/>
                  </a:lnTo>
                  <a:lnTo>
                    <a:pt x="605108" y="183561"/>
                  </a:lnTo>
                  <a:lnTo>
                    <a:pt x="594739" y="193930"/>
                  </a:lnTo>
                  <a:lnTo>
                    <a:pt x="584199" y="204469"/>
                  </a:lnTo>
                  <a:lnTo>
                    <a:pt x="573498" y="215170"/>
                  </a:lnTo>
                  <a:lnTo>
                    <a:pt x="562647" y="226022"/>
                  </a:lnTo>
                  <a:lnTo>
                    <a:pt x="551653" y="237015"/>
                  </a:lnTo>
                  <a:lnTo>
                    <a:pt x="540528" y="248140"/>
                  </a:lnTo>
                  <a:lnTo>
                    <a:pt x="529282" y="259387"/>
                  </a:lnTo>
                  <a:lnTo>
                    <a:pt x="517922" y="270746"/>
                  </a:lnTo>
                  <a:lnTo>
                    <a:pt x="506461" y="282207"/>
                  </a:lnTo>
                  <a:lnTo>
                    <a:pt x="494907" y="293761"/>
                  </a:lnTo>
                  <a:lnTo>
                    <a:pt x="483270" y="305398"/>
                  </a:lnTo>
                  <a:lnTo>
                    <a:pt x="471560" y="317109"/>
                  </a:lnTo>
                  <a:lnTo>
                    <a:pt x="459786" y="328882"/>
                  </a:lnTo>
                  <a:lnTo>
                    <a:pt x="447959" y="340709"/>
                  </a:lnTo>
                  <a:lnTo>
                    <a:pt x="436088" y="352581"/>
                  </a:lnTo>
                  <a:lnTo>
                    <a:pt x="424183" y="364486"/>
                  </a:lnTo>
                  <a:lnTo>
                    <a:pt x="412253" y="376415"/>
                  </a:lnTo>
                  <a:lnTo>
                    <a:pt x="400309" y="388360"/>
                  </a:lnTo>
                  <a:lnTo>
                    <a:pt x="388360" y="400309"/>
                  </a:lnTo>
                  <a:lnTo>
                    <a:pt x="376415" y="412253"/>
                  </a:lnTo>
                  <a:lnTo>
                    <a:pt x="364486" y="424183"/>
                  </a:lnTo>
                  <a:lnTo>
                    <a:pt x="352581" y="436088"/>
                  </a:lnTo>
                  <a:lnTo>
                    <a:pt x="340709" y="447959"/>
                  </a:lnTo>
                  <a:lnTo>
                    <a:pt x="328882" y="459786"/>
                  </a:lnTo>
                  <a:lnTo>
                    <a:pt x="317109" y="471560"/>
                  </a:lnTo>
                  <a:lnTo>
                    <a:pt x="305398" y="483270"/>
                  </a:lnTo>
                  <a:lnTo>
                    <a:pt x="293761" y="494907"/>
                  </a:lnTo>
                  <a:lnTo>
                    <a:pt x="282207" y="506461"/>
                  </a:lnTo>
                  <a:lnTo>
                    <a:pt x="270746" y="517922"/>
                  </a:lnTo>
                  <a:lnTo>
                    <a:pt x="259387" y="529282"/>
                  </a:lnTo>
                  <a:lnTo>
                    <a:pt x="248140" y="540528"/>
                  </a:lnTo>
                  <a:lnTo>
                    <a:pt x="237015" y="551653"/>
                  </a:lnTo>
                  <a:lnTo>
                    <a:pt x="226022" y="562647"/>
                  </a:lnTo>
                  <a:lnTo>
                    <a:pt x="215170" y="573498"/>
                  </a:lnTo>
                  <a:lnTo>
                    <a:pt x="204469" y="584199"/>
                  </a:lnTo>
                  <a:lnTo>
                    <a:pt x="193930" y="594739"/>
                  </a:lnTo>
                  <a:lnTo>
                    <a:pt x="183561" y="605108"/>
                  </a:lnTo>
                  <a:lnTo>
                    <a:pt x="173372" y="615296"/>
                  </a:lnTo>
                  <a:lnTo>
                    <a:pt x="163374" y="625295"/>
                  </a:lnTo>
                  <a:lnTo>
                    <a:pt x="153575" y="635093"/>
                  </a:lnTo>
                  <a:lnTo>
                    <a:pt x="143986" y="644682"/>
                  </a:lnTo>
                  <a:lnTo>
                    <a:pt x="134617" y="654051"/>
                  </a:lnTo>
                  <a:lnTo>
                    <a:pt x="125477" y="663191"/>
                  </a:lnTo>
                  <a:lnTo>
                    <a:pt x="116576" y="672092"/>
                  </a:lnTo>
                  <a:lnTo>
                    <a:pt x="107924" y="680745"/>
                  </a:lnTo>
                  <a:lnTo>
                    <a:pt x="99530" y="689139"/>
                  </a:lnTo>
                  <a:lnTo>
                    <a:pt x="91404" y="697264"/>
                  </a:lnTo>
                  <a:lnTo>
                    <a:pt x="83556" y="705112"/>
                  </a:lnTo>
                  <a:lnTo>
                    <a:pt x="75996" y="712672"/>
                  </a:lnTo>
                  <a:lnTo>
                    <a:pt x="68734" y="719934"/>
                  </a:lnTo>
                  <a:lnTo>
                    <a:pt x="61779" y="726890"/>
                  </a:lnTo>
                  <a:lnTo>
                    <a:pt x="55141" y="733528"/>
                  </a:lnTo>
                  <a:lnTo>
                    <a:pt x="48829" y="739839"/>
                  </a:lnTo>
                  <a:lnTo>
                    <a:pt x="42854" y="745814"/>
                  </a:lnTo>
                  <a:lnTo>
                    <a:pt x="37225" y="751443"/>
                  </a:lnTo>
                  <a:lnTo>
                    <a:pt x="31953" y="756716"/>
                  </a:lnTo>
                  <a:lnTo>
                    <a:pt x="27046" y="761623"/>
                  </a:lnTo>
                  <a:lnTo>
                    <a:pt x="22514" y="766154"/>
                  </a:lnTo>
                  <a:lnTo>
                    <a:pt x="18368" y="770300"/>
                  </a:lnTo>
                  <a:lnTo>
                    <a:pt x="14617" y="774051"/>
                  </a:lnTo>
                  <a:lnTo>
                    <a:pt x="11271" y="777398"/>
                  </a:lnTo>
                  <a:lnTo>
                    <a:pt x="8339" y="780329"/>
                  </a:lnTo>
                  <a:lnTo>
                    <a:pt x="5831" y="782837"/>
                  </a:lnTo>
                  <a:lnTo>
                    <a:pt x="3758" y="784910"/>
                  </a:lnTo>
                  <a:lnTo>
                    <a:pt x="2128" y="786540"/>
                  </a:lnTo>
                  <a:lnTo>
                    <a:pt x="952" y="787716"/>
                  </a:lnTo>
                  <a:lnTo>
                    <a:pt x="239" y="788429"/>
                  </a:lnTo>
                  <a:lnTo>
                    <a:pt x="0" y="788669"/>
                  </a:lnTo>
                </a:path>
              </a:pathLst>
            </a:custGeom>
            <a:ln w="13550" cap="flat">
              <a:solidFill>
                <a:srgbClr val="5F7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3783330" y="2781058"/>
              <a:ext cx="788669" cy="788669"/>
            </a:xfrm>
            <a:custGeom>
              <a:avLst/>
              <a:pathLst>
                <a:path w="788669" h="788669">
                  <a:moveTo>
                    <a:pt x="788669" y="788669"/>
                  </a:moveTo>
                  <a:lnTo>
                    <a:pt x="788429" y="788429"/>
                  </a:lnTo>
                  <a:lnTo>
                    <a:pt x="787716" y="787716"/>
                  </a:lnTo>
                  <a:lnTo>
                    <a:pt x="786540" y="786540"/>
                  </a:lnTo>
                  <a:lnTo>
                    <a:pt x="784910" y="784910"/>
                  </a:lnTo>
                  <a:lnTo>
                    <a:pt x="782837" y="782837"/>
                  </a:lnTo>
                  <a:lnTo>
                    <a:pt x="780329" y="780329"/>
                  </a:lnTo>
                  <a:lnTo>
                    <a:pt x="777398" y="777398"/>
                  </a:lnTo>
                  <a:lnTo>
                    <a:pt x="774051" y="774051"/>
                  </a:lnTo>
                  <a:lnTo>
                    <a:pt x="770300" y="770300"/>
                  </a:lnTo>
                  <a:lnTo>
                    <a:pt x="766154" y="766154"/>
                  </a:lnTo>
                  <a:lnTo>
                    <a:pt x="761623" y="761623"/>
                  </a:lnTo>
                  <a:lnTo>
                    <a:pt x="756716" y="756716"/>
                  </a:lnTo>
                  <a:lnTo>
                    <a:pt x="751443" y="751443"/>
                  </a:lnTo>
                  <a:lnTo>
                    <a:pt x="745814" y="745814"/>
                  </a:lnTo>
                  <a:lnTo>
                    <a:pt x="739839" y="739839"/>
                  </a:lnTo>
                  <a:lnTo>
                    <a:pt x="733528" y="733528"/>
                  </a:lnTo>
                  <a:lnTo>
                    <a:pt x="726890" y="726890"/>
                  </a:lnTo>
                  <a:lnTo>
                    <a:pt x="719934" y="719934"/>
                  </a:lnTo>
                  <a:lnTo>
                    <a:pt x="712672" y="712672"/>
                  </a:lnTo>
                  <a:lnTo>
                    <a:pt x="705112" y="705112"/>
                  </a:lnTo>
                  <a:lnTo>
                    <a:pt x="697264" y="697264"/>
                  </a:lnTo>
                  <a:lnTo>
                    <a:pt x="689139" y="689139"/>
                  </a:lnTo>
                  <a:lnTo>
                    <a:pt x="680745" y="680745"/>
                  </a:lnTo>
                  <a:lnTo>
                    <a:pt x="672092" y="672092"/>
                  </a:lnTo>
                  <a:lnTo>
                    <a:pt x="663191" y="663191"/>
                  </a:lnTo>
                  <a:lnTo>
                    <a:pt x="654051" y="654051"/>
                  </a:lnTo>
                  <a:lnTo>
                    <a:pt x="644682" y="644682"/>
                  </a:lnTo>
                  <a:lnTo>
                    <a:pt x="635093" y="635093"/>
                  </a:lnTo>
                  <a:lnTo>
                    <a:pt x="625295" y="625295"/>
                  </a:lnTo>
                  <a:lnTo>
                    <a:pt x="615296" y="615296"/>
                  </a:lnTo>
                  <a:lnTo>
                    <a:pt x="605108" y="605108"/>
                  </a:lnTo>
                  <a:lnTo>
                    <a:pt x="594739" y="594739"/>
                  </a:lnTo>
                  <a:lnTo>
                    <a:pt x="584199" y="584199"/>
                  </a:lnTo>
                  <a:lnTo>
                    <a:pt x="573498" y="573498"/>
                  </a:lnTo>
                  <a:lnTo>
                    <a:pt x="562647" y="562647"/>
                  </a:lnTo>
                  <a:lnTo>
                    <a:pt x="551653" y="551653"/>
                  </a:lnTo>
                  <a:lnTo>
                    <a:pt x="540528" y="540528"/>
                  </a:lnTo>
                  <a:lnTo>
                    <a:pt x="529282" y="529282"/>
                  </a:lnTo>
                  <a:lnTo>
                    <a:pt x="517922" y="517922"/>
                  </a:lnTo>
                  <a:lnTo>
                    <a:pt x="506461" y="506461"/>
                  </a:lnTo>
                  <a:lnTo>
                    <a:pt x="494907" y="494907"/>
                  </a:lnTo>
                  <a:lnTo>
                    <a:pt x="483270" y="483270"/>
                  </a:lnTo>
                  <a:lnTo>
                    <a:pt x="471560" y="471560"/>
                  </a:lnTo>
                  <a:lnTo>
                    <a:pt x="459786" y="459786"/>
                  </a:lnTo>
                  <a:lnTo>
                    <a:pt x="447959" y="447959"/>
                  </a:lnTo>
                  <a:lnTo>
                    <a:pt x="436088" y="436088"/>
                  </a:lnTo>
                  <a:lnTo>
                    <a:pt x="424183" y="424183"/>
                  </a:lnTo>
                  <a:lnTo>
                    <a:pt x="412253" y="412253"/>
                  </a:lnTo>
                  <a:lnTo>
                    <a:pt x="400309" y="400309"/>
                  </a:lnTo>
                  <a:lnTo>
                    <a:pt x="388360" y="388360"/>
                  </a:lnTo>
                  <a:lnTo>
                    <a:pt x="376415" y="376415"/>
                  </a:lnTo>
                  <a:lnTo>
                    <a:pt x="364486" y="364486"/>
                  </a:lnTo>
                  <a:lnTo>
                    <a:pt x="352581" y="352581"/>
                  </a:lnTo>
                  <a:lnTo>
                    <a:pt x="340709" y="340709"/>
                  </a:lnTo>
                  <a:lnTo>
                    <a:pt x="328882" y="328882"/>
                  </a:lnTo>
                  <a:lnTo>
                    <a:pt x="317109" y="317109"/>
                  </a:lnTo>
                  <a:lnTo>
                    <a:pt x="305398" y="305398"/>
                  </a:lnTo>
                  <a:lnTo>
                    <a:pt x="293761" y="293761"/>
                  </a:lnTo>
                  <a:lnTo>
                    <a:pt x="282207" y="282207"/>
                  </a:lnTo>
                  <a:lnTo>
                    <a:pt x="270746" y="270746"/>
                  </a:lnTo>
                  <a:lnTo>
                    <a:pt x="259387" y="259387"/>
                  </a:lnTo>
                  <a:lnTo>
                    <a:pt x="248140" y="248140"/>
                  </a:lnTo>
                  <a:lnTo>
                    <a:pt x="237015" y="237015"/>
                  </a:lnTo>
                  <a:lnTo>
                    <a:pt x="226022" y="226022"/>
                  </a:lnTo>
                  <a:lnTo>
                    <a:pt x="215170" y="215170"/>
                  </a:lnTo>
                  <a:lnTo>
                    <a:pt x="204469" y="204469"/>
                  </a:lnTo>
                  <a:lnTo>
                    <a:pt x="193930" y="193930"/>
                  </a:lnTo>
                  <a:lnTo>
                    <a:pt x="183561" y="183561"/>
                  </a:lnTo>
                  <a:lnTo>
                    <a:pt x="173372" y="173372"/>
                  </a:lnTo>
                  <a:lnTo>
                    <a:pt x="163374" y="163374"/>
                  </a:lnTo>
                  <a:lnTo>
                    <a:pt x="153575" y="153575"/>
                  </a:lnTo>
                  <a:lnTo>
                    <a:pt x="143986" y="143986"/>
                  </a:lnTo>
                  <a:lnTo>
                    <a:pt x="134617" y="134617"/>
                  </a:lnTo>
                  <a:lnTo>
                    <a:pt x="125477" y="125477"/>
                  </a:lnTo>
                  <a:lnTo>
                    <a:pt x="116576" y="116576"/>
                  </a:lnTo>
                  <a:lnTo>
                    <a:pt x="107924" y="107924"/>
                  </a:lnTo>
                  <a:lnTo>
                    <a:pt x="99530" y="99530"/>
                  </a:lnTo>
                  <a:lnTo>
                    <a:pt x="91404" y="91404"/>
                  </a:lnTo>
                  <a:lnTo>
                    <a:pt x="83556" y="83556"/>
                  </a:lnTo>
                  <a:lnTo>
                    <a:pt x="75996" y="75996"/>
                  </a:lnTo>
                  <a:lnTo>
                    <a:pt x="68734" y="68734"/>
                  </a:lnTo>
                  <a:lnTo>
                    <a:pt x="61779" y="61779"/>
                  </a:lnTo>
                  <a:lnTo>
                    <a:pt x="55141" y="55141"/>
                  </a:lnTo>
                  <a:lnTo>
                    <a:pt x="48829" y="48829"/>
                  </a:lnTo>
                  <a:lnTo>
                    <a:pt x="42854" y="42854"/>
                  </a:lnTo>
                  <a:lnTo>
                    <a:pt x="37225" y="37225"/>
                  </a:lnTo>
                  <a:lnTo>
                    <a:pt x="31953" y="31953"/>
                  </a:lnTo>
                  <a:lnTo>
                    <a:pt x="27046" y="27046"/>
                  </a:lnTo>
                  <a:lnTo>
                    <a:pt x="22514" y="22514"/>
                  </a:lnTo>
                  <a:lnTo>
                    <a:pt x="18368" y="18368"/>
                  </a:lnTo>
                  <a:lnTo>
                    <a:pt x="14617" y="14617"/>
                  </a:lnTo>
                  <a:lnTo>
                    <a:pt x="11271" y="11271"/>
                  </a:lnTo>
                  <a:lnTo>
                    <a:pt x="8339" y="8339"/>
                  </a:lnTo>
                  <a:lnTo>
                    <a:pt x="5831" y="5831"/>
                  </a:lnTo>
                  <a:lnTo>
                    <a:pt x="3758" y="3758"/>
                  </a:lnTo>
                  <a:lnTo>
                    <a:pt x="2128" y="2128"/>
                  </a:lnTo>
                  <a:lnTo>
                    <a:pt x="952" y="952"/>
                  </a:lnTo>
                  <a:lnTo>
                    <a:pt x="239" y="239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692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5315517" y="2735906"/>
              <a:ext cx="90303" cy="90303"/>
            </a:xfrm>
            <a:prstGeom prst="ellipse">
              <a:avLst/>
            </a:prstGeom>
            <a:solidFill>
              <a:srgbClr val="466277">
                <a:alpha val="100000"/>
              </a:srgbClr>
            </a:solidFill>
            <a:ln w="9000" cap="rnd">
              <a:solidFill>
                <a:srgbClr val="4662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5315517" y="4313245"/>
              <a:ext cx="90303" cy="90303"/>
            </a:xfrm>
            <a:prstGeom prst="ellipse">
              <a:avLst/>
            </a:prstGeom>
            <a:solidFill>
              <a:srgbClr val="BE5960">
                <a:alpha val="100000"/>
              </a:srgbClr>
            </a:solidFill>
            <a:ln w="9000" cap="rnd">
              <a:solidFill>
                <a:srgbClr val="BE59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738178" y="4313245"/>
              <a:ext cx="90303" cy="90303"/>
            </a:xfrm>
            <a:prstGeom prst="ellipse">
              <a:avLst/>
            </a:prstGeom>
            <a:solidFill>
              <a:srgbClr val="D88C51">
                <a:alpha val="100000"/>
              </a:srgbClr>
            </a:solidFill>
            <a:ln w="9000" cap="rnd">
              <a:solidFill>
                <a:srgbClr val="D88C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738178" y="2735906"/>
              <a:ext cx="90303" cy="90303"/>
            </a:xfrm>
            <a:prstGeom prst="ellipse">
              <a:avLst/>
            </a:prstGeom>
            <a:solidFill>
              <a:srgbClr val="437F64">
                <a:alpha val="100000"/>
              </a:srgbClr>
            </a:solidFill>
            <a:ln w="9000" cap="rnd">
              <a:solidFill>
                <a:srgbClr val="437F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5379944" y="2643554"/>
              <a:ext cx="15645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466277">
                      <a:alpha val="100000"/>
                    </a:srgbClr>
                  </a:solidFill>
                  <a:latin typeface="Arial"/>
                  <a:cs typeface="Arial"/>
                </a:rPr>
                <a:t>MF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5303993" y="4220923"/>
              <a:ext cx="313090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BE5960">
                      <a:alpha val="100000"/>
                    </a:srgbClr>
                  </a:solidFill>
                  <a:latin typeface="Arial"/>
                  <a:cs typeface="Arial"/>
                </a:rPr>
                <a:t>KEGG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3608281" y="4417579"/>
              <a:ext cx="15654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D88C51">
                      <a:alpha val="100000"/>
                    </a:srgbClr>
                  </a:solidFill>
                  <a:latin typeface="Arial"/>
                  <a:cs typeface="Arial"/>
                </a:rPr>
                <a:t>CC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3808761" y="2643446"/>
              <a:ext cx="14447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437F64">
                      <a:alpha val="100000"/>
                    </a:srgbClr>
                  </a:solidFill>
                  <a:latin typeface="Arial"/>
                  <a:cs typeface="Arial"/>
                </a:rPr>
                <a:t>BP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2421102" y="69589"/>
              <a:ext cx="4301794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GO &amp; KEGG Enrichment — C1QBP Low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2026-06-02T21:37:32Z</dcterms:modified>
  <cp:category/>
</cp:coreProperties>
</file>