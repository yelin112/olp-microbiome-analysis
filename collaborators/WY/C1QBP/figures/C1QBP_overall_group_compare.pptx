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5486400" cy="5029200"/>
            <a:chOff x="457200" y="457200"/>
            <a:chExt cx="5486400" cy="50292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54864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5486400" cy="502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140" y="762009"/>
              <a:ext cx="4918543" cy="41760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9140" y="4601323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9140" y="3371524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9140" y="2141725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9140" y="911925"/>
              <a:ext cx="4918543" cy="0"/>
            </a:xfrm>
            <a:custGeom>
              <a:avLst/>
              <a:pathLst>
                <a:path w="4918543" h="0">
                  <a:moveTo>
                    <a:pt x="0" y="0"/>
                  </a:moveTo>
                  <a:lnTo>
                    <a:pt x="4918543" y="0"/>
                  </a:lnTo>
                  <a:lnTo>
                    <a:pt x="4918543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651789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822871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993953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65035" y="762009"/>
              <a:ext cx="0" cy="4176031"/>
            </a:xfrm>
            <a:custGeom>
              <a:avLst/>
              <a:pathLst>
                <a:path w="0" h="4176031">
                  <a:moveTo>
                    <a:pt x="0" y="417603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124803" y="2613743"/>
              <a:ext cx="1053973" cy="2139359"/>
            </a:xfrm>
            <a:custGeom>
              <a:avLst/>
              <a:pathLst>
                <a:path w="1053973" h="2139359">
                  <a:moveTo>
                    <a:pt x="521050" y="2139359"/>
                  </a:moveTo>
                  <a:lnTo>
                    <a:pt x="519401" y="2135172"/>
                  </a:lnTo>
                  <a:lnTo>
                    <a:pt x="517379" y="2130986"/>
                  </a:lnTo>
                  <a:lnTo>
                    <a:pt x="514920" y="2126799"/>
                  </a:lnTo>
                  <a:lnTo>
                    <a:pt x="511955" y="2122613"/>
                  </a:lnTo>
                  <a:lnTo>
                    <a:pt x="508252" y="2118426"/>
                  </a:lnTo>
                  <a:lnTo>
                    <a:pt x="503820" y="2114239"/>
                  </a:lnTo>
                  <a:lnTo>
                    <a:pt x="498577" y="2110053"/>
                  </a:lnTo>
                  <a:lnTo>
                    <a:pt x="492426" y="2105866"/>
                  </a:lnTo>
                  <a:lnTo>
                    <a:pt x="485271" y="2101680"/>
                  </a:lnTo>
                  <a:lnTo>
                    <a:pt x="477015" y="2097493"/>
                  </a:lnTo>
                  <a:lnTo>
                    <a:pt x="467361" y="2093306"/>
                  </a:lnTo>
                  <a:lnTo>
                    <a:pt x="456265" y="2089120"/>
                  </a:lnTo>
                  <a:lnTo>
                    <a:pt x="443757" y="2084933"/>
                  </a:lnTo>
                  <a:lnTo>
                    <a:pt x="429774" y="2080747"/>
                  </a:lnTo>
                  <a:lnTo>
                    <a:pt x="414275" y="2076560"/>
                  </a:lnTo>
                  <a:lnTo>
                    <a:pt x="397232" y="2072373"/>
                  </a:lnTo>
                  <a:lnTo>
                    <a:pt x="378519" y="2068187"/>
                  </a:lnTo>
                  <a:lnTo>
                    <a:pt x="358087" y="2064000"/>
                  </a:lnTo>
                  <a:lnTo>
                    <a:pt x="336255" y="2059813"/>
                  </a:lnTo>
                  <a:lnTo>
                    <a:pt x="313143" y="2055627"/>
                  </a:lnTo>
                  <a:lnTo>
                    <a:pt x="288904" y="2051440"/>
                  </a:lnTo>
                  <a:lnTo>
                    <a:pt x="263722" y="2047254"/>
                  </a:lnTo>
                  <a:lnTo>
                    <a:pt x="237810" y="2043067"/>
                  </a:lnTo>
                  <a:lnTo>
                    <a:pt x="211440" y="2038880"/>
                  </a:lnTo>
                  <a:lnTo>
                    <a:pt x="185082" y="2034694"/>
                  </a:lnTo>
                  <a:lnTo>
                    <a:pt x="159066" y="2030507"/>
                  </a:lnTo>
                  <a:lnTo>
                    <a:pt x="133738" y="2026321"/>
                  </a:lnTo>
                  <a:lnTo>
                    <a:pt x="109454" y="2022134"/>
                  </a:lnTo>
                  <a:lnTo>
                    <a:pt x="86573" y="2017947"/>
                  </a:lnTo>
                  <a:lnTo>
                    <a:pt x="65872" y="2013761"/>
                  </a:lnTo>
                  <a:lnTo>
                    <a:pt x="47562" y="2009574"/>
                  </a:lnTo>
                  <a:lnTo>
                    <a:pt x="31848" y="2005387"/>
                  </a:lnTo>
                  <a:lnTo>
                    <a:pt x="18992" y="2001201"/>
                  </a:lnTo>
                  <a:lnTo>
                    <a:pt x="9218" y="1997014"/>
                  </a:lnTo>
                  <a:lnTo>
                    <a:pt x="2708" y="1992828"/>
                  </a:lnTo>
                  <a:lnTo>
                    <a:pt x="0" y="1988641"/>
                  </a:lnTo>
                  <a:lnTo>
                    <a:pt x="295" y="1987580"/>
                  </a:lnTo>
                  <a:lnTo>
                    <a:pt x="1164" y="1984454"/>
                  </a:lnTo>
                  <a:lnTo>
                    <a:pt x="5763" y="1980268"/>
                  </a:lnTo>
                  <a:lnTo>
                    <a:pt x="13706" y="1976081"/>
                  </a:lnTo>
                  <a:lnTo>
                    <a:pt x="24851" y="1971895"/>
                  </a:lnTo>
                  <a:lnTo>
                    <a:pt x="39007" y="1967708"/>
                  </a:lnTo>
                  <a:lnTo>
                    <a:pt x="56063" y="1963521"/>
                  </a:lnTo>
                  <a:lnTo>
                    <a:pt x="75942" y="1959335"/>
                  </a:lnTo>
                  <a:lnTo>
                    <a:pt x="97802" y="1955148"/>
                  </a:lnTo>
                  <a:lnTo>
                    <a:pt x="121296" y="1950961"/>
                  </a:lnTo>
                  <a:lnTo>
                    <a:pt x="146067" y="1946775"/>
                  </a:lnTo>
                  <a:lnTo>
                    <a:pt x="171756" y="1942588"/>
                  </a:lnTo>
                  <a:lnTo>
                    <a:pt x="198007" y="1938402"/>
                  </a:lnTo>
                  <a:lnTo>
                    <a:pt x="224415" y="1934215"/>
                  </a:lnTo>
                  <a:lnTo>
                    <a:pt x="250542" y="1930028"/>
                  </a:lnTo>
                  <a:lnTo>
                    <a:pt x="276112" y="1925842"/>
                  </a:lnTo>
                  <a:lnTo>
                    <a:pt x="300883" y="1921655"/>
                  </a:lnTo>
                  <a:lnTo>
                    <a:pt x="324641" y="1917469"/>
                  </a:lnTo>
                  <a:lnTo>
                    <a:pt x="347208" y="1913282"/>
                  </a:lnTo>
                  <a:lnTo>
                    <a:pt x="368217" y="1909095"/>
                  </a:lnTo>
                  <a:lnTo>
                    <a:pt x="387628" y="1904909"/>
                  </a:lnTo>
                  <a:lnTo>
                    <a:pt x="405512" y="1900722"/>
                  </a:lnTo>
                  <a:lnTo>
                    <a:pt x="421851" y="1896536"/>
                  </a:lnTo>
                  <a:lnTo>
                    <a:pt x="436653" y="1892349"/>
                  </a:lnTo>
                  <a:lnTo>
                    <a:pt x="449946" y="1888162"/>
                  </a:lnTo>
                  <a:lnTo>
                    <a:pt x="461664" y="1883976"/>
                  </a:lnTo>
                  <a:lnTo>
                    <a:pt x="471818" y="1879789"/>
                  </a:lnTo>
                  <a:lnTo>
                    <a:pt x="480711" y="1875602"/>
                  </a:lnTo>
                  <a:lnTo>
                    <a:pt x="488437" y="1871416"/>
                  </a:lnTo>
                  <a:lnTo>
                    <a:pt x="495092" y="1867229"/>
                  </a:lnTo>
                  <a:lnTo>
                    <a:pt x="500773" y="1863043"/>
                  </a:lnTo>
                  <a:lnTo>
                    <a:pt x="505564" y="1858856"/>
                  </a:lnTo>
                  <a:lnTo>
                    <a:pt x="509438" y="1854669"/>
                  </a:lnTo>
                  <a:lnTo>
                    <a:pt x="512671" y="1850483"/>
                  </a:lnTo>
                  <a:lnTo>
                    <a:pt x="515342" y="1846296"/>
                  </a:lnTo>
                  <a:lnTo>
                    <a:pt x="517526" y="1842110"/>
                  </a:lnTo>
                  <a:lnTo>
                    <a:pt x="519289" y="1837923"/>
                  </a:lnTo>
                  <a:lnTo>
                    <a:pt x="520695" y="1833736"/>
                  </a:lnTo>
                  <a:lnTo>
                    <a:pt x="521755" y="1829550"/>
                  </a:lnTo>
                  <a:lnTo>
                    <a:pt x="522570" y="1825363"/>
                  </a:lnTo>
                  <a:lnTo>
                    <a:pt x="523192" y="1821176"/>
                  </a:lnTo>
                  <a:lnTo>
                    <a:pt x="523653" y="1816990"/>
                  </a:lnTo>
                  <a:lnTo>
                    <a:pt x="523980" y="1812803"/>
                  </a:lnTo>
                  <a:lnTo>
                    <a:pt x="524198" y="1808617"/>
                  </a:lnTo>
                  <a:lnTo>
                    <a:pt x="524319" y="1804430"/>
                  </a:lnTo>
                  <a:lnTo>
                    <a:pt x="524365" y="1800243"/>
                  </a:lnTo>
                  <a:lnTo>
                    <a:pt x="524357" y="1796057"/>
                  </a:lnTo>
                  <a:lnTo>
                    <a:pt x="524304" y="1791870"/>
                  </a:lnTo>
                  <a:lnTo>
                    <a:pt x="524215" y="1787684"/>
                  </a:lnTo>
                  <a:lnTo>
                    <a:pt x="524095" y="1783497"/>
                  </a:lnTo>
                  <a:lnTo>
                    <a:pt x="523948" y="1779310"/>
                  </a:lnTo>
                  <a:lnTo>
                    <a:pt x="523777" y="1775124"/>
                  </a:lnTo>
                  <a:lnTo>
                    <a:pt x="523587" y="1770937"/>
                  </a:lnTo>
                  <a:lnTo>
                    <a:pt x="523381" y="1766750"/>
                  </a:lnTo>
                  <a:lnTo>
                    <a:pt x="523160" y="1762564"/>
                  </a:lnTo>
                  <a:lnTo>
                    <a:pt x="522924" y="1758377"/>
                  </a:lnTo>
                  <a:lnTo>
                    <a:pt x="522674" y="1754191"/>
                  </a:lnTo>
                  <a:lnTo>
                    <a:pt x="522408" y="1750004"/>
                  </a:lnTo>
                  <a:lnTo>
                    <a:pt x="522128" y="1745817"/>
                  </a:lnTo>
                  <a:lnTo>
                    <a:pt x="521834" y="1741631"/>
                  </a:lnTo>
                  <a:lnTo>
                    <a:pt x="521525" y="1737444"/>
                  </a:lnTo>
                  <a:lnTo>
                    <a:pt x="521201" y="1733258"/>
                  </a:lnTo>
                  <a:lnTo>
                    <a:pt x="520861" y="1729071"/>
                  </a:lnTo>
                  <a:lnTo>
                    <a:pt x="520503" y="1724884"/>
                  </a:lnTo>
                  <a:lnTo>
                    <a:pt x="520125" y="1720698"/>
                  </a:lnTo>
                  <a:lnTo>
                    <a:pt x="519730" y="1716511"/>
                  </a:lnTo>
                  <a:lnTo>
                    <a:pt x="519315" y="1712325"/>
                  </a:lnTo>
                  <a:lnTo>
                    <a:pt x="518880" y="1708138"/>
                  </a:lnTo>
                  <a:lnTo>
                    <a:pt x="518425" y="1703951"/>
                  </a:lnTo>
                  <a:lnTo>
                    <a:pt x="517947" y="1699765"/>
                  </a:lnTo>
                  <a:lnTo>
                    <a:pt x="517443" y="1695578"/>
                  </a:lnTo>
                  <a:lnTo>
                    <a:pt x="516916" y="1691391"/>
                  </a:lnTo>
                  <a:lnTo>
                    <a:pt x="516366" y="1687205"/>
                  </a:lnTo>
                  <a:lnTo>
                    <a:pt x="515791" y="1683018"/>
                  </a:lnTo>
                  <a:lnTo>
                    <a:pt x="515191" y="1678832"/>
                  </a:lnTo>
                  <a:lnTo>
                    <a:pt x="514566" y="1674645"/>
                  </a:lnTo>
                  <a:lnTo>
                    <a:pt x="513909" y="1670458"/>
                  </a:lnTo>
                  <a:lnTo>
                    <a:pt x="513227" y="1666272"/>
                  </a:lnTo>
                  <a:lnTo>
                    <a:pt x="512519" y="1662085"/>
                  </a:lnTo>
                  <a:lnTo>
                    <a:pt x="511785" y="1657899"/>
                  </a:lnTo>
                  <a:lnTo>
                    <a:pt x="511024" y="1653712"/>
                  </a:lnTo>
                  <a:lnTo>
                    <a:pt x="510237" y="1649525"/>
                  </a:lnTo>
                  <a:lnTo>
                    <a:pt x="509420" y="1645339"/>
                  </a:lnTo>
                  <a:lnTo>
                    <a:pt x="508575" y="1641152"/>
                  </a:lnTo>
                  <a:lnTo>
                    <a:pt x="507704" y="1636965"/>
                  </a:lnTo>
                  <a:lnTo>
                    <a:pt x="506808" y="1632779"/>
                  </a:lnTo>
                  <a:lnTo>
                    <a:pt x="505887" y="1628592"/>
                  </a:lnTo>
                  <a:lnTo>
                    <a:pt x="504941" y="1624406"/>
                  </a:lnTo>
                  <a:lnTo>
                    <a:pt x="503968" y="1620219"/>
                  </a:lnTo>
                  <a:lnTo>
                    <a:pt x="502967" y="1616032"/>
                  </a:lnTo>
                  <a:lnTo>
                    <a:pt x="501944" y="1611846"/>
                  </a:lnTo>
                  <a:lnTo>
                    <a:pt x="500897" y="1607659"/>
                  </a:lnTo>
                  <a:lnTo>
                    <a:pt x="499829" y="1603473"/>
                  </a:lnTo>
                  <a:lnTo>
                    <a:pt x="498739" y="1599286"/>
                  </a:lnTo>
                  <a:lnTo>
                    <a:pt x="497628" y="1595099"/>
                  </a:lnTo>
                  <a:lnTo>
                    <a:pt x="496495" y="1590913"/>
                  </a:lnTo>
                  <a:lnTo>
                    <a:pt x="495345" y="1586726"/>
                  </a:lnTo>
                  <a:lnTo>
                    <a:pt x="494178" y="1582539"/>
                  </a:lnTo>
                  <a:lnTo>
                    <a:pt x="492998" y="1578353"/>
                  </a:lnTo>
                  <a:lnTo>
                    <a:pt x="491804" y="1574166"/>
                  </a:lnTo>
                  <a:lnTo>
                    <a:pt x="490601" y="1569980"/>
                  </a:lnTo>
                  <a:lnTo>
                    <a:pt x="489387" y="1565793"/>
                  </a:lnTo>
                  <a:lnTo>
                    <a:pt x="488169" y="1561606"/>
                  </a:lnTo>
                  <a:lnTo>
                    <a:pt x="486949" y="1557420"/>
                  </a:lnTo>
                  <a:lnTo>
                    <a:pt x="485729" y="1553233"/>
                  </a:lnTo>
                  <a:lnTo>
                    <a:pt x="484511" y="1549047"/>
                  </a:lnTo>
                  <a:lnTo>
                    <a:pt x="483300" y="1544860"/>
                  </a:lnTo>
                  <a:lnTo>
                    <a:pt x="482099" y="1540673"/>
                  </a:lnTo>
                  <a:lnTo>
                    <a:pt x="480911" y="1536487"/>
                  </a:lnTo>
                  <a:lnTo>
                    <a:pt x="479739" y="1532300"/>
                  </a:lnTo>
                  <a:lnTo>
                    <a:pt x="478586" y="1528114"/>
                  </a:lnTo>
                  <a:lnTo>
                    <a:pt x="477454" y="1523927"/>
                  </a:lnTo>
                  <a:lnTo>
                    <a:pt x="476345" y="1519740"/>
                  </a:lnTo>
                  <a:lnTo>
                    <a:pt x="475265" y="1515554"/>
                  </a:lnTo>
                  <a:lnTo>
                    <a:pt x="474219" y="1511367"/>
                  </a:lnTo>
                  <a:lnTo>
                    <a:pt x="473205" y="1507180"/>
                  </a:lnTo>
                  <a:lnTo>
                    <a:pt x="472224" y="1502994"/>
                  </a:lnTo>
                  <a:lnTo>
                    <a:pt x="471280" y="1498807"/>
                  </a:lnTo>
                  <a:lnTo>
                    <a:pt x="470373" y="1494621"/>
                  </a:lnTo>
                  <a:lnTo>
                    <a:pt x="469505" y="1490434"/>
                  </a:lnTo>
                  <a:lnTo>
                    <a:pt x="468686" y="1486247"/>
                  </a:lnTo>
                  <a:lnTo>
                    <a:pt x="467910" y="1482061"/>
                  </a:lnTo>
                  <a:lnTo>
                    <a:pt x="467176" y="1477874"/>
                  </a:lnTo>
                  <a:lnTo>
                    <a:pt x="466485" y="1473688"/>
                  </a:lnTo>
                  <a:lnTo>
                    <a:pt x="465838" y="1469501"/>
                  </a:lnTo>
                  <a:lnTo>
                    <a:pt x="465236" y="1465314"/>
                  </a:lnTo>
                  <a:lnTo>
                    <a:pt x="464686" y="1461128"/>
                  </a:lnTo>
                  <a:lnTo>
                    <a:pt x="464183" y="1456941"/>
                  </a:lnTo>
                  <a:lnTo>
                    <a:pt x="463725" y="1452754"/>
                  </a:lnTo>
                  <a:lnTo>
                    <a:pt x="463311" y="1448568"/>
                  </a:lnTo>
                  <a:lnTo>
                    <a:pt x="462941" y="1444381"/>
                  </a:lnTo>
                  <a:lnTo>
                    <a:pt x="462614" y="1440195"/>
                  </a:lnTo>
                  <a:lnTo>
                    <a:pt x="462334" y="1436008"/>
                  </a:lnTo>
                  <a:lnTo>
                    <a:pt x="462100" y="1431821"/>
                  </a:lnTo>
                  <a:lnTo>
                    <a:pt x="461907" y="1427635"/>
                  </a:lnTo>
                  <a:lnTo>
                    <a:pt x="461752" y="1423448"/>
                  </a:lnTo>
                  <a:lnTo>
                    <a:pt x="461635" y="1419262"/>
                  </a:lnTo>
                  <a:lnTo>
                    <a:pt x="461554" y="1415075"/>
                  </a:lnTo>
                  <a:lnTo>
                    <a:pt x="461509" y="1410888"/>
                  </a:lnTo>
                  <a:lnTo>
                    <a:pt x="461501" y="1406702"/>
                  </a:lnTo>
                  <a:lnTo>
                    <a:pt x="461523" y="1402515"/>
                  </a:lnTo>
                  <a:lnTo>
                    <a:pt x="461572" y="1398328"/>
                  </a:lnTo>
                  <a:lnTo>
                    <a:pt x="461645" y="1394142"/>
                  </a:lnTo>
                  <a:lnTo>
                    <a:pt x="461742" y="1389955"/>
                  </a:lnTo>
                  <a:lnTo>
                    <a:pt x="461859" y="1385769"/>
                  </a:lnTo>
                  <a:lnTo>
                    <a:pt x="461997" y="1381582"/>
                  </a:lnTo>
                  <a:lnTo>
                    <a:pt x="462150" y="1377395"/>
                  </a:lnTo>
                  <a:lnTo>
                    <a:pt x="462314" y="1373209"/>
                  </a:lnTo>
                  <a:lnTo>
                    <a:pt x="462488" y="1369022"/>
                  </a:lnTo>
                  <a:lnTo>
                    <a:pt x="462669" y="1364836"/>
                  </a:lnTo>
                  <a:lnTo>
                    <a:pt x="462718" y="1363724"/>
                  </a:lnTo>
                  <a:lnTo>
                    <a:pt x="462855" y="1360649"/>
                  </a:lnTo>
                  <a:lnTo>
                    <a:pt x="463045" y="1356462"/>
                  </a:lnTo>
                  <a:lnTo>
                    <a:pt x="463236" y="1352276"/>
                  </a:lnTo>
                  <a:lnTo>
                    <a:pt x="463425" y="1348089"/>
                  </a:lnTo>
                  <a:lnTo>
                    <a:pt x="463613" y="1343903"/>
                  </a:lnTo>
                  <a:lnTo>
                    <a:pt x="463797" y="1339716"/>
                  </a:lnTo>
                  <a:lnTo>
                    <a:pt x="463978" y="1335529"/>
                  </a:lnTo>
                  <a:lnTo>
                    <a:pt x="464154" y="1331343"/>
                  </a:lnTo>
                  <a:lnTo>
                    <a:pt x="464323" y="1327156"/>
                  </a:lnTo>
                  <a:lnTo>
                    <a:pt x="464488" y="1322969"/>
                  </a:lnTo>
                  <a:lnTo>
                    <a:pt x="464648" y="1318783"/>
                  </a:lnTo>
                  <a:lnTo>
                    <a:pt x="464803" y="1314596"/>
                  </a:lnTo>
                  <a:lnTo>
                    <a:pt x="464953" y="1310410"/>
                  </a:lnTo>
                  <a:lnTo>
                    <a:pt x="465098" y="1306223"/>
                  </a:lnTo>
                  <a:lnTo>
                    <a:pt x="465238" y="1302036"/>
                  </a:lnTo>
                  <a:lnTo>
                    <a:pt x="465375" y="1297850"/>
                  </a:lnTo>
                  <a:lnTo>
                    <a:pt x="465508" y="1293663"/>
                  </a:lnTo>
                  <a:lnTo>
                    <a:pt x="465638" y="1289477"/>
                  </a:lnTo>
                  <a:lnTo>
                    <a:pt x="465765" y="1285290"/>
                  </a:lnTo>
                  <a:lnTo>
                    <a:pt x="465888" y="1281103"/>
                  </a:lnTo>
                  <a:lnTo>
                    <a:pt x="466009" y="1276917"/>
                  </a:lnTo>
                  <a:lnTo>
                    <a:pt x="466125" y="1272730"/>
                  </a:lnTo>
                  <a:lnTo>
                    <a:pt x="466239" y="1268543"/>
                  </a:lnTo>
                  <a:lnTo>
                    <a:pt x="466349" y="1264357"/>
                  </a:lnTo>
                  <a:lnTo>
                    <a:pt x="466456" y="1260170"/>
                  </a:lnTo>
                  <a:lnTo>
                    <a:pt x="466559" y="1255984"/>
                  </a:lnTo>
                  <a:lnTo>
                    <a:pt x="466658" y="1251797"/>
                  </a:lnTo>
                  <a:lnTo>
                    <a:pt x="466754" y="1247610"/>
                  </a:lnTo>
                  <a:lnTo>
                    <a:pt x="466846" y="1243424"/>
                  </a:lnTo>
                  <a:lnTo>
                    <a:pt x="466936" y="1239237"/>
                  </a:lnTo>
                  <a:lnTo>
                    <a:pt x="467023" y="1235051"/>
                  </a:lnTo>
                  <a:lnTo>
                    <a:pt x="467109" y="1230864"/>
                  </a:lnTo>
                  <a:lnTo>
                    <a:pt x="467194" y="1226677"/>
                  </a:lnTo>
                  <a:lnTo>
                    <a:pt x="467279" y="1222491"/>
                  </a:lnTo>
                  <a:lnTo>
                    <a:pt x="467366" y="1218304"/>
                  </a:lnTo>
                  <a:lnTo>
                    <a:pt x="467455" y="1214117"/>
                  </a:lnTo>
                  <a:lnTo>
                    <a:pt x="467548" y="1209931"/>
                  </a:lnTo>
                  <a:lnTo>
                    <a:pt x="467645" y="1205744"/>
                  </a:lnTo>
                  <a:lnTo>
                    <a:pt x="467748" y="1201558"/>
                  </a:lnTo>
                  <a:lnTo>
                    <a:pt x="467859" y="1197371"/>
                  </a:lnTo>
                  <a:lnTo>
                    <a:pt x="467978" y="1193184"/>
                  </a:lnTo>
                  <a:lnTo>
                    <a:pt x="468106" y="1188998"/>
                  </a:lnTo>
                  <a:lnTo>
                    <a:pt x="468242" y="1184811"/>
                  </a:lnTo>
                  <a:lnTo>
                    <a:pt x="468389" y="1180625"/>
                  </a:lnTo>
                  <a:lnTo>
                    <a:pt x="468544" y="1176438"/>
                  </a:lnTo>
                  <a:lnTo>
                    <a:pt x="468711" y="1172251"/>
                  </a:lnTo>
                  <a:lnTo>
                    <a:pt x="468889" y="1168065"/>
                  </a:lnTo>
                  <a:lnTo>
                    <a:pt x="469076" y="1163878"/>
                  </a:lnTo>
                  <a:lnTo>
                    <a:pt x="469272" y="1159691"/>
                  </a:lnTo>
                  <a:lnTo>
                    <a:pt x="469477" y="1155505"/>
                  </a:lnTo>
                  <a:lnTo>
                    <a:pt x="469690" y="1151318"/>
                  </a:lnTo>
                  <a:lnTo>
                    <a:pt x="469911" y="1147132"/>
                  </a:lnTo>
                  <a:lnTo>
                    <a:pt x="470141" y="1142945"/>
                  </a:lnTo>
                  <a:lnTo>
                    <a:pt x="470377" y="1138758"/>
                  </a:lnTo>
                  <a:lnTo>
                    <a:pt x="470619" y="1134572"/>
                  </a:lnTo>
                  <a:lnTo>
                    <a:pt x="470867" y="1130385"/>
                  </a:lnTo>
                  <a:lnTo>
                    <a:pt x="471121" y="1126199"/>
                  </a:lnTo>
                  <a:lnTo>
                    <a:pt x="471379" y="1122012"/>
                  </a:lnTo>
                  <a:lnTo>
                    <a:pt x="471644" y="1117825"/>
                  </a:lnTo>
                  <a:lnTo>
                    <a:pt x="471913" y="1113639"/>
                  </a:lnTo>
                  <a:lnTo>
                    <a:pt x="472188" y="1109452"/>
                  </a:lnTo>
                  <a:lnTo>
                    <a:pt x="472468" y="1105266"/>
                  </a:lnTo>
                  <a:lnTo>
                    <a:pt x="472754" y="1101079"/>
                  </a:lnTo>
                  <a:lnTo>
                    <a:pt x="473045" y="1096892"/>
                  </a:lnTo>
                  <a:lnTo>
                    <a:pt x="473345" y="1092706"/>
                  </a:lnTo>
                  <a:lnTo>
                    <a:pt x="473654" y="1088519"/>
                  </a:lnTo>
                  <a:lnTo>
                    <a:pt x="473970" y="1084332"/>
                  </a:lnTo>
                  <a:lnTo>
                    <a:pt x="474297" y="1080146"/>
                  </a:lnTo>
                  <a:lnTo>
                    <a:pt x="474634" y="1075959"/>
                  </a:lnTo>
                  <a:lnTo>
                    <a:pt x="474983" y="1071773"/>
                  </a:lnTo>
                  <a:lnTo>
                    <a:pt x="475347" y="1067586"/>
                  </a:lnTo>
                  <a:lnTo>
                    <a:pt x="475727" y="1063399"/>
                  </a:lnTo>
                  <a:lnTo>
                    <a:pt x="476124" y="1059213"/>
                  </a:lnTo>
                  <a:lnTo>
                    <a:pt x="476539" y="1055026"/>
                  </a:lnTo>
                  <a:lnTo>
                    <a:pt x="476973" y="1050840"/>
                  </a:lnTo>
                  <a:lnTo>
                    <a:pt x="477428" y="1046653"/>
                  </a:lnTo>
                  <a:lnTo>
                    <a:pt x="477906" y="1042466"/>
                  </a:lnTo>
                  <a:lnTo>
                    <a:pt x="478412" y="1038280"/>
                  </a:lnTo>
                  <a:lnTo>
                    <a:pt x="478942" y="1034093"/>
                  </a:lnTo>
                  <a:lnTo>
                    <a:pt x="479499" y="1029906"/>
                  </a:lnTo>
                  <a:lnTo>
                    <a:pt x="480083" y="1025720"/>
                  </a:lnTo>
                  <a:lnTo>
                    <a:pt x="480693" y="1021533"/>
                  </a:lnTo>
                  <a:lnTo>
                    <a:pt x="481331" y="1017347"/>
                  </a:lnTo>
                  <a:lnTo>
                    <a:pt x="482002" y="1013160"/>
                  </a:lnTo>
                  <a:lnTo>
                    <a:pt x="482700" y="1008973"/>
                  </a:lnTo>
                  <a:lnTo>
                    <a:pt x="483425" y="1004787"/>
                  </a:lnTo>
                  <a:lnTo>
                    <a:pt x="484174" y="1000600"/>
                  </a:lnTo>
                  <a:lnTo>
                    <a:pt x="484947" y="996414"/>
                  </a:lnTo>
                  <a:lnTo>
                    <a:pt x="485741" y="992227"/>
                  </a:lnTo>
                  <a:lnTo>
                    <a:pt x="486559" y="988040"/>
                  </a:lnTo>
                  <a:lnTo>
                    <a:pt x="487395" y="983854"/>
                  </a:lnTo>
                  <a:lnTo>
                    <a:pt x="488245" y="979667"/>
                  </a:lnTo>
                  <a:lnTo>
                    <a:pt x="489108" y="975480"/>
                  </a:lnTo>
                  <a:lnTo>
                    <a:pt x="489979" y="971294"/>
                  </a:lnTo>
                  <a:lnTo>
                    <a:pt x="490857" y="967107"/>
                  </a:lnTo>
                  <a:lnTo>
                    <a:pt x="491739" y="962921"/>
                  </a:lnTo>
                  <a:lnTo>
                    <a:pt x="492622" y="958734"/>
                  </a:lnTo>
                  <a:lnTo>
                    <a:pt x="493501" y="954547"/>
                  </a:lnTo>
                  <a:lnTo>
                    <a:pt x="494375" y="950361"/>
                  </a:lnTo>
                  <a:lnTo>
                    <a:pt x="495242" y="946174"/>
                  </a:lnTo>
                  <a:lnTo>
                    <a:pt x="496099" y="941988"/>
                  </a:lnTo>
                  <a:lnTo>
                    <a:pt x="496945" y="937801"/>
                  </a:lnTo>
                  <a:lnTo>
                    <a:pt x="497773" y="933614"/>
                  </a:lnTo>
                  <a:lnTo>
                    <a:pt x="498587" y="929428"/>
                  </a:lnTo>
                  <a:lnTo>
                    <a:pt x="499383" y="925241"/>
                  </a:lnTo>
                  <a:lnTo>
                    <a:pt x="500163" y="921055"/>
                  </a:lnTo>
                  <a:lnTo>
                    <a:pt x="500924" y="916868"/>
                  </a:lnTo>
                  <a:lnTo>
                    <a:pt x="501666" y="912681"/>
                  </a:lnTo>
                  <a:lnTo>
                    <a:pt x="502386" y="908495"/>
                  </a:lnTo>
                  <a:lnTo>
                    <a:pt x="503085" y="904308"/>
                  </a:lnTo>
                  <a:lnTo>
                    <a:pt x="503765" y="900121"/>
                  </a:lnTo>
                  <a:lnTo>
                    <a:pt x="504426" y="895935"/>
                  </a:lnTo>
                  <a:lnTo>
                    <a:pt x="505067" y="891748"/>
                  </a:lnTo>
                  <a:lnTo>
                    <a:pt x="505690" y="887562"/>
                  </a:lnTo>
                  <a:lnTo>
                    <a:pt x="506292" y="883375"/>
                  </a:lnTo>
                  <a:lnTo>
                    <a:pt x="506874" y="879188"/>
                  </a:lnTo>
                  <a:lnTo>
                    <a:pt x="507439" y="875002"/>
                  </a:lnTo>
                  <a:lnTo>
                    <a:pt x="507985" y="870815"/>
                  </a:lnTo>
                  <a:lnTo>
                    <a:pt x="508515" y="866629"/>
                  </a:lnTo>
                  <a:lnTo>
                    <a:pt x="509028" y="862442"/>
                  </a:lnTo>
                  <a:lnTo>
                    <a:pt x="509523" y="858255"/>
                  </a:lnTo>
                  <a:lnTo>
                    <a:pt x="509999" y="854069"/>
                  </a:lnTo>
                  <a:lnTo>
                    <a:pt x="510459" y="849882"/>
                  </a:lnTo>
                  <a:lnTo>
                    <a:pt x="510904" y="845695"/>
                  </a:lnTo>
                  <a:lnTo>
                    <a:pt x="511332" y="841509"/>
                  </a:lnTo>
                  <a:lnTo>
                    <a:pt x="511744" y="837322"/>
                  </a:lnTo>
                  <a:lnTo>
                    <a:pt x="512141" y="833136"/>
                  </a:lnTo>
                  <a:lnTo>
                    <a:pt x="512520" y="828949"/>
                  </a:lnTo>
                  <a:lnTo>
                    <a:pt x="512882" y="824762"/>
                  </a:lnTo>
                  <a:lnTo>
                    <a:pt x="513230" y="820576"/>
                  </a:lnTo>
                  <a:lnTo>
                    <a:pt x="513562" y="816389"/>
                  </a:lnTo>
                  <a:lnTo>
                    <a:pt x="513880" y="812203"/>
                  </a:lnTo>
                  <a:lnTo>
                    <a:pt x="514183" y="808016"/>
                  </a:lnTo>
                  <a:lnTo>
                    <a:pt x="514470" y="803829"/>
                  </a:lnTo>
                  <a:lnTo>
                    <a:pt x="514742" y="799643"/>
                  </a:lnTo>
                  <a:lnTo>
                    <a:pt x="515001" y="795456"/>
                  </a:lnTo>
                  <a:lnTo>
                    <a:pt x="515248" y="791269"/>
                  </a:lnTo>
                  <a:lnTo>
                    <a:pt x="515482" y="787083"/>
                  </a:lnTo>
                  <a:lnTo>
                    <a:pt x="515705" y="782896"/>
                  </a:lnTo>
                  <a:lnTo>
                    <a:pt x="515916" y="778710"/>
                  </a:lnTo>
                  <a:lnTo>
                    <a:pt x="516116" y="774523"/>
                  </a:lnTo>
                  <a:lnTo>
                    <a:pt x="516307" y="770336"/>
                  </a:lnTo>
                  <a:lnTo>
                    <a:pt x="516491" y="766150"/>
                  </a:lnTo>
                  <a:lnTo>
                    <a:pt x="516668" y="761963"/>
                  </a:lnTo>
                  <a:lnTo>
                    <a:pt x="516838" y="757777"/>
                  </a:lnTo>
                  <a:lnTo>
                    <a:pt x="517003" y="753590"/>
                  </a:lnTo>
                  <a:lnTo>
                    <a:pt x="517164" y="749403"/>
                  </a:lnTo>
                  <a:lnTo>
                    <a:pt x="517321" y="745217"/>
                  </a:lnTo>
                  <a:lnTo>
                    <a:pt x="517476" y="741030"/>
                  </a:lnTo>
                  <a:lnTo>
                    <a:pt x="517629" y="736844"/>
                  </a:lnTo>
                  <a:lnTo>
                    <a:pt x="517782" y="732657"/>
                  </a:lnTo>
                  <a:lnTo>
                    <a:pt x="517934" y="728470"/>
                  </a:lnTo>
                  <a:lnTo>
                    <a:pt x="518087" y="724284"/>
                  </a:lnTo>
                  <a:lnTo>
                    <a:pt x="518241" y="720097"/>
                  </a:lnTo>
                  <a:lnTo>
                    <a:pt x="518396" y="715910"/>
                  </a:lnTo>
                  <a:lnTo>
                    <a:pt x="518553" y="711724"/>
                  </a:lnTo>
                  <a:lnTo>
                    <a:pt x="518711" y="707537"/>
                  </a:lnTo>
                  <a:lnTo>
                    <a:pt x="518872" y="703351"/>
                  </a:lnTo>
                  <a:lnTo>
                    <a:pt x="519035" y="699164"/>
                  </a:lnTo>
                  <a:lnTo>
                    <a:pt x="519201" y="694977"/>
                  </a:lnTo>
                  <a:lnTo>
                    <a:pt x="519369" y="690791"/>
                  </a:lnTo>
                  <a:lnTo>
                    <a:pt x="519539" y="686604"/>
                  </a:lnTo>
                  <a:lnTo>
                    <a:pt x="519712" y="682418"/>
                  </a:lnTo>
                  <a:lnTo>
                    <a:pt x="519887" y="678231"/>
                  </a:lnTo>
                  <a:lnTo>
                    <a:pt x="520064" y="674044"/>
                  </a:lnTo>
                  <a:lnTo>
                    <a:pt x="520244" y="669858"/>
                  </a:lnTo>
                  <a:lnTo>
                    <a:pt x="520426" y="665671"/>
                  </a:lnTo>
                  <a:lnTo>
                    <a:pt x="520610" y="661484"/>
                  </a:lnTo>
                  <a:lnTo>
                    <a:pt x="520797" y="657298"/>
                  </a:lnTo>
                  <a:lnTo>
                    <a:pt x="520985" y="653111"/>
                  </a:lnTo>
                  <a:lnTo>
                    <a:pt x="521176" y="648925"/>
                  </a:lnTo>
                  <a:lnTo>
                    <a:pt x="521368" y="644738"/>
                  </a:lnTo>
                  <a:lnTo>
                    <a:pt x="521563" y="640551"/>
                  </a:lnTo>
                  <a:lnTo>
                    <a:pt x="521758" y="636365"/>
                  </a:lnTo>
                  <a:lnTo>
                    <a:pt x="521956" y="632178"/>
                  </a:lnTo>
                  <a:lnTo>
                    <a:pt x="522154" y="627992"/>
                  </a:lnTo>
                  <a:lnTo>
                    <a:pt x="522352" y="623805"/>
                  </a:lnTo>
                  <a:lnTo>
                    <a:pt x="522551" y="619618"/>
                  </a:lnTo>
                  <a:lnTo>
                    <a:pt x="522749" y="615432"/>
                  </a:lnTo>
                  <a:lnTo>
                    <a:pt x="522946" y="611245"/>
                  </a:lnTo>
                  <a:lnTo>
                    <a:pt x="523141" y="607058"/>
                  </a:lnTo>
                  <a:lnTo>
                    <a:pt x="523334" y="602872"/>
                  </a:lnTo>
                  <a:lnTo>
                    <a:pt x="523523" y="598685"/>
                  </a:lnTo>
                  <a:lnTo>
                    <a:pt x="523709" y="594499"/>
                  </a:lnTo>
                  <a:lnTo>
                    <a:pt x="523889" y="590312"/>
                  </a:lnTo>
                  <a:lnTo>
                    <a:pt x="524064" y="586125"/>
                  </a:lnTo>
                  <a:lnTo>
                    <a:pt x="524233" y="581939"/>
                  </a:lnTo>
                  <a:lnTo>
                    <a:pt x="524395" y="577752"/>
                  </a:lnTo>
                  <a:lnTo>
                    <a:pt x="524550" y="573566"/>
                  </a:lnTo>
                  <a:lnTo>
                    <a:pt x="524697" y="569379"/>
                  </a:lnTo>
                  <a:lnTo>
                    <a:pt x="524835" y="565192"/>
                  </a:lnTo>
                  <a:lnTo>
                    <a:pt x="524963" y="561006"/>
                  </a:lnTo>
                  <a:lnTo>
                    <a:pt x="525084" y="556819"/>
                  </a:lnTo>
                  <a:lnTo>
                    <a:pt x="525195" y="552633"/>
                  </a:lnTo>
                  <a:lnTo>
                    <a:pt x="525298" y="548446"/>
                  </a:lnTo>
                  <a:lnTo>
                    <a:pt x="525392" y="544259"/>
                  </a:lnTo>
                  <a:lnTo>
                    <a:pt x="525477" y="540073"/>
                  </a:lnTo>
                  <a:lnTo>
                    <a:pt x="525553" y="535886"/>
                  </a:lnTo>
                  <a:lnTo>
                    <a:pt x="525621" y="531699"/>
                  </a:lnTo>
                  <a:lnTo>
                    <a:pt x="525682" y="527513"/>
                  </a:lnTo>
                  <a:lnTo>
                    <a:pt x="525737" y="523326"/>
                  </a:lnTo>
                  <a:lnTo>
                    <a:pt x="525785" y="519140"/>
                  </a:lnTo>
                  <a:lnTo>
                    <a:pt x="525827" y="514953"/>
                  </a:lnTo>
                  <a:lnTo>
                    <a:pt x="525863" y="510766"/>
                  </a:lnTo>
                  <a:lnTo>
                    <a:pt x="525895" y="506580"/>
                  </a:lnTo>
                  <a:lnTo>
                    <a:pt x="525923" y="502393"/>
                  </a:lnTo>
                  <a:lnTo>
                    <a:pt x="525948" y="498207"/>
                  </a:lnTo>
                  <a:lnTo>
                    <a:pt x="525970" y="494020"/>
                  </a:lnTo>
                  <a:lnTo>
                    <a:pt x="525990" y="489833"/>
                  </a:lnTo>
                  <a:lnTo>
                    <a:pt x="526008" y="485647"/>
                  </a:lnTo>
                  <a:lnTo>
                    <a:pt x="526025" y="481460"/>
                  </a:lnTo>
                  <a:lnTo>
                    <a:pt x="526042" y="477273"/>
                  </a:lnTo>
                  <a:lnTo>
                    <a:pt x="526058" y="473087"/>
                  </a:lnTo>
                  <a:lnTo>
                    <a:pt x="526075" y="468900"/>
                  </a:lnTo>
                  <a:lnTo>
                    <a:pt x="526092" y="464714"/>
                  </a:lnTo>
                  <a:lnTo>
                    <a:pt x="526110" y="460527"/>
                  </a:lnTo>
                  <a:lnTo>
                    <a:pt x="526129" y="456340"/>
                  </a:lnTo>
                  <a:lnTo>
                    <a:pt x="526149" y="452154"/>
                  </a:lnTo>
                  <a:lnTo>
                    <a:pt x="526170" y="447967"/>
                  </a:lnTo>
                  <a:lnTo>
                    <a:pt x="526193" y="443781"/>
                  </a:lnTo>
                  <a:lnTo>
                    <a:pt x="526217" y="439594"/>
                  </a:lnTo>
                  <a:lnTo>
                    <a:pt x="526242" y="435407"/>
                  </a:lnTo>
                  <a:lnTo>
                    <a:pt x="526268" y="431221"/>
                  </a:lnTo>
                  <a:lnTo>
                    <a:pt x="526295" y="427034"/>
                  </a:lnTo>
                  <a:lnTo>
                    <a:pt x="526322" y="422847"/>
                  </a:lnTo>
                  <a:lnTo>
                    <a:pt x="526350" y="418661"/>
                  </a:lnTo>
                  <a:lnTo>
                    <a:pt x="526378" y="414474"/>
                  </a:lnTo>
                  <a:lnTo>
                    <a:pt x="526406" y="410288"/>
                  </a:lnTo>
                  <a:lnTo>
                    <a:pt x="526434" y="406101"/>
                  </a:lnTo>
                  <a:lnTo>
                    <a:pt x="526460" y="401914"/>
                  </a:lnTo>
                  <a:lnTo>
                    <a:pt x="526486" y="397728"/>
                  </a:lnTo>
                  <a:lnTo>
                    <a:pt x="526511" y="393541"/>
                  </a:lnTo>
                  <a:lnTo>
                    <a:pt x="526534" y="389355"/>
                  </a:lnTo>
                  <a:lnTo>
                    <a:pt x="526555" y="385168"/>
                  </a:lnTo>
                  <a:lnTo>
                    <a:pt x="526575" y="380981"/>
                  </a:lnTo>
                  <a:lnTo>
                    <a:pt x="526593" y="376795"/>
                  </a:lnTo>
                  <a:lnTo>
                    <a:pt x="526609" y="372608"/>
                  </a:lnTo>
                  <a:lnTo>
                    <a:pt x="526624" y="368422"/>
                  </a:lnTo>
                  <a:lnTo>
                    <a:pt x="526637" y="364235"/>
                  </a:lnTo>
                  <a:lnTo>
                    <a:pt x="526648" y="360048"/>
                  </a:lnTo>
                  <a:lnTo>
                    <a:pt x="526657" y="355862"/>
                  </a:lnTo>
                  <a:lnTo>
                    <a:pt x="526665" y="351675"/>
                  </a:lnTo>
                  <a:lnTo>
                    <a:pt x="526672" y="347488"/>
                  </a:lnTo>
                  <a:lnTo>
                    <a:pt x="526678" y="343302"/>
                  </a:lnTo>
                  <a:lnTo>
                    <a:pt x="526683" y="339115"/>
                  </a:lnTo>
                  <a:lnTo>
                    <a:pt x="526687" y="334929"/>
                  </a:lnTo>
                  <a:lnTo>
                    <a:pt x="526691" y="330742"/>
                  </a:lnTo>
                  <a:lnTo>
                    <a:pt x="526694" y="326555"/>
                  </a:lnTo>
                  <a:lnTo>
                    <a:pt x="526697" y="322369"/>
                  </a:lnTo>
                  <a:lnTo>
                    <a:pt x="526700" y="318182"/>
                  </a:lnTo>
                  <a:lnTo>
                    <a:pt x="526703" y="313996"/>
                  </a:lnTo>
                  <a:lnTo>
                    <a:pt x="526706" y="309809"/>
                  </a:lnTo>
                  <a:lnTo>
                    <a:pt x="526709" y="305622"/>
                  </a:lnTo>
                  <a:lnTo>
                    <a:pt x="526712" y="301436"/>
                  </a:lnTo>
                  <a:lnTo>
                    <a:pt x="526715" y="297249"/>
                  </a:lnTo>
                  <a:lnTo>
                    <a:pt x="526719" y="293062"/>
                  </a:lnTo>
                  <a:lnTo>
                    <a:pt x="526722" y="288876"/>
                  </a:lnTo>
                  <a:lnTo>
                    <a:pt x="526726" y="284689"/>
                  </a:lnTo>
                  <a:lnTo>
                    <a:pt x="526730" y="280503"/>
                  </a:lnTo>
                  <a:lnTo>
                    <a:pt x="526734" y="276316"/>
                  </a:lnTo>
                  <a:lnTo>
                    <a:pt x="526738" y="272129"/>
                  </a:lnTo>
                  <a:lnTo>
                    <a:pt x="526742" y="267943"/>
                  </a:lnTo>
                  <a:lnTo>
                    <a:pt x="526747" y="263756"/>
                  </a:lnTo>
                  <a:lnTo>
                    <a:pt x="526751" y="259570"/>
                  </a:lnTo>
                  <a:lnTo>
                    <a:pt x="526756" y="255383"/>
                  </a:lnTo>
                  <a:lnTo>
                    <a:pt x="526760" y="251196"/>
                  </a:lnTo>
                  <a:lnTo>
                    <a:pt x="526765" y="247010"/>
                  </a:lnTo>
                  <a:lnTo>
                    <a:pt x="526770" y="242823"/>
                  </a:lnTo>
                  <a:lnTo>
                    <a:pt x="526775" y="238636"/>
                  </a:lnTo>
                  <a:lnTo>
                    <a:pt x="526780" y="234450"/>
                  </a:lnTo>
                  <a:lnTo>
                    <a:pt x="526785" y="230263"/>
                  </a:lnTo>
                  <a:lnTo>
                    <a:pt x="526791" y="226077"/>
                  </a:lnTo>
                  <a:lnTo>
                    <a:pt x="526796" y="221890"/>
                  </a:lnTo>
                  <a:lnTo>
                    <a:pt x="526802" y="217703"/>
                  </a:lnTo>
                  <a:lnTo>
                    <a:pt x="526808" y="213517"/>
                  </a:lnTo>
                  <a:lnTo>
                    <a:pt x="526814" y="209330"/>
                  </a:lnTo>
                  <a:lnTo>
                    <a:pt x="526819" y="205144"/>
                  </a:lnTo>
                  <a:lnTo>
                    <a:pt x="526825" y="200957"/>
                  </a:lnTo>
                  <a:lnTo>
                    <a:pt x="526831" y="196770"/>
                  </a:lnTo>
                  <a:lnTo>
                    <a:pt x="526837" y="192584"/>
                  </a:lnTo>
                  <a:lnTo>
                    <a:pt x="526843" y="188397"/>
                  </a:lnTo>
                  <a:lnTo>
                    <a:pt x="526849" y="184211"/>
                  </a:lnTo>
                  <a:lnTo>
                    <a:pt x="526855" y="180024"/>
                  </a:lnTo>
                  <a:lnTo>
                    <a:pt x="526861" y="175837"/>
                  </a:lnTo>
                  <a:lnTo>
                    <a:pt x="526867" y="171651"/>
                  </a:lnTo>
                  <a:lnTo>
                    <a:pt x="526873" y="167464"/>
                  </a:lnTo>
                  <a:lnTo>
                    <a:pt x="526878" y="163277"/>
                  </a:lnTo>
                  <a:lnTo>
                    <a:pt x="526884" y="159091"/>
                  </a:lnTo>
                  <a:lnTo>
                    <a:pt x="526889" y="154904"/>
                  </a:lnTo>
                  <a:lnTo>
                    <a:pt x="526895" y="150718"/>
                  </a:lnTo>
                  <a:lnTo>
                    <a:pt x="526900" y="146531"/>
                  </a:lnTo>
                  <a:lnTo>
                    <a:pt x="526905" y="142344"/>
                  </a:lnTo>
                  <a:lnTo>
                    <a:pt x="526910" y="138158"/>
                  </a:lnTo>
                  <a:lnTo>
                    <a:pt x="526915" y="133971"/>
                  </a:lnTo>
                  <a:lnTo>
                    <a:pt x="526920" y="129785"/>
                  </a:lnTo>
                  <a:lnTo>
                    <a:pt x="526924" y="125598"/>
                  </a:lnTo>
                  <a:lnTo>
                    <a:pt x="526929" y="121411"/>
                  </a:lnTo>
                  <a:lnTo>
                    <a:pt x="526933" y="117225"/>
                  </a:lnTo>
                  <a:lnTo>
                    <a:pt x="526938" y="113038"/>
                  </a:lnTo>
                  <a:lnTo>
                    <a:pt x="526942" y="108851"/>
                  </a:lnTo>
                  <a:lnTo>
                    <a:pt x="526946" y="104665"/>
                  </a:lnTo>
                  <a:lnTo>
                    <a:pt x="526950" y="100478"/>
                  </a:lnTo>
                  <a:lnTo>
                    <a:pt x="526953" y="96292"/>
                  </a:lnTo>
                  <a:lnTo>
                    <a:pt x="526957" y="92105"/>
                  </a:lnTo>
                  <a:lnTo>
                    <a:pt x="526960" y="87918"/>
                  </a:lnTo>
                  <a:lnTo>
                    <a:pt x="526963" y="83732"/>
                  </a:lnTo>
                  <a:lnTo>
                    <a:pt x="526966" y="79545"/>
                  </a:lnTo>
                  <a:lnTo>
                    <a:pt x="526968" y="75359"/>
                  </a:lnTo>
                  <a:lnTo>
                    <a:pt x="526970" y="71172"/>
                  </a:lnTo>
                  <a:lnTo>
                    <a:pt x="526973" y="66985"/>
                  </a:lnTo>
                  <a:lnTo>
                    <a:pt x="526974" y="62799"/>
                  </a:lnTo>
                  <a:lnTo>
                    <a:pt x="526976" y="58612"/>
                  </a:lnTo>
                  <a:lnTo>
                    <a:pt x="526978" y="54425"/>
                  </a:lnTo>
                  <a:lnTo>
                    <a:pt x="526979" y="50239"/>
                  </a:lnTo>
                  <a:lnTo>
                    <a:pt x="526980" y="46052"/>
                  </a:lnTo>
                  <a:lnTo>
                    <a:pt x="526981" y="41866"/>
                  </a:lnTo>
                  <a:lnTo>
                    <a:pt x="526982" y="37679"/>
                  </a:lnTo>
                  <a:lnTo>
                    <a:pt x="526983" y="33492"/>
                  </a:lnTo>
                  <a:lnTo>
                    <a:pt x="526983" y="29306"/>
                  </a:lnTo>
                  <a:lnTo>
                    <a:pt x="526984" y="25119"/>
                  </a:lnTo>
                  <a:lnTo>
                    <a:pt x="526984" y="20933"/>
                  </a:lnTo>
                  <a:lnTo>
                    <a:pt x="526985" y="16746"/>
                  </a:lnTo>
                  <a:lnTo>
                    <a:pt x="526985" y="12559"/>
                  </a:lnTo>
                  <a:lnTo>
                    <a:pt x="526985" y="8373"/>
                  </a:lnTo>
                  <a:lnTo>
                    <a:pt x="526986" y="4186"/>
                  </a:lnTo>
                  <a:lnTo>
                    <a:pt x="526987" y="0"/>
                  </a:lnTo>
                  <a:lnTo>
                    <a:pt x="526987" y="4186"/>
                  </a:lnTo>
                  <a:lnTo>
                    <a:pt x="526987" y="8373"/>
                  </a:lnTo>
                  <a:lnTo>
                    <a:pt x="526988" y="12559"/>
                  </a:lnTo>
                  <a:lnTo>
                    <a:pt x="526988" y="16746"/>
                  </a:lnTo>
                  <a:lnTo>
                    <a:pt x="526988" y="20933"/>
                  </a:lnTo>
                  <a:lnTo>
                    <a:pt x="526989" y="25119"/>
                  </a:lnTo>
                  <a:lnTo>
                    <a:pt x="526989" y="29306"/>
                  </a:lnTo>
                  <a:lnTo>
                    <a:pt x="526990" y="33492"/>
                  </a:lnTo>
                  <a:lnTo>
                    <a:pt x="526991" y="37679"/>
                  </a:lnTo>
                  <a:lnTo>
                    <a:pt x="526991" y="41866"/>
                  </a:lnTo>
                  <a:lnTo>
                    <a:pt x="526993" y="46052"/>
                  </a:lnTo>
                  <a:lnTo>
                    <a:pt x="526994" y="50239"/>
                  </a:lnTo>
                  <a:lnTo>
                    <a:pt x="526995" y="54425"/>
                  </a:lnTo>
                  <a:lnTo>
                    <a:pt x="526997" y="58612"/>
                  </a:lnTo>
                  <a:lnTo>
                    <a:pt x="526998" y="62799"/>
                  </a:lnTo>
                  <a:lnTo>
                    <a:pt x="527000" y="66985"/>
                  </a:lnTo>
                  <a:lnTo>
                    <a:pt x="527002" y="71172"/>
                  </a:lnTo>
                  <a:lnTo>
                    <a:pt x="527005" y="75359"/>
                  </a:lnTo>
                  <a:lnTo>
                    <a:pt x="527007" y="79545"/>
                  </a:lnTo>
                  <a:lnTo>
                    <a:pt x="527010" y="83732"/>
                  </a:lnTo>
                  <a:lnTo>
                    <a:pt x="527013" y="87918"/>
                  </a:lnTo>
                  <a:lnTo>
                    <a:pt x="527016" y="92105"/>
                  </a:lnTo>
                  <a:lnTo>
                    <a:pt x="527019" y="96292"/>
                  </a:lnTo>
                  <a:lnTo>
                    <a:pt x="527023" y="100478"/>
                  </a:lnTo>
                  <a:lnTo>
                    <a:pt x="527027" y="104665"/>
                  </a:lnTo>
                  <a:lnTo>
                    <a:pt x="527031" y="108851"/>
                  </a:lnTo>
                  <a:lnTo>
                    <a:pt x="527035" y="113038"/>
                  </a:lnTo>
                  <a:lnTo>
                    <a:pt x="527039" y="117225"/>
                  </a:lnTo>
                  <a:lnTo>
                    <a:pt x="527044" y="121411"/>
                  </a:lnTo>
                  <a:lnTo>
                    <a:pt x="527048" y="125598"/>
                  </a:lnTo>
                  <a:lnTo>
                    <a:pt x="527053" y="129785"/>
                  </a:lnTo>
                  <a:lnTo>
                    <a:pt x="527058" y="133971"/>
                  </a:lnTo>
                  <a:lnTo>
                    <a:pt x="527063" y="138158"/>
                  </a:lnTo>
                  <a:lnTo>
                    <a:pt x="527068" y="142344"/>
                  </a:lnTo>
                  <a:lnTo>
                    <a:pt x="527073" y="146531"/>
                  </a:lnTo>
                  <a:lnTo>
                    <a:pt x="527078" y="150718"/>
                  </a:lnTo>
                  <a:lnTo>
                    <a:pt x="527084" y="154904"/>
                  </a:lnTo>
                  <a:lnTo>
                    <a:pt x="527089" y="159091"/>
                  </a:lnTo>
                  <a:lnTo>
                    <a:pt x="527094" y="163277"/>
                  </a:lnTo>
                  <a:lnTo>
                    <a:pt x="527100" y="167464"/>
                  </a:lnTo>
                  <a:lnTo>
                    <a:pt x="527106" y="171651"/>
                  </a:lnTo>
                  <a:lnTo>
                    <a:pt x="527112" y="175837"/>
                  </a:lnTo>
                  <a:lnTo>
                    <a:pt x="527117" y="180024"/>
                  </a:lnTo>
                  <a:lnTo>
                    <a:pt x="527123" y="184211"/>
                  </a:lnTo>
                  <a:lnTo>
                    <a:pt x="527129" y="188397"/>
                  </a:lnTo>
                  <a:lnTo>
                    <a:pt x="527135" y="192584"/>
                  </a:lnTo>
                  <a:lnTo>
                    <a:pt x="527141" y="196770"/>
                  </a:lnTo>
                  <a:lnTo>
                    <a:pt x="527147" y="200957"/>
                  </a:lnTo>
                  <a:lnTo>
                    <a:pt x="527153" y="205144"/>
                  </a:lnTo>
                  <a:lnTo>
                    <a:pt x="527159" y="209330"/>
                  </a:lnTo>
                  <a:lnTo>
                    <a:pt x="527165" y="213517"/>
                  </a:lnTo>
                  <a:lnTo>
                    <a:pt x="527171" y="217703"/>
                  </a:lnTo>
                  <a:lnTo>
                    <a:pt x="527176" y="221890"/>
                  </a:lnTo>
                  <a:lnTo>
                    <a:pt x="527182" y="226077"/>
                  </a:lnTo>
                  <a:lnTo>
                    <a:pt x="527187" y="230263"/>
                  </a:lnTo>
                  <a:lnTo>
                    <a:pt x="527193" y="234450"/>
                  </a:lnTo>
                  <a:lnTo>
                    <a:pt x="527198" y="238636"/>
                  </a:lnTo>
                  <a:lnTo>
                    <a:pt x="527203" y="242823"/>
                  </a:lnTo>
                  <a:lnTo>
                    <a:pt x="527208" y="247010"/>
                  </a:lnTo>
                  <a:lnTo>
                    <a:pt x="527212" y="251196"/>
                  </a:lnTo>
                  <a:lnTo>
                    <a:pt x="527217" y="255383"/>
                  </a:lnTo>
                  <a:lnTo>
                    <a:pt x="527222" y="259570"/>
                  </a:lnTo>
                  <a:lnTo>
                    <a:pt x="527226" y="263756"/>
                  </a:lnTo>
                  <a:lnTo>
                    <a:pt x="527230" y="267943"/>
                  </a:lnTo>
                  <a:lnTo>
                    <a:pt x="527235" y="272129"/>
                  </a:lnTo>
                  <a:lnTo>
                    <a:pt x="527239" y="276316"/>
                  </a:lnTo>
                  <a:lnTo>
                    <a:pt x="527243" y="280503"/>
                  </a:lnTo>
                  <a:lnTo>
                    <a:pt x="527247" y="284689"/>
                  </a:lnTo>
                  <a:lnTo>
                    <a:pt x="527250" y="288876"/>
                  </a:lnTo>
                  <a:lnTo>
                    <a:pt x="527254" y="293062"/>
                  </a:lnTo>
                  <a:lnTo>
                    <a:pt x="527258" y="297249"/>
                  </a:lnTo>
                  <a:lnTo>
                    <a:pt x="527261" y="301436"/>
                  </a:lnTo>
                  <a:lnTo>
                    <a:pt x="527264" y="305622"/>
                  </a:lnTo>
                  <a:lnTo>
                    <a:pt x="527267" y="309809"/>
                  </a:lnTo>
                  <a:lnTo>
                    <a:pt x="527270" y="313996"/>
                  </a:lnTo>
                  <a:lnTo>
                    <a:pt x="527273" y="318182"/>
                  </a:lnTo>
                  <a:lnTo>
                    <a:pt x="527276" y="322369"/>
                  </a:lnTo>
                  <a:lnTo>
                    <a:pt x="527279" y="326555"/>
                  </a:lnTo>
                  <a:lnTo>
                    <a:pt x="527282" y="330742"/>
                  </a:lnTo>
                  <a:lnTo>
                    <a:pt x="527286" y="334929"/>
                  </a:lnTo>
                  <a:lnTo>
                    <a:pt x="527290" y="339115"/>
                  </a:lnTo>
                  <a:lnTo>
                    <a:pt x="527295" y="343302"/>
                  </a:lnTo>
                  <a:lnTo>
                    <a:pt x="527301" y="347488"/>
                  </a:lnTo>
                  <a:lnTo>
                    <a:pt x="527308" y="351675"/>
                  </a:lnTo>
                  <a:lnTo>
                    <a:pt x="527316" y="355862"/>
                  </a:lnTo>
                  <a:lnTo>
                    <a:pt x="527325" y="360048"/>
                  </a:lnTo>
                  <a:lnTo>
                    <a:pt x="527336" y="364235"/>
                  </a:lnTo>
                  <a:lnTo>
                    <a:pt x="527349" y="368422"/>
                  </a:lnTo>
                  <a:lnTo>
                    <a:pt x="527363" y="372608"/>
                  </a:lnTo>
                  <a:lnTo>
                    <a:pt x="527380" y="376795"/>
                  </a:lnTo>
                  <a:lnTo>
                    <a:pt x="527398" y="380981"/>
                  </a:lnTo>
                  <a:lnTo>
                    <a:pt x="527417" y="385168"/>
                  </a:lnTo>
                  <a:lnTo>
                    <a:pt x="527439" y="389355"/>
                  </a:lnTo>
                  <a:lnTo>
                    <a:pt x="527462" y="393541"/>
                  </a:lnTo>
                  <a:lnTo>
                    <a:pt x="527487" y="397728"/>
                  </a:lnTo>
                  <a:lnTo>
                    <a:pt x="527512" y="401914"/>
                  </a:lnTo>
                  <a:lnTo>
                    <a:pt x="527539" y="406101"/>
                  </a:lnTo>
                  <a:lnTo>
                    <a:pt x="527566" y="410288"/>
                  </a:lnTo>
                  <a:lnTo>
                    <a:pt x="527594" y="414474"/>
                  </a:lnTo>
                  <a:lnTo>
                    <a:pt x="527622" y="418661"/>
                  </a:lnTo>
                  <a:lnTo>
                    <a:pt x="527650" y="422847"/>
                  </a:lnTo>
                  <a:lnTo>
                    <a:pt x="527678" y="427034"/>
                  </a:lnTo>
                  <a:lnTo>
                    <a:pt x="527705" y="431221"/>
                  </a:lnTo>
                  <a:lnTo>
                    <a:pt x="527731" y="435407"/>
                  </a:lnTo>
                  <a:lnTo>
                    <a:pt x="527756" y="439594"/>
                  </a:lnTo>
                  <a:lnTo>
                    <a:pt x="527780" y="443781"/>
                  </a:lnTo>
                  <a:lnTo>
                    <a:pt x="527802" y="447967"/>
                  </a:lnTo>
                  <a:lnTo>
                    <a:pt x="527824" y="452154"/>
                  </a:lnTo>
                  <a:lnTo>
                    <a:pt x="527844" y="456340"/>
                  </a:lnTo>
                  <a:lnTo>
                    <a:pt x="527863" y="460527"/>
                  </a:lnTo>
                  <a:lnTo>
                    <a:pt x="527881" y="464714"/>
                  </a:lnTo>
                  <a:lnTo>
                    <a:pt x="527898" y="468900"/>
                  </a:lnTo>
                  <a:lnTo>
                    <a:pt x="527915" y="473087"/>
                  </a:lnTo>
                  <a:lnTo>
                    <a:pt x="527931" y="477273"/>
                  </a:lnTo>
                  <a:lnTo>
                    <a:pt x="527948" y="481460"/>
                  </a:lnTo>
                  <a:lnTo>
                    <a:pt x="527965" y="485647"/>
                  </a:lnTo>
                  <a:lnTo>
                    <a:pt x="527983" y="489833"/>
                  </a:lnTo>
                  <a:lnTo>
                    <a:pt x="528003" y="494020"/>
                  </a:lnTo>
                  <a:lnTo>
                    <a:pt x="528025" y="498207"/>
                  </a:lnTo>
                  <a:lnTo>
                    <a:pt x="528050" y="502393"/>
                  </a:lnTo>
                  <a:lnTo>
                    <a:pt x="528078" y="506580"/>
                  </a:lnTo>
                  <a:lnTo>
                    <a:pt x="528110" y="510766"/>
                  </a:lnTo>
                  <a:lnTo>
                    <a:pt x="528146" y="514953"/>
                  </a:lnTo>
                  <a:lnTo>
                    <a:pt x="528188" y="519140"/>
                  </a:lnTo>
                  <a:lnTo>
                    <a:pt x="528236" y="523326"/>
                  </a:lnTo>
                  <a:lnTo>
                    <a:pt x="528290" y="527513"/>
                  </a:lnTo>
                  <a:lnTo>
                    <a:pt x="528351" y="531699"/>
                  </a:lnTo>
                  <a:lnTo>
                    <a:pt x="528420" y="535886"/>
                  </a:lnTo>
                  <a:lnTo>
                    <a:pt x="528496" y="540073"/>
                  </a:lnTo>
                  <a:lnTo>
                    <a:pt x="528580" y="544259"/>
                  </a:lnTo>
                  <a:lnTo>
                    <a:pt x="528675" y="548446"/>
                  </a:lnTo>
                  <a:lnTo>
                    <a:pt x="528777" y="552633"/>
                  </a:lnTo>
                  <a:lnTo>
                    <a:pt x="528889" y="556819"/>
                  </a:lnTo>
                  <a:lnTo>
                    <a:pt x="529009" y="561006"/>
                  </a:lnTo>
                  <a:lnTo>
                    <a:pt x="529138" y="565192"/>
                  </a:lnTo>
                  <a:lnTo>
                    <a:pt x="529275" y="569379"/>
                  </a:lnTo>
                  <a:lnTo>
                    <a:pt x="529423" y="573566"/>
                  </a:lnTo>
                  <a:lnTo>
                    <a:pt x="529578" y="577752"/>
                  </a:lnTo>
                  <a:lnTo>
                    <a:pt x="529740" y="581939"/>
                  </a:lnTo>
                  <a:lnTo>
                    <a:pt x="529909" y="586125"/>
                  </a:lnTo>
                  <a:lnTo>
                    <a:pt x="530083" y="590312"/>
                  </a:lnTo>
                  <a:lnTo>
                    <a:pt x="530264" y="594499"/>
                  </a:lnTo>
                  <a:lnTo>
                    <a:pt x="530449" y="598685"/>
                  </a:lnTo>
                  <a:lnTo>
                    <a:pt x="530639" y="602872"/>
                  </a:lnTo>
                  <a:lnTo>
                    <a:pt x="530832" y="607058"/>
                  </a:lnTo>
                  <a:lnTo>
                    <a:pt x="531027" y="611245"/>
                  </a:lnTo>
                  <a:lnTo>
                    <a:pt x="531224" y="615432"/>
                  </a:lnTo>
                  <a:lnTo>
                    <a:pt x="531422" y="619618"/>
                  </a:lnTo>
                  <a:lnTo>
                    <a:pt x="531621" y="623805"/>
                  </a:lnTo>
                  <a:lnTo>
                    <a:pt x="531819" y="627992"/>
                  </a:lnTo>
                  <a:lnTo>
                    <a:pt x="532017" y="632178"/>
                  </a:lnTo>
                  <a:lnTo>
                    <a:pt x="532214" y="636365"/>
                  </a:lnTo>
                  <a:lnTo>
                    <a:pt x="532410" y="640551"/>
                  </a:lnTo>
                  <a:lnTo>
                    <a:pt x="532604" y="644738"/>
                  </a:lnTo>
                  <a:lnTo>
                    <a:pt x="532797" y="648925"/>
                  </a:lnTo>
                  <a:lnTo>
                    <a:pt x="532988" y="653111"/>
                  </a:lnTo>
                  <a:lnTo>
                    <a:pt x="533176" y="657298"/>
                  </a:lnTo>
                  <a:lnTo>
                    <a:pt x="533362" y="661484"/>
                  </a:lnTo>
                  <a:lnTo>
                    <a:pt x="533547" y="665671"/>
                  </a:lnTo>
                  <a:lnTo>
                    <a:pt x="533729" y="669858"/>
                  </a:lnTo>
                  <a:lnTo>
                    <a:pt x="533909" y="674044"/>
                  </a:lnTo>
                  <a:lnTo>
                    <a:pt x="534086" y="678231"/>
                  </a:lnTo>
                  <a:lnTo>
                    <a:pt x="534261" y="682418"/>
                  </a:lnTo>
                  <a:lnTo>
                    <a:pt x="534434" y="686604"/>
                  </a:lnTo>
                  <a:lnTo>
                    <a:pt x="534604" y="690791"/>
                  </a:lnTo>
                  <a:lnTo>
                    <a:pt x="534772" y="694977"/>
                  </a:lnTo>
                  <a:lnTo>
                    <a:pt x="534938" y="699164"/>
                  </a:lnTo>
                  <a:lnTo>
                    <a:pt x="535101" y="703351"/>
                  </a:lnTo>
                  <a:lnTo>
                    <a:pt x="535261" y="707537"/>
                  </a:lnTo>
                  <a:lnTo>
                    <a:pt x="535420" y="711724"/>
                  </a:lnTo>
                  <a:lnTo>
                    <a:pt x="535577" y="715910"/>
                  </a:lnTo>
                  <a:lnTo>
                    <a:pt x="535732" y="720097"/>
                  </a:lnTo>
                  <a:lnTo>
                    <a:pt x="535886" y="724284"/>
                  </a:lnTo>
                  <a:lnTo>
                    <a:pt x="536039" y="728470"/>
                  </a:lnTo>
                  <a:lnTo>
                    <a:pt x="536191" y="732657"/>
                  </a:lnTo>
                  <a:lnTo>
                    <a:pt x="536344" y="736844"/>
                  </a:lnTo>
                  <a:lnTo>
                    <a:pt x="536497" y="741030"/>
                  </a:lnTo>
                  <a:lnTo>
                    <a:pt x="536652" y="745217"/>
                  </a:lnTo>
                  <a:lnTo>
                    <a:pt x="536809" y="749403"/>
                  </a:lnTo>
                  <a:lnTo>
                    <a:pt x="536969" y="753590"/>
                  </a:lnTo>
                  <a:lnTo>
                    <a:pt x="537135" y="757777"/>
                  </a:lnTo>
                  <a:lnTo>
                    <a:pt x="537305" y="761963"/>
                  </a:lnTo>
                  <a:lnTo>
                    <a:pt x="537482" y="766150"/>
                  </a:lnTo>
                  <a:lnTo>
                    <a:pt x="537665" y="770336"/>
                  </a:lnTo>
                  <a:lnTo>
                    <a:pt x="537857" y="774523"/>
                  </a:lnTo>
                  <a:lnTo>
                    <a:pt x="538057" y="778710"/>
                  </a:lnTo>
                  <a:lnTo>
                    <a:pt x="538268" y="782896"/>
                  </a:lnTo>
                  <a:lnTo>
                    <a:pt x="538491" y="787083"/>
                  </a:lnTo>
                  <a:lnTo>
                    <a:pt x="538725" y="791269"/>
                  </a:lnTo>
                  <a:lnTo>
                    <a:pt x="538971" y="795456"/>
                  </a:lnTo>
                  <a:lnTo>
                    <a:pt x="539230" y="799643"/>
                  </a:lnTo>
                  <a:lnTo>
                    <a:pt x="539503" y="803829"/>
                  </a:lnTo>
                  <a:lnTo>
                    <a:pt x="539789" y="808016"/>
                  </a:lnTo>
                  <a:lnTo>
                    <a:pt x="540093" y="812203"/>
                  </a:lnTo>
                  <a:lnTo>
                    <a:pt x="540410" y="816389"/>
                  </a:lnTo>
                  <a:lnTo>
                    <a:pt x="540743" y="820576"/>
                  </a:lnTo>
                  <a:lnTo>
                    <a:pt x="541090" y="824762"/>
                  </a:lnTo>
                  <a:lnTo>
                    <a:pt x="541453" y="828949"/>
                  </a:lnTo>
                  <a:lnTo>
                    <a:pt x="541831" y="833136"/>
                  </a:lnTo>
                  <a:lnTo>
                    <a:pt x="542228" y="837322"/>
                  </a:lnTo>
                  <a:lnTo>
                    <a:pt x="542641" y="841509"/>
                  </a:lnTo>
                  <a:lnTo>
                    <a:pt x="543069" y="845695"/>
                  </a:lnTo>
                  <a:lnTo>
                    <a:pt x="543513" y="849882"/>
                  </a:lnTo>
                  <a:lnTo>
                    <a:pt x="543973" y="854069"/>
                  </a:lnTo>
                  <a:lnTo>
                    <a:pt x="544449" y="858255"/>
                  </a:lnTo>
                  <a:lnTo>
                    <a:pt x="544945" y="862442"/>
                  </a:lnTo>
                  <a:lnTo>
                    <a:pt x="545458" y="866629"/>
                  </a:lnTo>
                  <a:lnTo>
                    <a:pt x="545987" y="870815"/>
                  </a:lnTo>
                  <a:lnTo>
                    <a:pt x="546534" y="875002"/>
                  </a:lnTo>
                  <a:lnTo>
                    <a:pt x="547098" y="879188"/>
                  </a:lnTo>
                  <a:lnTo>
                    <a:pt x="547680" y="883375"/>
                  </a:lnTo>
                  <a:lnTo>
                    <a:pt x="548283" y="887562"/>
                  </a:lnTo>
                  <a:lnTo>
                    <a:pt x="548905" y="891748"/>
                  </a:lnTo>
                  <a:lnTo>
                    <a:pt x="549547" y="895935"/>
                  </a:lnTo>
                  <a:lnTo>
                    <a:pt x="550208" y="900121"/>
                  </a:lnTo>
                  <a:lnTo>
                    <a:pt x="550888" y="904308"/>
                  </a:lnTo>
                  <a:lnTo>
                    <a:pt x="551587" y="908495"/>
                  </a:lnTo>
                  <a:lnTo>
                    <a:pt x="552307" y="912681"/>
                  </a:lnTo>
                  <a:lnTo>
                    <a:pt x="553049" y="916868"/>
                  </a:lnTo>
                  <a:lnTo>
                    <a:pt x="553810" y="921055"/>
                  </a:lnTo>
                  <a:lnTo>
                    <a:pt x="554589" y="925241"/>
                  </a:lnTo>
                  <a:lnTo>
                    <a:pt x="555386" y="929428"/>
                  </a:lnTo>
                  <a:lnTo>
                    <a:pt x="556199" y="933614"/>
                  </a:lnTo>
                  <a:lnTo>
                    <a:pt x="557028" y="937801"/>
                  </a:lnTo>
                  <a:lnTo>
                    <a:pt x="557873" y="941988"/>
                  </a:lnTo>
                  <a:lnTo>
                    <a:pt x="558731" y="946174"/>
                  </a:lnTo>
                  <a:lnTo>
                    <a:pt x="559597" y="950361"/>
                  </a:lnTo>
                  <a:lnTo>
                    <a:pt x="560472" y="954547"/>
                  </a:lnTo>
                  <a:lnTo>
                    <a:pt x="561351" y="958734"/>
                  </a:lnTo>
                  <a:lnTo>
                    <a:pt x="562233" y="962921"/>
                  </a:lnTo>
                  <a:lnTo>
                    <a:pt x="563115" y="967107"/>
                  </a:lnTo>
                  <a:lnTo>
                    <a:pt x="563993" y="971294"/>
                  </a:lnTo>
                  <a:lnTo>
                    <a:pt x="564865" y="975480"/>
                  </a:lnTo>
                  <a:lnTo>
                    <a:pt x="565727" y="979667"/>
                  </a:lnTo>
                  <a:lnTo>
                    <a:pt x="566578" y="983854"/>
                  </a:lnTo>
                  <a:lnTo>
                    <a:pt x="567414" y="988040"/>
                  </a:lnTo>
                  <a:lnTo>
                    <a:pt x="568231" y="992227"/>
                  </a:lnTo>
                  <a:lnTo>
                    <a:pt x="569026" y="996414"/>
                  </a:lnTo>
                  <a:lnTo>
                    <a:pt x="569799" y="1000600"/>
                  </a:lnTo>
                  <a:lnTo>
                    <a:pt x="570548" y="1004787"/>
                  </a:lnTo>
                  <a:lnTo>
                    <a:pt x="571272" y="1008973"/>
                  </a:lnTo>
                  <a:lnTo>
                    <a:pt x="571971" y="1013160"/>
                  </a:lnTo>
                  <a:lnTo>
                    <a:pt x="572642" y="1017347"/>
                  </a:lnTo>
                  <a:lnTo>
                    <a:pt x="573280" y="1021533"/>
                  </a:lnTo>
                  <a:lnTo>
                    <a:pt x="573890" y="1025720"/>
                  </a:lnTo>
                  <a:lnTo>
                    <a:pt x="574473" y="1029906"/>
                  </a:lnTo>
                  <a:lnTo>
                    <a:pt x="575030" y="1034093"/>
                  </a:lnTo>
                  <a:lnTo>
                    <a:pt x="575561" y="1038280"/>
                  </a:lnTo>
                  <a:lnTo>
                    <a:pt x="576067" y="1042466"/>
                  </a:lnTo>
                  <a:lnTo>
                    <a:pt x="576545" y="1046653"/>
                  </a:lnTo>
                  <a:lnTo>
                    <a:pt x="577000" y="1050840"/>
                  </a:lnTo>
                  <a:lnTo>
                    <a:pt x="577434" y="1055026"/>
                  </a:lnTo>
                  <a:lnTo>
                    <a:pt x="577849" y="1059213"/>
                  </a:lnTo>
                  <a:lnTo>
                    <a:pt x="578245" y="1063399"/>
                  </a:lnTo>
                  <a:lnTo>
                    <a:pt x="578626" y="1067586"/>
                  </a:lnTo>
                  <a:lnTo>
                    <a:pt x="578990" y="1071773"/>
                  </a:lnTo>
                  <a:lnTo>
                    <a:pt x="579339" y="1075959"/>
                  </a:lnTo>
                  <a:lnTo>
                    <a:pt x="579676" y="1080146"/>
                  </a:lnTo>
                  <a:lnTo>
                    <a:pt x="580002" y="1084332"/>
                  </a:lnTo>
                  <a:lnTo>
                    <a:pt x="580319" y="1088519"/>
                  </a:lnTo>
                  <a:lnTo>
                    <a:pt x="580627" y="1092706"/>
                  </a:lnTo>
                  <a:lnTo>
                    <a:pt x="580927" y="1096892"/>
                  </a:lnTo>
                  <a:lnTo>
                    <a:pt x="581219" y="1101079"/>
                  </a:lnTo>
                  <a:lnTo>
                    <a:pt x="581505" y="1105266"/>
                  </a:lnTo>
                  <a:lnTo>
                    <a:pt x="581785" y="1109452"/>
                  </a:lnTo>
                  <a:lnTo>
                    <a:pt x="582060" y="1113639"/>
                  </a:lnTo>
                  <a:lnTo>
                    <a:pt x="582329" y="1117825"/>
                  </a:lnTo>
                  <a:lnTo>
                    <a:pt x="582594" y="1122012"/>
                  </a:lnTo>
                  <a:lnTo>
                    <a:pt x="582852" y="1126199"/>
                  </a:lnTo>
                  <a:lnTo>
                    <a:pt x="583105" y="1130385"/>
                  </a:lnTo>
                  <a:lnTo>
                    <a:pt x="583353" y="1134572"/>
                  </a:lnTo>
                  <a:lnTo>
                    <a:pt x="583596" y="1138758"/>
                  </a:lnTo>
                  <a:lnTo>
                    <a:pt x="583832" y="1142945"/>
                  </a:lnTo>
                  <a:lnTo>
                    <a:pt x="584061" y="1147132"/>
                  </a:lnTo>
                  <a:lnTo>
                    <a:pt x="584283" y="1151318"/>
                  </a:lnTo>
                  <a:lnTo>
                    <a:pt x="584496" y="1155505"/>
                  </a:lnTo>
                  <a:lnTo>
                    <a:pt x="584701" y="1159691"/>
                  </a:lnTo>
                  <a:lnTo>
                    <a:pt x="584897" y="1163878"/>
                  </a:lnTo>
                  <a:lnTo>
                    <a:pt x="585084" y="1168065"/>
                  </a:lnTo>
                  <a:lnTo>
                    <a:pt x="585261" y="1172251"/>
                  </a:lnTo>
                  <a:lnTo>
                    <a:pt x="585428" y="1176438"/>
                  </a:lnTo>
                  <a:lnTo>
                    <a:pt x="585584" y="1180625"/>
                  </a:lnTo>
                  <a:lnTo>
                    <a:pt x="585730" y="1184811"/>
                  </a:lnTo>
                  <a:lnTo>
                    <a:pt x="585867" y="1188998"/>
                  </a:lnTo>
                  <a:lnTo>
                    <a:pt x="585994" y="1193184"/>
                  </a:lnTo>
                  <a:lnTo>
                    <a:pt x="586113" y="1197371"/>
                  </a:lnTo>
                  <a:lnTo>
                    <a:pt x="586225" y="1201558"/>
                  </a:lnTo>
                  <a:lnTo>
                    <a:pt x="586327" y="1205744"/>
                  </a:lnTo>
                  <a:lnTo>
                    <a:pt x="586425" y="1209931"/>
                  </a:lnTo>
                  <a:lnTo>
                    <a:pt x="586518" y="1214117"/>
                  </a:lnTo>
                  <a:lnTo>
                    <a:pt x="586607" y="1218304"/>
                  </a:lnTo>
                  <a:lnTo>
                    <a:pt x="586693" y="1222491"/>
                  </a:lnTo>
                  <a:lnTo>
                    <a:pt x="586779" y="1226677"/>
                  </a:lnTo>
                  <a:lnTo>
                    <a:pt x="586864" y="1230864"/>
                  </a:lnTo>
                  <a:lnTo>
                    <a:pt x="586949" y="1235051"/>
                  </a:lnTo>
                  <a:lnTo>
                    <a:pt x="587037" y="1239237"/>
                  </a:lnTo>
                  <a:lnTo>
                    <a:pt x="587127" y="1243424"/>
                  </a:lnTo>
                  <a:lnTo>
                    <a:pt x="587219" y="1247610"/>
                  </a:lnTo>
                  <a:lnTo>
                    <a:pt x="587314" y="1251797"/>
                  </a:lnTo>
                  <a:lnTo>
                    <a:pt x="587414" y="1255984"/>
                  </a:lnTo>
                  <a:lnTo>
                    <a:pt x="587517" y="1260170"/>
                  </a:lnTo>
                  <a:lnTo>
                    <a:pt x="587624" y="1264357"/>
                  </a:lnTo>
                  <a:lnTo>
                    <a:pt x="587734" y="1268543"/>
                  </a:lnTo>
                  <a:lnTo>
                    <a:pt x="587847" y="1272730"/>
                  </a:lnTo>
                  <a:lnTo>
                    <a:pt x="587964" y="1276917"/>
                  </a:lnTo>
                  <a:lnTo>
                    <a:pt x="588084" y="1281103"/>
                  </a:lnTo>
                  <a:lnTo>
                    <a:pt x="588208" y="1285290"/>
                  </a:lnTo>
                  <a:lnTo>
                    <a:pt x="588335" y="1289477"/>
                  </a:lnTo>
                  <a:lnTo>
                    <a:pt x="588465" y="1293663"/>
                  </a:lnTo>
                  <a:lnTo>
                    <a:pt x="588598" y="1297850"/>
                  </a:lnTo>
                  <a:lnTo>
                    <a:pt x="588734" y="1302036"/>
                  </a:lnTo>
                  <a:lnTo>
                    <a:pt x="588875" y="1306223"/>
                  </a:lnTo>
                  <a:lnTo>
                    <a:pt x="589020" y="1310410"/>
                  </a:lnTo>
                  <a:lnTo>
                    <a:pt x="589170" y="1314596"/>
                  </a:lnTo>
                  <a:lnTo>
                    <a:pt x="589325" y="1318783"/>
                  </a:lnTo>
                  <a:lnTo>
                    <a:pt x="589484" y="1322969"/>
                  </a:lnTo>
                  <a:lnTo>
                    <a:pt x="589649" y="1327156"/>
                  </a:lnTo>
                  <a:lnTo>
                    <a:pt x="589819" y="1331343"/>
                  </a:lnTo>
                  <a:lnTo>
                    <a:pt x="589995" y="1335529"/>
                  </a:lnTo>
                  <a:lnTo>
                    <a:pt x="590175" y="1339716"/>
                  </a:lnTo>
                  <a:lnTo>
                    <a:pt x="590360" y="1343903"/>
                  </a:lnTo>
                  <a:lnTo>
                    <a:pt x="590548" y="1348089"/>
                  </a:lnTo>
                  <a:lnTo>
                    <a:pt x="590737" y="1352276"/>
                  </a:lnTo>
                  <a:lnTo>
                    <a:pt x="590928" y="1356462"/>
                  </a:lnTo>
                  <a:lnTo>
                    <a:pt x="591117" y="1360649"/>
                  </a:lnTo>
                  <a:lnTo>
                    <a:pt x="591254" y="1363724"/>
                  </a:lnTo>
                  <a:lnTo>
                    <a:pt x="591304" y="1364836"/>
                  </a:lnTo>
                  <a:lnTo>
                    <a:pt x="591485" y="1369022"/>
                  </a:lnTo>
                  <a:lnTo>
                    <a:pt x="591659" y="1373209"/>
                  </a:lnTo>
                  <a:lnTo>
                    <a:pt x="591823" y="1377395"/>
                  </a:lnTo>
                  <a:lnTo>
                    <a:pt x="591975" y="1381582"/>
                  </a:lnTo>
                  <a:lnTo>
                    <a:pt x="592114" y="1385769"/>
                  </a:lnTo>
                  <a:lnTo>
                    <a:pt x="592231" y="1389955"/>
                  </a:lnTo>
                  <a:lnTo>
                    <a:pt x="592327" y="1394142"/>
                  </a:lnTo>
                  <a:lnTo>
                    <a:pt x="592401" y="1398328"/>
                  </a:lnTo>
                  <a:lnTo>
                    <a:pt x="592450" y="1402515"/>
                  </a:lnTo>
                  <a:lnTo>
                    <a:pt x="592472" y="1406702"/>
                  </a:lnTo>
                  <a:lnTo>
                    <a:pt x="592464" y="1410888"/>
                  </a:lnTo>
                  <a:lnTo>
                    <a:pt x="592419" y="1415075"/>
                  </a:lnTo>
                  <a:lnTo>
                    <a:pt x="592338" y="1419262"/>
                  </a:lnTo>
                  <a:lnTo>
                    <a:pt x="592220" y="1423448"/>
                  </a:lnTo>
                  <a:lnTo>
                    <a:pt x="592066" y="1427635"/>
                  </a:lnTo>
                  <a:lnTo>
                    <a:pt x="591872" y="1431821"/>
                  </a:lnTo>
                  <a:lnTo>
                    <a:pt x="591639" y="1436008"/>
                  </a:lnTo>
                  <a:lnTo>
                    <a:pt x="591359" y="1440195"/>
                  </a:lnTo>
                  <a:lnTo>
                    <a:pt x="591032" y="1444381"/>
                  </a:lnTo>
                  <a:lnTo>
                    <a:pt x="590662" y="1448568"/>
                  </a:lnTo>
                  <a:lnTo>
                    <a:pt x="590248" y="1452754"/>
                  </a:lnTo>
                  <a:lnTo>
                    <a:pt x="589789" y="1456941"/>
                  </a:lnTo>
                  <a:lnTo>
                    <a:pt x="589286" y="1461128"/>
                  </a:lnTo>
                  <a:lnTo>
                    <a:pt x="588737" y="1465314"/>
                  </a:lnTo>
                  <a:lnTo>
                    <a:pt x="588134" y="1469501"/>
                  </a:lnTo>
                  <a:lnTo>
                    <a:pt x="587488" y="1473688"/>
                  </a:lnTo>
                  <a:lnTo>
                    <a:pt x="586797" y="1477874"/>
                  </a:lnTo>
                  <a:lnTo>
                    <a:pt x="586063" y="1482061"/>
                  </a:lnTo>
                  <a:lnTo>
                    <a:pt x="585286" y="1486247"/>
                  </a:lnTo>
                  <a:lnTo>
                    <a:pt x="584468" y="1490434"/>
                  </a:lnTo>
                  <a:lnTo>
                    <a:pt x="583600" y="1494621"/>
                  </a:lnTo>
                  <a:lnTo>
                    <a:pt x="582693" y="1498807"/>
                  </a:lnTo>
                  <a:lnTo>
                    <a:pt x="581748" y="1502994"/>
                  </a:lnTo>
                  <a:lnTo>
                    <a:pt x="580768" y="1507180"/>
                  </a:lnTo>
                  <a:lnTo>
                    <a:pt x="579754" y="1511367"/>
                  </a:lnTo>
                  <a:lnTo>
                    <a:pt x="578708" y="1515554"/>
                  </a:lnTo>
                  <a:lnTo>
                    <a:pt x="577628" y="1519740"/>
                  </a:lnTo>
                  <a:lnTo>
                    <a:pt x="576519" y="1523927"/>
                  </a:lnTo>
                  <a:lnTo>
                    <a:pt x="575387" y="1528114"/>
                  </a:lnTo>
                  <a:lnTo>
                    <a:pt x="574233" y="1532300"/>
                  </a:lnTo>
                  <a:lnTo>
                    <a:pt x="573062" y="1536487"/>
                  </a:lnTo>
                  <a:lnTo>
                    <a:pt x="571874" y="1540673"/>
                  </a:lnTo>
                  <a:lnTo>
                    <a:pt x="570673" y="1544860"/>
                  </a:lnTo>
                  <a:lnTo>
                    <a:pt x="569461" y="1549047"/>
                  </a:lnTo>
                  <a:lnTo>
                    <a:pt x="568244" y="1553233"/>
                  </a:lnTo>
                  <a:lnTo>
                    <a:pt x="567024" y="1557420"/>
                  </a:lnTo>
                  <a:lnTo>
                    <a:pt x="565803" y="1561606"/>
                  </a:lnTo>
                  <a:lnTo>
                    <a:pt x="564585" y="1565793"/>
                  </a:lnTo>
                  <a:lnTo>
                    <a:pt x="563372" y="1569980"/>
                  </a:lnTo>
                  <a:lnTo>
                    <a:pt x="562168" y="1574166"/>
                  </a:lnTo>
                  <a:lnTo>
                    <a:pt x="560975" y="1578353"/>
                  </a:lnTo>
                  <a:lnTo>
                    <a:pt x="559795" y="1582539"/>
                  </a:lnTo>
                  <a:lnTo>
                    <a:pt x="558628" y="1586726"/>
                  </a:lnTo>
                  <a:lnTo>
                    <a:pt x="557478" y="1590913"/>
                  </a:lnTo>
                  <a:lnTo>
                    <a:pt x="556344" y="1595099"/>
                  </a:lnTo>
                  <a:lnTo>
                    <a:pt x="555233" y="1599286"/>
                  </a:lnTo>
                  <a:lnTo>
                    <a:pt x="554144" y="1603473"/>
                  </a:lnTo>
                  <a:lnTo>
                    <a:pt x="553075" y="1607659"/>
                  </a:lnTo>
                  <a:lnTo>
                    <a:pt x="552029" y="1611846"/>
                  </a:lnTo>
                  <a:lnTo>
                    <a:pt x="551005" y="1616032"/>
                  </a:lnTo>
                  <a:lnTo>
                    <a:pt x="550005" y="1620219"/>
                  </a:lnTo>
                  <a:lnTo>
                    <a:pt x="549032" y="1624406"/>
                  </a:lnTo>
                  <a:lnTo>
                    <a:pt x="548086" y="1628592"/>
                  </a:lnTo>
                  <a:lnTo>
                    <a:pt x="547164" y="1632779"/>
                  </a:lnTo>
                  <a:lnTo>
                    <a:pt x="546268" y="1636965"/>
                  </a:lnTo>
                  <a:lnTo>
                    <a:pt x="545398" y="1641152"/>
                  </a:lnTo>
                  <a:lnTo>
                    <a:pt x="544553" y="1645339"/>
                  </a:lnTo>
                  <a:lnTo>
                    <a:pt x="543735" y="1649525"/>
                  </a:lnTo>
                  <a:lnTo>
                    <a:pt x="542949" y="1653712"/>
                  </a:lnTo>
                  <a:lnTo>
                    <a:pt x="542188" y="1657899"/>
                  </a:lnTo>
                  <a:lnTo>
                    <a:pt x="541454" y="1662085"/>
                  </a:lnTo>
                  <a:lnTo>
                    <a:pt x="540746" y="1666272"/>
                  </a:lnTo>
                  <a:lnTo>
                    <a:pt x="540063" y="1670458"/>
                  </a:lnTo>
                  <a:lnTo>
                    <a:pt x="539407" y="1674645"/>
                  </a:lnTo>
                  <a:lnTo>
                    <a:pt x="538782" y="1678832"/>
                  </a:lnTo>
                  <a:lnTo>
                    <a:pt x="538182" y="1683018"/>
                  </a:lnTo>
                  <a:lnTo>
                    <a:pt x="537607" y="1687205"/>
                  </a:lnTo>
                  <a:lnTo>
                    <a:pt x="537056" y="1691391"/>
                  </a:lnTo>
                  <a:lnTo>
                    <a:pt x="536529" y="1695578"/>
                  </a:lnTo>
                  <a:lnTo>
                    <a:pt x="536025" y="1699765"/>
                  </a:lnTo>
                  <a:lnTo>
                    <a:pt x="535547" y="1703951"/>
                  </a:lnTo>
                  <a:lnTo>
                    <a:pt x="535092" y="1708138"/>
                  </a:lnTo>
                  <a:lnTo>
                    <a:pt x="534658" y="1712325"/>
                  </a:lnTo>
                  <a:lnTo>
                    <a:pt x="534243" y="1716511"/>
                  </a:lnTo>
                  <a:lnTo>
                    <a:pt x="533847" y="1720698"/>
                  </a:lnTo>
                  <a:lnTo>
                    <a:pt x="533470" y="1724884"/>
                  </a:lnTo>
                  <a:lnTo>
                    <a:pt x="533112" y="1729071"/>
                  </a:lnTo>
                  <a:lnTo>
                    <a:pt x="532772" y="1733258"/>
                  </a:lnTo>
                  <a:lnTo>
                    <a:pt x="532448" y="1737444"/>
                  </a:lnTo>
                  <a:lnTo>
                    <a:pt x="532139" y="1741631"/>
                  </a:lnTo>
                  <a:lnTo>
                    <a:pt x="531845" y="1745817"/>
                  </a:lnTo>
                  <a:lnTo>
                    <a:pt x="531564" y="1750004"/>
                  </a:lnTo>
                  <a:lnTo>
                    <a:pt x="531298" y="1754191"/>
                  </a:lnTo>
                  <a:lnTo>
                    <a:pt x="531049" y="1758377"/>
                  </a:lnTo>
                  <a:lnTo>
                    <a:pt x="530813" y="1762564"/>
                  </a:lnTo>
                  <a:lnTo>
                    <a:pt x="530592" y="1766750"/>
                  </a:lnTo>
                  <a:lnTo>
                    <a:pt x="530386" y="1770937"/>
                  </a:lnTo>
                  <a:lnTo>
                    <a:pt x="530196" y="1775124"/>
                  </a:lnTo>
                  <a:lnTo>
                    <a:pt x="530024" y="1779310"/>
                  </a:lnTo>
                  <a:lnTo>
                    <a:pt x="529878" y="1783497"/>
                  </a:lnTo>
                  <a:lnTo>
                    <a:pt x="529758" y="1787684"/>
                  </a:lnTo>
                  <a:lnTo>
                    <a:pt x="529668" y="1791870"/>
                  </a:lnTo>
                  <a:lnTo>
                    <a:pt x="529616" y="1796057"/>
                  </a:lnTo>
                  <a:lnTo>
                    <a:pt x="529608" y="1800243"/>
                  </a:lnTo>
                  <a:lnTo>
                    <a:pt x="529654" y="1804430"/>
                  </a:lnTo>
                  <a:lnTo>
                    <a:pt x="529774" y="1808617"/>
                  </a:lnTo>
                  <a:lnTo>
                    <a:pt x="529992" y="1812803"/>
                  </a:lnTo>
                  <a:lnTo>
                    <a:pt x="530320" y="1816990"/>
                  </a:lnTo>
                  <a:lnTo>
                    <a:pt x="530781" y="1821176"/>
                  </a:lnTo>
                  <a:lnTo>
                    <a:pt x="531403" y="1825363"/>
                  </a:lnTo>
                  <a:lnTo>
                    <a:pt x="532218" y="1829550"/>
                  </a:lnTo>
                  <a:lnTo>
                    <a:pt x="533278" y="1833736"/>
                  </a:lnTo>
                  <a:lnTo>
                    <a:pt x="534683" y="1837923"/>
                  </a:lnTo>
                  <a:lnTo>
                    <a:pt x="536447" y="1842110"/>
                  </a:lnTo>
                  <a:lnTo>
                    <a:pt x="538631" y="1846296"/>
                  </a:lnTo>
                  <a:lnTo>
                    <a:pt x="541302" y="1850483"/>
                  </a:lnTo>
                  <a:lnTo>
                    <a:pt x="544535" y="1854669"/>
                  </a:lnTo>
                  <a:lnTo>
                    <a:pt x="548409" y="1858856"/>
                  </a:lnTo>
                  <a:lnTo>
                    <a:pt x="553200" y="1863043"/>
                  </a:lnTo>
                  <a:lnTo>
                    <a:pt x="558880" y="1867229"/>
                  </a:lnTo>
                  <a:lnTo>
                    <a:pt x="565535" y="1871416"/>
                  </a:lnTo>
                  <a:lnTo>
                    <a:pt x="573262" y="1875602"/>
                  </a:lnTo>
                  <a:lnTo>
                    <a:pt x="582155" y="1879789"/>
                  </a:lnTo>
                  <a:lnTo>
                    <a:pt x="592308" y="1883976"/>
                  </a:lnTo>
                  <a:lnTo>
                    <a:pt x="604027" y="1888162"/>
                  </a:lnTo>
                  <a:lnTo>
                    <a:pt x="617320" y="1892349"/>
                  </a:lnTo>
                  <a:lnTo>
                    <a:pt x="632122" y="1896536"/>
                  </a:lnTo>
                  <a:lnTo>
                    <a:pt x="648461" y="1900722"/>
                  </a:lnTo>
                  <a:lnTo>
                    <a:pt x="666345" y="1904909"/>
                  </a:lnTo>
                  <a:lnTo>
                    <a:pt x="685756" y="1909095"/>
                  </a:lnTo>
                  <a:lnTo>
                    <a:pt x="706764" y="1913282"/>
                  </a:lnTo>
                  <a:lnTo>
                    <a:pt x="729332" y="1917469"/>
                  </a:lnTo>
                  <a:lnTo>
                    <a:pt x="753090" y="1921655"/>
                  </a:lnTo>
                  <a:lnTo>
                    <a:pt x="777860" y="1925842"/>
                  </a:lnTo>
                  <a:lnTo>
                    <a:pt x="803431" y="1930028"/>
                  </a:lnTo>
                  <a:lnTo>
                    <a:pt x="829557" y="1934215"/>
                  </a:lnTo>
                  <a:lnTo>
                    <a:pt x="855965" y="1938402"/>
                  </a:lnTo>
                  <a:lnTo>
                    <a:pt x="882217" y="1942588"/>
                  </a:lnTo>
                  <a:lnTo>
                    <a:pt x="907906" y="1946775"/>
                  </a:lnTo>
                  <a:lnTo>
                    <a:pt x="932677" y="1950961"/>
                  </a:lnTo>
                  <a:lnTo>
                    <a:pt x="956170" y="1955148"/>
                  </a:lnTo>
                  <a:lnTo>
                    <a:pt x="978031" y="1959335"/>
                  </a:lnTo>
                  <a:lnTo>
                    <a:pt x="997910" y="1963521"/>
                  </a:lnTo>
                  <a:lnTo>
                    <a:pt x="1014965" y="1967708"/>
                  </a:lnTo>
                  <a:lnTo>
                    <a:pt x="1029122" y="1971895"/>
                  </a:lnTo>
                  <a:lnTo>
                    <a:pt x="1040266" y="1976081"/>
                  </a:lnTo>
                  <a:lnTo>
                    <a:pt x="1048209" y="1980268"/>
                  </a:lnTo>
                  <a:lnTo>
                    <a:pt x="1052809" y="1984454"/>
                  </a:lnTo>
                  <a:lnTo>
                    <a:pt x="1053678" y="1987580"/>
                  </a:lnTo>
                  <a:lnTo>
                    <a:pt x="1053973" y="1988641"/>
                  </a:lnTo>
                  <a:lnTo>
                    <a:pt x="1051265" y="1992828"/>
                  </a:lnTo>
                  <a:lnTo>
                    <a:pt x="1044754" y="1997014"/>
                  </a:lnTo>
                  <a:lnTo>
                    <a:pt x="1034981" y="2001201"/>
                  </a:lnTo>
                  <a:lnTo>
                    <a:pt x="1022125" y="2005387"/>
                  </a:lnTo>
                  <a:lnTo>
                    <a:pt x="1006411" y="2009574"/>
                  </a:lnTo>
                  <a:lnTo>
                    <a:pt x="988101" y="2013761"/>
                  </a:lnTo>
                  <a:lnTo>
                    <a:pt x="967400" y="2017947"/>
                  </a:lnTo>
                  <a:lnTo>
                    <a:pt x="944519" y="2022134"/>
                  </a:lnTo>
                  <a:lnTo>
                    <a:pt x="920235" y="2026321"/>
                  </a:lnTo>
                  <a:lnTo>
                    <a:pt x="894907" y="2030507"/>
                  </a:lnTo>
                  <a:lnTo>
                    <a:pt x="868891" y="2034694"/>
                  </a:lnTo>
                  <a:lnTo>
                    <a:pt x="842533" y="2038880"/>
                  </a:lnTo>
                  <a:lnTo>
                    <a:pt x="816163" y="2043067"/>
                  </a:lnTo>
                  <a:lnTo>
                    <a:pt x="790251" y="2047254"/>
                  </a:lnTo>
                  <a:lnTo>
                    <a:pt x="765069" y="2051440"/>
                  </a:lnTo>
                  <a:lnTo>
                    <a:pt x="740829" y="2055627"/>
                  </a:lnTo>
                  <a:lnTo>
                    <a:pt x="717717" y="2059813"/>
                  </a:lnTo>
                  <a:lnTo>
                    <a:pt x="695886" y="2064000"/>
                  </a:lnTo>
                  <a:lnTo>
                    <a:pt x="675454" y="2068187"/>
                  </a:lnTo>
                  <a:lnTo>
                    <a:pt x="656740" y="2072373"/>
                  </a:lnTo>
                  <a:lnTo>
                    <a:pt x="639698" y="2076560"/>
                  </a:lnTo>
                  <a:lnTo>
                    <a:pt x="624198" y="2080747"/>
                  </a:lnTo>
                  <a:lnTo>
                    <a:pt x="610216" y="2084933"/>
                  </a:lnTo>
                  <a:lnTo>
                    <a:pt x="597707" y="2089120"/>
                  </a:lnTo>
                  <a:lnTo>
                    <a:pt x="586612" y="2093306"/>
                  </a:lnTo>
                  <a:lnTo>
                    <a:pt x="576958" y="2097493"/>
                  </a:lnTo>
                  <a:lnTo>
                    <a:pt x="568701" y="2101680"/>
                  </a:lnTo>
                  <a:lnTo>
                    <a:pt x="561547" y="2105866"/>
                  </a:lnTo>
                  <a:lnTo>
                    <a:pt x="555396" y="2110053"/>
                  </a:lnTo>
                  <a:lnTo>
                    <a:pt x="550152" y="2114239"/>
                  </a:lnTo>
                  <a:lnTo>
                    <a:pt x="545720" y="2118426"/>
                  </a:lnTo>
                  <a:lnTo>
                    <a:pt x="542018" y="2122613"/>
                  </a:lnTo>
                  <a:lnTo>
                    <a:pt x="539053" y="2126799"/>
                  </a:lnTo>
                  <a:lnTo>
                    <a:pt x="536593" y="2130986"/>
                  </a:lnTo>
                  <a:lnTo>
                    <a:pt x="534571" y="2135172"/>
                  </a:lnTo>
                  <a:lnTo>
                    <a:pt x="532923" y="213935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295884" y="2938096"/>
              <a:ext cx="1053973" cy="1832815"/>
            </a:xfrm>
            <a:custGeom>
              <a:avLst/>
              <a:pathLst>
                <a:path w="1053973" h="1832815">
                  <a:moveTo>
                    <a:pt x="521067" y="1832815"/>
                  </a:moveTo>
                  <a:lnTo>
                    <a:pt x="519846" y="1829229"/>
                  </a:lnTo>
                  <a:lnTo>
                    <a:pt x="518423" y="1825642"/>
                  </a:lnTo>
                  <a:lnTo>
                    <a:pt x="516762" y="1822055"/>
                  </a:lnTo>
                  <a:lnTo>
                    <a:pt x="514759" y="1818468"/>
                  </a:lnTo>
                  <a:lnTo>
                    <a:pt x="512447" y="1814882"/>
                  </a:lnTo>
                  <a:lnTo>
                    <a:pt x="509794" y="1811295"/>
                  </a:lnTo>
                  <a:lnTo>
                    <a:pt x="506767" y="1807708"/>
                  </a:lnTo>
                  <a:lnTo>
                    <a:pt x="503317" y="1804121"/>
                  </a:lnTo>
                  <a:lnTo>
                    <a:pt x="499261" y="1800535"/>
                  </a:lnTo>
                  <a:lnTo>
                    <a:pt x="494684" y="1796948"/>
                  </a:lnTo>
                  <a:lnTo>
                    <a:pt x="489546" y="1793361"/>
                  </a:lnTo>
                  <a:lnTo>
                    <a:pt x="483808" y="1789775"/>
                  </a:lnTo>
                  <a:lnTo>
                    <a:pt x="477423" y="1786188"/>
                  </a:lnTo>
                  <a:lnTo>
                    <a:pt x="470120" y="1782601"/>
                  </a:lnTo>
                  <a:lnTo>
                    <a:pt x="462068" y="1779014"/>
                  </a:lnTo>
                  <a:lnTo>
                    <a:pt x="453234" y="1775428"/>
                  </a:lnTo>
                  <a:lnTo>
                    <a:pt x="443590" y="1771841"/>
                  </a:lnTo>
                  <a:lnTo>
                    <a:pt x="433109" y="1768254"/>
                  </a:lnTo>
                  <a:lnTo>
                    <a:pt x="421483" y="1764668"/>
                  </a:lnTo>
                  <a:lnTo>
                    <a:pt x="408970" y="1761081"/>
                  </a:lnTo>
                  <a:lnTo>
                    <a:pt x="395573" y="1757494"/>
                  </a:lnTo>
                  <a:lnTo>
                    <a:pt x="381298" y="1753907"/>
                  </a:lnTo>
                  <a:lnTo>
                    <a:pt x="366157" y="1750321"/>
                  </a:lnTo>
                  <a:lnTo>
                    <a:pt x="349932" y="1746734"/>
                  </a:lnTo>
                  <a:lnTo>
                    <a:pt x="332914" y="1743147"/>
                  </a:lnTo>
                  <a:lnTo>
                    <a:pt x="315177" y="1739560"/>
                  </a:lnTo>
                  <a:lnTo>
                    <a:pt x="296783" y="1735974"/>
                  </a:lnTo>
                  <a:lnTo>
                    <a:pt x="277800" y="1732387"/>
                  </a:lnTo>
                  <a:lnTo>
                    <a:pt x="258214" y="1728800"/>
                  </a:lnTo>
                  <a:lnTo>
                    <a:pt x="238292" y="1725214"/>
                  </a:lnTo>
                  <a:lnTo>
                    <a:pt x="218167" y="1721627"/>
                  </a:lnTo>
                  <a:lnTo>
                    <a:pt x="197957" y="1718040"/>
                  </a:lnTo>
                  <a:lnTo>
                    <a:pt x="177787" y="1714453"/>
                  </a:lnTo>
                  <a:lnTo>
                    <a:pt x="157905" y="1710867"/>
                  </a:lnTo>
                  <a:lnTo>
                    <a:pt x="138483" y="1707280"/>
                  </a:lnTo>
                  <a:lnTo>
                    <a:pt x="119652" y="1703693"/>
                  </a:lnTo>
                  <a:lnTo>
                    <a:pt x="101557" y="1700106"/>
                  </a:lnTo>
                  <a:lnTo>
                    <a:pt x="84340" y="1696520"/>
                  </a:lnTo>
                  <a:lnTo>
                    <a:pt x="68467" y="1692933"/>
                  </a:lnTo>
                  <a:lnTo>
                    <a:pt x="53962" y="1689346"/>
                  </a:lnTo>
                  <a:lnTo>
                    <a:pt x="40864" y="1685760"/>
                  </a:lnTo>
                  <a:lnTo>
                    <a:pt x="29287" y="1682173"/>
                  </a:lnTo>
                  <a:lnTo>
                    <a:pt x="19337" y="1678586"/>
                  </a:lnTo>
                  <a:lnTo>
                    <a:pt x="11546" y="1674999"/>
                  </a:lnTo>
                  <a:lnTo>
                    <a:pt x="5780" y="1671413"/>
                  </a:lnTo>
                  <a:lnTo>
                    <a:pt x="1921" y="1667826"/>
                  </a:lnTo>
                  <a:lnTo>
                    <a:pt x="0" y="1664239"/>
                  </a:lnTo>
                  <a:lnTo>
                    <a:pt x="10" y="1663227"/>
                  </a:lnTo>
                  <a:lnTo>
                    <a:pt x="35" y="1660653"/>
                  </a:lnTo>
                  <a:lnTo>
                    <a:pt x="2451" y="1657066"/>
                  </a:lnTo>
                  <a:lnTo>
                    <a:pt x="6994" y="1653479"/>
                  </a:lnTo>
                  <a:lnTo>
                    <a:pt x="13392" y="1649892"/>
                  </a:lnTo>
                  <a:lnTo>
                    <a:pt x="21582" y="1646306"/>
                  </a:lnTo>
                  <a:lnTo>
                    <a:pt x="31485" y="1642719"/>
                  </a:lnTo>
                  <a:lnTo>
                    <a:pt x="43299" y="1639132"/>
                  </a:lnTo>
                  <a:lnTo>
                    <a:pt x="56723" y="1635545"/>
                  </a:lnTo>
                  <a:lnTo>
                    <a:pt x="71424" y="1631959"/>
                  </a:lnTo>
                  <a:lnTo>
                    <a:pt x="87272" y="1628372"/>
                  </a:lnTo>
                  <a:lnTo>
                    <a:pt x="104127" y="1624785"/>
                  </a:lnTo>
                  <a:lnTo>
                    <a:pt x="121959" y="1621199"/>
                  </a:lnTo>
                  <a:lnTo>
                    <a:pt x="140488" y="1617612"/>
                  </a:lnTo>
                  <a:lnTo>
                    <a:pt x="159450" y="1614025"/>
                  </a:lnTo>
                  <a:lnTo>
                    <a:pt x="178702" y="1610438"/>
                  </a:lnTo>
                  <a:lnTo>
                    <a:pt x="198103" y="1606852"/>
                  </a:lnTo>
                  <a:lnTo>
                    <a:pt x="217485" y="1603265"/>
                  </a:lnTo>
                  <a:lnTo>
                    <a:pt x="236634" y="1599678"/>
                  </a:lnTo>
                  <a:lnTo>
                    <a:pt x="255442" y="1596092"/>
                  </a:lnTo>
                  <a:lnTo>
                    <a:pt x="273810" y="1592505"/>
                  </a:lnTo>
                  <a:lnTo>
                    <a:pt x="291643" y="1588918"/>
                  </a:lnTo>
                  <a:lnTo>
                    <a:pt x="308745" y="1585331"/>
                  </a:lnTo>
                  <a:lnTo>
                    <a:pt x="324981" y="1581745"/>
                  </a:lnTo>
                  <a:lnTo>
                    <a:pt x="340416" y="1578158"/>
                  </a:lnTo>
                  <a:lnTo>
                    <a:pt x="355013" y="1574571"/>
                  </a:lnTo>
                  <a:lnTo>
                    <a:pt x="368739" y="1570984"/>
                  </a:lnTo>
                  <a:lnTo>
                    <a:pt x="381451" y="1567398"/>
                  </a:lnTo>
                  <a:lnTo>
                    <a:pt x="393078" y="1563811"/>
                  </a:lnTo>
                  <a:lnTo>
                    <a:pt x="403804" y="1560224"/>
                  </a:lnTo>
                  <a:lnTo>
                    <a:pt x="413641" y="1556638"/>
                  </a:lnTo>
                  <a:lnTo>
                    <a:pt x="422608" y="1553051"/>
                  </a:lnTo>
                  <a:lnTo>
                    <a:pt x="430636" y="1549464"/>
                  </a:lnTo>
                  <a:lnTo>
                    <a:pt x="437697" y="1545877"/>
                  </a:lnTo>
                  <a:lnTo>
                    <a:pt x="444010" y="1542291"/>
                  </a:lnTo>
                  <a:lnTo>
                    <a:pt x="449613" y="1538704"/>
                  </a:lnTo>
                  <a:lnTo>
                    <a:pt x="454547" y="1535117"/>
                  </a:lnTo>
                  <a:lnTo>
                    <a:pt x="458802" y="1531530"/>
                  </a:lnTo>
                  <a:lnTo>
                    <a:pt x="462374" y="1527944"/>
                  </a:lnTo>
                  <a:lnTo>
                    <a:pt x="465447" y="1524357"/>
                  </a:lnTo>
                  <a:lnTo>
                    <a:pt x="468066" y="1520770"/>
                  </a:lnTo>
                  <a:lnTo>
                    <a:pt x="470271" y="1517184"/>
                  </a:lnTo>
                  <a:lnTo>
                    <a:pt x="472076" y="1513597"/>
                  </a:lnTo>
                  <a:lnTo>
                    <a:pt x="473490" y="1510010"/>
                  </a:lnTo>
                  <a:lnTo>
                    <a:pt x="474637" y="1506423"/>
                  </a:lnTo>
                  <a:lnTo>
                    <a:pt x="475548" y="1502837"/>
                  </a:lnTo>
                  <a:lnTo>
                    <a:pt x="476253" y="1499250"/>
                  </a:lnTo>
                  <a:lnTo>
                    <a:pt x="476770" y="1495663"/>
                  </a:lnTo>
                  <a:lnTo>
                    <a:pt x="477109" y="1492077"/>
                  </a:lnTo>
                  <a:lnTo>
                    <a:pt x="477336" y="1488490"/>
                  </a:lnTo>
                  <a:lnTo>
                    <a:pt x="477467" y="1484903"/>
                  </a:lnTo>
                  <a:lnTo>
                    <a:pt x="477520" y="1481316"/>
                  </a:lnTo>
                  <a:lnTo>
                    <a:pt x="477505" y="1477730"/>
                  </a:lnTo>
                  <a:lnTo>
                    <a:pt x="477428" y="1474143"/>
                  </a:lnTo>
                  <a:lnTo>
                    <a:pt x="477316" y="1470556"/>
                  </a:lnTo>
                  <a:lnTo>
                    <a:pt x="477210" y="1467857"/>
                  </a:lnTo>
                  <a:lnTo>
                    <a:pt x="477175" y="1466969"/>
                  </a:lnTo>
                  <a:lnTo>
                    <a:pt x="477011" y="1463383"/>
                  </a:lnTo>
                  <a:lnTo>
                    <a:pt x="476827" y="1459796"/>
                  </a:lnTo>
                  <a:lnTo>
                    <a:pt x="476625" y="1456209"/>
                  </a:lnTo>
                  <a:lnTo>
                    <a:pt x="476409" y="1452623"/>
                  </a:lnTo>
                  <a:lnTo>
                    <a:pt x="476182" y="1449036"/>
                  </a:lnTo>
                  <a:lnTo>
                    <a:pt x="475942" y="1445449"/>
                  </a:lnTo>
                  <a:lnTo>
                    <a:pt x="475690" y="1441862"/>
                  </a:lnTo>
                  <a:lnTo>
                    <a:pt x="475418" y="1438276"/>
                  </a:lnTo>
                  <a:lnTo>
                    <a:pt x="475129" y="1434689"/>
                  </a:lnTo>
                  <a:lnTo>
                    <a:pt x="474822" y="1431102"/>
                  </a:lnTo>
                  <a:lnTo>
                    <a:pt x="474494" y="1427516"/>
                  </a:lnTo>
                  <a:lnTo>
                    <a:pt x="474143" y="1423929"/>
                  </a:lnTo>
                  <a:lnTo>
                    <a:pt x="473759" y="1420342"/>
                  </a:lnTo>
                  <a:lnTo>
                    <a:pt x="473345" y="1416755"/>
                  </a:lnTo>
                  <a:lnTo>
                    <a:pt x="472902" y="1413169"/>
                  </a:lnTo>
                  <a:lnTo>
                    <a:pt x="472426" y="1409582"/>
                  </a:lnTo>
                  <a:lnTo>
                    <a:pt x="471916" y="1405995"/>
                  </a:lnTo>
                  <a:lnTo>
                    <a:pt x="471360" y="1402408"/>
                  </a:lnTo>
                  <a:lnTo>
                    <a:pt x="470765" y="1398822"/>
                  </a:lnTo>
                  <a:lnTo>
                    <a:pt x="470132" y="1395235"/>
                  </a:lnTo>
                  <a:lnTo>
                    <a:pt x="469461" y="1391648"/>
                  </a:lnTo>
                  <a:lnTo>
                    <a:pt x="468750" y="1388062"/>
                  </a:lnTo>
                  <a:lnTo>
                    <a:pt x="467988" y="1384475"/>
                  </a:lnTo>
                  <a:lnTo>
                    <a:pt x="467186" y="1380888"/>
                  </a:lnTo>
                  <a:lnTo>
                    <a:pt x="466344" y="1377301"/>
                  </a:lnTo>
                  <a:lnTo>
                    <a:pt x="465464" y="1373715"/>
                  </a:lnTo>
                  <a:lnTo>
                    <a:pt x="464546" y="1370128"/>
                  </a:lnTo>
                  <a:lnTo>
                    <a:pt x="463582" y="1366541"/>
                  </a:lnTo>
                  <a:lnTo>
                    <a:pt x="462582" y="1362954"/>
                  </a:lnTo>
                  <a:lnTo>
                    <a:pt x="461548" y="1359368"/>
                  </a:lnTo>
                  <a:lnTo>
                    <a:pt x="460483" y="1355781"/>
                  </a:lnTo>
                  <a:lnTo>
                    <a:pt x="459388" y="1352194"/>
                  </a:lnTo>
                  <a:lnTo>
                    <a:pt x="458259" y="1348608"/>
                  </a:lnTo>
                  <a:lnTo>
                    <a:pt x="457103" y="1345021"/>
                  </a:lnTo>
                  <a:lnTo>
                    <a:pt x="455924" y="1341434"/>
                  </a:lnTo>
                  <a:lnTo>
                    <a:pt x="454724" y="1337847"/>
                  </a:lnTo>
                  <a:lnTo>
                    <a:pt x="453507" y="1334261"/>
                  </a:lnTo>
                  <a:lnTo>
                    <a:pt x="452269" y="1330674"/>
                  </a:lnTo>
                  <a:lnTo>
                    <a:pt x="451018" y="1327087"/>
                  </a:lnTo>
                  <a:lnTo>
                    <a:pt x="449757" y="1323501"/>
                  </a:lnTo>
                  <a:lnTo>
                    <a:pt x="448488" y="1319914"/>
                  </a:lnTo>
                  <a:lnTo>
                    <a:pt x="447212" y="1316327"/>
                  </a:lnTo>
                  <a:lnTo>
                    <a:pt x="445932" y="1312740"/>
                  </a:lnTo>
                  <a:lnTo>
                    <a:pt x="444651" y="1309154"/>
                  </a:lnTo>
                  <a:lnTo>
                    <a:pt x="443371" y="1305567"/>
                  </a:lnTo>
                  <a:lnTo>
                    <a:pt x="442093" y="1301980"/>
                  </a:lnTo>
                  <a:lnTo>
                    <a:pt x="440820" y="1298393"/>
                  </a:lnTo>
                  <a:lnTo>
                    <a:pt x="439555" y="1294807"/>
                  </a:lnTo>
                  <a:lnTo>
                    <a:pt x="438299" y="1291220"/>
                  </a:lnTo>
                  <a:lnTo>
                    <a:pt x="437052" y="1287633"/>
                  </a:lnTo>
                  <a:lnTo>
                    <a:pt x="435817" y="1284047"/>
                  </a:lnTo>
                  <a:lnTo>
                    <a:pt x="434593" y="1280460"/>
                  </a:lnTo>
                  <a:lnTo>
                    <a:pt x="433385" y="1276873"/>
                  </a:lnTo>
                  <a:lnTo>
                    <a:pt x="432194" y="1273286"/>
                  </a:lnTo>
                  <a:lnTo>
                    <a:pt x="431018" y="1269700"/>
                  </a:lnTo>
                  <a:lnTo>
                    <a:pt x="429859" y="1266113"/>
                  </a:lnTo>
                  <a:lnTo>
                    <a:pt x="428717" y="1262526"/>
                  </a:lnTo>
                  <a:lnTo>
                    <a:pt x="427595" y="1258939"/>
                  </a:lnTo>
                  <a:lnTo>
                    <a:pt x="426496" y="1255353"/>
                  </a:lnTo>
                  <a:lnTo>
                    <a:pt x="425417" y="1251766"/>
                  </a:lnTo>
                  <a:lnTo>
                    <a:pt x="424358" y="1248179"/>
                  </a:lnTo>
                  <a:lnTo>
                    <a:pt x="423321" y="1244593"/>
                  </a:lnTo>
                  <a:lnTo>
                    <a:pt x="422309" y="1241006"/>
                  </a:lnTo>
                  <a:lnTo>
                    <a:pt x="421325" y="1237419"/>
                  </a:lnTo>
                  <a:lnTo>
                    <a:pt x="420365" y="1233832"/>
                  </a:lnTo>
                  <a:lnTo>
                    <a:pt x="419430" y="1230246"/>
                  </a:lnTo>
                  <a:lnTo>
                    <a:pt x="418521" y="1226659"/>
                  </a:lnTo>
                  <a:lnTo>
                    <a:pt x="417642" y="1223072"/>
                  </a:lnTo>
                  <a:lnTo>
                    <a:pt x="416797" y="1219486"/>
                  </a:lnTo>
                  <a:lnTo>
                    <a:pt x="415981" y="1215899"/>
                  </a:lnTo>
                  <a:lnTo>
                    <a:pt x="415195" y="1212312"/>
                  </a:lnTo>
                  <a:lnTo>
                    <a:pt x="414440" y="1208725"/>
                  </a:lnTo>
                  <a:lnTo>
                    <a:pt x="413720" y="1205139"/>
                  </a:lnTo>
                  <a:lnTo>
                    <a:pt x="413040" y="1201552"/>
                  </a:lnTo>
                  <a:lnTo>
                    <a:pt x="412393" y="1197965"/>
                  </a:lnTo>
                  <a:lnTo>
                    <a:pt x="411781" y="1194378"/>
                  </a:lnTo>
                  <a:lnTo>
                    <a:pt x="411203" y="1190792"/>
                  </a:lnTo>
                  <a:lnTo>
                    <a:pt x="410664" y="1187205"/>
                  </a:lnTo>
                  <a:lnTo>
                    <a:pt x="410168" y="1183618"/>
                  </a:lnTo>
                  <a:lnTo>
                    <a:pt x="409708" y="1180032"/>
                  </a:lnTo>
                  <a:lnTo>
                    <a:pt x="409285" y="1176445"/>
                  </a:lnTo>
                  <a:lnTo>
                    <a:pt x="408896" y="1172858"/>
                  </a:lnTo>
                  <a:lnTo>
                    <a:pt x="408547" y="1169271"/>
                  </a:lnTo>
                  <a:lnTo>
                    <a:pt x="408241" y="1165685"/>
                  </a:lnTo>
                  <a:lnTo>
                    <a:pt x="407970" y="1162098"/>
                  </a:lnTo>
                  <a:lnTo>
                    <a:pt x="407732" y="1158511"/>
                  </a:lnTo>
                  <a:lnTo>
                    <a:pt x="407529" y="1154925"/>
                  </a:lnTo>
                  <a:lnTo>
                    <a:pt x="407360" y="1151338"/>
                  </a:lnTo>
                  <a:lnTo>
                    <a:pt x="407231" y="1147751"/>
                  </a:lnTo>
                  <a:lnTo>
                    <a:pt x="407133" y="1144164"/>
                  </a:lnTo>
                  <a:lnTo>
                    <a:pt x="407063" y="1140578"/>
                  </a:lnTo>
                  <a:lnTo>
                    <a:pt x="407022" y="1136991"/>
                  </a:lnTo>
                  <a:lnTo>
                    <a:pt x="407010" y="1133404"/>
                  </a:lnTo>
                  <a:lnTo>
                    <a:pt x="407031" y="1129817"/>
                  </a:lnTo>
                  <a:lnTo>
                    <a:pt x="407075" y="1126231"/>
                  </a:lnTo>
                  <a:lnTo>
                    <a:pt x="407143" y="1122644"/>
                  </a:lnTo>
                  <a:lnTo>
                    <a:pt x="407233" y="1119057"/>
                  </a:lnTo>
                  <a:lnTo>
                    <a:pt x="407344" y="1115471"/>
                  </a:lnTo>
                  <a:lnTo>
                    <a:pt x="407480" y="1111884"/>
                  </a:lnTo>
                  <a:lnTo>
                    <a:pt x="407634" y="1108297"/>
                  </a:lnTo>
                  <a:lnTo>
                    <a:pt x="407805" y="1104710"/>
                  </a:lnTo>
                  <a:lnTo>
                    <a:pt x="407992" y="1101124"/>
                  </a:lnTo>
                  <a:lnTo>
                    <a:pt x="408193" y="1097537"/>
                  </a:lnTo>
                  <a:lnTo>
                    <a:pt x="408413" y="1093950"/>
                  </a:lnTo>
                  <a:lnTo>
                    <a:pt x="408645" y="1090363"/>
                  </a:lnTo>
                  <a:lnTo>
                    <a:pt x="408890" y="1086777"/>
                  </a:lnTo>
                  <a:lnTo>
                    <a:pt x="409145" y="1083190"/>
                  </a:lnTo>
                  <a:lnTo>
                    <a:pt x="409412" y="1079603"/>
                  </a:lnTo>
                  <a:lnTo>
                    <a:pt x="409692" y="1076017"/>
                  </a:lnTo>
                  <a:lnTo>
                    <a:pt x="409981" y="1072430"/>
                  </a:lnTo>
                  <a:lnTo>
                    <a:pt x="410279" y="1068843"/>
                  </a:lnTo>
                  <a:lnTo>
                    <a:pt x="410586" y="1065256"/>
                  </a:lnTo>
                  <a:lnTo>
                    <a:pt x="410902" y="1061670"/>
                  </a:lnTo>
                  <a:lnTo>
                    <a:pt x="411228" y="1058083"/>
                  </a:lnTo>
                  <a:lnTo>
                    <a:pt x="411563" y="1054496"/>
                  </a:lnTo>
                  <a:lnTo>
                    <a:pt x="411905" y="1050910"/>
                  </a:lnTo>
                  <a:lnTo>
                    <a:pt x="412255" y="1047323"/>
                  </a:lnTo>
                  <a:lnTo>
                    <a:pt x="412613" y="1043736"/>
                  </a:lnTo>
                  <a:lnTo>
                    <a:pt x="412981" y="1040149"/>
                  </a:lnTo>
                  <a:lnTo>
                    <a:pt x="413325" y="1036862"/>
                  </a:lnTo>
                  <a:lnTo>
                    <a:pt x="413356" y="1036563"/>
                  </a:lnTo>
                  <a:lnTo>
                    <a:pt x="413738" y="1032976"/>
                  </a:lnTo>
                  <a:lnTo>
                    <a:pt x="414127" y="1029389"/>
                  </a:lnTo>
                  <a:lnTo>
                    <a:pt x="414523" y="1025802"/>
                  </a:lnTo>
                  <a:lnTo>
                    <a:pt x="414927" y="1022216"/>
                  </a:lnTo>
                  <a:lnTo>
                    <a:pt x="415337" y="1018629"/>
                  </a:lnTo>
                  <a:lnTo>
                    <a:pt x="415751" y="1015042"/>
                  </a:lnTo>
                  <a:lnTo>
                    <a:pt x="416171" y="1011456"/>
                  </a:lnTo>
                  <a:lnTo>
                    <a:pt x="416594" y="1007869"/>
                  </a:lnTo>
                  <a:lnTo>
                    <a:pt x="417022" y="1004282"/>
                  </a:lnTo>
                  <a:lnTo>
                    <a:pt x="417451" y="1000695"/>
                  </a:lnTo>
                  <a:lnTo>
                    <a:pt x="417882" y="997109"/>
                  </a:lnTo>
                  <a:lnTo>
                    <a:pt x="418313" y="993522"/>
                  </a:lnTo>
                  <a:lnTo>
                    <a:pt x="418743" y="989935"/>
                  </a:lnTo>
                  <a:lnTo>
                    <a:pt x="419171" y="986348"/>
                  </a:lnTo>
                  <a:lnTo>
                    <a:pt x="419596" y="982762"/>
                  </a:lnTo>
                  <a:lnTo>
                    <a:pt x="420016" y="979175"/>
                  </a:lnTo>
                  <a:lnTo>
                    <a:pt x="420431" y="975588"/>
                  </a:lnTo>
                  <a:lnTo>
                    <a:pt x="420841" y="972002"/>
                  </a:lnTo>
                  <a:lnTo>
                    <a:pt x="421242" y="968415"/>
                  </a:lnTo>
                  <a:lnTo>
                    <a:pt x="421634" y="964828"/>
                  </a:lnTo>
                  <a:lnTo>
                    <a:pt x="422017" y="961241"/>
                  </a:lnTo>
                  <a:lnTo>
                    <a:pt x="422391" y="957655"/>
                  </a:lnTo>
                  <a:lnTo>
                    <a:pt x="422755" y="954068"/>
                  </a:lnTo>
                  <a:lnTo>
                    <a:pt x="423107" y="950481"/>
                  </a:lnTo>
                  <a:lnTo>
                    <a:pt x="423448" y="946895"/>
                  </a:lnTo>
                  <a:lnTo>
                    <a:pt x="423779" y="943308"/>
                  </a:lnTo>
                  <a:lnTo>
                    <a:pt x="424099" y="939721"/>
                  </a:lnTo>
                  <a:lnTo>
                    <a:pt x="424410" y="936134"/>
                  </a:lnTo>
                  <a:lnTo>
                    <a:pt x="424709" y="932548"/>
                  </a:lnTo>
                  <a:lnTo>
                    <a:pt x="424999" y="928961"/>
                  </a:lnTo>
                  <a:lnTo>
                    <a:pt x="425281" y="925374"/>
                  </a:lnTo>
                  <a:lnTo>
                    <a:pt x="425556" y="921787"/>
                  </a:lnTo>
                  <a:lnTo>
                    <a:pt x="425825" y="918201"/>
                  </a:lnTo>
                  <a:lnTo>
                    <a:pt x="426087" y="914614"/>
                  </a:lnTo>
                  <a:lnTo>
                    <a:pt x="426346" y="911027"/>
                  </a:lnTo>
                  <a:lnTo>
                    <a:pt x="426603" y="907441"/>
                  </a:lnTo>
                  <a:lnTo>
                    <a:pt x="426858" y="903854"/>
                  </a:lnTo>
                  <a:lnTo>
                    <a:pt x="427113" y="900267"/>
                  </a:lnTo>
                  <a:lnTo>
                    <a:pt x="427371" y="896680"/>
                  </a:lnTo>
                  <a:lnTo>
                    <a:pt x="427632" y="893094"/>
                  </a:lnTo>
                  <a:lnTo>
                    <a:pt x="427898" y="889507"/>
                  </a:lnTo>
                  <a:lnTo>
                    <a:pt x="428169" y="885920"/>
                  </a:lnTo>
                  <a:lnTo>
                    <a:pt x="428448" y="882334"/>
                  </a:lnTo>
                  <a:lnTo>
                    <a:pt x="428737" y="878747"/>
                  </a:lnTo>
                  <a:lnTo>
                    <a:pt x="429038" y="875160"/>
                  </a:lnTo>
                  <a:lnTo>
                    <a:pt x="429350" y="871573"/>
                  </a:lnTo>
                  <a:lnTo>
                    <a:pt x="429676" y="867987"/>
                  </a:lnTo>
                  <a:lnTo>
                    <a:pt x="430015" y="864400"/>
                  </a:lnTo>
                  <a:lnTo>
                    <a:pt x="430370" y="860813"/>
                  </a:lnTo>
                  <a:lnTo>
                    <a:pt x="430746" y="857226"/>
                  </a:lnTo>
                  <a:lnTo>
                    <a:pt x="431139" y="853640"/>
                  </a:lnTo>
                  <a:lnTo>
                    <a:pt x="431551" y="850053"/>
                  </a:lnTo>
                  <a:lnTo>
                    <a:pt x="431982" y="846466"/>
                  </a:lnTo>
                  <a:lnTo>
                    <a:pt x="432436" y="842880"/>
                  </a:lnTo>
                  <a:lnTo>
                    <a:pt x="432915" y="839293"/>
                  </a:lnTo>
                  <a:lnTo>
                    <a:pt x="433417" y="835706"/>
                  </a:lnTo>
                  <a:lnTo>
                    <a:pt x="433942" y="832119"/>
                  </a:lnTo>
                  <a:lnTo>
                    <a:pt x="434491" y="828533"/>
                  </a:lnTo>
                  <a:lnTo>
                    <a:pt x="435065" y="824946"/>
                  </a:lnTo>
                  <a:lnTo>
                    <a:pt x="435671" y="821359"/>
                  </a:lnTo>
                  <a:lnTo>
                    <a:pt x="436303" y="817772"/>
                  </a:lnTo>
                  <a:lnTo>
                    <a:pt x="436961" y="814186"/>
                  </a:lnTo>
                  <a:lnTo>
                    <a:pt x="437645" y="810599"/>
                  </a:lnTo>
                  <a:lnTo>
                    <a:pt x="438358" y="807012"/>
                  </a:lnTo>
                  <a:lnTo>
                    <a:pt x="439106" y="803426"/>
                  </a:lnTo>
                  <a:lnTo>
                    <a:pt x="439881" y="799839"/>
                  </a:lnTo>
                  <a:lnTo>
                    <a:pt x="440683" y="796252"/>
                  </a:lnTo>
                  <a:lnTo>
                    <a:pt x="441514" y="792665"/>
                  </a:lnTo>
                  <a:lnTo>
                    <a:pt x="442374" y="789079"/>
                  </a:lnTo>
                  <a:lnTo>
                    <a:pt x="443270" y="785492"/>
                  </a:lnTo>
                  <a:lnTo>
                    <a:pt x="444195" y="781905"/>
                  </a:lnTo>
                  <a:lnTo>
                    <a:pt x="445147" y="778319"/>
                  </a:lnTo>
                  <a:lnTo>
                    <a:pt x="446127" y="774732"/>
                  </a:lnTo>
                  <a:lnTo>
                    <a:pt x="447135" y="771145"/>
                  </a:lnTo>
                  <a:lnTo>
                    <a:pt x="448179" y="767558"/>
                  </a:lnTo>
                  <a:lnTo>
                    <a:pt x="449249" y="763972"/>
                  </a:lnTo>
                  <a:lnTo>
                    <a:pt x="450346" y="760385"/>
                  </a:lnTo>
                  <a:lnTo>
                    <a:pt x="451468" y="756798"/>
                  </a:lnTo>
                  <a:lnTo>
                    <a:pt x="452616" y="753211"/>
                  </a:lnTo>
                  <a:lnTo>
                    <a:pt x="453795" y="749625"/>
                  </a:lnTo>
                  <a:lnTo>
                    <a:pt x="454998" y="746038"/>
                  </a:lnTo>
                  <a:lnTo>
                    <a:pt x="456222" y="742451"/>
                  </a:lnTo>
                  <a:lnTo>
                    <a:pt x="457467" y="738865"/>
                  </a:lnTo>
                  <a:lnTo>
                    <a:pt x="458733" y="735278"/>
                  </a:lnTo>
                  <a:lnTo>
                    <a:pt x="460022" y="731691"/>
                  </a:lnTo>
                  <a:lnTo>
                    <a:pt x="461327" y="728104"/>
                  </a:lnTo>
                  <a:lnTo>
                    <a:pt x="462647" y="724518"/>
                  </a:lnTo>
                  <a:lnTo>
                    <a:pt x="463980" y="720931"/>
                  </a:lnTo>
                  <a:lnTo>
                    <a:pt x="465325" y="717344"/>
                  </a:lnTo>
                  <a:lnTo>
                    <a:pt x="466681" y="713758"/>
                  </a:lnTo>
                  <a:lnTo>
                    <a:pt x="468044" y="710171"/>
                  </a:lnTo>
                  <a:lnTo>
                    <a:pt x="469412" y="706584"/>
                  </a:lnTo>
                  <a:lnTo>
                    <a:pt x="470782" y="702997"/>
                  </a:lnTo>
                  <a:lnTo>
                    <a:pt x="472152" y="699411"/>
                  </a:lnTo>
                  <a:lnTo>
                    <a:pt x="473520" y="695824"/>
                  </a:lnTo>
                  <a:lnTo>
                    <a:pt x="474883" y="692237"/>
                  </a:lnTo>
                  <a:lnTo>
                    <a:pt x="476238" y="688650"/>
                  </a:lnTo>
                  <a:lnTo>
                    <a:pt x="477584" y="685064"/>
                  </a:lnTo>
                  <a:lnTo>
                    <a:pt x="478919" y="681477"/>
                  </a:lnTo>
                  <a:lnTo>
                    <a:pt x="480237" y="677890"/>
                  </a:lnTo>
                  <a:lnTo>
                    <a:pt x="481537" y="674304"/>
                  </a:lnTo>
                  <a:lnTo>
                    <a:pt x="482819" y="670717"/>
                  </a:lnTo>
                  <a:lnTo>
                    <a:pt x="484082" y="667130"/>
                  </a:lnTo>
                  <a:lnTo>
                    <a:pt x="485323" y="663543"/>
                  </a:lnTo>
                  <a:lnTo>
                    <a:pt x="486534" y="659957"/>
                  </a:lnTo>
                  <a:lnTo>
                    <a:pt x="487719" y="656370"/>
                  </a:lnTo>
                  <a:lnTo>
                    <a:pt x="488876" y="652783"/>
                  </a:lnTo>
                  <a:lnTo>
                    <a:pt x="490006" y="649196"/>
                  </a:lnTo>
                  <a:lnTo>
                    <a:pt x="491107" y="645610"/>
                  </a:lnTo>
                  <a:lnTo>
                    <a:pt x="492171" y="642023"/>
                  </a:lnTo>
                  <a:lnTo>
                    <a:pt x="493201" y="638436"/>
                  </a:lnTo>
                  <a:lnTo>
                    <a:pt x="494199" y="634850"/>
                  </a:lnTo>
                  <a:lnTo>
                    <a:pt x="495165" y="631263"/>
                  </a:lnTo>
                  <a:lnTo>
                    <a:pt x="496098" y="627676"/>
                  </a:lnTo>
                  <a:lnTo>
                    <a:pt x="496992" y="624089"/>
                  </a:lnTo>
                  <a:lnTo>
                    <a:pt x="497848" y="620503"/>
                  </a:lnTo>
                  <a:lnTo>
                    <a:pt x="498671" y="616916"/>
                  </a:lnTo>
                  <a:lnTo>
                    <a:pt x="499461" y="613329"/>
                  </a:lnTo>
                  <a:lnTo>
                    <a:pt x="500218" y="609743"/>
                  </a:lnTo>
                  <a:lnTo>
                    <a:pt x="500936" y="606156"/>
                  </a:lnTo>
                  <a:lnTo>
                    <a:pt x="501618" y="602569"/>
                  </a:lnTo>
                  <a:lnTo>
                    <a:pt x="502268" y="598982"/>
                  </a:lnTo>
                  <a:lnTo>
                    <a:pt x="502887" y="595396"/>
                  </a:lnTo>
                  <a:lnTo>
                    <a:pt x="503477" y="591809"/>
                  </a:lnTo>
                  <a:lnTo>
                    <a:pt x="504031" y="588222"/>
                  </a:lnTo>
                  <a:lnTo>
                    <a:pt x="504554" y="584635"/>
                  </a:lnTo>
                  <a:lnTo>
                    <a:pt x="505049" y="581049"/>
                  </a:lnTo>
                  <a:lnTo>
                    <a:pt x="505518" y="577462"/>
                  </a:lnTo>
                  <a:lnTo>
                    <a:pt x="505963" y="573875"/>
                  </a:lnTo>
                  <a:lnTo>
                    <a:pt x="506379" y="570289"/>
                  </a:lnTo>
                  <a:lnTo>
                    <a:pt x="506769" y="566702"/>
                  </a:lnTo>
                  <a:lnTo>
                    <a:pt x="507139" y="563115"/>
                  </a:lnTo>
                  <a:lnTo>
                    <a:pt x="507489" y="559528"/>
                  </a:lnTo>
                  <a:lnTo>
                    <a:pt x="507819" y="555942"/>
                  </a:lnTo>
                  <a:lnTo>
                    <a:pt x="508131" y="552355"/>
                  </a:lnTo>
                  <a:lnTo>
                    <a:pt x="508423" y="548768"/>
                  </a:lnTo>
                  <a:lnTo>
                    <a:pt x="508701" y="545181"/>
                  </a:lnTo>
                  <a:lnTo>
                    <a:pt x="508966" y="541595"/>
                  </a:lnTo>
                  <a:lnTo>
                    <a:pt x="509219" y="538008"/>
                  </a:lnTo>
                  <a:lnTo>
                    <a:pt x="509459" y="534421"/>
                  </a:lnTo>
                  <a:lnTo>
                    <a:pt x="509688" y="530835"/>
                  </a:lnTo>
                  <a:lnTo>
                    <a:pt x="509909" y="527248"/>
                  </a:lnTo>
                  <a:lnTo>
                    <a:pt x="510122" y="523661"/>
                  </a:lnTo>
                  <a:lnTo>
                    <a:pt x="510328" y="520074"/>
                  </a:lnTo>
                  <a:lnTo>
                    <a:pt x="510527" y="516488"/>
                  </a:lnTo>
                  <a:lnTo>
                    <a:pt x="510721" y="512901"/>
                  </a:lnTo>
                  <a:lnTo>
                    <a:pt x="510911" y="509314"/>
                  </a:lnTo>
                  <a:lnTo>
                    <a:pt x="511097" y="505728"/>
                  </a:lnTo>
                  <a:lnTo>
                    <a:pt x="511280" y="502141"/>
                  </a:lnTo>
                  <a:lnTo>
                    <a:pt x="511460" y="498554"/>
                  </a:lnTo>
                  <a:lnTo>
                    <a:pt x="511637" y="494967"/>
                  </a:lnTo>
                  <a:lnTo>
                    <a:pt x="511813" y="491381"/>
                  </a:lnTo>
                  <a:lnTo>
                    <a:pt x="511987" y="487794"/>
                  </a:lnTo>
                  <a:lnTo>
                    <a:pt x="512161" y="484207"/>
                  </a:lnTo>
                  <a:lnTo>
                    <a:pt x="512333" y="480620"/>
                  </a:lnTo>
                  <a:lnTo>
                    <a:pt x="512504" y="477034"/>
                  </a:lnTo>
                  <a:lnTo>
                    <a:pt x="512675" y="473447"/>
                  </a:lnTo>
                  <a:lnTo>
                    <a:pt x="512845" y="469860"/>
                  </a:lnTo>
                  <a:lnTo>
                    <a:pt x="513015" y="466274"/>
                  </a:lnTo>
                  <a:lnTo>
                    <a:pt x="513185" y="462687"/>
                  </a:lnTo>
                  <a:lnTo>
                    <a:pt x="513354" y="459100"/>
                  </a:lnTo>
                  <a:lnTo>
                    <a:pt x="513524" y="455513"/>
                  </a:lnTo>
                  <a:lnTo>
                    <a:pt x="513693" y="451927"/>
                  </a:lnTo>
                  <a:lnTo>
                    <a:pt x="513863" y="448340"/>
                  </a:lnTo>
                  <a:lnTo>
                    <a:pt x="514032" y="444753"/>
                  </a:lnTo>
                  <a:lnTo>
                    <a:pt x="514203" y="441167"/>
                  </a:lnTo>
                  <a:lnTo>
                    <a:pt x="514373" y="437580"/>
                  </a:lnTo>
                  <a:lnTo>
                    <a:pt x="514545" y="433993"/>
                  </a:lnTo>
                  <a:lnTo>
                    <a:pt x="514717" y="430406"/>
                  </a:lnTo>
                  <a:lnTo>
                    <a:pt x="514891" y="426820"/>
                  </a:lnTo>
                  <a:lnTo>
                    <a:pt x="515066" y="423233"/>
                  </a:lnTo>
                  <a:lnTo>
                    <a:pt x="515242" y="419646"/>
                  </a:lnTo>
                  <a:lnTo>
                    <a:pt x="515420" y="416059"/>
                  </a:lnTo>
                  <a:lnTo>
                    <a:pt x="515600" y="412473"/>
                  </a:lnTo>
                  <a:lnTo>
                    <a:pt x="515782" y="408886"/>
                  </a:lnTo>
                  <a:lnTo>
                    <a:pt x="515966" y="405299"/>
                  </a:lnTo>
                  <a:lnTo>
                    <a:pt x="516153" y="401713"/>
                  </a:lnTo>
                  <a:lnTo>
                    <a:pt x="516342" y="398126"/>
                  </a:lnTo>
                  <a:lnTo>
                    <a:pt x="516533" y="394539"/>
                  </a:lnTo>
                  <a:lnTo>
                    <a:pt x="516726" y="390952"/>
                  </a:lnTo>
                  <a:lnTo>
                    <a:pt x="516922" y="387366"/>
                  </a:lnTo>
                  <a:lnTo>
                    <a:pt x="517120" y="383779"/>
                  </a:lnTo>
                  <a:lnTo>
                    <a:pt x="517320" y="380192"/>
                  </a:lnTo>
                  <a:lnTo>
                    <a:pt x="517522" y="376605"/>
                  </a:lnTo>
                  <a:lnTo>
                    <a:pt x="517726" y="373019"/>
                  </a:lnTo>
                  <a:lnTo>
                    <a:pt x="517932" y="369432"/>
                  </a:lnTo>
                  <a:lnTo>
                    <a:pt x="518138" y="365845"/>
                  </a:lnTo>
                  <a:lnTo>
                    <a:pt x="518345" y="362259"/>
                  </a:lnTo>
                  <a:lnTo>
                    <a:pt x="518553" y="358672"/>
                  </a:lnTo>
                  <a:lnTo>
                    <a:pt x="518761" y="355085"/>
                  </a:lnTo>
                  <a:lnTo>
                    <a:pt x="518968" y="351498"/>
                  </a:lnTo>
                  <a:lnTo>
                    <a:pt x="519174" y="347912"/>
                  </a:lnTo>
                  <a:lnTo>
                    <a:pt x="519379" y="344325"/>
                  </a:lnTo>
                  <a:lnTo>
                    <a:pt x="519583" y="340738"/>
                  </a:lnTo>
                  <a:lnTo>
                    <a:pt x="519785" y="337152"/>
                  </a:lnTo>
                  <a:lnTo>
                    <a:pt x="519983" y="333565"/>
                  </a:lnTo>
                  <a:lnTo>
                    <a:pt x="520179" y="329978"/>
                  </a:lnTo>
                  <a:lnTo>
                    <a:pt x="520372" y="326391"/>
                  </a:lnTo>
                  <a:lnTo>
                    <a:pt x="520561" y="322805"/>
                  </a:lnTo>
                  <a:lnTo>
                    <a:pt x="520747" y="319218"/>
                  </a:lnTo>
                  <a:lnTo>
                    <a:pt x="520928" y="315631"/>
                  </a:lnTo>
                  <a:lnTo>
                    <a:pt x="521105" y="312044"/>
                  </a:lnTo>
                  <a:lnTo>
                    <a:pt x="521277" y="308458"/>
                  </a:lnTo>
                  <a:lnTo>
                    <a:pt x="521446" y="304871"/>
                  </a:lnTo>
                  <a:lnTo>
                    <a:pt x="521610" y="301284"/>
                  </a:lnTo>
                  <a:lnTo>
                    <a:pt x="521768" y="297698"/>
                  </a:lnTo>
                  <a:lnTo>
                    <a:pt x="521922" y="294111"/>
                  </a:lnTo>
                  <a:lnTo>
                    <a:pt x="522071" y="290524"/>
                  </a:lnTo>
                  <a:lnTo>
                    <a:pt x="522216" y="286937"/>
                  </a:lnTo>
                  <a:lnTo>
                    <a:pt x="522357" y="283351"/>
                  </a:lnTo>
                  <a:lnTo>
                    <a:pt x="522493" y="279764"/>
                  </a:lnTo>
                  <a:lnTo>
                    <a:pt x="522624" y="276177"/>
                  </a:lnTo>
                  <a:lnTo>
                    <a:pt x="522751" y="272590"/>
                  </a:lnTo>
                  <a:lnTo>
                    <a:pt x="522875" y="269004"/>
                  </a:lnTo>
                  <a:lnTo>
                    <a:pt x="522995" y="265417"/>
                  </a:lnTo>
                  <a:lnTo>
                    <a:pt x="523111" y="261830"/>
                  </a:lnTo>
                  <a:lnTo>
                    <a:pt x="523223" y="258244"/>
                  </a:lnTo>
                  <a:lnTo>
                    <a:pt x="523332" y="254657"/>
                  </a:lnTo>
                  <a:lnTo>
                    <a:pt x="523439" y="251070"/>
                  </a:lnTo>
                  <a:lnTo>
                    <a:pt x="523543" y="247483"/>
                  </a:lnTo>
                  <a:lnTo>
                    <a:pt x="523644" y="243897"/>
                  </a:lnTo>
                  <a:lnTo>
                    <a:pt x="523742" y="240310"/>
                  </a:lnTo>
                  <a:lnTo>
                    <a:pt x="523839" y="236723"/>
                  </a:lnTo>
                  <a:lnTo>
                    <a:pt x="523933" y="233137"/>
                  </a:lnTo>
                  <a:lnTo>
                    <a:pt x="524026" y="229550"/>
                  </a:lnTo>
                  <a:lnTo>
                    <a:pt x="524117" y="225963"/>
                  </a:lnTo>
                  <a:lnTo>
                    <a:pt x="524207" y="222376"/>
                  </a:lnTo>
                  <a:lnTo>
                    <a:pt x="524295" y="218790"/>
                  </a:lnTo>
                  <a:lnTo>
                    <a:pt x="524383" y="215203"/>
                  </a:lnTo>
                  <a:lnTo>
                    <a:pt x="524469" y="211616"/>
                  </a:lnTo>
                  <a:lnTo>
                    <a:pt x="524555" y="208029"/>
                  </a:lnTo>
                  <a:lnTo>
                    <a:pt x="524639" y="204443"/>
                  </a:lnTo>
                  <a:lnTo>
                    <a:pt x="524723" y="200856"/>
                  </a:lnTo>
                  <a:lnTo>
                    <a:pt x="524806" y="197269"/>
                  </a:lnTo>
                  <a:lnTo>
                    <a:pt x="524889" y="193683"/>
                  </a:lnTo>
                  <a:lnTo>
                    <a:pt x="524971" y="190096"/>
                  </a:lnTo>
                  <a:lnTo>
                    <a:pt x="525053" y="186509"/>
                  </a:lnTo>
                  <a:lnTo>
                    <a:pt x="525134" y="182922"/>
                  </a:lnTo>
                  <a:lnTo>
                    <a:pt x="525214" y="179336"/>
                  </a:lnTo>
                  <a:lnTo>
                    <a:pt x="525294" y="175749"/>
                  </a:lnTo>
                  <a:lnTo>
                    <a:pt x="525373" y="172162"/>
                  </a:lnTo>
                  <a:lnTo>
                    <a:pt x="525451" y="168576"/>
                  </a:lnTo>
                  <a:lnTo>
                    <a:pt x="525528" y="164989"/>
                  </a:lnTo>
                  <a:lnTo>
                    <a:pt x="525604" y="161402"/>
                  </a:lnTo>
                  <a:lnTo>
                    <a:pt x="525679" y="157815"/>
                  </a:lnTo>
                  <a:lnTo>
                    <a:pt x="525753" y="154229"/>
                  </a:lnTo>
                  <a:lnTo>
                    <a:pt x="525825" y="150642"/>
                  </a:lnTo>
                  <a:lnTo>
                    <a:pt x="525895" y="147055"/>
                  </a:lnTo>
                  <a:lnTo>
                    <a:pt x="525964" y="143468"/>
                  </a:lnTo>
                  <a:lnTo>
                    <a:pt x="526030" y="139882"/>
                  </a:lnTo>
                  <a:lnTo>
                    <a:pt x="526095" y="136295"/>
                  </a:lnTo>
                  <a:lnTo>
                    <a:pt x="526158" y="132708"/>
                  </a:lnTo>
                  <a:lnTo>
                    <a:pt x="526218" y="129122"/>
                  </a:lnTo>
                  <a:lnTo>
                    <a:pt x="526275" y="125535"/>
                  </a:lnTo>
                  <a:lnTo>
                    <a:pt x="526331" y="121948"/>
                  </a:lnTo>
                  <a:lnTo>
                    <a:pt x="526384" y="118361"/>
                  </a:lnTo>
                  <a:lnTo>
                    <a:pt x="526434" y="114775"/>
                  </a:lnTo>
                  <a:lnTo>
                    <a:pt x="526481" y="111188"/>
                  </a:lnTo>
                  <a:lnTo>
                    <a:pt x="526526" y="107601"/>
                  </a:lnTo>
                  <a:lnTo>
                    <a:pt x="526568" y="104014"/>
                  </a:lnTo>
                  <a:lnTo>
                    <a:pt x="526608" y="100428"/>
                  </a:lnTo>
                  <a:lnTo>
                    <a:pt x="526644" y="96841"/>
                  </a:lnTo>
                  <a:lnTo>
                    <a:pt x="526678" y="93254"/>
                  </a:lnTo>
                  <a:lnTo>
                    <a:pt x="526710" y="89668"/>
                  </a:lnTo>
                  <a:lnTo>
                    <a:pt x="526740" y="86081"/>
                  </a:lnTo>
                  <a:lnTo>
                    <a:pt x="526767" y="82494"/>
                  </a:lnTo>
                  <a:lnTo>
                    <a:pt x="526791" y="78907"/>
                  </a:lnTo>
                  <a:lnTo>
                    <a:pt x="526813" y="75321"/>
                  </a:lnTo>
                  <a:lnTo>
                    <a:pt x="526834" y="71734"/>
                  </a:lnTo>
                  <a:lnTo>
                    <a:pt x="526852" y="68147"/>
                  </a:lnTo>
                  <a:lnTo>
                    <a:pt x="526869" y="64561"/>
                  </a:lnTo>
                  <a:lnTo>
                    <a:pt x="526884" y="60974"/>
                  </a:lnTo>
                  <a:lnTo>
                    <a:pt x="526897" y="57387"/>
                  </a:lnTo>
                  <a:lnTo>
                    <a:pt x="526909" y="53800"/>
                  </a:lnTo>
                  <a:lnTo>
                    <a:pt x="526920" y="50214"/>
                  </a:lnTo>
                  <a:lnTo>
                    <a:pt x="526929" y="46627"/>
                  </a:lnTo>
                  <a:lnTo>
                    <a:pt x="526937" y="43040"/>
                  </a:lnTo>
                  <a:lnTo>
                    <a:pt x="526944" y="39453"/>
                  </a:lnTo>
                  <a:lnTo>
                    <a:pt x="526950" y="35867"/>
                  </a:lnTo>
                  <a:lnTo>
                    <a:pt x="526956" y="32280"/>
                  </a:lnTo>
                  <a:lnTo>
                    <a:pt x="526961" y="28693"/>
                  </a:lnTo>
                  <a:lnTo>
                    <a:pt x="526965" y="25107"/>
                  </a:lnTo>
                  <a:lnTo>
                    <a:pt x="526968" y="21520"/>
                  </a:lnTo>
                  <a:lnTo>
                    <a:pt x="526971" y="17933"/>
                  </a:lnTo>
                  <a:lnTo>
                    <a:pt x="526974" y="14346"/>
                  </a:lnTo>
                  <a:lnTo>
                    <a:pt x="526976" y="10760"/>
                  </a:lnTo>
                  <a:lnTo>
                    <a:pt x="526978" y="7173"/>
                  </a:lnTo>
                  <a:lnTo>
                    <a:pt x="526979" y="3586"/>
                  </a:lnTo>
                  <a:lnTo>
                    <a:pt x="526992" y="0"/>
                  </a:lnTo>
                  <a:lnTo>
                    <a:pt x="526994" y="3586"/>
                  </a:lnTo>
                  <a:lnTo>
                    <a:pt x="526995" y="7173"/>
                  </a:lnTo>
                  <a:lnTo>
                    <a:pt x="526997" y="10760"/>
                  </a:lnTo>
                  <a:lnTo>
                    <a:pt x="526999" y="14346"/>
                  </a:lnTo>
                  <a:lnTo>
                    <a:pt x="527002" y="17933"/>
                  </a:lnTo>
                  <a:lnTo>
                    <a:pt x="527005" y="21520"/>
                  </a:lnTo>
                  <a:lnTo>
                    <a:pt x="527008" y="25107"/>
                  </a:lnTo>
                  <a:lnTo>
                    <a:pt x="527012" y="28693"/>
                  </a:lnTo>
                  <a:lnTo>
                    <a:pt x="527017" y="32280"/>
                  </a:lnTo>
                  <a:lnTo>
                    <a:pt x="527022" y="35867"/>
                  </a:lnTo>
                  <a:lnTo>
                    <a:pt x="527029" y="39453"/>
                  </a:lnTo>
                  <a:lnTo>
                    <a:pt x="527036" y="43040"/>
                  </a:lnTo>
                  <a:lnTo>
                    <a:pt x="527044" y="46627"/>
                  </a:lnTo>
                  <a:lnTo>
                    <a:pt x="527053" y="50214"/>
                  </a:lnTo>
                  <a:lnTo>
                    <a:pt x="527064" y="53800"/>
                  </a:lnTo>
                  <a:lnTo>
                    <a:pt x="527076" y="57387"/>
                  </a:lnTo>
                  <a:lnTo>
                    <a:pt x="527089" y="60974"/>
                  </a:lnTo>
                  <a:lnTo>
                    <a:pt x="527104" y="64561"/>
                  </a:lnTo>
                  <a:lnTo>
                    <a:pt x="527120" y="68147"/>
                  </a:lnTo>
                  <a:lnTo>
                    <a:pt x="527139" y="71734"/>
                  </a:lnTo>
                  <a:lnTo>
                    <a:pt x="527159" y="75321"/>
                  </a:lnTo>
                  <a:lnTo>
                    <a:pt x="527182" y="78907"/>
                  </a:lnTo>
                  <a:lnTo>
                    <a:pt x="527206" y="82494"/>
                  </a:lnTo>
                  <a:lnTo>
                    <a:pt x="527233" y="86081"/>
                  </a:lnTo>
                  <a:lnTo>
                    <a:pt x="527263" y="89668"/>
                  </a:lnTo>
                  <a:lnTo>
                    <a:pt x="527294" y="93254"/>
                  </a:lnTo>
                  <a:lnTo>
                    <a:pt x="527328" y="96841"/>
                  </a:lnTo>
                  <a:lnTo>
                    <a:pt x="527365" y="100428"/>
                  </a:lnTo>
                  <a:lnTo>
                    <a:pt x="527405" y="104014"/>
                  </a:lnTo>
                  <a:lnTo>
                    <a:pt x="527447" y="107601"/>
                  </a:lnTo>
                  <a:lnTo>
                    <a:pt x="527492" y="111188"/>
                  </a:lnTo>
                  <a:lnTo>
                    <a:pt x="527539" y="114775"/>
                  </a:lnTo>
                  <a:lnTo>
                    <a:pt x="527589" y="118361"/>
                  </a:lnTo>
                  <a:lnTo>
                    <a:pt x="527642" y="121948"/>
                  </a:lnTo>
                  <a:lnTo>
                    <a:pt x="527697" y="125535"/>
                  </a:lnTo>
                  <a:lnTo>
                    <a:pt x="527755" y="129122"/>
                  </a:lnTo>
                  <a:lnTo>
                    <a:pt x="527815" y="132708"/>
                  </a:lnTo>
                  <a:lnTo>
                    <a:pt x="527877" y="136295"/>
                  </a:lnTo>
                  <a:lnTo>
                    <a:pt x="527942" y="139882"/>
                  </a:lnTo>
                  <a:lnTo>
                    <a:pt x="528009" y="143468"/>
                  </a:lnTo>
                  <a:lnTo>
                    <a:pt x="528078" y="147055"/>
                  </a:lnTo>
                  <a:lnTo>
                    <a:pt x="528148" y="150642"/>
                  </a:lnTo>
                  <a:lnTo>
                    <a:pt x="528220" y="154229"/>
                  </a:lnTo>
                  <a:lnTo>
                    <a:pt x="528294" y="157815"/>
                  </a:lnTo>
                  <a:lnTo>
                    <a:pt x="528369" y="161402"/>
                  </a:lnTo>
                  <a:lnTo>
                    <a:pt x="528445" y="164989"/>
                  </a:lnTo>
                  <a:lnTo>
                    <a:pt x="528522" y="168576"/>
                  </a:lnTo>
                  <a:lnTo>
                    <a:pt x="528600" y="172162"/>
                  </a:lnTo>
                  <a:lnTo>
                    <a:pt x="528679" y="175749"/>
                  </a:lnTo>
                  <a:lnTo>
                    <a:pt x="528759" y="179336"/>
                  </a:lnTo>
                  <a:lnTo>
                    <a:pt x="528839" y="182922"/>
                  </a:lnTo>
                  <a:lnTo>
                    <a:pt x="528920" y="186509"/>
                  </a:lnTo>
                  <a:lnTo>
                    <a:pt x="529001" y="190096"/>
                  </a:lnTo>
                  <a:lnTo>
                    <a:pt x="529084" y="193683"/>
                  </a:lnTo>
                  <a:lnTo>
                    <a:pt x="529166" y="197269"/>
                  </a:lnTo>
                  <a:lnTo>
                    <a:pt x="529250" y="200856"/>
                  </a:lnTo>
                  <a:lnTo>
                    <a:pt x="529334" y="204443"/>
                  </a:lnTo>
                  <a:lnTo>
                    <a:pt x="529418" y="208029"/>
                  </a:lnTo>
                  <a:lnTo>
                    <a:pt x="529504" y="211616"/>
                  </a:lnTo>
                  <a:lnTo>
                    <a:pt x="529590" y="215203"/>
                  </a:lnTo>
                  <a:lnTo>
                    <a:pt x="529677" y="218790"/>
                  </a:lnTo>
                  <a:lnTo>
                    <a:pt x="529766" y="222376"/>
                  </a:lnTo>
                  <a:lnTo>
                    <a:pt x="529855" y="225963"/>
                  </a:lnTo>
                  <a:lnTo>
                    <a:pt x="529946" y="229550"/>
                  </a:lnTo>
                  <a:lnTo>
                    <a:pt x="530039" y="233137"/>
                  </a:lnTo>
                  <a:lnTo>
                    <a:pt x="530134" y="236723"/>
                  </a:lnTo>
                  <a:lnTo>
                    <a:pt x="530230" y="240310"/>
                  </a:lnTo>
                  <a:lnTo>
                    <a:pt x="530329" y="243897"/>
                  </a:lnTo>
                  <a:lnTo>
                    <a:pt x="530430" y="247483"/>
                  </a:lnTo>
                  <a:lnTo>
                    <a:pt x="530534" y="251070"/>
                  </a:lnTo>
                  <a:lnTo>
                    <a:pt x="530640" y="254657"/>
                  </a:lnTo>
                  <a:lnTo>
                    <a:pt x="530750" y="258244"/>
                  </a:lnTo>
                  <a:lnTo>
                    <a:pt x="530862" y="261830"/>
                  </a:lnTo>
                  <a:lnTo>
                    <a:pt x="530978" y="265417"/>
                  </a:lnTo>
                  <a:lnTo>
                    <a:pt x="531098" y="269004"/>
                  </a:lnTo>
                  <a:lnTo>
                    <a:pt x="531221" y="272590"/>
                  </a:lnTo>
                  <a:lnTo>
                    <a:pt x="531349" y="276177"/>
                  </a:lnTo>
                  <a:lnTo>
                    <a:pt x="531480" y="279764"/>
                  </a:lnTo>
                  <a:lnTo>
                    <a:pt x="531616" y="283351"/>
                  </a:lnTo>
                  <a:lnTo>
                    <a:pt x="531756" y="286937"/>
                  </a:lnTo>
                  <a:lnTo>
                    <a:pt x="531901" y="290524"/>
                  </a:lnTo>
                  <a:lnTo>
                    <a:pt x="532051" y="294111"/>
                  </a:lnTo>
                  <a:lnTo>
                    <a:pt x="532204" y="297698"/>
                  </a:lnTo>
                  <a:lnTo>
                    <a:pt x="532363" y="301284"/>
                  </a:lnTo>
                  <a:lnTo>
                    <a:pt x="532527" y="304871"/>
                  </a:lnTo>
                  <a:lnTo>
                    <a:pt x="532695" y="308458"/>
                  </a:lnTo>
                  <a:lnTo>
                    <a:pt x="532868" y="312044"/>
                  </a:lnTo>
                  <a:lnTo>
                    <a:pt x="533045" y="315631"/>
                  </a:lnTo>
                  <a:lnTo>
                    <a:pt x="533226" y="319218"/>
                  </a:lnTo>
                  <a:lnTo>
                    <a:pt x="533412" y="322805"/>
                  </a:lnTo>
                  <a:lnTo>
                    <a:pt x="533601" y="326391"/>
                  </a:lnTo>
                  <a:lnTo>
                    <a:pt x="533794" y="329978"/>
                  </a:lnTo>
                  <a:lnTo>
                    <a:pt x="533989" y="333565"/>
                  </a:lnTo>
                  <a:lnTo>
                    <a:pt x="534188" y="337152"/>
                  </a:lnTo>
                  <a:lnTo>
                    <a:pt x="534390" y="340738"/>
                  </a:lnTo>
                  <a:lnTo>
                    <a:pt x="534593" y="344325"/>
                  </a:lnTo>
                  <a:lnTo>
                    <a:pt x="534798" y="347912"/>
                  </a:lnTo>
                  <a:lnTo>
                    <a:pt x="535005" y="351498"/>
                  </a:lnTo>
                  <a:lnTo>
                    <a:pt x="535212" y="355085"/>
                  </a:lnTo>
                  <a:lnTo>
                    <a:pt x="535420" y="358672"/>
                  </a:lnTo>
                  <a:lnTo>
                    <a:pt x="535627" y="362259"/>
                  </a:lnTo>
                  <a:lnTo>
                    <a:pt x="535835" y="365845"/>
                  </a:lnTo>
                  <a:lnTo>
                    <a:pt x="536041" y="369432"/>
                  </a:lnTo>
                  <a:lnTo>
                    <a:pt x="536246" y="373019"/>
                  </a:lnTo>
                  <a:lnTo>
                    <a:pt x="536450" y="376605"/>
                  </a:lnTo>
                  <a:lnTo>
                    <a:pt x="536652" y="380192"/>
                  </a:lnTo>
                  <a:lnTo>
                    <a:pt x="536853" y="383779"/>
                  </a:lnTo>
                  <a:lnTo>
                    <a:pt x="537051" y="387366"/>
                  </a:lnTo>
                  <a:lnTo>
                    <a:pt x="537247" y="390952"/>
                  </a:lnTo>
                  <a:lnTo>
                    <a:pt x="537440" y="394539"/>
                  </a:lnTo>
                  <a:lnTo>
                    <a:pt x="537631" y="398126"/>
                  </a:lnTo>
                  <a:lnTo>
                    <a:pt x="537820" y="401713"/>
                  </a:lnTo>
                  <a:lnTo>
                    <a:pt x="538006" y="405299"/>
                  </a:lnTo>
                  <a:lnTo>
                    <a:pt x="538191" y="408886"/>
                  </a:lnTo>
                  <a:lnTo>
                    <a:pt x="538372" y="412473"/>
                  </a:lnTo>
                  <a:lnTo>
                    <a:pt x="538552" y="416059"/>
                  </a:lnTo>
                  <a:lnTo>
                    <a:pt x="538730" y="419646"/>
                  </a:lnTo>
                  <a:lnTo>
                    <a:pt x="538907" y="423233"/>
                  </a:lnTo>
                  <a:lnTo>
                    <a:pt x="539082" y="426820"/>
                  </a:lnTo>
                  <a:lnTo>
                    <a:pt x="539255" y="430406"/>
                  </a:lnTo>
                  <a:lnTo>
                    <a:pt x="539428" y="433993"/>
                  </a:lnTo>
                  <a:lnTo>
                    <a:pt x="539599" y="437580"/>
                  </a:lnTo>
                  <a:lnTo>
                    <a:pt x="539770" y="441167"/>
                  </a:lnTo>
                  <a:lnTo>
                    <a:pt x="539940" y="444753"/>
                  </a:lnTo>
                  <a:lnTo>
                    <a:pt x="540110" y="448340"/>
                  </a:lnTo>
                  <a:lnTo>
                    <a:pt x="540280" y="451927"/>
                  </a:lnTo>
                  <a:lnTo>
                    <a:pt x="540449" y="455513"/>
                  </a:lnTo>
                  <a:lnTo>
                    <a:pt x="540618" y="459100"/>
                  </a:lnTo>
                  <a:lnTo>
                    <a:pt x="540788" y="462687"/>
                  </a:lnTo>
                  <a:lnTo>
                    <a:pt x="540957" y="466274"/>
                  </a:lnTo>
                  <a:lnTo>
                    <a:pt x="541127" y="469860"/>
                  </a:lnTo>
                  <a:lnTo>
                    <a:pt x="541298" y="473447"/>
                  </a:lnTo>
                  <a:lnTo>
                    <a:pt x="541468" y="477034"/>
                  </a:lnTo>
                  <a:lnTo>
                    <a:pt x="541640" y="480620"/>
                  </a:lnTo>
                  <a:lnTo>
                    <a:pt x="541812" y="484207"/>
                  </a:lnTo>
                  <a:lnTo>
                    <a:pt x="541985" y="487794"/>
                  </a:lnTo>
                  <a:lnTo>
                    <a:pt x="542160" y="491381"/>
                  </a:lnTo>
                  <a:lnTo>
                    <a:pt x="542336" y="494967"/>
                  </a:lnTo>
                  <a:lnTo>
                    <a:pt x="542513" y="498554"/>
                  </a:lnTo>
                  <a:lnTo>
                    <a:pt x="542693" y="502141"/>
                  </a:lnTo>
                  <a:lnTo>
                    <a:pt x="542876" y="505728"/>
                  </a:lnTo>
                  <a:lnTo>
                    <a:pt x="543062" y="509314"/>
                  </a:lnTo>
                  <a:lnTo>
                    <a:pt x="543252" y="512901"/>
                  </a:lnTo>
                  <a:lnTo>
                    <a:pt x="543445" y="516488"/>
                  </a:lnTo>
                  <a:lnTo>
                    <a:pt x="543645" y="520074"/>
                  </a:lnTo>
                  <a:lnTo>
                    <a:pt x="543851" y="523661"/>
                  </a:lnTo>
                  <a:lnTo>
                    <a:pt x="544064" y="527248"/>
                  </a:lnTo>
                  <a:lnTo>
                    <a:pt x="544285" y="530835"/>
                  </a:lnTo>
                  <a:lnTo>
                    <a:pt x="544513" y="534421"/>
                  </a:lnTo>
                  <a:lnTo>
                    <a:pt x="544754" y="538008"/>
                  </a:lnTo>
                  <a:lnTo>
                    <a:pt x="545007" y="541595"/>
                  </a:lnTo>
                  <a:lnTo>
                    <a:pt x="545271" y="545181"/>
                  </a:lnTo>
                  <a:lnTo>
                    <a:pt x="545550" y="548768"/>
                  </a:lnTo>
                  <a:lnTo>
                    <a:pt x="545842" y="552355"/>
                  </a:lnTo>
                  <a:lnTo>
                    <a:pt x="546153" y="555942"/>
                  </a:lnTo>
                  <a:lnTo>
                    <a:pt x="546484" y="559528"/>
                  </a:lnTo>
                  <a:lnTo>
                    <a:pt x="546834" y="563115"/>
                  </a:lnTo>
                  <a:lnTo>
                    <a:pt x="547203" y="566702"/>
                  </a:lnTo>
                  <a:lnTo>
                    <a:pt x="547594" y="570289"/>
                  </a:lnTo>
                  <a:lnTo>
                    <a:pt x="548010" y="573875"/>
                  </a:lnTo>
                  <a:lnTo>
                    <a:pt x="548454" y="577462"/>
                  </a:lnTo>
                  <a:lnTo>
                    <a:pt x="548924" y="581049"/>
                  </a:lnTo>
                  <a:lnTo>
                    <a:pt x="549419" y="584635"/>
                  </a:lnTo>
                  <a:lnTo>
                    <a:pt x="549941" y="588222"/>
                  </a:lnTo>
                  <a:lnTo>
                    <a:pt x="550496" y="591809"/>
                  </a:lnTo>
                  <a:lnTo>
                    <a:pt x="551085" y="595396"/>
                  </a:lnTo>
                  <a:lnTo>
                    <a:pt x="551705" y="598982"/>
                  </a:lnTo>
                  <a:lnTo>
                    <a:pt x="552355" y="602569"/>
                  </a:lnTo>
                  <a:lnTo>
                    <a:pt x="553037" y="606156"/>
                  </a:lnTo>
                  <a:lnTo>
                    <a:pt x="553755" y="609743"/>
                  </a:lnTo>
                  <a:lnTo>
                    <a:pt x="554512" y="613329"/>
                  </a:lnTo>
                  <a:lnTo>
                    <a:pt x="555302" y="616916"/>
                  </a:lnTo>
                  <a:lnTo>
                    <a:pt x="556125" y="620503"/>
                  </a:lnTo>
                  <a:lnTo>
                    <a:pt x="556981" y="624089"/>
                  </a:lnTo>
                  <a:lnTo>
                    <a:pt x="557874" y="627676"/>
                  </a:lnTo>
                  <a:lnTo>
                    <a:pt x="558808" y="631263"/>
                  </a:lnTo>
                  <a:lnTo>
                    <a:pt x="559773" y="634850"/>
                  </a:lnTo>
                  <a:lnTo>
                    <a:pt x="560772" y="638436"/>
                  </a:lnTo>
                  <a:lnTo>
                    <a:pt x="561802" y="642023"/>
                  </a:lnTo>
                  <a:lnTo>
                    <a:pt x="562866" y="645610"/>
                  </a:lnTo>
                  <a:lnTo>
                    <a:pt x="563967" y="649196"/>
                  </a:lnTo>
                  <a:lnTo>
                    <a:pt x="565096" y="652783"/>
                  </a:lnTo>
                  <a:lnTo>
                    <a:pt x="566254" y="656370"/>
                  </a:lnTo>
                  <a:lnTo>
                    <a:pt x="567438" y="659957"/>
                  </a:lnTo>
                  <a:lnTo>
                    <a:pt x="568650" y="663543"/>
                  </a:lnTo>
                  <a:lnTo>
                    <a:pt x="569891" y="667130"/>
                  </a:lnTo>
                  <a:lnTo>
                    <a:pt x="571153" y="670717"/>
                  </a:lnTo>
                  <a:lnTo>
                    <a:pt x="572435" y="674304"/>
                  </a:lnTo>
                  <a:lnTo>
                    <a:pt x="573736" y="677890"/>
                  </a:lnTo>
                  <a:lnTo>
                    <a:pt x="575054" y="681477"/>
                  </a:lnTo>
                  <a:lnTo>
                    <a:pt x="576389" y="685064"/>
                  </a:lnTo>
                  <a:lnTo>
                    <a:pt x="577735" y="688650"/>
                  </a:lnTo>
                  <a:lnTo>
                    <a:pt x="579090" y="692237"/>
                  </a:lnTo>
                  <a:lnTo>
                    <a:pt x="580452" y="695824"/>
                  </a:lnTo>
                  <a:lnTo>
                    <a:pt x="581820" y="699411"/>
                  </a:lnTo>
                  <a:lnTo>
                    <a:pt x="583191" y="702997"/>
                  </a:lnTo>
                  <a:lnTo>
                    <a:pt x="584561" y="706584"/>
                  </a:lnTo>
                  <a:lnTo>
                    <a:pt x="585928" y="710171"/>
                  </a:lnTo>
                  <a:lnTo>
                    <a:pt x="587291" y="713758"/>
                  </a:lnTo>
                  <a:lnTo>
                    <a:pt x="588648" y="717344"/>
                  </a:lnTo>
                  <a:lnTo>
                    <a:pt x="589992" y="720931"/>
                  </a:lnTo>
                  <a:lnTo>
                    <a:pt x="591326" y="724518"/>
                  </a:lnTo>
                  <a:lnTo>
                    <a:pt x="592646" y="728104"/>
                  </a:lnTo>
                  <a:lnTo>
                    <a:pt x="593951" y="731691"/>
                  </a:lnTo>
                  <a:lnTo>
                    <a:pt x="595240" y="735278"/>
                  </a:lnTo>
                  <a:lnTo>
                    <a:pt x="596505" y="738865"/>
                  </a:lnTo>
                  <a:lnTo>
                    <a:pt x="597751" y="742451"/>
                  </a:lnTo>
                  <a:lnTo>
                    <a:pt x="598975" y="746038"/>
                  </a:lnTo>
                  <a:lnTo>
                    <a:pt x="600178" y="749625"/>
                  </a:lnTo>
                  <a:lnTo>
                    <a:pt x="601357" y="753211"/>
                  </a:lnTo>
                  <a:lnTo>
                    <a:pt x="602505" y="756798"/>
                  </a:lnTo>
                  <a:lnTo>
                    <a:pt x="603627" y="760385"/>
                  </a:lnTo>
                  <a:lnTo>
                    <a:pt x="604724" y="763972"/>
                  </a:lnTo>
                  <a:lnTo>
                    <a:pt x="605794" y="767558"/>
                  </a:lnTo>
                  <a:lnTo>
                    <a:pt x="606838" y="771145"/>
                  </a:lnTo>
                  <a:lnTo>
                    <a:pt x="607846" y="774732"/>
                  </a:lnTo>
                  <a:lnTo>
                    <a:pt x="608826" y="778319"/>
                  </a:lnTo>
                  <a:lnTo>
                    <a:pt x="609778" y="781905"/>
                  </a:lnTo>
                  <a:lnTo>
                    <a:pt x="610702" y="785492"/>
                  </a:lnTo>
                  <a:lnTo>
                    <a:pt x="611598" y="789079"/>
                  </a:lnTo>
                  <a:lnTo>
                    <a:pt x="612458" y="792665"/>
                  </a:lnTo>
                  <a:lnTo>
                    <a:pt x="613289" y="796252"/>
                  </a:lnTo>
                  <a:lnTo>
                    <a:pt x="614092" y="799839"/>
                  </a:lnTo>
                  <a:lnTo>
                    <a:pt x="614867" y="803426"/>
                  </a:lnTo>
                  <a:lnTo>
                    <a:pt x="615615" y="807012"/>
                  </a:lnTo>
                  <a:lnTo>
                    <a:pt x="616327" y="810599"/>
                  </a:lnTo>
                  <a:lnTo>
                    <a:pt x="617012" y="814186"/>
                  </a:lnTo>
                  <a:lnTo>
                    <a:pt x="617670" y="817772"/>
                  </a:lnTo>
                  <a:lnTo>
                    <a:pt x="618301" y="821359"/>
                  </a:lnTo>
                  <a:lnTo>
                    <a:pt x="618907" y="824946"/>
                  </a:lnTo>
                  <a:lnTo>
                    <a:pt x="619482" y="828533"/>
                  </a:lnTo>
                  <a:lnTo>
                    <a:pt x="620031" y="832119"/>
                  </a:lnTo>
                  <a:lnTo>
                    <a:pt x="620556" y="835706"/>
                  </a:lnTo>
                  <a:lnTo>
                    <a:pt x="621058" y="839293"/>
                  </a:lnTo>
                  <a:lnTo>
                    <a:pt x="621537" y="842880"/>
                  </a:lnTo>
                  <a:lnTo>
                    <a:pt x="621990" y="846466"/>
                  </a:lnTo>
                  <a:lnTo>
                    <a:pt x="622422" y="850053"/>
                  </a:lnTo>
                  <a:lnTo>
                    <a:pt x="622833" y="853640"/>
                  </a:lnTo>
                  <a:lnTo>
                    <a:pt x="623227" y="857226"/>
                  </a:lnTo>
                  <a:lnTo>
                    <a:pt x="623602" y="860813"/>
                  </a:lnTo>
                  <a:lnTo>
                    <a:pt x="623958" y="864400"/>
                  </a:lnTo>
                  <a:lnTo>
                    <a:pt x="624297" y="867987"/>
                  </a:lnTo>
                  <a:lnTo>
                    <a:pt x="624622" y="871573"/>
                  </a:lnTo>
                  <a:lnTo>
                    <a:pt x="624935" y="875160"/>
                  </a:lnTo>
                  <a:lnTo>
                    <a:pt x="625236" y="878747"/>
                  </a:lnTo>
                  <a:lnTo>
                    <a:pt x="625524" y="882334"/>
                  </a:lnTo>
                  <a:lnTo>
                    <a:pt x="625803" y="885920"/>
                  </a:lnTo>
                  <a:lnTo>
                    <a:pt x="626075" y="889507"/>
                  </a:lnTo>
                  <a:lnTo>
                    <a:pt x="626341" y="893094"/>
                  </a:lnTo>
                  <a:lnTo>
                    <a:pt x="626602" y="896680"/>
                  </a:lnTo>
                  <a:lnTo>
                    <a:pt x="626859" y="900267"/>
                  </a:lnTo>
                  <a:lnTo>
                    <a:pt x="627115" y="903854"/>
                  </a:lnTo>
                  <a:lnTo>
                    <a:pt x="627370" y="907441"/>
                  </a:lnTo>
                  <a:lnTo>
                    <a:pt x="627627" y="911027"/>
                  </a:lnTo>
                  <a:lnTo>
                    <a:pt x="627885" y="914614"/>
                  </a:lnTo>
                  <a:lnTo>
                    <a:pt x="628148" y="918201"/>
                  </a:lnTo>
                  <a:lnTo>
                    <a:pt x="628417" y="921787"/>
                  </a:lnTo>
                  <a:lnTo>
                    <a:pt x="628692" y="925374"/>
                  </a:lnTo>
                  <a:lnTo>
                    <a:pt x="628974" y="928961"/>
                  </a:lnTo>
                  <a:lnTo>
                    <a:pt x="629263" y="932548"/>
                  </a:lnTo>
                  <a:lnTo>
                    <a:pt x="629563" y="936134"/>
                  </a:lnTo>
                  <a:lnTo>
                    <a:pt x="629874" y="939721"/>
                  </a:lnTo>
                  <a:lnTo>
                    <a:pt x="630194" y="943308"/>
                  </a:lnTo>
                  <a:lnTo>
                    <a:pt x="630525" y="946895"/>
                  </a:lnTo>
                  <a:lnTo>
                    <a:pt x="630865" y="950481"/>
                  </a:lnTo>
                  <a:lnTo>
                    <a:pt x="631218" y="954068"/>
                  </a:lnTo>
                  <a:lnTo>
                    <a:pt x="631582" y="957655"/>
                  </a:lnTo>
                  <a:lnTo>
                    <a:pt x="631956" y="961241"/>
                  </a:lnTo>
                  <a:lnTo>
                    <a:pt x="632339" y="964828"/>
                  </a:lnTo>
                  <a:lnTo>
                    <a:pt x="632731" y="968415"/>
                  </a:lnTo>
                  <a:lnTo>
                    <a:pt x="633132" y="972002"/>
                  </a:lnTo>
                  <a:lnTo>
                    <a:pt x="633541" y="975588"/>
                  </a:lnTo>
                  <a:lnTo>
                    <a:pt x="633957" y="979175"/>
                  </a:lnTo>
                  <a:lnTo>
                    <a:pt x="634377" y="982762"/>
                  </a:lnTo>
                  <a:lnTo>
                    <a:pt x="634802" y="986348"/>
                  </a:lnTo>
                  <a:lnTo>
                    <a:pt x="635230" y="989935"/>
                  </a:lnTo>
                  <a:lnTo>
                    <a:pt x="635660" y="993522"/>
                  </a:lnTo>
                  <a:lnTo>
                    <a:pt x="636091" y="997109"/>
                  </a:lnTo>
                  <a:lnTo>
                    <a:pt x="636522" y="1000695"/>
                  </a:lnTo>
                  <a:lnTo>
                    <a:pt x="636951" y="1004282"/>
                  </a:lnTo>
                  <a:lnTo>
                    <a:pt x="637378" y="1007869"/>
                  </a:lnTo>
                  <a:lnTo>
                    <a:pt x="637802" y="1011456"/>
                  </a:lnTo>
                  <a:lnTo>
                    <a:pt x="638221" y="1015042"/>
                  </a:lnTo>
                  <a:lnTo>
                    <a:pt x="638636" y="1018629"/>
                  </a:lnTo>
                  <a:lnTo>
                    <a:pt x="639046" y="1022216"/>
                  </a:lnTo>
                  <a:lnTo>
                    <a:pt x="639450" y="1025802"/>
                  </a:lnTo>
                  <a:lnTo>
                    <a:pt x="639845" y="1029389"/>
                  </a:lnTo>
                  <a:lnTo>
                    <a:pt x="640234" y="1032976"/>
                  </a:lnTo>
                  <a:lnTo>
                    <a:pt x="640617" y="1036563"/>
                  </a:lnTo>
                  <a:lnTo>
                    <a:pt x="640648" y="1036862"/>
                  </a:lnTo>
                  <a:lnTo>
                    <a:pt x="640992" y="1040149"/>
                  </a:lnTo>
                  <a:lnTo>
                    <a:pt x="641359" y="1043736"/>
                  </a:lnTo>
                  <a:lnTo>
                    <a:pt x="641717" y="1047323"/>
                  </a:lnTo>
                  <a:lnTo>
                    <a:pt x="642068" y="1050910"/>
                  </a:lnTo>
                  <a:lnTo>
                    <a:pt x="642410" y="1054496"/>
                  </a:lnTo>
                  <a:lnTo>
                    <a:pt x="642745" y="1058083"/>
                  </a:lnTo>
                  <a:lnTo>
                    <a:pt x="643071" y="1061670"/>
                  </a:lnTo>
                  <a:lnTo>
                    <a:pt x="643387" y="1065256"/>
                  </a:lnTo>
                  <a:lnTo>
                    <a:pt x="643694" y="1068843"/>
                  </a:lnTo>
                  <a:lnTo>
                    <a:pt x="643992" y="1072430"/>
                  </a:lnTo>
                  <a:lnTo>
                    <a:pt x="644281" y="1076017"/>
                  </a:lnTo>
                  <a:lnTo>
                    <a:pt x="644561" y="1079603"/>
                  </a:lnTo>
                  <a:lnTo>
                    <a:pt x="644827" y="1083190"/>
                  </a:lnTo>
                  <a:lnTo>
                    <a:pt x="645083" y="1086777"/>
                  </a:lnTo>
                  <a:lnTo>
                    <a:pt x="645327" y="1090363"/>
                  </a:lnTo>
                  <a:lnTo>
                    <a:pt x="645560" y="1093950"/>
                  </a:lnTo>
                  <a:lnTo>
                    <a:pt x="645779" y="1097537"/>
                  </a:lnTo>
                  <a:lnTo>
                    <a:pt x="645981" y="1101124"/>
                  </a:lnTo>
                  <a:lnTo>
                    <a:pt x="646168" y="1104710"/>
                  </a:lnTo>
                  <a:lnTo>
                    <a:pt x="646339" y="1108297"/>
                  </a:lnTo>
                  <a:lnTo>
                    <a:pt x="646492" y="1111884"/>
                  </a:lnTo>
                  <a:lnTo>
                    <a:pt x="646629" y="1115471"/>
                  </a:lnTo>
                  <a:lnTo>
                    <a:pt x="646740" y="1119057"/>
                  </a:lnTo>
                  <a:lnTo>
                    <a:pt x="646829" y="1122644"/>
                  </a:lnTo>
                  <a:lnTo>
                    <a:pt x="646897" y="1126231"/>
                  </a:lnTo>
                  <a:lnTo>
                    <a:pt x="646942" y="1129817"/>
                  </a:lnTo>
                  <a:lnTo>
                    <a:pt x="646963" y="1133404"/>
                  </a:lnTo>
                  <a:lnTo>
                    <a:pt x="646950" y="1136991"/>
                  </a:lnTo>
                  <a:lnTo>
                    <a:pt x="646909" y="1140578"/>
                  </a:lnTo>
                  <a:lnTo>
                    <a:pt x="646840" y="1144164"/>
                  </a:lnTo>
                  <a:lnTo>
                    <a:pt x="646742" y="1147751"/>
                  </a:lnTo>
                  <a:lnTo>
                    <a:pt x="646613" y="1151338"/>
                  </a:lnTo>
                  <a:lnTo>
                    <a:pt x="646444" y="1154925"/>
                  </a:lnTo>
                  <a:lnTo>
                    <a:pt x="646240" y="1158511"/>
                  </a:lnTo>
                  <a:lnTo>
                    <a:pt x="646003" y="1162098"/>
                  </a:lnTo>
                  <a:lnTo>
                    <a:pt x="645732" y="1165685"/>
                  </a:lnTo>
                  <a:lnTo>
                    <a:pt x="645426" y="1169271"/>
                  </a:lnTo>
                  <a:lnTo>
                    <a:pt x="645076" y="1172858"/>
                  </a:lnTo>
                  <a:lnTo>
                    <a:pt x="644688" y="1176445"/>
                  </a:lnTo>
                  <a:lnTo>
                    <a:pt x="644264" y="1180032"/>
                  </a:lnTo>
                  <a:lnTo>
                    <a:pt x="643804" y="1183618"/>
                  </a:lnTo>
                  <a:lnTo>
                    <a:pt x="643309" y="1187205"/>
                  </a:lnTo>
                  <a:lnTo>
                    <a:pt x="642770" y="1190792"/>
                  </a:lnTo>
                  <a:lnTo>
                    <a:pt x="642192" y="1194378"/>
                  </a:lnTo>
                  <a:lnTo>
                    <a:pt x="641579" y="1197965"/>
                  </a:lnTo>
                  <a:lnTo>
                    <a:pt x="640933" y="1201552"/>
                  </a:lnTo>
                  <a:lnTo>
                    <a:pt x="640253" y="1205139"/>
                  </a:lnTo>
                  <a:lnTo>
                    <a:pt x="639533" y="1208725"/>
                  </a:lnTo>
                  <a:lnTo>
                    <a:pt x="638778" y="1212312"/>
                  </a:lnTo>
                  <a:lnTo>
                    <a:pt x="637992" y="1215899"/>
                  </a:lnTo>
                  <a:lnTo>
                    <a:pt x="637176" y="1219486"/>
                  </a:lnTo>
                  <a:lnTo>
                    <a:pt x="636331" y="1223072"/>
                  </a:lnTo>
                  <a:lnTo>
                    <a:pt x="635452" y="1226659"/>
                  </a:lnTo>
                  <a:lnTo>
                    <a:pt x="634543" y="1230246"/>
                  </a:lnTo>
                  <a:lnTo>
                    <a:pt x="633608" y="1233832"/>
                  </a:lnTo>
                  <a:lnTo>
                    <a:pt x="632648" y="1237419"/>
                  </a:lnTo>
                  <a:lnTo>
                    <a:pt x="631664" y="1241006"/>
                  </a:lnTo>
                  <a:lnTo>
                    <a:pt x="630652" y="1244593"/>
                  </a:lnTo>
                  <a:lnTo>
                    <a:pt x="629614" y="1248179"/>
                  </a:lnTo>
                  <a:lnTo>
                    <a:pt x="628556" y="1251766"/>
                  </a:lnTo>
                  <a:lnTo>
                    <a:pt x="627476" y="1255353"/>
                  </a:lnTo>
                  <a:lnTo>
                    <a:pt x="626377" y="1258939"/>
                  </a:lnTo>
                  <a:lnTo>
                    <a:pt x="625256" y="1262526"/>
                  </a:lnTo>
                  <a:lnTo>
                    <a:pt x="624114" y="1266113"/>
                  </a:lnTo>
                  <a:lnTo>
                    <a:pt x="622954" y="1269700"/>
                  </a:lnTo>
                  <a:lnTo>
                    <a:pt x="621779" y="1273286"/>
                  </a:lnTo>
                  <a:lnTo>
                    <a:pt x="620587" y="1276873"/>
                  </a:lnTo>
                  <a:lnTo>
                    <a:pt x="619379" y="1280460"/>
                  </a:lnTo>
                  <a:lnTo>
                    <a:pt x="618156" y="1284047"/>
                  </a:lnTo>
                  <a:lnTo>
                    <a:pt x="616920" y="1287633"/>
                  </a:lnTo>
                  <a:lnTo>
                    <a:pt x="615674" y="1291220"/>
                  </a:lnTo>
                  <a:lnTo>
                    <a:pt x="614418" y="1294807"/>
                  </a:lnTo>
                  <a:lnTo>
                    <a:pt x="613152" y="1298393"/>
                  </a:lnTo>
                  <a:lnTo>
                    <a:pt x="611879" y="1301980"/>
                  </a:lnTo>
                  <a:lnTo>
                    <a:pt x="610602" y="1305567"/>
                  </a:lnTo>
                  <a:lnTo>
                    <a:pt x="609322" y="1309154"/>
                  </a:lnTo>
                  <a:lnTo>
                    <a:pt x="608041" y="1312740"/>
                  </a:lnTo>
                  <a:lnTo>
                    <a:pt x="606761" y="1316327"/>
                  </a:lnTo>
                  <a:lnTo>
                    <a:pt x="605485" y="1319914"/>
                  </a:lnTo>
                  <a:lnTo>
                    <a:pt x="604216" y="1323501"/>
                  </a:lnTo>
                  <a:lnTo>
                    <a:pt x="602954" y="1327087"/>
                  </a:lnTo>
                  <a:lnTo>
                    <a:pt x="601703" y="1330674"/>
                  </a:lnTo>
                  <a:lnTo>
                    <a:pt x="600466" y="1334261"/>
                  </a:lnTo>
                  <a:lnTo>
                    <a:pt x="599248" y="1337847"/>
                  </a:lnTo>
                  <a:lnTo>
                    <a:pt x="598049" y="1341434"/>
                  </a:lnTo>
                  <a:lnTo>
                    <a:pt x="596870" y="1345021"/>
                  </a:lnTo>
                  <a:lnTo>
                    <a:pt x="595714" y="1348608"/>
                  </a:lnTo>
                  <a:lnTo>
                    <a:pt x="594584" y="1352194"/>
                  </a:lnTo>
                  <a:lnTo>
                    <a:pt x="593489" y="1355781"/>
                  </a:lnTo>
                  <a:lnTo>
                    <a:pt x="592424" y="1359368"/>
                  </a:lnTo>
                  <a:lnTo>
                    <a:pt x="591391" y="1362954"/>
                  </a:lnTo>
                  <a:lnTo>
                    <a:pt x="590390" y="1366541"/>
                  </a:lnTo>
                  <a:lnTo>
                    <a:pt x="589426" y="1370128"/>
                  </a:lnTo>
                  <a:lnTo>
                    <a:pt x="588509" y="1373715"/>
                  </a:lnTo>
                  <a:lnTo>
                    <a:pt x="587629" y="1377301"/>
                  </a:lnTo>
                  <a:lnTo>
                    <a:pt x="586787" y="1380888"/>
                  </a:lnTo>
                  <a:lnTo>
                    <a:pt x="585984" y="1384475"/>
                  </a:lnTo>
                  <a:lnTo>
                    <a:pt x="585223" y="1388062"/>
                  </a:lnTo>
                  <a:lnTo>
                    <a:pt x="584512" y="1391648"/>
                  </a:lnTo>
                  <a:lnTo>
                    <a:pt x="583840" y="1395235"/>
                  </a:lnTo>
                  <a:lnTo>
                    <a:pt x="583207" y="1398822"/>
                  </a:lnTo>
                  <a:lnTo>
                    <a:pt x="582613" y="1402408"/>
                  </a:lnTo>
                  <a:lnTo>
                    <a:pt x="582057" y="1405995"/>
                  </a:lnTo>
                  <a:lnTo>
                    <a:pt x="581547" y="1409582"/>
                  </a:lnTo>
                  <a:lnTo>
                    <a:pt x="581071" y="1413169"/>
                  </a:lnTo>
                  <a:lnTo>
                    <a:pt x="580627" y="1416755"/>
                  </a:lnTo>
                  <a:lnTo>
                    <a:pt x="580214" y="1420342"/>
                  </a:lnTo>
                  <a:lnTo>
                    <a:pt x="579829" y="1423929"/>
                  </a:lnTo>
                  <a:lnTo>
                    <a:pt x="579479" y="1427516"/>
                  </a:lnTo>
                  <a:lnTo>
                    <a:pt x="579151" y="1431102"/>
                  </a:lnTo>
                  <a:lnTo>
                    <a:pt x="578843" y="1434689"/>
                  </a:lnTo>
                  <a:lnTo>
                    <a:pt x="578555" y="1438276"/>
                  </a:lnTo>
                  <a:lnTo>
                    <a:pt x="578283" y="1441862"/>
                  </a:lnTo>
                  <a:lnTo>
                    <a:pt x="578030" y="1445449"/>
                  </a:lnTo>
                  <a:lnTo>
                    <a:pt x="577791" y="1449036"/>
                  </a:lnTo>
                  <a:lnTo>
                    <a:pt x="577563" y="1452623"/>
                  </a:lnTo>
                  <a:lnTo>
                    <a:pt x="577348" y="1456209"/>
                  </a:lnTo>
                  <a:lnTo>
                    <a:pt x="577145" y="1459796"/>
                  </a:lnTo>
                  <a:lnTo>
                    <a:pt x="576962" y="1463383"/>
                  </a:lnTo>
                  <a:lnTo>
                    <a:pt x="576797" y="1466969"/>
                  </a:lnTo>
                  <a:lnTo>
                    <a:pt x="576762" y="1467857"/>
                  </a:lnTo>
                  <a:lnTo>
                    <a:pt x="576656" y="1470556"/>
                  </a:lnTo>
                  <a:lnTo>
                    <a:pt x="576545" y="1474143"/>
                  </a:lnTo>
                  <a:lnTo>
                    <a:pt x="576468" y="1477730"/>
                  </a:lnTo>
                  <a:lnTo>
                    <a:pt x="576453" y="1481316"/>
                  </a:lnTo>
                  <a:lnTo>
                    <a:pt x="576505" y="1484903"/>
                  </a:lnTo>
                  <a:lnTo>
                    <a:pt x="576637" y="1488490"/>
                  </a:lnTo>
                  <a:lnTo>
                    <a:pt x="576863" y="1492077"/>
                  </a:lnTo>
                  <a:lnTo>
                    <a:pt x="577202" y="1495663"/>
                  </a:lnTo>
                  <a:lnTo>
                    <a:pt x="577720" y="1499250"/>
                  </a:lnTo>
                  <a:lnTo>
                    <a:pt x="578424" y="1502837"/>
                  </a:lnTo>
                  <a:lnTo>
                    <a:pt x="579335" y="1506423"/>
                  </a:lnTo>
                  <a:lnTo>
                    <a:pt x="580482" y="1510010"/>
                  </a:lnTo>
                  <a:lnTo>
                    <a:pt x="581896" y="1513597"/>
                  </a:lnTo>
                  <a:lnTo>
                    <a:pt x="583702" y="1517184"/>
                  </a:lnTo>
                  <a:lnTo>
                    <a:pt x="585907" y="1520770"/>
                  </a:lnTo>
                  <a:lnTo>
                    <a:pt x="588525" y="1524357"/>
                  </a:lnTo>
                  <a:lnTo>
                    <a:pt x="591599" y="1527944"/>
                  </a:lnTo>
                  <a:lnTo>
                    <a:pt x="595170" y="1531530"/>
                  </a:lnTo>
                  <a:lnTo>
                    <a:pt x="599425" y="1535117"/>
                  </a:lnTo>
                  <a:lnTo>
                    <a:pt x="604360" y="1538704"/>
                  </a:lnTo>
                  <a:lnTo>
                    <a:pt x="609963" y="1542291"/>
                  </a:lnTo>
                  <a:lnTo>
                    <a:pt x="616275" y="1545877"/>
                  </a:lnTo>
                  <a:lnTo>
                    <a:pt x="623336" y="1549464"/>
                  </a:lnTo>
                  <a:lnTo>
                    <a:pt x="631365" y="1553051"/>
                  </a:lnTo>
                  <a:lnTo>
                    <a:pt x="640331" y="1556638"/>
                  </a:lnTo>
                  <a:lnTo>
                    <a:pt x="650169" y="1560224"/>
                  </a:lnTo>
                  <a:lnTo>
                    <a:pt x="660895" y="1563811"/>
                  </a:lnTo>
                  <a:lnTo>
                    <a:pt x="672522" y="1567398"/>
                  </a:lnTo>
                  <a:lnTo>
                    <a:pt x="685234" y="1570984"/>
                  </a:lnTo>
                  <a:lnTo>
                    <a:pt x="698960" y="1574571"/>
                  </a:lnTo>
                  <a:lnTo>
                    <a:pt x="713556" y="1578158"/>
                  </a:lnTo>
                  <a:lnTo>
                    <a:pt x="728992" y="1581745"/>
                  </a:lnTo>
                  <a:lnTo>
                    <a:pt x="745227" y="1585331"/>
                  </a:lnTo>
                  <a:lnTo>
                    <a:pt x="762330" y="1588918"/>
                  </a:lnTo>
                  <a:lnTo>
                    <a:pt x="780163" y="1592505"/>
                  </a:lnTo>
                  <a:lnTo>
                    <a:pt x="798530" y="1596092"/>
                  </a:lnTo>
                  <a:lnTo>
                    <a:pt x="817339" y="1599678"/>
                  </a:lnTo>
                  <a:lnTo>
                    <a:pt x="836487" y="1603265"/>
                  </a:lnTo>
                  <a:lnTo>
                    <a:pt x="855869" y="1606852"/>
                  </a:lnTo>
                  <a:lnTo>
                    <a:pt x="875271" y="1610438"/>
                  </a:lnTo>
                  <a:lnTo>
                    <a:pt x="894523" y="1614025"/>
                  </a:lnTo>
                  <a:lnTo>
                    <a:pt x="913484" y="1617612"/>
                  </a:lnTo>
                  <a:lnTo>
                    <a:pt x="932014" y="1621199"/>
                  </a:lnTo>
                  <a:lnTo>
                    <a:pt x="949846" y="1624785"/>
                  </a:lnTo>
                  <a:lnTo>
                    <a:pt x="966701" y="1628372"/>
                  </a:lnTo>
                  <a:lnTo>
                    <a:pt x="982548" y="1631959"/>
                  </a:lnTo>
                  <a:lnTo>
                    <a:pt x="997250" y="1635545"/>
                  </a:lnTo>
                  <a:lnTo>
                    <a:pt x="1010673" y="1639132"/>
                  </a:lnTo>
                  <a:lnTo>
                    <a:pt x="1022488" y="1642719"/>
                  </a:lnTo>
                  <a:lnTo>
                    <a:pt x="1032391" y="1646306"/>
                  </a:lnTo>
                  <a:lnTo>
                    <a:pt x="1040580" y="1649892"/>
                  </a:lnTo>
                  <a:lnTo>
                    <a:pt x="1046979" y="1653479"/>
                  </a:lnTo>
                  <a:lnTo>
                    <a:pt x="1051521" y="1657066"/>
                  </a:lnTo>
                  <a:lnTo>
                    <a:pt x="1053937" y="1660653"/>
                  </a:lnTo>
                  <a:lnTo>
                    <a:pt x="1053963" y="1663227"/>
                  </a:lnTo>
                  <a:lnTo>
                    <a:pt x="1053973" y="1664239"/>
                  </a:lnTo>
                  <a:lnTo>
                    <a:pt x="1052052" y="1667826"/>
                  </a:lnTo>
                  <a:lnTo>
                    <a:pt x="1048192" y="1671413"/>
                  </a:lnTo>
                  <a:lnTo>
                    <a:pt x="1042426" y="1674999"/>
                  </a:lnTo>
                  <a:lnTo>
                    <a:pt x="1034636" y="1678586"/>
                  </a:lnTo>
                  <a:lnTo>
                    <a:pt x="1024686" y="1682173"/>
                  </a:lnTo>
                  <a:lnTo>
                    <a:pt x="1013109" y="1685760"/>
                  </a:lnTo>
                  <a:lnTo>
                    <a:pt x="1000011" y="1689346"/>
                  </a:lnTo>
                  <a:lnTo>
                    <a:pt x="985505" y="1692933"/>
                  </a:lnTo>
                  <a:lnTo>
                    <a:pt x="969632" y="1696520"/>
                  </a:lnTo>
                  <a:lnTo>
                    <a:pt x="952416" y="1700106"/>
                  </a:lnTo>
                  <a:lnTo>
                    <a:pt x="934321" y="1703693"/>
                  </a:lnTo>
                  <a:lnTo>
                    <a:pt x="915490" y="1707280"/>
                  </a:lnTo>
                  <a:lnTo>
                    <a:pt x="896068" y="1710867"/>
                  </a:lnTo>
                  <a:lnTo>
                    <a:pt x="876185" y="1714453"/>
                  </a:lnTo>
                  <a:lnTo>
                    <a:pt x="856015" y="1718040"/>
                  </a:lnTo>
                  <a:lnTo>
                    <a:pt x="835806" y="1721627"/>
                  </a:lnTo>
                  <a:lnTo>
                    <a:pt x="815681" y="1725214"/>
                  </a:lnTo>
                  <a:lnTo>
                    <a:pt x="795759" y="1728800"/>
                  </a:lnTo>
                  <a:lnTo>
                    <a:pt x="776173" y="1732387"/>
                  </a:lnTo>
                  <a:lnTo>
                    <a:pt x="757190" y="1735974"/>
                  </a:lnTo>
                  <a:lnTo>
                    <a:pt x="738795" y="1739560"/>
                  </a:lnTo>
                  <a:lnTo>
                    <a:pt x="721058" y="1743147"/>
                  </a:lnTo>
                  <a:lnTo>
                    <a:pt x="704040" y="1746734"/>
                  </a:lnTo>
                  <a:lnTo>
                    <a:pt x="687815" y="1750321"/>
                  </a:lnTo>
                  <a:lnTo>
                    <a:pt x="672675" y="1753907"/>
                  </a:lnTo>
                  <a:lnTo>
                    <a:pt x="658400" y="1757494"/>
                  </a:lnTo>
                  <a:lnTo>
                    <a:pt x="645003" y="1761081"/>
                  </a:lnTo>
                  <a:lnTo>
                    <a:pt x="632490" y="1764668"/>
                  </a:lnTo>
                  <a:lnTo>
                    <a:pt x="620864" y="1768254"/>
                  </a:lnTo>
                  <a:lnTo>
                    <a:pt x="610383" y="1771841"/>
                  </a:lnTo>
                  <a:lnTo>
                    <a:pt x="600739" y="1775428"/>
                  </a:lnTo>
                  <a:lnTo>
                    <a:pt x="591905" y="1779014"/>
                  </a:lnTo>
                  <a:lnTo>
                    <a:pt x="583853" y="1782601"/>
                  </a:lnTo>
                  <a:lnTo>
                    <a:pt x="576550" y="1786188"/>
                  </a:lnTo>
                  <a:lnTo>
                    <a:pt x="570165" y="1789775"/>
                  </a:lnTo>
                  <a:lnTo>
                    <a:pt x="564427" y="1793361"/>
                  </a:lnTo>
                  <a:lnTo>
                    <a:pt x="559289" y="1796948"/>
                  </a:lnTo>
                  <a:lnTo>
                    <a:pt x="554712" y="1800535"/>
                  </a:lnTo>
                  <a:lnTo>
                    <a:pt x="550656" y="1804121"/>
                  </a:lnTo>
                  <a:lnTo>
                    <a:pt x="547206" y="1807708"/>
                  </a:lnTo>
                  <a:lnTo>
                    <a:pt x="544178" y="1811295"/>
                  </a:lnTo>
                  <a:lnTo>
                    <a:pt x="541525" y="1814882"/>
                  </a:lnTo>
                  <a:lnTo>
                    <a:pt x="539213" y="1818468"/>
                  </a:lnTo>
                  <a:lnTo>
                    <a:pt x="537211" y="1822055"/>
                  </a:lnTo>
                  <a:lnTo>
                    <a:pt x="535550" y="1825642"/>
                  </a:lnTo>
                  <a:lnTo>
                    <a:pt x="534127" y="1829229"/>
                  </a:lnTo>
                  <a:lnTo>
                    <a:pt x="532906" y="1832815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466966" y="2506087"/>
              <a:ext cx="1053973" cy="2231614"/>
            </a:xfrm>
            <a:custGeom>
              <a:avLst/>
              <a:pathLst>
                <a:path w="1053973" h="2231614">
                  <a:moveTo>
                    <a:pt x="521004" y="2231614"/>
                  </a:moveTo>
                  <a:lnTo>
                    <a:pt x="519028" y="2227247"/>
                  </a:lnTo>
                  <a:lnTo>
                    <a:pt x="516518" y="2222880"/>
                  </a:lnTo>
                  <a:lnTo>
                    <a:pt x="513367" y="2218513"/>
                  </a:lnTo>
                  <a:lnTo>
                    <a:pt x="509453" y="2214146"/>
                  </a:lnTo>
                  <a:lnTo>
                    <a:pt x="504646" y="2209779"/>
                  </a:lnTo>
                  <a:lnTo>
                    <a:pt x="498739" y="2205411"/>
                  </a:lnTo>
                  <a:lnTo>
                    <a:pt x="491420" y="2201044"/>
                  </a:lnTo>
                  <a:lnTo>
                    <a:pt x="482680" y="2196677"/>
                  </a:lnTo>
                  <a:lnTo>
                    <a:pt x="472363" y="2192310"/>
                  </a:lnTo>
                  <a:lnTo>
                    <a:pt x="460321" y="2187943"/>
                  </a:lnTo>
                  <a:lnTo>
                    <a:pt x="446422" y="2183576"/>
                  </a:lnTo>
                  <a:lnTo>
                    <a:pt x="430552" y="2179208"/>
                  </a:lnTo>
                  <a:lnTo>
                    <a:pt x="412570" y="2174841"/>
                  </a:lnTo>
                  <a:lnTo>
                    <a:pt x="392132" y="2170474"/>
                  </a:lnTo>
                  <a:lnTo>
                    <a:pt x="369622" y="2166107"/>
                  </a:lnTo>
                  <a:lnTo>
                    <a:pt x="345137" y="2161740"/>
                  </a:lnTo>
                  <a:lnTo>
                    <a:pt x="318834" y="2157373"/>
                  </a:lnTo>
                  <a:lnTo>
                    <a:pt x="290936" y="2153006"/>
                  </a:lnTo>
                  <a:lnTo>
                    <a:pt x="261729" y="2148638"/>
                  </a:lnTo>
                  <a:lnTo>
                    <a:pt x="231567" y="2144271"/>
                  </a:lnTo>
                  <a:lnTo>
                    <a:pt x="200905" y="2139904"/>
                  </a:lnTo>
                  <a:lnTo>
                    <a:pt x="170447" y="2135537"/>
                  </a:lnTo>
                  <a:lnTo>
                    <a:pt x="140745" y="2131170"/>
                  </a:lnTo>
                  <a:lnTo>
                    <a:pt x="112371" y="2126803"/>
                  </a:lnTo>
                  <a:lnTo>
                    <a:pt x="85903" y="2122436"/>
                  </a:lnTo>
                  <a:lnTo>
                    <a:pt x="61912" y="2118068"/>
                  </a:lnTo>
                  <a:lnTo>
                    <a:pt x="40942" y="2113701"/>
                  </a:lnTo>
                  <a:lnTo>
                    <a:pt x="24190" y="2109334"/>
                  </a:lnTo>
                  <a:lnTo>
                    <a:pt x="11658" y="2104967"/>
                  </a:lnTo>
                  <a:lnTo>
                    <a:pt x="3532" y="2100600"/>
                  </a:lnTo>
                  <a:lnTo>
                    <a:pt x="0" y="2096233"/>
                  </a:lnTo>
                  <a:lnTo>
                    <a:pt x="260" y="2095236"/>
                  </a:lnTo>
                  <a:lnTo>
                    <a:pt x="1142" y="2091865"/>
                  </a:lnTo>
                  <a:lnTo>
                    <a:pt x="6938" y="2087498"/>
                  </a:lnTo>
                  <a:lnTo>
                    <a:pt x="17256" y="2083131"/>
                  </a:lnTo>
                  <a:lnTo>
                    <a:pt x="32397" y="2078764"/>
                  </a:lnTo>
                  <a:lnTo>
                    <a:pt x="51504" y="2074397"/>
                  </a:lnTo>
                  <a:lnTo>
                    <a:pt x="73878" y="2070030"/>
                  </a:lnTo>
                  <a:lnTo>
                    <a:pt x="98993" y="2065663"/>
                  </a:lnTo>
                  <a:lnTo>
                    <a:pt x="126291" y="2061295"/>
                  </a:lnTo>
                  <a:lnTo>
                    <a:pt x="155194" y="2056928"/>
                  </a:lnTo>
                  <a:lnTo>
                    <a:pt x="185116" y="2052561"/>
                  </a:lnTo>
                  <a:lnTo>
                    <a:pt x="215456" y="2048194"/>
                  </a:lnTo>
                  <a:lnTo>
                    <a:pt x="245498" y="2043827"/>
                  </a:lnTo>
                  <a:lnTo>
                    <a:pt x="274761" y="2039460"/>
                  </a:lnTo>
                  <a:lnTo>
                    <a:pt x="302851" y="2035092"/>
                  </a:lnTo>
                  <a:lnTo>
                    <a:pt x="329440" y="2030725"/>
                  </a:lnTo>
                  <a:lnTo>
                    <a:pt x="354264" y="2026358"/>
                  </a:lnTo>
                  <a:lnTo>
                    <a:pt x="377125" y="2021991"/>
                  </a:lnTo>
                  <a:lnTo>
                    <a:pt x="397700" y="2017624"/>
                  </a:lnTo>
                  <a:lnTo>
                    <a:pt x="415883" y="2013257"/>
                  </a:lnTo>
                  <a:lnTo>
                    <a:pt x="431924" y="2008890"/>
                  </a:lnTo>
                  <a:lnTo>
                    <a:pt x="445888" y="2004522"/>
                  </a:lnTo>
                  <a:lnTo>
                    <a:pt x="457871" y="2000155"/>
                  </a:lnTo>
                  <a:lnTo>
                    <a:pt x="467995" y="1995788"/>
                  </a:lnTo>
                  <a:lnTo>
                    <a:pt x="476402" y="1991421"/>
                  </a:lnTo>
                  <a:lnTo>
                    <a:pt x="483162" y="1987054"/>
                  </a:lnTo>
                  <a:lnTo>
                    <a:pt x="488388" y="1982687"/>
                  </a:lnTo>
                  <a:lnTo>
                    <a:pt x="492444" y="1978319"/>
                  </a:lnTo>
                  <a:lnTo>
                    <a:pt x="495480" y="1973952"/>
                  </a:lnTo>
                  <a:lnTo>
                    <a:pt x="497636" y="1969585"/>
                  </a:lnTo>
                  <a:lnTo>
                    <a:pt x="499042" y="1965218"/>
                  </a:lnTo>
                  <a:lnTo>
                    <a:pt x="499816" y="1960851"/>
                  </a:lnTo>
                  <a:lnTo>
                    <a:pt x="500049" y="1956484"/>
                  </a:lnTo>
                  <a:lnTo>
                    <a:pt x="499805" y="1952117"/>
                  </a:lnTo>
                  <a:lnTo>
                    <a:pt x="499239" y="1947749"/>
                  </a:lnTo>
                  <a:lnTo>
                    <a:pt x="498411" y="1943382"/>
                  </a:lnTo>
                  <a:lnTo>
                    <a:pt x="497374" y="1939015"/>
                  </a:lnTo>
                  <a:lnTo>
                    <a:pt x="496172" y="1934648"/>
                  </a:lnTo>
                  <a:lnTo>
                    <a:pt x="494841" y="1930281"/>
                  </a:lnTo>
                  <a:lnTo>
                    <a:pt x="493412" y="1925914"/>
                  </a:lnTo>
                  <a:lnTo>
                    <a:pt x="491901" y="1921547"/>
                  </a:lnTo>
                  <a:lnTo>
                    <a:pt x="490343" y="1917179"/>
                  </a:lnTo>
                  <a:lnTo>
                    <a:pt x="488752" y="1912812"/>
                  </a:lnTo>
                  <a:lnTo>
                    <a:pt x="487139" y="1908445"/>
                  </a:lnTo>
                  <a:lnTo>
                    <a:pt x="485515" y="1904078"/>
                  </a:lnTo>
                  <a:lnTo>
                    <a:pt x="483885" y="1899711"/>
                  </a:lnTo>
                  <a:lnTo>
                    <a:pt x="482256" y="1895344"/>
                  </a:lnTo>
                  <a:lnTo>
                    <a:pt x="480634" y="1890976"/>
                  </a:lnTo>
                  <a:lnTo>
                    <a:pt x="479023" y="1886609"/>
                  </a:lnTo>
                  <a:lnTo>
                    <a:pt x="477425" y="1882242"/>
                  </a:lnTo>
                  <a:lnTo>
                    <a:pt x="475842" y="1877875"/>
                  </a:lnTo>
                  <a:lnTo>
                    <a:pt x="474275" y="1873508"/>
                  </a:lnTo>
                  <a:lnTo>
                    <a:pt x="472725" y="1869141"/>
                  </a:lnTo>
                  <a:lnTo>
                    <a:pt x="471193" y="1864774"/>
                  </a:lnTo>
                  <a:lnTo>
                    <a:pt x="469683" y="1860406"/>
                  </a:lnTo>
                  <a:lnTo>
                    <a:pt x="468192" y="1856039"/>
                  </a:lnTo>
                  <a:lnTo>
                    <a:pt x="466721" y="1851672"/>
                  </a:lnTo>
                  <a:lnTo>
                    <a:pt x="465269" y="1847305"/>
                  </a:lnTo>
                  <a:lnTo>
                    <a:pt x="463836" y="1842938"/>
                  </a:lnTo>
                  <a:lnTo>
                    <a:pt x="462422" y="1838571"/>
                  </a:lnTo>
                  <a:lnTo>
                    <a:pt x="461027" y="1834203"/>
                  </a:lnTo>
                  <a:lnTo>
                    <a:pt x="459655" y="1829836"/>
                  </a:lnTo>
                  <a:lnTo>
                    <a:pt x="458304" y="1825469"/>
                  </a:lnTo>
                  <a:lnTo>
                    <a:pt x="456974" y="1821102"/>
                  </a:lnTo>
                  <a:lnTo>
                    <a:pt x="455665" y="1816735"/>
                  </a:lnTo>
                  <a:lnTo>
                    <a:pt x="454379" y="1812368"/>
                  </a:lnTo>
                  <a:lnTo>
                    <a:pt x="453116" y="1808001"/>
                  </a:lnTo>
                  <a:lnTo>
                    <a:pt x="451877" y="1803633"/>
                  </a:lnTo>
                  <a:lnTo>
                    <a:pt x="450666" y="1799266"/>
                  </a:lnTo>
                  <a:lnTo>
                    <a:pt x="449484" y="1794899"/>
                  </a:lnTo>
                  <a:lnTo>
                    <a:pt x="448332" y="1790532"/>
                  </a:lnTo>
                  <a:lnTo>
                    <a:pt x="447209" y="1786165"/>
                  </a:lnTo>
                  <a:lnTo>
                    <a:pt x="446117" y="1781798"/>
                  </a:lnTo>
                  <a:lnTo>
                    <a:pt x="445056" y="1777430"/>
                  </a:lnTo>
                  <a:lnTo>
                    <a:pt x="444027" y="1773063"/>
                  </a:lnTo>
                  <a:lnTo>
                    <a:pt x="443032" y="1768696"/>
                  </a:lnTo>
                  <a:lnTo>
                    <a:pt x="442072" y="1764329"/>
                  </a:lnTo>
                  <a:lnTo>
                    <a:pt x="441142" y="1759962"/>
                  </a:lnTo>
                  <a:lnTo>
                    <a:pt x="440240" y="1755595"/>
                  </a:lnTo>
                  <a:lnTo>
                    <a:pt x="439363" y="1751228"/>
                  </a:lnTo>
                  <a:lnTo>
                    <a:pt x="438509" y="1746860"/>
                  </a:lnTo>
                  <a:lnTo>
                    <a:pt x="437672" y="1742493"/>
                  </a:lnTo>
                  <a:lnTo>
                    <a:pt x="436850" y="1738126"/>
                  </a:lnTo>
                  <a:lnTo>
                    <a:pt x="436037" y="1733759"/>
                  </a:lnTo>
                  <a:lnTo>
                    <a:pt x="435226" y="1729392"/>
                  </a:lnTo>
                  <a:lnTo>
                    <a:pt x="434412" y="1725025"/>
                  </a:lnTo>
                  <a:lnTo>
                    <a:pt x="433588" y="1720657"/>
                  </a:lnTo>
                  <a:lnTo>
                    <a:pt x="432751" y="1716290"/>
                  </a:lnTo>
                  <a:lnTo>
                    <a:pt x="431895" y="1711923"/>
                  </a:lnTo>
                  <a:lnTo>
                    <a:pt x="431017" y="1707556"/>
                  </a:lnTo>
                  <a:lnTo>
                    <a:pt x="430107" y="1703189"/>
                  </a:lnTo>
                  <a:lnTo>
                    <a:pt x="429168" y="1698822"/>
                  </a:lnTo>
                  <a:lnTo>
                    <a:pt x="428912" y="1697665"/>
                  </a:lnTo>
                  <a:lnTo>
                    <a:pt x="428200" y="1694455"/>
                  </a:lnTo>
                  <a:lnTo>
                    <a:pt x="427202" y="1690087"/>
                  </a:lnTo>
                  <a:lnTo>
                    <a:pt x="426175" y="1685720"/>
                  </a:lnTo>
                  <a:lnTo>
                    <a:pt x="425123" y="1681353"/>
                  </a:lnTo>
                  <a:lnTo>
                    <a:pt x="424047" y="1676986"/>
                  </a:lnTo>
                  <a:lnTo>
                    <a:pt x="422951" y="1672619"/>
                  </a:lnTo>
                  <a:lnTo>
                    <a:pt x="421842" y="1668252"/>
                  </a:lnTo>
                  <a:lnTo>
                    <a:pt x="420728" y="1663885"/>
                  </a:lnTo>
                  <a:lnTo>
                    <a:pt x="419613" y="1659517"/>
                  </a:lnTo>
                  <a:lnTo>
                    <a:pt x="418503" y="1655150"/>
                  </a:lnTo>
                  <a:lnTo>
                    <a:pt x="417405" y="1650783"/>
                  </a:lnTo>
                  <a:lnTo>
                    <a:pt x="416322" y="1646416"/>
                  </a:lnTo>
                  <a:lnTo>
                    <a:pt x="415264" y="1642049"/>
                  </a:lnTo>
                  <a:lnTo>
                    <a:pt x="414232" y="1637682"/>
                  </a:lnTo>
                  <a:lnTo>
                    <a:pt x="413230" y="1633314"/>
                  </a:lnTo>
                  <a:lnTo>
                    <a:pt x="412258" y="1628947"/>
                  </a:lnTo>
                  <a:lnTo>
                    <a:pt x="411318" y="1624580"/>
                  </a:lnTo>
                  <a:lnTo>
                    <a:pt x="410409" y="1620213"/>
                  </a:lnTo>
                  <a:lnTo>
                    <a:pt x="409532" y="1615846"/>
                  </a:lnTo>
                  <a:lnTo>
                    <a:pt x="408688" y="1611479"/>
                  </a:lnTo>
                  <a:lnTo>
                    <a:pt x="407874" y="1607112"/>
                  </a:lnTo>
                  <a:lnTo>
                    <a:pt x="407083" y="1602744"/>
                  </a:lnTo>
                  <a:lnTo>
                    <a:pt x="406314" y="1598377"/>
                  </a:lnTo>
                  <a:lnTo>
                    <a:pt x="405563" y="1594010"/>
                  </a:lnTo>
                  <a:lnTo>
                    <a:pt x="404827" y="1589643"/>
                  </a:lnTo>
                  <a:lnTo>
                    <a:pt x="404101" y="1585276"/>
                  </a:lnTo>
                  <a:lnTo>
                    <a:pt x="403383" y="1580909"/>
                  </a:lnTo>
                  <a:lnTo>
                    <a:pt x="402668" y="1576541"/>
                  </a:lnTo>
                  <a:lnTo>
                    <a:pt x="401952" y="1572174"/>
                  </a:lnTo>
                  <a:lnTo>
                    <a:pt x="401232" y="1567807"/>
                  </a:lnTo>
                  <a:lnTo>
                    <a:pt x="400504" y="1563440"/>
                  </a:lnTo>
                  <a:lnTo>
                    <a:pt x="399766" y="1559073"/>
                  </a:lnTo>
                  <a:lnTo>
                    <a:pt x="399015" y="1554706"/>
                  </a:lnTo>
                  <a:lnTo>
                    <a:pt x="398248" y="1550339"/>
                  </a:lnTo>
                  <a:lnTo>
                    <a:pt x="397462" y="1545971"/>
                  </a:lnTo>
                  <a:lnTo>
                    <a:pt x="396658" y="1541604"/>
                  </a:lnTo>
                  <a:lnTo>
                    <a:pt x="395835" y="1537237"/>
                  </a:lnTo>
                  <a:lnTo>
                    <a:pt x="394993" y="1532870"/>
                  </a:lnTo>
                  <a:lnTo>
                    <a:pt x="394135" y="1528503"/>
                  </a:lnTo>
                  <a:lnTo>
                    <a:pt x="393261" y="1524136"/>
                  </a:lnTo>
                  <a:lnTo>
                    <a:pt x="392374" y="1519768"/>
                  </a:lnTo>
                  <a:lnTo>
                    <a:pt x="391480" y="1515401"/>
                  </a:lnTo>
                  <a:lnTo>
                    <a:pt x="390583" y="1511034"/>
                  </a:lnTo>
                  <a:lnTo>
                    <a:pt x="389692" y="1506667"/>
                  </a:lnTo>
                  <a:lnTo>
                    <a:pt x="388813" y="1502300"/>
                  </a:lnTo>
                  <a:lnTo>
                    <a:pt x="387954" y="1497933"/>
                  </a:lnTo>
                  <a:lnTo>
                    <a:pt x="387122" y="1493566"/>
                  </a:lnTo>
                  <a:lnTo>
                    <a:pt x="386327" y="1489198"/>
                  </a:lnTo>
                  <a:lnTo>
                    <a:pt x="385587" y="1484831"/>
                  </a:lnTo>
                  <a:lnTo>
                    <a:pt x="384905" y="1480464"/>
                  </a:lnTo>
                  <a:lnTo>
                    <a:pt x="384289" y="1476097"/>
                  </a:lnTo>
                  <a:lnTo>
                    <a:pt x="383746" y="1471730"/>
                  </a:lnTo>
                  <a:lnTo>
                    <a:pt x="383282" y="1467363"/>
                  </a:lnTo>
                  <a:lnTo>
                    <a:pt x="382905" y="1462996"/>
                  </a:lnTo>
                  <a:lnTo>
                    <a:pt x="382619" y="1458628"/>
                  </a:lnTo>
                  <a:lnTo>
                    <a:pt x="382447" y="1454261"/>
                  </a:lnTo>
                  <a:lnTo>
                    <a:pt x="382373" y="1449894"/>
                  </a:lnTo>
                  <a:lnTo>
                    <a:pt x="382398" y="1445527"/>
                  </a:lnTo>
                  <a:lnTo>
                    <a:pt x="382522" y="1441160"/>
                  </a:lnTo>
                  <a:lnTo>
                    <a:pt x="382742" y="1436793"/>
                  </a:lnTo>
                  <a:lnTo>
                    <a:pt x="383057" y="1432425"/>
                  </a:lnTo>
                  <a:lnTo>
                    <a:pt x="383463" y="1428058"/>
                  </a:lnTo>
                  <a:lnTo>
                    <a:pt x="383969" y="1423691"/>
                  </a:lnTo>
                  <a:lnTo>
                    <a:pt x="384557" y="1419324"/>
                  </a:lnTo>
                  <a:lnTo>
                    <a:pt x="385218" y="1414957"/>
                  </a:lnTo>
                  <a:lnTo>
                    <a:pt x="385947" y="1410590"/>
                  </a:lnTo>
                  <a:lnTo>
                    <a:pt x="386738" y="1406223"/>
                  </a:lnTo>
                  <a:lnTo>
                    <a:pt x="387584" y="1401855"/>
                  </a:lnTo>
                  <a:lnTo>
                    <a:pt x="388480" y="1397488"/>
                  </a:lnTo>
                  <a:lnTo>
                    <a:pt x="388950" y="1395319"/>
                  </a:lnTo>
                  <a:lnTo>
                    <a:pt x="389426" y="1393121"/>
                  </a:lnTo>
                  <a:lnTo>
                    <a:pt x="390409" y="1388754"/>
                  </a:lnTo>
                  <a:lnTo>
                    <a:pt x="391425" y="1384387"/>
                  </a:lnTo>
                  <a:lnTo>
                    <a:pt x="392467" y="1380020"/>
                  </a:lnTo>
                  <a:lnTo>
                    <a:pt x="393533" y="1375652"/>
                  </a:lnTo>
                  <a:lnTo>
                    <a:pt x="394620" y="1371285"/>
                  </a:lnTo>
                  <a:lnTo>
                    <a:pt x="395724" y="1366918"/>
                  </a:lnTo>
                  <a:lnTo>
                    <a:pt x="396845" y="1362551"/>
                  </a:lnTo>
                  <a:lnTo>
                    <a:pt x="397980" y="1358184"/>
                  </a:lnTo>
                  <a:lnTo>
                    <a:pt x="399128" y="1353817"/>
                  </a:lnTo>
                  <a:lnTo>
                    <a:pt x="400286" y="1349450"/>
                  </a:lnTo>
                  <a:lnTo>
                    <a:pt x="401456" y="1345082"/>
                  </a:lnTo>
                  <a:lnTo>
                    <a:pt x="402637" y="1340715"/>
                  </a:lnTo>
                  <a:lnTo>
                    <a:pt x="403828" y="1336348"/>
                  </a:lnTo>
                  <a:lnTo>
                    <a:pt x="405031" y="1331981"/>
                  </a:lnTo>
                  <a:lnTo>
                    <a:pt x="406246" y="1327614"/>
                  </a:lnTo>
                  <a:lnTo>
                    <a:pt x="407473" y="1323247"/>
                  </a:lnTo>
                  <a:lnTo>
                    <a:pt x="408710" y="1318879"/>
                  </a:lnTo>
                  <a:lnTo>
                    <a:pt x="409959" y="1314512"/>
                  </a:lnTo>
                  <a:lnTo>
                    <a:pt x="411217" y="1310145"/>
                  </a:lnTo>
                  <a:lnTo>
                    <a:pt x="412487" y="1305778"/>
                  </a:lnTo>
                  <a:lnTo>
                    <a:pt x="413766" y="1301411"/>
                  </a:lnTo>
                  <a:lnTo>
                    <a:pt x="415054" y="1297044"/>
                  </a:lnTo>
                  <a:lnTo>
                    <a:pt x="416349" y="1292677"/>
                  </a:lnTo>
                  <a:lnTo>
                    <a:pt x="417649" y="1288309"/>
                  </a:lnTo>
                  <a:lnTo>
                    <a:pt x="418953" y="1283942"/>
                  </a:lnTo>
                  <a:lnTo>
                    <a:pt x="420260" y="1279575"/>
                  </a:lnTo>
                  <a:lnTo>
                    <a:pt x="421566" y="1275208"/>
                  </a:lnTo>
                  <a:lnTo>
                    <a:pt x="422870" y="1270841"/>
                  </a:lnTo>
                  <a:lnTo>
                    <a:pt x="424168" y="1266474"/>
                  </a:lnTo>
                  <a:lnTo>
                    <a:pt x="425460" y="1262107"/>
                  </a:lnTo>
                  <a:lnTo>
                    <a:pt x="426742" y="1257739"/>
                  </a:lnTo>
                  <a:lnTo>
                    <a:pt x="428014" y="1253372"/>
                  </a:lnTo>
                  <a:lnTo>
                    <a:pt x="429273" y="1249005"/>
                  </a:lnTo>
                  <a:lnTo>
                    <a:pt x="430518" y="1244638"/>
                  </a:lnTo>
                  <a:lnTo>
                    <a:pt x="431748" y="1240271"/>
                  </a:lnTo>
                  <a:lnTo>
                    <a:pt x="432959" y="1235904"/>
                  </a:lnTo>
                  <a:lnTo>
                    <a:pt x="434154" y="1231536"/>
                  </a:lnTo>
                  <a:lnTo>
                    <a:pt x="435333" y="1227169"/>
                  </a:lnTo>
                  <a:lnTo>
                    <a:pt x="436497" y="1222802"/>
                  </a:lnTo>
                  <a:lnTo>
                    <a:pt x="437647" y="1218435"/>
                  </a:lnTo>
                  <a:lnTo>
                    <a:pt x="438783" y="1214068"/>
                  </a:lnTo>
                  <a:lnTo>
                    <a:pt x="439908" y="1209701"/>
                  </a:lnTo>
                  <a:lnTo>
                    <a:pt x="441023" y="1205334"/>
                  </a:lnTo>
                  <a:lnTo>
                    <a:pt x="442130" y="1200966"/>
                  </a:lnTo>
                  <a:lnTo>
                    <a:pt x="443234" y="1196599"/>
                  </a:lnTo>
                  <a:lnTo>
                    <a:pt x="444336" y="1192232"/>
                  </a:lnTo>
                  <a:lnTo>
                    <a:pt x="445437" y="1187865"/>
                  </a:lnTo>
                  <a:lnTo>
                    <a:pt x="446540" y="1183498"/>
                  </a:lnTo>
                  <a:lnTo>
                    <a:pt x="447647" y="1179131"/>
                  </a:lnTo>
                  <a:lnTo>
                    <a:pt x="448759" y="1174763"/>
                  </a:lnTo>
                  <a:lnTo>
                    <a:pt x="449878" y="1170396"/>
                  </a:lnTo>
                  <a:lnTo>
                    <a:pt x="451003" y="1166029"/>
                  </a:lnTo>
                  <a:lnTo>
                    <a:pt x="452135" y="1161662"/>
                  </a:lnTo>
                  <a:lnTo>
                    <a:pt x="453273" y="1157295"/>
                  </a:lnTo>
                  <a:lnTo>
                    <a:pt x="454418" y="1152928"/>
                  </a:lnTo>
                  <a:lnTo>
                    <a:pt x="455567" y="1148561"/>
                  </a:lnTo>
                  <a:lnTo>
                    <a:pt x="456721" y="1144193"/>
                  </a:lnTo>
                  <a:lnTo>
                    <a:pt x="457876" y="1139826"/>
                  </a:lnTo>
                  <a:lnTo>
                    <a:pt x="459032" y="1135459"/>
                  </a:lnTo>
                  <a:lnTo>
                    <a:pt x="460186" y="1131092"/>
                  </a:lnTo>
                  <a:lnTo>
                    <a:pt x="461336" y="1126725"/>
                  </a:lnTo>
                  <a:lnTo>
                    <a:pt x="462481" y="1122358"/>
                  </a:lnTo>
                  <a:lnTo>
                    <a:pt x="463619" y="1117990"/>
                  </a:lnTo>
                  <a:lnTo>
                    <a:pt x="464747" y="1113623"/>
                  </a:lnTo>
                  <a:lnTo>
                    <a:pt x="465862" y="1109256"/>
                  </a:lnTo>
                  <a:lnTo>
                    <a:pt x="466964" y="1104889"/>
                  </a:lnTo>
                  <a:lnTo>
                    <a:pt x="468051" y="1100522"/>
                  </a:lnTo>
                  <a:lnTo>
                    <a:pt x="469122" y="1096155"/>
                  </a:lnTo>
                  <a:lnTo>
                    <a:pt x="470176" y="1091788"/>
                  </a:lnTo>
                  <a:lnTo>
                    <a:pt x="471213" y="1087420"/>
                  </a:lnTo>
                  <a:lnTo>
                    <a:pt x="472230" y="1083053"/>
                  </a:lnTo>
                  <a:lnTo>
                    <a:pt x="473225" y="1078686"/>
                  </a:lnTo>
                  <a:lnTo>
                    <a:pt x="474201" y="1074319"/>
                  </a:lnTo>
                  <a:lnTo>
                    <a:pt x="475157" y="1069952"/>
                  </a:lnTo>
                  <a:lnTo>
                    <a:pt x="476095" y="1065585"/>
                  </a:lnTo>
                  <a:lnTo>
                    <a:pt x="477015" y="1061218"/>
                  </a:lnTo>
                  <a:lnTo>
                    <a:pt x="477916" y="1056850"/>
                  </a:lnTo>
                  <a:lnTo>
                    <a:pt x="478800" y="1052483"/>
                  </a:lnTo>
                  <a:lnTo>
                    <a:pt x="479667" y="1048116"/>
                  </a:lnTo>
                  <a:lnTo>
                    <a:pt x="480519" y="1043749"/>
                  </a:lnTo>
                  <a:lnTo>
                    <a:pt x="481359" y="1039382"/>
                  </a:lnTo>
                  <a:lnTo>
                    <a:pt x="482187" y="1035015"/>
                  </a:lnTo>
                  <a:lnTo>
                    <a:pt x="483006" y="1030647"/>
                  </a:lnTo>
                  <a:lnTo>
                    <a:pt x="483817" y="1026280"/>
                  </a:lnTo>
                  <a:lnTo>
                    <a:pt x="484621" y="1021913"/>
                  </a:lnTo>
                  <a:lnTo>
                    <a:pt x="485419" y="1017546"/>
                  </a:lnTo>
                  <a:lnTo>
                    <a:pt x="486215" y="1013179"/>
                  </a:lnTo>
                  <a:lnTo>
                    <a:pt x="487009" y="1008812"/>
                  </a:lnTo>
                  <a:lnTo>
                    <a:pt x="487802" y="1004445"/>
                  </a:lnTo>
                  <a:lnTo>
                    <a:pt x="488595" y="1000077"/>
                  </a:lnTo>
                  <a:lnTo>
                    <a:pt x="489390" y="995710"/>
                  </a:lnTo>
                  <a:lnTo>
                    <a:pt x="490186" y="991343"/>
                  </a:lnTo>
                  <a:lnTo>
                    <a:pt x="490984" y="986976"/>
                  </a:lnTo>
                  <a:lnTo>
                    <a:pt x="491783" y="982609"/>
                  </a:lnTo>
                  <a:lnTo>
                    <a:pt x="492585" y="978242"/>
                  </a:lnTo>
                  <a:lnTo>
                    <a:pt x="493387" y="973874"/>
                  </a:lnTo>
                  <a:lnTo>
                    <a:pt x="494190" y="969507"/>
                  </a:lnTo>
                  <a:lnTo>
                    <a:pt x="494992" y="965140"/>
                  </a:lnTo>
                  <a:lnTo>
                    <a:pt x="495793" y="960773"/>
                  </a:lnTo>
                  <a:lnTo>
                    <a:pt x="496591" y="956406"/>
                  </a:lnTo>
                  <a:lnTo>
                    <a:pt x="497385" y="952039"/>
                  </a:lnTo>
                  <a:lnTo>
                    <a:pt x="498175" y="947672"/>
                  </a:lnTo>
                  <a:lnTo>
                    <a:pt x="498958" y="943304"/>
                  </a:lnTo>
                  <a:lnTo>
                    <a:pt x="499736" y="938937"/>
                  </a:lnTo>
                  <a:lnTo>
                    <a:pt x="500506" y="934570"/>
                  </a:lnTo>
                  <a:lnTo>
                    <a:pt x="501268" y="930203"/>
                  </a:lnTo>
                  <a:lnTo>
                    <a:pt x="502020" y="925836"/>
                  </a:lnTo>
                  <a:lnTo>
                    <a:pt x="502761" y="921469"/>
                  </a:lnTo>
                  <a:lnTo>
                    <a:pt x="503493" y="917101"/>
                  </a:lnTo>
                  <a:lnTo>
                    <a:pt x="504213" y="912734"/>
                  </a:lnTo>
                  <a:lnTo>
                    <a:pt x="504923" y="908367"/>
                  </a:lnTo>
                  <a:lnTo>
                    <a:pt x="505621" y="904000"/>
                  </a:lnTo>
                  <a:lnTo>
                    <a:pt x="506306" y="899633"/>
                  </a:lnTo>
                  <a:lnTo>
                    <a:pt x="506978" y="895266"/>
                  </a:lnTo>
                  <a:lnTo>
                    <a:pt x="507636" y="890899"/>
                  </a:lnTo>
                  <a:lnTo>
                    <a:pt x="508279" y="886531"/>
                  </a:lnTo>
                  <a:lnTo>
                    <a:pt x="508909" y="882164"/>
                  </a:lnTo>
                  <a:lnTo>
                    <a:pt x="509524" y="877797"/>
                  </a:lnTo>
                  <a:lnTo>
                    <a:pt x="510123" y="873430"/>
                  </a:lnTo>
                  <a:lnTo>
                    <a:pt x="510707" y="869063"/>
                  </a:lnTo>
                  <a:lnTo>
                    <a:pt x="511274" y="864696"/>
                  </a:lnTo>
                  <a:lnTo>
                    <a:pt x="511822" y="860328"/>
                  </a:lnTo>
                  <a:lnTo>
                    <a:pt x="512353" y="855961"/>
                  </a:lnTo>
                  <a:lnTo>
                    <a:pt x="512867" y="851594"/>
                  </a:lnTo>
                  <a:lnTo>
                    <a:pt x="513363" y="847227"/>
                  </a:lnTo>
                  <a:lnTo>
                    <a:pt x="513843" y="842860"/>
                  </a:lnTo>
                  <a:lnTo>
                    <a:pt x="514305" y="838493"/>
                  </a:lnTo>
                  <a:lnTo>
                    <a:pt x="514749" y="834126"/>
                  </a:lnTo>
                  <a:lnTo>
                    <a:pt x="515175" y="829758"/>
                  </a:lnTo>
                  <a:lnTo>
                    <a:pt x="515585" y="825391"/>
                  </a:lnTo>
                  <a:lnTo>
                    <a:pt x="515979" y="821024"/>
                  </a:lnTo>
                  <a:lnTo>
                    <a:pt x="516359" y="816657"/>
                  </a:lnTo>
                  <a:lnTo>
                    <a:pt x="516725" y="812290"/>
                  </a:lnTo>
                  <a:lnTo>
                    <a:pt x="517077" y="807923"/>
                  </a:lnTo>
                  <a:lnTo>
                    <a:pt x="517416" y="803556"/>
                  </a:lnTo>
                  <a:lnTo>
                    <a:pt x="517742" y="799188"/>
                  </a:lnTo>
                  <a:lnTo>
                    <a:pt x="518056" y="794821"/>
                  </a:lnTo>
                  <a:lnTo>
                    <a:pt x="518360" y="790454"/>
                  </a:lnTo>
                  <a:lnTo>
                    <a:pt x="518654" y="786087"/>
                  </a:lnTo>
                  <a:lnTo>
                    <a:pt x="518940" y="781720"/>
                  </a:lnTo>
                  <a:lnTo>
                    <a:pt x="519216" y="777353"/>
                  </a:lnTo>
                  <a:lnTo>
                    <a:pt x="519485" y="772985"/>
                  </a:lnTo>
                  <a:lnTo>
                    <a:pt x="519744" y="768618"/>
                  </a:lnTo>
                  <a:lnTo>
                    <a:pt x="519996" y="764251"/>
                  </a:lnTo>
                  <a:lnTo>
                    <a:pt x="520242" y="759884"/>
                  </a:lnTo>
                  <a:lnTo>
                    <a:pt x="520481" y="755517"/>
                  </a:lnTo>
                  <a:lnTo>
                    <a:pt x="520713" y="751150"/>
                  </a:lnTo>
                  <a:lnTo>
                    <a:pt x="520940" y="746783"/>
                  </a:lnTo>
                  <a:lnTo>
                    <a:pt x="521160" y="742415"/>
                  </a:lnTo>
                  <a:lnTo>
                    <a:pt x="521373" y="738048"/>
                  </a:lnTo>
                  <a:lnTo>
                    <a:pt x="521581" y="733681"/>
                  </a:lnTo>
                  <a:lnTo>
                    <a:pt x="521782" y="729314"/>
                  </a:lnTo>
                  <a:lnTo>
                    <a:pt x="521978" y="724947"/>
                  </a:lnTo>
                  <a:lnTo>
                    <a:pt x="522168" y="720580"/>
                  </a:lnTo>
                  <a:lnTo>
                    <a:pt x="522352" y="716212"/>
                  </a:lnTo>
                  <a:lnTo>
                    <a:pt x="522531" y="711845"/>
                  </a:lnTo>
                  <a:lnTo>
                    <a:pt x="522703" y="707478"/>
                  </a:lnTo>
                  <a:lnTo>
                    <a:pt x="522869" y="703111"/>
                  </a:lnTo>
                  <a:lnTo>
                    <a:pt x="523029" y="698744"/>
                  </a:lnTo>
                  <a:lnTo>
                    <a:pt x="523184" y="694377"/>
                  </a:lnTo>
                  <a:lnTo>
                    <a:pt x="523334" y="690010"/>
                  </a:lnTo>
                  <a:lnTo>
                    <a:pt x="523478" y="685642"/>
                  </a:lnTo>
                  <a:lnTo>
                    <a:pt x="523617" y="681275"/>
                  </a:lnTo>
                  <a:lnTo>
                    <a:pt x="523752" y="676908"/>
                  </a:lnTo>
                  <a:lnTo>
                    <a:pt x="523881" y="672541"/>
                  </a:lnTo>
                  <a:lnTo>
                    <a:pt x="524007" y="668174"/>
                  </a:lnTo>
                  <a:lnTo>
                    <a:pt x="524129" y="663807"/>
                  </a:lnTo>
                  <a:lnTo>
                    <a:pt x="524247" y="659439"/>
                  </a:lnTo>
                  <a:lnTo>
                    <a:pt x="524363" y="655072"/>
                  </a:lnTo>
                  <a:lnTo>
                    <a:pt x="524475" y="650705"/>
                  </a:lnTo>
                  <a:lnTo>
                    <a:pt x="524585" y="646338"/>
                  </a:lnTo>
                  <a:lnTo>
                    <a:pt x="524692" y="641971"/>
                  </a:lnTo>
                  <a:lnTo>
                    <a:pt x="524797" y="637604"/>
                  </a:lnTo>
                  <a:lnTo>
                    <a:pt x="524900" y="633237"/>
                  </a:lnTo>
                  <a:lnTo>
                    <a:pt x="525001" y="628869"/>
                  </a:lnTo>
                  <a:lnTo>
                    <a:pt x="525099" y="624502"/>
                  </a:lnTo>
                  <a:lnTo>
                    <a:pt x="525195" y="620135"/>
                  </a:lnTo>
                  <a:lnTo>
                    <a:pt x="525289" y="615768"/>
                  </a:lnTo>
                  <a:lnTo>
                    <a:pt x="525380" y="611401"/>
                  </a:lnTo>
                  <a:lnTo>
                    <a:pt x="525468" y="607034"/>
                  </a:lnTo>
                  <a:lnTo>
                    <a:pt x="525553" y="602667"/>
                  </a:lnTo>
                  <a:lnTo>
                    <a:pt x="525635" y="598299"/>
                  </a:lnTo>
                  <a:lnTo>
                    <a:pt x="525713" y="593932"/>
                  </a:lnTo>
                  <a:lnTo>
                    <a:pt x="525789" y="589565"/>
                  </a:lnTo>
                  <a:lnTo>
                    <a:pt x="525860" y="585198"/>
                  </a:lnTo>
                  <a:lnTo>
                    <a:pt x="525928" y="580831"/>
                  </a:lnTo>
                  <a:lnTo>
                    <a:pt x="525992" y="576464"/>
                  </a:lnTo>
                  <a:lnTo>
                    <a:pt x="526052" y="572096"/>
                  </a:lnTo>
                  <a:lnTo>
                    <a:pt x="526109" y="567729"/>
                  </a:lnTo>
                  <a:lnTo>
                    <a:pt x="526163" y="563362"/>
                  </a:lnTo>
                  <a:lnTo>
                    <a:pt x="526213" y="558995"/>
                  </a:lnTo>
                  <a:lnTo>
                    <a:pt x="526261" y="554628"/>
                  </a:lnTo>
                  <a:lnTo>
                    <a:pt x="526305" y="550261"/>
                  </a:lnTo>
                  <a:lnTo>
                    <a:pt x="526347" y="545894"/>
                  </a:lnTo>
                  <a:lnTo>
                    <a:pt x="526386" y="541526"/>
                  </a:lnTo>
                  <a:lnTo>
                    <a:pt x="526424" y="537159"/>
                  </a:lnTo>
                  <a:lnTo>
                    <a:pt x="526460" y="532792"/>
                  </a:lnTo>
                  <a:lnTo>
                    <a:pt x="526494" y="528425"/>
                  </a:lnTo>
                  <a:lnTo>
                    <a:pt x="526526" y="524058"/>
                  </a:lnTo>
                  <a:lnTo>
                    <a:pt x="526557" y="519691"/>
                  </a:lnTo>
                  <a:lnTo>
                    <a:pt x="526586" y="515323"/>
                  </a:lnTo>
                  <a:lnTo>
                    <a:pt x="526614" y="510956"/>
                  </a:lnTo>
                  <a:lnTo>
                    <a:pt x="526640" y="506589"/>
                  </a:lnTo>
                  <a:lnTo>
                    <a:pt x="526666" y="502222"/>
                  </a:lnTo>
                  <a:lnTo>
                    <a:pt x="526690" y="497855"/>
                  </a:lnTo>
                  <a:lnTo>
                    <a:pt x="526713" y="493488"/>
                  </a:lnTo>
                  <a:lnTo>
                    <a:pt x="526734" y="489121"/>
                  </a:lnTo>
                  <a:lnTo>
                    <a:pt x="526754" y="484753"/>
                  </a:lnTo>
                  <a:lnTo>
                    <a:pt x="526773" y="480386"/>
                  </a:lnTo>
                  <a:lnTo>
                    <a:pt x="526790" y="476019"/>
                  </a:lnTo>
                  <a:lnTo>
                    <a:pt x="526807" y="471652"/>
                  </a:lnTo>
                  <a:lnTo>
                    <a:pt x="526822" y="467285"/>
                  </a:lnTo>
                  <a:lnTo>
                    <a:pt x="526836" y="462918"/>
                  </a:lnTo>
                  <a:lnTo>
                    <a:pt x="526849" y="458550"/>
                  </a:lnTo>
                  <a:lnTo>
                    <a:pt x="526861" y="454183"/>
                  </a:lnTo>
                  <a:lnTo>
                    <a:pt x="526872" y="449816"/>
                  </a:lnTo>
                  <a:lnTo>
                    <a:pt x="526882" y="445449"/>
                  </a:lnTo>
                  <a:lnTo>
                    <a:pt x="526891" y="441082"/>
                  </a:lnTo>
                  <a:lnTo>
                    <a:pt x="526900" y="436715"/>
                  </a:lnTo>
                  <a:lnTo>
                    <a:pt x="526908" y="432348"/>
                  </a:lnTo>
                  <a:lnTo>
                    <a:pt x="526915" y="427980"/>
                  </a:lnTo>
                  <a:lnTo>
                    <a:pt x="526922" y="423613"/>
                  </a:lnTo>
                  <a:lnTo>
                    <a:pt x="526929" y="419246"/>
                  </a:lnTo>
                  <a:lnTo>
                    <a:pt x="526935" y="414879"/>
                  </a:lnTo>
                  <a:lnTo>
                    <a:pt x="526941" y="410512"/>
                  </a:lnTo>
                  <a:lnTo>
                    <a:pt x="526946" y="406145"/>
                  </a:lnTo>
                  <a:lnTo>
                    <a:pt x="526951" y="401778"/>
                  </a:lnTo>
                  <a:lnTo>
                    <a:pt x="526955" y="397410"/>
                  </a:lnTo>
                  <a:lnTo>
                    <a:pt x="526959" y="393043"/>
                  </a:lnTo>
                  <a:lnTo>
                    <a:pt x="526963" y="388676"/>
                  </a:lnTo>
                  <a:lnTo>
                    <a:pt x="526966" y="384309"/>
                  </a:lnTo>
                  <a:lnTo>
                    <a:pt x="526969" y="379942"/>
                  </a:lnTo>
                  <a:lnTo>
                    <a:pt x="526972" y="375575"/>
                  </a:lnTo>
                  <a:lnTo>
                    <a:pt x="526974" y="371207"/>
                  </a:lnTo>
                  <a:lnTo>
                    <a:pt x="526976" y="366840"/>
                  </a:lnTo>
                  <a:lnTo>
                    <a:pt x="526978" y="362473"/>
                  </a:lnTo>
                  <a:lnTo>
                    <a:pt x="526980" y="358106"/>
                  </a:lnTo>
                  <a:lnTo>
                    <a:pt x="526981" y="353739"/>
                  </a:lnTo>
                  <a:lnTo>
                    <a:pt x="526982" y="349372"/>
                  </a:lnTo>
                  <a:lnTo>
                    <a:pt x="526983" y="345005"/>
                  </a:lnTo>
                  <a:lnTo>
                    <a:pt x="526984" y="340637"/>
                  </a:lnTo>
                  <a:lnTo>
                    <a:pt x="526984" y="336270"/>
                  </a:lnTo>
                  <a:lnTo>
                    <a:pt x="526985" y="331903"/>
                  </a:lnTo>
                  <a:lnTo>
                    <a:pt x="526985" y="327536"/>
                  </a:lnTo>
                  <a:lnTo>
                    <a:pt x="526985" y="323169"/>
                  </a:lnTo>
                  <a:lnTo>
                    <a:pt x="526986" y="318802"/>
                  </a:lnTo>
                  <a:lnTo>
                    <a:pt x="526986" y="314434"/>
                  </a:lnTo>
                  <a:lnTo>
                    <a:pt x="526986" y="310067"/>
                  </a:lnTo>
                  <a:lnTo>
                    <a:pt x="526986" y="305700"/>
                  </a:lnTo>
                  <a:lnTo>
                    <a:pt x="526986" y="301333"/>
                  </a:lnTo>
                  <a:lnTo>
                    <a:pt x="526986" y="296966"/>
                  </a:lnTo>
                  <a:lnTo>
                    <a:pt x="526986" y="292599"/>
                  </a:lnTo>
                  <a:lnTo>
                    <a:pt x="526986" y="288232"/>
                  </a:lnTo>
                  <a:lnTo>
                    <a:pt x="526986" y="283864"/>
                  </a:lnTo>
                  <a:lnTo>
                    <a:pt x="526986" y="279497"/>
                  </a:lnTo>
                  <a:lnTo>
                    <a:pt x="526986" y="275130"/>
                  </a:lnTo>
                  <a:lnTo>
                    <a:pt x="526986" y="270763"/>
                  </a:lnTo>
                  <a:lnTo>
                    <a:pt x="526985" y="266396"/>
                  </a:lnTo>
                  <a:lnTo>
                    <a:pt x="526985" y="262029"/>
                  </a:lnTo>
                  <a:lnTo>
                    <a:pt x="526985" y="257661"/>
                  </a:lnTo>
                  <a:lnTo>
                    <a:pt x="526984" y="253294"/>
                  </a:lnTo>
                  <a:lnTo>
                    <a:pt x="526984" y="248927"/>
                  </a:lnTo>
                  <a:lnTo>
                    <a:pt x="526983" y="244560"/>
                  </a:lnTo>
                  <a:lnTo>
                    <a:pt x="526982" y="240193"/>
                  </a:lnTo>
                  <a:lnTo>
                    <a:pt x="526981" y="235826"/>
                  </a:lnTo>
                  <a:lnTo>
                    <a:pt x="526980" y="231459"/>
                  </a:lnTo>
                  <a:lnTo>
                    <a:pt x="526978" y="227091"/>
                  </a:lnTo>
                  <a:lnTo>
                    <a:pt x="526977" y="222724"/>
                  </a:lnTo>
                  <a:lnTo>
                    <a:pt x="526975" y="218357"/>
                  </a:lnTo>
                  <a:lnTo>
                    <a:pt x="526973" y="213990"/>
                  </a:lnTo>
                  <a:lnTo>
                    <a:pt x="526970" y="209623"/>
                  </a:lnTo>
                  <a:lnTo>
                    <a:pt x="526968" y="205256"/>
                  </a:lnTo>
                  <a:lnTo>
                    <a:pt x="526965" y="200889"/>
                  </a:lnTo>
                  <a:lnTo>
                    <a:pt x="526962" y="196521"/>
                  </a:lnTo>
                  <a:lnTo>
                    <a:pt x="526958" y="192154"/>
                  </a:lnTo>
                  <a:lnTo>
                    <a:pt x="526955" y="187787"/>
                  </a:lnTo>
                  <a:lnTo>
                    <a:pt x="526952" y="183420"/>
                  </a:lnTo>
                  <a:lnTo>
                    <a:pt x="526948" y="179053"/>
                  </a:lnTo>
                  <a:lnTo>
                    <a:pt x="526945" y="174686"/>
                  </a:lnTo>
                  <a:lnTo>
                    <a:pt x="526942" y="170318"/>
                  </a:lnTo>
                  <a:lnTo>
                    <a:pt x="526939" y="165951"/>
                  </a:lnTo>
                  <a:lnTo>
                    <a:pt x="526936" y="161584"/>
                  </a:lnTo>
                  <a:lnTo>
                    <a:pt x="526933" y="157217"/>
                  </a:lnTo>
                  <a:lnTo>
                    <a:pt x="526931" y="152850"/>
                  </a:lnTo>
                  <a:lnTo>
                    <a:pt x="526929" y="148483"/>
                  </a:lnTo>
                  <a:lnTo>
                    <a:pt x="526928" y="144116"/>
                  </a:lnTo>
                  <a:lnTo>
                    <a:pt x="526927" y="139748"/>
                  </a:lnTo>
                  <a:lnTo>
                    <a:pt x="526927" y="135381"/>
                  </a:lnTo>
                  <a:lnTo>
                    <a:pt x="526928" y="131014"/>
                  </a:lnTo>
                  <a:lnTo>
                    <a:pt x="526929" y="126647"/>
                  </a:lnTo>
                  <a:lnTo>
                    <a:pt x="526930" y="122280"/>
                  </a:lnTo>
                  <a:lnTo>
                    <a:pt x="526932" y="117913"/>
                  </a:lnTo>
                  <a:lnTo>
                    <a:pt x="526934" y="113545"/>
                  </a:lnTo>
                  <a:lnTo>
                    <a:pt x="526937" y="109178"/>
                  </a:lnTo>
                  <a:lnTo>
                    <a:pt x="526940" y="104811"/>
                  </a:lnTo>
                  <a:lnTo>
                    <a:pt x="526943" y="100444"/>
                  </a:lnTo>
                  <a:lnTo>
                    <a:pt x="526946" y="96077"/>
                  </a:lnTo>
                  <a:lnTo>
                    <a:pt x="526950" y="91710"/>
                  </a:lnTo>
                  <a:lnTo>
                    <a:pt x="526953" y="87343"/>
                  </a:lnTo>
                  <a:lnTo>
                    <a:pt x="526957" y="82975"/>
                  </a:lnTo>
                  <a:lnTo>
                    <a:pt x="526960" y="78608"/>
                  </a:lnTo>
                  <a:lnTo>
                    <a:pt x="526963" y="74241"/>
                  </a:lnTo>
                  <a:lnTo>
                    <a:pt x="526966" y="69874"/>
                  </a:lnTo>
                  <a:lnTo>
                    <a:pt x="526969" y="65507"/>
                  </a:lnTo>
                  <a:lnTo>
                    <a:pt x="526971" y="61140"/>
                  </a:lnTo>
                  <a:lnTo>
                    <a:pt x="526974" y="56772"/>
                  </a:lnTo>
                  <a:lnTo>
                    <a:pt x="526976" y="52405"/>
                  </a:lnTo>
                  <a:lnTo>
                    <a:pt x="526977" y="48038"/>
                  </a:lnTo>
                  <a:lnTo>
                    <a:pt x="526979" y="43671"/>
                  </a:lnTo>
                  <a:lnTo>
                    <a:pt x="526980" y="39304"/>
                  </a:lnTo>
                  <a:lnTo>
                    <a:pt x="526981" y="34937"/>
                  </a:lnTo>
                  <a:lnTo>
                    <a:pt x="526982" y="30570"/>
                  </a:lnTo>
                  <a:lnTo>
                    <a:pt x="526983" y="26202"/>
                  </a:lnTo>
                  <a:lnTo>
                    <a:pt x="526984" y="21835"/>
                  </a:lnTo>
                  <a:lnTo>
                    <a:pt x="526984" y="17468"/>
                  </a:lnTo>
                  <a:lnTo>
                    <a:pt x="526985" y="13101"/>
                  </a:lnTo>
                  <a:lnTo>
                    <a:pt x="526985" y="8734"/>
                  </a:lnTo>
                  <a:lnTo>
                    <a:pt x="526985" y="4367"/>
                  </a:lnTo>
                  <a:lnTo>
                    <a:pt x="526987" y="0"/>
                  </a:lnTo>
                  <a:lnTo>
                    <a:pt x="526987" y="4367"/>
                  </a:lnTo>
                  <a:lnTo>
                    <a:pt x="526988" y="8734"/>
                  </a:lnTo>
                  <a:lnTo>
                    <a:pt x="526988" y="13101"/>
                  </a:lnTo>
                  <a:lnTo>
                    <a:pt x="526988" y="17468"/>
                  </a:lnTo>
                  <a:lnTo>
                    <a:pt x="526989" y="21835"/>
                  </a:lnTo>
                  <a:lnTo>
                    <a:pt x="526990" y="26202"/>
                  </a:lnTo>
                  <a:lnTo>
                    <a:pt x="526990" y="30570"/>
                  </a:lnTo>
                  <a:lnTo>
                    <a:pt x="526991" y="34937"/>
                  </a:lnTo>
                  <a:lnTo>
                    <a:pt x="526992" y="39304"/>
                  </a:lnTo>
                  <a:lnTo>
                    <a:pt x="526994" y="43671"/>
                  </a:lnTo>
                  <a:lnTo>
                    <a:pt x="526995" y="48038"/>
                  </a:lnTo>
                  <a:lnTo>
                    <a:pt x="526997" y="52405"/>
                  </a:lnTo>
                  <a:lnTo>
                    <a:pt x="526999" y="56772"/>
                  </a:lnTo>
                  <a:lnTo>
                    <a:pt x="527001" y="61140"/>
                  </a:lnTo>
                  <a:lnTo>
                    <a:pt x="527004" y="65507"/>
                  </a:lnTo>
                  <a:lnTo>
                    <a:pt x="527007" y="69874"/>
                  </a:lnTo>
                  <a:lnTo>
                    <a:pt x="527010" y="74241"/>
                  </a:lnTo>
                  <a:lnTo>
                    <a:pt x="527013" y="78608"/>
                  </a:lnTo>
                  <a:lnTo>
                    <a:pt x="527016" y="82975"/>
                  </a:lnTo>
                  <a:lnTo>
                    <a:pt x="527019" y="87343"/>
                  </a:lnTo>
                  <a:lnTo>
                    <a:pt x="527023" y="91710"/>
                  </a:lnTo>
                  <a:lnTo>
                    <a:pt x="527026" y="96077"/>
                  </a:lnTo>
                  <a:lnTo>
                    <a:pt x="527030" y="100444"/>
                  </a:lnTo>
                  <a:lnTo>
                    <a:pt x="527033" y="104811"/>
                  </a:lnTo>
                  <a:lnTo>
                    <a:pt x="527036" y="109178"/>
                  </a:lnTo>
                  <a:lnTo>
                    <a:pt x="527038" y="113545"/>
                  </a:lnTo>
                  <a:lnTo>
                    <a:pt x="527041" y="117913"/>
                  </a:lnTo>
                  <a:lnTo>
                    <a:pt x="527043" y="122280"/>
                  </a:lnTo>
                  <a:lnTo>
                    <a:pt x="527044" y="126647"/>
                  </a:lnTo>
                  <a:lnTo>
                    <a:pt x="527045" y="131014"/>
                  </a:lnTo>
                  <a:lnTo>
                    <a:pt x="527045" y="135381"/>
                  </a:lnTo>
                  <a:lnTo>
                    <a:pt x="527045" y="139748"/>
                  </a:lnTo>
                  <a:lnTo>
                    <a:pt x="527045" y="144116"/>
                  </a:lnTo>
                  <a:lnTo>
                    <a:pt x="527043" y="148483"/>
                  </a:lnTo>
                  <a:lnTo>
                    <a:pt x="527042" y="152850"/>
                  </a:lnTo>
                  <a:lnTo>
                    <a:pt x="527040" y="157217"/>
                  </a:lnTo>
                  <a:lnTo>
                    <a:pt x="527037" y="161584"/>
                  </a:lnTo>
                  <a:lnTo>
                    <a:pt x="527034" y="165951"/>
                  </a:lnTo>
                  <a:lnTo>
                    <a:pt x="527031" y="170318"/>
                  </a:lnTo>
                  <a:lnTo>
                    <a:pt x="527028" y="174686"/>
                  </a:lnTo>
                  <a:lnTo>
                    <a:pt x="527024" y="179053"/>
                  </a:lnTo>
                  <a:lnTo>
                    <a:pt x="527021" y="183420"/>
                  </a:lnTo>
                  <a:lnTo>
                    <a:pt x="527018" y="187787"/>
                  </a:lnTo>
                  <a:lnTo>
                    <a:pt x="527014" y="192154"/>
                  </a:lnTo>
                  <a:lnTo>
                    <a:pt x="527011" y="196521"/>
                  </a:lnTo>
                  <a:lnTo>
                    <a:pt x="527008" y="200889"/>
                  </a:lnTo>
                  <a:lnTo>
                    <a:pt x="527005" y="205256"/>
                  </a:lnTo>
                  <a:lnTo>
                    <a:pt x="527003" y="209623"/>
                  </a:lnTo>
                  <a:lnTo>
                    <a:pt x="527000" y="213990"/>
                  </a:lnTo>
                  <a:lnTo>
                    <a:pt x="526998" y="218357"/>
                  </a:lnTo>
                  <a:lnTo>
                    <a:pt x="526996" y="222724"/>
                  </a:lnTo>
                  <a:lnTo>
                    <a:pt x="526995" y="227091"/>
                  </a:lnTo>
                  <a:lnTo>
                    <a:pt x="526993" y="231459"/>
                  </a:lnTo>
                  <a:lnTo>
                    <a:pt x="526992" y="235826"/>
                  </a:lnTo>
                  <a:lnTo>
                    <a:pt x="526991" y="240193"/>
                  </a:lnTo>
                  <a:lnTo>
                    <a:pt x="526990" y="244560"/>
                  </a:lnTo>
                  <a:lnTo>
                    <a:pt x="526989" y="248927"/>
                  </a:lnTo>
                  <a:lnTo>
                    <a:pt x="526989" y="253294"/>
                  </a:lnTo>
                  <a:lnTo>
                    <a:pt x="526988" y="257661"/>
                  </a:lnTo>
                  <a:lnTo>
                    <a:pt x="526988" y="262029"/>
                  </a:lnTo>
                  <a:lnTo>
                    <a:pt x="526987" y="266396"/>
                  </a:lnTo>
                  <a:lnTo>
                    <a:pt x="526987" y="270763"/>
                  </a:lnTo>
                  <a:lnTo>
                    <a:pt x="526987" y="275130"/>
                  </a:lnTo>
                  <a:lnTo>
                    <a:pt x="526987" y="279497"/>
                  </a:lnTo>
                  <a:lnTo>
                    <a:pt x="526987" y="283864"/>
                  </a:lnTo>
                  <a:lnTo>
                    <a:pt x="526987" y="288232"/>
                  </a:lnTo>
                  <a:lnTo>
                    <a:pt x="526987" y="292599"/>
                  </a:lnTo>
                  <a:lnTo>
                    <a:pt x="526987" y="296966"/>
                  </a:lnTo>
                  <a:lnTo>
                    <a:pt x="526987" y="301333"/>
                  </a:lnTo>
                  <a:lnTo>
                    <a:pt x="526987" y="305700"/>
                  </a:lnTo>
                  <a:lnTo>
                    <a:pt x="526987" y="310067"/>
                  </a:lnTo>
                  <a:lnTo>
                    <a:pt x="526987" y="314434"/>
                  </a:lnTo>
                  <a:lnTo>
                    <a:pt x="526987" y="318802"/>
                  </a:lnTo>
                  <a:lnTo>
                    <a:pt x="526987" y="323169"/>
                  </a:lnTo>
                  <a:lnTo>
                    <a:pt x="526988" y="327536"/>
                  </a:lnTo>
                  <a:lnTo>
                    <a:pt x="526988" y="331903"/>
                  </a:lnTo>
                  <a:lnTo>
                    <a:pt x="526988" y="336270"/>
                  </a:lnTo>
                  <a:lnTo>
                    <a:pt x="526989" y="340637"/>
                  </a:lnTo>
                  <a:lnTo>
                    <a:pt x="526990" y="345005"/>
                  </a:lnTo>
                  <a:lnTo>
                    <a:pt x="526991" y="349372"/>
                  </a:lnTo>
                  <a:lnTo>
                    <a:pt x="526992" y="353739"/>
                  </a:lnTo>
                  <a:lnTo>
                    <a:pt x="526993" y="358106"/>
                  </a:lnTo>
                  <a:lnTo>
                    <a:pt x="526995" y="362473"/>
                  </a:lnTo>
                  <a:lnTo>
                    <a:pt x="526996" y="366840"/>
                  </a:lnTo>
                  <a:lnTo>
                    <a:pt x="526998" y="371207"/>
                  </a:lnTo>
                  <a:lnTo>
                    <a:pt x="527001" y="375575"/>
                  </a:lnTo>
                  <a:lnTo>
                    <a:pt x="527003" y="379942"/>
                  </a:lnTo>
                  <a:lnTo>
                    <a:pt x="527006" y="384309"/>
                  </a:lnTo>
                  <a:lnTo>
                    <a:pt x="527010" y="388676"/>
                  </a:lnTo>
                  <a:lnTo>
                    <a:pt x="527013" y="393043"/>
                  </a:lnTo>
                  <a:lnTo>
                    <a:pt x="527017" y="397410"/>
                  </a:lnTo>
                  <a:lnTo>
                    <a:pt x="527022" y="401778"/>
                  </a:lnTo>
                  <a:lnTo>
                    <a:pt x="527027" y="406145"/>
                  </a:lnTo>
                  <a:lnTo>
                    <a:pt x="527032" y="410512"/>
                  </a:lnTo>
                  <a:lnTo>
                    <a:pt x="527038" y="414879"/>
                  </a:lnTo>
                  <a:lnTo>
                    <a:pt x="527044" y="419246"/>
                  </a:lnTo>
                  <a:lnTo>
                    <a:pt x="527050" y="423613"/>
                  </a:lnTo>
                  <a:lnTo>
                    <a:pt x="527057" y="427980"/>
                  </a:lnTo>
                  <a:lnTo>
                    <a:pt x="527065" y="432348"/>
                  </a:lnTo>
                  <a:lnTo>
                    <a:pt x="527073" y="436715"/>
                  </a:lnTo>
                  <a:lnTo>
                    <a:pt x="527082" y="441082"/>
                  </a:lnTo>
                  <a:lnTo>
                    <a:pt x="527091" y="445449"/>
                  </a:lnTo>
                  <a:lnTo>
                    <a:pt x="527101" y="449816"/>
                  </a:lnTo>
                  <a:lnTo>
                    <a:pt x="527112" y="454183"/>
                  </a:lnTo>
                  <a:lnTo>
                    <a:pt x="527124" y="458550"/>
                  </a:lnTo>
                  <a:lnTo>
                    <a:pt x="527137" y="462918"/>
                  </a:lnTo>
                  <a:lnTo>
                    <a:pt x="527151" y="467285"/>
                  </a:lnTo>
                  <a:lnTo>
                    <a:pt x="527166" y="471652"/>
                  </a:lnTo>
                  <a:lnTo>
                    <a:pt x="527182" y="476019"/>
                  </a:lnTo>
                  <a:lnTo>
                    <a:pt x="527200" y="480386"/>
                  </a:lnTo>
                  <a:lnTo>
                    <a:pt x="527219" y="484753"/>
                  </a:lnTo>
                  <a:lnTo>
                    <a:pt x="527239" y="489121"/>
                  </a:lnTo>
                  <a:lnTo>
                    <a:pt x="527260" y="493488"/>
                  </a:lnTo>
                  <a:lnTo>
                    <a:pt x="527283" y="497855"/>
                  </a:lnTo>
                  <a:lnTo>
                    <a:pt x="527307" y="502222"/>
                  </a:lnTo>
                  <a:lnTo>
                    <a:pt x="527332" y="506589"/>
                  </a:lnTo>
                  <a:lnTo>
                    <a:pt x="527359" y="510956"/>
                  </a:lnTo>
                  <a:lnTo>
                    <a:pt x="527387" y="515323"/>
                  </a:lnTo>
                  <a:lnTo>
                    <a:pt x="527416" y="519691"/>
                  </a:lnTo>
                  <a:lnTo>
                    <a:pt x="527447" y="524058"/>
                  </a:lnTo>
                  <a:lnTo>
                    <a:pt x="527479" y="528425"/>
                  </a:lnTo>
                  <a:lnTo>
                    <a:pt x="527513" y="532792"/>
                  </a:lnTo>
                  <a:lnTo>
                    <a:pt x="527549" y="537159"/>
                  </a:lnTo>
                  <a:lnTo>
                    <a:pt x="527586" y="541526"/>
                  </a:lnTo>
                  <a:lnTo>
                    <a:pt x="527626" y="545894"/>
                  </a:lnTo>
                  <a:lnTo>
                    <a:pt x="527668" y="550261"/>
                  </a:lnTo>
                  <a:lnTo>
                    <a:pt x="527712" y="554628"/>
                  </a:lnTo>
                  <a:lnTo>
                    <a:pt x="527760" y="558995"/>
                  </a:lnTo>
                  <a:lnTo>
                    <a:pt x="527810" y="563362"/>
                  </a:lnTo>
                  <a:lnTo>
                    <a:pt x="527864" y="567729"/>
                  </a:lnTo>
                  <a:lnTo>
                    <a:pt x="527921" y="572096"/>
                  </a:lnTo>
                  <a:lnTo>
                    <a:pt x="527981" y="576464"/>
                  </a:lnTo>
                  <a:lnTo>
                    <a:pt x="528045" y="580831"/>
                  </a:lnTo>
                  <a:lnTo>
                    <a:pt x="528112" y="585198"/>
                  </a:lnTo>
                  <a:lnTo>
                    <a:pt x="528184" y="589565"/>
                  </a:lnTo>
                  <a:lnTo>
                    <a:pt x="528259" y="593932"/>
                  </a:lnTo>
                  <a:lnTo>
                    <a:pt x="528338" y="598299"/>
                  </a:lnTo>
                  <a:lnTo>
                    <a:pt x="528420" y="602667"/>
                  </a:lnTo>
                  <a:lnTo>
                    <a:pt x="528505" y="607034"/>
                  </a:lnTo>
                  <a:lnTo>
                    <a:pt x="528593" y="611401"/>
                  </a:lnTo>
                  <a:lnTo>
                    <a:pt x="528684" y="615768"/>
                  </a:lnTo>
                  <a:lnTo>
                    <a:pt x="528777" y="620135"/>
                  </a:lnTo>
                  <a:lnTo>
                    <a:pt x="528873" y="624502"/>
                  </a:lnTo>
                  <a:lnTo>
                    <a:pt x="528972" y="628869"/>
                  </a:lnTo>
                  <a:lnTo>
                    <a:pt x="529073" y="633237"/>
                  </a:lnTo>
                  <a:lnTo>
                    <a:pt x="529175" y="637604"/>
                  </a:lnTo>
                  <a:lnTo>
                    <a:pt x="529280" y="641971"/>
                  </a:lnTo>
                  <a:lnTo>
                    <a:pt x="529388" y="646338"/>
                  </a:lnTo>
                  <a:lnTo>
                    <a:pt x="529497" y="650705"/>
                  </a:lnTo>
                  <a:lnTo>
                    <a:pt x="529610" y="655072"/>
                  </a:lnTo>
                  <a:lnTo>
                    <a:pt x="529725" y="659439"/>
                  </a:lnTo>
                  <a:lnTo>
                    <a:pt x="529844" y="663807"/>
                  </a:lnTo>
                  <a:lnTo>
                    <a:pt x="529966" y="668174"/>
                  </a:lnTo>
                  <a:lnTo>
                    <a:pt x="530091" y="672541"/>
                  </a:lnTo>
                  <a:lnTo>
                    <a:pt x="530221" y="676908"/>
                  </a:lnTo>
                  <a:lnTo>
                    <a:pt x="530355" y="681275"/>
                  </a:lnTo>
                  <a:lnTo>
                    <a:pt x="530495" y="685642"/>
                  </a:lnTo>
                  <a:lnTo>
                    <a:pt x="530639" y="690010"/>
                  </a:lnTo>
                  <a:lnTo>
                    <a:pt x="530789" y="694377"/>
                  </a:lnTo>
                  <a:lnTo>
                    <a:pt x="530943" y="698744"/>
                  </a:lnTo>
                  <a:lnTo>
                    <a:pt x="531104" y="703111"/>
                  </a:lnTo>
                  <a:lnTo>
                    <a:pt x="531270" y="707478"/>
                  </a:lnTo>
                  <a:lnTo>
                    <a:pt x="531442" y="711845"/>
                  </a:lnTo>
                  <a:lnTo>
                    <a:pt x="531620" y="716212"/>
                  </a:lnTo>
                  <a:lnTo>
                    <a:pt x="531805" y="720580"/>
                  </a:lnTo>
                  <a:lnTo>
                    <a:pt x="531995" y="724947"/>
                  </a:lnTo>
                  <a:lnTo>
                    <a:pt x="532190" y="729314"/>
                  </a:lnTo>
                  <a:lnTo>
                    <a:pt x="532392" y="733681"/>
                  </a:lnTo>
                  <a:lnTo>
                    <a:pt x="532599" y="738048"/>
                  </a:lnTo>
                  <a:lnTo>
                    <a:pt x="532813" y="742415"/>
                  </a:lnTo>
                  <a:lnTo>
                    <a:pt x="533033" y="746783"/>
                  </a:lnTo>
                  <a:lnTo>
                    <a:pt x="533260" y="751150"/>
                  </a:lnTo>
                  <a:lnTo>
                    <a:pt x="533492" y="755517"/>
                  </a:lnTo>
                  <a:lnTo>
                    <a:pt x="533731" y="759884"/>
                  </a:lnTo>
                  <a:lnTo>
                    <a:pt x="533976" y="764251"/>
                  </a:lnTo>
                  <a:lnTo>
                    <a:pt x="534229" y="768618"/>
                  </a:lnTo>
                  <a:lnTo>
                    <a:pt x="534488" y="772985"/>
                  </a:lnTo>
                  <a:lnTo>
                    <a:pt x="534756" y="777353"/>
                  </a:lnTo>
                  <a:lnTo>
                    <a:pt x="535033" y="781720"/>
                  </a:lnTo>
                  <a:lnTo>
                    <a:pt x="535318" y="786087"/>
                  </a:lnTo>
                  <a:lnTo>
                    <a:pt x="535613" y="790454"/>
                  </a:lnTo>
                  <a:lnTo>
                    <a:pt x="535917" y="794821"/>
                  </a:lnTo>
                  <a:lnTo>
                    <a:pt x="536231" y="799188"/>
                  </a:lnTo>
                  <a:lnTo>
                    <a:pt x="536557" y="803556"/>
                  </a:lnTo>
                  <a:lnTo>
                    <a:pt x="536896" y="807923"/>
                  </a:lnTo>
                  <a:lnTo>
                    <a:pt x="537248" y="812290"/>
                  </a:lnTo>
                  <a:lnTo>
                    <a:pt x="537614" y="816657"/>
                  </a:lnTo>
                  <a:lnTo>
                    <a:pt x="537993" y="821024"/>
                  </a:lnTo>
                  <a:lnTo>
                    <a:pt x="538388" y="825391"/>
                  </a:lnTo>
                  <a:lnTo>
                    <a:pt x="538798" y="829758"/>
                  </a:lnTo>
                  <a:lnTo>
                    <a:pt x="539223" y="834126"/>
                  </a:lnTo>
                  <a:lnTo>
                    <a:pt x="539668" y="838493"/>
                  </a:lnTo>
                  <a:lnTo>
                    <a:pt x="540130" y="842860"/>
                  </a:lnTo>
                  <a:lnTo>
                    <a:pt x="540609" y="847227"/>
                  </a:lnTo>
                  <a:lnTo>
                    <a:pt x="541106" y="851594"/>
                  </a:lnTo>
                  <a:lnTo>
                    <a:pt x="541620" y="855961"/>
                  </a:lnTo>
                  <a:lnTo>
                    <a:pt x="542151" y="860328"/>
                  </a:lnTo>
                  <a:lnTo>
                    <a:pt x="542699" y="864696"/>
                  </a:lnTo>
                  <a:lnTo>
                    <a:pt x="543265" y="869063"/>
                  </a:lnTo>
                  <a:lnTo>
                    <a:pt x="543849" y="873430"/>
                  </a:lnTo>
                  <a:lnTo>
                    <a:pt x="544449" y="877797"/>
                  </a:lnTo>
                  <a:lnTo>
                    <a:pt x="545064" y="882164"/>
                  </a:lnTo>
                  <a:lnTo>
                    <a:pt x="545693" y="886531"/>
                  </a:lnTo>
                  <a:lnTo>
                    <a:pt x="546337" y="890899"/>
                  </a:lnTo>
                  <a:lnTo>
                    <a:pt x="546994" y="895266"/>
                  </a:lnTo>
                  <a:lnTo>
                    <a:pt x="547666" y="899633"/>
                  </a:lnTo>
                  <a:lnTo>
                    <a:pt x="548352" y="904000"/>
                  </a:lnTo>
                  <a:lnTo>
                    <a:pt x="549050" y="908367"/>
                  </a:lnTo>
                  <a:lnTo>
                    <a:pt x="549759" y="912734"/>
                  </a:lnTo>
                  <a:lnTo>
                    <a:pt x="550480" y="917101"/>
                  </a:lnTo>
                  <a:lnTo>
                    <a:pt x="551211" y="921469"/>
                  </a:lnTo>
                  <a:lnTo>
                    <a:pt x="551953" y="925836"/>
                  </a:lnTo>
                  <a:lnTo>
                    <a:pt x="552705" y="930203"/>
                  </a:lnTo>
                  <a:lnTo>
                    <a:pt x="553467" y="934570"/>
                  </a:lnTo>
                  <a:lnTo>
                    <a:pt x="554237" y="938937"/>
                  </a:lnTo>
                  <a:lnTo>
                    <a:pt x="555014" y="943304"/>
                  </a:lnTo>
                  <a:lnTo>
                    <a:pt x="555798" y="947672"/>
                  </a:lnTo>
                  <a:lnTo>
                    <a:pt x="556588" y="952039"/>
                  </a:lnTo>
                  <a:lnTo>
                    <a:pt x="557382" y="956406"/>
                  </a:lnTo>
                  <a:lnTo>
                    <a:pt x="558180" y="960773"/>
                  </a:lnTo>
                  <a:lnTo>
                    <a:pt x="558981" y="965140"/>
                  </a:lnTo>
                  <a:lnTo>
                    <a:pt x="559783" y="969507"/>
                  </a:lnTo>
                  <a:lnTo>
                    <a:pt x="560586" y="973874"/>
                  </a:lnTo>
                  <a:lnTo>
                    <a:pt x="561388" y="978242"/>
                  </a:lnTo>
                  <a:lnTo>
                    <a:pt x="562189" y="982609"/>
                  </a:lnTo>
                  <a:lnTo>
                    <a:pt x="562989" y="986976"/>
                  </a:lnTo>
                  <a:lnTo>
                    <a:pt x="563787" y="991343"/>
                  </a:lnTo>
                  <a:lnTo>
                    <a:pt x="564583" y="995710"/>
                  </a:lnTo>
                  <a:lnTo>
                    <a:pt x="565377" y="1000077"/>
                  </a:lnTo>
                  <a:lnTo>
                    <a:pt x="566171" y="1004445"/>
                  </a:lnTo>
                  <a:lnTo>
                    <a:pt x="566964" y="1008812"/>
                  </a:lnTo>
                  <a:lnTo>
                    <a:pt x="567758" y="1013179"/>
                  </a:lnTo>
                  <a:lnTo>
                    <a:pt x="568553" y="1017546"/>
                  </a:lnTo>
                  <a:lnTo>
                    <a:pt x="569352" y="1021913"/>
                  </a:lnTo>
                  <a:lnTo>
                    <a:pt x="570156" y="1026280"/>
                  </a:lnTo>
                  <a:lnTo>
                    <a:pt x="570967" y="1030647"/>
                  </a:lnTo>
                  <a:lnTo>
                    <a:pt x="571786" y="1035015"/>
                  </a:lnTo>
                  <a:lnTo>
                    <a:pt x="572614" y="1039382"/>
                  </a:lnTo>
                  <a:lnTo>
                    <a:pt x="573454" y="1043749"/>
                  </a:lnTo>
                  <a:lnTo>
                    <a:pt x="574306" y="1048116"/>
                  </a:lnTo>
                  <a:lnTo>
                    <a:pt x="575172" y="1052483"/>
                  </a:lnTo>
                  <a:lnTo>
                    <a:pt x="576056" y="1056850"/>
                  </a:lnTo>
                  <a:lnTo>
                    <a:pt x="576958" y="1061218"/>
                  </a:lnTo>
                  <a:lnTo>
                    <a:pt x="577878" y="1065585"/>
                  </a:lnTo>
                  <a:lnTo>
                    <a:pt x="578815" y="1069952"/>
                  </a:lnTo>
                  <a:lnTo>
                    <a:pt x="579772" y="1074319"/>
                  </a:lnTo>
                  <a:lnTo>
                    <a:pt x="580748" y="1078686"/>
                  </a:lnTo>
                  <a:lnTo>
                    <a:pt x="581743" y="1083053"/>
                  </a:lnTo>
                  <a:lnTo>
                    <a:pt x="582760" y="1087420"/>
                  </a:lnTo>
                  <a:lnTo>
                    <a:pt x="583796" y="1091788"/>
                  </a:lnTo>
                  <a:lnTo>
                    <a:pt x="584851" y="1096155"/>
                  </a:lnTo>
                  <a:lnTo>
                    <a:pt x="585922" y="1100522"/>
                  </a:lnTo>
                  <a:lnTo>
                    <a:pt x="587009" y="1104889"/>
                  </a:lnTo>
                  <a:lnTo>
                    <a:pt x="588111" y="1109256"/>
                  </a:lnTo>
                  <a:lnTo>
                    <a:pt x="589226" y="1113623"/>
                  </a:lnTo>
                  <a:lnTo>
                    <a:pt x="590353" y="1117990"/>
                  </a:lnTo>
                  <a:lnTo>
                    <a:pt x="591491" y="1122358"/>
                  </a:lnTo>
                  <a:lnTo>
                    <a:pt x="592636" y="1126725"/>
                  </a:lnTo>
                  <a:lnTo>
                    <a:pt x="593787" y="1131092"/>
                  </a:lnTo>
                  <a:lnTo>
                    <a:pt x="594941" y="1135459"/>
                  </a:lnTo>
                  <a:lnTo>
                    <a:pt x="596096" y="1139826"/>
                  </a:lnTo>
                  <a:lnTo>
                    <a:pt x="597252" y="1144193"/>
                  </a:lnTo>
                  <a:lnTo>
                    <a:pt x="598406" y="1148561"/>
                  </a:lnTo>
                  <a:lnTo>
                    <a:pt x="599555" y="1152928"/>
                  </a:lnTo>
                  <a:lnTo>
                    <a:pt x="600699" y="1157295"/>
                  </a:lnTo>
                  <a:lnTo>
                    <a:pt x="601838" y="1161662"/>
                  </a:lnTo>
                  <a:lnTo>
                    <a:pt x="602970" y="1166029"/>
                  </a:lnTo>
                  <a:lnTo>
                    <a:pt x="604095" y="1170396"/>
                  </a:lnTo>
                  <a:lnTo>
                    <a:pt x="605214" y="1174763"/>
                  </a:lnTo>
                  <a:lnTo>
                    <a:pt x="606326" y="1179131"/>
                  </a:lnTo>
                  <a:lnTo>
                    <a:pt x="607433" y="1183498"/>
                  </a:lnTo>
                  <a:lnTo>
                    <a:pt x="608536" y="1187865"/>
                  </a:lnTo>
                  <a:lnTo>
                    <a:pt x="609637" y="1192232"/>
                  </a:lnTo>
                  <a:lnTo>
                    <a:pt x="610739" y="1196599"/>
                  </a:lnTo>
                  <a:lnTo>
                    <a:pt x="611842" y="1200966"/>
                  </a:lnTo>
                  <a:lnTo>
                    <a:pt x="612950" y="1205334"/>
                  </a:lnTo>
                  <a:lnTo>
                    <a:pt x="614065" y="1209701"/>
                  </a:lnTo>
                  <a:lnTo>
                    <a:pt x="615190" y="1214068"/>
                  </a:lnTo>
                  <a:lnTo>
                    <a:pt x="616326" y="1218435"/>
                  </a:lnTo>
                  <a:lnTo>
                    <a:pt x="617476" y="1222802"/>
                  </a:lnTo>
                  <a:lnTo>
                    <a:pt x="618639" y="1227169"/>
                  </a:lnTo>
                  <a:lnTo>
                    <a:pt x="619818" y="1231536"/>
                  </a:lnTo>
                  <a:lnTo>
                    <a:pt x="621013" y="1235904"/>
                  </a:lnTo>
                  <a:lnTo>
                    <a:pt x="622224" y="1240271"/>
                  </a:lnTo>
                  <a:lnTo>
                    <a:pt x="623454" y="1244638"/>
                  </a:lnTo>
                  <a:lnTo>
                    <a:pt x="624700" y="1249005"/>
                  </a:lnTo>
                  <a:lnTo>
                    <a:pt x="625959" y="1253372"/>
                  </a:lnTo>
                  <a:lnTo>
                    <a:pt x="627230" y="1257739"/>
                  </a:lnTo>
                  <a:lnTo>
                    <a:pt x="628513" y="1262107"/>
                  </a:lnTo>
                  <a:lnTo>
                    <a:pt x="629804" y="1266474"/>
                  </a:lnTo>
                  <a:lnTo>
                    <a:pt x="631103" y="1270841"/>
                  </a:lnTo>
                  <a:lnTo>
                    <a:pt x="632407" y="1275208"/>
                  </a:lnTo>
                  <a:lnTo>
                    <a:pt x="633713" y="1279575"/>
                  </a:lnTo>
                  <a:lnTo>
                    <a:pt x="635019" y="1283942"/>
                  </a:lnTo>
                  <a:lnTo>
                    <a:pt x="636323" y="1288309"/>
                  </a:lnTo>
                  <a:lnTo>
                    <a:pt x="637624" y="1292677"/>
                  </a:lnTo>
                  <a:lnTo>
                    <a:pt x="638919" y="1297044"/>
                  </a:lnTo>
                  <a:lnTo>
                    <a:pt x="640207" y="1301411"/>
                  </a:lnTo>
                  <a:lnTo>
                    <a:pt x="641486" y="1305778"/>
                  </a:lnTo>
                  <a:lnTo>
                    <a:pt x="642755" y="1310145"/>
                  </a:lnTo>
                  <a:lnTo>
                    <a:pt x="644014" y="1314512"/>
                  </a:lnTo>
                  <a:lnTo>
                    <a:pt x="645263" y="1318879"/>
                  </a:lnTo>
                  <a:lnTo>
                    <a:pt x="646500" y="1323247"/>
                  </a:lnTo>
                  <a:lnTo>
                    <a:pt x="647726" y="1327614"/>
                  </a:lnTo>
                  <a:lnTo>
                    <a:pt x="648942" y="1331981"/>
                  </a:lnTo>
                  <a:lnTo>
                    <a:pt x="650145" y="1336348"/>
                  </a:lnTo>
                  <a:lnTo>
                    <a:pt x="651336" y="1340715"/>
                  </a:lnTo>
                  <a:lnTo>
                    <a:pt x="652517" y="1345082"/>
                  </a:lnTo>
                  <a:lnTo>
                    <a:pt x="653686" y="1349450"/>
                  </a:lnTo>
                  <a:lnTo>
                    <a:pt x="654845" y="1353817"/>
                  </a:lnTo>
                  <a:lnTo>
                    <a:pt x="655992" y="1358184"/>
                  </a:lnTo>
                  <a:lnTo>
                    <a:pt x="657128" y="1362551"/>
                  </a:lnTo>
                  <a:lnTo>
                    <a:pt x="658249" y="1366918"/>
                  </a:lnTo>
                  <a:lnTo>
                    <a:pt x="659353" y="1371285"/>
                  </a:lnTo>
                  <a:lnTo>
                    <a:pt x="660439" y="1375652"/>
                  </a:lnTo>
                  <a:lnTo>
                    <a:pt x="661506" y="1380020"/>
                  </a:lnTo>
                  <a:lnTo>
                    <a:pt x="662548" y="1384387"/>
                  </a:lnTo>
                  <a:lnTo>
                    <a:pt x="663563" y="1388754"/>
                  </a:lnTo>
                  <a:lnTo>
                    <a:pt x="664547" y="1393121"/>
                  </a:lnTo>
                  <a:lnTo>
                    <a:pt x="665023" y="1395319"/>
                  </a:lnTo>
                  <a:lnTo>
                    <a:pt x="665492" y="1397488"/>
                  </a:lnTo>
                  <a:lnTo>
                    <a:pt x="666389" y="1401855"/>
                  </a:lnTo>
                  <a:lnTo>
                    <a:pt x="667235" y="1406223"/>
                  </a:lnTo>
                  <a:lnTo>
                    <a:pt x="668026" y="1410590"/>
                  </a:lnTo>
                  <a:lnTo>
                    <a:pt x="668755" y="1414957"/>
                  </a:lnTo>
                  <a:lnTo>
                    <a:pt x="669416" y="1419324"/>
                  </a:lnTo>
                  <a:lnTo>
                    <a:pt x="670004" y="1423691"/>
                  </a:lnTo>
                  <a:lnTo>
                    <a:pt x="670510" y="1428058"/>
                  </a:lnTo>
                  <a:lnTo>
                    <a:pt x="670916" y="1432425"/>
                  </a:lnTo>
                  <a:lnTo>
                    <a:pt x="671230" y="1436793"/>
                  </a:lnTo>
                  <a:lnTo>
                    <a:pt x="671451" y="1441160"/>
                  </a:lnTo>
                  <a:lnTo>
                    <a:pt x="671574" y="1445527"/>
                  </a:lnTo>
                  <a:lnTo>
                    <a:pt x="671599" y="1449894"/>
                  </a:lnTo>
                  <a:lnTo>
                    <a:pt x="671526" y="1454261"/>
                  </a:lnTo>
                  <a:lnTo>
                    <a:pt x="671354" y="1458628"/>
                  </a:lnTo>
                  <a:lnTo>
                    <a:pt x="671067" y="1462996"/>
                  </a:lnTo>
                  <a:lnTo>
                    <a:pt x="670690" y="1467363"/>
                  </a:lnTo>
                  <a:lnTo>
                    <a:pt x="670227" y="1471730"/>
                  </a:lnTo>
                  <a:lnTo>
                    <a:pt x="669684" y="1476097"/>
                  </a:lnTo>
                  <a:lnTo>
                    <a:pt x="669067" y="1480464"/>
                  </a:lnTo>
                  <a:lnTo>
                    <a:pt x="668385" y="1484831"/>
                  </a:lnTo>
                  <a:lnTo>
                    <a:pt x="667646" y="1489198"/>
                  </a:lnTo>
                  <a:lnTo>
                    <a:pt x="666851" y="1493566"/>
                  </a:lnTo>
                  <a:lnTo>
                    <a:pt x="666019" y="1497933"/>
                  </a:lnTo>
                  <a:lnTo>
                    <a:pt x="665160" y="1502300"/>
                  </a:lnTo>
                  <a:lnTo>
                    <a:pt x="664280" y="1506667"/>
                  </a:lnTo>
                  <a:lnTo>
                    <a:pt x="663389" y="1511034"/>
                  </a:lnTo>
                  <a:lnTo>
                    <a:pt x="662493" y="1515401"/>
                  </a:lnTo>
                  <a:lnTo>
                    <a:pt x="661598" y="1519768"/>
                  </a:lnTo>
                  <a:lnTo>
                    <a:pt x="660712" y="1524136"/>
                  </a:lnTo>
                  <a:lnTo>
                    <a:pt x="659838" y="1528503"/>
                  </a:lnTo>
                  <a:lnTo>
                    <a:pt x="658979" y="1532870"/>
                  </a:lnTo>
                  <a:lnTo>
                    <a:pt x="658138" y="1537237"/>
                  </a:lnTo>
                  <a:lnTo>
                    <a:pt x="657315" y="1541604"/>
                  </a:lnTo>
                  <a:lnTo>
                    <a:pt x="656510" y="1545971"/>
                  </a:lnTo>
                  <a:lnTo>
                    <a:pt x="655724" y="1550339"/>
                  </a:lnTo>
                  <a:lnTo>
                    <a:pt x="654957" y="1554706"/>
                  </a:lnTo>
                  <a:lnTo>
                    <a:pt x="654207" y="1559073"/>
                  </a:lnTo>
                  <a:lnTo>
                    <a:pt x="653469" y="1563440"/>
                  </a:lnTo>
                  <a:lnTo>
                    <a:pt x="652741" y="1567807"/>
                  </a:lnTo>
                  <a:lnTo>
                    <a:pt x="652021" y="1572174"/>
                  </a:lnTo>
                  <a:lnTo>
                    <a:pt x="651305" y="1576541"/>
                  </a:lnTo>
                  <a:lnTo>
                    <a:pt x="650590" y="1580909"/>
                  </a:lnTo>
                  <a:lnTo>
                    <a:pt x="649872" y="1585276"/>
                  </a:lnTo>
                  <a:lnTo>
                    <a:pt x="649146" y="1589643"/>
                  </a:lnTo>
                  <a:lnTo>
                    <a:pt x="648410" y="1594010"/>
                  </a:lnTo>
                  <a:lnTo>
                    <a:pt x="647658" y="1598377"/>
                  </a:lnTo>
                  <a:lnTo>
                    <a:pt x="646889" y="1602744"/>
                  </a:lnTo>
                  <a:lnTo>
                    <a:pt x="646099" y="1607112"/>
                  </a:lnTo>
                  <a:lnTo>
                    <a:pt x="645284" y="1611479"/>
                  </a:lnTo>
                  <a:lnTo>
                    <a:pt x="644441" y="1615846"/>
                  </a:lnTo>
                  <a:lnTo>
                    <a:pt x="643564" y="1620213"/>
                  </a:lnTo>
                  <a:lnTo>
                    <a:pt x="642655" y="1624580"/>
                  </a:lnTo>
                  <a:lnTo>
                    <a:pt x="641715" y="1628947"/>
                  </a:lnTo>
                  <a:lnTo>
                    <a:pt x="640743" y="1633314"/>
                  </a:lnTo>
                  <a:lnTo>
                    <a:pt x="639740" y="1637682"/>
                  </a:lnTo>
                  <a:lnTo>
                    <a:pt x="638709" y="1642049"/>
                  </a:lnTo>
                  <a:lnTo>
                    <a:pt x="637651" y="1646416"/>
                  </a:lnTo>
                  <a:lnTo>
                    <a:pt x="636568" y="1650783"/>
                  </a:lnTo>
                  <a:lnTo>
                    <a:pt x="635469" y="1655150"/>
                  </a:lnTo>
                  <a:lnTo>
                    <a:pt x="634360" y="1659517"/>
                  </a:lnTo>
                  <a:lnTo>
                    <a:pt x="633245" y="1663885"/>
                  </a:lnTo>
                  <a:lnTo>
                    <a:pt x="632130" y="1668252"/>
                  </a:lnTo>
                  <a:lnTo>
                    <a:pt x="631022" y="1672619"/>
                  </a:lnTo>
                  <a:lnTo>
                    <a:pt x="629925" y="1676986"/>
                  </a:lnTo>
                  <a:lnTo>
                    <a:pt x="628850" y="1681353"/>
                  </a:lnTo>
                  <a:lnTo>
                    <a:pt x="627797" y="1685720"/>
                  </a:lnTo>
                  <a:lnTo>
                    <a:pt x="626771" y="1690087"/>
                  </a:lnTo>
                  <a:lnTo>
                    <a:pt x="625773" y="1694455"/>
                  </a:lnTo>
                  <a:lnTo>
                    <a:pt x="625061" y="1697665"/>
                  </a:lnTo>
                  <a:lnTo>
                    <a:pt x="624804" y="1698822"/>
                  </a:lnTo>
                  <a:lnTo>
                    <a:pt x="623866" y="1703189"/>
                  </a:lnTo>
                  <a:lnTo>
                    <a:pt x="622956" y="1707556"/>
                  </a:lnTo>
                  <a:lnTo>
                    <a:pt x="622077" y="1711923"/>
                  </a:lnTo>
                  <a:lnTo>
                    <a:pt x="621222" y="1716290"/>
                  </a:lnTo>
                  <a:lnTo>
                    <a:pt x="620385" y="1720657"/>
                  </a:lnTo>
                  <a:lnTo>
                    <a:pt x="619561" y="1725025"/>
                  </a:lnTo>
                  <a:lnTo>
                    <a:pt x="618746" y="1729392"/>
                  </a:lnTo>
                  <a:lnTo>
                    <a:pt x="617935" y="1733759"/>
                  </a:lnTo>
                  <a:lnTo>
                    <a:pt x="617123" y="1738126"/>
                  </a:lnTo>
                  <a:lnTo>
                    <a:pt x="616301" y="1742493"/>
                  </a:lnTo>
                  <a:lnTo>
                    <a:pt x="615464" y="1746860"/>
                  </a:lnTo>
                  <a:lnTo>
                    <a:pt x="614609" y="1751228"/>
                  </a:lnTo>
                  <a:lnTo>
                    <a:pt x="613732" y="1755595"/>
                  </a:lnTo>
                  <a:lnTo>
                    <a:pt x="612830" y="1759962"/>
                  </a:lnTo>
                  <a:lnTo>
                    <a:pt x="611900" y="1764329"/>
                  </a:lnTo>
                  <a:lnTo>
                    <a:pt x="610941" y="1768696"/>
                  </a:lnTo>
                  <a:lnTo>
                    <a:pt x="609946" y="1773063"/>
                  </a:lnTo>
                  <a:lnTo>
                    <a:pt x="608917" y="1777430"/>
                  </a:lnTo>
                  <a:lnTo>
                    <a:pt x="607856" y="1781798"/>
                  </a:lnTo>
                  <a:lnTo>
                    <a:pt x="606764" y="1786165"/>
                  </a:lnTo>
                  <a:lnTo>
                    <a:pt x="605641" y="1790532"/>
                  </a:lnTo>
                  <a:lnTo>
                    <a:pt x="604488" y="1794899"/>
                  </a:lnTo>
                  <a:lnTo>
                    <a:pt x="603307" y="1799266"/>
                  </a:lnTo>
                  <a:lnTo>
                    <a:pt x="602096" y="1803633"/>
                  </a:lnTo>
                  <a:lnTo>
                    <a:pt x="600857" y="1808001"/>
                  </a:lnTo>
                  <a:lnTo>
                    <a:pt x="599594" y="1812368"/>
                  </a:lnTo>
                  <a:lnTo>
                    <a:pt x="598307" y="1816735"/>
                  </a:lnTo>
                  <a:lnTo>
                    <a:pt x="596999" y="1821102"/>
                  </a:lnTo>
                  <a:lnTo>
                    <a:pt x="595668" y="1825469"/>
                  </a:lnTo>
                  <a:lnTo>
                    <a:pt x="594318" y="1829836"/>
                  </a:lnTo>
                  <a:lnTo>
                    <a:pt x="592945" y="1834203"/>
                  </a:lnTo>
                  <a:lnTo>
                    <a:pt x="591551" y="1838571"/>
                  </a:lnTo>
                  <a:lnTo>
                    <a:pt x="590137" y="1842938"/>
                  </a:lnTo>
                  <a:lnTo>
                    <a:pt x="588704" y="1847305"/>
                  </a:lnTo>
                  <a:lnTo>
                    <a:pt x="587252" y="1851672"/>
                  </a:lnTo>
                  <a:lnTo>
                    <a:pt x="585780" y="1856039"/>
                  </a:lnTo>
                  <a:lnTo>
                    <a:pt x="584290" y="1860406"/>
                  </a:lnTo>
                  <a:lnTo>
                    <a:pt x="582780" y="1864774"/>
                  </a:lnTo>
                  <a:lnTo>
                    <a:pt x="581248" y="1869141"/>
                  </a:lnTo>
                  <a:lnTo>
                    <a:pt x="579698" y="1873508"/>
                  </a:lnTo>
                  <a:lnTo>
                    <a:pt x="578131" y="1877875"/>
                  </a:lnTo>
                  <a:lnTo>
                    <a:pt x="576548" y="1882242"/>
                  </a:lnTo>
                  <a:lnTo>
                    <a:pt x="574950" y="1886609"/>
                  </a:lnTo>
                  <a:lnTo>
                    <a:pt x="573339" y="1890976"/>
                  </a:lnTo>
                  <a:lnTo>
                    <a:pt x="571717" y="1895344"/>
                  </a:lnTo>
                  <a:lnTo>
                    <a:pt x="570088" y="1899711"/>
                  </a:lnTo>
                  <a:lnTo>
                    <a:pt x="568458" y="1904078"/>
                  </a:lnTo>
                  <a:lnTo>
                    <a:pt x="566833" y="1908445"/>
                  </a:lnTo>
                  <a:lnTo>
                    <a:pt x="565221" y="1912812"/>
                  </a:lnTo>
                  <a:lnTo>
                    <a:pt x="563630" y="1917179"/>
                  </a:lnTo>
                  <a:lnTo>
                    <a:pt x="562072" y="1921547"/>
                  </a:lnTo>
                  <a:lnTo>
                    <a:pt x="560561" y="1925914"/>
                  </a:lnTo>
                  <a:lnTo>
                    <a:pt x="559131" y="1930281"/>
                  </a:lnTo>
                  <a:lnTo>
                    <a:pt x="557801" y="1934648"/>
                  </a:lnTo>
                  <a:lnTo>
                    <a:pt x="556599" y="1939015"/>
                  </a:lnTo>
                  <a:lnTo>
                    <a:pt x="555562" y="1943382"/>
                  </a:lnTo>
                  <a:lnTo>
                    <a:pt x="554734" y="1947749"/>
                  </a:lnTo>
                  <a:lnTo>
                    <a:pt x="554167" y="1952117"/>
                  </a:lnTo>
                  <a:lnTo>
                    <a:pt x="553924" y="1956484"/>
                  </a:lnTo>
                  <a:lnTo>
                    <a:pt x="554157" y="1960851"/>
                  </a:lnTo>
                  <a:lnTo>
                    <a:pt x="554931" y="1965218"/>
                  </a:lnTo>
                  <a:lnTo>
                    <a:pt x="556337" y="1969585"/>
                  </a:lnTo>
                  <a:lnTo>
                    <a:pt x="558493" y="1973952"/>
                  </a:lnTo>
                  <a:lnTo>
                    <a:pt x="561529" y="1978319"/>
                  </a:lnTo>
                  <a:lnTo>
                    <a:pt x="565585" y="1982687"/>
                  </a:lnTo>
                  <a:lnTo>
                    <a:pt x="570811" y="1987054"/>
                  </a:lnTo>
                  <a:lnTo>
                    <a:pt x="577571" y="1991421"/>
                  </a:lnTo>
                  <a:lnTo>
                    <a:pt x="585977" y="1995788"/>
                  </a:lnTo>
                  <a:lnTo>
                    <a:pt x="596102" y="2000155"/>
                  </a:lnTo>
                  <a:lnTo>
                    <a:pt x="608085" y="2004522"/>
                  </a:lnTo>
                  <a:lnTo>
                    <a:pt x="622048" y="2008890"/>
                  </a:lnTo>
                  <a:lnTo>
                    <a:pt x="638089" y="2013257"/>
                  </a:lnTo>
                  <a:lnTo>
                    <a:pt x="656272" y="2017624"/>
                  </a:lnTo>
                  <a:lnTo>
                    <a:pt x="676847" y="2021991"/>
                  </a:lnTo>
                  <a:lnTo>
                    <a:pt x="699709" y="2026358"/>
                  </a:lnTo>
                  <a:lnTo>
                    <a:pt x="724533" y="2030725"/>
                  </a:lnTo>
                  <a:lnTo>
                    <a:pt x="751122" y="2035092"/>
                  </a:lnTo>
                  <a:lnTo>
                    <a:pt x="779212" y="2039460"/>
                  </a:lnTo>
                  <a:lnTo>
                    <a:pt x="808475" y="2043827"/>
                  </a:lnTo>
                  <a:lnTo>
                    <a:pt x="838517" y="2048194"/>
                  </a:lnTo>
                  <a:lnTo>
                    <a:pt x="868856" y="2052561"/>
                  </a:lnTo>
                  <a:lnTo>
                    <a:pt x="898779" y="2056928"/>
                  </a:lnTo>
                  <a:lnTo>
                    <a:pt x="927681" y="2061295"/>
                  </a:lnTo>
                  <a:lnTo>
                    <a:pt x="954980" y="2065663"/>
                  </a:lnTo>
                  <a:lnTo>
                    <a:pt x="980095" y="2070030"/>
                  </a:lnTo>
                  <a:lnTo>
                    <a:pt x="1002468" y="2074397"/>
                  </a:lnTo>
                  <a:lnTo>
                    <a:pt x="1021575" y="2078764"/>
                  </a:lnTo>
                  <a:lnTo>
                    <a:pt x="1036716" y="2083131"/>
                  </a:lnTo>
                  <a:lnTo>
                    <a:pt x="1047035" y="2087498"/>
                  </a:lnTo>
                  <a:lnTo>
                    <a:pt x="1052830" y="2091865"/>
                  </a:lnTo>
                  <a:lnTo>
                    <a:pt x="1053712" y="2095236"/>
                  </a:lnTo>
                  <a:lnTo>
                    <a:pt x="1053973" y="2096233"/>
                  </a:lnTo>
                  <a:lnTo>
                    <a:pt x="1050440" y="2100600"/>
                  </a:lnTo>
                  <a:lnTo>
                    <a:pt x="1042315" y="2104967"/>
                  </a:lnTo>
                  <a:lnTo>
                    <a:pt x="1029782" y="2109334"/>
                  </a:lnTo>
                  <a:lnTo>
                    <a:pt x="1013030" y="2113701"/>
                  </a:lnTo>
                  <a:lnTo>
                    <a:pt x="992061" y="2118068"/>
                  </a:lnTo>
                  <a:lnTo>
                    <a:pt x="968069" y="2122436"/>
                  </a:lnTo>
                  <a:lnTo>
                    <a:pt x="941602" y="2126803"/>
                  </a:lnTo>
                  <a:lnTo>
                    <a:pt x="913228" y="2131170"/>
                  </a:lnTo>
                  <a:lnTo>
                    <a:pt x="883526" y="2135537"/>
                  </a:lnTo>
                  <a:lnTo>
                    <a:pt x="853068" y="2139904"/>
                  </a:lnTo>
                  <a:lnTo>
                    <a:pt x="822406" y="2144271"/>
                  </a:lnTo>
                  <a:lnTo>
                    <a:pt x="792244" y="2148638"/>
                  </a:lnTo>
                  <a:lnTo>
                    <a:pt x="763037" y="2153006"/>
                  </a:lnTo>
                  <a:lnTo>
                    <a:pt x="735139" y="2157373"/>
                  </a:lnTo>
                  <a:lnTo>
                    <a:pt x="708836" y="2161740"/>
                  </a:lnTo>
                  <a:lnTo>
                    <a:pt x="684351" y="2166107"/>
                  </a:lnTo>
                  <a:lnTo>
                    <a:pt x="661841" y="2170474"/>
                  </a:lnTo>
                  <a:lnTo>
                    <a:pt x="641402" y="2174841"/>
                  </a:lnTo>
                  <a:lnTo>
                    <a:pt x="623421" y="2179208"/>
                  </a:lnTo>
                  <a:lnTo>
                    <a:pt x="607551" y="2183576"/>
                  </a:lnTo>
                  <a:lnTo>
                    <a:pt x="593652" y="2187943"/>
                  </a:lnTo>
                  <a:lnTo>
                    <a:pt x="581610" y="2192310"/>
                  </a:lnTo>
                  <a:lnTo>
                    <a:pt x="571293" y="2196677"/>
                  </a:lnTo>
                  <a:lnTo>
                    <a:pt x="562553" y="2201044"/>
                  </a:lnTo>
                  <a:lnTo>
                    <a:pt x="555234" y="2205411"/>
                  </a:lnTo>
                  <a:lnTo>
                    <a:pt x="549327" y="2209779"/>
                  </a:lnTo>
                  <a:lnTo>
                    <a:pt x="544520" y="2214146"/>
                  </a:lnTo>
                  <a:lnTo>
                    <a:pt x="540606" y="2218513"/>
                  </a:lnTo>
                  <a:lnTo>
                    <a:pt x="537454" y="2222880"/>
                  </a:lnTo>
                  <a:lnTo>
                    <a:pt x="534944" y="2227247"/>
                  </a:lnTo>
                  <a:lnTo>
                    <a:pt x="532969" y="2231614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4638048" y="2730860"/>
              <a:ext cx="1053937" cy="2046564"/>
            </a:xfrm>
            <a:custGeom>
              <a:avLst/>
              <a:pathLst>
                <a:path w="1053937" h="2046564">
                  <a:moveTo>
                    <a:pt x="521054" y="2046564"/>
                  </a:moveTo>
                  <a:lnTo>
                    <a:pt x="519720" y="2042559"/>
                  </a:lnTo>
                  <a:lnTo>
                    <a:pt x="518145" y="2038553"/>
                  </a:lnTo>
                  <a:lnTo>
                    <a:pt x="516296" y="2034548"/>
                  </a:lnTo>
                  <a:lnTo>
                    <a:pt x="514103" y="2030543"/>
                  </a:lnTo>
                  <a:lnTo>
                    <a:pt x="511468" y="2026538"/>
                  </a:lnTo>
                  <a:lnTo>
                    <a:pt x="508412" y="2022533"/>
                  </a:lnTo>
                  <a:lnTo>
                    <a:pt x="504888" y="2018528"/>
                  </a:lnTo>
                  <a:lnTo>
                    <a:pt x="500850" y="2014523"/>
                  </a:lnTo>
                  <a:lnTo>
                    <a:pt x="496250" y="2010518"/>
                  </a:lnTo>
                  <a:lnTo>
                    <a:pt x="490833" y="2006513"/>
                  </a:lnTo>
                  <a:lnTo>
                    <a:pt x="484704" y="2002508"/>
                  </a:lnTo>
                  <a:lnTo>
                    <a:pt x="477818" y="1998503"/>
                  </a:lnTo>
                  <a:lnTo>
                    <a:pt x="470127" y="1994498"/>
                  </a:lnTo>
                  <a:lnTo>
                    <a:pt x="461582" y="1990493"/>
                  </a:lnTo>
                  <a:lnTo>
                    <a:pt x="451963" y="1986488"/>
                  </a:lnTo>
                  <a:lnTo>
                    <a:pt x="441272" y="1982483"/>
                  </a:lnTo>
                  <a:lnTo>
                    <a:pt x="429586" y="1978478"/>
                  </a:lnTo>
                  <a:lnTo>
                    <a:pt x="416885" y="1974473"/>
                  </a:lnTo>
                  <a:lnTo>
                    <a:pt x="403156" y="1970468"/>
                  </a:lnTo>
                  <a:lnTo>
                    <a:pt x="388315" y="1966463"/>
                  </a:lnTo>
                  <a:lnTo>
                    <a:pt x="372233" y="1962458"/>
                  </a:lnTo>
                  <a:lnTo>
                    <a:pt x="355174" y="1958453"/>
                  </a:lnTo>
                  <a:lnTo>
                    <a:pt x="337184" y="1954448"/>
                  </a:lnTo>
                  <a:lnTo>
                    <a:pt x="318322" y="1950443"/>
                  </a:lnTo>
                  <a:lnTo>
                    <a:pt x="298659" y="1946438"/>
                  </a:lnTo>
                  <a:lnTo>
                    <a:pt x="278138" y="1942433"/>
                  </a:lnTo>
                  <a:lnTo>
                    <a:pt x="257083" y="1938428"/>
                  </a:lnTo>
                  <a:lnTo>
                    <a:pt x="235647" y="1934423"/>
                  </a:lnTo>
                  <a:lnTo>
                    <a:pt x="213972" y="1930418"/>
                  </a:lnTo>
                  <a:lnTo>
                    <a:pt x="192210" y="1926413"/>
                  </a:lnTo>
                  <a:lnTo>
                    <a:pt x="170582" y="1922408"/>
                  </a:lnTo>
                  <a:lnTo>
                    <a:pt x="149371" y="1918403"/>
                  </a:lnTo>
                  <a:lnTo>
                    <a:pt x="128748" y="1914398"/>
                  </a:lnTo>
                  <a:lnTo>
                    <a:pt x="108899" y="1910393"/>
                  </a:lnTo>
                  <a:lnTo>
                    <a:pt x="90011" y="1906388"/>
                  </a:lnTo>
                  <a:lnTo>
                    <a:pt x="72345" y="1902383"/>
                  </a:lnTo>
                  <a:lnTo>
                    <a:pt x="56435" y="1898378"/>
                  </a:lnTo>
                  <a:lnTo>
                    <a:pt x="42158" y="1894373"/>
                  </a:lnTo>
                  <a:lnTo>
                    <a:pt x="29662" y="1890368"/>
                  </a:lnTo>
                  <a:lnTo>
                    <a:pt x="19079" y="1886363"/>
                  </a:lnTo>
                  <a:lnTo>
                    <a:pt x="10532" y="1882358"/>
                  </a:lnTo>
                  <a:lnTo>
                    <a:pt x="4677" y="1878353"/>
                  </a:lnTo>
                  <a:lnTo>
                    <a:pt x="1194" y="1874348"/>
                  </a:lnTo>
                  <a:lnTo>
                    <a:pt x="0" y="1870343"/>
                  </a:lnTo>
                  <a:lnTo>
                    <a:pt x="1101" y="1866338"/>
                  </a:lnTo>
                  <a:lnTo>
                    <a:pt x="4489" y="1862333"/>
                  </a:lnTo>
                  <a:lnTo>
                    <a:pt x="10430" y="1858328"/>
                  </a:lnTo>
                  <a:lnTo>
                    <a:pt x="18854" y="1854323"/>
                  </a:lnTo>
                  <a:lnTo>
                    <a:pt x="29300" y="1850318"/>
                  </a:lnTo>
                  <a:lnTo>
                    <a:pt x="41644" y="1846313"/>
                  </a:lnTo>
                  <a:lnTo>
                    <a:pt x="55752" y="1842308"/>
                  </a:lnTo>
                  <a:lnTo>
                    <a:pt x="71518" y="1838303"/>
                  </a:lnTo>
                  <a:lnTo>
                    <a:pt x="89017" y="1834298"/>
                  </a:lnTo>
                  <a:lnTo>
                    <a:pt x="107637" y="1830293"/>
                  </a:lnTo>
                  <a:lnTo>
                    <a:pt x="127190" y="1826288"/>
                  </a:lnTo>
                  <a:lnTo>
                    <a:pt x="147490" y="1822283"/>
                  </a:lnTo>
                  <a:lnTo>
                    <a:pt x="168348" y="1818278"/>
                  </a:lnTo>
                  <a:lnTo>
                    <a:pt x="189590" y="1814273"/>
                  </a:lnTo>
                  <a:lnTo>
                    <a:pt x="210900" y="1810267"/>
                  </a:lnTo>
                  <a:lnTo>
                    <a:pt x="232092" y="1806262"/>
                  </a:lnTo>
                  <a:lnTo>
                    <a:pt x="253013" y="1802257"/>
                  </a:lnTo>
                  <a:lnTo>
                    <a:pt x="273520" y="1798252"/>
                  </a:lnTo>
                  <a:lnTo>
                    <a:pt x="293396" y="1794247"/>
                  </a:lnTo>
                  <a:lnTo>
                    <a:pt x="312420" y="1790242"/>
                  </a:lnTo>
                  <a:lnTo>
                    <a:pt x="330613" y="1786237"/>
                  </a:lnTo>
                  <a:lnTo>
                    <a:pt x="347905" y="1782232"/>
                  </a:lnTo>
                  <a:lnTo>
                    <a:pt x="364238" y="1778227"/>
                  </a:lnTo>
                  <a:lnTo>
                    <a:pt x="379555" y="1774222"/>
                  </a:lnTo>
                  <a:lnTo>
                    <a:pt x="393528" y="1770217"/>
                  </a:lnTo>
                  <a:lnTo>
                    <a:pt x="406445" y="1766212"/>
                  </a:lnTo>
                  <a:lnTo>
                    <a:pt x="418314" y="1762207"/>
                  </a:lnTo>
                  <a:lnTo>
                    <a:pt x="429149" y="1758202"/>
                  </a:lnTo>
                  <a:lnTo>
                    <a:pt x="438972" y="1754197"/>
                  </a:lnTo>
                  <a:lnTo>
                    <a:pt x="447630" y="1750192"/>
                  </a:lnTo>
                  <a:lnTo>
                    <a:pt x="455285" y="1746187"/>
                  </a:lnTo>
                  <a:lnTo>
                    <a:pt x="462081" y="1742182"/>
                  </a:lnTo>
                  <a:lnTo>
                    <a:pt x="468065" y="1738177"/>
                  </a:lnTo>
                  <a:lnTo>
                    <a:pt x="473291" y="1734172"/>
                  </a:lnTo>
                  <a:lnTo>
                    <a:pt x="477751" y="1730167"/>
                  </a:lnTo>
                  <a:lnTo>
                    <a:pt x="481461" y="1726162"/>
                  </a:lnTo>
                  <a:lnTo>
                    <a:pt x="484616" y="1722157"/>
                  </a:lnTo>
                  <a:lnTo>
                    <a:pt x="487266" y="1718152"/>
                  </a:lnTo>
                  <a:lnTo>
                    <a:pt x="489460" y="1714147"/>
                  </a:lnTo>
                  <a:lnTo>
                    <a:pt x="491245" y="1710142"/>
                  </a:lnTo>
                  <a:lnTo>
                    <a:pt x="492585" y="1706137"/>
                  </a:lnTo>
                  <a:lnTo>
                    <a:pt x="493630" y="1702132"/>
                  </a:lnTo>
                  <a:lnTo>
                    <a:pt x="494421" y="1698127"/>
                  </a:lnTo>
                  <a:lnTo>
                    <a:pt x="494990" y="1694122"/>
                  </a:lnTo>
                  <a:lnTo>
                    <a:pt x="495369" y="1690117"/>
                  </a:lnTo>
                  <a:lnTo>
                    <a:pt x="495563" y="1686112"/>
                  </a:lnTo>
                  <a:lnTo>
                    <a:pt x="495618" y="1682107"/>
                  </a:lnTo>
                  <a:lnTo>
                    <a:pt x="495573" y="1678102"/>
                  </a:lnTo>
                  <a:lnTo>
                    <a:pt x="495443" y="1674097"/>
                  </a:lnTo>
                  <a:lnTo>
                    <a:pt x="495265" y="1670494"/>
                  </a:lnTo>
                  <a:lnTo>
                    <a:pt x="495245" y="1670092"/>
                  </a:lnTo>
                  <a:lnTo>
                    <a:pt x="494988" y="1666087"/>
                  </a:lnTo>
                  <a:lnTo>
                    <a:pt x="494682" y="1662082"/>
                  </a:lnTo>
                  <a:lnTo>
                    <a:pt x="494348" y="1658077"/>
                  </a:lnTo>
                  <a:lnTo>
                    <a:pt x="493991" y="1654072"/>
                  </a:lnTo>
                  <a:lnTo>
                    <a:pt x="493617" y="1650067"/>
                  </a:lnTo>
                  <a:lnTo>
                    <a:pt x="493230" y="1646062"/>
                  </a:lnTo>
                  <a:lnTo>
                    <a:pt x="492832" y="1642057"/>
                  </a:lnTo>
                  <a:lnTo>
                    <a:pt x="492429" y="1638052"/>
                  </a:lnTo>
                  <a:lnTo>
                    <a:pt x="492021" y="1634047"/>
                  </a:lnTo>
                  <a:lnTo>
                    <a:pt x="491610" y="1630042"/>
                  </a:lnTo>
                  <a:lnTo>
                    <a:pt x="491196" y="1626037"/>
                  </a:lnTo>
                  <a:lnTo>
                    <a:pt x="490778" y="1622032"/>
                  </a:lnTo>
                  <a:lnTo>
                    <a:pt x="490356" y="1618027"/>
                  </a:lnTo>
                  <a:lnTo>
                    <a:pt x="489930" y="1614022"/>
                  </a:lnTo>
                  <a:lnTo>
                    <a:pt x="489499" y="1610017"/>
                  </a:lnTo>
                  <a:lnTo>
                    <a:pt x="489063" y="1606012"/>
                  </a:lnTo>
                  <a:lnTo>
                    <a:pt x="488621" y="1602007"/>
                  </a:lnTo>
                  <a:lnTo>
                    <a:pt x="488171" y="1598002"/>
                  </a:lnTo>
                  <a:lnTo>
                    <a:pt x="487713" y="1593997"/>
                  </a:lnTo>
                  <a:lnTo>
                    <a:pt x="487248" y="1589992"/>
                  </a:lnTo>
                  <a:lnTo>
                    <a:pt x="486775" y="1585987"/>
                  </a:lnTo>
                  <a:lnTo>
                    <a:pt x="486294" y="1581981"/>
                  </a:lnTo>
                  <a:lnTo>
                    <a:pt x="485803" y="1577976"/>
                  </a:lnTo>
                  <a:lnTo>
                    <a:pt x="485303" y="1573971"/>
                  </a:lnTo>
                  <a:lnTo>
                    <a:pt x="484795" y="1569966"/>
                  </a:lnTo>
                  <a:lnTo>
                    <a:pt x="484280" y="1565961"/>
                  </a:lnTo>
                  <a:lnTo>
                    <a:pt x="483757" y="1561956"/>
                  </a:lnTo>
                  <a:lnTo>
                    <a:pt x="483225" y="1557951"/>
                  </a:lnTo>
                  <a:lnTo>
                    <a:pt x="482686" y="1553946"/>
                  </a:lnTo>
                  <a:lnTo>
                    <a:pt x="482141" y="1549941"/>
                  </a:lnTo>
                  <a:lnTo>
                    <a:pt x="481590" y="1545936"/>
                  </a:lnTo>
                  <a:lnTo>
                    <a:pt x="481033" y="1541931"/>
                  </a:lnTo>
                  <a:lnTo>
                    <a:pt x="480470" y="1537926"/>
                  </a:lnTo>
                  <a:lnTo>
                    <a:pt x="479901" y="1533921"/>
                  </a:lnTo>
                  <a:lnTo>
                    <a:pt x="479326" y="1529916"/>
                  </a:lnTo>
                  <a:lnTo>
                    <a:pt x="478747" y="1525911"/>
                  </a:lnTo>
                  <a:lnTo>
                    <a:pt x="478162" y="1521906"/>
                  </a:lnTo>
                  <a:lnTo>
                    <a:pt x="477572" y="1517901"/>
                  </a:lnTo>
                  <a:lnTo>
                    <a:pt x="476974" y="1513896"/>
                  </a:lnTo>
                  <a:lnTo>
                    <a:pt x="476370" y="1509891"/>
                  </a:lnTo>
                  <a:lnTo>
                    <a:pt x="475759" y="1505886"/>
                  </a:lnTo>
                  <a:lnTo>
                    <a:pt x="475140" y="1501881"/>
                  </a:lnTo>
                  <a:lnTo>
                    <a:pt x="474512" y="1497876"/>
                  </a:lnTo>
                  <a:lnTo>
                    <a:pt x="473875" y="1493871"/>
                  </a:lnTo>
                  <a:lnTo>
                    <a:pt x="473225" y="1489866"/>
                  </a:lnTo>
                  <a:lnTo>
                    <a:pt x="472563" y="1485861"/>
                  </a:lnTo>
                  <a:lnTo>
                    <a:pt x="471889" y="1481856"/>
                  </a:lnTo>
                  <a:lnTo>
                    <a:pt x="471201" y="1477851"/>
                  </a:lnTo>
                  <a:lnTo>
                    <a:pt x="470499" y="1473846"/>
                  </a:lnTo>
                  <a:lnTo>
                    <a:pt x="469775" y="1469841"/>
                  </a:lnTo>
                  <a:lnTo>
                    <a:pt x="469035" y="1465836"/>
                  </a:lnTo>
                  <a:lnTo>
                    <a:pt x="468277" y="1461831"/>
                  </a:lnTo>
                  <a:lnTo>
                    <a:pt x="467499" y="1457826"/>
                  </a:lnTo>
                  <a:lnTo>
                    <a:pt x="466701" y="1453821"/>
                  </a:lnTo>
                  <a:lnTo>
                    <a:pt x="465879" y="1449816"/>
                  </a:lnTo>
                  <a:lnTo>
                    <a:pt x="465032" y="1445811"/>
                  </a:lnTo>
                  <a:lnTo>
                    <a:pt x="464162" y="1441806"/>
                  </a:lnTo>
                  <a:lnTo>
                    <a:pt x="463269" y="1437801"/>
                  </a:lnTo>
                  <a:lnTo>
                    <a:pt x="462351" y="1433796"/>
                  </a:lnTo>
                  <a:lnTo>
                    <a:pt x="461407" y="1429791"/>
                  </a:lnTo>
                  <a:lnTo>
                    <a:pt x="460433" y="1425786"/>
                  </a:lnTo>
                  <a:lnTo>
                    <a:pt x="459433" y="1421781"/>
                  </a:lnTo>
                  <a:lnTo>
                    <a:pt x="458406" y="1417776"/>
                  </a:lnTo>
                  <a:lnTo>
                    <a:pt x="457353" y="1413771"/>
                  </a:lnTo>
                  <a:lnTo>
                    <a:pt x="456273" y="1409766"/>
                  </a:lnTo>
                  <a:lnTo>
                    <a:pt x="455157" y="1405761"/>
                  </a:lnTo>
                  <a:lnTo>
                    <a:pt x="454014" y="1401756"/>
                  </a:lnTo>
                  <a:lnTo>
                    <a:pt x="452842" y="1397751"/>
                  </a:lnTo>
                  <a:lnTo>
                    <a:pt x="451641" y="1393746"/>
                  </a:lnTo>
                  <a:lnTo>
                    <a:pt x="450412" y="1389741"/>
                  </a:lnTo>
                  <a:lnTo>
                    <a:pt x="449148" y="1385736"/>
                  </a:lnTo>
                  <a:lnTo>
                    <a:pt x="447851" y="1381731"/>
                  </a:lnTo>
                  <a:lnTo>
                    <a:pt x="446524" y="1377726"/>
                  </a:lnTo>
                  <a:lnTo>
                    <a:pt x="445167" y="1373721"/>
                  </a:lnTo>
                  <a:lnTo>
                    <a:pt x="443780" y="1369716"/>
                  </a:lnTo>
                  <a:lnTo>
                    <a:pt x="442360" y="1365711"/>
                  </a:lnTo>
                  <a:lnTo>
                    <a:pt x="440903" y="1361706"/>
                  </a:lnTo>
                  <a:lnTo>
                    <a:pt x="439415" y="1357700"/>
                  </a:lnTo>
                  <a:lnTo>
                    <a:pt x="437898" y="1353695"/>
                  </a:lnTo>
                  <a:lnTo>
                    <a:pt x="436352" y="1349690"/>
                  </a:lnTo>
                  <a:lnTo>
                    <a:pt x="434776" y="1345685"/>
                  </a:lnTo>
                  <a:lnTo>
                    <a:pt x="433166" y="1341680"/>
                  </a:lnTo>
                  <a:lnTo>
                    <a:pt x="431528" y="1337675"/>
                  </a:lnTo>
                  <a:lnTo>
                    <a:pt x="429865" y="1333670"/>
                  </a:lnTo>
                  <a:lnTo>
                    <a:pt x="428179" y="1329665"/>
                  </a:lnTo>
                  <a:lnTo>
                    <a:pt x="426470" y="1325660"/>
                  </a:lnTo>
                  <a:lnTo>
                    <a:pt x="424739" y="1321655"/>
                  </a:lnTo>
                  <a:lnTo>
                    <a:pt x="422988" y="1317650"/>
                  </a:lnTo>
                  <a:lnTo>
                    <a:pt x="421224" y="1313645"/>
                  </a:lnTo>
                  <a:lnTo>
                    <a:pt x="419447" y="1309640"/>
                  </a:lnTo>
                  <a:lnTo>
                    <a:pt x="417662" y="1305635"/>
                  </a:lnTo>
                  <a:lnTo>
                    <a:pt x="415870" y="1301630"/>
                  </a:lnTo>
                  <a:lnTo>
                    <a:pt x="414075" y="1297625"/>
                  </a:lnTo>
                  <a:lnTo>
                    <a:pt x="412282" y="1293620"/>
                  </a:lnTo>
                  <a:lnTo>
                    <a:pt x="410494" y="1289615"/>
                  </a:lnTo>
                  <a:lnTo>
                    <a:pt x="408714" y="1285610"/>
                  </a:lnTo>
                  <a:lnTo>
                    <a:pt x="406946" y="1281605"/>
                  </a:lnTo>
                  <a:lnTo>
                    <a:pt x="405196" y="1277600"/>
                  </a:lnTo>
                  <a:lnTo>
                    <a:pt x="403468" y="1273595"/>
                  </a:lnTo>
                  <a:lnTo>
                    <a:pt x="401763" y="1269590"/>
                  </a:lnTo>
                  <a:lnTo>
                    <a:pt x="400085" y="1265585"/>
                  </a:lnTo>
                  <a:lnTo>
                    <a:pt x="398436" y="1261580"/>
                  </a:lnTo>
                  <a:lnTo>
                    <a:pt x="396826" y="1257575"/>
                  </a:lnTo>
                  <a:lnTo>
                    <a:pt x="395260" y="1253570"/>
                  </a:lnTo>
                  <a:lnTo>
                    <a:pt x="393736" y="1249565"/>
                  </a:lnTo>
                  <a:lnTo>
                    <a:pt x="392258" y="1245560"/>
                  </a:lnTo>
                  <a:lnTo>
                    <a:pt x="390827" y="1241555"/>
                  </a:lnTo>
                  <a:lnTo>
                    <a:pt x="389450" y="1237550"/>
                  </a:lnTo>
                  <a:lnTo>
                    <a:pt x="388145" y="1233545"/>
                  </a:lnTo>
                  <a:lnTo>
                    <a:pt x="386900" y="1229540"/>
                  </a:lnTo>
                  <a:lnTo>
                    <a:pt x="385721" y="1225535"/>
                  </a:lnTo>
                  <a:lnTo>
                    <a:pt x="384609" y="1221530"/>
                  </a:lnTo>
                  <a:lnTo>
                    <a:pt x="383568" y="1217525"/>
                  </a:lnTo>
                  <a:lnTo>
                    <a:pt x="382619" y="1213520"/>
                  </a:lnTo>
                  <a:lnTo>
                    <a:pt x="381758" y="1209515"/>
                  </a:lnTo>
                  <a:lnTo>
                    <a:pt x="380981" y="1205510"/>
                  </a:lnTo>
                  <a:lnTo>
                    <a:pt x="380292" y="1201505"/>
                  </a:lnTo>
                  <a:lnTo>
                    <a:pt x="379694" y="1197500"/>
                  </a:lnTo>
                  <a:lnTo>
                    <a:pt x="379202" y="1193495"/>
                  </a:lnTo>
                  <a:lnTo>
                    <a:pt x="378827" y="1189490"/>
                  </a:lnTo>
                  <a:lnTo>
                    <a:pt x="378554" y="1185485"/>
                  </a:lnTo>
                  <a:lnTo>
                    <a:pt x="378387" y="1181480"/>
                  </a:lnTo>
                  <a:lnTo>
                    <a:pt x="378326" y="1177475"/>
                  </a:lnTo>
                  <a:lnTo>
                    <a:pt x="378375" y="1173470"/>
                  </a:lnTo>
                  <a:lnTo>
                    <a:pt x="378545" y="1169925"/>
                  </a:lnTo>
                  <a:lnTo>
                    <a:pt x="378567" y="1169465"/>
                  </a:lnTo>
                  <a:lnTo>
                    <a:pt x="378872" y="1165460"/>
                  </a:lnTo>
                  <a:lnTo>
                    <a:pt x="379289" y="1161455"/>
                  </a:lnTo>
                  <a:lnTo>
                    <a:pt x="379818" y="1157450"/>
                  </a:lnTo>
                  <a:lnTo>
                    <a:pt x="380459" y="1153445"/>
                  </a:lnTo>
                  <a:lnTo>
                    <a:pt x="381232" y="1149440"/>
                  </a:lnTo>
                  <a:lnTo>
                    <a:pt x="382123" y="1145435"/>
                  </a:lnTo>
                  <a:lnTo>
                    <a:pt x="383120" y="1141430"/>
                  </a:lnTo>
                  <a:lnTo>
                    <a:pt x="384218" y="1137425"/>
                  </a:lnTo>
                  <a:lnTo>
                    <a:pt x="385415" y="1133420"/>
                  </a:lnTo>
                  <a:lnTo>
                    <a:pt x="386715" y="1129414"/>
                  </a:lnTo>
                  <a:lnTo>
                    <a:pt x="388121" y="1125409"/>
                  </a:lnTo>
                  <a:lnTo>
                    <a:pt x="389609" y="1121404"/>
                  </a:lnTo>
                  <a:lnTo>
                    <a:pt x="391174" y="1117399"/>
                  </a:lnTo>
                  <a:lnTo>
                    <a:pt x="392811" y="1113394"/>
                  </a:lnTo>
                  <a:lnTo>
                    <a:pt x="394512" y="1109389"/>
                  </a:lnTo>
                  <a:lnTo>
                    <a:pt x="396287" y="1105384"/>
                  </a:lnTo>
                  <a:lnTo>
                    <a:pt x="398112" y="1101379"/>
                  </a:lnTo>
                  <a:lnTo>
                    <a:pt x="399978" y="1097374"/>
                  </a:lnTo>
                  <a:lnTo>
                    <a:pt x="401881" y="1093369"/>
                  </a:lnTo>
                  <a:lnTo>
                    <a:pt x="403813" y="1089364"/>
                  </a:lnTo>
                  <a:lnTo>
                    <a:pt x="405772" y="1085359"/>
                  </a:lnTo>
                  <a:lnTo>
                    <a:pt x="407746" y="1081354"/>
                  </a:lnTo>
                  <a:lnTo>
                    <a:pt x="409726" y="1077349"/>
                  </a:lnTo>
                  <a:lnTo>
                    <a:pt x="411709" y="1073344"/>
                  </a:lnTo>
                  <a:lnTo>
                    <a:pt x="413686" y="1069339"/>
                  </a:lnTo>
                  <a:lnTo>
                    <a:pt x="415654" y="1065334"/>
                  </a:lnTo>
                  <a:lnTo>
                    <a:pt x="417601" y="1061329"/>
                  </a:lnTo>
                  <a:lnTo>
                    <a:pt x="419526" y="1057324"/>
                  </a:lnTo>
                  <a:lnTo>
                    <a:pt x="421425" y="1053319"/>
                  </a:lnTo>
                  <a:lnTo>
                    <a:pt x="423293" y="1049314"/>
                  </a:lnTo>
                  <a:lnTo>
                    <a:pt x="425128" y="1045309"/>
                  </a:lnTo>
                  <a:lnTo>
                    <a:pt x="426916" y="1041304"/>
                  </a:lnTo>
                  <a:lnTo>
                    <a:pt x="428661" y="1037299"/>
                  </a:lnTo>
                  <a:lnTo>
                    <a:pt x="430363" y="1033294"/>
                  </a:lnTo>
                  <a:lnTo>
                    <a:pt x="432020" y="1029289"/>
                  </a:lnTo>
                  <a:lnTo>
                    <a:pt x="433631" y="1025284"/>
                  </a:lnTo>
                  <a:lnTo>
                    <a:pt x="435188" y="1021279"/>
                  </a:lnTo>
                  <a:lnTo>
                    <a:pt x="436689" y="1017274"/>
                  </a:lnTo>
                  <a:lnTo>
                    <a:pt x="438142" y="1013269"/>
                  </a:lnTo>
                  <a:lnTo>
                    <a:pt x="439547" y="1009264"/>
                  </a:lnTo>
                  <a:lnTo>
                    <a:pt x="440905" y="1005259"/>
                  </a:lnTo>
                  <a:lnTo>
                    <a:pt x="442214" y="1001254"/>
                  </a:lnTo>
                  <a:lnTo>
                    <a:pt x="443465" y="997249"/>
                  </a:lnTo>
                  <a:lnTo>
                    <a:pt x="444674" y="993244"/>
                  </a:lnTo>
                  <a:lnTo>
                    <a:pt x="445840" y="989239"/>
                  </a:lnTo>
                  <a:lnTo>
                    <a:pt x="446965" y="985234"/>
                  </a:lnTo>
                  <a:lnTo>
                    <a:pt x="448052" y="981229"/>
                  </a:lnTo>
                  <a:lnTo>
                    <a:pt x="449095" y="977224"/>
                  </a:lnTo>
                  <a:lnTo>
                    <a:pt x="450102" y="973219"/>
                  </a:lnTo>
                  <a:lnTo>
                    <a:pt x="451077" y="969214"/>
                  </a:lnTo>
                  <a:lnTo>
                    <a:pt x="452023" y="965209"/>
                  </a:lnTo>
                  <a:lnTo>
                    <a:pt x="452942" y="961204"/>
                  </a:lnTo>
                  <a:lnTo>
                    <a:pt x="453833" y="957199"/>
                  </a:lnTo>
                  <a:lnTo>
                    <a:pt x="454698" y="953194"/>
                  </a:lnTo>
                  <a:lnTo>
                    <a:pt x="455543" y="949189"/>
                  </a:lnTo>
                  <a:lnTo>
                    <a:pt x="456370" y="945184"/>
                  </a:lnTo>
                  <a:lnTo>
                    <a:pt x="457180" y="941179"/>
                  </a:lnTo>
                  <a:lnTo>
                    <a:pt x="457975" y="937174"/>
                  </a:lnTo>
                  <a:lnTo>
                    <a:pt x="458754" y="933169"/>
                  </a:lnTo>
                  <a:lnTo>
                    <a:pt x="459521" y="929164"/>
                  </a:lnTo>
                  <a:lnTo>
                    <a:pt x="460280" y="925159"/>
                  </a:lnTo>
                  <a:lnTo>
                    <a:pt x="461030" y="921154"/>
                  </a:lnTo>
                  <a:lnTo>
                    <a:pt x="461774" y="917149"/>
                  </a:lnTo>
                  <a:lnTo>
                    <a:pt x="462510" y="913144"/>
                  </a:lnTo>
                  <a:lnTo>
                    <a:pt x="463243" y="909139"/>
                  </a:lnTo>
                  <a:lnTo>
                    <a:pt x="463973" y="905133"/>
                  </a:lnTo>
                  <a:lnTo>
                    <a:pt x="464702" y="901128"/>
                  </a:lnTo>
                  <a:lnTo>
                    <a:pt x="465431" y="897123"/>
                  </a:lnTo>
                  <a:lnTo>
                    <a:pt x="466160" y="893118"/>
                  </a:lnTo>
                  <a:lnTo>
                    <a:pt x="466892" y="889113"/>
                  </a:lnTo>
                  <a:lnTo>
                    <a:pt x="467628" y="885108"/>
                  </a:lnTo>
                  <a:lnTo>
                    <a:pt x="468368" y="881103"/>
                  </a:lnTo>
                  <a:lnTo>
                    <a:pt x="469113" y="877098"/>
                  </a:lnTo>
                  <a:lnTo>
                    <a:pt x="469865" y="873093"/>
                  </a:lnTo>
                  <a:lnTo>
                    <a:pt x="470626" y="869088"/>
                  </a:lnTo>
                  <a:lnTo>
                    <a:pt x="471395" y="865083"/>
                  </a:lnTo>
                  <a:lnTo>
                    <a:pt x="472173" y="861078"/>
                  </a:lnTo>
                  <a:lnTo>
                    <a:pt x="472960" y="857073"/>
                  </a:lnTo>
                  <a:lnTo>
                    <a:pt x="473757" y="853068"/>
                  </a:lnTo>
                  <a:lnTo>
                    <a:pt x="474566" y="849063"/>
                  </a:lnTo>
                  <a:lnTo>
                    <a:pt x="475385" y="845058"/>
                  </a:lnTo>
                  <a:lnTo>
                    <a:pt x="476213" y="841053"/>
                  </a:lnTo>
                  <a:lnTo>
                    <a:pt x="477050" y="837048"/>
                  </a:lnTo>
                  <a:lnTo>
                    <a:pt x="477896" y="833043"/>
                  </a:lnTo>
                  <a:lnTo>
                    <a:pt x="478750" y="829038"/>
                  </a:lnTo>
                  <a:lnTo>
                    <a:pt x="479611" y="825033"/>
                  </a:lnTo>
                  <a:lnTo>
                    <a:pt x="480477" y="821028"/>
                  </a:lnTo>
                  <a:lnTo>
                    <a:pt x="481347" y="817023"/>
                  </a:lnTo>
                  <a:lnTo>
                    <a:pt x="482218" y="813018"/>
                  </a:lnTo>
                  <a:lnTo>
                    <a:pt x="483091" y="809013"/>
                  </a:lnTo>
                  <a:lnTo>
                    <a:pt x="483961" y="805008"/>
                  </a:lnTo>
                  <a:lnTo>
                    <a:pt x="484828" y="801003"/>
                  </a:lnTo>
                  <a:lnTo>
                    <a:pt x="485690" y="796998"/>
                  </a:lnTo>
                  <a:lnTo>
                    <a:pt x="486546" y="792993"/>
                  </a:lnTo>
                  <a:lnTo>
                    <a:pt x="487393" y="788988"/>
                  </a:lnTo>
                  <a:lnTo>
                    <a:pt x="488229" y="784983"/>
                  </a:lnTo>
                  <a:lnTo>
                    <a:pt x="489051" y="780978"/>
                  </a:lnTo>
                  <a:lnTo>
                    <a:pt x="489861" y="776973"/>
                  </a:lnTo>
                  <a:lnTo>
                    <a:pt x="490658" y="772968"/>
                  </a:lnTo>
                  <a:lnTo>
                    <a:pt x="491440" y="768963"/>
                  </a:lnTo>
                  <a:lnTo>
                    <a:pt x="492206" y="764958"/>
                  </a:lnTo>
                  <a:lnTo>
                    <a:pt x="492953" y="760953"/>
                  </a:lnTo>
                  <a:lnTo>
                    <a:pt x="493684" y="756948"/>
                  </a:lnTo>
                  <a:lnTo>
                    <a:pt x="494399" y="752943"/>
                  </a:lnTo>
                  <a:lnTo>
                    <a:pt x="495099" y="748938"/>
                  </a:lnTo>
                  <a:lnTo>
                    <a:pt x="495784" y="744933"/>
                  </a:lnTo>
                  <a:lnTo>
                    <a:pt x="496450" y="740928"/>
                  </a:lnTo>
                  <a:lnTo>
                    <a:pt x="497102" y="736923"/>
                  </a:lnTo>
                  <a:lnTo>
                    <a:pt x="497741" y="732918"/>
                  </a:lnTo>
                  <a:lnTo>
                    <a:pt x="498367" y="728913"/>
                  </a:lnTo>
                  <a:lnTo>
                    <a:pt x="498981" y="724908"/>
                  </a:lnTo>
                  <a:lnTo>
                    <a:pt x="499583" y="720903"/>
                  </a:lnTo>
                  <a:lnTo>
                    <a:pt x="500173" y="716898"/>
                  </a:lnTo>
                  <a:lnTo>
                    <a:pt x="500754" y="712893"/>
                  </a:lnTo>
                  <a:lnTo>
                    <a:pt x="501326" y="708888"/>
                  </a:lnTo>
                  <a:lnTo>
                    <a:pt x="501890" y="704883"/>
                  </a:lnTo>
                  <a:lnTo>
                    <a:pt x="502446" y="700878"/>
                  </a:lnTo>
                  <a:lnTo>
                    <a:pt x="502992" y="696873"/>
                  </a:lnTo>
                  <a:lnTo>
                    <a:pt x="503531" y="692868"/>
                  </a:lnTo>
                  <a:lnTo>
                    <a:pt x="504062" y="688863"/>
                  </a:lnTo>
                  <a:lnTo>
                    <a:pt x="504586" y="684858"/>
                  </a:lnTo>
                  <a:lnTo>
                    <a:pt x="505103" y="680853"/>
                  </a:lnTo>
                  <a:lnTo>
                    <a:pt x="505610" y="676847"/>
                  </a:lnTo>
                  <a:lnTo>
                    <a:pt x="506107" y="672842"/>
                  </a:lnTo>
                  <a:lnTo>
                    <a:pt x="506597" y="668837"/>
                  </a:lnTo>
                  <a:lnTo>
                    <a:pt x="507077" y="664832"/>
                  </a:lnTo>
                  <a:lnTo>
                    <a:pt x="507548" y="660827"/>
                  </a:lnTo>
                  <a:lnTo>
                    <a:pt x="508007" y="656822"/>
                  </a:lnTo>
                  <a:lnTo>
                    <a:pt x="508455" y="652817"/>
                  </a:lnTo>
                  <a:lnTo>
                    <a:pt x="508892" y="648812"/>
                  </a:lnTo>
                  <a:lnTo>
                    <a:pt x="509318" y="644807"/>
                  </a:lnTo>
                  <a:lnTo>
                    <a:pt x="509733" y="640802"/>
                  </a:lnTo>
                  <a:lnTo>
                    <a:pt x="510136" y="636797"/>
                  </a:lnTo>
                  <a:lnTo>
                    <a:pt x="510525" y="632792"/>
                  </a:lnTo>
                  <a:lnTo>
                    <a:pt x="510903" y="628787"/>
                  </a:lnTo>
                  <a:lnTo>
                    <a:pt x="511270" y="624782"/>
                  </a:lnTo>
                  <a:lnTo>
                    <a:pt x="511625" y="620777"/>
                  </a:lnTo>
                  <a:lnTo>
                    <a:pt x="511971" y="616772"/>
                  </a:lnTo>
                  <a:lnTo>
                    <a:pt x="512304" y="612767"/>
                  </a:lnTo>
                  <a:lnTo>
                    <a:pt x="512626" y="608762"/>
                  </a:lnTo>
                  <a:lnTo>
                    <a:pt x="512940" y="604757"/>
                  </a:lnTo>
                  <a:lnTo>
                    <a:pt x="513244" y="600752"/>
                  </a:lnTo>
                  <a:lnTo>
                    <a:pt x="513541" y="596747"/>
                  </a:lnTo>
                  <a:lnTo>
                    <a:pt x="513829" y="592742"/>
                  </a:lnTo>
                  <a:lnTo>
                    <a:pt x="514109" y="588737"/>
                  </a:lnTo>
                  <a:lnTo>
                    <a:pt x="514383" y="584732"/>
                  </a:lnTo>
                  <a:lnTo>
                    <a:pt x="514651" y="580727"/>
                  </a:lnTo>
                  <a:lnTo>
                    <a:pt x="514914" y="576722"/>
                  </a:lnTo>
                  <a:lnTo>
                    <a:pt x="515173" y="572717"/>
                  </a:lnTo>
                  <a:lnTo>
                    <a:pt x="515425" y="568712"/>
                  </a:lnTo>
                  <a:lnTo>
                    <a:pt x="515674" y="564707"/>
                  </a:lnTo>
                  <a:lnTo>
                    <a:pt x="515920" y="560702"/>
                  </a:lnTo>
                  <a:lnTo>
                    <a:pt x="516162" y="556697"/>
                  </a:lnTo>
                  <a:lnTo>
                    <a:pt x="516402" y="552692"/>
                  </a:lnTo>
                  <a:lnTo>
                    <a:pt x="516638" y="548687"/>
                  </a:lnTo>
                  <a:lnTo>
                    <a:pt x="516872" y="544682"/>
                  </a:lnTo>
                  <a:lnTo>
                    <a:pt x="517104" y="540677"/>
                  </a:lnTo>
                  <a:lnTo>
                    <a:pt x="517334" y="536672"/>
                  </a:lnTo>
                  <a:lnTo>
                    <a:pt x="517561" y="532667"/>
                  </a:lnTo>
                  <a:lnTo>
                    <a:pt x="517787" y="528662"/>
                  </a:lnTo>
                  <a:lnTo>
                    <a:pt x="518011" y="524657"/>
                  </a:lnTo>
                  <a:lnTo>
                    <a:pt x="518233" y="520652"/>
                  </a:lnTo>
                  <a:lnTo>
                    <a:pt x="518453" y="516647"/>
                  </a:lnTo>
                  <a:lnTo>
                    <a:pt x="518671" y="512642"/>
                  </a:lnTo>
                  <a:lnTo>
                    <a:pt x="518887" y="508637"/>
                  </a:lnTo>
                  <a:lnTo>
                    <a:pt x="519101" y="504632"/>
                  </a:lnTo>
                  <a:lnTo>
                    <a:pt x="519314" y="500627"/>
                  </a:lnTo>
                  <a:lnTo>
                    <a:pt x="519524" y="496622"/>
                  </a:lnTo>
                  <a:lnTo>
                    <a:pt x="519732" y="492617"/>
                  </a:lnTo>
                  <a:lnTo>
                    <a:pt x="519939" y="488612"/>
                  </a:lnTo>
                  <a:lnTo>
                    <a:pt x="520143" y="484607"/>
                  </a:lnTo>
                  <a:lnTo>
                    <a:pt x="520344" y="480602"/>
                  </a:lnTo>
                  <a:lnTo>
                    <a:pt x="520543" y="476597"/>
                  </a:lnTo>
                  <a:lnTo>
                    <a:pt x="520740" y="472592"/>
                  </a:lnTo>
                  <a:lnTo>
                    <a:pt x="520934" y="468587"/>
                  </a:lnTo>
                  <a:lnTo>
                    <a:pt x="521125" y="464582"/>
                  </a:lnTo>
                  <a:lnTo>
                    <a:pt x="521313" y="460577"/>
                  </a:lnTo>
                  <a:lnTo>
                    <a:pt x="521497" y="456572"/>
                  </a:lnTo>
                  <a:lnTo>
                    <a:pt x="521679" y="452566"/>
                  </a:lnTo>
                  <a:lnTo>
                    <a:pt x="521857" y="448561"/>
                  </a:lnTo>
                  <a:lnTo>
                    <a:pt x="522032" y="444556"/>
                  </a:lnTo>
                  <a:lnTo>
                    <a:pt x="522202" y="440551"/>
                  </a:lnTo>
                  <a:lnTo>
                    <a:pt x="522368" y="436546"/>
                  </a:lnTo>
                  <a:lnTo>
                    <a:pt x="522530" y="432541"/>
                  </a:lnTo>
                  <a:lnTo>
                    <a:pt x="522688" y="428536"/>
                  </a:lnTo>
                  <a:lnTo>
                    <a:pt x="522842" y="424531"/>
                  </a:lnTo>
                  <a:lnTo>
                    <a:pt x="522991" y="420526"/>
                  </a:lnTo>
                  <a:lnTo>
                    <a:pt x="523134" y="416521"/>
                  </a:lnTo>
                  <a:lnTo>
                    <a:pt x="523273" y="412516"/>
                  </a:lnTo>
                  <a:lnTo>
                    <a:pt x="523407" y="408511"/>
                  </a:lnTo>
                  <a:lnTo>
                    <a:pt x="523537" y="404506"/>
                  </a:lnTo>
                  <a:lnTo>
                    <a:pt x="523661" y="400501"/>
                  </a:lnTo>
                  <a:lnTo>
                    <a:pt x="523779" y="396496"/>
                  </a:lnTo>
                  <a:lnTo>
                    <a:pt x="523893" y="392491"/>
                  </a:lnTo>
                  <a:lnTo>
                    <a:pt x="524002" y="388486"/>
                  </a:lnTo>
                  <a:lnTo>
                    <a:pt x="524106" y="384481"/>
                  </a:lnTo>
                  <a:lnTo>
                    <a:pt x="524205" y="380476"/>
                  </a:lnTo>
                  <a:lnTo>
                    <a:pt x="524299" y="376471"/>
                  </a:lnTo>
                  <a:lnTo>
                    <a:pt x="524388" y="372466"/>
                  </a:lnTo>
                  <a:lnTo>
                    <a:pt x="524474" y="368461"/>
                  </a:lnTo>
                  <a:lnTo>
                    <a:pt x="524555" y="364456"/>
                  </a:lnTo>
                  <a:lnTo>
                    <a:pt x="524632" y="360451"/>
                  </a:lnTo>
                  <a:lnTo>
                    <a:pt x="524705" y="356446"/>
                  </a:lnTo>
                  <a:lnTo>
                    <a:pt x="524774" y="352441"/>
                  </a:lnTo>
                  <a:lnTo>
                    <a:pt x="524840" y="348436"/>
                  </a:lnTo>
                  <a:lnTo>
                    <a:pt x="524903" y="344431"/>
                  </a:lnTo>
                  <a:lnTo>
                    <a:pt x="524964" y="340426"/>
                  </a:lnTo>
                  <a:lnTo>
                    <a:pt x="525021" y="336421"/>
                  </a:lnTo>
                  <a:lnTo>
                    <a:pt x="525076" y="332416"/>
                  </a:lnTo>
                  <a:lnTo>
                    <a:pt x="525129" y="328411"/>
                  </a:lnTo>
                  <a:lnTo>
                    <a:pt x="525181" y="324406"/>
                  </a:lnTo>
                  <a:lnTo>
                    <a:pt x="525230" y="320401"/>
                  </a:lnTo>
                  <a:lnTo>
                    <a:pt x="525279" y="316396"/>
                  </a:lnTo>
                  <a:lnTo>
                    <a:pt x="525326" y="312391"/>
                  </a:lnTo>
                  <a:lnTo>
                    <a:pt x="525372" y="308386"/>
                  </a:lnTo>
                  <a:lnTo>
                    <a:pt x="525417" y="304381"/>
                  </a:lnTo>
                  <a:lnTo>
                    <a:pt x="525461" y="300376"/>
                  </a:lnTo>
                  <a:lnTo>
                    <a:pt x="525505" y="296371"/>
                  </a:lnTo>
                  <a:lnTo>
                    <a:pt x="525548" y="292366"/>
                  </a:lnTo>
                  <a:lnTo>
                    <a:pt x="525591" y="288361"/>
                  </a:lnTo>
                  <a:lnTo>
                    <a:pt x="525634" y="284356"/>
                  </a:lnTo>
                  <a:lnTo>
                    <a:pt x="525676" y="280351"/>
                  </a:lnTo>
                  <a:lnTo>
                    <a:pt x="525718" y="276346"/>
                  </a:lnTo>
                  <a:lnTo>
                    <a:pt x="525760" y="272341"/>
                  </a:lnTo>
                  <a:lnTo>
                    <a:pt x="525801" y="268336"/>
                  </a:lnTo>
                  <a:lnTo>
                    <a:pt x="525843" y="264331"/>
                  </a:lnTo>
                  <a:lnTo>
                    <a:pt x="525884" y="260326"/>
                  </a:lnTo>
                  <a:lnTo>
                    <a:pt x="525925" y="256321"/>
                  </a:lnTo>
                  <a:lnTo>
                    <a:pt x="525965" y="252316"/>
                  </a:lnTo>
                  <a:lnTo>
                    <a:pt x="526006" y="248311"/>
                  </a:lnTo>
                  <a:lnTo>
                    <a:pt x="526045" y="244306"/>
                  </a:lnTo>
                  <a:lnTo>
                    <a:pt x="526085" y="240301"/>
                  </a:lnTo>
                  <a:lnTo>
                    <a:pt x="526124" y="236296"/>
                  </a:lnTo>
                  <a:lnTo>
                    <a:pt x="526162" y="232291"/>
                  </a:lnTo>
                  <a:lnTo>
                    <a:pt x="526199" y="228286"/>
                  </a:lnTo>
                  <a:lnTo>
                    <a:pt x="526236" y="224280"/>
                  </a:lnTo>
                  <a:lnTo>
                    <a:pt x="526272" y="220275"/>
                  </a:lnTo>
                  <a:lnTo>
                    <a:pt x="526307" y="216270"/>
                  </a:lnTo>
                  <a:lnTo>
                    <a:pt x="526342" y="212265"/>
                  </a:lnTo>
                  <a:lnTo>
                    <a:pt x="526376" y="208260"/>
                  </a:lnTo>
                  <a:lnTo>
                    <a:pt x="526408" y="204255"/>
                  </a:lnTo>
                  <a:lnTo>
                    <a:pt x="526440" y="200250"/>
                  </a:lnTo>
                  <a:lnTo>
                    <a:pt x="526470" y="196245"/>
                  </a:lnTo>
                  <a:lnTo>
                    <a:pt x="526500" y="192240"/>
                  </a:lnTo>
                  <a:lnTo>
                    <a:pt x="526528" y="188235"/>
                  </a:lnTo>
                  <a:lnTo>
                    <a:pt x="526556" y="184230"/>
                  </a:lnTo>
                  <a:lnTo>
                    <a:pt x="526582" y="180225"/>
                  </a:lnTo>
                  <a:lnTo>
                    <a:pt x="526607" y="176220"/>
                  </a:lnTo>
                  <a:lnTo>
                    <a:pt x="526632" y="172215"/>
                  </a:lnTo>
                  <a:lnTo>
                    <a:pt x="526655" y="168210"/>
                  </a:lnTo>
                  <a:lnTo>
                    <a:pt x="526678" y="164205"/>
                  </a:lnTo>
                  <a:lnTo>
                    <a:pt x="526699" y="160200"/>
                  </a:lnTo>
                  <a:lnTo>
                    <a:pt x="526719" y="156195"/>
                  </a:lnTo>
                  <a:lnTo>
                    <a:pt x="526738" y="152190"/>
                  </a:lnTo>
                  <a:lnTo>
                    <a:pt x="526757" y="148185"/>
                  </a:lnTo>
                  <a:lnTo>
                    <a:pt x="526774" y="144180"/>
                  </a:lnTo>
                  <a:lnTo>
                    <a:pt x="526791" y="140175"/>
                  </a:lnTo>
                  <a:lnTo>
                    <a:pt x="526806" y="136170"/>
                  </a:lnTo>
                  <a:lnTo>
                    <a:pt x="526821" y="132165"/>
                  </a:lnTo>
                  <a:lnTo>
                    <a:pt x="526835" y="128160"/>
                  </a:lnTo>
                  <a:lnTo>
                    <a:pt x="526848" y="124155"/>
                  </a:lnTo>
                  <a:lnTo>
                    <a:pt x="526861" y="120150"/>
                  </a:lnTo>
                  <a:lnTo>
                    <a:pt x="526872" y="116145"/>
                  </a:lnTo>
                  <a:lnTo>
                    <a:pt x="526883" y="112140"/>
                  </a:lnTo>
                  <a:lnTo>
                    <a:pt x="526893" y="108135"/>
                  </a:lnTo>
                  <a:lnTo>
                    <a:pt x="526902" y="104130"/>
                  </a:lnTo>
                  <a:lnTo>
                    <a:pt x="526911" y="100125"/>
                  </a:lnTo>
                  <a:lnTo>
                    <a:pt x="526919" y="96120"/>
                  </a:lnTo>
                  <a:lnTo>
                    <a:pt x="526926" y="92115"/>
                  </a:lnTo>
                  <a:lnTo>
                    <a:pt x="526932" y="88110"/>
                  </a:lnTo>
                  <a:lnTo>
                    <a:pt x="526939" y="84105"/>
                  </a:lnTo>
                  <a:lnTo>
                    <a:pt x="526944" y="80100"/>
                  </a:lnTo>
                  <a:lnTo>
                    <a:pt x="526949" y="76095"/>
                  </a:lnTo>
                  <a:lnTo>
                    <a:pt x="526954" y="72090"/>
                  </a:lnTo>
                  <a:lnTo>
                    <a:pt x="526958" y="68085"/>
                  </a:lnTo>
                  <a:lnTo>
                    <a:pt x="526962" y="64080"/>
                  </a:lnTo>
                  <a:lnTo>
                    <a:pt x="526965" y="60075"/>
                  </a:lnTo>
                  <a:lnTo>
                    <a:pt x="526968" y="56070"/>
                  </a:lnTo>
                  <a:lnTo>
                    <a:pt x="526970" y="52065"/>
                  </a:lnTo>
                  <a:lnTo>
                    <a:pt x="526973" y="48060"/>
                  </a:lnTo>
                  <a:lnTo>
                    <a:pt x="526975" y="44055"/>
                  </a:lnTo>
                  <a:lnTo>
                    <a:pt x="526976" y="40050"/>
                  </a:lnTo>
                  <a:lnTo>
                    <a:pt x="526978" y="36045"/>
                  </a:lnTo>
                  <a:lnTo>
                    <a:pt x="526979" y="32040"/>
                  </a:lnTo>
                  <a:lnTo>
                    <a:pt x="526980" y="28035"/>
                  </a:lnTo>
                  <a:lnTo>
                    <a:pt x="526981" y="24030"/>
                  </a:lnTo>
                  <a:lnTo>
                    <a:pt x="526982" y="20025"/>
                  </a:lnTo>
                  <a:lnTo>
                    <a:pt x="526983" y="16020"/>
                  </a:lnTo>
                  <a:lnTo>
                    <a:pt x="526984" y="12015"/>
                  </a:lnTo>
                  <a:lnTo>
                    <a:pt x="526984" y="8010"/>
                  </a:lnTo>
                  <a:lnTo>
                    <a:pt x="526984" y="4005"/>
                  </a:lnTo>
                  <a:lnTo>
                    <a:pt x="526988" y="0"/>
                  </a:lnTo>
                  <a:lnTo>
                    <a:pt x="526988" y="4005"/>
                  </a:lnTo>
                  <a:lnTo>
                    <a:pt x="526989" y="8010"/>
                  </a:lnTo>
                  <a:lnTo>
                    <a:pt x="526989" y="12015"/>
                  </a:lnTo>
                  <a:lnTo>
                    <a:pt x="526990" y="16020"/>
                  </a:lnTo>
                  <a:lnTo>
                    <a:pt x="526990" y="20025"/>
                  </a:lnTo>
                  <a:lnTo>
                    <a:pt x="526991" y="24030"/>
                  </a:lnTo>
                  <a:lnTo>
                    <a:pt x="526992" y="28035"/>
                  </a:lnTo>
                  <a:lnTo>
                    <a:pt x="526993" y="32040"/>
                  </a:lnTo>
                  <a:lnTo>
                    <a:pt x="526995" y="36045"/>
                  </a:lnTo>
                  <a:lnTo>
                    <a:pt x="526996" y="40050"/>
                  </a:lnTo>
                  <a:lnTo>
                    <a:pt x="526998" y="44055"/>
                  </a:lnTo>
                  <a:lnTo>
                    <a:pt x="527000" y="48060"/>
                  </a:lnTo>
                  <a:lnTo>
                    <a:pt x="527002" y="52065"/>
                  </a:lnTo>
                  <a:lnTo>
                    <a:pt x="527005" y="56070"/>
                  </a:lnTo>
                  <a:lnTo>
                    <a:pt x="527008" y="60075"/>
                  </a:lnTo>
                  <a:lnTo>
                    <a:pt x="527011" y="64080"/>
                  </a:lnTo>
                  <a:lnTo>
                    <a:pt x="527015" y="68085"/>
                  </a:lnTo>
                  <a:lnTo>
                    <a:pt x="527019" y="72090"/>
                  </a:lnTo>
                  <a:lnTo>
                    <a:pt x="527023" y="76095"/>
                  </a:lnTo>
                  <a:lnTo>
                    <a:pt x="527028" y="80100"/>
                  </a:lnTo>
                  <a:lnTo>
                    <a:pt x="527034" y="84105"/>
                  </a:lnTo>
                  <a:lnTo>
                    <a:pt x="527040" y="88110"/>
                  </a:lnTo>
                  <a:lnTo>
                    <a:pt x="527047" y="92115"/>
                  </a:lnTo>
                  <a:lnTo>
                    <a:pt x="527054" y="96120"/>
                  </a:lnTo>
                  <a:lnTo>
                    <a:pt x="527062" y="100125"/>
                  </a:lnTo>
                  <a:lnTo>
                    <a:pt x="527071" y="104130"/>
                  </a:lnTo>
                  <a:lnTo>
                    <a:pt x="527080" y="108135"/>
                  </a:lnTo>
                  <a:lnTo>
                    <a:pt x="527090" y="112140"/>
                  </a:lnTo>
                  <a:lnTo>
                    <a:pt x="527101" y="116145"/>
                  </a:lnTo>
                  <a:lnTo>
                    <a:pt x="527112" y="120150"/>
                  </a:lnTo>
                  <a:lnTo>
                    <a:pt x="527124" y="124155"/>
                  </a:lnTo>
                  <a:lnTo>
                    <a:pt x="527138" y="128160"/>
                  </a:lnTo>
                  <a:lnTo>
                    <a:pt x="527152" y="132165"/>
                  </a:lnTo>
                  <a:lnTo>
                    <a:pt x="527166" y="136170"/>
                  </a:lnTo>
                  <a:lnTo>
                    <a:pt x="527182" y="140175"/>
                  </a:lnTo>
                  <a:lnTo>
                    <a:pt x="527198" y="144180"/>
                  </a:lnTo>
                  <a:lnTo>
                    <a:pt x="527216" y="148185"/>
                  </a:lnTo>
                  <a:lnTo>
                    <a:pt x="527234" y="152190"/>
                  </a:lnTo>
                  <a:lnTo>
                    <a:pt x="527254" y="156195"/>
                  </a:lnTo>
                  <a:lnTo>
                    <a:pt x="527274" y="160200"/>
                  </a:lnTo>
                  <a:lnTo>
                    <a:pt x="527295" y="164205"/>
                  </a:lnTo>
                  <a:lnTo>
                    <a:pt x="527317" y="168210"/>
                  </a:lnTo>
                  <a:lnTo>
                    <a:pt x="527341" y="172215"/>
                  </a:lnTo>
                  <a:lnTo>
                    <a:pt x="527365" y="176220"/>
                  </a:lnTo>
                  <a:lnTo>
                    <a:pt x="527391" y="180225"/>
                  </a:lnTo>
                  <a:lnTo>
                    <a:pt x="527417" y="184230"/>
                  </a:lnTo>
                  <a:lnTo>
                    <a:pt x="527444" y="188235"/>
                  </a:lnTo>
                  <a:lnTo>
                    <a:pt x="527473" y="192240"/>
                  </a:lnTo>
                  <a:lnTo>
                    <a:pt x="527503" y="196245"/>
                  </a:lnTo>
                  <a:lnTo>
                    <a:pt x="527533" y="200250"/>
                  </a:lnTo>
                  <a:lnTo>
                    <a:pt x="527565" y="204255"/>
                  </a:lnTo>
                  <a:lnTo>
                    <a:pt x="527597" y="208260"/>
                  </a:lnTo>
                  <a:lnTo>
                    <a:pt x="527631" y="212265"/>
                  </a:lnTo>
                  <a:lnTo>
                    <a:pt x="527665" y="216270"/>
                  </a:lnTo>
                  <a:lnTo>
                    <a:pt x="527700" y="220275"/>
                  </a:lnTo>
                  <a:lnTo>
                    <a:pt x="527737" y="224280"/>
                  </a:lnTo>
                  <a:lnTo>
                    <a:pt x="527773" y="228286"/>
                  </a:lnTo>
                  <a:lnTo>
                    <a:pt x="527811" y="232291"/>
                  </a:lnTo>
                  <a:lnTo>
                    <a:pt x="527849" y="236296"/>
                  </a:lnTo>
                  <a:lnTo>
                    <a:pt x="527888" y="240301"/>
                  </a:lnTo>
                  <a:lnTo>
                    <a:pt x="527927" y="244306"/>
                  </a:lnTo>
                  <a:lnTo>
                    <a:pt x="527967" y="248311"/>
                  </a:lnTo>
                  <a:lnTo>
                    <a:pt x="528007" y="252316"/>
                  </a:lnTo>
                  <a:lnTo>
                    <a:pt x="528048" y="256321"/>
                  </a:lnTo>
                  <a:lnTo>
                    <a:pt x="528089" y="260326"/>
                  </a:lnTo>
                  <a:lnTo>
                    <a:pt x="528130" y="264331"/>
                  </a:lnTo>
                  <a:lnTo>
                    <a:pt x="528171" y="268336"/>
                  </a:lnTo>
                  <a:lnTo>
                    <a:pt x="528213" y="272341"/>
                  </a:lnTo>
                  <a:lnTo>
                    <a:pt x="528255" y="276346"/>
                  </a:lnTo>
                  <a:lnTo>
                    <a:pt x="528297" y="280351"/>
                  </a:lnTo>
                  <a:lnTo>
                    <a:pt x="528339" y="284356"/>
                  </a:lnTo>
                  <a:lnTo>
                    <a:pt x="528382" y="288361"/>
                  </a:lnTo>
                  <a:lnTo>
                    <a:pt x="528424" y="292366"/>
                  </a:lnTo>
                  <a:lnTo>
                    <a:pt x="528468" y="296371"/>
                  </a:lnTo>
                  <a:lnTo>
                    <a:pt x="528512" y="300376"/>
                  </a:lnTo>
                  <a:lnTo>
                    <a:pt x="528556" y="304381"/>
                  </a:lnTo>
                  <a:lnTo>
                    <a:pt x="528601" y="308386"/>
                  </a:lnTo>
                  <a:lnTo>
                    <a:pt x="528647" y="312391"/>
                  </a:lnTo>
                  <a:lnTo>
                    <a:pt x="528694" y="316396"/>
                  </a:lnTo>
                  <a:lnTo>
                    <a:pt x="528742" y="320401"/>
                  </a:lnTo>
                  <a:lnTo>
                    <a:pt x="528792" y="324406"/>
                  </a:lnTo>
                  <a:lnTo>
                    <a:pt x="528843" y="328411"/>
                  </a:lnTo>
                  <a:lnTo>
                    <a:pt x="528896" y="332416"/>
                  </a:lnTo>
                  <a:lnTo>
                    <a:pt x="528951" y="336421"/>
                  </a:lnTo>
                  <a:lnTo>
                    <a:pt x="529009" y="340426"/>
                  </a:lnTo>
                  <a:lnTo>
                    <a:pt x="529069" y="344431"/>
                  </a:lnTo>
                  <a:lnTo>
                    <a:pt x="529133" y="348436"/>
                  </a:lnTo>
                  <a:lnTo>
                    <a:pt x="529199" y="352441"/>
                  </a:lnTo>
                  <a:lnTo>
                    <a:pt x="529268" y="356446"/>
                  </a:lnTo>
                  <a:lnTo>
                    <a:pt x="529341" y="360451"/>
                  </a:lnTo>
                  <a:lnTo>
                    <a:pt x="529418" y="364456"/>
                  </a:lnTo>
                  <a:lnTo>
                    <a:pt x="529499" y="368461"/>
                  </a:lnTo>
                  <a:lnTo>
                    <a:pt x="529584" y="372466"/>
                  </a:lnTo>
                  <a:lnTo>
                    <a:pt x="529674" y="376471"/>
                  </a:lnTo>
                  <a:lnTo>
                    <a:pt x="529767" y="380476"/>
                  </a:lnTo>
                  <a:lnTo>
                    <a:pt x="529867" y="384481"/>
                  </a:lnTo>
                  <a:lnTo>
                    <a:pt x="529971" y="388486"/>
                  </a:lnTo>
                  <a:lnTo>
                    <a:pt x="530080" y="392491"/>
                  </a:lnTo>
                  <a:lnTo>
                    <a:pt x="530193" y="396496"/>
                  </a:lnTo>
                  <a:lnTo>
                    <a:pt x="530312" y="400501"/>
                  </a:lnTo>
                  <a:lnTo>
                    <a:pt x="530436" y="404506"/>
                  </a:lnTo>
                  <a:lnTo>
                    <a:pt x="530565" y="408511"/>
                  </a:lnTo>
                  <a:lnTo>
                    <a:pt x="530700" y="412516"/>
                  </a:lnTo>
                  <a:lnTo>
                    <a:pt x="530838" y="416521"/>
                  </a:lnTo>
                  <a:lnTo>
                    <a:pt x="530982" y="420526"/>
                  </a:lnTo>
                  <a:lnTo>
                    <a:pt x="531131" y="424531"/>
                  </a:lnTo>
                  <a:lnTo>
                    <a:pt x="531284" y="428536"/>
                  </a:lnTo>
                  <a:lnTo>
                    <a:pt x="531442" y="432541"/>
                  </a:lnTo>
                  <a:lnTo>
                    <a:pt x="531605" y="436546"/>
                  </a:lnTo>
                  <a:lnTo>
                    <a:pt x="531771" y="440551"/>
                  </a:lnTo>
                  <a:lnTo>
                    <a:pt x="531941" y="444556"/>
                  </a:lnTo>
                  <a:lnTo>
                    <a:pt x="532116" y="448561"/>
                  </a:lnTo>
                  <a:lnTo>
                    <a:pt x="532294" y="452566"/>
                  </a:lnTo>
                  <a:lnTo>
                    <a:pt x="532475" y="456572"/>
                  </a:lnTo>
                  <a:lnTo>
                    <a:pt x="532660" y="460577"/>
                  </a:lnTo>
                  <a:lnTo>
                    <a:pt x="532848" y="464582"/>
                  </a:lnTo>
                  <a:lnTo>
                    <a:pt x="533039" y="468587"/>
                  </a:lnTo>
                  <a:lnTo>
                    <a:pt x="533233" y="472592"/>
                  </a:lnTo>
                  <a:lnTo>
                    <a:pt x="533430" y="476597"/>
                  </a:lnTo>
                  <a:lnTo>
                    <a:pt x="533629" y="480602"/>
                  </a:lnTo>
                  <a:lnTo>
                    <a:pt x="533830" y="484607"/>
                  </a:lnTo>
                  <a:lnTo>
                    <a:pt x="534034" y="488612"/>
                  </a:lnTo>
                  <a:lnTo>
                    <a:pt x="534240" y="492617"/>
                  </a:lnTo>
                  <a:lnTo>
                    <a:pt x="534449" y="496622"/>
                  </a:lnTo>
                  <a:lnTo>
                    <a:pt x="534659" y="500627"/>
                  </a:lnTo>
                  <a:lnTo>
                    <a:pt x="534871" y="504632"/>
                  </a:lnTo>
                  <a:lnTo>
                    <a:pt x="535085" y="508637"/>
                  </a:lnTo>
                  <a:lnTo>
                    <a:pt x="535302" y="512642"/>
                  </a:lnTo>
                  <a:lnTo>
                    <a:pt x="535520" y="516647"/>
                  </a:lnTo>
                  <a:lnTo>
                    <a:pt x="535740" y="520652"/>
                  </a:lnTo>
                  <a:lnTo>
                    <a:pt x="535962" y="524657"/>
                  </a:lnTo>
                  <a:lnTo>
                    <a:pt x="536186" y="528662"/>
                  </a:lnTo>
                  <a:lnTo>
                    <a:pt x="536411" y="532667"/>
                  </a:lnTo>
                  <a:lnTo>
                    <a:pt x="536639" y="536672"/>
                  </a:lnTo>
                  <a:lnTo>
                    <a:pt x="536869" y="540677"/>
                  </a:lnTo>
                  <a:lnTo>
                    <a:pt x="537101" y="544682"/>
                  </a:lnTo>
                  <a:lnTo>
                    <a:pt x="537334" y="548687"/>
                  </a:lnTo>
                  <a:lnTo>
                    <a:pt x="537571" y="552692"/>
                  </a:lnTo>
                  <a:lnTo>
                    <a:pt x="537811" y="556697"/>
                  </a:lnTo>
                  <a:lnTo>
                    <a:pt x="538053" y="560702"/>
                  </a:lnTo>
                  <a:lnTo>
                    <a:pt x="538299" y="564707"/>
                  </a:lnTo>
                  <a:lnTo>
                    <a:pt x="538547" y="568712"/>
                  </a:lnTo>
                  <a:lnTo>
                    <a:pt x="538800" y="572717"/>
                  </a:lnTo>
                  <a:lnTo>
                    <a:pt x="539058" y="576722"/>
                  </a:lnTo>
                  <a:lnTo>
                    <a:pt x="539321" y="580727"/>
                  </a:lnTo>
                  <a:lnTo>
                    <a:pt x="539589" y="584732"/>
                  </a:lnTo>
                  <a:lnTo>
                    <a:pt x="539863" y="588737"/>
                  </a:lnTo>
                  <a:lnTo>
                    <a:pt x="540143" y="592742"/>
                  </a:lnTo>
                  <a:lnTo>
                    <a:pt x="540432" y="596747"/>
                  </a:lnTo>
                  <a:lnTo>
                    <a:pt x="540728" y="600752"/>
                  </a:lnTo>
                  <a:lnTo>
                    <a:pt x="541033" y="604757"/>
                  </a:lnTo>
                  <a:lnTo>
                    <a:pt x="541347" y="608762"/>
                  </a:lnTo>
                  <a:lnTo>
                    <a:pt x="541669" y="612767"/>
                  </a:lnTo>
                  <a:lnTo>
                    <a:pt x="542002" y="616772"/>
                  </a:lnTo>
                  <a:lnTo>
                    <a:pt x="542347" y="620777"/>
                  </a:lnTo>
                  <a:lnTo>
                    <a:pt x="542703" y="624782"/>
                  </a:lnTo>
                  <a:lnTo>
                    <a:pt x="543070" y="628787"/>
                  </a:lnTo>
                  <a:lnTo>
                    <a:pt x="543448" y="632792"/>
                  </a:lnTo>
                  <a:lnTo>
                    <a:pt x="543836" y="636797"/>
                  </a:lnTo>
                  <a:lnTo>
                    <a:pt x="544240" y="640802"/>
                  </a:lnTo>
                  <a:lnTo>
                    <a:pt x="544655" y="644807"/>
                  </a:lnTo>
                  <a:lnTo>
                    <a:pt x="545081" y="648812"/>
                  </a:lnTo>
                  <a:lnTo>
                    <a:pt x="545518" y="652817"/>
                  </a:lnTo>
                  <a:lnTo>
                    <a:pt x="545965" y="656822"/>
                  </a:lnTo>
                  <a:lnTo>
                    <a:pt x="546425" y="660827"/>
                  </a:lnTo>
                  <a:lnTo>
                    <a:pt x="546896" y="664832"/>
                  </a:lnTo>
                  <a:lnTo>
                    <a:pt x="547376" y="668837"/>
                  </a:lnTo>
                  <a:lnTo>
                    <a:pt x="547865" y="672842"/>
                  </a:lnTo>
                  <a:lnTo>
                    <a:pt x="548363" y="676847"/>
                  </a:lnTo>
                  <a:lnTo>
                    <a:pt x="548870" y="680853"/>
                  </a:lnTo>
                  <a:lnTo>
                    <a:pt x="549386" y="684858"/>
                  </a:lnTo>
                  <a:lnTo>
                    <a:pt x="549910" y="688863"/>
                  </a:lnTo>
                  <a:lnTo>
                    <a:pt x="550442" y="692868"/>
                  </a:lnTo>
                  <a:lnTo>
                    <a:pt x="550981" y="696873"/>
                  </a:lnTo>
                  <a:lnTo>
                    <a:pt x="551527" y="700878"/>
                  </a:lnTo>
                  <a:lnTo>
                    <a:pt x="552083" y="704883"/>
                  </a:lnTo>
                  <a:lnTo>
                    <a:pt x="552646" y="708888"/>
                  </a:lnTo>
                  <a:lnTo>
                    <a:pt x="553219" y="712893"/>
                  </a:lnTo>
                  <a:lnTo>
                    <a:pt x="553800" y="716898"/>
                  </a:lnTo>
                  <a:lnTo>
                    <a:pt x="554390" y="720903"/>
                  </a:lnTo>
                  <a:lnTo>
                    <a:pt x="554992" y="724908"/>
                  </a:lnTo>
                  <a:lnTo>
                    <a:pt x="555606" y="728913"/>
                  </a:lnTo>
                  <a:lnTo>
                    <a:pt x="556232" y="732918"/>
                  </a:lnTo>
                  <a:lnTo>
                    <a:pt x="556871" y="736923"/>
                  </a:lnTo>
                  <a:lnTo>
                    <a:pt x="557522" y="740928"/>
                  </a:lnTo>
                  <a:lnTo>
                    <a:pt x="558189" y="744933"/>
                  </a:lnTo>
                  <a:lnTo>
                    <a:pt x="558873" y="748938"/>
                  </a:lnTo>
                  <a:lnTo>
                    <a:pt x="559573" y="752943"/>
                  </a:lnTo>
                  <a:lnTo>
                    <a:pt x="560289" y="756948"/>
                  </a:lnTo>
                  <a:lnTo>
                    <a:pt x="561020" y="760953"/>
                  </a:lnTo>
                  <a:lnTo>
                    <a:pt x="561767" y="764958"/>
                  </a:lnTo>
                  <a:lnTo>
                    <a:pt x="562533" y="768963"/>
                  </a:lnTo>
                  <a:lnTo>
                    <a:pt x="563315" y="772968"/>
                  </a:lnTo>
                  <a:lnTo>
                    <a:pt x="564111" y="776973"/>
                  </a:lnTo>
                  <a:lnTo>
                    <a:pt x="564921" y="780978"/>
                  </a:lnTo>
                  <a:lnTo>
                    <a:pt x="565744" y="784983"/>
                  </a:lnTo>
                  <a:lnTo>
                    <a:pt x="566580" y="788988"/>
                  </a:lnTo>
                  <a:lnTo>
                    <a:pt x="567427" y="792993"/>
                  </a:lnTo>
                  <a:lnTo>
                    <a:pt x="568282" y="796998"/>
                  </a:lnTo>
                  <a:lnTo>
                    <a:pt x="569144" y="801003"/>
                  </a:lnTo>
                  <a:lnTo>
                    <a:pt x="570011" y="805008"/>
                  </a:lnTo>
                  <a:lnTo>
                    <a:pt x="570882" y="809013"/>
                  </a:lnTo>
                  <a:lnTo>
                    <a:pt x="571754" y="813018"/>
                  </a:lnTo>
                  <a:lnTo>
                    <a:pt x="572626" y="817023"/>
                  </a:lnTo>
                  <a:lnTo>
                    <a:pt x="573496" y="821028"/>
                  </a:lnTo>
                  <a:lnTo>
                    <a:pt x="574362" y="825033"/>
                  </a:lnTo>
                  <a:lnTo>
                    <a:pt x="575223" y="829038"/>
                  </a:lnTo>
                  <a:lnTo>
                    <a:pt x="576077" y="833043"/>
                  </a:lnTo>
                  <a:lnTo>
                    <a:pt x="576922" y="837048"/>
                  </a:lnTo>
                  <a:lnTo>
                    <a:pt x="577760" y="841053"/>
                  </a:lnTo>
                  <a:lnTo>
                    <a:pt x="578588" y="845058"/>
                  </a:lnTo>
                  <a:lnTo>
                    <a:pt x="579407" y="849063"/>
                  </a:lnTo>
                  <a:lnTo>
                    <a:pt x="580215" y="853068"/>
                  </a:lnTo>
                  <a:lnTo>
                    <a:pt x="581012" y="857073"/>
                  </a:lnTo>
                  <a:lnTo>
                    <a:pt x="581799" y="861078"/>
                  </a:lnTo>
                  <a:lnTo>
                    <a:pt x="582578" y="865083"/>
                  </a:lnTo>
                  <a:lnTo>
                    <a:pt x="583347" y="869088"/>
                  </a:lnTo>
                  <a:lnTo>
                    <a:pt x="584108" y="873093"/>
                  </a:lnTo>
                  <a:lnTo>
                    <a:pt x="584860" y="877098"/>
                  </a:lnTo>
                  <a:lnTo>
                    <a:pt x="585605" y="881103"/>
                  </a:lnTo>
                  <a:lnTo>
                    <a:pt x="586345" y="885108"/>
                  </a:lnTo>
                  <a:lnTo>
                    <a:pt x="587081" y="889113"/>
                  </a:lnTo>
                  <a:lnTo>
                    <a:pt x="587813" y="893118"/>
                  </a:lnTo>
                  <a:lnTo>
                    <a:pt x="588542" y="897123"/>
                  </a:lnTo>
                  <a:lnTo>
                    <a:pt x="589270" y="901128"/>
                  </a:lnTo>
                  <a:lnTo>
                    <a:pt x="589999" y="905133"/>
                  </a:lnTo>
                  <a:lnTo>
                    <a:pt x="590729" y="909139"/>
                  </a:lnTo>
                  <a:lnTo>
                    <a:pt x="591462" y="913144"/>
                  </a:lnTo>
                  <a:lnTo>
                    <a:pt x="592199" y="917149"/>
                  </a:lnTo>
                  <a:lnTo>
                    <a:pt x="592942" y="921154"/>
                  </a:lnTo>
                  <a:lnTo>
                    <a:pt x="593693" y="925159"/>
                  </a:lnTo>
                  <a:lnTo>
                    <a:pt x="594451" y="929164"/>
                  </a:lnTo>
                  <a:lnTo>
                    <a:pt x="595219" y="933169"/>
                  </a:lnTo>
                  <a:lnTo>
                    <a:pt x="595998" y="937174"/>
                  </a:lnTo>
                  <a:lnTo>
                    <a:pt x="596793" y="941179"/>
                  </a:lnTo>
                  <a:lnTo>
                    <a:pt x="597603" y="945184"/>
                  </a:lnTo>
                  <a:lnTo>
                    <a:pt x="598430" y="949189"/>
                  </a:lnTo>
                  <a:lnTo>
                    <a:pt x="599274" y="953194"/>
                  </a:lnTo>
                  <a:lnTo>
                    <a:pt x="600139" y="957199"/>
                  </a:lnTo>
                  <a:lnTo>
                    <a:pt x="601030" y="961204"/>
                  </a:lnTo>
                  <a:lnTo>
                    <a:pt x="601949" y="965209"/>
                  </a:lnTo>
                  <a:lnTo>
                    <a:pt x="602896" y="969214"/>
                  </a:lnTo>
                  <a:lnTo>
                    <a:pt x="603871" y="973219"/>
                  </a:lnTo>
                  <a:lnTo>
                    <a:pt x="604878" y="977224"/>
                  </a:lnTo>
                  <a:lnTo>
                    <a:pt x="605920" y="981229"/>
                  </a:lnTo>
                  <a:lnTo>
                    <a:pt x="607007" y="985234"/>
                  </a:lnTo>
                  <a:lnTo>
                    <a:pt x="608133" y="989239"/>
                  </a:lnTo>
                  <a:lnTo>
                    <a:pt x="609299" y="993244"/>
                  </a:lnTo>
                  <a:lnTo>
                    <a:pt x="610507" y="997249"/>
                  </a:lnTo>
                  <a:lnTo>
                    <a:pt x="611759" y="1001254"/>
                  </a:lnTo>
                  <a:lnTo>
                    <a:pt x="613068" y="1005259"/>
                  </a:lnTo>
                  <a:lnTo>
                    <a:pt x="614425" y="1009264"/>
                  </a:lnTo>
                  <a:lnTo>
                    <a:pt x="615830" y="1013269"/>
                  </a:lnTo>
                  <a:lnTo>
                    <a:pt x="617283" y="1017274"/>
                  </a:lnTo>
                  <a:lnTo>
                    <a:pt x="618785" y="1021279"/>
                  </a:lnTo>
                  <a:lnTo>
                    <a:pt x="620341" y="1025284"/>
                  </a:lnTo>
                  <a:lnTo>
                    <a:pt x="621952" y="1029289"/>
                  </a:lnTo>
                  <a:lnTo>
                    <a:pt x="623610" y="1033294"/>
                  </a:lnTo>
                  <a:lnTo>
                    <a:pt x="625312" y="1037299"/>
                  </a:lnTo>
                  <a:lnTo>
                    <a:pt x="627057" y="1041304"/>
                  </a:lnTo>
                  <a:lnTo>
                    <a:pt x="628845" y="1045309"/>
                  </a:lnTo>
                  <a:lnTo>
                    <a:pt x="630680" y="1049314"/>
                  </a:lnTo>
                  <a:lnTo>
                    <a:pt x="632548" y="1053319"/>
                  </a:lnTo>
                  <a:lnTo>
                    <a:pt x="634447" y="1057324"/>
                  </a:lnTo>
                  <a:lnTo>
                    <a:pt x="636371" y="1061329"/>
                  </a:lnTo>
                  <a:lnTo>
                    <a:pt x="638319" y="1065334"/>
                  </a:lnTo>
                  <a:lnTo>
                    <a:pt x="640286" y="1069339"/>
                  </a:lnTo>
                  <a:lnTo>
                    <a:pt x="642264" y="1073344"/>
                  </a:lnTo>
                  <a:lnTo>
                    <a:pt x="644246" y="1077349"/>
                  </a:lnTo>
                  <a:lnTo>
                    <a:pt x="646227" y="1081354"/>
                  </a:lnTo>
                  <a:lnTo>
                    <a:pt x="648201" y="1085359"/>
                  </a:lnTo>
                  <a:lnTo>
                    <a:pt x="650159" y="1089364"/>
                  </a:lnTo>
                  <a:lnTo>
                    <a:pt x="652092" y="1093369"/>
                  </a:lnTo>
                  <a:lnTo>
                    <a:pt x="653995" y="1097374"/>
                  </a:lnTo>
                  <a:lnTo>
                    <a:pt x="655861" y="1101379"/>
                  </a:lnTo>
                  <a:lnTo>
                    <a:pt x="657686" y="1105384"/>
                  </a:lnTo>
                  <a:lnTo>
                    <a:pt x="659460" y="1109389"/>
                  </a:lnTo>
                  <a:lnTo>
                    <a:pt x="661162" y="1113394"/>
                  </a:lnTo>
                  <a:lnTo>
                    <a:pt x="662798" y="1117399"/>
                  </a:lnTo>
                  <a:lnTo>
                    <a:pt x="664363" y="1121404"/>
                  </a:lnTo>
                  <a:lnTo>
                    <a:pt x="665852" y="1125409"/>
                  </a:lnTo>
                  <a:lnTo>
                    <a:pt x="667258" y="1129414"/>
                  </a:lnTo>
                  <a:lnTo>
                    <a:pt x="668558" y="1133420"/>
                  </a:lnTo>
                  <a:lnTo>
                    <a:pt x="669755" y="1137425"/>
                  </a:lnTo>
                  <a:lnTo>
                    <a:pt x="670853" y="1141430"/>
                  </a:lnTo>
                  <a:lnTo>
                    <a:pt x="671849" y="1145435"/>
                  </a:lnTo>
                  <a:lnTo>
                    <a:pt x="672741" y="1149440"/>
                  </a:lnTo>
                  <a:lnTo>
                    <a:pt x="673514" y="1153445"/>
                  </a:lnTo>
                  <a:lnTo>
                    <a:pt x="674155" y="1157450"/>
                  </a:lnTo>
                  <a:lnTo>
                    <a:pt x="674684" y="1161455"/>
                  </a:lnTo>
                  <a:lnTo>
                    <a:pt x="675101" y="1165460"/>
                  </a:lnTo>
                  <a:lnTo>
                    <a:pt x="675405" y="1169465"/>
                  </a:lnTo>
                  <a:lnTo>
                    <a:pt x="675427" y="1169925"/>
                  </a:lnTo>
                  <a:lnTo>
                    <a:pt x="675598" y="1173470"/>
                  </a:lnTo>
                  <a:lnTo>
                    <a:pt x="675646" y="1177475"/>
                  </a:lnTo>
                  <a:lnTo>
                    <a:pt x="675586" y="1181480"/>
                  </a:lnTo>
                  <a:lnTo>
                    <a:pt x="675418" y="1185485"/>
                  </a:lnTo>
                  <a:lnTo>
                    <a:pt x="675146" y="1189490"/>
                  </a:lnTo>
                  <a:lnTo>
                    <a:pt x="674771" y="1193495"/>
                  </a:lnTo>
                  <a:lnTo>
                    <a:pt x="674278" y="1197500"/>
                  </a:lnTo>
                  <a:lnTo>
                    <a:pt x="673681" y="1201505"/>
                  </a:lnTo>
                  <a:lnTo>
                    <a:pt x="672992" y="1205510"/>
                  </a:lnTo>
                  <a:lnTo>
                    <a:pt x="672215" y="1209515"/>
                  </a:lnTo>
                  <a:lnTo>
                    <a:pt x="671354" y="1213520"/>
                  </a:lnTo>
                  <a:lnTo>
                    <a:pt x="670405" y="1217525"/>
                  </a:lnTo>
                  <a:lnTo>
                    <a:pt x="669364" y="1221530"/>
                  </a:lnTo>
                  <a:lnTo>
                    <a:pt x="668252" y="1225535"/>
                  </a:lnTo>
                  <a:lnTo>
                    <a:pt x="667072" y="1229540"/>
                  </a:lnTo>
                  <a:lnTo>
                    <a:pt x="665828" y="1233545"/>
                  </a:lnTo>
                  <a:lnTo>
                    <a:pt x="664523" y="1237550"/>
                  </a:lnTo>
                  <a:lnTo>
                    <a:pt x="663145" y="1241555"/>
                  </a:lnTo>
                  <a:lnTo>
                    <a:pt x="661715" y="1245560"/>
                  </a:lnTo>
                  <a:lnTo>
                    <a:pt x="660237" y="1249565"/>
                  </a:lnTo>
                  <a:lnTo>
                    <a:pt x="658713" y="1253570"/>
                  </a:lnTo>
                  <a:lnTo>
                    <a:pt x="657147" y="1257575"/>
                  </a:lnTo>
                  <a:lnTo>
                    <a:pt x="655536" y="1261580"/>
                  </a:lnTo>
                  <a:lnTo>
                    <a:pt x="653888" y="1265585"/>
                  </a:lnTo>
                  <a:lnTo>
                    <a:pt x="652210" y="1269590"/>
                  </a:lnTo>
                  <a:lnTo>
                    <a:pt x="650505" y="1273595"/>
                  </a:lnTo>
                  <a:lnTo>
                    <a:pt x="648777" y="1277600"/>
                  </a:lnTo>
                  <a:lnTo>
                    <a:pt x="647027" y="1281605"/>
                  </a:lnTo>
                  <a:lnTo>
                    <a:pt x="645258" y="1285610"/>
                  </a:lnTo>
                  <a:lnTo>
                    <a:pt x="643479" y="1289615"/>
                  </a:lnTo>
                  <a:lnTo>
                    <a:pt x="641691" y="1293620"/>
                  </a:lnTo>
                  <a:lnTo>
                    <a:pt x="639898" y="1297625"/>
                  </a:lnTo>
                  <a:lnTo>
                    <a:pt x="638103" y="1301630"/>
                  </a:lnTo>
                  <a:lnTo>
                    <a:pt x="636311" y="1305635"/>
                  </a:lnTo>
                  <a:lnTo>
                    <a:pt x="634525" y="1309640"/>
                  </a:lnTo>
                  <a:lnTo>
                    <a:pt x="632749" y="1313645"/>
                  </a:lnTo>
                  <a:lnTo>
                    <a:pt x="630984" y="1317650"/>
                  </a:lnTo>
                  <a:lnTo>
                    <a:pt x="629234" y="1321655"/>
                  </a:lnTo>
                  <a:lnTo>
                    <a:pt x="627502" y="1325660"/>
                  </a:lnTo>
                  <a:lnTo>
                    <a:pt x="625794" y="1329665"/>
                  </a:lnTo>
                  <a:lnTo>
                    <a:pt x="624107" y="1333670"/>
                  </a:lnTo>
                  <a:lnTo>
                    <a:pt x="622445" y="1337675"/>
                  </a:lnTo>
                  <a:lnTo>
                    <a:pt x="620807" y="1341680"/>
                  </a:lnTo>
                  <a:lnTo>
                    <a:pt x="619196" y="1345685"/>
                  </a:lnTo>
                  <a:lnTo>
                    <a:pt x="617621" y="1349690"/>
                  </a:lnTo>
                  <a:lnTo>
                    <a:pt x="616074" y="1353695"/>
                  </a:lnTo>
                  <a:lnTo>
                    <a:pt x="614557" y="1357700"/>
                  </a:lnTo>
                  <a:lnTo>
                    <a:pt x="613070" y="1361706"/>
                  </a:lnTo>
                  <a:lnTo>
                    <a:pt x="611613" y="1365711"/>
                  </a:lnTo>
                  <a:lnTo>
                    <a:pt x="610193" y="1369716"/>
                  </a:lnTo>
                  <a:lnTo>
                    <a:pt x="608805" y="1373721"/>
                  </a:lnTo>
                  <a:lnTo>
                    <a:pt x="607448" y="1377726"/>
                  </a:lnTo>
                  <a:lnTo>
                    <a:pt x="606121" y="1381731"/>
                  </a:lnTo>
                  <a:lnTo>
                    <a:pt x="604824" y="1385736"/>
                  </a:lnTo>
                  <a:lnTo>
                    <a:pt x="603561" y="1389741"/>
                  </a:lnTo>
                  <a:lnTo>
                    <a:pt x="602331" y="1393746"/>
                  </a:lnTo>
                  <a:lnTo>
                    <a:pt x="601131" y="1397751"/>
                  </a:lnTo>
                  <a:lnTo>
                    <a:pt x="599959" y="1401756"/>
                  </a:lnTo>
                  <a:lnTo>
                    <a:pt x="598815" y="1405761"/>
                  </a:lnTo>
                  <a:lnTo>
                    <a:pt x="597700" y="1409766"/>
                  </a:lnTo>
                  <a:lnTo>
                    <a:pt x="596620" y="1413771"/>
                  </a:lnTo>
                  <a:lnTo>
                    <a:pt x="595567" y="1417776"/>
                  </a:lnTo>
                  <a:lnTo>
                    <a:pt x="594540" y="1421781"/>
                  </a:lnTo>
                  <a:lnTo>
                    <a:pt x="593540" y="1425786"/>
                  </a:lnTo>
                  <a:lnTo>
                    <a:pt x="592565" y="1429791"/>
                  </a:lnTo>
                  <a:lnTo>
                    <a:pt x="591621" y="1433796"/>
                  </a:lnTo>
                  <a:lnTo>
                    <a:pt x="590704" y="1437801"/>
                  </a:lnTo>
                  <a:lnTo>
                    <a:pt x="589811" y="1441806"/>
                  </a:lnTo>
                  <a:lnTo>
                    <a:pt x="588941" y="1445811"/>
                  </a:lnTo>
                  <a:lnTo>
                    <a:pt x="588094" y="1449816"/>
                  </a:lnTo>
                  <a:lnTo>
                    <a:pt x="587271" y="1453821"/>
                  </a:lnTo>
                  <a:lnTo>
                    <a:pt x="586474" y="1457826"/>
                  </a:lnTo>
                  <a:lnTo>
                    <a:pt x="585696" y="1461831"/>
                  </a:lnTo>
                  <a:lnTo>
                    <a:pt x="584938" y="1465836"/>
                  </a:lnTo>
                  <a:lnTo>
                    <a:pt x="584197" y="1469841"/>
                  </a:lnTo>
                  <a:lnTo>
                    <a:pt x="583474" y="1473846"/>
                  </a:lnTo>
                  <a:lnTo>
                    <a:pt x="582772" y="1477851"/>
                  </a:lnTo>
                  <a:lnTo>
                    <a:pt x="582084" y="1481856"/>
                  </a:lnTo>
                  <a:lnTo>
                    <a:pt x="581410" y="1485861"/>
                  </a:lnTo>
                  <a:lnTo>
                    <a:pt x="580748" y="1489866"/>
                  </a:lnTo>
                  <a:lnTo>
                    <a:pt x="580098" y="1493871"/>
                  </a:lnTo>
                  <a:lnTo>
                    <a:pt x="579460" y="1497876"/>
                  </a:lnTo>
                  <a:lnTo>
                    <a:pt x="578833" y="1501881"/>
                  </a:lnTo>
                  <a:lnTo>
                    <a:pt x="578214" y="1505886"/>
                  </a:lnTo>
                  <a:lnTo>
                    <a:pt x="577603" y="1509891"/>
                  </a:lnTo>
                  <a:lnTo>
                    <a:pt x="576998" y="1513896"/>
                  </a:lnTo>
                  <a:lnTo>
                    <a:pt x="576401" y="1517901"/>
                  </a:lnTo>
                  <a:lnTo>
                    <a:pt x="575811" y="1521906"/>
                  </a:lnTo>
                  <a:lnTo>
                    <a:pt x="575226" y="1525911"/>
                  </a:lnTo>
                  <a:lnTo>
                    <a:pt x="574646" y="1529916"/>
                  </a:lnTo>
                  <a:lnTo>
                    <a:pt x="574072" y="1533921"/>
                  </a:lnTo>
                  <a:lnTo>
                    <a:pt x="573503" y="1537926"/>
                  </a:lnTo>
                  <a:lnTo>
                    <a:pt x="572940" y="1541931"/>
                  </a:lnTo>
                  <a:lnTo>
                    <a:pt x="572383" y="1545936"/>
                  </a:lnTo>
                  <a:lnTo>
                    <a:pt x="571832" y="1549941"/>
                  </a:lnTo>
                  <a:lnTo>
                    <a:pt x="571286" y="1553946"/>
                  </a:lnTo>
                  <a:lnTo>
                    <a:pt x="570747" y="1557951"/>
                  </a:lnTo>
                  <a:lnTo>
                    <a:pt x="570216" y="1561956"/>
                  </a:lnTo>
                  <a:lnTo>
                    <a:pt x="569693" y="1565961"/>
                  </a:lnTo>
                  <a:lnTo>
                    <a:pt x="569177" y="1569966"/>
                  </a:lnTo>
                  <a:lnTo>
                    <a:pt x="568669" y="1573971"/>
                  </a:lnTo>
                  <a:lnTo>
                    <a:pt x="568170" y="1577976"/>
                  </a:lnTo>
                  <a:lnTo>
                    <a:pt x="567678" y="1581981"/>
                  </a:lnTo>
                  <a:lnTo>
                    <a:pt x="567197" y="1585987"/>
                  </a:lnTo>
                  <a:lnTo>
                    <a:pt x="566724" y="1589992"/>
                  </a:lnTo>
                  <a:lnTo>
                    <a:pt x="566259" y="1593997"/>
                  </a:lnTo>
                  <a:lnTo>
                    <a:pt x="565802" y="1598002"/>
                  </a:lnTo>
                  <a:lnTo>
                    <a:pt x="565352" y="1602007"/>
                  </a:lnTo>
                  <a:lnTo>
                    <a:pt x="564910" y="1606012"/>
                  </a:lnTo>
                  <a:lnTo>
                    <a:pt x="564474" y="1610017"/>
                  </a:lnTo>
                  <a:lnTo>
                    <a:pt x="564043" y="1614022"/>
                  </a:lnTo>
                  <a:lnTo>
                    <a:pt x="563617" y="1618027"/>
                  </a:lnTo>
                  <a:lnTo>
                    <a:pt x="563195" y="1622032"/>
                  </a:lnTo>
                  <a:lnTo>
                    <a:pt x="562777" y="1626037"/>
                  </a:lnTo>
                  <a:lnTo>
                    <a:pt x="562363" y="1630042"/>
                  </a:lnTo>
                  <a:lnTo>
                    <a:pt x="561951" y="1634047"/>
                  </a:lnTo>
                  <a:lnTo>
                    <a:pt x="561544" y="1638052"/>
                  </a:lnTo>
                  <a:lnTo>
                    <a:pt x="561140" y="1642057"/>
                  </a:lnTo>
                  <a:lnTo>
                    <a:pt x="560743" y="1646062"/>
                  </a:lnTo>
                  <a:lnTo>
                    <a:pt x="560356" y="1650067"/>
                  </a:lnTo>
                  <a:lnTo>
                    <a:pt x="559982" y="1654072"/>
                  </a:lnTo>
                  <a:lnTo>
                    <a:pt x="559625" y="1658077"/>
                  </a:lnTo>
                  <a:lnTo>
                    <a:pt x="559290" y="1662082"/>
                  </a:lnTo>
                  <a:lnTo>
                    <a:pt x="558985" y="1666087"/>
                  </a:lnTo>
                  <a:lnTo>
                    <a:pt x="558728" y="1670092"/>
                  </a:lnTo>
                  <a:lnTo>
                    <a:pt x="558708" y="1670494"/>
                  </a:lnTo>
                  <a:lnTo>
                    <a:pt x="558529" y="1674097"/>
                  </a:lnTo>
                  <a:lnTo>
                    <a:pt x="558400" y="1678102"/>
                  </a:lnTo>
                  <a:lnTo>
                    <a:pt x="558354" y="1682107"/>
                  </a:lnTo>
                  <a:lnTo>
                    <a:pt x="558410" y="1686112"/>
                  </a:lnTo>
                  <a:lnTo>
                    <a:pt x="558604" y="1690117"/>
                  </a:lnTo>
                  <a:lnTo>
                    <a:pt x="558982" y="1694122"/>
                  </a:lnTo>
                  <a:lnTo>
                    <a:pt x="559552" y="1698127"/>
                  </a:lnTo>
                  <a:lnTo>
                    <a:pt x="560343" y="1702132"/>
                  </a:lnTo>
                  <a:lnTo>
                    <a:pt x="561388" y="1706137"/>
                  </a:lnTo>
                  <a:lnTo>
                    <a:pt x="562727" y="1710142"/>
                  </a:lnTo>
                  <a:lnTo>
                    <a:pt x="564513" y="1714147"/>
                  </a:lnTo>
                  <a:lnTo>
                    <a:pt x="566707" y="1718152"/>
                  </a:lnTo>
                  <a:lnTo>
                    <a:pt x="569357" y="1722157"/>
                  </a:lnTo>
                  <a:lnTo>
                    <a:pt x="572512" y="1726162"/>
                  </a:lnTo>
                  <a:lnTo>
                    <a:pt x="576222" y="1730167"/>
                  </a:lnTo>
                  <a:lnTo>
                    <a:pt x="580682" y="1734172"/>
                  </a:lnTo>
                  <a:lnTo>
                    <a:pt x="585907" y="1738177"/>
                  </a:lnTo>
                  <a:lnTo>
                    <a:pt x="591892" y="1742182"/>
                  </a:lnTo>
                  <a:lnTo>
                    <a:pt x="598687" y="1746187"/>
                  </a:lnTo>
                  <a:lnTo>
                    <a:pt x="606343" y="1750192"/>
                  </a:lnTo>
                  <a:lnTo>
                    <a:pt x="615000" y="1754197"/>
                  </a:lnTo>
                  <a:lnTo>
                    <a:pt x="624824" y="1758202"/>
                  </a:lnTo>
                  <a:lnTo>
                    <a:pt x="635659" y="1762207"/>
                  </a:lnTo>
                  <a:lnTo>
                    <a:pt x="647528" y="1766212"/>
                  </a:lnTo>
                  <a:lnTo>
                    <a:pt x="660445" y="1770217"/>
                  </a:lnTo>
                  <a:lnTo>
                    <a:pt x="674418" y="1774222"/>
                  </a:lnTo>
                  <a:lnTo>
                    <a:pt x="689735" y="1778227"/>
                  </a:lnTo>
                  <a:lnTo>
                    <a:pt x="706067" y="1782232"/>
                  </a:lnTo>
                  <a:lnTo>
                    <a:pt x="723359" y="1786237"/>
                  </a:lnTo>
                  <a:lnTo>
                    <a:pt x="741553" y="1790242"/>
                  </a:lnTo>
                  <a:lnTo>
                    <a:pt x="760577" y="1794247"/>
                  </a:lnTo>
                  <a:lnTo>
                    <a:pt x="780453" y="1798252"/>
                  </a:lnTo>
                  <a:lnTo>
                    <a:pt x="800959" y="1802257"/>
                  </a:lnTo>
                  <a:lnTo>
                    <a:pt x="821880" y="1806262"/>
                  </a:lnTo>
                  <a:lnTo>
                    <a:pt x="843072" y="1810267"/>
                  </a:lnTo>
                  <a:lnTo>
                    <a:pt x="864383" y="1814273"/>
                  </a:lnTo>
                  <a:lnTo>
                    <a:pt x="885625" y="1818278"/>
                  </a:lnTo>
                  <a:lnTo>
                    <a:pt x="906483" y="1822283"/>
                  </a:lnTo>
                  <a:lnTo>
                    <a:pt x="926782" y="1826288"/>
                  </a:lnTo>
                  <a:lnTo>
                    <a:pt x="946336" y="1830293"/>
                  </a:lnTo>
                  <a:lnTo>
                    <a:pt x="964955" y="1834298"/>
                  </a:lnTo>
                  <a:lnTo>
                    <a:pt x="982454" y="1838303"/>
                  </a:lnTo>
                  <a:lnTo>
                    <a:pt x="998221" y="1842308"/>
                  </a:lnTo>
                  <a:lnTo>
                    <a:pt x="1012329" y="1846313"/>
                  </a:lnTo>
                  <a:lnTo>
                    <a:pt x="1024673" y="1850318"/>
                  </a:lnTo>
                  <a:lnTo>
                    <a:pt x="1035118" y="1854323"/>
                  </a:lnTo>
                  <a:lnTo>
                    <a:pt x="1043543" y="1858328"/>
                  </a:lnTo>
                  <a:lnTo>
                    <a:pt x="1049484" y="1862333"/>
                  </a:lnTo>
                  <a:lnTo>
                    <a:pt x="1052872" y="1866338"/>
                  </a:lnTo>
                  <a:lnTo>
                    <a:pt x="1053937" y="1870463"/>
                  </a:lnTo>
                  <a:lnTo>
                    <a:pt x="1052778" y="1874348"/>
                  </a:lnTo>
                  <a:lnTo>
                    <a:pt x="1049296" y="1878353"/>
                  </a:lnTo>
                  <a:lnTo>
                    <a:pt x="1043441" y="1882358"/>
                  </a:lnTo>
                  <a:lnTo>
                    <a:pt x="1034893" y="1886363"/>
                  </a:lnTo>
                  <a:lnTo>
                    <a:pt x="1024311" y="1890368"/>
                  </a:lnTo>
                  <a:lnTo>
                    <a:pt x="1011815" y="1894373"/>
                  </a:lnTo>
                  <a:lnTo>
                    <a:pt x="997538" y="1898378"/>
                  </a:lnTo>
                  <a:lnTo>
                    <a:pt x="981628" y="1902383"/>
                  </a:lnTo>
                  <a:lnTo>
                    <a:pt x="963962" y="1906388"/>
                  </a:lnTo>
                  <a:lnTo>
                    <a:pt x="945073" y="1910393"/>
                  </a:lnTo>
                  <a:lnTo>
                    <a:pt x="925224" y="1914398"/>
                  </a:lnTo>
                  <a:lnTo>
                    <a:pt x="904601" y="1918403"/>
                  </a:lnTo>
                  <a:lnTo>
                    <a:pt x="883391" y="1922408"/>
                  </a:lnTo>
                  <a:lnTo>
                    <a:pt x="861763" y="1926413"/>
                  </a:lnTo>
                  <a:lnTo>
                    <a:pt x="840001" y="1930418"/>
                  </a:lnTo>
                  <a:lnTo>
                    <a:pt x="818326" y="1934423"/>
                  </a:lnTo>
                  <a:lnTo>
                    <a:pt x="796890" y="1938428"/>
                  </a:lnTo>
                  <a:lnTo>
                    <a:pt x="775835" y="1942433"/>
                  </a:lnTo>
                  <a:lnTo>
                    <a:pt x="755314" y="1946438"/>
                  </a:lnTo>
                  <a:lnTo>
                    <a:pt x="735650" y="1950443"/>
                  </a:lnTo>
                  <a:lnTo>
                    <a:pt x="716789" y="1954448"/>
                  </a:lnTo>
                  <a:lnTo>
                    <a:pt x="698799" y="1958453"/>
                  </a:lnTo>
                  <a:lnTo>
                    <a:pt x="681740" y="1962458"/>
                  </a:lnTo>
                  <a:lnTo>
                    <a:pt x="665658" y="1966463"/>
                  </a:lnTo>
                  <a:lnTo>
                    <a:pt x="650817" y="1970468"/>
                  </a:lnTo>
                  <a:lnTo>
                    <a:pt x="637088" y="1974473"/>
                  </a:lnTo>
                  <a:lnTo>
                    <a:pt x="624387" y="1978478"/>
                  </a:lnTo>
                  <a:lnTo>
                    <a:pt x="612701" y="1982483"/>
                  </a:lnTo>
                  <a:lnTo>
                    <a:pt x="602010" y="1986488"/>
                  </a:lnTo>
                  <a:lnTo>
                    <a:pt x="592390" y="1990493"/>
                  </a:lnTo>
                  <a:lnTo>
                    <a:pt x="583846" y="1994498"/>
                  </a:lnTo>
                  <a:lnTo>
                    <a:pt x="576154" y="1998503"/>
                  </a:lnTo>
                  <a:lnTo>
                    <a:pt x="569269" y="2002508"/>
                  </a:lnTo>
                  <a:lnTo>
                    <a:pt x="563140" y="2006513"/>
                  </a:lnTo>
                  <a:lnTo>
                    <a:pt x="557723" y="2010518"/>
                  </a:lnTo>
                  <a:lnTo>
                    <a:pt x="553123" y="2014523"/>
                  </a:lnTo>
                  <a:lnTo>
                    <a:pt x="549085" y="2018528"/>
                  </a:lnTo>
                  <a:lnTo>
                    <a:pt x="545561" y="2022533"/>
                  </a:lnTo>
                  <a:lnTo>
                    <a:pt x="542504" y="2026538"/>
                  </a:lnTo>
                  <a:lnTo>
                    <a:pt x="539870" y="2030543"/>
                  </a:lnTo>
                  <a:lnTo>
                    <a:pt x="537677" y="2034548"/>
                  </a:lnTo>
                  <a:lnTo>
                    <a:pt x="535828" y="2038553"/>
                  </a:lnTo>
                  <a:lnTo>
                    <a:pt x="534252" y="2042559"/>
                  </a:lnTo>
                  <a:lnTo>
                    <a:pt x="532919" y="2046564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651789" y="3043746"/>
              <a:ext cx="0" cy="933721"/>
            </a:xfrm>
            <a:custGeom>
              <a:avLst/>
              <a:pathLst>
                <a:path w="0" h="933721">
                  <a:moveTo>
                    <a:pt x="0" y="9337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651789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563958" y="3977467"/>
              <a:ext cx="175662" cy="623855"/>
            </a:xfrm>
            <a:custGeom>
              <a:avLst/>
              <a:pathLst>
                <a:path w="175662" h="623855">
                  <a:moveTo>
                    <a:pt x="0" y="0"/>
                  </a:moveTo>
                  <a:lnTo>
                    <a:pt x="0" y="623855"/>
                  </a:lnTo>
                  <a:lnTo>
                    <a:pt x="175662" y="623855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63958" y="4601323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822871" y="3107685"/>
              <a:ext cx="0" cy="867273"/>
            </a:xfrm>
            <a:custGeom>
              <a:avLst/>
              <a:pathLst>
                <a:path w="0" h="867273">
                  <a:moveTo>
                    <a:pt x="0" y="86727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822871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735040" y="3974958"/>
              <a:ext cx="175662" cy="626364"/>
            </a:xfrm>
            <a:custGeom>
              <a:avLst/>
              <a:pathLst>
                <a:path w="175662" h="626364">
                  <a:moveTo>
                    <a:pt x="0" y="0"/>
                  </a:moveTo>
                  <a:lnTo>
                    <a:pt x="0" y="626364"/>
                  </a:lnTo>
                  <a:lnTo>
                    <a:pt x="175662" y="626364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35040" y="4405954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993953" y="2959811"/>
              <a:ext cx="0" cy="941595"/>
            </a:xfrm>
            <a:custGeom>
              <a:avLst/>
              <a:pathLst>
                <a:path w="0" h="941595">
                  <a:moveTo>
                    <a:pt x="0" y="94159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993953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3906122" y="3901406"/>
              <a:ext cx="175662" cy="699917"/>
            </a:xfrm>
            <a:custGeom>
              <a:avLst/>
              <a:pathLst>
                <a:path w="175662" h="699917">
                  <a:moveTo>
                    <a:pt x="0" y="0"/>
                  </a:moveTo>
                  <a:lnTo>
                    <a:pt x="0" y="699917"/>
                  </a:lnTo>
                  <a:lnTo>
                    <a:pt x="175662" y="699917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906122" y="4203752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165035" y="2906960"/>
              <a:ext cx="0" cy="993824"/>
            </a:xfrm>
            <a:custGeom>
              <a:avLst/>
              <a:pathLst>
                <a:path w="0" h="993824">
                  <a:moveTo>
                    <a:pt x="0" y="99382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165035" y="460132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5077204" y="3900785"/>
              <a:ext cx="175662" cy="700538"/>
            </a:xfrm>
            <a:custGeom>
              <a:avLst/>
              <a:pathLst>
                <a:path w="175662" h="700538">
                  <a:moveTo>
                    <a:pt x="0" y="0"/>
                  </a:moveTo>
                  <a:lnTo>
                    <a:pt x="0" y="700538"/>
                  </a:lnTo>
                  <a:lnTo>
                    <a:pt x="175662" y="700538"/>
                  </a:lnTo>
                  <a:lnTo>
                    <a:pt x="17566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77204" y="4401354"/>
              <a:ext cx="175662" cy="0"/>
            </a:xfrm>
            <a:custGeom>
              <a:avLst/>
              <a:pathLst>
                <a:path w="175662" h="0">
                  <a:moveTo>
                    <a:pt x="0" y="0"/>
                  </a:moveTo>
                  <a:lnTo>
                    <a:pt x="17566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618388" y="427892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789470" y="423995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960552" y="416946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131634" y="420895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4481105" y="2020464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39" name="pl39"/>
            <p:cNvSpPr/>
            <p:nvPr/>
          </p:nvSpPr>
          <p:spPr>
            <a:xfrm>
              <a:off x="3993953" y="2152750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993953" y="2152750"/>
              <a:ext cx="1171081" cy="0"/>
            </a:xfrm>
            <a:custGeom>
              <a:avLst/>
              <a:pathLst>
                <a:path w="1171081" h="0">
                  <a:moveTo>
                    <a:pt x="0" y="0"/>
                  </a:moveTo>
                  <a:lnTo>
                    <a:pt x="1171081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5035" y="2152750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3310023" y="221635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3993953" y="2348636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822871" y="2348636"/>
              <a:ext cx="1171081" cy="0"/>
            </a:xfrm>
            <a:custGeom>
              <a:avLst/>
              <a:pathLst>
                <a:path w="1171081" h="0">
                  <a:moveTo>
                    <a:pt x="117108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22871" y="2348636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3920161" y="1432806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7" name="pl47"/>
            <p:cNvSpPr/>
            <p:nvPr/>
          </p:nvSpPr>
          <p:spPr>
            <a:xfrm>
              <a:off x="5165035" y="1565092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822871" y="1565092"/>
              <a:ext cx="2342163" cy="0"/>
            </a:xfrm>
            <a:custGeom>
              <a:avLst/>
              <a:pathLst>
                <a:path w="2342163" h="0">
                  <a:moveTo>
                    <a:pt x="234216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822871" y="1565092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tx50"/>
            <p:cNvSpPr/>
            <p:nvPr/>
          </p:nvSpPr>
          <p:spPr>
            <a:xfrm>
              <a:off x="2724482" y="182457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3993953" y="1956864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651789" y="1956864"/>
              <a:ext cx="2342163" cy="0"/>
            </a:xfrm>
            <a:custGeom>
              <a:avLst/>
              <a:pathLst>
                <a:path w="2342163" h="0">
                  <a:moveTo>
                    <a:pt x="2342163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1651789" y="1956864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3310023" y="162869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5165035" y="1760978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651789" y="1760978"/>
              <a:ext cx="3513245" cy="0"/>
            </a:xfrm>
            <a:custGeom>
              <a:avLst/>
              <a:pathLst>
                <a:path w="3513245" h="0">
                  <a:moveTo>
                    <a:pt x="3513245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651789" y="1760978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138941" y="241223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9" name="pl59"/>
            <p:cNvSpPr/>
            <p:nvPr/>
          </p:nvSpPr>
          <p:spPr>
            <a:xfrm>
              <a:off x="2822871" y="2544522"/>
              <a:ext cx="0" cy="39177"/>
            </a:xfrm>
            <a:custGeom>
              <a:avLst/>
              <a:pathLst>
                <a:path w="0" h="39177">
                  <a:moveTo>
                    <a:pt x="0" y="3917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651789" y="2544522"/>
              <a:ext cx="1171081" cy="0"/>
            </a:xfrm>
            <a:custGeom>
              <a:avLst/>
              <a:pathLst>
                <a:path w="1171081" h="0">
                  <a:moveTo>
                    <a:pt x="1171081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651789" y="2544522"/>
              <a:ext cx="0" cy="39177"/>
            </a:xfrm>
            <a:custGeom>
              <a:avLst/>
              <a:pathLst>
                <a:path w="0" h="39177">
                  <a:moveTo>
                    <a:pt x="0" y="0"/>
                  </a:moveTo>
                  <a:lnTo>
                    <a:pt x="0" y="3917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949140" y="762009"/>
              <a:ext cx="4918543" cy="4176031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724052" y="454673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724052" y="3316934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24052" y="2087135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724052" y="857336"/>
              <a:ext cx="84764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7" name="pl67"/>
            <p:cNvSpPr/>
            <p:nvPr/>
          </p:nvSpPr>
          <p:spPr>
            <a:xfrm>
              <a:off x="877140" y="460132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77140" y="337152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77140" y="214172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77140" y="91192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1651789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822871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993953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165035" y="4938040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tx75"/>
            <p:cNvSpPr/>
            <p:nvPr/>
          </p:nvSpPr>
          <p:spPr>
            <a:xfrm>
              <a:off x="1554360" y="50783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729648" y="5078364"/>
              <a:ext cx="1864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888066" y="5078364"/>
              <a:ext cx="211775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5067606" y="5078364"/>
              <a:ext cx="19485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78989" y="5257505"/>
              <a:ext cx="45884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80" name="tx80"/>
            <p:cNvSpPr/>
            <p:nvPr/>
          </p:nvSpPr>
          <p:spPr>
            <a:xfrm rot="-5400000">
              <a:off x="-117526" y="2790909"/>
              <a:ext cx="1419514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637402" y="533115"/>
              <a:ext cx="3542019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 Across Groups (All Cells)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2026-05-26T22:02:05Z</dcterms:modified>
  <cp:category/>
</cp:coreProperties>
</file>