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7434558b46b0db071aac0e48e1ce7715fba642f5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7434558b46b0db071aac0e48e1ce7715fba642f5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7434558b46b0db071aac0e48e1ce7715fba642f5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7434558b46b0db071aac0e48e1ce7715fba642f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33477" y="696748"/>
              <a:ext cx="4391575" cy="53425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7514331" y="899912"/>
              <a:ext cx="222210" cy="222210"/>
            </a:xfrm>
            <a:prstGeom prst="ellipse">
              <a:avLst/>
            </a:prstGeom>
            <a:solidFill>
              <a:srgbClr val="4575B4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6724446" y="1432278"/>
              <a:ext cx="205043" cy="205043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5148809" y="1977359"/>
              <a:ext cx="162444" cy="162444"/>
            </a:xfrm>
            <a:prstGeom prst="ellipse">
              <a:avLst/>
            </a:prstGeom>
            <a:solidFill>
              <a:srgbClr val="FEE496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365401" y="2516202"/>
              <a:ext cx="132322" cy="132322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365401" y="3039983"/>
              <a:ext cx="132322" cy="132322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603293" y="3600126"/>
              <a:ext cx="59602" cy="59602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603293" y="4123907"/>
              <a:ext cx="59602" cy="59602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603293" y="4647689"/>
              <a:ext cx="59602" cy="59602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603293" y="5171471"/>
              <a:ext cx="59602" cy="59602"/>
            </a:xfrm>
            <a:prstGeom prst="ellipse">
              <a:avLst/>
            </a:prstGeom>
            <a:solidFill>
              <a:srgbClr val="FEE496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603293" y="5695253"/>
              <a:ext cx="59602" cy="59602"/>
            </a:xfrm>
            <a:prstGeom prst="ellipse">
              <a:avLst/>
            </a:prstGeom>
            <a:solidFill>
              <a:srgbClr val="FEE496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433477" y="696748"/>
              <a:ext cx="4391575" cy="534257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667332" y="5675037"/>
              <a:ext cx="270351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607792" y="5151255"/>
              <a:ext cx="176305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319848" y="4627473"/>
              <a:ext cx="205099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589" y="4103691"/>
              <a:ext cx="33012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799737" y="3579909"/>
              <a:ext cx="257110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195764" y="3056127"/>
              <a:ext cx="217508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877644" y="2532345"/>
              <a:ext cx="249320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939274" y="2008563"/>
              <a:ext cx="243157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96613" y="1484782"/>
              <a:ext cx="287423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032726" y="961000"/>
              <a:ext cx="233812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398682" y="57250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398682" y="52012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98682" y="46774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98682" y="4153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98682" y="36299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398682" y="31061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398682" y="25823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398682" y="20585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98682" y="153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98682" y="10110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920543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54751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788959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723167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657375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796870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731078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5665286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604203" y="6101954"/>
              <a:ext cx="23792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33702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211658" y="6254431"/>
              <a:ext cx="83521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Ratio</a:t>
              </a:r>
            </a:p>
          </p:txBody>
        </p:sp>
        <p:sp>
          <p:nvSpPr>
            <p:cNvPr id="48" name="rc48"/>
            <p:cNvSpPr/>
            <p:nvPr/>
          </p:nvSpPr>
          <p:spPr>
            <a:xfrm>
              <a:off x="7964231" y="1686122"/>
              <a:ext cx="892826" cy="17891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8033820" y="1770433"/>
              <a:ext cx="7536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8033820" y="1954779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8148019" y="2034706"/>
              <a:ext cx="59602" cy="5960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8033820" y="2174235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8111659" y="2217802"/>
              <a:ext cx="132322" cy="13232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8033820" y="2393691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8096598" y="2422197"/>
              <a:ext cx="162444" cy="162444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8033820" y="2613147"/>
              <a:ext cx="287999" cy="2393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085041" y="2640025"/>
              <a:ext cx="185557" cy="185557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033820" y="2852460"/>
              <a:ext cx="287999" cy="265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075299" y="2882537"/>
              <a:ext cx="205043" cy="205043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033820" y="3117656"/>
              <a:ext cx="287999" cy="287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8066715" y="3150551"/>
              <a:ext cx="222210" cy="222210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8391409" y="201901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391409" y="2238472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391409" y="2457928"/>
              <a:ext cx="13194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391409" y="2687312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391409" y="2939567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391409" y="3216165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7964231" y="3614423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8033820" y="3698734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70" name="pic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3820" y="3883081"/>
              <a:ext cx="219455" cy="1097280"/>
            </a:xfrm>
            <a:prstGeom prst="rect">
              <a:avLst/>
            </a:prstGeom>
          </p:spPr>
        </p:pic>
        <p:sp>
          <p:nvSpPr>
            <p:cNvPr id="71" name="pl71"/>
            <p:cNvSpPr/>
            <p:nvPr/>
          </p:nvSpPr>
          <p:spPr>
            <a:xfrm>
              <a:off x="8209385" y="495074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9385" y="468376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09385" y="441678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09385" y="414980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033820" y="495074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033820" y="468376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033820" y="441678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033820" y="414980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322865" y="490525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3.35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22865" y="463827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3.40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322865" y="437129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3.45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322865" y="410431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3.50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433477" y="450589"/>
              <a:ext cx="3146358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 — C1QBP High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0999"/>
              <a:ext cx="9143999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63608" y="696748"/>
              <a:ext cx="5261444" cy="53425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7474791" y="899912"/>
              <a:ext cx="222210" cy="222210"/>
            </a:xfrm>
            <a:prstGeom prst="ellipse">
              <a:avLst/>
            </a:prstGeom>
            <a:solidFill>
              <a:srgbClr val="659BC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6289901" y="1434587"/>
              <a:ext cx="200424" cy="200424"/>
            </a:xfrm>
            <a:prstGeom prst="ellipse">
              <a:avLst/>
            </a:prstGeom>
            <a:solidFill>
              <a:srgbClr val="FDD788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6289901" y="1958369"/>
              <a:ext cx="200424" cy="200424"/>
            </a:xfrm>
            <a:prstGeom prst="ellipse">
              <a:avLst/>
            </a:prstGeom>
            <a:solidFill>
              <a:srgbClr val="89BEDA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289901" y="2482151"/>
              <a:ext cx="200424" cy="200424"/>
            </a:xfrm>
            <a:prstGeom prst="ellipse">
              <a:avLst/>
            </a:prstGeom>
            <a:solidFill>
              <a:srgbClr val="659BC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6289901" y="3005933"/>
              <a:ext cx="200424" cy="200424"/>
            </a:xfrm>
            <a:prstGeom prst="ellipse">
              <a:avLst/>
            </a:prstGeom>
            <a:solidFill>
              <a:srgbClr val="4575B4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5107039" y="3542635"/>
              <a:ext cx="174583" cy="174583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107039" y="4066417"/>
              <a:ext cx="174583" cy="174583"/>
            </a:xfrm>
            <a:prstGeom prst="ellipse">
              <a:avLst/>
            </a:prstGeom>
            <a:solidFill>
              <a:srgbClr val="DAF0F6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928095" y="4607037"/>
              <a:ext cx="140906" cy="140906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928095" y="5130819"/>
              <a:ext cx="140906" cy="140906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772964" y="5695253"/>
              <a:ext cx="59602" cy="59602"/>
            </a:xfrm>
            <a:prstGeom prst="ellipse">
              <a:avLst/>
            </a:prstGeom>
            <a:solidFill>
              <a:srgbClr val="D93629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563608" y="696748"/>
              <a:ext cx="5261444" cy="534257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1141631" y="5675037"/>
              <a:ext cx="135934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273670" y="5151255"/>
              <a:ext cx="12273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032909" y="4627473"/>
              <a:ext cx="146806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165040" y="4103691"/>
              <a:ext cx="133593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164948" y="3579909"/>
              <a:ext cx="13360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589" y="3056127"/>
              <a:ext cx="243138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82293" y="2532345"/>
              <a:ext cx="191868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46554" y="2008563"/>
              <a:ext cx="16544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76786" y="1484782"/>
              <a:ext cx="172419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297079" y="961000"/>
              <a:ext cx="120389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2528814" y="57250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28814" y="52012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28814" y="46774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28814" y="4153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28814" y="36299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28814" y="31061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28814" y="25823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28814" y="20585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28814" y="153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8814" y="10110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54934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63729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572524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481318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390113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298908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2631261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540056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448851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357646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266441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175236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776724" y="6254431"/>
              <a:ext cx="83521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Ratio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964231" y="1806206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033820" y="1890517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52" name="pic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3820" y="2074863"/>
              <a:ext cx="219455" cy="1097280"/>
            </a:xfrm>
            <a:prstGeom prst="rect">
              <a:avLst/>
            </a:prstGeom>
          </p:spPr>
        </p:pic>
        <p:sp>
          <p:nvSpPr>
            <p:cNvPr id="53" name="pl53"/>
            <p:cNvSpPr/>
            <p:nvPr/>
          </p:nvSpPr>
          <p:spPr>
            <a:xfrm>
              <a:off x="8209385" y="302459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09385" y="278369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09385" y="254279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09385" y="230189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033820" y="302459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033820" y="278369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033820" y="254279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033820" y="230189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322865" y="2979104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322865" y="2738204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322865" y="2497303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322865" y="2256402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7964231" y="3380911"/>
              <a:ext cx="892826" cy="15489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8033820" y="3465221"/>
              <a:ext cx="7536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67" name="rc67"/>
            <p:cNvSpPr/>
            <p:nvPr/>
          </p:nvSpPr>
          <p:spPr>
            <a:xfrm>
              <a:off x="8033820" y="3649568"/>
              <a:ext cx="287999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148019" y="3729494"/>
              <a:ext cx="59602" cy="5960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8033820" y="3869024"/>
              <a:ext cx="287999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107367" y="3908299"/>
              <a:ext cx="140906" cy="140906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8033820" y="4088480"/>
              <a:ext cx="287999" cy="224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8090528" y="4113556"/>
              <a:ext cx="174583" cy="174583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8033820" y="4313215"/>
              <a:ext cx="287999" cy="2590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077608" y="4342533"/>
              <a:ext cx="200424" cy="200424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8033820" y="4572276"/>
              <a:ext cx="287999" cy="28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8066715" y="4605171"/>
              <a:ext cx="222210" cy="222210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8391409" y="3713804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391409" y="3933260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391409" y="4155356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91409" y="4397254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391409" y="4670785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563608" y="450589"/>
              <a:ext cx="3104022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 — C1QBP Low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16939" y="753685"/>
              <a:ext cx="4151177" cy="5090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805629" y="5369962"/>
              <a:ext cx="2426012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05629" y="4870905"/>
              <a:ext cx="2426012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805629" y="4371848"/>
              <a:ext cx="2426012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805629" y="3872791"/>
              <a:ext cx="2426012" cy="349339"/>
            </a:xfrm>
            <a:prstGeom prst="rect">
              <a:avLst/>
            </a:prstGeom>
            <a:solidFill>
              <a:srgbClr val="FEE49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805629" y="3373734"/>
              <a:ext cx="2426012" cy="349339"/>
            </a:xfrm>
            <a:prstGeom prst="rect">
              <a:avLst/>
            </a:prstGeom>
            <a:solidFill>
              <a:srgbClr val="FEE49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805629" y="2874677"/>
              <a:ext cx="2695569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805629" y="2375620"/>
              <a:ext cx="2695569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805629" y="1876563"/>
              <a:ext cx="2965126" cy="349339"/>
            </a:xfrm>
            <a:prstGeom prst="rect">
              <a:avLst/>
            </a:prstGeom>
            <a:solidFill>
              <a:srgbClr val="FEE49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805629" y="1377506"/>
              <a:ext cx="3504240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805629" y="878449"/>
              <a:ext cx="3773797" cy="34933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983199" y="5494614"/>
              <a:ext cx="257110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53051" y="4995557"/>
              <a:ext cx="33012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503310" y="4496500"/>
              <a:ext cx="205099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791254" y="3997443"/>
              <a:ext cx="176305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850794" y="3498386"/>
              <a:ext cx="270351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061106" y="2999329"/>
              <a:ext cx="249320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379226" y="2500272"/>
              <a:ext cx="217508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122736" y="2001215"/>
              <a:ext cx="243157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80075" y="1502158"/>
              <a:ext cx="287423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216188" y="1003101"/>
              <a:ext cx="233812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3582144" y="55446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82144" y="50455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82144" y="4546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582144" y="40474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582144" y="35484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82144" y="30493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582144" y="25502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582144" y="20512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582144" y="15521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582144" y="10531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16939" y="5844066"/>
              <a:ext cx="4151177" cy="0"/>
            </a:xfrm>
            <a:custGeom>
              <a:avLst/>
              <a:pathLst>
                <a:path w="4151177" h="0">
                  <a:moveTo>
                    <a:pt x="0" y="0"/>
                  </a:moveTo>
                  <a:lnTo>
                    <a:pt x="41511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805629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94083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82537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170991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959446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747900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630750" y="5906696"/>
              <a:ext cx="3497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419204" y="5906696"/>
              <a:ext cx="3497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207658" y="5906696"/>
              <a:ext cx="3497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96112" y="5906696"/>
              <a:ext cx="3497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784567" y="5906696"/>
              <a:ext cx="3497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73021" y="5906696"/>
              <a:ext cx="3497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0.125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297873" y="60709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907295" y="2581112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7976884" y="2665423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52" name="pic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6884" y="2849769"/>
              <a:ext cx="219455" cy="1097280"/>
            </a:xfrm>
            <a:prstGeom prst="rect">
              <a:avLst/>
            </a:prstGeom>
          </p:spPr>
        </p:pic>
        <p:sp>
          <p:nvSpPr>
            <p:cNvPr id="53" name="pl53"/>
            <p:cNvSpPr/>
            <p:nvPr/>
          </p:nvSpPr>
          <p:spPr>
            <a:xfrm>
              <a:off x="8152448" y="391743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152448" y="365045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152448" y="338347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152448" y="31164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976884" y="391743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976884" y="365045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976884" y="338347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976884" y="311649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265929" y="3871946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3.35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5929" y="3604966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3.40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5929" y="3337986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3.45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5929" y="3071006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3.50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616939" y="507525"/>
              <a:ext cx="3146358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 — C1QBP High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47070" y="753685"/>
              <a:ext cx="5021046" cy="5090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975300" y="5369962"/>
              <a:ext cx="3651669" cy="349339"/>
            </a:xfrm>
            <a:prstGeom prst="rect">
              <a:avLst/>
            </a:prstGeom>
            <a:solidFill>
              <a:srgbClr val="D9362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975300" y="4870905"/>
              <a:ext cx="3879899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975300" y="4371848"/>
              <a:ext cx="3879899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975300" y="3872791"/>
              <a:ext cx="4108128" cy="34933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975300" y="3373734"/>
              <a:ext cx="4108128" cy="349339"/>
            </a:xfrm>
            <a:prstGeom prst="rect">
              <a:avLst/>
            </a:prstGeom>
            <a:solidFill>
              <a:srgbClr val="DAF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975300" y="2874677"/>
              <a:ext cx="4336358" cy="349339"/>
            </a:xfrm>
            <a:prstGeom prst="rect">
              <a:avLst/>
            </a:prstGeom>
            <a:solidFill>
              <a:srgbClr val="FDD7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975300" y="2375620"/>
              <a:ext cx="4336358" cy="349339"/>
            </a:xfrm>
            <a:prstGeom prst="rect">
              <a:avLst/>
            </a:prstGeom>
            <a:solidFill>
              <a:srgbClr val="89BED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975300" y="1876563"/>
              <a:ext cx="4336358" cy="349339"/>
            </a:xfrm>
            <a:prstGeom prst="rect">
              <a:avLst/>
            </a:prstGeom>
            <a:solidFill>
              <a:srgbClr val="659B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975300" y="1377506"/>
              <a:ext cx="4336358" cy="34933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975300" y="878449"/>
              <a:ext cx="4564587" cy="349339"/>
            </a:xfrm>
            <a:prstGeom prst="rect">
              <a:avLst/>
            </a:prstGeom>
            <a:solidFill>
              <a:srgbClr val="659B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1325093" y="5494614"/>
              <a:ext cx="135934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216371" y="4995557"/>
              <a:ext cx="146806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457132" y="4496500"/>
              <a:ext cx="12273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348410" y="3997443"/>
              <a:ext cx="13360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348502" y="3498386"/>
              <a:ext cx="133593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960248" y="2999329"/>
              <a:ext cx="172419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030016" y="2500272"/>
              <a:ext cx="16544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65755" y="2001215"/>
              <a:ext cx="191868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53051" y="1502158"/>
              <a:ext cx="243138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480541" y="1003101"/>
              <a:ext cx="120389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2712276" y="55446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12276" y="50455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2276" y="4546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2276" y="40474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2276" y="35484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12276" y="30493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12276" y="25502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12276" y="20512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12276" y="15521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12276" y="10531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747070" y="5844066"/>
              <a:ext cx="5021046" cy="0"/>
            </a:xfrm>
            <a:custGeom>
              <a:avLst/>
              <a:pathLst>
                <a:path w="5021046" h="0">
                  <a:moveTo>
                    <a:pt x="0" y="0"/>
                  </a:moveTo>
                  <a:lnTo>
                    <a:pt x="502104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975300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709843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444386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2878145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612688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347231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862938" y="60709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7907295" y="2581112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7976884" y="2665423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46" name="pic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6884" y="2849769"/>
              <a:ext cx="219455" cy="1097280"/>
            </a:xfrm>
            <a:prstGeom prst="rect">
              <a:avLst/>
            </a:prstGeom>
          </p:spPr>
        </p:pic>
        <p:sp>
          <p:nvSpPr>
            <p:cNvPr id="47" name="pl47"/>
            <p:cNvSpPr/>
            <p:nvPr/>
          </p:nvSpPr>
          <p:spPr>
            <a:xfrm>
              <a:off x="8152448" y="379950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152448" y="35586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152448" y="331770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152448" y="307680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976884" y="379950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976884" y="35586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976884" y="331770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976884" y="307680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8265929" y="3754010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265929" y="3513109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265929" y="3272209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265929" y="3031308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747070" y="507525"/>
              <a:ext cx="3104022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 — C1QBP Low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3051" y="601285"/>
              <a:ext cx="7732418" cy="53951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62968" y="5734564"/>
              <a:ext cx="3056292" cy="0"/>
            </a:xfrm>
            <a:custGeom>
              <a:avLst/>
              <a:pathLst>
                <a:path w="3056292" h="0">
                  <a:moveTo>
                    <a:pt x="0" y="0"/>
                  </a:moveTo>
                  <a:lnTo>
                    <a:pt x="3056292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15783" y="5472662"/>
              <a:ext cx="2903477" cy="0"/>
            </a:xfrm>
            <a:custGeom>
              <a:avLst/>
              <a:pathLst>
                <a:path w="2903477" h="0">
                  <a:moveTo>
                    <a:pt x="0" y="0"/>
                  </a:moveTo>
                  <a:lnTo>
                    <a:pt x="2903477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15783" y="5210760"/>
              <a:ext cx="2903477" cy="0"/>
            </a:xfrm>
            <a:custGeom>
              <a:avLst/>
              <a:pathLst>
                <a:path w="2903477" h="0">
                  <a:moveTo>
                    <a:pt x="0" y="0"/>
                  </a:moveTo>
                  <a:lnTo>
                    <a:pt x="2903477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15783" y="4948858"/>
              <a:ext cx="2903477" cy="0"/>
            </a:xfrm>
            <a:custGeom>
              <a:avLst/>
              <a:pathLst>
                <a:path w="2903477" h="0">
                  <a:moveTo>
                    <a:pt x="0" y="0"/>
                  </a:moveTo>
                  <a:lnTo>
                    <a:pt x="2903477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15783" y="4686956"/>
              <a:ext cx="2903477" cy="0"/>
            </a:xfrm>
            <a:custGeom>
              <a:avLst/>
              <a:pathLst>
                <a:path w="2903477" h="0">
                  <a:moveTo>
                    <a:pt x="0" y="0"/>
                  </a:moveTo>
                  <a:lnTo>
                    <a:pt x="2903477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68597" y="4425054"/>
              <a:ext cx="2750662" cy="0"/>
            </a:xfrm>
            <a:custGeom>
              <a:avLst/>
              <a:pathLst>
                <a:path w="2750662" h="0">
                  <a:moveTo>
                    <a:pt x="0" y="0"/>
                  </a:moveTo>
                  <a:lnTo>
                    <a:pt x="2750662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68597" y="4163152"/>
              <a:ext cx="2750662" cy="0"/>
            </a:xfrm>
            <a:custGeom>
              <a:avLst/>
              <a:pathLst>
                <a:path w="2750662" h="0">
                  <a:moveTo>
                    <a:pt x="0" y="0"/>
                  </a:moveTo>
                  <a:lnTo>
                    <a:pt x="2750662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521412" y="3901250"/>
              <a:ext cx="2597848" cy="0"/>
            </a:xfrm>
            <a:custGeom>
              <a:avLst/>
              <a:pathLst>
                <a:path w="2597848" h="0">
                  <a:moveTo>
                    <a:pt x="0" y="0"/>
                  </a:moveTo>
                  <a:lnTo>
                    <a:pt x="2597848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521412" y="3639348"/>
              <a:ext cx="2597848" cy="0"/>
            </a:xfrm>
            <a:custGeom>
              <a:avLst/>
              <a:pathLst>
                <a:path w="2597848" h="0">
                  <a:moveTo>
                    <a:pt x="0" y="0"/>
                  </a:moveTo>
                  <a:lnTo>
                    <a:pt x="2597848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74226" y="3377446"/>
              <a:ext cx="2445033" cy="0"/>
            </a:xfrm>
            <a:custGeom>
              <a:avLst/>
              <a:pathLst>
                <a:path w="2445033" h="0">
                  <a:moveTo>
                    <a:pt x="0" y="0"/>
                  </a:moveTo>
                  <a:lnTo>
                    <a:pt x="2445033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119260" y="3115544"/>
              <a:ext cx="893377" cy="0"/>
            </a:xfrm>
            <a:custGeom>
              <a:avLst/>
              <a:pathLst>
                <a:path w="893377" h="0">
                  <a:moveTo>
                    <a:pt x="893377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19260" y="2853642"/>
              <a:ext cx="893377" cy="0"/>
            </a:xfrm>
            <a:custGeom>
              <a:avLst/>
              <a:pathLst>
                <a:path w="893377" h="0">
                  <a:moveTo>
                    <a:pt x="893377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9260" y="2591740"/>
              <a:ext cx="893377" cy="0"/>
            </a:xfrm>
            <a:custGeom>
              <a:avLst/>
              <a:pathLst>
                <a:path w="893377" h="0">
                  <a:moveTo>
                    <a:pt x="893377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19260" y="2329838"/>
              <a:ext cx="893377" cy="0"/>
            </a:xfrm>
            <a:custGeom>
              <a:avLst/>
              <a:pathLst>
                <a:path w="893377" h="0">
                  <a:moveTo>
                    <a:pt x="893377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19260" y="2067936"/>
              <a:ext cx="893377" cy="0"/>
            </a:xfrm>
            <a:custGeom>
              <a:avLst/>
              <a:pathLst>
                <a:path w="893377" h="0">
                  <a:moveTo>
                    <a:pt x="893377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19260" y="1806034"/>
              <a:ext cx="992641" cy="0"/>
            </a:xfrm>
            <a:custGeom>
              <a:avLst/>
              <a:pathLst>
                <a:path w="992641" h="0">
                  <a:moveTo>
                    <a:pt x="992641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9260" y="1544132"/>
              <a:ext cx="992641" cy="0"/>
            </a:xfrm>
            <a:custGeom>
              <a:avLst/>
              <a:pathLst>
                <a:path w="992641" h="0">
                  <a:moveTo>
                    <a:pt x="992641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19260" y="1282230"/>
              <a:ext cx="1091906" cy="0"/>
            </a:xfrm>
            <a:custGeom>
              <a:avLst/>
              <a:pathLst>
                <a:path w="1091906" h="0">
                  <a:moveTo>
                    <a:pt x="1091906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19260" y="1020328"/>
              <a:ext cx="1290434" cy="0"/>
            </a:xfrm>
            <a:custGeom>
              <a:avLst/>
              <a:pathLst>
                <a:path w="1290434" h="0">
                  <a:moveTo>
                    <a:pt x="1290434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19260" y="758426"/>
              <a:ext cx="1389698" cy="0"/>
            </a:xfrm>
            <a:custGeom>
              <a:avLst/>
              <a:pathLst>
                <a:path w="1389698" h="0">
                  <a:moveTo>
                    <a:pt x="1389698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950063" y="5621659"/>
              <a:ext cx="225810" cy="225810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106661" y="5363540"/>
              <a:ext cx="218242" cy="218242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106661" y="5101638"/>
              <a:ext cx="218242" cy="218242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106661" y="4839736"/>
              <a:ext cx="218242" cy="218242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106661" y="4577834"/>
              <a:ext cx="218242" cy="218242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263454" y="4319910"/>
              <a:ext cx="210286" cy="210286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263454" y="4058008"/>
              <a:ext cx="210286" cy="210286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420474" y="3800312"/>
              <a:ext cx="201874" cy="201874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420474" y="3538410"/>
              <a:ext cx="201874" cy="201874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77767" y="3280987"/>
              <a:ext cx="192918" cy="192918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981036" y="3083943"/>
              <a:ext cx="63202" cy="6320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981036" y="2822041"/>
              <a:ext cx="63202" cy="6320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981036" y="2560139"/>
              <a:ext cx="63202" cy="6320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981036" y="2298237"/>
              <a:ext cx="63202" cy="6320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981036" y="2036335"/>
              <a:ext cx="63202" cy="6320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055787" y="1749919"/>
              <a:ext cx="112230" cy="112230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055787" y="1488017"/>
              <a:ext cx="112230" cy="112230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144897" y="1215961"/>
              <a:ext cx="132538" cy="132538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329065" y="939699"/>
              <a:ext cx="161258" cy="161258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422542" y="672010"/>
              <a:ext cx="172832" cy="17283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4210949" y="5689301"/>
              <a:ext cx="108895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210949" y="5427399"/>
              <a:ext cx="155960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10949" y="5165497"/>
              <a:ext cx="149641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210949" y="4903595"/>
              <a:ext cx="173562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10949" y="4641693"/>
              <a:ext cx="21992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210949" y="4379791"/>
              <a:ext cx="120847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210949" y="4117889"/>
              <a:ext cx="12083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210949" y="3855987"/>
              <a:ext cx="132789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210949" y="3594085"/>
              <a:ext cx="111017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210949" y="3332183"/>
              <a:ext cx="122959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701978" y="3070281"/>
              <a:ext cx="232559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41507" y="2808379"/>
              <a:ext cx="298606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172436" y="2546477"/>
              <a:ext cx="18551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432858" y="2284575"/>
              <a:ext cx="159471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582100" y="2022673"/>
              <a:ext cx="244547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1772386" y="1760771"/>
              <a:ext cx="22551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060148" y="1498869"/>
              <a:ext cx="19674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828165" y="1236967"/>
              <a:ext cx="219940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427749" y="975065"/>
              <a:ext cx="259982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912473" y="713163"/>
              <a:ext cx="211509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253051" y="5996466"/>
              <a:ext cx="7732418" cy="0"/>
            </a:xfrm>
            <a:custGeom>
              <a:avLst/>
              <a:pathLst>
                <a:path w="7732418" h="0">
                  <a:moveTo>
                    <a:pt x="0" y="0"/>
                  </a:moveTo>
                  <a:lnTo>
                    <a:pt x="7732418" y="0"/>
                  </a:lnTo>
                  <a:lnTo>
                    <a:pt x="7732418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53051" y="5996466"/>
              <a:ext cx="7732418" cy="0"/>
            </a:xfrm>
            <a:custGeom>
              <a:avLst/>
              <a:pathLst>
                <a:path w="7732418" h="0">
                  <a:moveTo>
                    <a:pt x="0" y="0"/>
                  </a:moveTo>
                  <a:lnTo>
                    <a:pt x="773241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796478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19260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442042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1699323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4080398" y="6059096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344887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24605" y="62233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8124647" y="2061427"/>
              <a:ext cx="892826" cy="15585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8194236" y="2145738"/>
              <a:ext cx="7536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77" name="rc77"/>
            <p:cNvSpPr/>
            <p:nvPr/>
          </p:nvSpPr>
          <p:spPr>
            <a:xfrm>
              <a:off x="8194236" y="2330084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8282121" y="2383697"/>
              <a:ext cx="112230" cy="11223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194236" y="2549540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260774" y="2581806"/>
              <a:ext cx="154925" cy="15492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194236" y="2768996"/>
              <a:ext cx="287999" cy="231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8246588" y="2793112"/>
              <a:ext cx="183296" cy="18329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8194236" y="3000523"/>
              <a:ext cx="287999" cy="2618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235165" y="3028389"/>
              <a:ext cx="206142" cy="20614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8194236" y="3262398"/>
              <a:ext cx="287999" cy="28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8225331" y="3293493"/>
              <a:ext cx="225810" cy="22581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8551825" y="2394321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8551825" y="261377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8551825" y="2839268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15.0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8551825" y="3085969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17.5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8551825" y="3360906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20.0</a:t>
              </a:r>
            </a:p>
          </p:txBody>
        </p:sp>
        <p:sp>
          <p:nvSpPr>
            <p:cNvPr id="92" name="rc92"/>
            <p:cNvSpPr/>
            <p:nvPr/>
          </p:nvSpPr>
          <p:spPr>
            <a:xfrm>
              <a:off x="8124647" y="3759165"/>
              <a:ext cx="689558" cy="7771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8194236" y="3843476"/>
              <a:ext cx="3884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94" name="rc94"/>
            <p:cNvSpPr/>
            <p:nvPr/>
          </p:nvSpPr>
          <p:spPr>
            <a:xfrm>
              <a:off x="8194236" y="402782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279139" y="4112724"/>
              <a:ext cx="49651" cy="49651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8194236" y="424727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279139" y="4332180"/>
              <a:ext cx="49651" cy="49651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8483281" y="4092059"/>
              <a:ext cx="26133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483281" y="4311515"/>
              <a:ext cx="23308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53051" y="355125"/>
              <a:ext cx="3664823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Enrichment: C1QBP High vs Low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33862" y="532461"/>
              <a:ext cx="7854631" cy="569693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161178" y="532461"/>
              <a:ext cx="0" cy="5696935"/>
            </a:xfrm>
            <a:custGeom>
              <a:avLst/>
              <a:pathLst>
                <a:path w="0" h="5696935">
                  <a:moveTo>
                    <a:pt x="0" y="56969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33862" y="6229397"/>
              <a:ext cx="7854631" cy="0"/>
            </a:xfrm>
            <a:custGeom>
              <a:avLst/>
              <a:pathLst>
                <a:path w="7854631" h="0">
                  <a:moveTo>
                    <a:pt x="0" y="0"/>
                  </a:moveTo>
                  <a:lnTo>
                    <a:pt x="7854631" y="0"/>
                  </a:lnTo>
                  <a:lnTo>
                    <a:pt x="7854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61178" y="6229397"/>
              <a:ext cx="142811" cy="0"/>
            </a:xfrm>
            <a:custGeom>
              <a:avLst/>
              <a:pathLst>
                <a:path w="142811" h="0">
                  <a:moveTo>
                    <a:pt x="0" y="0"/>
                  </a:moveTo>
                  <a:lnTo>
                    <a:pt x="14281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61178" y="4785549"/>
              <a:ext cx="142811" cy="0"/>
            </a:xfrm>
            <a:custGeom>
              <a:avLst/>
              <a:pathLst>
                <a:path w="142811" h="0">
                  <a:moveTo>
                    <a:pt x="0" y="0"/>
                  </a:moveTo>
                  <a:lnTo>
                    <a:pt x="14281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61178" y="3341702"/>
              <a:ext cx="142811" cy="0"/>
            </a:xfrm>
            <a:custGeom>
              <a:avLst/>
              <a:pathLst>
                <a:path w="142811" h="0">
                  <a:moveTo>
                    <a:pt x="0" y="0"/>
                  </a:moveTo>
                  <a:lnTo>
                    <a:pt x="14281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1178" y="1897854"/>
              <a:ext cx="142811" cy="0"/>
            </a:xfrm>
            <a:custGeom>
              <a:avLst/>
              <a:pathLst>
                <a:path w="142811" h="0">
                  <a:moveTo>
                    <a:pt x="0" y="0"/>
                  </a:moveTo>
                  <a:lnTo>
                    <a:pt x="14281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4085575" y="4748105"/>
              <a:ext cx="58155" cy="74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4009973" y="3304257"/>
              <a:ext cx="116311" cy="74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009973" y="1860410"/>
              <a:ext cx="116311" cy="74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5" name="pt15"/>
            <p:cNvSpPr/>
            <p:nvPr/>
          </p:nvSpPr>
          <p:spPr>
            <a:xfrm>
              <a:off x="1434208" y="894001"/>
              <a:ext cx="312726" cy="312726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581769" y="898750"/>
              <a:ext cx="303228" cy="303228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581769" y="898750"/>
              <a:ext cx="303228" cy="303228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729547" y="920124"/>
              <a:ext cx="293294" cy="293294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286839" y="1353602"/>
              <a:ext cx="321840" cy="321840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434208" y="1731232"/>
              <a:ext cx="312726" cy="312726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286839" y="1971331"/>
              <a:ext cx="321840" cy="321840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286839" y="2088262"/>
              <a:ext cx="321840" cy="321840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139641" y="2083875"/>
              <a:ext cx="330615" cy="330615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286839" y="2200378"/>
              <a:ext cx="321840" cy="321840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058766" y="5161749"/>
              <a:ext cx="203544" cy="203544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03129" y="5184225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651804" y="5147277"/>
              <a:ext cx="160600" cy="160600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403129" y="5184225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403129" y="5161026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519814" y="5134899"/>
              <a:ext cx="138956" cy="138956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519814" y="5134899"/>
              <a:ext cx="138956" cy="138956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403129" y="5161026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03129" y="5161026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922122" y="5108773"/>
              <a:ext cx="191209" cy="191209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49381" y="997415"/>
              <a:ext cx="166870" cy="48317"/>
            </a:xfrm>
            <a:custGeom>
              <a:avLst/>
              <a:pathLst>
                <a:path w="166870" h="48317">
                  <a:moveTo>
                    <a:pt x="166870" y="0"/>
                  </a:moveTo>
                  <a:lnTo>
                    <a:pt x="0" y="48317"/>
                  </a:lnTo>
                </a:path>
              </a:pathLst>
            </a:custGeom>
            <a:ln w="1355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740653" y="5238424"/>
              <a:ext cx="192479" cy="244224"/>
            </a:xfrm>
            <a:custGeom>
              <a:avLst/>
              <a:pathLst>
                <a:path w="192479" h="244224">
                  <a:moveTo>
                    <a:pt x="192479" y="24422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8037" y="5236812"/>
              <a:ext cx="246840" cy="196464"/>
            </a:xfrm>
            <a:custGeom>
              <a:avLst/>
              <a:pathLst>
                <a:path w="246840" h="196464">
                  <a:moveTo>
                    <a:pt x="0" y="196464"/>
                  </a:moveTo>
                  <a:lnTo>
                    <a:pt x="246840" y="0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71528" y="4986872"/>
              <a:ext cx="758887" cy="212995"/>
            </a:xfrm>
            <a:custGeom>
              <a:avLst/>
              <a:pathLst>
                <a:path w="758887" h="212995">
                  <a:moveTo>
                    <a:pt x="0" y="0"/>
                  </a:moveTo>
                  <a:lnTo>
                    <a:pt x="758887" y="212995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01085" y="4821556"/>
              <a:ext cx="483877" cy="373713"/>
            </a:xfrm>
            <a:custGeom>
              <a:avLst/>
              <a:pathLst>
                <a:path w="483877" h="373713">
                  <a:moveTo>
                    <a:pt x="483877" y="0"/>
                  </a:moveTo>
                  <a:lnTo>
                    <a:pt x="0" y="373713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577579" y="5046530"/>
              <a:ext cx="10787" cy="145371"/>
            </a:xfrm>
            <a:custGeom>
              <a:avLst/>
              <a:pathLst>
                <a:path w="10787" h="145371">
                  <a:moveTo>
                    <a:pt x="0" y="0"/>
                  </a:moveTo>
                  <a:lnTo>
                    <a:pt x="10787" y="145371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067224" y="4878425"/>
              <a:ext cx="368147" cy="316403"/>
            </a:xfrm>
            <a:custGeom>
              <a:avLst/>
              <a:pathLst>
                <a:path w="368147" h="316403">
                  <a:moveTo>
                    <a:pt x="0" y="0"/>
                  </a:moveTo>
                  <a:lnTo>
                    <a:pt x="368147" y="316403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492075" y="1082081"/>
              <a:ext cx="10359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10405" y="911321"/>
              <a:ext cx="113842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39111" y="953797"/>
              <a:ext cx="951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619535" y="1125588"/>
              <a:ext cx="105402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46565" y="1573443"/>
              <a:ext cx="133694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208203" y="1749037"/>
              <a:ext cx="103601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942609" y="1993901"/>
              <a:ext cx="128281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509816" y="2184746"/>
              <a:ext cx="148791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10318" y="2165991"/>
              <a:ext cx="93351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39154" y="2419625"/>
              <a:ext cx="188512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222580" y="5284680"/>
              <a:ext cx="181307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497002" y="5285519"/>
              <a:ext cx="136693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955992" y="5454477"/>
              <a:ext cx="188503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770853" y="5456136"/>
              <a:ext cx="209607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655367" y="4946052"/>
              <a:ext cx="199330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107823" y="4777676"/>
              <a:ext cx="19332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734394" y="4946037"/>
              <a:ext cx="168633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459757" y="4777933"/>
              <a:ext cx="255958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795616" y="5115187"/>
              <a:ext cx="158986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14289" y="5114930"/>
              <a:ext cx="222848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62" name="pl62"/>
            <p:cNvSpPr/>
            <p:nvPr/>
          </p:nvSpPr>
          <p:spPr>
            <a:xfrm>
              <a:off x="1304948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3063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161178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589292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017407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1242769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70884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130088" y="62920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527113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955228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974732" y="6430331"/>
              <a:ext cx="37289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73" name="tx73"/>
            <p:cNvSpPr/>
            <p:nvPr/>
          </p:nvSpPr>
          <p:spPr>
            <a:xfrm rot="-5400000">
              <a:off x="-365893" y="3330911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8227671" y="2091264"/>
              <a:ext cx="658011" cy="7771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8297260" y="2175575"/>
              <a:ext cx="3884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8297260" y="2359922"/>
              <a:ext cx="219455" cy="219456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8383963" y="2446624"/>
              <a:ext cx="46051" cy="46051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8297260" y="2579378"/>
              <a:ext cx="219455" cy="219456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383963" y="2666080"/>
              <a:ext cx="46051" cy="46051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8586306" y="2429645"/>
              <a:ext cx="22978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586306" y="2649101"/>
              <a:ext cx="20500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8227671" y="3007601"/>
              <a:ext cx="846739" cy="16629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8297260" y="3091912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8297260" y="3276258"/>
              <a:ext cx="420344" cy="222052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421151" y="3301002"/>
              <a:ext cx="172563" cy="172563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8297260" y="3498310"/>
              <a:ext cx="420344" cy="310957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8387687" y="3534042"/>
              <a:ext cx="239492" cy="239492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8297260" y="3809267"/>
              <a:ext cx="420344" cy="371392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8364938" y="3852469"/>
              <a:ext cx="284988" cy="284988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297260" y="4180659"/>
              <a:ext cx="420344" cy="420344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8346512" y="4229911"/>
              <a:ext cx="321840" cy="321840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8787194" y="334727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8787194" y="361378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8787194" y="395495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787194" y="43508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33862" y="298189"/>
              <a:ext cx="3420404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Enrichment: C1QBP High vs Low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32857" y="0"/>
            <a:ext cx="5878286" cy="6858000"/>
            <a:chOff x="1632857" y="0"/>
            <a:chExt cx="5878286" cy="6858000"/>
          </a:xfrm>
        </p:grpSpPr>
        <p:sp>
          <p:nvSpPr>
            <p:cNvPr id="3" name="rc3"/>
            <p:cNvSpPr/>
            <p:nvPr/>
          </p:nvSpPr>
          <p:spPr>
            <a:xfrm>
              <a:off x="1632857" y="0"/>
              <a:ext cx="587828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32857" y="0"/>
              <a:ext cx="587828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02446" y="373450"/>
              <a:ext cx="4669063" cy="599566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993026" y="6190435"/>
              <a:ext cx="1535674" cy="119119"/>
            </a:xfrm>
            <a:custGeom>
              <a:avLst/>
              <a:pathLst>
                <a:path w="1535674" h="119119">
                  <a:moveTo>
                    <a:pt x="25305" y="119119"/>
                  </a:moveTo>
                  <a:lnTo>
                    <a:pt x="1510369" y="119119"/>
                  </a:lnTo>
                  <a:lnTo>
                    <a:pt x="1509350" y="119098"/>
                  </a:lnTo>
                  <a:lnTo>
                    <a:pt x="1513419" y="118934"/>
                  </a:lnTo>
                  <a:lnTo>
                    <a:pt x="1517409" y="118120"/>
                  </a:lnTo>
                  <a:lnTo>
                    <a:pt x="1521217" y="116675"/>
                  </a:lnTo>
                  <a:lnTo>
                    <a:pt x="1524744" y="114639"/>
                  </a:lnTo>
                  <a:lnTo>
                    <a:pt x="1527898" y="112064"/>
                  </a:lnTo>
                  <a:lnTo>
                    <a:pt x="1530599" y="109015"/>
                  </a:lnTo>
                  <a:lnTo>
                    <a:pt x="1532775" y="105573"/>
                  </a:lnTo>
                  <a:lnTo>
                    <a:pt x="1534371" y="101827"/>
                  </a:lnTo>
                  <a:lnTo>
                    <a:pt x="1535346" y="97873"/>
                  </a:lnTo>
                  <a:lnTo>
                    <a:pt x="1535674" y="93814"/>
                  </a:lnTo>
                  <a:lnTo>
                    <a:pt x="1535674" y="25305"/>
                  </a:lnTo>
                  <a:lnTo>
                    <a:pt x="1535346" y="21245"/>
                  </a:lnTo>
                  <a:lnTo>
                    <a:pt x="1534371" y="17291"/>
                  </a:lnTo>
                  <a:lnTo>
                    <a:pt x="1532775" y="13545"/>
                  </a:lnTo>
                  <a:lnTo>
                    <a:pt x="1530599" y="10103"/>
                  </a:lnTo>
                  <a:lnTo>
                    <a:pt x="1527898" y="7055"/>
                  </a:lnTo>
                  <a:lnTo>
                    <a:pt x="1524744" y="4479"/>
                  </a:lnTo>
                  <a:lnTo>
                    <a:pt x="1521217" y="2443"/>
                  </a:lnTo>
                  <a:lnTo>
                    <a:pt x="1517409" y="999"/>
                  </a:lnTo>
                  <a:lnTo>
                    <a:pt x="1513419" y="184"/>
                  </a:lnTo>
                  <a:lnTo>
                    <a:pt x="15103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993026" y="5991903"/>
              <a:ext cx="1919592" cy="119119"/>
            </a:xfrm>
            <a:custGeom>
              <a:avLst/>
              <a:pathLst>
                <a:path w="1919592" h="119119">
                  <a:moveTo>
                    <a:pt x="25305" y="119119"/>
                  </a:moveTo>
                  <a:lnTo>
                    <a:pt x="1894287" y="119119"/>
                  </a:lnTo>
                  <a:lnTo>
                    <a:pt x="1893268" y="119098"/>
                  </a:lnTo>
                  <a:lnTo>
                    <a:pt x="1897337" y="118934"/>
                  </a:lnTo>
                  <a:lnTo>
                    <a:pt x="1901328" y="118120"/>
                  </a:lnTo>
                  <a:lnTo>
                    <a:pt x="1905135" y="116675"/>
                  </a:lnTo>
                  <a:lnTo>
                    <a:pt x="1908662" y="114639"/>
                  </a:lnTo>
                  <a:lnTo>
                    <a:pt x="1911817" y="112064"/>
                  </a:lnTo>
                  <a:lnTo>
                    <a:pt x="1914517" y="109015"/>
                  </a:lnTo>
                  <a:lnTo>
                    <a:pt x="1916694" y="105573"/>
                  </a:lnTo>
                  <a:lnTo>
                    <a:pt x="1918290" y="101827"/>
                  </a:lnTo>
                  <a:lnTo>
                    <a:pt x="1919265" y="97873"/>
                  </a:lnTo>
                  <a:lnTo>
                    <a:pt x="1919592" y="93814"/>
                  </a:lnTo>
                  <a:lnTo>
                    <a:pt x="1919592" y="25305"/>
                  </a:lnTo>
                  <a:lnTo>
                    <a:pt x="1919265" y="21245"/>
                  </a:lnTo>
                  <a:lnTo>
                    <a:pt x="1918290" y="17291"/>
                  </a:lnTo>
                  <a:lnTo>
                    <a:pt x="1916694" y="13545"/>
                  </a:lnTo>
                  <a:lnTo>
                    <a:pt x="1914517" y="10103"/>
                  </a:lnTo>
                  <a:lnTo>
                    <a:pt x="1911817" y="7055"/>
                  </a:lnTo>
                  <a:lnTo>
                    <a:pt x="1908662" y="4479"/>
                  </a:lnTo>
                  <a:lnTo>
                    <a:pt x="1905135" y="2443"/>
                  </a:lnTo>
                  <a:lnTo>
                    <a:pt x="1901328" y="999"/>
                  </a:lnTo>
                  <a:lnTo>
                    <a:pt x="1897337" y="184"/>
                  </a:lnTo>
                  <a:lnTo>
                    <a:pt x="189428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2993026" y="5793371"/>
              <a:ext cx="1535674" cy="119119"/>
            </a:xfrm>
            <a:custGeom>
              <a:avLst/>
              <a:pathLst>
                <a:path w="1535674" h="119119">
                  <a:moveTo>
                    <a:pt x="25305" y="119119"/>
                  </a:moveTo>
                  <a:lnTo>
                    <a:pt x="1510369" y="119119"/>
                  </a:lnTo>
                  <a:lnTo>
                    <a:pt x="1509350" y="119098"/>
                  </a:lnTo>
                  <a:lnTo>
                    <a:pt x="1513419" y="118934"/>
                  </a:lnTo>
                  <a:lnTo>
                    <a:pt x="1517409" y="118120"/>
                  </a:lnTo>
                  <a:lnTo>
                    <a:pt x="1521217" y="116675"/>
                  </a:lnTo>
                  <a:lnTo>
                    <a:pt x="1524744" y="114639"/>
                  </a:lnTo>
                  <a:lnTo>
                    <a:pt x="1527898" y="112064"/>
                  </a:lnTo>
                  <a:lnTo>
                    <a:pt x="1530599" y="109015"/>
                  </a:lnTo>
                  <a:lnTo>
                    <a:pt x="1532775" y="105573"/>
                  </a:lnTo>
                  <a:lnTo>
                    <a:pt x="1534371" y="101827"/>
                  </a:lnTo>
                  <a:lnTo>
                    <a:pt x="1535346" y="97873"/>
                  </a:lnTo>
                  <a:lnTo>
                    <a:pt x="1535674" y="93814"/>
                  </a:lnTo>
                  <a:lnTo>
                    <a:pt x="1535674" y="25305"/>
                  </a:lnTo>
                  <a:lnTo>
                    <a:pt x="1535346" y="21245"/>
                  </a:lnTo>
                  <a:lnTo>
                    <a:pt x="1534371" y="17291"/>
                  </a:lnTo>
                  <a:lnTo>
                    <a:pt x="1532775" y="13545"/>
                  </a:lnTo>
                  <a:lnTo>
                    <a:pt x="1530599" y="10103"/>
                  </a:lnTo>
                  <a:lnTo>
                    <a:pt x="1527898" y="7055"/>
                  </a:lnTo>
                  <a:lnTo>
                    <a:pt x="1524744" y="4479"/>
                  </a:lnTo>
                  <a:lnTo>
                    <a:pt x="1521217" y="2443"/>
                  </a:lnTo>
                  <a:lnTo>
                    <a:pt x="1517409" y="999"/>
                  </a:lnTo>
                  <a:lnTo>
                    <a:pt x="1513419" y="184"/>
                  </a:lnTo>
                  <a:lnTo>
                    <a:pt x="15103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2993026" y="5594839"/>
              <a:ext cx="2303511" cy="119119"/>
            </a:xfrm>
            <a:custGeom>
              <a:avLst/>
              <a:pathLst>
                <a:path w="2303511" h="119119">
                  <a:moveTo>
                    <a:pt x="25305" y="119119"/>
                  </a:moveTo>
                  <a:lnTo>
                    <a:pt x="2278206" y="119119"/>
                  </a:lnTo>
                  <a:lnTo>
                    <a:pt x="2277187" y="119098"/>
                  </a:lnTo>
                  <a:lnTo>
                    <a:pt x="2281256" y="118934"/>
                  </a:lnTo>
                  <a:lnTo>
                    <a:pt x="2285246" y="118120"/>
                  </a:lnTo>
                  <a:lnTo>
                    <a:pt x="2289054" y="116675"/>
                  </a:lnTo>
                  <a:lnTo>
                    <a:pt x="2292581" y="114639"/>
                  </a:lnTo>
                  <a:lnTo>
                    <a:pt x="2295735" y="112064"/>
                  </a:lnTo>
                  <a:lnTo>
                    <a:pt x="2298436" y="109015"/>
                  </a:lnTo>
                  <a:lnTo>
                    <a:pt x="2300612" y="105573"/>
                  </a:lnTo>
                  <a:lnTo>
                    <a:pt x="2302209" y="101827"/>
                  </a:lnTo>
                  <a:lnTo>
                    <a:pt x="2303183" y="97873"/>
                  </a:lnTo>
                  <a:lnTo>
                    <a:pt x="2303511" y="93814"/>
                  </a:lnTo>
                  <a:lnTo>
                    <a:pt x="2303511" y="25305"/>
                  </a:lnTo>
                  <a:lnTo>
                    <a:pt x="2303183" y="21245"/>
                  </a:lnTo>
                  <a:lnTo>
                    <a:pt x="2302209" y="17291"/>
                  </a:lnTo>
                  <a:lnTo>
                    <a:pt x="2300612" y="13545"/>
                  </a:lnTo>
                  <a:lnTo>
                    <a:pt x="2298436" y="10103"/>
                  </a:lnTo>
                  <a:lnTo>
                    <a:pt x="2295735" y="7055"/>
                  </a:lnTo>
                  <a:lnTo>
                    <a:pt x="2292581" y="4479"/>
                  </a:lnTo>
                  <a:lnTo>
                    <a:pt x="2289054" y="2443"/>
                  </a:lnTo>
                  <a:lnTo>
                    <a:pt x="2285246" y="999"/>
                  </a:lnTo>
                  <a:lnTo>
                    <a:pt x="2281256" y="184"/>
                  </a:lnTo>
                  <a:lnTo>
                    <a:pt x="227820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993026" y="5396307"/>
              <a:ext cx="575877" cy="119119"/>
            </a:xfrm>
            <a:custGeom>
              <a:avLst/>
              <a:pathLst>
                <a:path w="575877" h="119119">
                  <a:moveTo>
                    <a:pt x="25305" y="119119"/>
                  </a:moveTo>
                  <a:lnTo>
                    <a:pt x="550572" y="119119"/>
                  </a:lnTo>
                  <a:lnTo>
                    <a:pt x="549553" y="119098"/>
                  </a:lnTo>
                  <a:lnTo>
                    <a:pt x="553622" y="118934"/>
                  </a:lnTo>
                  <a:lnTo>
                    <a:pt x="557613" y="118120"/>
                  </a:lnTo>
                  <a:lnTo>
                    <a:pt x="561420" y="116675"/>
                  </a:lnTo>
                  <a:lnTo>
                    <a:pt x="564947" y="114639"/>
                  </a:lnTo>
                  <a:lnTo>
                    <a:pt x="568102" y="112064"/>
                  </a:lnTo>
                  <a:lnTo>
                    <a:pt x="570802" y="109015"/>
                  </a:lnTo>
                  <a:lnTo>
                    <a:pt x="572979" y="105573"/>
                  </a:lnTo>
                  <a:lnTo>
                    <a:pt x="574575" y="101827"/>
                  </a:lnTo>
                  <a:lnTo>
                    <a:pt x="575550" y="97873"/>
                  </a:lnTo>
                  <a:lnTo>
                    <a:pt x="575877" y="93814"/>
                  </a:lnTo>
                  <a:lnTo>
                    <a:pt x="575877" y="25305"/>
                  </a:lnTo>
                  <a:lnTo>
                    <a:pt x="575550" y="21245"/>
                  </a:lnTo>
                  <a:lnTo>
                    <a:pt x="574575" y="17291"/>
                  </a:lnTo>
                  <a:lnTo>
                    <a:pt x="572979" y="13545"/>
                  </a:lnTo>
                  <a:lnTo>
                    <a:pt x="570802" y="10103"/>
                  </a:lnTo>
                  <a:lnTo>
                    <a:pt x="568102" y="7055"/>
                  </a:lnTo>
                  <a:lnTo>
                    <a:pt x="564947" y="4479"/>
                  </a:lnTo>
                  <a:lnTo>
                    <a:pt x="561420" y="2443"/>
                  </a:lnTo>
                  <a:lnTo>
                    <a:pt x="557613" y="999"/>
                  </a:lnTo>
                  <a:lnTo>
                    <a:pt x="553622" y="184"/>
                  </a:lnTo>
                  <a:lnTo>
                    <a:pt x="55057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993026" y="5197776"/>
              <a:ext cx="1919592" cy="119119"/>
            </a:xfrm>
            <a:custGeom>
              <a:avLst/>
              <a:pathLst>
                <a:path w="1919592" h="119119">
                  <a:moveTo>
                    <a:pt x="25305" y="119119"/>
                  </a:moveTo>
                  <a:lnTo>
                    <a:pt x="1894287" y="119119"/>
                  </a:lnTo>
                  <a:lnTo>
                    <a:pt x="1893268" y="119098"/>
                  </a:lnTo>
                  <a:lnTo>
                    <a:pt x="1897337" y="118934"/>
                  </a:lnTo>
                  <a:lnTo>
                    <a:pt x="1901328" y="118120"/>
                  </a:lnTo>
                  <a:lnTo>
                    <a:pt x="1905135" y="116675"/>
                  </a:lnTo>
                  <a:lnTo>
                    <a:pt x="1908662" y="114639"/>
                  </a:lnTo>
                  <a:lnTo>
                    <a:pt x="1911817" y="112064"/>
                  </a:lnTo>
                  <a:lnTo>
                    <a:pt x="1914517" y="109015"/>
                  </a:lnTo>
                  <a:lnTo>
                    <a:pt x="1916694" y="105573"/>
                  </a:lnTo>
                  <a:lnTo>
                    <a:pt x="1918290" y="101827"/>
                  </a:lnTo>
                  <a:lnTo>
                    <a:pt x="1919265" y="97873"/>
                  </a:lnTo>
                  <a:lnTo>
                    <a:pt x="1919592" y="93814"/>
                  </a:lnTo>
                  <a:lnTo>
                    <a:pt x="1919592" y="25305"/>
                  </a:lnTo>
                  <a:lnTo>
                    <a:pt x="1919265" y="21245"/>
                  </a:lnTo>
                  <a:lnTo>
                    <a:pt x="1918290" y="17291"/>
                  </a:lnTo>
                  <a:lnTo>
                    <a:pt x="1916694" y="13545"/>
                  </a:lnTo>
                  <a:lnTo>
                    <a:pt x="1914517" y="10103"/>
                  </a:lnTo>
                  <a:lnTo>
                    <a:pt x="1911817" y="7055"/>
                  </a:lnTo>
                  <a:lnTo>
                    <a:pt x="1908662" y="4479"/>
                  </a:lnTo>
                  <a:lnTo>
                    <a:pt x="1905135" y="2443"/>
                  </a:lnTo>
                  <a:lnTo>
                    <a:pt x="1901328" y="999"/>
                  </a:lnTo>
                  <a:lnTo>
                    <a:pt x="1897337" y="184"/>
                  </a:lnTo>
                  <a:lnTo>
                    <a:pt x="189428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993026" y="4999244"/>
              <a:ext cx="575877" cy="119119"/>
            </a:xfrm>
            <a:custGeom>
              <a:avLst/>
              <a:pathLst>
                <a:path w="575877" h="119119">
                  <a:moveTo>
                    <a:pt x="25305" y="119119"/>
                  </a:moveTo>
                  <a:lnTo>
                    <a:pt x="550572" y="119119"/>
                  </a:lnTo>
                  <a:lnTo>
                    <a:pt x="549553" y="119098"/>
                  </a:lnTo>
                  <a:lnTo>
                    <a:pt x="553622" y="118934"/>
                  </a:lnTo>
                  <a:lnTo>
                    <a:pt x="557613" y="118120"/>
                  </a:lnTo>
                  <a:lnTo>
                    <a:pt x="561420" y="116675"/>
                  </a:lnTo>
                  <a:lnTo>
                    <a:pt x="564947" y="114639"/>
                  </a:lnTo>
                  <a:lnTo>
                    <a:pt x="568102" y="112064"/>
                  </a:lnTo>
                  <a:lnTo>
                    <a:pt x="570802" y="109015"/>
                  </a:lnTo>
                  <a:lnTo>
                    <a:pt x="572979" y="105573"/>
                  </a:lnTo>
                  <a:lnTo>
                    <a:pt x="574575" y="101827"/>
                  </a:lnTo>
                  <a:lnTo>
                    <a:pt x="575550" y="97873"/>
                  </a:lnTo>
                  <a:lnTo>
                    <a:pt x="575877" y="93814"/>
                  </a:lnTo>
                  <a:lnTo>
                    <a:pt x="575877" y="25305"/>
                  </a:lnTo>
                  <a:lnTo>
                    <a:pt x="575550" y="21245"/>
                  </a:lnTo>
                  <a:lnTo>
                    <a:pt x="574575" y="17291"/>
                  </a:lnTo>
                  <a:lnTo>
                    <a:pt x="572979" y="13545"/>
                  </a:lnTo>
                  <a:lnTo>
                    <a:pt x="570802" y="10103"/>
                  </a:lnTo>
                  <a:lnTo>
                    <a:pt x="568102" y="7055"/>
                  </a:lnTo>
                  <a:lnTo>
                    <a:pt x="564947" y="4479"/>
                  </a:lnTo>
                  <a:lnTo>
                    <a:pt x="561420" y="2443"/>
                  </a:lnTo>
                  <a:lnTo>
                    <a:pt x="557613" y="999"/>
                  </a:lnTo>
                  <a:lnTo>
                    <a:pt x="553622" y="184"/>
                  </a:lnTo>
                  <a:lnTo>
                    <a:pt x="55057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993026" y="4800712"/>
              <a:ext cx="1343714" cy="119119"/>
            </a:xfrm>
            <a:custGeom>
              <a:avLst/>
              <a:pathLst>
                <a:path w="1343714" h="119119">
                  <a:moveTo>
                    <a:pt x="25305" y="119119"/>
                  </a:moveTo>
                  <a:lnTo>
                    <a:pt x="1318409" y="119119"/>
                  </a:lnTo>
                  <a:lnTo>
                    <a:pt x="1317390" y="119098"/>
                  </a:lnTo>
                  <a:lnTo>
                    <a:pt x="1321460" y="118934"/>
                  </a:lnTo>
                  <a:lnTo>
                    <a:pt x="1325450" y="118120"/>
                  </a:lnTo>
                  <a:lnTo>
                    <a:pt x="1329257" y="116675"/>
                  </a:lnTo>
                  <a:lnTo>
                    <a:pt x="1332784" y="114639"/>
                  </a:lnTo>
                  <a:lnTo>
                    <a:pt x="1335939" y="112064"/>
                  </a:lnTo>
                  <a:lnTo>
                    <a:pt x="1338639" y="109015"/>
                  </a:lnTo>
                  <a:lnTo>
                    <a:pt x="1340816" y="105573"/>
                  </a:lnTo>
                  <a:lnTo>
                    <a:pt x="1342412" y="101827"/>
                  </a:lnTo>
                  <a:lnTo>
                    <a:pt x="1343387" y="97873"/>
                  </a:lnTo>
                  <a:lnTo>
                    <a:pt x="1343714" y="93814"/>
                  </a:lnTo>
                  <a:lnTo>
                    <a:pt x="1343714" y="25305"/>
                  </a:lnTo>
                  <a:lnTo>
                    <a:pt x="1343387" y="21245"/>
                  </a:lnTo>
                  <a:lnTo>
                    <a:pt x="1342412" y="17291"/>
                  </a:lnTo>
                  <a:lnTo>
                    <a:pt x="1340816" y="13545"/>
                  </a:lnTo>
                  <a:lnTo>
                    <a:pt x="1338639" y="10103"/>
                  </a:lnTo>
                  <a:lnTo>
                    <a:pt x="1335939" y="7055"/>
                  </a:lnTo>
                  <a:lnTo>
                    <a:pt x="1332784" y="4479"/>
                  </a:lnTo>
                  <a:lnTo>
                    <a:pt x="1329257" y="2443"/>
                  </a:lnTo>
                  <a:lnTo>
                    <a:pt x="1325450" y="999"/>
                  </a:lnTo>
                  <a:lnTo>
                    <a:pt x="1321460" y="184"/>
                  </a:lnTo>
                  <a:lnTo>
                    <a:pt x="131840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993026" y="4602180"/>
              <a:ext cx="1151755" cy="119119"/>
            </a:xfrm>
            <a:custGeom>
              <a:avLst/>
              <a:pathLst>
                <a:path w="1151755" h="119119">
                  <a:moveTo>
                    <a:pt x="25305" y="119119"/>
                  </a:moveTo>
                  <a:lnTo>
                    <a:pt x="1126450" y="119119"/>
                  </a:lnTo>
                  <a:lnTo>
                    <a:pt x="1125431" y="119098"/>
                  </a:lnTo>
                  <a:lnTo>
                    <a:pt x="1129500" y="118934"/>
                  </a:lnTo>
                  <a:lnTo>
                    <a:pt x="1133490" y="118120"/>
                  </a:lnTo>
                  <a:lnTo>
                    <a:pt x="1137298" y="116675"/>
                  </a:lnTo>
                  <a:lnTo>
                    <a:pt x="1140825" y="114639"/>
                  </a:lnTo>
                  <a:lnTo>
                    <a:pt x="1143980" y="112064"/>
                  </a:lnTo>
                  <a:lnTo>
                    <a:pt x="1146680" y="109015"/>
                  </a:lnTo>
                  <a:lnTo>
                    <a:pt x="1148857" y="105573"/>
                  </a:lnTo>
                  <a:lnTo>
                    <a:pt x="1150453" y="101827"/>
                  </a:lnTo>
                  <a:lnTo>
                    <a:pt x="1151427" y="97873"/>
                  </a:lnTo>
                  <a:lnTo>
                    <a:pt x="1151755" y="93814"/>
                  </a:lnTo>
                  <a:lnTo>
                    <a:pt x="1151755" y="25305"/>
                  </a:lnTo>
                  <a:lnTo>
                    <a:pt x="1151427" y="21245"/>
                  </a:lnTo>
                  <a:lnTo>
                    <a:pt x="1150453" y="17291"/>
                  </a:lnTo>
                  <a:lnTo>
                    <a:pt x="1148857" y="13545"/>
                  </a:lnTo>
                  <a:lnTo>
                    <a:pt x="1146680" y="10103"/>
                  </a:lnTo>
                  <a:lnTo>
                    <a:pt x="1143980" y="7055"/>
                  </a:lnTo>
                  <a:lnTo>
                    <a:pt x="1140825" y="4479"/>
                  </a:lnTo>
                  <a:lnTo>
                    <a:pt x="1137298" y="2443"/>
                  </a:lnTo>
                  <a:lnTo>
                    <a:pt x="1133490" y="999"/>
                  </a:lnTo>
                  <a:lnTo>
                    <a:pt x="1129500" y="184"/>
                  </a:lnTo>
                  <a:lnTo>
                    <a:pt x="112645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993026" y="4403648"/>
              <a:ext cx="959796" cy="119119"/>
            </a:xfrm>
            <a:custGeom>
              <a:avLst/>
              <a:pathLst>
                <a:path w="959796" h="119119">
                  <a:moveTo>
                    <a:pt x="25305" y="119119"/>
                  </a:moveTo>
                  <a:lnTo>
                    <a:pt x="934491" y="119119"/>
                  </a:lnTo>
                  <a:lnTo>
                    <a:pt x="933472" y="119098"/>
                  </a:lnTo>
                  <a:lnTo>
                    <a:pt x="937541" y="118934"/>
                  </a:lnTo>
                  <a:lnTo>
                    <a:pt x="941531" y="118120"/>
                  </a:lnTo>
                  <a:lnTo>
                    <a:pt x="945339" y="116675"/>
                  </a:lnTo>
                  <a:lnTo>
                    <a:pt x="948866" y="114639"/>
                  </a:lnTo>
                  <a:lnTo>
                    <a:pt x="952020" y="112064"/>
                  </a:lnTo>
                  <a:lnTo>
                    <a:pt x="954721" y="109015"/>
                  </a:lnTo>
                  <a:lnTo>
                    <a:pt x="956897" y="105573"/>
                  </a:lnTo>
                  <a:lnTo>
                    <a:pt x="958494" y="101827"/>
                  </a:lnTo>
                  <a:lnTo>
                    <a:pt x="959468" y="97873"/>
                  </a:lnTo>
                  <a:lnTo>
                    <a:pt x="959796" y="93814"/>
                  </a:lnTo>
                  <a:lnTo>
                    <a:pt x="959796" y="25305"/>
                  </a:lnTo>
                  <a:lnTo>
                    <a:pt x="959468" y="21245"/>
                  </a:lnTo>
                  <a:lnTo>
                    <a:pt x="958494" y="17291"/>
                  </a:lnTo>
                  <a:lnTo>
                    <a:pt x="956897" y="13545"/>
                  </a:lnTo>
                  <a:lnTo>
                    <a:pt x="954721" y="10103"/>
                  </a:lnTo>
                  <a:lnTo>
                    <a:pt x="952020" y="7055"/>
                  </a:lnTo>
                  <a:lnTo>
                    <a:pt x="948866" y="4479"/>
                  </a:lnTo>
                  <a:lnTo>
                    <a:pt x="945339" y="2443"/>
                  </a:lnTo>
                  <a:lnTo>
                    <a:pt x="941531" y="999"/>
                  </a:lnTo>
                  <a:lnTo>
                    <a:pt x="937541" y="184"/>
                  </a:lnTo>
                  <a:lnTo>
                    <a:pt x="93449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993026" y="4205116"/>
              <a:ext cx="1151755" cy="119119"/>
            </a:xfrm>
            <a:custGeom>
              <a:avLst/>
              <a:pathLst>
                <a:path w="1151755" h="119119">
                  <a:moveTo>
                    <a:pt x="25305" y="119119"/>
                  </a:moveTo>
                  <a:lnTo>
                    <a:pt x="1126450" y="119119"/>
                  </a:lnTo>
                  <a:lnTo>
                    <a:pt x="1125431" y="119098"/>
                  </a:lnTo>
                  <a:lnTo>
                    <a:pt x="1129500" y="118934"/>
                  </a:lnTo>
                  <a:lnTo>
                    <a:pt x="1133490" y="118120"/>
                  </a:lnTo>
                  <a:lnTo>
                    <a:pt x="1137298" y="116675"/>
                  </a:lnTo>
                  <a:lnTo>
                    <a:pt x="1140825" y="114639"/>
                  </a:lnTo>
                  <a:lnTo>
                    <a:pt x="1143980" y="112064"/>
                  </a:lnTo>
                  <a:lnTo>
                    <a:pt x="1146680" y="109015"/>
                  </a:lnTo>
                  <a:lnTo>
                    <a:pt x="1148857" y="105573"/>
                  </a:lnTo>
                  <a:lnTo>
                    <a:pt x="1150453" y="101827"/>
                  </a:lnTo>
                  <a:lnTo>
                    <a:pt x="1151427" y="97873"/>
                  </a:lnTo>
                  <a:lnTo>
                    <a:pt x="1151755" y="93814"/>
                  </a:lnTo>
                  <a:lnTo>
                    <a:pt x="1151755" y="25305"/>
                  </a:lnTo>
                  <a:lnTo>
                    <a:pt x="1151427" y="21245"/>
                  </a:lnTo>
                  <a:lnTo>
                    <a:pt x="1150453" y="17291"/>
                  </a:lnTo>
                  <a:lnTo>
                    <a:pt x="1148857" y="13545"/>
                  </a:lnTo>
                  <a:lnTo>
                    <a:pt x="1146680" y="10103"/>
                  </a:lnTo>
                  <a:lnTo>
                    <a:pt x="1143980" y="7055"/>
                  </a:lnTo>
                  <a:lnTo>
                    <a:pt x="1140825" y="4479"/>
                  </a:lnTo>
                  <a:lnTo>
                    <a:pt x="1137298" y="2443"/>
                  </a:lnTo>
                  <a:lnTo>
                    <a:pt x="1133490" y="999"/>
                  </a:lnTo>
                  <a:lnTo>
                    <a:pt x="1129500" y="184"/>
                  </a:lnTo>
                  <a:lnTo>
                    <a:pt x="112645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993026" y="4006584"/>
              <a:ext cx="1535674" cy="119119"/>
            </a:xfrm>
            <a:custGeom>
              <a:avLst/>
              <a:pathLst>
                <a:path w="1535674" h="119119">
                  <a:moveTo>
                    <a:pt x="25305" y="119119"/>
                  </a:moveTo>
                  <a:lnTo>
                    <a:pt x="1510369" y="119119"/>
                  </a:lnTo>
                  <a:lnTo>
                    <a:pt x="1509350" y="119098"/>
                  </a:lnTo>
                  <a:lnTo>
                    <a:pt x="1513419" y="118934"/>
                  </a:lnTo>
                  <a:lnTo>
                    <a:pt x="1517409" y="118120"/>
                  </a:lnTo>
                  <a:lnTo>
                    <a:pt x="1521217" y="116675"/>
                  </a:lnTo>
                  <a:lnTo>
                    <a:pt x="1524744" y="114639"/>
                  </a:lnTo>
                  <a:lnTo>
                    <a:pt x="1527898" y="112064"/>
                  </a:lnTo>
                  <a:lnTo>
                    <a:pt x="1530599" y="109015"/>
                  </a:lnTo>
                  <a:lnTo>
                    <a:pt x="1532775" y="105573"/>
                  </a:lnTo>
                  <a:lnTo>
                    <a:pt x="1534371" y="101827"/>
                  </a:lnTo>
                  <a:lnTo>
                    <a:pt x="1535346" y="97873"/>
                  </a:lnTo>
                  <a:lnTo>
                    <a:pt x="1535674" y="93814"/>
                  </a:lnTo>
                  <a:lnTo>
                    <a:pt x="1535674" y="25305"/>
                  </a:lnTo>
                  <a:lnTo>
                    <a:pt x="1535346" y="21245"/>
                  </a:lnTo>
                  <a:lnTo>
                    <a:pt x="1534371" y="17291"/>
                  </a:lnTo>
                  <a:lnTo>
                    <a:pt x="1532775" y="13545"/>
                  </a:lnTo>
                  <a:lnTo>
                    <a:pt x="1530599" y="10103"/>
                  </a:lnTo>
                  <a:lnTo>
                    <a:pt x="1527898" y="7055"/>
                  </a:lnTo>
                  <a:lnTo>
                    <a:pt x="1524744" y="4479"/>
                  </a:lnTo>
                  <a:lnTo>
                    <a:pt x="1521217" y="2443"/>
                  </a:lnTo>
                  <a:lnTo>
                    <a:pt x="1517409" y="999"/>
                  </a:lnTo>
                  <a:lnTo>
                    <a:pt x="1513419" y="184"/>
                  </a:lnTo>
                  <a:lnTo>
                    <a:pt x="15103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993026" y="3808052"/>
              <a:ext cx="3071348" cy="119119"/>
            </a:xfrm>
            <a:custGeom>
              <a:avLst/>
              <a:pathLst>
                <a:path w="3071348" h="119119">
                  <a:moveTo>
                    <a:pt x="25305" y="119119"/>
                  </a:moveTo>
                  <a:lnTo>
                    <a:pt x="3046043" y="119119"/>
                  </a:lnTo>
                  <a:lnTo>
                    <a:pt x="3045024" y="119098"/>
                  </a:lnTo>
                  <a:lnTo>
                    <a:pt x="3049093" y="118934"/>
                  </a:lnTo>
                  <a:lnTo>
                    <a:pt x="3053083" y="118120"/>
                  </a:lnTo>
                  <a:lnTo>
                    <a:pt x="3056891" y="116675"/>
                  </a:lnTo>
                  <a:lnTo>
                    <a:pt x="3060418" y="114639"/>
                  </a:lnTo>
                  <a:lnTo>
                    <a:pt x="3063572" y="112064"/>
                  </a:lnTo>
                  <a:lnTo>
                    <a:pt x="3066273" y="109015"/>
                  </a:lnTo>
                  <a:lnTo>
                    <a:pt x="3068449" y="105573"/>
                  </a:lnTo>
                  <a:lnTo>
                    <a:pt x="3070046" y="101827"/>
                  </a:lnTo>
                  <a:lnTo>
                    <a:pt x="3071020" y="97873"/>
                  </a:lnTo>
                  <a:lnTo>
                    <a:pt x="3071348" y="93814"/>
                  </a:lnTo>
                  <a:lnTo>
                    <a:pt x="3071348" y="25305"/>
                  </a:lnTo>
                  <a:lnTo>
                    <a:pt x="3071020" y="21245"/>
                  </a:lnTo>
                  <a:lnTo>
                    <a:pt x="3070046" y="17291"/>
                  </a:lnTo>
                  <a:lnTo>
                    <a:pt x="3068449" y="13545"/>
                  </a:lnTo>
                  <a:lnTo>
                    <a:pt x="3066273" y="10103"/>
                  </a:lnTo>
                  <a:lnTo>
                    <a:pt x="3063572" y="7055"/>
                  </a:lnTo>
                  <a:lnTo>
                    <a:pt x="3060418" y="4479"/>
                  </a:lnTo>
                  <a:lnTo>
                    <a:pt x="3056891" y="2443"/>
                  </a:lnTo>
                  <a:lnTo>
                    <a:pt x="3053083" y="999"/>
                  </a:lnTo>
                  <a:lnTo>
                    <a:pt x="3049093" y="184"/>
                  </a:lnTo>
                  <a:lnTo>
                    <a:pt x="304604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993026" y="3609520"/>
              <a:ext cx="3071348" cy="119119"/>
            </a:xfrm>
            <a:custGeom>
              <a:avLst/>
              <a:pathLst>
                <a:path w="3071348" h="119119">
                  <a:moveTo>
                    <a:pt x="25305" y="119119"/>
                  </a:moveTo>
                  <a:lnTo>
                    <a:pt x="3046043" y="119119"/>
                  </a:lnTo>
                  <a:lnTo>
                    <a:pt x="3045024" y="119098"/>
                  </a:lnTo>
                  <a:lnTo>
                    <a:pt x="3049093" y="118934"/>
                  </a:lnTo>
                  <a:lnTo>
                    <a:pt x="3053083" y="118120"/>
                  </a:lnTo>
                  <a:lnTo>
                    <a:pt x="3056891" y="116675"/>
                  </a:lnTo>
                  <a:lnTo>
                    <a:pt x="3060418" y="114639"/>
                  </a:lnTo>
                  <a:lnTo>
                    <a:pt x="3063572" y="112064"/>
                  </a:lnTo>
                  <a:lnTo>
                    <a:pt x="3066273" y="109015"/>
                  </a:lnTo>
                  <a:lnTo>
                    <a:pt x="3068449" y="105573"/>
                  </a:lnTo>
                  <a:lnTo>
                    <a:pt x="3070046" y="101827"/>
                  </a:lnTo>
                  <a:lnTo>
                    <a:pt x="3071020" y="97873"/>
                  </a:lnTo>
                  <a:lnTo>
                    <a:pt x="3071348" y="93814"/>
                  </a:lnTo>
                  <a:lnTo>
                    <a:pt x="3071348" y="25305"/>
                  </a:lnTo>
                  <a:lnTo>
                    <a:pt x="3071020" y="21245"/>
                  </a:lnTo>
                  <a:lnTo>
                    <a:pt x="3070046" y="17291"/>
                  </a:lnTo>
                  <a:lnTo>
                    <a:pt x="3068449" y="13545"/>
                  </a:lnTo>
                  <a:lnTo>
                    <a:pt x="3066273" y="10103"/>
                  </a:lnTo>
                  <a:lnTo>
                    <a:pt x="3063572" y="7055"/>
                  </a:lnTo>
                  <a:lnTo>
                    <a:pt x="3060418" y="4479"/>
                  </a:lnTo>
                  <a:lnTo>
                    <a:pt x="3056891" y="2443"/>
                  </a:lnTo>
                  <a:lnTo>
                    <a:pt x="3053083" y="999"/>
                  </a:lnTo>
                  <a:lnTo>
                    <a:pt x="3049093" y="184"/>
                  </a:lnTo>
                  <a:lnTo>
                    <a:pt x="304604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993026" y="3410988"/>
              <a:ext cx="1535674" cy="119119"/>
            </a:xfrm>
            <a:custGeom>
              <a:avLst/>
              <a:pathLst>
                <a:path w="1535674" h="119119">
                  <a:moveTo>
                    <a:pt x="25305" y="119119"/>
                  </a:moveTo>
                  <a:lnTo>
                    <a:pt x="1510369" y="119119"/>
                  </a:lnTo>
                  <a:lnTo>
                    <a:pt x="1509350" y="119098"/>
                  </a:lnTo>
                  <a:lnTo>
                    <a:pt x="1513419" y="118934"/>
                  </a:lnTo>
                  <a:lnTo>
                    <a:pt x="1517409" y="118120"/>
                  </a:lnTo>
                  <a:lnTo>
                    <a:pt x="1521217" y="116675"/>
                  </a:lnTo>
                  <a:lnTo>
                    <a:pt x="1524744" y="114639"/>
                  </a:lnTo>
                  <a:lnTo>
                    <a:pt x="1527898" y="112064"/>
                  </a:lnTo>
                  <a:lnTo>
                    <a:pt x="1530599" y="109015"/>
                  </a:lnTo>
                  <a:lnTo>
                    <a:pt x="1532775" y="105573"/>
                  </a:lnTo>
                  <a:lnTo>
                    <a:pt x="1534371" y="101827"/>
                  </a:lnTo>
                  <a:lnTo>
                    <a:pt x="1535346" y="97873"/>
                  </a:lnTo>
                  <a:lnTo>
                    <a:pt x="1535674" y="93814"/>
                  </a:lnTo>
                  <a:lnTo>
                    <a:pt x="1535674" y="25305"/>
                  </a:lnTo>
                  <a:lnTo>
                    <a:pt x="1535346" y="21245"/>
                  </a:lnTo>
                  <a:lnTo>
                    <a:pt x="1534371" y="17291"/>
                  </a:lnTo>
                  <a:lnTo>
                    <a:pt x="1532775" y="13545"/>
                  </a:lnTo>
                  <a:lnTo>
                    <a:pt x="1530599" y="10103"/>
                  </a:lnTo>
                  <a:lnTo>
                    <a:pt x="1527898" y="7055"/>
                  </a:lnTo>
                  <a:lnTo>
                    <a:pt x="1524744" y="4479"/>
                  </a:lnTo>
                  <a:lnTo>
                    <a:pt x="1521217" y="2443"/>
                  </a:lnTo>
                  <a:lnTo>
                    <a:pt x="1517409" y="999"/>
                  </a:lnTo>
                  <a:lnTo>
                    <a:pt x="1513419" y="184"/>
                  </a:lnTo>
                  <a:lnTo>
                    <a:pt x="15103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993026" y="3212456"/>
              <a:ext cx="2495470" cy="119119"/>
            </a:xfrm>
            <a:custGeom>
              <a:avLst/>
              <a:pathLst>
                <a:path w="2495470" h="119119">
                  <a:moveTo>
                    <a:pt x="25305" y="119119"/>
                  </a:moveTo>
                  <a:lnTo>
                    <a:pt x="2470165" y="119119"/>
                  </a:lnTo>
                  <a:lnTo>
                    <a:pt x="2469146" y="119098"/>
                  </a:lnTo>
                  <a:lnTo>
                    <a:pt x="2473215" y="118934"/>
                  </a:lnTo>
                  <a:lnTo>
                    <a:pt x="2477205" y="118120"/>
                  </a:lnTo>
                  <a:lnTo>
                    <a:pt x="2481013" y="116675"/>
                  </a:lnTo>
                  <a:lnTo>
                    <a:pt x="2484540" y="114639"/>
                  </a:lnTo>
                  <a:lnTo>
                    <a:pt x="2487694" y="112064"/>
                  </a:lnTo>
                  <a:lnTo>
                    <a:pt x="2490395" y="109015"/>
                  </a:lnTo>
                  <a:lnTo>
                    <a:pt x="2492572" y="105573"/>
                  </a:lnTo>
                  <a:lnTo>
                    <a:pt x="2494168" y="101827"/>
                  </a:lnTo>
                  <a:lnTo>
                    <a:pt x="2495142" y="97873"/>
                  </a:lnTo>
                  <a:lnTo>
                    <a:pt x="2495470" y="93814"/>
                  </a:lnTo>
                  <a:lnTo>
                    <a:pt x="2495470" y="25305"/>
                  </a:lnTo>
                  <a:lnTo>
                    <a:pt x="2495142" y="21245"/>
                  </a:lnTo>
                  <a:lnTo>
                    <a:pt x="2494168" y="17291"/>
                  </a:lnTo>
                  <a:lnTo>
                    <a:pt x="2492572" y="13545"/>
                  </a:lnTo>
                  <a:lnTo>
                    <a:pt x="2490395" y="10103"/>
                  </a:lnTo>
                  <a:lnTo>
                    <a:pt x="2487694" y="7055"/>
                  </a:lnTo>
                  <a:lnTo>
                    <a:pt x="2484540" y="4479"/>
                  </a:lnTo>
                  <a:lnTo>
                    <a:pt x="2481013" y="2443"/>
                  </a:lnTo>
                  <a:lnTo>
                    <a:pt x="2477205" y="999"/>
                  </a:lnTo>
                  <a:lnTo>
                    <a:pt x="2473215" y="184"/>
                  </a:lnTo>
                  <a:lnTo>
                    <a:pt x="247016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993026" y="3013924"/>
              <a:ext cx="2495470" cy="119119"/>
            </a:xfrm>
            <a:custGeom>
              <a:avLst/>
              <a:pathLst>
                <a:path w="2495470" h="119119">
                  <a:moveTo>
                    <a:pt x="25305" y="119119"/>
                  </a:moveTo>
                  <a:lnTo>
                    <a:pt x="2470165" y="119119"/>
                  </a:lnTo>
                  <a:lnTo>
                    <a:pt x="2469146" y="119098"/>
                  </a:lnTo>
                  <a:lnTo>
                    <a:pt x="2473215" y="118934"/>
                  </a:lnTo>
                  <a:lnTo>
                    <a:pt x="2477205" y="118120"/>
                  </a:lnTo>
                  <a:lnTo>
                    <a:pt x="2481013" y="116675"/>
                  </a:lnTo>
                  <a:lnTo>
                    <a:pt x="2484540" y="114639"/>
                  </a:lnTo>
                  <a:lnTo>
                    <a:pt x="2487694" y="112064"/>
                  </a:lnTo>
                  <a:lnTo>
                    <a:pt x="2490395" y="109015"/>
                  </a:lnTo>
                  <a:lnTo>
                    <a:pt x="2492572" y="105573"/>
                  </a:lnTo>
                  <a:lnTo>
                    <a:pt x="2494168" y="101827"/>
                  </a:lnTo>
                  <a:lnTo>
                    <a:pt x="2495142" y="97873"/>
                  </a:lnTo>
                  <a:lnTo>
                    <a:pt x="2495470" y="93814"/>
                  </a:lnTo>
                  <a:lnTo>
                    <a:pt x="2495470" y="25305"/>
                  </a:lnTo>
                  <a:lnTo>
                    <a:pt x="2495142" y="21245"/>
                  </a:lnTo>
                  <a:lnTo>
                    <a:pt x="2494168" y="17291"/>
                  </a:lnTo>
                  <a:lnTo>
                    <a:pt x="2492572" y="13545"/>
                  </a:lnTo>
                  <a:lnTo>
                    <a:pt x="2490395" y="10103"/>
                  </a:lnTo>
                  <a:lnTo>
                    <a:pt x="2487694" y="7055"/>
                  </a:lnTo>
                  <a:lnTo>
                    <a:pt x="2484540" y="4479"/>
                  </a:lnTo>
                  <a:lnTo>
                    <a:pt x="2481013" y="2443"/>
                  </a:lnTo>
                  <a:lnTo>
                    <a:pt x="2477205" y="999"/>
                  </a:lnTo>
                  <a:lnTo>
                    <a:pt x="2473215" y="184"/>
                  </a:lnTo>
                  <a:lnTo>
                    <a:pt x="247016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993026" y="2815393"/>
              <a:ext cx="2495470" cy="119119"/>
            </a:xfrm>
            <a:custGeom>
              <a:avLst/>
              <a:pathLst>
                <a:path w="2495470" h="119119">
                  <a:moveTo>
                    <a:pt x="25305" y="119119"/>
                  </a:moveTo>
                  <a:lnTo>
                    <a:pt x="2470165" y="119119"/>
                  </a:lnTo>
                  <a:lnTo>
                    <a:pt x="2469146" y="119098"/>
                  </a:lnTo>
                  <a:lnTo>
                    <a:pt x="2473215" y="118934"/>
                  </a:lnTo>
                  <a:lnTo>
                    <a:pt x="2477205" y="118120"/>
                  </a:lnTo>
                  <a:lnTo>
                    <a:pt x="2481013" y="116675"/>
                  </a:lnTo>
                  <a:lnTo>
                    <a:pt x="2484540" y="114639"/>
                  </a:lnTo>
                  <a:lnTo>
                    <a:pt x="2487694" y="112064"/>
                  </a:lnTo>
                  <a:lnTo>
                    <a:pt x="2490395" y="109015"/>
                  </a:lnTo>
                  <a:lnTo>
                    <a:pt x="2492572" y="105573"/>
                  </a:lnTo>
                  <a:lnTo>
                    <a:pt x="2494168" y="101827"/>
                  </a:lnTo>
                  <a:lnTo>
                    <a:pt x="2495142" y="97873"/>
                  </a:lnTo>
                  <a:lnTo>
                    <a:pt x="2495470" y="93814"/>
                  </a:lnTo>
                  <a:lnTo>
                    <a:pt x="2495470" y="25305"/>
                  </a:lnTo>
                  <a:lnTo>
                    <a:pt x="2495142" y="21245"/>
                  </a:lnTo>
                  <a:lnTo>
                    <a:pt x="2494168" y="17291"/>
                  </a:lnTo>
                  <a:lnTo>
                    <a:pt x="2492572" y="13545"/>
                  </a:lnTo>
                  <a:lnTo>
                    <a:pt x="2490395" y="10103"/>
                  </a:lnTo>
                  <a:lnTo>
                    <a:pt x="2487694" y="7055"/>
                  </a:lnTo>
                  <a:lnTo>
                    <a:pt x="2484540" y="4479"/>
                  </a:lnTo>
                  <a:lnTo>
                    <a:pt x="2481013" y="2443"/>
                  </a:lnTo>
                  <a:lnTo>
                    <a:pt x="2477205" y="999"/>
                  </a:lnTo>
                  <a:lnTo>
                    <a:pt x="2473215" y="184"/>
                  </a:lnTo>
                  <a:lnTo>
                    <a:pt x="247016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993026" y="2616861"/>
              <a:ext cx="1535674" cy="119119"/>
            </a:xfrm>
            <a:custGeom>
              <a:avLst/>
              <a:pathLst>
                <a:path w="1535674" h="119119">
                  <a:moveTo>
                    <a:pt x="25305" y="119119"/>
                  </a:moveTo>
                  <a:lnTo>
                    <a:pt x="1510369" y="119119"/>
                  </a:lnTo>
                  <a:lnTo>
                    <a:pt x="1509350" y="119098"/>
                  </a:lnTo>
                  <a:lnTo>
                    <a:pt x="1513419" y="118934"/>
                  </a:lnTo>
                  <a:lnTo>
                    <a:pt x="1517409" y="118120"/>
                  </a:lnTo>
                  <a:lnTo>
                    <a:pt x="1521217" y="116675"/>
                  </a:lnTo>
                  <a:lnTo>
                    <a:pt x="1524744" y="114639"/>
                  </a:lnTo>
                  <a:lnTo>
                    <a:pt x="1527898" y="112064"/>
                  </a:lnTo>
                  <a:lnTo>
                    <a:pt x="1530599" y="109015"/>
                  </a:lnTo>
                  <a:lnTo>
                    <a:pt x="1532775" y="105573"/>
                  </a:lnTo>
                  <a:lnTo>
                    <a:pt x="1534371" y="101827"/>
                  </a:lnTo>
                  <a:lnTo>
                    <a:pt x="1535346" y="97873"/>
                  </a:lnTo>
                  <a:lnTo>
                    <a:pt x="1535674" y="93814"/>
                  </a:lnTo>
                  <a:lnTo>
                    <a:pt x="1535674" y="25305"/>
                  </a:lnTo>
                  <a:lnTo>
                    <a:pt x="1535346" y="21245"/>
                  </a:lnTo>
                  <a:lnTo>
                    <a:pt x="1534371" y="17291"/>
                  </a:lnTo>
                  <a:lnTo>
                    <a:pt x="1532775" y="13545"/>
                  </a:lnTo>
                  <a:lnTo>
                    <a:pt x="1530599" y="10103"/>
                  </a:lnTo>
                  <a:lnTo>
                    <a:pt x="1527898" y="7055"/>
                  </a:lnTo>
                  <a:lnTo>
                    <a:pt x="1524744" y="4479"/>
                  </a:lnTo>
                  <a:lnTo>
                    <a:pt x="1521217" y="2443"/>
                  </a:lnTo>
                  <a:lnTo>
                    <a:pt x="1517409" y="999"/>
                  </a:lnTo>
                  <a:lnTo>
                    <a:pt x="1513419" y="184"/>
                  </a:lnTo>
                  <a:lnTo>
                    <a:pt x="15103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993026" y="2418329"/>
              <a:ext cx="1535674" cy="119119"/>
            </a:xfrm>
            <a:custGeom>
              <a:avLst/>
              <a:pathLst>
                <a:path w="1535674" h="119119">
                  <a:moveTo>
                    <a:pt x="25305" y="119119"/>
                  </a:moveTo>
                  <a:lnTo>
                    <a:pt x="1510369" y="119119"/>
                  </a:lnTo>
                  <a:lnTo>
                    <a:pt x="1509350" y="119098"/>
                  </a:lnTo>
                  <a:lnTo>
                    <a:pt x="1513419" y="118934"/>
                  </a:lnTo>
                  <a:lnTo>
                    <a:pt x="1517409" y="118120"/>
                  </a:lnTo>
                  <a:lnTo>
                    <a:pt x="1521217" y="116675"/>
                  </a:lnTo>
                  <a:lnTo>
                    <a:pt x="1524744" y="114639"/>
                  </a:lnTo>
                  <a:lnTo>
                    <a:pt x="1527898" y="112064"/>
                  </a:lnTo>
                  <a:lnTo>
                    <a:pt x="1530599" y="109015"/>
                  </a:lnTo>
                  <a:lnTo>
                    <a:pt x="1532775" y="105573"/>
                  </a:lnTo>
                  <a:lnTo>
                    <a:pt x="1534371" y="101827"/>
                  </a:lnTo>
                  <a:lnTo>
                    <a:pt x="1535346" y="97873"/>
                  </a:lnTo>
                  <a:lnTo>
                    <a:pt x="1535674" y="93814"/>
                  </a:lnTo>
                  <a:lnTo>
                    <a:pt x="1535674" y="25305"/>
                  </a:lnTo>
                  <a:lnTo>
                    <a:pt x="1535346" y="21245"/>
                  </a:lnTo>
                  <a:lnTo>
                    <a:pt x="1534371" y="17291"/>
                  </a:lnTo>
                  <a:lnTo>
                    <a:pt x="1532775" y="13545"/>
                  </a:lnTo>
                  <a:lnTo>
                    <a:pt x="1530599" y="10103"/>
                  </a:lnTo>
                  <a:lnTo>
                    <a:pt x="1527898" y="7055"/>
                  </a:lnTo>
                  <a:lnTo>
                    <a:pt x="1524744" y="4479"/>
                  </a:lnTo>
                  <a:lnTo>
                    <a:pt x="1521217" y="2443"/>
                  </a:lnTo>
                  <a:lnTo>
                    <a:pt x="1517409" y="999"/>
                  </a:lnTo>
                  <a:lnTo>
                    <a:pt x="1513419" y="184"/>
                  </a:lnTo>
                  <a:lnTo>
                    <a:pt x="15103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993026" y="2219797"/>
              <a:ext cx="1727633" cy="119119"/>
            </a:xfrm>
            <a:custGeom>
              <a:avLst/>
              <a:pathLst>
                <a:path w="1727633" h="119119">
                  <a:moveTo>
                    <a:pt x="25305" y="119119"/>
                  </a:moveTo>
                  <a:lnTo>
                    <a:pt x="1702328" y="119119"/>
                  </a:lnTo>
                  <a:lnTo>
                    <a:pt x="1701309" y="119098"/>
                  </a:lnTo>
                  <a:lnTo>
                    <a:pt x="1705378" y="118934"/>
                  </a:lnTo>
                  <a:lnTo>
                    <a:pt x="1709368" y="118120"/>
                  </a:lnTo>
                  <a:lnTo>
                    <a:pt x="1713176" y="116675"/>
                  </a:lnTo>
                  <a:lnTo>
                    <a:pt x="1716703" y="114639"/>
                  </a:lnTo>
                  <a:lnTo>
                    <a:pt x="1719857" y="112064"/>
                  </a:lnTo>
                  <a:lnTo>
                    <a:pt x="1722558" y="109015"/>
                  </a:lnTo>
                  <a:lnTo>
                    <a:pt x="1724734" y="105573"/>
                  </a:lnTo>
                  <a:lnTo>
                    <a:pt x="1726331" y="101827"/>
                  </a:lnTo>
                  <a:lnTo>
                    <a:pt x="1727305" y="97873"/>
                  </a:lnTo>
                  <a:lnTo>
                    <a:pt x="1727633" y="93814"/>
                  </a:lnTo>
                  <a:lnTo>
                    <a:pt x="1727633" y="25305"/>
                  </a:lnTo>
                  <a:lnTo>
                    <a:pt x="1727305" y="21245"/>
                  </a:lnTo>
                  <a:lnTo>
                    <a:pt x="1726331" y="17291"/>
                  </a:lnTo>
                  <a:lnTo>
                    <a:pt x="1724734" y="13545"/>
                  </a:lnTo>
                  <a:lnTo>
                    <a:pt x="1722558" y="10103"/>
                  </a:lnTo>
                  <a:lnTo>
                    <a:pt x="1719857" y="7055"/>
                  </a:lnTo>
                  <a:lnTo>
                    <a:pt x="1716703" y="4479"/>
                  </a:lnTo>
                  <a:lnTo>
                    <a:pt x="1713176" y="2443"/>
                  </a:lnTo>
                  <a:lnTo>
                    <a:pt x="1709368" y="999"/>
                  </a:lnTo>
                  <a:lnTo>
                    <a:pt x="1705378" y="184"/>
                  </a:lnTo>
                  <a:lnTo>
                    <a:pt x="170232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993026" y="2021265"/>
              <a:ext cx="1919592" cy="119119"/>
            </a:xfrm>
            <a:custGeom>
              <a:avLst/>
              <a:pathLst>
                <a:path w="1919592" h="119119">
                  <a:moveTo>
                    <a:pt x="25305" y="119119"/>
                  </a:moveTo>
                  <a:lnTo>
                    <a:pt x="1894287" y="119119"/>
                  </a:lnTo>
                  <a:lnTo>
                    <a:pt x="1893268" y="119098"/>
                  </a:lnTo>
                  <a:lnTo>
                    <a:pt x="1897337" y="118934"/>
                  </a:lnTo>
                  <a:lnTo>
                    <a:pt x="1901328" y="118120"/>
                  </a:lnTo>
                  <a:lnTo>
                    <a:pt x="1905135" y="116675"/>
                  </a:lnTo>
                  <a:lnTo>
                    <a:pt x="1908662" y="114639"/>
                  </a:lnTo>
                  <a:lnTo>
                    <a:pt x="1911817" y="112064"/>
                  </a:lnTo>
                  <a:lnTo>
                    <a:pt x="1914517" y="109015"/>
                  </a:lnTo>
                  <a:lnTo>
                    <a:pt x="1916694" y="105573"/>
                  </a:lnTo>
                  <a:lnTo>
                    <a:pt x="1918290" y="101827"/>
                  </a:lnTo>
                  <a:lnTo>
                    <a:pt x="1919265" y="97873"/>
                  </a:lnTo>
                  <a:lnTo>
                    <a:pt x="1919592" y="93814"/>
                  </a:lnTo>
                  <a:lnTo>
                    <a:pt x="1919592" y="25305"/>
                  </a:lnTo>
                  <a:lnTo>
                    <a:pt x="1919265" y="21245"/>
                  </a:lnTo>
                  <a:lnTo>
                    <a:pt x="1918290" y="17291"/>
                  </a:lnTo>
                  <a:lnTo>
                    <a:pt x="1916694" y="13545"/>
                  </a:lnTo>
                  <a:lnTo>
                    <a:pt x="1914517" y="10103"/>
                  </a:lnTo>
                  <a:lnTo>
                    <a:pt x="1911817" y="7055"/>
                  </a:lnTo>
                  <a:lnTo>
                    <a:pt x="1908662" y="4479"/>
                  </a:lnTo>
                  <a:lnTo>
                    <a:pt x="1905135" y="2443"/>
                  </a:lnTo>
                  <a:lnTo>
                    <a:pt x="1901328" y="999"/>
                  </a:lnTo>
                  <a:lnTo>
                    <a:pt x="1897337" y="184"/>
                  </a:lnTo>
                  <a:lnTo>
                    <a:pt x="189428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993026" y="1822733"/>
              <a:ext cx="1919592" cy="119119"/>
            </a:xfrm>
            <a:custGeom>
              <a:avLst/>
              <a:pathLst>
                <a:path w="1919592" h="119119">
                  <a:moveTo>
                    <a:pt x="25305" y="119119"/>
                  </a:moveTo>
                  <a:lnTo>
                    <a:pt x="1894287" y="119119"/>
                  </a:lnTo>
                  <a:lnTo>
                    <a:pt x="1893268" y="119098"/>
                  </a:lnTo>
                  <a:lnTo>
                    <a:pt x="1897337" y="118934"/>
                  </a:lnTo>
                  <a:lnTo>
                    <a:pt x="1901328" y="118120"/>
                  </a:lnTo>
                  <a:lnTo>
                    <a:pt x="1905135" y="116675"/>
                  </a:lnTo>
                  <a:lnTo>
                    <a:pt x="1908662" y="114639"/>
                  </a:lnTo>
                  <a:lnTo>
                    <a:pt x="1911817" y="112064"/>
                  </a:lnTo>
                  <a:lnTo>
                    <a:pt x="1914517" y="109015"/>
                  </a:lnTo>
                  <a:lnTo>
                    <a:pt x="1916694" y="105573"/>
                  </a:lnTo>
                  <a:lnTo>
                    <a:pt x="1918290" y="101827"/>
                  </a:lnTo>
                  <a:lnTo>
                    <a:pt x="1919265" y="97873"/>
                  </a:lnTo>
                  <a:lnTo>
                    <a:pt x="1919592" y="93814"/>
                  </a:lnTo>
                  <a:lnTo>
                    <a:pt x="1919592" y="25305"/>
                  </a:lnTo>
                  <a:lnTo>
                    <a:pt x="1919265" y="21245"/>
                  </a:lnTo>
                  <a:lnTo>
                    <a:pt x="1918290" y="17291"/>
                  </a:lnTo>
                  <a:lnTo>
                    <a:pt x="1916694" y="13545"/>
                  </a:lnTo>
                  <a:lnTo>
                    <a:pt x="1914517" y="10103"/>
                  </a:lnTo>
                  <a:lnTo>
                    <a:pt x="1911817" y="7055"/>
                  </a:lnTo>
                  <a:lnTo>
                    <a:pt x="1908662" y="4479"/>
                  </a:lnTo>
                  <a:lnTo>
                    <a:pt x="1905135" y="2443"/>
                  </a:lnTo>
                  <a:lnTo>
                    <a:pt x="1901328" y="999"/>
                  </a:lnTo>
                  <a:lnTo>
                    <a:pt x="1897337" y="184"/>
                  </a:lnTo>
                  <a:lnTo>
                    <a:pt x="189428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993026" y="1624201"/>
              <a:ext cx="1727633" cy="119119"/>
            </a:xfrm>
            <a:custGeom>
              <a:avLst/>
              <a:pathLst>
                <a:path w="1727633" h="119119">
                  <a:moveTo>
                    <a:pt x="25305" y="119119"/>
                  </a:moveTo>
                  <a:lnTo>
                    <a:pt x="1702328" y="119119"/>
                  </a:lnTo>
                  <a:lnTo>
                    <a:pt x="1701309" y="119098"/>
                  </a:lnTo>
                  <a:lnTo>
                    <a:pt x="1705378" y="118934"/>
                  </a:lnTo>
                  <a:lnTo>
                    <a:pt x="1709368" y="118120"/>
                  </a:lnTo>
                  <a:lnTo>
                    <a:pt x="1713176" y="116675"/>
                  </a:lnTo>
                  <a:lnTo>
                    <a:pt x="1716703" y="114639"/>
                  </a:lnTo>
                  <a:lnTo>
                    <a:pt x="1719857" y="112064"/>
                  </a:lnTo>
                  <a:lnTo>
                    <a:pt x="1722558" y="109015"/>
                  </a:lnTo>
                  <a:lnTo>
                    <a:pt x="1724734" y="105573"/>
                  </a:lnTo>
                  <a:lnTo>
                    <a:pt x="1726331" y="101827"/>
                  </a:lnTo>
                  <a:lnTo>
                    <a:pt x="1727305" y="97873"/>
                  </a:lnTo>
                  <a:lnTo>
                    <a:pt x="1727633" y="93814"/>
                  </a:lnTo>
                  <a:lnTo>
                    <a:pt x="1727633" y="25305"/>
                  </a:lnTo>
                  <a:lnTo>
                    <a:pt x="1727305" y="21245"/>
                  </a:lnTo>
                  <a:lnTo>
                    <a:pt x="1726331" y="17291"/>
                  </a:lnTo>
                  <a:lnTo>
                    <a:pt x="1724734" y="13545"/>
                  </a:lnTo>
                  <a:lnTo>
                    <a:pt x="1722558" y="10103"/>
                  </a:lnTo>
                  <a:lnTo>
                    <a:pt x="1719857" y="7055"/>
                  </a:lnTo>
                  <a:lnTo>
                    <a:pt x="1716703" y="4479"/>
                  </a:lnTo>
                  <a:lnTo>
                    <a:pt x="1713176" y="2443"/>
                  </a:lnTo>
                  <a:lnTo>
                    <a:pt x="1709368" y="999"/>
                  </a:lnTo>
                  <a:lnTo>
                    <a:pt x="1705378" y="184"/>
                  </a:lnTo>
                  <a:lnTo>
                    <a:pt x="170232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993026" y="1425669"/>
              <a:ext cx="1727633" cy="119119"/>
            </a:xfrm>
            <a:custGeom>
              <a:avLst/>
              <a:pathLst>
                <a:path w="1727633" h="119119">
                  <a:moveTo>
                    <a:pt x="25305" y="119119"/>
                  </a:moveTo>
                  <a:lnTo>
                    <a:pt x="1702328" y="119119"/>
                  </a:lnTo>
                  <a:lnTo>
                    <a:pt x="1701309" y="119098"/>
                  </a:lnTo>
                  <a:lnTo>
                    <a:pt x="1705378" y="118934"/>
                  </a:lnTo>
                  <a:lnTo>
                    <a:pt x="1709368" y="118120"/>
                  </a:lnTo>
                  <a:lnTo>
                    <a:pt x="1713176" y="116675"/>
                  </a:lnTo>
                  <a:lnTo>
                    <a:pt x="1716703" y="114639"/>
                  </a:lnTo>
                  <a:lnTo>
                    <a:pt x="1719857" y="112064"/>
                  </a:lnTo>
                  <a:lnTo>
                    <a:pt x="1722558" y="109015"/>
                  </a:lnTo>
                  <a:lnTo>
                    <a:pt x="1724734" y="105573"/>
                  </a:lnTo>
                  <a:lnTo>
                    <a:pt x="1726331" y="101827"/>
                  </a:lnTo>
                  <a:lnTo>
                    <a:pt x="1727305" y="97873"/>
                  </a:lnTo>
                  <a:lnTo>
                    <a:pt x="1727633" y="93814"/>
                  </a:lnTo>
                  <a:lnTo>
                    <a:pt x="1727633" y="25305"/>
                  </a:lnTo>
                  <a:lnTo>
                    <a:pt x="1727305" y="21245"/>
                  </a:lnTo>
                  <a:lnTo>
                    <a:pt x="1726331" y="17291"/>
                  </a:lnTo>
                  <a:lnTo>
                    <a:pt x="1724734" y="13545"/>
                  </a:lnTo>
                  <a:lnTo>
                    <a:pt x="1722558" y="10103"/>
                  </a:lnTo>
                  <a:lnTo>
                    <a:pt x="1719857" y="7055"/>
                  </a:lnTo>
                  <a:lnTo>
                    <a:pt x="1716703" y="4479"/>
                  </a:lnTo>
                  <a:lnTo>
                    <a:pt x="1713176" y="2443"/>
                  </a:lnTo>
                  <a:lnTo>
                    <a:pt x="1709368" y="999"/>
                  </a:lnTo>
                  <a:lnTo>
                    <a:pt x="1705378" y="184"/>
                  </a:lnTo>
                  <a:lnTo>
                    <a:pt x="170232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993026" y="1227137"/>
              <a:ext cx="2495470" cy="119119"/>
            </a:xfrm>
            <a:custGeom>
              <a:avLst/>
              <a:pathLst>
                <a:path w="2495470" h="119119">
                  <a:moveTo>
                    <a:pt x="25305" y="119119"/>
                  </a:moveTo>
                  <a:lnTo>
                    <a:pt x="2470165" y="119119"/>
                  </a:lnTo>
                  <a:lnTo>
                    <a:pt x="2469146" y="119098"/>
                  </a:lnTo>
                  <a:lnTo>
                    <a:pt x="2473215" y="118934"/>
                  </a:lnTo>
                  <a:lnTo>
                    <a:pt x="2477205" y="118120"/>
                  </a:lnTo>
                  <a:lnTo>
                    <a:pt x="2481013" y="116675"/>
                  </a:lnTo>
                  <a:lnTo>
                    <a:pt x="2484540" y="114639"/>
                  </a:lnTo>
                  <a:lnTo>
                    <a:pt x="2487694" y="112064"/>
                  </a:lnTo>
                  <a:lnTo>
                    <a:pt x="2490395" y="109015"/>
                  </a:lnTo>
                  <a:lnTo>
                    <a:pt x="2492572" y="105573"/>
                  </a:lnTo>
                  <a:lnTo>
                    <a:pt x="2494168" y="101827"/>
                  </a:lnTo>
                  <a:lnTo>
                    <a:pt x="2495142" y="97873"/>
                  </a:lnTo>
                  <a:lnTo>
                    <a:pt x="2495470" y="93814"/>
                  </a:lnTo>
                  <a:lnTo>
                    <a:pt x="2495470" y="25305"/>
                  </a:lnTo>
                  <a:lnTo>
                    <a:pt x="2495142" y="21245"/>
                  </a:lnTo>
                  <a:lnTo>
                    <a:pt x="2494168" y="17291"/>
                  </a:lnTo>
                  <a:lnTo>
                    <a:pt x="2492572" y="13545"/>
                  </a:lnTo>
                  <a:lnTo>
                    <a:pt x="2490395" y="10103"/>
                  </a:lnTo>
                  <a:lnTo>
                    <a:pt x="2487694" y="7055"/>
                  </a:lnTo>
                  <a:lnTo>
                    <a:pt x="2484540" y="4479"/>
                  </a:lnTo>
                  <a:lnTo>
                    <a:pt x="2481013" y="2443"/>
                  </a:lnTo>
                  <a:lnTo>
                    <a:pt x="2477205" y="999"/>
                  </a:lnTo>
                  <a:lnTo>
                    <a:pt x="2473215" y="184"/>
                  </a:lnTo>
                  <a:lnTo>
                    <a:pt x="247016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993026" y="1028605"/>
              <a:ext cx="1727633" cy="119119"/>
            </a:xfrm>
            <a:custGeom>
              <a:avLst/>
              <a:pathLst>
                <a:path w="1727633" h="119119">
                  <a:moveTo>
                    <a:pt x="25305" y="119119"/>
                  </a:moveTo>
                  <a:lnTo>
                    <a:pt x="1702328" y="119119"/>
                  </a:lnTo>
                  <a:lnTo>
                    <a:pt x="1701309" y="119098"/>
                  </a:lnTo>
                  <a:lnTo>
                    <a:pt x="1705378" y="118934"/>
                  </a:lnTo>
                  <a:lnTo>
                    <a:pt x="1709368" y="118120"/>
                  </a:lnTo>
                  <a:lnTo>
                    <a:pt x="1713176" y="116675"/>
                  </a:lnTo>
                  <a:lnTo>
                    <a:pt x="1716703" y="114639"/>
                  </a:lnTo>
                  <a:lnTo>
                    <a:pt x="1719857" y="112064"/>
                  </a:lnTo>
                  <a:lnTo>
                    <a:pt x="1722558" y="109015"/>
                  </a:lnTo>
                  <a:lnTo>
                    <a:pt x="1724734" y="105573"/>
                  </a:lnTo>
                  <a:lnTo>
                    <a:pt x="1726331" y="101827"/>
                  </a:lnTo>
                  <a:lnTo>
                    <a:pt x="1727305" y="97873"/>
                  </a:lnTo>
                  <a:lnTo>
                    <a:pt x="1727633" y="93814"/>
                  </a:lnTo>
                  <a:lnTo>
                    <a:pt x="1727633" y="25305"/>
                  </a:lnTo>
                  <a:lnTo>
                    <a:pt x="1727305" y="21245"/>
                  </a:lnTo>
                  <a:lnTo>
                    <a:pt x="1726331" y="17291"/>
                  </a:lnTo>
                  <a:lnTo>
                    <a:pt x="1724734" y="13545"/>
                  </a:lnTo>
                  <a:lnTo>
                    <a:pt x="1722558" y="10103"/>
                  </a:lnTo>
                  <a:lnTo>
                    <a:pt x="1719857" y="7055"/>
                  </a:lnTo>
                  <a:lnTo>
                    <a:pt x="1716703" y="4479"/>
                  </a:lnTo>
                  <a:lnTo>
                    <a:pt x="1713176" y="2443"/>
                  </a:lnTo>
                  <a:lnTo>
                    <a:pt x="1709368" y="999"/>
                  </a:lnTo>
                  <a:lnTo>
                    <a:pt x="1705378" y="184"/>
                  </a:lnTo>
                  <a:lnTo>
                    <a:pt x="170232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993026" y="830073"/>
              <a:ext cx="2111552" cy="119119"/>
            </a:xfrm>
            <a:custGeom>
              <a:avLst/>
              <a:pathLst>
                <a:path w="2111552" h="119119">
                  <a:moveTo>
                    <a:pt x="25305" y="119119"/>
                  </a:moveTo>
                  <a:lnTo>
                    <a:pt x="2086246" y="119119"/>
                  </a:lnTo>
                  <a:lnTo>
                    <a:pt x="2085228" y="119098"/>
                  </a:lnTo>
                  <a:lnTo>
                    <a:pt x="2089297" y="118934"/>
                  </a:lnTo>
                  <a:lnTo>
                    <a:pt x="2093287" y="118120"/>
                  </a:lnTo>
                  <a:lnTo>
                    <a:pt x="2097095" y="116675"/>
                  </a:lnTo>
                  <a:lnTo>
                    <a:pt x="2100621" y="114639"/>
                  </a:lnTo>
                  <a:lnTo>
                    <a:pt x="2103776" y="112064"/>
                  </a:lnTo>
                  <a:lnTo>
                    <a:pt x="2106476" y="109015"/>
                  </a:lnTo>
                  <a:lnTo>
                    <a:pt x="2108653" y="105573"/>
                  </a:lnTo>
                  <a:lnTo>
                    <a:pt x="2110249" y="101827"/>
                  </a:lnTo>
                  <a:lnTo>
                    <a:pt x="2111224" y="97873"/>
                  </a:lnTo>
                  <a:lnTo>
                    <a:pt x="2111552" y="93814"/>
                  </a:lnTo>
                  <a:lnTo>
                    <a:pt x="2111552" y="25305"/>
                  </a:lnTo>
                  <a:lnTo>
                    <a:pt x="2111224" y="21245"/>
                  </a:lnTo>
                  <a:lnTo>
                    <a:pt x="2110249" y="17291"/>
                  </a:lnTo>
                  <a:lnTo>
                    <a:pt x="2108653" y="13545"/>
                  </a:lnTo>
                  <a:lnTo>
                    <a:pt x="2106476" y="10103"/>
                  </a:lnTo>
                  <a:lnTo>
                    <a:pt x="2103776" y="7055"/>
                  </a:lnTo>
                  <a:lnTo>
                    <a:pt x="2100621" y="4479"/>
                  </a:lnTo>
                  <a:lnTo>
                    <a:pt x="2097095" y="2443"/>
                  </a:lnTo>
                  <a:lnTo>
                    <a:pt x="2093287" y="999"/>
                  </a:lnTo>
                  <a:lnTo>
                    <a:pt x="2089297" y="184"/>
                  </a:lnTo>
                  <a:lnTo>
                    <a:pt x="208624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993026" y="631542"/>
              <a:ext cx="1727633" cy="119119"/>
            </a:xfrm>
            <a:custGeom>
              <a:avLst/>
              <a:pathLst>
                <a:path w="1727633" h="119119">
                  <a:moveTo>
                    <a:pt x="25305" y="119119"/>
                  </a:moveTo>
                  <a:lnTo>
                    <a:pt x="1702328" y="119119"/>
                  </a:lnTo>
                  <a:lnTo>
                    <a:pt x="1701309" y="119098"/>
                  </a:lnTo>
                  <a:lnTo>
                    <a:pt x="1705378" y="118934"/>
                  </a:lnTo>
                  <a:lnTo>
                    <a:pt x="1709368" y="118120"/>
                  </a:lnTo>
                  <a:lnTo>
                    <a:pt x="1713176" y="116675"/>
                  </a:lnTo>
                  <a:lnTo>
                    <a:pt x="1716703" y="114639"/>
                  </a:lnTo>
                  <a:lnTo>
                    <a:pt x="1719857" y="112064"/>
                  </a:lnTo>
                  <a:lnTo>
                    <a:pt x="1722558" y="109015"/>
                  </a:lnTo>
                  <a:lnTo>
                    <a:pt x="1724734" y="105573"/>
                  </a:lnTo>
                  <a:lnTo>
                    <a:pt x="1726331" y="101827"/>
                  </a:lnTo>
                  <a:lnTo>
                    <a:pt x="1727305" y="97873"/>
                  </a:lnTo>
                  <a:lnTo>
                    <a:pt x="1727633" y="93814"/>
                  </a:lnTo>
                  <a:lnTo>
                    <a:pt x="1727633" y="25305"/>
                  </a:lnTo>
                  <a:lnTo>
                    <a:pt x="1727305" y="21245"/>
                  </a:lnTo>
                  <a:lnTo>
                    <a:pt x="1726331" y="17291"/>
                  </a:lnTo>
                  <a:lnTo>
                    <a:pt x="1724734" y="13545"/>
                  </a:lnTo>
                  <a:lnTo>
                    <a:pt x="1722558" y="10103"/>
                  </a:lnTo>
                  <a:lnTo>
                    <a:pt x="1719857" y="7055"/>
                  </a:lnTo>
                  <a:lnTo>
                    <a:pt x="1716703" y="4479"/>
                  </a:lnTo>
                  <a:lnTo>
                    <a:pt x="1713176" y="2443"/>
                  </a:lnTo>
                  <a:lnTo>
                    <a:pt x="1709368" y="999"/>
                  </a:lnTo>
                  <a:lnTo>
                    <a:pt x="1705378" y="184"/>
                  </a:lnTo>
                  <a:lnTo>
                    <a:pt x="170232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993026" y="433010"/>
              <a:ext cx="2687429" cy="119119"/>
            </a:xfrm>
            <a:custGeom>
              <a:avLst/>
              <a:pathLst>
                <a:path w="2687429" h="119119">
                  <a:moveTo>
                    <a:pt x="25305" y="119119"/>
                  </a:moveTo>
                  <a:lnTo>
                    <a:pt x="2662124" y="119119"/>
                  </a:lnTo>
                  <a:lnTo>
                    <a:pt x="2661105" y="119098"/>
                  </a:lnTo>
                  <a:lnTo>
                    <a:pt x="2665175" y="118934"/>
                  </a:lnTo>
                  <a:lnTo>
                    <a:pt x="2669165" y="118120"/>
                  </a:lnTo>
                  <a:lnTo>
                    <a:pt x="2672972" y="116675"/>
                  </a:lnTo>
                  <a:lnTo>
                    <a:pt x="2676499" y="114639"/>
                  </a:lnTo>
                  <a:lnTo>
                    <a:pt x="2679654" y="112064"/>
                  </a:lnTo>
                  <a:lnTo>
                    <a:pt x="2682354" y="109015"/>
                  </a:lnTo>
                  <a:lnTo>
                    <a:pt x="2684531" y="105573"/>
                  </a:lnTo>
                  <a:lnTo>
                    <a:pt x="2686127" y="101827"/>
                  </a:lnTo>
                  <a:lnTo>
                    <a:pt x="2687102" y="97873"/>
                  </a:lnTo>
                  <a:lnTo>
                    <a:pt x="2687429" y="93814"/>
                  </a:lnTo>
                  <a:lnTo>
                    <a:pt x="2687429" y="25305"/>
                  </a:lnTo>
                  <a:lnTo>
                    <a:pt x="2687102" y="21245"/>
                  </a:lnTo>
                  <a:lnTo>
                    <a:pt x="2686127" y="17291"/>
                  </a:lnTo>
                  <a:lnTo>
                    <a:pt x="2684531" y="13545"/>
                  </a:lnTo>
                  <a:lnTo>
                    <a:pt x="2682354" y="10103"/>
                  </a:lnTo>
                  <a:lnTo>
                    <a:pt x="2679654" y="7055"/>
                  </a:lnTo>
                  <a:lnTo>
                    <a:pt x="2676499" y="4479"/>
                  </a:lnTo>
                  <a:lnTo>
                    <a:pt x="2672972" y="2443"/>
                  </a:lnTo>
                  <a:lnTo>
                    <a:pt x="2669165" y="999"/>
                  </a:lnTo>
                  <a:lnTo>
                    <a:pt x="2665175" y="184"/>
                  </a:lnTo>
                  <a:lnTo>
                    <a:pt x="266212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060596" y="6191839"/>
              <a:ext cx="262862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cytoskeleton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060596" y="5993307"/>
              <a:ext cx="152649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binding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060596" y="5794775"/>
              <a:ext cx="246586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binding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060596" y="5596243"/>
              <a:ext cx="91238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binding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060596" y="5397711"/>
              <a:ext cx="167079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RAGE receptor binding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060596" y="5199179"/>
              <a:ext cx="119237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cadherin binding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060596" y="5000647"/>
              <a:ext cx="241145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GDP-dissociation inhibitor activity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060596" y="4802115"/>
              <a:ext cx="239353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ribosome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060596" y="4603584"/>
              <a:ext cx="129149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isomerase activity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060596" y="4405052"/>
              <a:ext cx="190560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N-terminus binding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60596" y="4206520"/>
              <a:ext cx="186949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core complex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060596" y="4007988"/>
              <a:ext cx="150821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complex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060596" y="3809456"/>
              <a:ext cx="104790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focal adhesion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060596" y="3610924"/>
              <a:ext cx="157167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cell-substrate junction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060596" y="3412392"/>
              <a:ext cx="171623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endopeptidase complex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060596" y="3213860"/>
              <a:ext cx="174312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060596" y="3015328"/>
              <a:ext cx="18785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060596" y="2816796"/>
              <a:ext cx="9844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060596" y="2618264"/>
              <a:ext cx="135486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peptidase complex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060596" y="2419732"/>
              <a:ext cx="195078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ficolin-1-rich granule lumen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060596" y="2221201"/>
              <a:ext cx="298963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060596" y="2022669"/>
              <a:ext cx="289919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060596" y="1824137"/>
              <a:ext cx="252904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060596" y="1625605"/>
              <a:ext cx="383865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060596" y="1427073"/>
              <a:ext cx="238466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060596" y="1228541"/>
              <a:ext cx="334194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060596" y="1030009"/>
              <a:ext cx="205017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060596" y="831477"/>
              <a:ext cx="282723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060596" y="632945"/>
              <a:ext cx="314361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060596" y="434413"/>
              <a:ext cx="271878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094381" y="6319481"/>
              <a:ext cx="250545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TUBA1B, TUBA1A, ARPC3, TUBB, ARPC1B ... (+3)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094381" y="6120949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(+5)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094381" y="5922417"/>
              <a:ext cx="21382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C1QBP, RPSA, NPM1, NME1, RBM3 ... (+3)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094381" y="5723885"/>
              <a:ext cx="229496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CORO1A, COTL1, GSN, LSP1, YWHAH ... (+7)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094381" y="5525353"/>
              <a:ext cx="121624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S100B, HMGB1, HMGB2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094381" y="5326821"/>
              <a:ext cx="22227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ENO1, RANBP1, RAN, PARK7, RPL14 ... (+5)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094381" y="5128289"/>
              <a:ext cx="130045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ARHGDIB, RANBP1, GDI2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094381" y="4929757"/>
              <a:ext cx="2170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RPSA, RPS4Y1, RPL5, RPL4, RPL14 ... (+2)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094381" y="4731226"/>
              <a:ext cx="21341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PPIA, HSPD1, PPIB, PGAM1, PDIA6 ... (+1)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094381" y="4532694"/>
              <a:ext cx="201094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NPM1, ALOX5AP, PHB2, BANF1, CALM2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094381" y="4334162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PSMB8, PSMB9, PSMA5, PSMA4, PSMB1 ... (+1)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94381" y="4135630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094381" y="3937098"/>
              <a:ext cx="223269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GSN, NPM1, RPL5, ARPC3, ARPC1B ... (+11)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094381" y="3738566"/>
              <a:ext cx="223269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GSN, NPM1, RPL5, ARPC3, ARPC1B ... (+11)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094381" y="3540034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094381" y="3341502"/>
              <a:ext cx="2188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PLAC8, TUBB, HMGB1 ... (+8)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094381" y="3142970"/>
              <a:ext cx="2188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PLAC8, TUBB, HMGB1 ... (+8)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094381" y="2944438"/>
              <a:ext cx="2188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PLAC8, TUBB, HMGB1 ... (+8)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094381" y="2745906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94381" y="2547374"/>
              <a:ext cx="217032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HMGB1, PPIA, PSMA5 ... (+3)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94381" y="2348843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094381" y="2150311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(+5)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094381" y="1951779"/>
              <a:ext cx="235311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STMN1, ARPC3 ... (+5)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094381" y="1753247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094381" y="1554715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094381" y="1356183"/>
              <a:ext cx="235311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STMN1, ARPC3 ... (+8)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094381" y="1157651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094381" y="959119"/>
              <a:ext cx="235311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STMN1, ARPC3 ... (+6)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094381" y="760587"/>
              <a:ext cx="234507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PSME2, GSN, HMGB1, HSPD1, LGALS9 ... (+4)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094381" y="562055"/>
              <a:ext cx="203600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C1QBP, RPSA, NPM1, RPL5, RAN ... (+9)</a:t>
              </a:r>
            </a:p>
          </p:txBody>
        </p:sp>
        <p:sp>
          <p:nvSpPr>
            <p:cNvPr id="96" name="pt96"/>
            <p:cNvSpPr/>
            <p:nvPr/>
          </p:nvSpPr>
          <p:spPr>
            <a:xfrm>
              <a:off x="2152635" y="6085300"/>
              <a:ext cx="329388" cy="329388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135699" y="5869832"/>
              <a:ext cx="363261" cy="36326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152635" y="5688237"/>
              <a:ext cx="329388" cy="329388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121054" y="5458123"/>
              <a:ext cx="392551" cy="39255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245077" y="5383614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135699" y="5075704"/>
              <a:ext cx="363261" cy="36326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245077" y="4986550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162395" y="4705336"/>
              <a:ext cx="309870" cy="309870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173472" y="4517882"/>
              <a:ext cx="287715" cy="287715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186612" y="4332489"/>
              <a:ext cx="261436" cy="26143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73472" y="4120818"/>
              <a:ext cx="287715" cy="287715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152635" y="3901449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096020" y="3646302"/>
              <a:ext cx="442620" cy="442620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96020" y="3447770"/>
              <a:ext cx="442620" cy="442620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152635" y="3305854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114345" y="3069031"/>
              <a:ext cx="405969" cy="405969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114345" y="2870499"/>
              <a:ext cx="405969" cy="405969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114345" y="2671967"/>
              <a:ext cx="405969" cy="405969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152635" y="2511726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152635" y="2313194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143812" y="2105839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135699" y="1899194"/>
              <a:ext cx="363261" cy="36326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135699" y="1700662"/>
              <a:ext cx="363261" cy="36326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143812" y="1510243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143812" y="1311711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114345" y="1083712"/>
              <a:ext cx="405969" cy="405969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143812" y="914648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128147" y="700450"/>
              <a:ext cx="378365" cy="37836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143812" y="517584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107964" y="283204"/>
              <a:ext cx="418731" cy="41873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tx126"/>
            <p:cNvSpPr/>
            <p:nvPr/>
          </p:nvSpPr>
          <p:spPr>
            <a:xfrm>
              <a:off x="2282171" y="620473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247012" y="600620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282171" y="580766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247012" y="560913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282171" y="5410604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247012" y="521207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282171" y="501354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2282171" y="481500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282171" y="461647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2282171" y="4417945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2282171" y="421941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2282171" y="402088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2247012" y="3822349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247012" y="3623817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282171" y="3425285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2247012" y="3226753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2247012" y="3028221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2247012" y="2829689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2282171" y="263115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2282171" y="243262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2282171" y="2234094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2247012" y="203556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2247012" y="183703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2282171" y="163849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2282171" y="143996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2247012" y="124143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282171" y="104290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251721" y="844370"/>
              <a:ext cx="1312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282171" y="64583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247012" y="44730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56" name="pg156"/>
            <p:cNvSpPr/>
            <p:nvPr/>
          </p:nvSpPr>
          <p:spPr>
            <a:xfrm>
              <a:off x="1702446" y="4383795"/>
              <a:ext cx="439202" cy="1945612"/>
            </a:xfrm>
            <a:custGeom>
              <a:avLst/>
              <a:pathLst>
                <a:path w="439202" h="1945612">
                  <a:moveTo>
                    <a:pt x="25305" y="1945612"/>
                  </a:moveTo>
                  <a:lnTo>
                    <a:pt x="413897" y="1945612"/>
                  </a:lnTo>
                  <a:lnTo>
                    <a:pt x="412878" y="1945592"/>
                  </a:lnTo>
                  <a:lnTo>
                    <a:pt x="416947" y="1945428"/>
                  </a:lnTo>
                  <a:lnTo>
                    <a:pt x="420938" y="1944613"/>
                  </a:lnTo>
                  <a:lnTo>
                    <a:pt x="424745" y="1943169"/>
                  </a:lnTo>
                  <a:lnTo>
                    <a:pt x="428272" y="1941133"/>
                  </a:lnTo>
                  <a:lnTo>
                    <a:pt x="431427" y="1938557"/>
                  </a:lnTo>
                  <a:lnTo>
                    <a:pt x="434127" y="1935509"/>
                  </a:lnTo>
                  <a:lnTo>
                    <a:pt x="436304" y="1932067"/>
                  </a:lnTo>
                  <a:lnTo>
                    <a:pt x="437900" y="1928320"/>
                  </a:lnTo>
                  <a:lnTo>
                    <a:pt x="438875" y="1924366"/>
                  </a:lnTo>
                  <a:lnTo>
                    <a:pt x="439202" y="1920307"/>
                  </a:lnTo>
                  <a:lnTo>
                    <a:pt x="439202" y="25305"/>
                  </a:lnTo>
                  <a:lnTo>
                    <a:pt x="438875" y="21245"/>
                  </a:lnTo>
                  <a:lnTo>
                    <a:pt x="437900" y="17291"/>
                  </a:lnTo>
                  <a:lnTo>
                    <a:pt x="436304" y="13545"/>
                  </a:lnTo>
                  <a:lnTo>
                    <a:pt x="434127" y="10103"/>
                  </a:lnTo>
                  <a:lnTo>
                    <a:pt x="431427" y="7055"/>
                  </a:lnTo>
                  <a:lnTo>
                    <a:pt x="428272" y="4479"/>
                  </a:lnTo>
                  <a:lnTo>
                    <a:pt x="424745" y="2443"/>
                  </a:lnTo>
                  <a:lnTo>
                    <a:pt x="420938" y="999"/>
                  </a:lnTo>
                  <a:lnTo>
                    <a:pt x="416947" y="184"/>
                  </a:lnTo>
                  <a:lnTo>
                    <a:pt x="41389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920307"/>
                  </a:lnTo>
                  <a:lnTo>
                    <a:pt x="82" y="1918271"/>
                  </a:lnTo>
                  <a:lnTo>
                    <a:pt x="82" y="1922343"/>
                  </a:lnTo>
                  <a:lnTo>
                    <a:pt x="735" y="1926363"/>
                  </a:lnTo>
                  <a:lnTo>
                    <a:pt x="2024" y="1930226"/>
                  </a:lnTo>
                  <a:lnTo>
                    <a:pt x="3917" y="1933832"/>
                  </a:lnTo>
                  <a:lnTo>
                    <a:pt x="6363" y="1937088"/>
                  </a:lnTo>
                  <a:lnTo>
                    <a:pt x="9301" y="1939909"/>
                  </a:lnTo>
                  <a:lnTo>
                    <a:pt x="12652" y="1942222"/>
                  </a:lnTo>
                  <a:lnTo>
                    <a:pt x="16331" y="1943968"/>
                  </a:lnTo>
                  <a:lnTo>
                    <a:pt x="20243" y="1945101"/>
                  </a:lnTo>
                  <a:lnTo>
                    <a:pt x="24286" y="1945592"/>
                  </a:lnTo>
                  <a:close/>
                </a:path>
              </a:pathLst>
            </a:custGeom>
            <a:solidFill>
              <a:srgbClr val="4662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702446" y="2398476"/>
              <a:ext cx="439202" cy="1945612"/>
            </a:xfrm>
            <a:custGeom>
              <a:avLst/>
              <a:pathLst>
                <a:path w="439202" h="1945612">
                  <a:moveTo>
                    <a:pt x="25305" y="1945612"/>
                  </a:moveTo>
                  <a:lnTo>
                    <a:pt x="413897" y="1945612"/>
                  </a:lnTo>
                  <a:lnTo>
                    <a:pt x="412878" y="1945592"/>
                  </a:lnTo>
                  <a:lnTo>
                    <a:pt x="416947" y="1945428"/>
                  </a:lnTo>
                  <a:lnTo>
                    <a:pt x="420938" y="1944613"/>
                  </a:lnTo>
                  <a:lnTo>
                    <a:pt x="424745" y="1943169"/>
                  </a:lnTo>
                  <a:lnTo>
                    <a:pt x="428272" y="1941133"/>
                  </a:lnTo>
                  <a:lnTo>
                    <a:pt x="431427" y="1938557"/>
                  </a:lnTo>
                  <a:lnTo>
                    <a:pt x="434127" y="1935509"/>
                  </a:lnTo>
                  <a:lnTo>
                    <a:pt x="436304" y="1932067"/>
                  </a:lnTo>
                  <a:lnTo>
                    <a:pt x="437900" y="1928320"/>
                  </a:lnTo>
                  <a:lnTo>
                    <a:pt x="438875" y="1924366"/>
                  </a:lnTo>
                  <a:lnTo>
                    <a:pt x="439202" y="1920307"/>
                  </a:lnTo>
                  <a:lnTo>
                    <a:pt x="439202" y="25305"/>
                  </a:lnTo>
                  <a:lnTo>
                    <a:pt x="438875" y="21245"/>
                  </a:lnTo>
                  <a:lnTo>
                    <a:pt x="437900" y="17291"/>
                  </a:lnTo>
                  <a:lnTo>
                    <a:pt x="436304" y="13545"/>
                  </a:lnTo>
                  <a:lnTo>
                    <a:pt x="434127" y="10103"/>
                  </a:lnTo>
                  <a:lnTo>
                    <a:pt x="431427" y="7055"/>
                  </a:lnTo>
                  <a:lnTo>
                    <a:pt x="428272" y="4479"/>
                  </a:lnTo>
                  <a:lnTo>
                    <a:pt x="424745" y="2443"/>
                  </a:lnTo>
                  <a:lnTo>
                    <a:pt x="420938" y="999"/>
                  </a:lnTo>
                  <a:lnTo>
                    <a:pt x="416947" y="184"/>
                  </a:lnTo>
                  <a:lnTo>
                    <a:pt x="41389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920307"/>
                  </a:lnTo>
                  <a:lnTo>
                    <a:pt x="82" y="1918271"/>
                  </a:lnTo>
                  <a:lnTo>
                    <a:pt x="82" y="1922343"/>
                  </a:lnTo>
                  <a:lnTo>
                    <a:pt x="735" y="1926363"/>
                  </a:lnTo>
                  <a:lnTo>
                    <a:pt x="2024" y="1930226"/>
                  </a:lnTo>
                  <a:lnTo>
                    <a:pt x="3917" y="1933832"/>
                  </a:lnTo>
                  <a:lnTo>
                    <a:pt x="6363" y="1937088"/>
                  </a:lnTo>
                  <a:lnTo>
                    <a:pt x="9301" y="1939909"/>
                  </a:lnTo>
                  <a:lnTo>
                    <a:pt x="12652" y="1942222"/>
                  </a:lnTo>
                  <a:lnTo>
                    <a:pt x="16331" y="1943968"/>
                  </a:lnTo>
                  <a:lnTo>
                    <a:pt x="20243" y="1945101"/>
                  </a:lnTo>
                  <a:lnTo>
                    <a:pt x="24286" y="1945592"/>
                  </a:lnTo>
                  <a:close/>
                </a:path>
              </a:pathLst>
            </a:custGeom>
            <a:solidFill>
              <a:srgbClr val="D88C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702446" y="413156"/>
              <a:ext cx="439202" cy="1945612"/>
            </a:xfrm>
            <a:custGeom>
              <a:avLst/>
              <a:pathLst>
                <a:path w="439202" h="1945612">
                  <a:moveTo>
                    <a:pt x="25305" y="1945612"/>
                  </a:moveTo>
                  <a:lnTo>
                    <a:pt x="413897" y="1945612"/>
                  </a:lnTo>
                  <a:lnTo>
                    <a:pt x="412878" y="1945592"/>
                  </a:lnTo>
                  <a:lnTo>
                    <a:pt x="416947" y="1945428"/>
                  </a:lnTo>
                  <a:lnTo>
                    <a:pt x="420938" y="1944613"/>
                  </a:lnTo>
                  <a:lnTo>
                    <a:pt x="424745" y="1943169"/>
                  </a:lnTo>
                  <a:lnTo>
                    <a:pt x="428272" y="1941133"/>
                  </a:lnTo>
                  <a:lnTo>
                    <a:pt x="431427" y="1938557"/>
                  </a:lnTo>
                  <a:lnTo>
                    <a:pt x="434127" y="1935509"/>
                  </a:lnTo>
                  <a:lnTo>
                    <a:pt x="436304" y="1932067"/>
                  </a:lnTo>
                  <a:lnTo>
                    <a:pt x="437900" y="1928320"/>
                  </a:lnTo>
                  <a:lnTo>
                    <a:pt x="438875" y="1924366"/>
                  </a:lnTo>
                  <a:lnTo>
                    <a:pt x="439202" y="1920307"/>
                  </a:lnTo>
                  <a:lnTo>
                    <a:pt x="439202" y="25305"/>
                  </a:lnTo>
                  <a:lnTo>
                    <a:pt x="438875" y="21245"/>
                  </a:lnTo>
                  <a:lnTo>
                    <a:pt x="437900" y="17291"/>
                  </a:lnTo>
                  <a:lnTo>
                    <a:pt x="436304" y="13545"/>
                  </a:lnTo>
                  <a:lnTo>
                    <a:pt x="434127" y="10103"/>
                  </a:lnTo>
                  <a:lnTo>
                    <a:pt x="431427" y="7055"/>
                  </a:lnTo>
                  <a:lnTo>
                    <a:pt x="428272" y="4479"/>
                  </a:lnTo>
                  <a:lnTo>
                    <a:pt x="424745" y="2443"/>
                  </a:lnTo>
                  <a:lnTo>
                    <a:pt x="420938" y="999"/>
                  </a:lnTo>
                  <a:lnTo>
                    <a:pt x="416947" y="184"/>
                  </a:lnTo>
                  <a:lnTo>
                    <a:pt x="41389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920307"/>
                  </a:lnTo>
                  <a:lnTo>
                    <a:pt x="82" y="1918271"/>
                  </a:lnTo>
                  <a:lnTo>
                    <a:pt x="82" y="1922343"/>
                  </a:lnTo>
                  <a:lnTo>
                    <a:pt x="735" y="1926363"/>
                  </a:lnTo>
                  <a:lnTo>
                    <a:pt x="2024" y="1930226"/>
                  </a:lnTo>
                  <a:lnTo>
                    <a:pt x="3917" y="1933832"/>
                  </a:lnTo>
                  <a:lnTo>
                    <a:pt x="6363" y="1937088"/>
                  </a:lnTo>
                  <a:lnTo>
                    <a:pt x="9301" y="1939909"/>
                  </a:lnTo>
                  <a:lnTo>
                    <a:pt x="12652" y="1942222"/>
                  </a:lnTo>
                  <a:lnTo>
                    <a:pt x="16331" y="1943968"/>
                  </a:lnTo>
                  <a:lnTo>
                    <a:pt x="20243" y="1945101"/>
                  </a:lnTo>
                  <a:lnTo>
                    <a:pt x="24286" y="1945592"/>
                  </a:lnTo>
                  <a:close/>
                </a:path>
              </a:pathLst>
            </a:custGeom>
            <a:solidFill>
              <a:srgbClr val="437F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1817760" y="5304892"/>
              <a:ext cx="20857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817714" y="3319573"/>
              <a:ext cx="208666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821692" y="1334253"/>
              <a:ext cx="200710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162" name="pl162"/>
            <p:cNvSpPr/>
            <p:nvPr/>
          </p:nvSpPr>
          <p:spPr>
            <a:xfrm>
              <a:off x="2993026" y="6349261"/>
              <a:ext cx="3378483" cy="0"/>
            </a:xfrm>
            <a:custGeom>
              <a:avLst/>
              <a:pathLst>
                <a:path w="3378483" h="0">
                  <a:moveTo>
                    <a:pt x="0" y="0"/>
                  </a:moveTo>
                  <a:lnTo>
                    <a:pt x="3378483" y="0"/>
                  </a:lnTo>
                  <a:lnTo>
                    <a:pt x="3378483" y="0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993026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115988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238950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361912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tx167"/>
            <p:cNvSpPr/>
            <p:nvPr/>
          </p:nvSpPr>
          <p:spPr>
            <a:xfrm>
              <a:off x="2864050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987012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5109974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6232936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3687585" y="6658931"/>
              <a:ext cx="6987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6580277" y="1664237"/>
              <a:ext cx="79168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173" name="pt173"/>
            <p:cNvSpPr/>
            <p:nvPr/>
          </p:nvSpPr>
          <p:spPr>
            <a:xfrm>
              <a:off x="6788256" y="1886058"/>
              <a:ext cx="144506" cy="144506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716651" y="2109297"/>
              <a:ext cx="287715" cy="28771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686992" y="2489268"/>
              <a:ext cx="347034" cy="347034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664233" y="2945770"/>
              <a:ext cx="392551" cy="3925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645047" y="3461562"/>
              <a:ext cx="430924" cy="430924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7210330" y="191830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7210330" y="221315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210330" y="262278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7210330" y="310204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210330" y="363701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6580277" y="4250335"/>
              <a:ext cx="6056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Category</a:t>
              </a:r>
            </a:p>
          </p:txBody>
        </p:sp>
        <p:sp>
          <p:nvSpPr>
            <p:cNvPr id="184" name="pg184"/>
            <p:cNvSpPr/>
            <p:nvPr/>
          </p:nvSpPr>
          <p:spPr>
            <a:xfrm>
              <a:off x="6589277" y="4443681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680711" y="4519583"/>
              <a:ext cx="49651" cy="4965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589277" y="4443681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589277" y="4663137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6680711" y="4739039"/>
              <a:ext cx="49651" cy="49651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589277" y="4663137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589277" y="4882593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680711" y="4958495"/>
              <a:ext cx="49651" cy="4965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589277" y="4882593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6900386" y="4504404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6900386" y="4723860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6900386" y="4943316"/>
              <a:ext cx="14904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2206760" y="69589"/>
              <a:ext cx="3660434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 Enrichment (BP/CC/MF) — C1QBP High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32857" y="0"/>
            <a:ext cx="5878286" cy="6858000"/>
            <a:chOff x="1632857" y="0"/>
            <a:chExt cx="5878286" cy="6858000"/>
          </a:xfrm>
        </p:grpSpPr>
        <p:sp>
          <p:nvSpPr>
            <p:cNvPr id="3" name="rc3"/>
            <p:cNvSpPr/>
            <p:nvPr/>
          </p:nvSpPr>
          <p:spPr>
            <a:xfrm>
              <a:off x="1632857" y="0"/>
              <a:ext cx="587828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32857" y="0"/>
              <a:ext cx="587828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02446" y="373450"/>
              <a:ext cx="4669063" cy="599566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993026" y="6190435"/>
              <a:ext cx="2543706" cy="119119"/>
            </a:xfrm>
            <a:custGeom>
              <a:avLst/>
              <a:pathLst>
                <a:path w="2543706" h="119119">
                  <a:moveTo>
                    <a:pt x="25305" y="119119"/>
                  </a:moveTo>
                  <a:lnTo>
                    <a:pt x="2518401" y="119119"/>
                  </a:lnTo>
                  <a:lnTo>
                    <a:pt x="2517382" y="119098"/>
                  </a:lnTo>
                  <a:lnTo>
                    <a:pt x="2521451" y="118934"/>
                  </a:lnTo>
                  <a:lnTo>
                    <a:pt x="2525441" y="118120"/>
                  </a:lnTo>
                  <a:lnTo>
                    <a:pt x="2529249" y="116675"/>
                  </a:lnTo>
                  <a:lnTo>
                    <a:pt x="2532776" y="114639"/>
                  </a:lnTo>
                  <a:lnTo>
                    <a:pt x="2535930" y="112064"/>
                  </a:lnTo>
                  <a:lnTo>
                    <a:pt x="2538631" y="109015"/>
                  </a:lnTo>
                  <a:lnTo>
                    <a:pt x="2540808" y="105573"/>
                  </a:lnTo>
                  <a:lnTo>
                    <a:pt x="2542404" y="101827"/>
                  </a:lnTo>
                  <a:lnTo>
                    <a:pt x="2543378" y="97873"/>
                  </a:lnTo>
                  <a:lnTo>
                    <a:pt x="2543706" y="93814"/>
                  </a:lnTo>
                  <a:lnTo>
                    <a:pt x="2543706" y="25305"/>
                  </a:lnTo>
                  <a:lnTo>
                    <a:pt x="2543378" y="21245"/>
                  </a:lnTo>
                  <a:lnTo>
                    <a:pt x="2542404" y="17291"/>
                  </a:lnTo>
                  <a:lnTo>
                    <a:pt x="2540808" y="13545"/>
                  </a:lnTo>
                  <a:lnTo>
                    <a:pt x="2538631" y="10103"/>
                  </a:lnTo>
                  <a:lnTo>
                    <a:pt x="2535930" y="7055"/>
                  </a:lnTo>
                  <a:lnTo>
                    <a:pt x="2532776" y="4479"/>
                  </a:lnTo>
                  <a:lnTo>
                    <a:pt x="2529249" y="2443"/>
                  </a:lnTo>
                  <a:lnTo>
                    <a:pt x="2525441" y="999"/>
                  </a:lnTo>
                  <a:lnTo>
                    <a:pt x="2521451" y="184"/>
                  </a:lnTo>
                  <a:lnTo>
                    <a:pt x="251840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993026" y="5991903"/>
              <a:ext cx="1496297" cy="119119"/>
            </a:xfrm>
            <a:custGeom>
              <a:avLst/>
              <a:pathLst>
                <a:path w="1496297" h="119119">
                  <a:moveTo>
                    <a:pt x="25305" y="119119"/>
                  </a:moveTo>
                  <a:lnTo>
                    <a:pt x="1470992" y="119119"/>
                  </a:lnTo>
                  <a:lnTo>
                    <a:pt x="1469973" y="119098"/>
                  </a:lnTo>
                  <a:lnTo>
                    <a:pt x="1474043" y="118934"/>
                  </a:lnTo>
                  <a:lnTo>
                    <a:pt x="1478033" y="118120"/>
                  </a:lnTo>
                  <a:lnTo>
                    <a:pt x="1481840" y="116675"/>
                  </a:lnTo>
                  <a:lnTo>
                    <a:pt x="1485367" y="114639"/>
                  </a:lnTo>
                  <a:lnTo>
                    <a:pt x="1488522" y="112064"/>
                  </a:lnTo>
                  <a:lnTo>
                    <a:pt x="1491222" y="109015"/>
                  </a:lnTo>
                  <a:lnTo>
                    <a:pt x="1493399" y="105573"/>
                  </a:lnTo>
                  <a:lnTo>
                    <a:pt x="1494995" y="101827"/>
                  </a:lnTo>
                  <a:lnTo>
                    <a:pt x="1495970" y="97873"/>
                  </a:lnTo>
                  <a:lnTo>
                    <a:pt x="1496297" y="93814"/>
                  </a:lnTo>
                  <a:lnTo>
                    <a:pt x="1496297" y="25305"/>
                  </a:lnTo>
                  <a:lnTo>
                    <a:pt x="1495970" y="21245"/>
                  </a:lnTo>
                  <a:lnTo>
                    <a:pt x="1494995" y="17291"/>
                  </a:lnTo>
                  <a:lnTo>
                    <a:pt x="1493399" y="13545"/>
                  </a:lnTo>
                  <a:lnTo>
                    <a:pt x="1491222" y="10103"/>
                  </a:lnTo>
                  <a:lnTo>
                    <a:pt x="1488522" y="7055"/>
                  </a:lnTo>
                  <a:lnTo>
                    <a:pt x="1485367" y="4479"/>
                  </a:lnTo>
                  <a:lnTo>
                    <a:pt x="1481840" y="2443"/>
                  </a:lnTo>
                  <a:lnTo>
                    <a:pt x="1478033" y="999"/>
                  </a:lnTo>
                  <a:lnTo>
                    <a:pt x="1474043" y="184"/>
                  </a:lnTo>
                  <a:lnTo>
                    <a:pt x="147099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2993026" y="5793371"/>
              <a:ext cx="1496297" cy="119119"/>
            </a:xfrm>
            <a:custGeom>
              <a:avLst/>
              <a:pathLst>
                <a:path w="1496297" h="119119">
                  <a:moveTo>
                    <a:pt x="25305" y="119119"/>
                  </a:moveTo>
                  <a:lnTo>
                    <a:pt x="1470992" y="119119"/>
                  </a:lnTo>
                  <a:lnTo>
                    <a:pt x="1469973" y="119098"/>
                  </a:lnTo>
                  <a:lnTo>
                    <a:pt x="1474043" y="118934"/>
                  </a:lnTo>
                  <a:lnTo>
                    <a:pt x="1478033" y="118120"/>
                  </a:lnTo>
                  <a:lnTo>
                    <a:pt x="1481840" y="116675"/>
                  </a:lnTo>
                  <a:lnTo>
                    <a:pt x="1485367" y="114639"/>
                  </a:lnTo>
                  <a:lnTo>
                    <a:pt x="1488522" y="112064"/>
                  </a:lnTo>
                  <a:lnTo>
                    <a:pt x="1491222" y="109015"/>
                  </a:lnTo>
                  <a:lnTo>
                    <a:pt x="1493399" y="105573"/>
                  </a:lnTo>
                  <a:lnTo>
                    <a:pt x="1494995" y="101827"/>
                  </a:lnTo>
                  <a:lnTo>
                    <a:pt x="1495970" y="97873"/>
                  </a:lnTo>
                  <a:lnTo>
                    <a:pt x="1496297" y="93814"/>
                  </a:lnTo>
                  <a:lnTo>
                    <a:pt x="1496297" y="25305"/>
                  </a:lnTo>
                  <a:lnTo>
                    <a:pt x="1495970" y="21245"/>
                  </a:lnTo>
                  <a:lnTo>
                    <a:pt x="1494995" y="17291"/>
                  </a:lnTo>
                  <a:lnTo>
                    <a:pt x="1493399" y="13545"/>
                  </a:lnTo>
                  <a:lnTo>
                    <a:pt x="1491222" y="10103"/>
                  </a:lnTo>
                  <a:lnTo>
                    <a:pt x="1488522" y="7055"/>
                  </a:lnTo>
                  <a:lnTo>
                    <a:pt x="1485367" y="4479"/>
                  </a:lnTo>
                  <a:lnTo>
                    <a:pt x="1481840" y="2443"/>
                  </a:lnTo>
                  <a:lnTo>
                    <a:pt x="1478033" y="999"/>
                  </a:lnTo>
                  <a:lnTo>
                    <a:pt x="1474043" y="184"/>
                  </a:lnTo>
                  <a:lnTo>
                    <a:pt x="147099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2993026" y="5594839"/>
              <a:ext cx="2693336" cy="119119"/>
            </a:xfrm>
            <a:custGeom>
              <a:avLst/>
              <a:pathLst>
                <a:path w="2693336" h="119119">
                  <a:moveTo>
                    <a:pt x="25305" y="119119"/>
                  </a:moveTo>
                  <a:lnTo>
                    <a:pt x="2668031" y="119119"/>
                  </a:lnTo>
                  <a:lnTo>
                    <a:pt x="2667012" y="119098"/>
                  </a:lnTo>
                  <a:lnTo>
                    <a:pt x="2671081" y="118934"/>
                  </a:lnTo>
                  <a:lnTo>
                    <a:pt x="2675071" y="118120"/>
                  </a:lnTo>
                  <a:lnTo>
                    <a:pt x="2678879" y="116675"/>
                  </a:lnTo>
                  <a:lnTo>
                    <a:pt x="2682406" y="114639"/>
                  </a:lnTo>
                  <a:lnTo>
                    <a:pt x="2685560" y="112064"/>
                  </a:lnTo>
                  <a:lnTo>
                    <a:pt x="2688261" y="109015"/>
                  </a:lnTo>
                  <a:lnTo>
                    <a:pt x="2690437" y="105573"/>
                  </a:lnTo>
                  <a:lnTo>
                    <a:pt x="2692034" y="101827"/>
                  </a:lnTo>
                  <a:lnTo>
                    <a:pt x="2693008" y="97873"/>
                  </a:lnTo>
                  <a:lnTo>
                    <a:pt x="2693336" y="93814"/>
                  </a:lnTo>
                  <a:lnTo>
                    <a:pt x="2693336" y="25305"/>
                  </a:lnTo>
                  <a:lnTo>
                    <a:pt x="2693008" y="21245"/>
                  </a:lnTo>
                  <a:lnTo>
                    <a:pt x="2692034" y="17291"/>
                  </a:lnTo>
                  <a:lnTo>
                    <a:pt x="2690437" y="13545"/>
                  </a:lnTo>
                  <a:lnTo>
                    <a:pt x="2688261" y="10103"/>
                  </a:lnTo>
                  <a:lnTo>
                    <a:pt x="2685560" y="7055"/>
                  </a:lnTo>
                  <a:lnTo>
                    <a:pt x="2682406" y="4479"/>
                  </a:lnTo>
                  <a:lnTo>
                    <a:pt x="2678879" y="2443"/>
                  </a:lnTo>
                  <a:lnTo>
                    <a:pt x="2675071" y="999"/>
                  </a:lnTo>
                  <a:lnTo>
                    <a:pt x="2671081" y="184"/>
                  </a:lnTo>
                  <a:lnTo>
                    <a:pt x="266803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993026" y="5396307"/>
              <a:ext cx="2693336" cy="119119"/>
            </a:xfrm>
            <a:custGeom>
              <a:avLst/>
              <a:pathLst>
                <a:path w="2693336" h="119119">
                  <a:moveTo>
                    <a:pt x="25305" y="119119"/>
                  </a:moveTo>
                  <a:lnTo>
                    <a:pt x="2668031" y="119119"/>
                  </a:lnTo>
                  <a:lnTo>
                    <a:pt x="2667012" y="119098"/>
                  </a:lnTo>
                  <a:lnTo>
                    <a:pt x="2671081" y="118934"/>
                  </a:lnTo>
                  <a:lnTo>
                    <a:pt x="2675071" y="118120"/>
                  </a:lnTo>
                  <a:lnTo>
                    <a:pt x="2678879" y="116675"/>
                  </a:lnTo>
                  <a:lnTo>
                    <a:pt x="2682406" y="114639"/>
                  </a:lnTo>
                  <a:lnTo>
                    <a:pt x="2685560" y="112064"/>
                  </a:lnTo>
                  <a:lnTo>
                    <a:pt x="2688261" y="109015"/>
                  </a:lnTo>
                  <a:lnTo>
                    <a:pt x="2690437" y="105573"/>
                  </a:lnTo>
                  <a:lnTo>
                    <a:pt x="2692034" y="101827"/>
                  </a:lnTo>
                  <a:lnTo>
                    <a:pt x="2693008" y="97873"/>
                  </a:lnTo>
                  <a:lnTo>
                    <a:pt x="2693336" y="93814"/>
                  </a:lnTo>
                  <a:lnTo>
                    <a:pt x="2693336" y="25305"/>
                  </a:lnTo>
                  <a:lnTo>
                    <a:pt x="2693008" y="21245"/>
                  </a:lnTo>
                  <a:lnTo>
                    <a:pt x="2692034" y="17291"/>
                  </a:lnTo>
                  <a:lnTo>
                    <a:pt x="2690437" y="13545"/>
                  </a:lnTo>
                  <a:lnTo>
                    <a:pt x="2688261" y="10103"/>
                  </a:lnTo>
                  <a:lnTo>
                    <a:pt x="2685560" y="7055"/>
                  </a:lnTo>
                  <a:lnTo>
                    <a:pt x="2682406" y="4479"/>
                  </a:lnTo>
                  <a:lnTo>
                    <a:pt x="2678879" y="2443"/>
                  </a:lnTo>
                  <a:lnTo>
                    <a:pt x="2675071" y="999"/>
                  </a:lnTo>
                  <a:lnTo>
                    <a:pt x="2671081" y="184"/>
                  </a:lnTo>
                  <a:lnTo>
                    <a:pt x="266803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993026" y="5197776"/>
              <a:ext cx="2094817" cy="119119"/>
            </a:xfrm>
            <a:custGeom>
              <a:avLst/>
              <a:pathLst>
                <a:path w="2094817" h="119119">
                  <a:moveTo>
                    <a:pt x="25305" y="119119"/>
                  </a:moveTo>
                  <a:lnTo>
                    <a:pt x="2069512" y="119119"/>
                  </a:lnTo>
                  <a:lnTo>
                    <a:pt x="2068493" y="119098"/>
                  </a:lnTo>
                  <a:lnTo>
                    <a:pt x="2072562" y="118934"/>
                  </a:lnTo>
                  <a:lnTo>
                    <a:pt x="2076552" y="118120"/>
                  </a:lnTo>
                  <a:lnTo>
                    <a:pt x="2080360" y="116675"/>
                  </a:lnTo>
                  <a:lnTo>
                    <a:pt x="2083886" y="114639"/>
                  </a:lnTo>
                  <a:lnTo>
                    <a:pt x="2087041" y="112064"/>
                  </a:lnTo>
                  <a:lnTo>
                    <a:pt x="2089742" y="109015"/>
                  </a:lnTo>
                  <a:lnTo>
                    <a:pt x="2091918" y="105573"/>
                  </a:lnTo>
                  <a:lnTo>
                    <a:pt x="2093514" y="101827"/>
                  </a:lnTo>
                  <a:lnTo>
                    <a:pt x="2094489" y="97873"/>
                  </a:lnTo>
                  <a:lnTo>
                    <a:pt x="2094817" y="93814"/>
                  </a:lnTo>
                  <a:lnTo>
                    <a:pt x="2094817" y="25305"/>
                  </a:lnTo>
                  <a:lnTo>
                    <a:pt x="2094489" y="21245"/>
                  </a:lnTo>
                  <a:lnTo>
                    <a:pt x="2093514" y="17291"/>
                  </a:lnTo>
                  <a:lnTo>
                    <a:pt x="2091918" y="13545"/>
                  </a:lnTo>
                  <a:lnTo>
                    <a:pt x="2089742" y="10103"/>
                  </a:lnTo>
                  <a:lnTo>
                    <a:pt x="2087041" y="7055"/>
                  </a:lnTo>
                  <a:lnTo>
                    <a:pt x="2083886" y="4479"/>
                  </a:lnTo>
                  <a:lnTo>
                    <a:pt x="2080360" y="2443"/>
                  </a:lnTo>
                  <a:lnTo>
                    <a:pt x="2076552" y="999"/>
                  </a:lnTo>
                  <a:lnTo>
                    <a:pt x="2072562" y="184"/>
                  </a:lnTo>
                  <a:lnTo>
                    <a:pt x="206951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993026" y="4999244"/>
              <a:ext cx="748148" cy="119119"/>
            </a:xfrm>
            <a:custGeom>
              <a:avLst/>
              <a:pathLst>
                <a:path w="748148" h="119119">
                  <a:moveTo>
                    <a:pt x="25305" y="119119"/>
                  </a:moveTo>
                  <a:lnTo>
                    <a:pt x="722843" y="119119"/>
                  </a:lnTo>
                  <a:lnTo>
                    <a:pt x="721824" y="119098"/>
                  </a:lnTo>
                  <a:lnTo>
                    <a:pt x="725894" y="118934"/>
                  </a:lnTo>
                  <a:lnTo>
                    <a:pt x="729884" y="118120"/>
                  </a:lnTo>
                  <a:lnTo>
                    <a:pt x="733691" y="116675"/>
                  </a:lnTo>
                  <a:lnTo>
                    <a:pt x="737218" y="114639"/>
                  </a:lnTo>
                  <a:lnTo>
                    <a:pt x="740373" y="112064"/>
                  </a:lnTo>
                  <a:lnTo>
                    <a:pt x="743073" y="109015"/>
                  </a:lnTo>
                  <a:lnTo>
                    <a:pt x="745250" y="105573"/>
                  </a:lnTo>
                  <a:lnTo>
                    <a:pt x="746846" y="101827"/>
                  </a:lnTo>
                  <a:lnTo>
                    <a:pt x="747821" y="97873"/>
                  </a:lnTo>
                  <a:lnTo>
                    <a:pt x="748148" y="93814"/>
                  </a:lnTo>
                  <a:lnTo>
                    <a:pt x="748148" y="25305"/>
                  </a:lnTo>
                  <a:lnTo>
                    <a:pt x="747821" y="21245"/>
                  </a:lnTo>
                  <a:lnTo>
                    <a:pt x="746846" y="17291"/>
                  </a:lnTo>
                  <a:lnTo>
                    <a:pt x="745250" y="13545"/>
                  </a:lnTo>
                  <a:lnTo>
                    <a:pt x="743073" y="10103"/>
                  </a:lnTo>
                  <a:lnTo>
                    <a:pt x="740373" y="7055"/>
                  </a:lnTo>
                  <a:lnTo>
                    <a:pt x="737218" y="4479"/>
                  </a:lnTo>
                  <a:lnTo>
                    <a:pt x="733691" y="2443"/>
                  </a:lnTo>
                  <a:lnTo>
                    <a:pt x="729884" y="999"/>
                  </a:lnTo>
                  <a:lnTo>
                    <a:pt x="725894" y="184"/>
                  </a:lnTo>
                  <a:lnTo>
                    <a:pt x="72284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993026" y="4800712"/>
              <a:ext cx="1645927" cy="119119"/>
            </a:xfrm>
            <a:custGeom>
              <a:avLst/>
              <a:pathLst>
                <a:path w="1645927" h="119119">
                  <a:moveTo>
                    <a:pt x="25305" y="119119"/>
                  </a:moveTo>
                  <a:lnTo>
                    <a:pt x="1620622" y="119119"/>
                  </a:lnTo>
                  <a:lnTo>
                    <a:pt x="1619603" y="119098"/>
                  </a:lnTo>
                  <a:lnTo>
                    <a:pt x="1623672" y="118934"/>
                  </a:lnTo>
                  <a:lnTo>
                    <a:pt x="1627662" y="118120"/>
                  </a:lnTo>
                  <a:lnTo>
                    <a:pt x="1631470" y="116675"/>
                  </a:lnTo>
                  <a:lnTo>
                    <a:pt x="1634997" y="114639"/>
                  </a:lnTo>
                  <a:lnTo>
                    <a:pt x="1638152" y="112064"/>
                  </a:lnTo>
                  <a:lnTo>
                    <a:pt x="1640852" y="109015"/>
                  </a:lnTo>
                  <a:lnTo>
                    <a:pt x="1643029" y="105573"/>
                  </a:lnTo>
                  <a:lnTo>
                    <a:pt x="1644625" y="101827"/>
                  </a:lnTo>
                  <a:lnTo>
                    <a:pt x="1645600" y="97873"/>
                  </a:lnTo>
                  <a:lnTo>
                    <a:pt x="1645927" y="93814"/>
                  </a:lnTo>
                  <a:lnTo>
                    <a:pt x="1645927" y="25305"/>
                  </a:lnTo>
                  <a:lnTo>
                    <a:pt x="1645600" y="21245"/>
                  </a:lnTo>
                  <a:lnTo>
                    <a:pt x="1644625" y="17291"/>
                  </a:lnTo>
                  <a:lnTo>
                    <a:pt x="1643029" y="13545"/>
                  </a:lnTo>
                  <a:lnTo>
                    <a:pt x="1640852" y="10103"/>
                  </a:lnTo>
                  <a:lnTo>
                    <a:pt x="1638152" y="7055"/>
                  </a:lnTo>
                  <a:lnTo>
                    <a:pt x="1634997" y="4479"/>
                  </a:lnTo>
                  <a:lnTo>
                    <a:pt x="1631470" y="2443"/>
                  </a:lnTo>
                  <a:lnTo>
                    <a:pt x="1627662" y="999"/>
                  </a:lnTo>
                  <a:lnTo>
                    <a:pt x="1623672" y="184"/>
                  </a:lnTo>
                  <a:lnTo>
                    <a:pt x="162062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993026" y="4602180"/>
              <a:ext cx="897778" cy="119119"/>
            </a:xfrm>
            <a:custGeom>
              <a:avLst/>
              <a:pathLst>
                <a:path w="897778" h="119119">
                  <a:moveTo>
                    <a:pt x="25305" y="119119"/>
                  </a:moveTo>
                  <a:lnTo>
                    <a:pt x="872473" y="119119"/>
                  </a:lnTo>
                  <a:lnTo>
                    <a:pt x="871454" y="119098"/>
                  </a:lnTo>
                  <a:lnTo>
                    <a:pt x="875523" y="118934"/>
                  </a:lnTo>
                  <a:lnTo>
                    <a:pt x="879514" y="118120"/>
                  </a:lnTo>
                  <a:lnTo>
                    <a:pt x="883321" y="116675"/>
                  </a:lnTo>
                  <a:lnTo>
                    <a:pt x="886848" y="114639"/>
                  </a:lnTo>
                  <a:lnTo>
                    <a:pt x="890003" y="112064"/>
                  </a:lnTo>
                  <a:lnTo>
                    <a:pt x="892703" y="109015"/>
                  </a:lnTo>
                  <a:lnTo>
                    <a:pt x="894880" y="105573"/>
                  </a:lnTo>
                  <a:lnTo>
                    <a:pt x="896476" y="101827"/>
                  </a:lnTo>
                  <a:lnTo>
                    <a:pt x="897451" y="97873"/>
                  </a:lnTo>
                  <a:lnTo>
                    <a:pt x="897778" y="93814"/>
                  </a:lnTo>
                  <a:lnTo>
                    <a:pt x="897778" y="25305"/>
                  </a:lnTo>
                  <a:lnTo>
                    <a:pt x="897451" y="21245"/>
                  </a:lnTo>
                  <a:lnTo>
                    <a:pt x="896476" y="17291"/>
                  </a:lnTo>
                  <a:lnTo>
                    <a:pt x="894880" y="13545"/>
                  </a:lnTo>
                  <a:lnTo>
                    <a:pt x="892703" y="10103"/>
                  </a:lnTo>
                  <a:lnTo>
                    <a:pt x="890003" y="7055"/>
                  </a:lnTo>
                  <a:lnTo>
                    <a:pt x="886848" y="4479"/>
                  </a:lnTo>
                  <a:lnTo>
                    <a:pt x="883321" y="2443"/>
                  </a:lnTo>
                  <a:lnTo>
                    <a:pt x="879514" y="999"/>
                  </a:lnTo>
                  <a:lnTo>
                    <a:pt x="875523" y="184"/>
                  </a:lnTo>
                  <a:lnTo>
                    <a:pt x="87247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993026" y="4403648"/>
              <a:ext cx="748148" cy="119119"/>
            </a:xfrm>
            <a:custGeom>
              <a:avLst/>
              <a:pathLst>
                <a:path w="748148" h="119119">
                  <a:moveTo>
                    <a:pt x="25305" y="119119"/>
                  </a:moveTo>
                  <a:lnTo>
                    <a:pt x="722843" y="119119"/>
                  </a:lnTo>
                  <a:lnTo>
                    <a:pt x="721824" y="119098"/>
                  </a:lnTo>
                  <a:lnTo>
                    <a:pt x="725894" y="118934"/>
                  </a:lnTo>
                  <a:lnTo>
                    <a:pt x="729884" y="118120"/>
                  </a:lnTo>
                  <a:lnTo>
                    <a:pt x="733691" y="116675"/>
                  </a:lnTo>
                  <a:lnTo>
                    <a:pt x="737218" y="114639"/>
                  </a:lnTo>
                  <a:lnTo>
                    <a:pt x="740373" y="112064"/>
                  </a:lnTo>
                  <a:lnTo>
                    <a:pt x="743073" y="109015"/>
                  </a:lnTo>
                  <a:lnTo>
                    <a:pt x="745250" y="105573"/>
                  </a:lnTo>
                  <a:lnTo>
                    <a:pt x="746846" y="101827"/>
                  </a:lnTo>
                  <a:lnTo>
                    <a:pt x="747821" y="97873"/>
                  </a:lnTo>
                  <a:lnTo>
                    <a:pt x="748148" y="93814"/>
                  </a:lnTo>
                  <a:lnTo>
                    <a:pt x="748148" y="25305"/>
                  </a:lnTo>
                  <a:lnTo>
                    <a:pt x="747821" y="21245"/>
                  </a:lnTo>
                  <a:lnTo>
                    <a:pt x="746846" y="17291"/>
                  </a:lnTo>
                  <a:lnTo>
                    <a:pt x="745250" y="13545"/>
                  </a:lnTo>
                  <a:lnTo>
                    <a:pt x="743073" y="10103"/>
                  </a:lnTo>
                  <a:lnTo>
                    <a:pt x="740373" y="7055"/>
                  </a:lnTo>
                  <a:lnTo>
                    <a:pt x="737218" y="4479"/>
                  </a:lnTo>
                  <a:lnTo>
                    <a:pt x="733691" y="2443"/>
                  </a:lnTo>
                  <a:lnTo>
                    <a:pt x="729884" y="999"/>
                  </a:lnTo>
                  <a:lnTo>
                    <a:pt x="725894" y="184"/>
                  </a:lnTo>
                  <a:lnTo>
                    <a:pt x="72284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993026" y="4205116"/>
              <a:ext cx="738678" cy="119119"/>
            </a:xfrm>
            <a:custGeom>
              <a:avLst/>
              <a:pathLst>
                <a:path w="738678" h="119119">
                  <a:moveTo>
                    <a:pt x="25305" y="119119"/>
                  </a:moveTo>
                  <a:lnTo>
                    <a:pt x="713373" y="119119"/>
                  </a:lnTo>
                  <a:lnTo>
                    <a:pt x="712354" y="119098"/>
                  </a:lnTo>
                  <a:lnTo>
                    <a:pt x="716423" y="118934"/>
                  </a:lnTo>
                  <a:lnTo>
                    <a:pt x="720413" y="118120"/>
                  </a:lnTo>
                  <a:lnTo>
                    <a:pt x="724221" y="116675"/>
                  </a:lnTo>
                  <a:lnTo>
                    <a:pt x="727748" y="114639"/>
                  </a:lnTo>
                  <a:lnTo>
                    <a:pt x="730903" y="112064"/>
                  </a:lnTo>
                  <a:lnTo>
                    <a:pt x="733603" y="109015"/>
                  </a:lnTo>
                  <a:lnTo>
                    <a:pt x="735780" y="105573"/>
                  </a:lnTo>
                  <a:lnTo>
                    <a:pt x="737376" y="101827"/>
                  </a:lnTo>
                  <a:lnTo>
                    <a:pt x="738351" y="97873"/>
                  </a:lnTo>
                  <a:lnTo>
                    <a:pt x="738678" y="93814"/>
                  </a:lnTo>
                  <a:lnTo>
                    <a:pt x="738678" y="25305"/>
                  </a:lnTo>
                  <a:lnTo>
                    <a:pt x="738351" y="21245"/>
                  </a:lnTo>
                  <a:lnTo>
                    <a:pt x="737376" y="17291"/>
                  </a:lnTo>
                  <a:lnTo>
                    <a:pt x="735780" y="13545"/>
                  </a:lnTo>
                  <a:lnTo>
                    <a:pt x="733603" y="10103"/>
                  </a:lnTo>
                  <a:lnTo>
                    <a:pt x="730903" y="7055"/>
                  </a:lnTo>
                  <a:lnTo>
                    <a:pt x="727748" y="4479"/>
                  </a:lnTo>
                  <a:lnTo>
                    <a:pt x="724221" y="2443"/>
                  </a:lnTo>
                  <a:lnTo>
                    <a:pt x="720413" y="999"/>
                  </a:lnTo>
                  <a:lnTo>
                    <a:pt x="716423" y="184"/>
                  </a:lnTo>
                  <a:lnTo>
                    <a:pt x="71337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993026" y="4006584"/>
              <a:ext cx="886414" cy="119119"/>
            </a:xfrm>
            <a:custGeom>
              <a:avLst/>
              <a:pathLst>
                <a:path w="886414" h="119119">
                  <a:moveTo>
                    <a:pt x="25305" y="119119"/>
                  </a:moveTo>
                  <a:lnTo>
                    <a:pt x="861109" y="119119"/>
                  </a:lnTo>
                  <a:lnTo>
                    <a:pt x="860090" y="119098"/>
                  </a:lnTo>
                  <a:lnTo>
                    <a:pt x="864159" y="118934"/>
                  </a:lnTo>
                  <a:lnTo>
                    <a:pt x="868149" y="118120"/>
                  </a:lnTo>
                  <a:lnTo>
                    <a:pt x="871957" y="116675"/>
                  </a:lnTo>
                  <a:lnTo>
                    <a:pt x="875484" y="114639"/>
                  </a:lnTo>
                  <a:lnTo>
                    <a:pt x="878638" y="112064"/>
                  </a:lnTo>
                  <a:lnTo>
                    <a:pt x="881339" y="109015"/>
                  </a:lnTo>
                  <a:lnTo>
                    <a:pt x="883515" y="105573"/>
                  </a:lnTo>
                  <a:lnTo>
                    <a:pt x="885112" y="101827"/>
                  </a:lnTo>
                  <a:lnTo>
                    <a:pt x="886086" y="97873"/>
                  </a:lnTo>
                  <a:lnTo>
                    <a:pt x="886414" y="93814"/>
                  </a:lnTo>
                  <a:lnTo>
                    <a:pt x="886414" y="25305"/>
                  </a:lnTo>
                  <a:lnTo>
                    <a:pt x="886086" y="21245"/>
                  </a:lnTo>
                  <a:lnTo>
                    <a:pt x="885112" y="17291"/>
                  </a:lnTo>
                  <a:lnTo>
                    <a:pt x="883515" y="13545"/>
                  </a:lnTo>
                  <a:lnTo>
                    <a:pt x="881339" y="10103"/>
                  </a:lnTo>
                  <a:lnTo>
                    <a:pt x="878638" y="7055"/>
                  </a:lnTo>
                  <a:lnTo>
                    <a:pt x="875484" y="4479"/>
                  </a:lnTo>
                  <a:lnTo>
                    <a:pt x="871957" y="2443"/>
                  </a:lnTo>
                  <a:lnTo>
                    <a:pt x="868149" y="999"/>
                  </a:lnTo>
                  <a:lnTo>
                    <a:pt x="864159" y="184"/>
                  </a:lnTo>
                  <a:lnTo>
                    <a:pt x="86110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993026" y="3808052"/>
              <a:ext cx="1477357" cy="119119"/>
            </a:xfrm>
            <a:custGeom>
              <a:avLst/>
              <a:pathLst>
                <a:path w="1477357" h="119119">
                  <a:moveTo>
                    <a:pt x="25305" y="119119"/>
                  </a:moveTo>
                  <a:lnTo>
                    <a:pt x="1452052" y="119119"/>
                  </a:lnTo>
                  <a:lnTo>
                    <a:pt x="1451033" y="119098"/>
                  </a:lnTo>
                  <a:lnTo>
                    <a:pt x="1455102" y="118934"/>
                  </a:lnTo>
                  <a:lnTo>
                    <a:pt x="1459092" y="118120"/>
                  </a:lnTo>
                  <a:lnTo>
                    <a:pt x="1462900" y="116675"/>
                  </a:lnTo>
                  <a:lnTo>
                    <a:pt x="1466427" y="114639"/>
                  </a:lnTo>
                  <a:lnTo>
                    <a:pt x="1469581" y="112064"/>
                  </a:lnTo>
                  <a:lnTo>
                    <a:pt x="1472282" y="109015"/>
                  </a:lnTo>
                  <a:lnTo>
                    <a:pt x="1474458" y="105573"/>
                  </a:lnTo>
                  <a:lnTo>
                    <a:pt x="1476055" y="101827"/>
                  </a:lnTo>
                  <a:lnTo>
                    <a:pt x="1477029" y="97873"/>
                  </a:lnTo>
                  <a:lnTo>
                    <a:pt x="1477357" y="93814"/>
                  </a:lnTo>
                  <a:lnTo>
                    <a:pt x="1477357" y="25305"/>
                  </a:lnTo>
                  <a:lnTo>
                    <a:pt x="1477029" y="21245"/>
                  </a:lnTo>
                  <a:lnTo>
                    <a:pt x="1476055" y="17291"/>
                  </a:lnTo>
                  <a:lnTo>
                    <a:pt x="1474458" y="13545"/>
                  </a:lnTo>
                  <a:lnTo>
                    <a:pt x="1472282" y="10103"/>
                  </a:lnTo>
                  <a:lnTo>
                    <a:pt x="1469581" y="7055"/>
                  </a:lnTo>
                  <a:lnTo>
                    <a:pt x="1466427" y="4479"/>
                  </a:lnTo>
                  <a:lnTo>
                    <a:pt x="1462900" y="2443"/>
                  </a:lnTo>
                  <a:lnTo>
                    <a:pt x="1459092" y="999"/>
                  </a:lnTo>
                  <a:lnTo>
                    <a:pt x="1455102" y="184"/>
                  </a:lnTo>
                  <a:lnTo>
                    <a:pt x="145205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993026" y="3609520"/>
              <a:ext cx="886414" cy="119119"/>
            </a:xfrm>
            <a:custGeom>
              <a:avLst/>
              <a:pathLst>
                <a:path w="886414" h="119119">
                  <a:moveTo>
                    <a:pt x="25305" y="119119"/>
                  </a:moveTo>
                  <a:lnTo>
                    <a:pt x="861109" y="119119"/>
                  </a:lnTo>
                  <a:lnTo>
                    <a:pt x="860090" y="119098"/>
                  </a:lnTo>
                  <a:lnTo>
                    <a:pt x="864159" y="118934"/>
                  </a:lnTo>
                  <a:lnTo>
                    <a:pt x="868149" y="118120"/>
                  </a:lnTo>
                  <a:lnTo>
                    <a:pt x="871957" y="116675"/>
                  </a:lnTo>
                  <a:lnTo>
                    <a:pt x="875484" y="114639"/>
                  </a:lnTo>
                  <a:lnTo>
                    <a:pt x="878638" y="112064"/>
                  </a:lnTo>
                  <a:lnTo>
                    <a:pt x="881339" y="109015"/>
                  </a:lnTo>
                  <a:lnTo>
                    <a:pt x="883515" y="105573"/>
                  </a:lnTo>
                  <a:lnTo>
                    <a:pt x="885112" y="101827"/>
                  </a:lnTo>
                  <a:lnTo>
                    <a:pt x="886086" y="97873"/>
                  </a:lnTo>
                  <a:lnTo>
                    <a:pt x="886414" y="93814"/>
                  </a:lnTo>
                  <a:lnTo>
                    <a:pt x="886414" y="25305"/>
                  </a:lnTo>
                  <a:lnTo>
                    <a:pt x="886086" y="21245"/>
                  </a:lnTo>
                  <a:lnTo>
                    <a:pt x="885112" y="17291"/>
                  </a:lnTo>
                  <a:lnTo>
                    <a:pt x="883515" y="13545"/>
                  </a:lnTo>
                  <a:lnTo>
                    <a:pt x="881339" y="10103"/>
                  </a:lnTo>
                  <a:lnTo>
                    <a:pt x="878638" y="7055"/>
                  </a:lnTo>
                  <a:lnTo>
                    <a:pt x="875484" y="4479"/>
                  </a:lnTo>
                  <a:lnTo>
                    <a:pt x="871957" y="2443"/>
                  </a:lnTo>
                  <a:lnTo>
                    <a:pt x="868149" y="999"/>
                  </a:lnTo>
                  <a:lnTo>
                    <a:pt x="864159" y="184"/>
                  </a:lnTo>
                  <a:lnTo>
                    <a:pt x="86110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993026" y="3410988"/>
              <a:ext cx="1181885" cy="119119"/>
            </a:xfrm>
            <a:custGeom>
              <a:avLst/>
              <a:pathLst>
                <a:path w="1181885" h="119119">
                  <a:moveTo>
                    <a:pt x="25305" y="119119"/>
                  </a:moveTo>
                  <a:lnTo>
                    <a:pt x="1156580" y="119119"/>
                  </a:lnTo>
                  <a:lnTo>
                    <a:pt x="1155561" y="119098"/>
                  </a:lnTo>
                  <a:lnTo>
                    <a:pt x="1159631" y="118934"/>
                  </a:lnTo>
                  <a:lnTo>
                    <a:pt x="1163621" y="118120"/>
                  </a:lnTo>
                  <a:lnTo>
                    <a:pt x="1167428" y="116675"/>
                  </a:lnTo>
                  <a:lnTo>
                    <a:pt x="1170955" y="114639"/>
                  </a:lnTo>
                  <a:lnTo>
                    <a:pt x="1174110" y="112064"/>
                  </a:lnTo>
                  <a:lnTo>
                    <a:pt x="1176810" y="109015"/>
                  </a:lnTo>
                  <a:lnTo>
                    <a:pt x="1178987" y="105573"/>
                  </a:lnTo>
                  <a:lnTo>
                    <a:pt x="1180583" y="101827"/>
                  </a:lnTo>
                  <a:lnTo>
                    <a:pt x="1181558" y="97873"/>
                  </a:lnTo>
                  <a:lnTo>
                    <a:pt x="1181885" y="93814"/>
                  </a:lnTo>
                  <a:lnTo>
                    <a:pt x="1181885" y="25305"/>
                  </a:lnTo>
                  <a:lnTo>
                    <a:pt x="1181558" y="21245"/>
                  </a:lnTo>
                  <a:lnTo>
                    <a:pt x="1180583" y="17291"/>
                  </a:lnTo>
                  <a:lnTo>
                    <a:pt x="1178987" y="13545"/>
                  </a:lnTo>
                  <a:lnTo>
                    <a:pt x="1176810" y="10103"/>
                  </a:lnTo>
                  <a:lnTo>
                    <a:pt x="1174110" y="7055"/>
                  </a:lnTo>
                  <a:lnTo>
                    <a:pt x="1170955" y="4479"/>
                  </a:lnTo>
                  <a:lnTo>
                    <a:pt x="1167428" y="2443"/>
                  </a:lnTo>
                  <a:lnTo>
                    <a:pt x="1163621" y="999"/>
                  </a:lnTo>
                  <a:lnTo>
                    <a:pt x="1159631" y="184"/>
                  </a:lnTo>
                  <a:lnTo>
                    <a:pt x="115658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993026" y="3212456"/>
              <a:ext cx="1181885" cy="119119"/>
            </a:xfrm>
            <a:custGeom>
              <a:avLst/>
              <a:pathLst>
                <a:path w="1181885" h="119119">
                  <a:moveTo>
                    <a:pt x="25305" y="119119"/>
                  </a:moveTo>
                  <a:lnTo>
                    <a:pt x="1156580" y="119119"/>
                  </a:lnTo>
                  <a:lnTo>
                    <a:pt x="1155561" y="119098"/>
                  </a:lnTo>
                  <a:lnTo>
                    <a:pt x="1159631" y="118934"/>
                  </a:lnTo>
                  <a:lnTo>
                    <a:pt x="1163621" y="118120"/>
                  </a:lnTo>
                  <a:lnTo>
                    <a:pt x="1167428" y="116675"/>
                  </a:lnTo>
                  <a:lnTo>
                    <a:pt x="1170955" y="114639"/>
                  </a:lnTo>
                  <a:lnTo>
                    <a:pt x="1174110" y="112064"/>
                  </a:lnTo>
                  <a:lnTo>
                    <a:pt x="1176810" y="109015"/>
                  </a:lnTo>
                  <a:lnTo>
                    <a:pt x="1178987" y="105573"/>
                  </a:lnTo>
                  <a:lnTo>
                    <a:pt x="1180583" y="101827"/>
                  </a:lnTo>
                  <a:lnTo>
                    <a:pt x="1181558" y="97873"/>
                  </a:lnTo>
                  <a:lnTo>
                    <a:pt x="1181885" y="93814"/>
                  </a:lnTo>
                  <a:lnTo>
                    <a:pt x="1181885" y="25305"/>
                  </a:lnTo>
                  <a:lnTo>
                    <a:pt x="1181558" y="21245"/>
                  </a:lnTo>
                  <a:lnTo>
                    <a:pt x="1180583" y="17291"/>
                  </a:lnTo>
                  <a:lnTo>
                    <a:pt x="1178987" y="13545"/>
                  </a:lnTo>
                  <a:lnTo>
                    <a:pt x="1176810" y="10103"/>
                  </a:lnTo>
                  <a:lnTo>
                    <a:pt x="1174110" y="7055"/>
                  </a:lnTo>
                  <a:lnTo>
                    <a:pt x="1170955" y="4479"/>
                  </a:lnTo>
                  <a:lnTo>
                    <a:pt x="1167428" y="2443"/>
                  </a:lnTo>
                  <a:lnTo>
                    <a:pt x="1163621" y="999"/>
                  </a:lnTo>
                  <a:lnTo>
                    <a:pt x="1159631" y="184"/>
                  </a:lnTo>
                  <a:lnTo>
                    <a:pt x="115658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993026" y="3013924"/>
              <a:ext cx="1181885" cy="119119"/>
            </a:xfrm>
            <a:custGeom>
              <a:avLst/>
              <a:pathLst>
                <a:path w="1181885" h="119119">
                  <a:moveTo>
                    <a:pt x="25305" y="119119"/>
                  </a:moveTo>
                  <a:lnTo>
                    <a:pt x="1156580" y="119119"/>
                  </a:lnTo>
                  <a:lnTo>
                    <a:pt x="1155561" y="119098"/>
                  </a:lnTo>
                  <a:lnTo>
                    <a:pt x="1159631" y="118934"/>
                  </a:lnTo>
                  <a:lnTo>
                    <a:pt x="1163621" y="118120"/>
                  </a:lnTo>
                  <a:lnTo>
                    <a:pt x="1167428" y="116675"/>
                  </a:lnTo>
                  <a:lnTo>
                    <a:pt x="1170955" y="114639"/>
                  </a:lnTo>
                  <a:lnTo>
                    <a:pt x="1174110" y="112064"/>
                  </a:lnTo>
                  <a:lnTo>
                    <a:pt x="1176810" y="109015"/>
                  </a:lnTo>
                  <a:lnTo>
                    <a:pt x="1178987" y="105573"/>
                  </a:lnTo>
                  <a:lnTo>
                    <a:pt x="1180583" y="101827"/>
                  </a:lnTo>
                  <a:lnTo>
                    <a:pt x="1181558" y="97873"/>
                  </a:lnTo>
                  <a:lnTo>
                    <a:pt x="1181885" y="93814"/>
                  </a:lnTo>
                  <a:lnTo>
                    <a:pt x="1181885" y="25305"/>
                  </a:lnTo>
                  <a:lnTo>
                    <a:pt x="1181558" y="21245"/>
                  </a:lnTo>
                  <a:lnTo>
                    <a:pt x="1180583" y="17291"/>
                  </a:lnTo>
                  <a:lnTo>
                    <a:pt x="1178987" y="13545"/>
                  </a:lnTo>
                  <a:lnTo>
                    <a:pt x="1176810" y="10103"/>
                  </a:lnTo>
                  <a:lnTo>
                    <a:pt x="1174110" y="7055"/>
                  </a:lnTo>
                  <a:lnTo>
                    <a:pt x="1170955" y="4479"/>
                  </a:lnTo>
                  <a:lnTo>
                    <a:pt x="1167428" y="2443"/>
                  </a:lnTo>
                  <a:lnTo>
                    <a:pt x="1163621" y="999"/>
                  </a:lnTo>
                  <a:lnTo>
                    <a:pt x="1159631" y="184"/>
                  </a:lnTo>
                  <a:lnTo>
                    <a:pt x="115658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993026" y="2815393"/>
              <a:ext cx="1181885" cy="119119"/>
            </a:xfrm>
            <a:custGeom>
              <a:avLst/>
              <a:pathLst>
                <a:path w="1181885" h="119119">
                  <a:moveTo>
                    <a:pt x="25305" y="119119"/>
                  </a:moveTo>
                  <a:lnTo>
                    <a:pt x="1156580" y="119119"/>
                  </a:lnTo>
                  <a:lnTo>
                    <a:pt x="1155561" y="119098"/>
                  </a:lnTo>
                  <a:lnTo>
                    <a:pt x="1159631" y="118934"/>
                  </a:lnTo>
                  <a:lnTo>
                    <a:pt x="1163621" y="118120"/>
                  </a:lnTo>
                  <a:lnTo>
                    <a:pt x="1167428" y="116675"/>
                  </a:lnTo>
                  <a:lnTo>
                    <a:pt x="1170955" y="114639"/>
                  </a:lnTo>
                  <a:lnTo>
                    <a:pt x="1174110" y="112064"/>
                  </a:lnTo>
                  <a:lnTo>
                    <a:pt x="1176810" y="109015"/>
                  </a:lnTo>
                  <a:lnTo>
                    <a:pt x="1178987" y="105573"/>
                  </a:lnTo>
                  <a:lnTo>
                    <a:pt x="1180583" y="101827"/>
                  </a:lnTo>
                  <a:lnTo>
                    <a:pt x="1181558" y="97873"/>
                  </a:lnTo>
                  <a:lnTo>
                    <a:pt x="1181885" y="93814"/>
                  </a:lnTo>
                  <a:lnTo>
                    <a:pt x="1181885" y="25305"/>
                  </a:lnTo>
                  <a:lnTo>
                    <a:pt x="1181558" y="21245"/>
                  </a:lnTo>
                  <a:lnTo>
                    <a:pt x="1180583" y="17291"/>
                  </a:lnTo>
                  <a:lnTo>
                    <a:pt x="1178987" y="13545"/>
                  </a:lnTo>
                  <a:lnTo>
                    <a:pt x="1176810" y="10103"/>
                  </a:lnTo>
                  <a:lnTo>
                    <a:pt x="1174110" y="7055"/>
                  </a:lnTo>
                  <a:lnTo>
                    <a:pt x="1170955" y="4479"/>
                  </a:lnTo>
                  <a:lnTo>
                    <a:pt x="1167428" y="2443"/>
                  </a:lnTo>
                  <a:lnTo>
                    <a:pt x="1163621" y="999"/>
                  </a:lnTo>
                  <a:lnTo>
                    <a:pt x="1159631" y="184"/>
                  </a:lnTo>
                  <a:lnTo>
                    <a:pt x="115658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993026" y="2616861"/>
              <a:ext cx="886414" cy="119119"/>
            </a:xfrm>
            <a:custGeom>
              <a:avLst/>
              <a:pathLst>
                <a:path w="886414" h="119119">
                  <a:moveTo>
                    <a:pt x="25305" y="119119"/>
                  </a:moveTo>
                  <a:lnTo>
                    <a:pt x="861109" y="119119"/>
                  </a:lnTo>
                  <a:lnTo>
                    <a:pt x="860090" y="119098"/>
                  </a:lnTo>
                  <a:lnTo>
                    <a:pt x="864159" y="118934"/>
                  </a:lnTo>
                  <a:lnTo>
                    <a:pt x="868149" y="118120"/>
                  </a:lnTo>
                  <a:lnTo>
                    <a:pt x="871957" y="116675"/>
                  </a:lnTo>
                  <a:lnTo>
                    <a:pt x="875484" y="114639"/>
                  </a:lnTo>
                  <a:lnTo>
                    <a:pt x="878638" y="112064"/>
                  </a:lnTo>
                  <a:lnTo>
                    <a:pt x="881339" y="109015"/>
                  </a:lnTo>
                  <a:lnTo>
                    <a:pt x="883515" y="105573"/>
                  </a:lnTo>
                  <a:lnTo>
                    <a:pt x="885112" y="101827"/>
                  </a:lnTo>
                  <a:lnTo>
                    <a:pt x="886086" y="97873"/>
                  </a:lnTo>
                  <a:lnTo>
                    <a:pt x="886414" y="93814"/>
                  </a:lnTo>
                  <a:lnTo>
                    <a:pt x="886414" y="25305"/>
                  </a:lnTo>
                  <a:lnTo>
                    <a:pt x="886086" y="21245"/>
                  </a:lnTo>
                  <a:lnTo>
                    <a:pt x="885112" y="17291"/>
                  </a:lnTo>
                  <a:lnTo>
                    <a:pt x="883515" y="13545"/>
                  </a:lnTo>
                  <a:lnTo>
                    <a:pt x="881339" y="10103"/>
                  </a:lnTo>
                  <a:lnTo>
                    <a:pt x="878638" y="7055"/>
                  </a:lnTo>
                  <a:lnTo>
                    <a:pt x="875484" y="4479"/>
                  </a:lnTo>
                  <a:lnTo>
                    <a:pt x="871957" y="2443"/>
                  </a:lnTo>
                  <a:lnTo>
                    <a:pt x="868149" y="999"/>
                  </a:lnTo>
                  <a:lnTo>
                    <a:pt x="864159" y="184"/>
                  </a:lnTo>
                  <a:lnTo>
                    <a:pt x="86110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993026" y="2418329"/>
              <a:ext cx="886414" cy="119119"/>
            </a:xfrm>
            <a:custGeom>
              <a:avLst/>
              <a:pathLst>
                <a:path w="886414" h="119119">
                  <a:moveTo>
                    <a:pt x="25305" y="119119"/>
                  </a:moveTo>
                  <a:lnTo>
                    <a:pt x="861109" y="119119"/>
                  </a:lnTo>
                  <a:lnTo>
                    <a:pt x="860090" y="119098"/>
                  </a:lnTo>
                  <a:lnTo>
                    <a:pt x="864159" y="118934"/>
                  </a:lnTo>
                  <a:lnTo>
                    <a:pt x="868149" y="118120"/>
                  </a:lnTo>
                  <a:lnTo>
                    <a:pt x="871957" y="116675"/>
                  </a:lnTo>
                  <a:lnTo>
                    <a:pt x="875484" y="114639"/>
                  </a:lnTo>
                  <a:lnTo>
                    <a:pt x="878638" y="112064"/>
                  </a:lnTo>
                  <a:lnTo>
                    <a:pt x="881339" y="109015"/>
                  </a:lnTo>
                  <a:lnTo>
                    <a:pt x="883515" y="105573"/>
                  </a:lnTo>
                  <a:lnTo>
                    <a:pt x="885112" y="101827"/>
                  </a:lnTo>
                  <a:lnTo>
                    <a:pt x="886086" y="97873"/>
                  </a:lnTo>
                  <a:lnTo>
                    <a:pt x="886414" y="93814"/>
                  </a:lnTo>
                  <a:lnTo>
                    <a:pt x="886414" y="25305"/>
                  </a:lnTo>
                  <a:lnTo>
                    <a:pt x="886086" y="21245"/>
                  </a:lnTo>
                  <a:lnTo>
                    <a:pt x="885112" y="17291"/>
                  </a:lnTo>
                  <a:lnTo>
                    <a:pt x="883515" y="13545"/>
                  </a:lnTo>
                  <a:lnTo>
                    <a:pt x="881339" y="10103"/>
                  </a:lnTo>
                  <a:lnTo>
                    <a:pt x="878638" y="7055"/>
                  </a:lnTo>
                  <a:lnTo>
                    <a:pt x="875484" y="4479"/>
                  </a:lnTo>
                  <a:lnTo>
                    <a:pt x="871957" y="2443"/>
                  </a:lnTo>
                  <a:lnTo>
                    <a:pt x="868149" y="999"/>
                  </a:lnTo>
                  <a:lnTo>
                    <a:pt x="864159" y="184"/>
                  </a:lnTo>
                  <a:lnTo>
                    <a:pt x="86110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993026" y="2219797"/>
              <a:ext cx="2764213" cy="119119"/>
            </a:xfrm>
            <a:custGeom>
              <a:avLst/>
              <a:pathLst>
                <a:path w="2764213" h="119119">
                  <a:moveTo>
                    <a:pt x="25305" y="119119"/>
                  </a:moveTo>
                  <a:lnTo>
                    <a:pt x="2738908" y="119119"/>
                  </a:lnTo>
                  <a:lnTo>
                    <a:pt x="2737889" y="119098"/>
                  </a:lnTo>
                  <a:lnTo>
                    <a:pt x="2741958" y="118934"/>
                  </a:lnTo>
                  <a:lnTo>
                    <a:pt x="2745948" y="118120"/>
                  </a:lnTo>
                  <a:lnTo>
                    <a:pt x="2749756" y="116675"/>
                  </a:lnTo>
                  <a:lnTo>
                    <a:pt x="2753283" y="114639"/>
                  </a:lnTo>
                  <a:lnTo>
                    <a:pt x="2756437" y="112064"/>
                  </a:lnTo>
                  <a:lnTo>
                    <a:pt x="2759138" y="109015"/>
                  </a:lnTo>
                  <a:lnTo>
                    <a:pt x="2761315" y="105573"/>
                  </a:lnTo>
                  <a:lnTo>
                    <a:pt x="2762911" y="101827"/>
                  </a:lnTo>
                  <a:lnTo>
                    <a:pt x="2763885" y="97873"/>
                  </a:lnTo>
                  <a:lnTo>
                    <a:pt x="2764213" y="93814"/>
                  </a:lnTo>
                  <a:lnTo>
                    <a:pt x="2764213" y="25305"/>
                  </a:lnTo>
                  <a:lnTo>
                    <a:pt x="2763885" y="21245"/>
                  </a:lnTo>
                  <a:lnTo>
                    <a:pt x="2762911" y="17291"/>
                  </a:lnTo>
                  <a:lnTo>
                    <a:pt x="2761315" y="13545"/>
                  </a:lnTo>
                  <a:lnTo>
                    <a:pt x="2759138" y="10103"/>
                  </a:lnTo>
                  <a:lnTo>
                    <a:pt x="2756437" y="7055"/>
                  </a:lnTo>
                  <a:lnTo>
                    <a:pt x="2753283" y="4479"/>
                  </a:lnTo>
                  <a:lnTo>
                    <a:pt x="2749756" y="2443"/>
                  </a:lnTo>
                  <a:lnTo>
                    <a:pt x="2745948" y="999"/>
                  </a:lnTo>
                  <a:lnTo>
                    <a:pt x="2741958" y="184"/>
                  </a:lnTo>
                  <a:lnTo>
                    <a:pt x="273890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993026" y="2021265"/>
              <a:ext cx="2610646" cy="119119"/>
            </a:xfrm>
            <a:custGeom>
              <a:avLst/>
              <a:pathLst>
                <a:path w="2610646" h="119119">
                  <a:moveTo>
                    <a:pt x="25305" y="119119"/>
                  </a:moveTo>
                  <a:lnTo>
                    <a:pt x="2585341" y="119119"/>
                  </a:lnTo>
                  <a:lnTo>
                    <a:pt x="2584322" y="119098"/>
                  </a:lnTo>
                  <a:lnTo>
                    <a:pt x="2588391" y="118934"/>
                  </a:lnTo>
                  <a:lnTo>
                    <a:pt x="2592381" y="118120"/>
                  </a:lnTo>
                  <a:lnTo>
                    <a:pt x="2596189" y="116675"/>
                  </a:lnTo>
                  <a:lnTo>
                    <a:pt x="2599716" y="114639"/>
                  </a:lnTo>
                  <a:lnTo>
                    <a:pt x="2602870" y="112064"/>
                  </a:lnTo>
                  <a:lnTo>
                    <a:pt x="2605571" y="109015"/>
                  </a:lnTo>
                  <a:lnTo>
                    <a:pt x="2607747" y="105573"/>
                  </a:lnTo>
                  <a:lnTo>
                    <a:pt x="2609343" y="101827"/>
                  </a:lnTo>
                  <a:lnTo>
                    <a:pt x="2610318" y="97873"/>
                  </a:lnTo>
                  <a:lnTo>
                    <a:pt x="2610646" y="93814"/>
                  </a:lnTo>
                  <a:lnTo>
                    <a:pt x="2610646" y="25305"/>
                  </a:lnTo>
                  <a:lnTo>
                    <a:pt x="2610318" y="21245"/>
                  </a:lnTo>
                  <a:lnTo>
                    <a:pt x="2609343" y="17291"/>
                  </a:lnTo>
                  <a:lnTo>
                    <a:pt x="2607747" y="13545"/>
                  </a:lnTo>
                  <a:lnTo>
                    <a:pt x="2605571" y="10103"/>
                  </a:lnTo>
                  <a:lnTo>
                    <a:pt x="2602870" y="7055"/>
                  </a:lnTo>
                  <a:lnTo>
                    <a:pt x="2599716" y="4479"/>
                  </a:lnTo>
                  <a:lnTo>
                    <a:pt x="2596189" y="2443"/>
                  </a:lnTo>
                  <a:lnTo>
                    <a:pt x="2592381" y="999"/>
                  </a:lnTo>
                  <a:lnTo>
                    <a:pt x="2588391" y="184"/>
                  </a:lnTo>
                  <a:lnTo>
                    <a:pt x="258534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993026" y="1822733"/>
              <a:ext cx="2610646" cy="119119"/>
            </a:xfrm>
            <a:custGeom>
              <a:avLst/>
              <a:pathLst>
                <a:path w="2610646" h="119119">
                  <a:moveTo>
                    <a:pt x="25305" y="119119"/>
                  </a:moveTo>
                  <a:lnTo>
                    <a:pt x="2585341" y="119119"/>
                  </a:lnTo>
                  <a:lnTo>
                    <a:pt x="2584322" y="119098"/>
                  </a:lnTo>
                  <a:lnTo>
                    <a:pt x="2588391" y="118934"/>
                  </a:lnTo>
                  <a:lnTo>
                    <a:pt x="2592381" y="118120"/>
                  </a:lnTo>
                  <a:lnTo>
                    <a:pt x="2596189" y="116675"/>
                  </a:lnTo>
                  <a:lnTo>
                    <a:pt x="2599716" y="114639"/>
                  </a:lnTo>
                  <a:lnTo>
                    <a:pt x="2602870" y="112064"/>
                  </a:lnTo>
                  <a:lnTo>
                    <a:pt x="2605571" y="109015"/>
                  </a:lnTo>
                  <a:lnTo>
                    <a:pt x="2607747" y="105573"/>
                  </a:lnTo>
                  <a:lnTo>
                    <a:pt x="2609343" y="101827"/>
                  </a:lnTo>
                  <a:lnTo>
                    <a:pt x="2610318" y="97873"/>
                  </a:lnTo>
                  <a:lnTo>
                    <a:pt x="2610646" y="93814"/>
                  </a:lnTo>
                  <a:lnTo>
                    <a:pt x="2610646" y="25305"/>
                  </a:lnTo>
                  <a:lnTo>
                    <a:pt x="2610318" y="21245"/>
                  </a:lnTo>
                  <a:lnTo>
                    <a:pt x="2609343" y="17291"/>
                  </a:lnTo>
                  <a:lnTo>
                    <a:pt x="2607747" y="13545"/>
                  </a:lnTo>
                  <a:lnTo>
                    <a:pt x="2605571" y="10103"/>
                  </a:lnTo>
                  <a:lnTo>
                    <a:pt x="2602870" y="7055"/>
                  </a:lnTo>
                  <a:lnTo>
                    <a:pt x="2599716" y="4479"/>
                  </a:lnTo>
                  <a:lnTo>
                    <a:pt x="2596189" y="2443"/>
                  </a:lnTo>
                  <a:lnTo>
                    <a:pt x="2592381" y="999"/>
                  </a:lnTo>
                  <a:lnTo>
                    <a:pt x="2588391" y="184"/>
                  </a:lnTo>
                  <a:lnTo>
                    <a:pt x="258534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993026" y="1624201"/>
              <a:ext cx="2457078" cy="119119"/>
            </a:xfrm>
            <a:custGeom>
              <a:avLst/>
              <a:pathLst>
                <a:path w="2457078" h="119119">
                  <a:moveTo>
                    <a:pt x="25305" y="119119"/>
                  </a:moveTo>
                  <a:lnTo>
                    <a:pt x="2431773" y="119119"/>
                  </a:lnTo>
                  <a:lnTo>
                    <a:pt x="2430754" y="119098"/>
                  </a:lnTo>
                  <a:lnTo>
                    <a:pt x="2434823" y="118934"/>
                  </a:lnTo>
                  <a:lnTo>
                    <a:pt x="2438813" y="118120"/>
                  </a:lnTo>
                  <a:lnTo>
                    <a:pt x="2442621" y="116675"/>
                  </a:lnTo>
                  <a:lnTo>
                    <a:pt x="2446148" y="114639"/>
                  </a:lnTo>
                  <a:lnTo>
                    <a:pt x="2449303" y="112064"/>
                  </a:lnTo>
                  <a:lnTo>
                    <a:pt x="2452003" y="109015"/>
                  </a:lnTo>
                  <a:lnTo>
                    <a:pt x="2454180" y="105573"/>
                  </a:lnTo>
                  <a:lnTo>
                    <a:pt x="2455776" y="101827"/>
                  </a:lnTo>
                  <a:lnTo>
                    <a:pt x="2456751" y="97873"/>
                  </a:lnTo>
                  <a:lnTo>
                    <a:pt x="2457078" y="93814"/>
                  </a:lnTo>
                  <a:lnTo>
                    <a:pt x="2457078" y="25305"/>
                  </a:lnTo>
                  <a:lnTo>
                    <a:pt x="2456751" y="21245"/>
                  </a:lnTo>
                  <a:lnTo>
                    <a:pt x="2455776" y="17291"/>
                  </a:lnTo>
                  <a:lnTo>
                    <a:pt x="2454180" y="13545"/>
                  </a:lnTo>
                  <a:lnTo>
                    <a:pt x="2452003" y="10103"/>
                  </a:lnTo>
                  <a:lnTo>
                    <a:pt x="2449303" y="7055"/>
                  </a:lnTo>
                  <a:lnTo>
                    <a:pt x="2446148" y="4479"/>
                  </a:lnTo>
                  <a:lnTo>
                    <a:pt x="2442621" y="2443"/>
                  </a:lnTo>
                  <a:lnTo>
                    <a:pt x="2438813" y="999"/>
                  </a:lnTo>
                  <a:lnTo>
                    <a:pt x="2434823" y="184"/>
                  </a:lnTo>
                  <a:lnTo>
                    <a:pt x="243177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993026" y="1425669"/>
              <a:ext cx="2917781" cy="119119"/>
            </a:xfrm>
            <a:custGeom>
              <a:avLst/>
              <a:pathLst>
                <a:path w="2917781" h="119119">
                  <a:moveTo>
                    <a:pt x="25305" y="119119"/>
                  </a:moveTo>
                  <a:lnTo>
                    <a:pt x="2892475" y="119119"/>
                  </a:lnTo>
                  <a:lnTo>
                    <a:pt x="2891457" y="119098"/>
                  </a:lnTo>
                  <a:lnTo>
                    <a:pt x="2895526" y="118934"/>
                  </a:lnTo>
                  <a:lnTo>
                    <a:pt x="2899516" y="118120"/>
                  </a:lnTo>
                  <a:lnTo>
                    <a:pt x="2903324" y="116675"/>
                  </a:lnTo>
                  <a:lnTo>
                    <a:pt x="2906850" y="114639"/>
                  </a:lnTo>
                  <a:lnTo>
                    <a:pt x="2910005" y="112064"/>
                  </a:lnTo>
                  <a:lnTo>
                    <a:pt x="2912705" y="109015"/>
                  </a:lnTo>
                  <a:lnTo>
                    <a:pt x="2914882" y="105573"/>
                  </a:lnTo>
                  <a:lnTo>
                    <a:pt x="2916478" y="101827"/>
                  </a:lnTo>
                  <a:lnTo>
                    <a:pt x="2917453" y="97873"/>
                  </a:lnTo>
                  <a:lnTo>
                    <a:pt x="2917781" y="93814"/>
                  </a:lnTo>
                  <a:lnTo>
                    <a:pt x="2917781" y="25305"/>
                  </a:lnTo>
                  <a:lnTo>
                    <a:pt x="2917453" y="21245"/>
                  </a:lnTo>
                  <a:lnTo>
                    <a:pt x="2916478" y="17291"/>
                  </a:lnTo>
                  <a:lnTo>
                    <a:pt x="2914882" y="13545"/>
                  </a:lnTo>
                  <a:lnTo>
                    <a:pt x="2912705" y="10103"/>
                  </a:lnTo>
                  <a:lnTo>
                    <a:pt x="2910005" y="7055"/>
                  </a:lnTo>
                  <a:lnTo>
                    <a:pt x="2906850" y="4479"/>
                  </a:lnTo>
                  <a:lnTo>
                    <a:pt x="2903324" y="2443"/>
                  </a:lnTo>
                  <a:lnTo>
                    <a:pt x="2899516" y="999"/>
                  </a:lnTo>
                  <a:lnTo>
                    <a:pt x="2895526" y="184"/>
                  </a:lnTo>
                  <a:lnTo>
                    <a:pt x="289247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993026" y="1227137"/>
              <a:ext cx="2764213" cy="119119"/>
            </a:xfrm>
            <a:custGeom>
              <a:avLst/>
              <a:pathLst>
                <a:path w="2764213" h="119119">
                  <a:moveTo>
                    <a:pt x="25305" y="119119"/>
                  </a:moveTo>
                  <a:lnTo>
                    <a:pt x="2738908" y="119119"/>
                  </a:lnTo>
                  <a:lnTo>
                    <a:pt x="2737889" y="119098"/>
                  </a:lnTo>
                  <a:lnTo>
                    <a:pt x="2741958" y="118934"/>
                  </a:lnTo>
                  <a:lnTo>
                    <a:pt x="2745948" y="118120"/>
                  </a:lnTo>
                  <a:lnTo>
                    <a:pt x="2749756" y="116675"/>
                  </a:lnTo>
                  <a:lnTo>
                    <a:pt x="2753283" y="114639"/>
                  </a:lnTo>
                  <a:lnTo>
                    <a:pt x="2756437" y="112064"/>
                  </a:lnTo>
                  <a:lnTo>
                    <a:pt x="2759138" y="109015"/>
                  </a:lnTo>
                  <a:lnTo>
                    <a:pt x="2761315" y="105573"/>
                  </a:lnTo>
                  <a:lnTo>
                    <a:pt x="2762911" y="101827"/>
                  </a:lnTo>
                  <a:lnTo>
                    <a:pt x="2763885" y="97873"/>
                  </a:lnTo>
                  <a:lnTo>
                    <a:pt x="2764213" y="93814"/>
                  </a:lnTo>
                  <a:lnTo>
                    <a:pt x="2764213" y="25305"/>
                  </a:lnTo>
                  <a:lnTo>
                    <a:pt x="2763885" y="21245"/>
                  </a:lnTo>
                  <a:lnTo>
                    <a:pt x="2762911" y="17291"/>
                  </a:lnTo>
                  <a:lnTo>
                    <a:pt x="2761315" y="13545"/>
                  </a:lnTo>
                  <a:lnTo>
                    <a:pt x="2759138" y="10103"/>
                  </a:lnTo>
                  <a:lnTo>
                    <a:pt x="2756437" y="7055"/>
                  </a:lnTo>
                  <a:lnTo>
                    <a:pt x="2753283" y="4479"/>
                  </a:lnTo>
                  <a:lnTo>
                    <a:pt x="2749756" y="2443"/>
                  </a:lnTo>
                  <a:lnTo>
                    <a:pt x="2745948" y="999"/>
                  </a:lnTo>
                  <a:lnTo>
                    <a:pt x="2741958" y="184"/>
                  </a:lnTo>
                  <a:lnTo>
                    <a:pt x="2738908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993026" y="1028605"/>
              <a:ext cx="2917781" cy="119119"/>
            </a:xfrm>
            <a:custGeom>
              <a:avLst/>
              <a:pathLst>
                <a:path w="2917781" h="119119">
                  <a:moveTo>
                    <a:pt x="25305" y="119119"/>
                  </a:moveTo>
                  <a:lnTo>
                    <a:pt x="2892475" y="119119"/>
                  </a:lnTo>
                  <a:lnTo>
                    <a:pt x="2891457" y="119098"/>
                  </a:lnTo>
                  <a:lnTo>
                    <a:pt x="2895526" y="118934"/>
                  </a:lnTo>
                  <a:lnTo>
                    <a:pt x="2899516" y="118120"/>
                  </a:lnTo>
                  <a:lnTo>
                    <a:pt x="2903324" y="116675"/>
                  </a:lnTo>
                  <a:lnTo>
                    <a:pt x="2906850" y="114639"/>
                  </a:lnTo>
                  <a:lnTo>
                    <a:pt x="2910005" y="112064"/>
                  </a:lnTo>
                  <a:lnTo>
                    <a:pt x="2912705" y="109015"/>
                  </a:lnTo>
                  <a:lnTo>
                    <a:pt x="2914882" y="105573"/>
                  </a:lnTo>
                  <a:lnTo>
                    <a:pt x="2916478" y="101827"/>
                  </a:lnTo>
                  <a:lnTo>
                    <a:pt x="2917453" y="97873"/>
                  </a:lnTo>
                  <a:lnTo>
                    <a:pt x="2917781" y="93814"/>
                  </a:lnTo>
                  <a:lnTo>
                    <a:pt x="2917781" y="25305"/>
                  </a:lnTo>
                  <a:lnTo>
                    <a:pt x="2917453" y="21245"/>
                  </a:lnTo>
                  <a:lnTo>
                    <a:pt x="2916478" y="17291"/>
                  </a:lnTo>
                  <a:lnTo>
                    <a:pt x="2914882" y="13545"/>
                  </a:lnTo>
                  <a:lnTo>
                    <a:pt x="2912705" y="10103"/>
                  </a:lnTo>
                  <a:lnTo>
                    <a:pt x="2910005" y="7055"/>
                  </a:lnTo>
                  <a:lnTo>
                    <a:pt x="2906850" y="4479"/>
                  </a:lnTo>
                  <a:lnTo>
                    <a:pt x="2903324" y="2443"/>
                  </a:lnTo>
                  <a:lnTo>
                    <a:pt x="2899516" y="999"/>
                  </a:lnTo>
                  <a:lnTo>
                    <a:pt x="2895526" y="184"/>
                  </a:lnTo>
                  <a:lnTo>
                    <a:pt x="289247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993026" y="830073"/>
              <a:ext cx="2917781" cy="119119"/>
            </a:xfrm>
            <a:custGeom>
              <a:avLst/>
              <a:pathLst>
                <a:path w="2917781" h="119119">
                  <a:moveTo>
                    <a:pt x="25305" y="119119"/>
                  </a:moveTo>
                  <a:lnTo>
                    <a:pt x="2892475" y="119119"/>
                  </a:lnTo>
                  <a:lnTo>
                    <a:pt x="2891457" y="119098"/>
                  </a:lnTo>
                  <a:lnTo>
                    <a:pt x="2895526" y="118934"/>
                  </a:lnTo>
                  <a:lnTo>
                    <a:pt x="2899516" y="118120"/>
                  </a:lnTo>
                  <a:lnTo>
                    <a:pt x="2903324" y="116675"/>
                  </a:lnTo>
                  <a:lnTo>
                    <a:pt x="2906850" y="114639"/>
                  </a:lnTo>
                  <a:lnTo>
                    <a:pt x="2910005" y="112064"/>
                  </a:lnTo>
                  <a:lnTo>
                    <a:pt x="2912705" y="109015"/>
                  </a:lnTo>
                  <a:lnTo>
                    <a:pt x="2914882" y="105573"/>
                  </a:lnTo>
                  <a:lnTo>
                    <a:pt x="2916478" y="101827"/>
                  </a:lnTo>
                  <a:lnTo>
                    <a:pt x="2917453" y="97873"/>
                  </a:lnTo>
                  <a:lnTo>
                    <a:pt x="2917781" y="93814"/>
                  </a:lnTo>
                  <a:lnTo>
                    <a:pt x="2917781" y="25305"/>
                  </a:lnTo>
                  <a:lnTo>
                    <a:pt x="2917453" y="21245"/>
                  </a:lnTo>
                  <a:lnTo>
                    <a:pt x="2916478" y="17291"/>
                  </a:lnTo>
                  <a:lnTo>
                    <a:pt x="2914882" y="13545"/>
                  </a:lnTo>
                  <a:lnTo>
                    <a:pt x="2912705" y="10103"/>
                  </a:lnTo>
                  <a:lnTo>
                    <a:pt x="2910005" y="7055"/>
                  </a:lnTo>
                  <a:lnTo>
                    <a:pt x="2906850" y="4479"/>
                  </a:lnTo>
                  <a:lnTo>
                    <a:pt x="2903324" y="2443"/>
                  </a:lnTo>
                  <a:lnTo>
                    <a:pt x="2899516" y="999"/>
                  </a:lnTo>
                  <a:lnTo>
                    <a:pt x="2895526" y="184"/>
                  </a:lnTo>
                  <a:lnTo>
                    <a:pt x="289247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993026" y="631542"/>
              <a:ext cx="3071348" cy="119119"/>
            </a:xfrm>
            <a:custGeom>
              <a:avLst/>
              <a:pathLst>
                <a:path w="3071348" h="119119">
                  <a:moveTo>
                    <a:pt x="25305" y="119119"/>
                  </a:moveTo>
                  <a:lnTo>
                    <a:pt x="3046043" y="119119"/>
                  </a:lnTo>
                  <a:lnTo>
                    <a:pt x="3045024" y="119098"/>
                  </a:lnTo>
                  <a:lnTo>
                    <a:pt x="3049093" y="118934"/>
                  </a:lnTo>
                  <a:lnTo>
                    <a:pt x="3053083" y="118120"/>
                  </a:lnTo>
                  <a:lnTo>
                    <a:pt x="3056891" y="116675"/>
                  </a:lnTo>
                  <a:lnTo>
                    <a:pt x="3060418" y="114639"/>
                  </a:lnTo>
                  <a:lnTo>
                    <a:pt x="3063572" y="112064"/>
                  </a:lnTo>
                  <a:lnTo>
                    <a:pt x="3066273" y="109015"/>
                  </a:lnTo>
                  <a:lnTo>
                    <a:pt x="3068449" y="105573"/>
                  </a:lnTo>
                  <a:lnTo>
                    <a:pt x="3070046" y="101827"/>
                  </a:lnTo>
                  <a:lnTo>
                    <a:pt x="3071020" y="97873"/>
                  </a:lnTo>
                  <a:lnTo>
                    <a:pt x="3071348" y="93814"/>
                  </a:lnTo>
                  <a:lnTo>
                    <a:pt x="3071348" y="25305"/>
                  </a:lnTo>
                  <a:lnTo>
                    <a:pt x="3071020" y="21245"/>
                  </a:lnTo>
                  <a:lnTo>
                    <a:pt x="3070046" y="17291"/>
                  </a:lnTo>
                  <a:lnTo>
                    <a:pt x="3068449" y="13545"/>
                  </a:lnTo>
                  <a:lnTo>
                    <a:pt x="3066273" y="10103"/>
                  </a:lnTo>
                  <a:lnTo>
                    <a:pt x="3063572" y="7055"/>
                  </a:lnTo>
                  <a:lnTo>
                    <a:pt x="3060418" y="4479"/>
                  </a:lnTo>
                  <a:lnTo>
                    <a:pt x="3056891" y="2443"/>
                  </a:lnTo>
                  <a:lnTo>
                    <a:pt x="3053083" y="999"/>
                  </a:lnTo>
                  <a:lnTo>
                    <a:pt x="3049093" y="184"/>
                  </a:lnTo>
                  <a:lnTo>
                    <a:pt x="304604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993026" y="433010"/>
              <a:ext cx="2917781" cy="119119"/>
            </a:xfrm>
            <a:custGeom>
              <a:avLst/>
              <a:pathLst>
                <a:path w="2917781" h="119119">
                  <a:moveTo>
                    <a:pt x="25305" y="119119"/>
                  </a:moveTo>
                  <a:lnTo>
                    <a:pt x="2892475" y="119119"/>
                  </a:lnTo>
                  <a:lnTo>
                    <a:pt x="2891457" y="119098"/>
                  </a:lnTo>
                  <a:lnTo>
                    <a:pt x="2895526" y="118934"/>
                  </a:lnTo>
                  <a:lnTo>
                    <a:pt x="2899516" y="118120"/>
                  </a:lnTo>
                  <a:lnTo>
                    <a:pt x="2903324" y="116675"/>
                  </a:lnTo>
                  <a:lnTo>
                    <a:pt x="2906850" y="114639"/>
                  </a:lnTo>
                  <a:lnTo>
                    <a:pt x="2910005" y="112064"/>
                  </a:lnTo>
                  <a:lnTo>
                    <a:pt x="2912705" y="109015"/>
                  </a:lnTo>
                  <a:lnTo>
                    <a:pt x="2914882" y="105573"/>
                  </a:lnTo>
                  <a:lnTo>
                    <a:pt x="2916478" y="101827"/>
                  </a:lnTo>
                  <a:lnTo>
                    <a:pt x="2917453" y="97873"/>
                  </a:lnTo>
                  <a:lnTo>
                    <a:pt x="2917781" y="93814"/>
                  </a:lnTo>
                  <a:lnTo>
                    <a:pt x="2917781" y="25305"/>
                  </a:lnTo>
                  <a:lnTo>
                    <a:pt x="2917453" y="21245"/>
                  </a:lnTo>
                  <a:lnTo>
                    <a:pt x="2916478" y="17291"/>
                  </a:lnTo>
                  <a:lnTo>
                    <a:pt x="2914882" y="13545"/>
                  </a:lnTo>
                  <a:lnTo>
                    <a:pt x="2912705" y="10103"/>
                  </a:lnTo>
                  <a:lnTo>
                    <a:pt x="2910005" y="7055"/>
                  </a:lnTo>
                  <a:lnTo>
                    <a:pt x="2906850" y="4479"/>
                  </a:lnTo>
                  <a:lnTo>
                    <a:pt x="2903324" y="2443"/>
                  </a:lnTo>
                  <a:lnTo>
                    <a:pt x="2899516" y="999"/>
                  </a:lnTo>
                  <a:lnTo>
                    <a:pt x="2895526" y="184"/>
                  </a:lnTo>
                  <a:lnTo>
                    <a:pt x="289247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93814"/>
                  </a:lnTo>
                  <a:lnTo>
                    <a:pt x="82" y="91777"/>
                  </a:lnTo>
                  <a:lnTo>
                    <a:pt x="82" y="95850"/>
                  </a:lnTo>
                  <a:lnTo>
                    <a:pt x="735" y="99869"/>
                  </a:lnTo>
                  <a:lnTo>
                    <a:pt x="2024" y="103732"/>
                  </a:lnTo>
                  <a:lnTo>
                    <a:pt x="3917" y="107338"/>
                  </a:lnTo>
                  <a:lnTo>
                    <a:pt x="6363" y="110594"/>
                  </a:lnTo>
                  <a:lnTo>
                    <a:pt x="9301" y="113415"/>
                  </a:lnTo>
                  <a:lnTo>
                    <a:pt x="12652" y="115728"/>
                  </a:lnTo>
                  <a:lnTo>
                    <a:pt x="16331" y="117474"/>
                  </a:lnTo>
                  <a:lnTo>
                    <a:pt x="20243" y="118607"/>
                  </a:lnTo>
                  <a:lnTo>
                    <a:pt x="24286" y="119098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060596" y="6191839"/>
              <a:ext cx="113815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 activity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060596" y="5993307"/>
              <a:ext cx="132770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activity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060596" y="5794775"/>
              <a:ext cx="199613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receptor binding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060596" y="5596243"/>
              <a:ext cx="161684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receptor ligand activity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060596" y="5397711"/>
              <a:ext cx="248396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signaling receptor activator activity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060596" y="5199179"/>
              <a:ext cx="180658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 receptor binding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060596" y="5000647"/>
              <a:ext cx="250161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CXCR chemokine receptor binding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060596" y="4802115"/>
              <a:ext cx="250198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 protein-coupled receptor binding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060596" y="4603584"/>
              <a:ext cx="234827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immunoglobulin receptor binding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060596" y="4405052"/>
              <a:ext cx="239325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CCR chemokine receptor binding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60596" y="4206520"/>
              <a:ext cx="209516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IgG immunoglobulin complex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060596" y="4007988"/>
              <a:ext cx="261006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immunoglobulin complex, circulating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060596" y="3809456"/>
              <a:ext cx="249265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external side of plasma membrane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060596" y="3610924"/>
              <a:ext cx="136373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blood microparticle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060596" y="3412392"/>
              <a:ext cx="207715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membrane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060596" y="3213860"/>
              <a:ext cx="174312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060596" y="3015328"/>
              <a:ext cx="18785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060596" y="2816796"/>
              <a:ext cx="9844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060596" y="2618264"/>
              <a:ext cx="108383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tertiary granule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060596" y="2419732"/>
              <a:ext cx="178810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immunoglobulin complex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060596" y="2221201"/>
              <a:ext cx="155347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060596" y="2022669"/>
              <a:ext cx="170709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060596" y="1824137"/>
              <a:ext cx="142701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060596" y="1625605"/>
              <a:ext cx="158063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060596" y="1427073"/>
              <a:ext cx="200500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060596" y="1228541"/>
              <a:ext cx="155356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060596" y="1030009"/>
              <a:ext cx="192353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060596" y="831477"/>
              <a:ext cx="223113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060596" y="632945"/>
              <a:ext cx="139994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060596" y="434413"/>
              <a:ext cx="282714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094381" y="6319481"/>
              <a:ext cx="23876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TIMP1, CCL18, CXCL5, CCL3L3, CCL20 ... (+12)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094381" y="6120949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(+5)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094381" y="5922417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(+5)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094381" y="5723885"/>
              <a:ext cx="23876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TIMP1, CCL18, CXCL5, CCL3L3, CCL20 ... (+13)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094381" y="5525353"/>
              <a:ext cx="23876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TIMP1, CCL18, CXCL5, CCL3L3, CCL20 ... (+13)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094381" y="5326821"/>
              <a:ext cx="231553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IL1RN ... (+9)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094381" y="5128289"/>
              <a:ext cx="198717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CXCL5, CXCL8, CXCL2, CXCL3, CXCL1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094381" y="4929757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(+6)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094381" y="4731226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094381" y="4532694"/>
              <a:ext cx="186702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CCL3L3, CCL20, CCL3, CCL4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094381" y="4334162"/>
              <a:ext cx="183044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IGHG4, IGKC, IGHG1, IGHG3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94381" y="4135630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094381" y="3937098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(+5)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094381" y="3738566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094381" y="3540034"/>
              <a:ext cx="241547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CD44, MCEMP1, ANPEP, SLC11A1, OLR1 ... (+3)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094381" y="3341502"/>
              <a:ext cx="2405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TIMP1, S100A8, S100A9, S100A12, FCN1 ... (+3)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094381" y="3142970"/>
              <a:ext cx="2405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TIMP1, S100A8, S100A9, S100A12, FCN1 ... (+3)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094381" y="2944438"/>
              <a:ext cx="2405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TIMP1, S100A8, S100A9, S100A12, FCN1 ... (+3)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094381" y="2745906"/>
              <a:ext cx="25637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FTH1, TNFAIP6, MCEMP1, CXCL1, SLC11A1 ... (+1)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94381" y="2547374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94381" y="2348843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(+13)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094381" y="2150311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(+12)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094381" y="1951779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(+12)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094381" y="1753247"/>
              <a:ext cx="244611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(+11)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094381" y="1554715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(+14)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094381" y="1356183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(+13)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094381" y="1157651"/>
              <a:ext cx="221284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(+14)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094381" y="959119"/>
              <a:ext cx="230337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CXCL5, SOD2, S100A8, CCL3, CXCL8 ... (+14)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094381" y="760587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(+15)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094381" y="562055"/>
              <a:ext cx="230337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CXCL5, SOD2, S100A8, CCL3, CXCL8 ... (+14)</a:t>
              </a:r>
            </a:p>
          </p:txBody>
        </p:sp>
        <p:sp>
          <p:nvSpPr>
            <p:cNvPr id="96" name="pt96"/>
            <p:cNvSpPr/>
            <p:nvPr/>
          </p:nvSpPr>
          <p:spPr>
            <a:xfrm>
              <a:off x="2111756" y="6044421"/>
              <a:ext cx="411147" cy="411147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159018" y="5893152"/>
              <a:ext cx="316622" cy="316622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159018" y="5694620"/>
              <a:ext cx="316622" cy="316622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106312" y="5443381"/>
              <a:ext cx="422035" cy="422035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106312" y="5244849"/>
              <a:ext cx="422035" cy="422035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129618" y="5069623"/>
              <a:ext cx="375424" cy="375424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245077" y="4986550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150805" y="4693746"/>
              <a:ext cx="333049" cy="333049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206590" y="4551000"/>
              <a:ext cx="221478" cy="221478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45077" y="4390954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45077" y="4192422"/>
              <a:ext cx="144506" cy="14450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06590" y="3955404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159018" y="3709301"/>
              <a:ext cx="316622" cy="316622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206590" y="3558340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178416" y="3331635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178416" y="3133103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178416" y="2934571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178416" y="2736039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206590" y="2565681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206590" y="2367149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106312" y="2068339"/>
              <a:ext cx="422035" cy="42203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111756" y="1875251"/>
              <a:ext cx="411147" cy="411147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111756" y="1676719"/>
              <a:ext cx="411147" cy="411147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117432" y="1483863"/>
              <a:ext cx="399795" cy="39979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101074" y="1268973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106312" y="1075679"/>
              <a:ext cx="422035" cy="42203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101074" y="871909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101074" y="673377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096020" y="469791"/>
              <a:ext cx="442620" cy="442620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101074" y="276313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tx126"/>
            <p:cNvSpPr/>
            <p:nvPr/>
          </p:nvSpPr>
          <p:spPr>
            <a:xfrm>
              <a:off x="2247012" y="620473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247012" y="600620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247012" y="580766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247012" y="560913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247012" y="541060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247012" y="521207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282171" y="501354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2251721" y="4815008"/>
              <a:ext cx="1312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282171" y="461647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2282171" y="4417945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2282171" y="421941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2282171" y="402088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2247012" y="3822349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282171" y="362381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282171" y="3425285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2282171" y="322675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2282171" y="302822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2282171" y="2829689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2282171" y="263115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2282171" y="243262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2247012" y="223409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2247012" y="203556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2247012" y="183703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2247012" y="163849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2247012" y="143996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2247012" y="124143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247012" y="104290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247012" y="84437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247012" y="64583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247012" y="44730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56" name="pg156"/>
            <p:cNvSpPr/>
            <p:nvPr/>
          </p:nvSpPr>
          <p:spPr>
            <a:xfrm>
              <a:off x="1702446" y="4383795"/>
              <a:ext cx="439202" cy="1945612"/>
            </a:xfrm>
            <a:custGeom>
              <a:avLst/>
              <a:pathLst>
                <a:path w="439202" h="1945612">
                  <a:moveTo>
                    <a:pt x="25305" y="1945612"/>
                  </a:moveTo>
                  <a:lnTo>
                    <a:pt x="413897" y="1945612"/>
                  </a:lnTo>
                  <a:lnTo>
                    <a:pt x="412878" y="1945592"/>
                  </a:lnTo>
                  <a:lnTo>
                    <a:pt x="416947" y="1945428"/>
                  </a:lnTo>
                  <a:lnTo>
                    <a:pt x="420938" y="1944613"/>
                  </a:lnTo>
                  <a:lnTo>
                    <a:pt x="424745" y="1943169"/>
                  </a:lnTo>
                  <a:lnTo>
                    <a:pt x="428272" y="1941133"/>
                  </a:lnTo>
                  <a:lnTo>
                    <a:pt x="431427" y="1938557"/>
                  </a:lnTo>
                  <a:lnTo>
                    <a:pt x="434127" y="1935509"/>
                  </a:lnTo>
                  <a:lnTo>
                    <a:pt x="436304" y="1932067"/>
                  </a:lnTo>
                  <a:lnTo>
                    <a:pt x="437900" y="1928320"/>
                  </a:lnTo>
                  <a:lnTo>
                    <a:pt x="438875" y="1924366"/>
                  </a:lnTo>
                  <a:lnTo>
                    <a:pt x="439202" y="1920307"/>
                  </a:lnTo>
                  <a:lnTo>
                    <a:pt x="439202" y="25305"/>
                  </a:lnTo>
                  <a:lnTo>
                    <a:pt x="438875" y="21245"/>
                  </a:lnTo>
                  <a:lnTo>
                    <a:pt x="437900" y="17291"/>
                  </a:lnTo>
                  <a:lnTo>
                    <a:pt x="436304" y="13545"/>
                  </a:lnTo>
                  <a:lnTo>
                    <a:pt x="434127" y="10103"/>
                  </a:lnTo>
                  <a:lnTo>
                    <a:pt x="431427" y="7055"/>
                  </a:lnTo>
                  <a:lnTo>
                    <a:pt x="428272" y="4479"/>
                  </a:lnTo>
                  <a:lnTo>
                    <a:pt x="424745" y="2443"/>
                  </a:lnTo>
                  <a:lnTo>
                    <a:pt x="420938" y="999"/>
                  </a:lnTo>
                  <a:lnTo>
                    <a:pt x="416947" y="184"/>
                  </a:lnTo>
                  <a:lnTo>
                    <a:pt x="41389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920307"/>
                  </a:lnTo>
                  <a:lnTo>
                    <a:pt x="82" y="1918271"/>
                  </a:lnTo>
                  <a:lnTo>
                    <a:pt x="82" y="1922343"/>
                  </a:lnTo>
                  <a:lnTo>
                    <a:pt x="735" y="1926363"/>
                  </a:lnTo>
                  <a:lnTo>
                    <a:pt x="2024" y="1930226"/>
                  </a:lnTo>
                  <a:lnTo>
                    <a:pt x="3917" y="1933832"/>
                  </a:lnTo>
                  <a:lnTo>
                    <a:pt x="6363" y="1937088"/>
                  </a:lnTo>
                  <a:lnTo>
                    <a:pt x="9301" y="1939909"/>
                  </a:lnTo>
                  <a:lnTo>
                    <a:pt x="12652" y="1942222"/>
                  </a:lnTo>
                  <a:lnTo>
                    <a:pt x="16331" y="1943968"/>
                  </a:lnTo>
                  <a:lnTo>
                    <a:pt x="20243" y="1945101"/>
                  </a:lnTo>
                  <a:lnTo>
                    <a:pt x="24286" y="1945592"/>
                  </a:lnTo>
                  <a:close/>
                </a:path>
              </a:pathLst>
            </a:custGeom>
            <a:solidFill>
              <a:srgbClr val="4662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702446" y="2398476"/>
              <a:ext cx="439202" cy="1945612"/>
            </a:xfrm>
            <a:custGeom>
              <a:avLst/>
              <a:pathLst>
                <a:path w="439202" h="1945612">
                  <a:moveTo>
                    <a:pt x="25305" y="1945612"/>
                  </a:moveTo>
                  <a:lnTo>
                    <a:pt x="413897" y="1945612"/>
                  </a:lnTo>
                  <a:lnTo>
                    <a:pt x="412878" y="1945592"/>
                  </a:lnTo>
                  <a:lnTo>
                    <a:pt x="416947" y="1945428"/>
                  </a:lnTo>
                  <a:lnTo>
                    <a:pt x="420938" y="1944613"/>
                  </a:lnTo>
                  <a:lnTo>
                    <a:pt x="424745" y="1943169"/>
                  </a:lnTo>
                  <a:lnTo>
                    <a:pt x="428272" y="1941133"/>
                  </a:lnTo>
                  <a:lnTo>
                    <a:pt x="431427" y="1938557"/>
                  </a:lnTo>
                  <a:lnTo>
                    <a:pt x="434127" y="1935509"/>
                  </a:lnTo>
                  <a:lnTo>
                    <a:pt x="436304" y="1932067"/>
                  </a:lnTo>
                  <a:lnTo>
                    <a:pt x="437900" y="1928320"/>
                  </a:lnTo>
                  <a:lnTo>
                    <a:pt x="438875" y="1924366"/>
                  </a:lnTo>
                  <a:lnTo>
                    <a:pt x="439202" y="1920307"/>
                  </a:lnTo>
                  <a:lnTo>
                    <a:pt x="439202" y="25305"/>
                  </a:lnTo>
                  <a:lnTo>
                    <a:pt x="438875" y="21245"/>
                  </a:lnTo>
                  <a:lnTo>
                    <a:pt x="437900" y="17291"/>
                  </a:lnTo>
                  <a:lnTo>
                    <a:pt x="436304" y="13545"/>
                  </a:lnTo>
                  <a:lnTo>
                    <a:pt x="434127" y="10103"/>
                  </a:lnTo>
                  <a:lnTo>
                    <a:pt x="431427" y="7055"/>
                  </a:lnTo>
                  <a:lnTo>
                    <a:pt x="428272" y="4479"/>
                  </a:lnTo>
                  <a:lnTo>
                    <a:pt x="424745" y="2443"/>
                  </a:lnTo>
                  <a:lnTo>
                    <a:pt x="420938" y="999"/>
                  </a:lnTo>
                  <a:lnTo>
                    <a:pt x="416947" y="184"/>
                  </a:lnTo>
                  <a:lnTo>
                    <a:pt x="41389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920307"/>
                  </a:lnTo>
                  <a:lnTo>
                    <a:pt x="82" y="1918271"/>
                  </a:lnTo>
                  <a:lnTo>
                    <a:pt x="82" y="1922343"/>
                  </a:lnTo>
                  <a:lnTo>
                    <a:pt x="735" y="1926363"/>
                  </a:lnTo>
                  <a:lnTo>
                    <a:pt x="2024" y="1930226"/>
                  </a:lnTo>
                  <a:lnTo>
                    <a:pt x="3917" y="1933832"/>
                  </a:lnTo>
                  <a:lnTo>
                    <a:pt x="6363" y="1937088"/>
                  </a:lnTo>
                  <a:lnTo>
                    <a:pt x="9301" y="1939909"/>
                  </a:lnTo>
                  <a:lnTo>
                    <a:pt x="12652" y="1942222"/>
                  </a:lnTo>
                  <a:lnTo>
                    <a:pt x="16331" y="1943968"/>
                  </a:lnTo>
                  <a:lnTo>
                    <a:pt x="20243" y="1945101"/>
                  </a:lnTo>
                  <a:lnTo>
                    <a:pt x="24286" y="1945592"/>
                  </a:lnTo>
                  <a:close/>
                </a:path>
              </a:pathLst>
            </a:custGeom>
            <a:solidFill>
              <a:srgbClr val="D88C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702446" y="413156"/>
              <a:ext cx="439202" cy="1945612"/>
            </a:xfrm>
            <a:custGeom>
              <a:avLst/>
              <a:pathLst>
                <a:path w="439202" h="1945612">
                  <a:moveTo>
                    <a:pt x="25305" y="1945612"/>
                  </a:moveTo>
                  <a:lnTo>
                    <a:pt x="413897" y="1945612"/>
                  </a:lnTo>
                  <a:lnTo>
                    <a:pt x="412878" y="1945592"/>
                  </a:lnTo>
                  <a:lnTo>
                    <a:pt x="416947" y="1945428"/>
                  </a:lnTo>
                  <a:lnTo>
                    <a:pt x="420938" y="1944613"/>
                  </a:lnTo>
                  <a:lnTo>
                    <a:pt x="424745" y="1943169"/>
                  </a:lnTo>
                  <a:lnTo>
                    <a:pt x="428272" y="1941133"/>
                  </a:lnTo>
                  <a:lnTo>
                    <a:pt x="431427" y="1938557"/>
                  </a:lnTo>
                  <a:lnTo>
                    <a:pt x="434127" y="1935509"/>
                  </a:lnTo>
                  <a:lnTo>
                    <a:pt x="436304" y="1932067"/>
                  </a:lnTo>
                  <a:lnTo>
                    <a:pt x="437900" y="1928320"/>
                  </a:lnTo>
                  <a:lnTo>
                    <a:pt x="438875" y="1924366"/>
                  </a:lnTo>
                  <a:lnTo>
                    <a:pt x="439202" y="1920307"/>
                  </a:lnTo>
                  <a:lnTo>
                    <a:pt x="439202" y="25305"/>
                  </a:lnTo>
                  <a:lnTo>
                    <a:pt x="438875" y="21245"/>
                  </a:lnTo>
                  <a:lnTo>
                    <a:pt x="437900" y="17291"/>
                  </a:lnTo>
                  <a:lnTo>
                    <a:pt x="436304" y="13545"/>
                  </a:lnTo>
                  <a:lnTo>
                    <a:pt x="434127" y="10103"/>
                  </a:lnTo>
                  <a:lnTo>
                    <a:pt x="431427" y="7055"/>
                  </a:lnTo>
                  <a:lnTo>
                    <a:pt x="428272" y="4479"/>
                  </a:lnTo>
                  <a:lnTo>
                    <a:pt x="424745" y="2443"/>
                  </a:lnTo>
                  <a:lnTo>
                    <a:pt x="420938" y="999"/>
                  </a:lnTo>
                  <a:lnTo>
                    <a:pt x="416947" y="184"/>
                  </a:lnTo>
                  <a:lnTo>
                    <a:pt x="41389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920307"/>
                  </a:lnTo>
                  <a:lnTo>
                    <a:pt x="82" y="1918271"/>
                  </a:lnTo>
                  <a:lnTo>
                    <a:pt x="82" y="1922343"/>
                  </a:lnTo>
                  <a:lnTo>
                    <a:pt x="735" y="1926363"/>
                  </a:lnTo>
                  <a:lnTo>
                    <a:pt x="2024" y="1930226"/>
                  </a:lnTo>
                  <a:lnTo>
                    <a:pt x="3917" y="1933832"/>
                  </a:lnTo>
                  <a:lnTo>
                    <a:pt x="6363" y="1937088"/>
                  </a:lnTo>
                  <a:lnTo>
                    <a:pt x="9301" y="1939909"/>
                  </a:lnTo>
                  <a:lnTo>
                    <a:pt x="12652" y="1942222"/>
                  </a:lnTo>
                  <a:lnTo>
                    <a:pt x="16331" y="1943968"/>
                  </a:lnTo>
                  <a:lnTo>
                    <a:pt x="20243" y="1945101"/>
                  </a:lnTo>
                  <a:lnTo>
                    <a:pt x="24286" y="1945592"/>
                  </a:lnTo>
                  <a:close/>
                </a:path>
              </a:pathLst>
            </a:custGeom>
            <a:solidFill>
              <a:srgbClr val="437F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1817760" y="5304892"/>
              <a:ext cx="20857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817714" y="3319573"/>
              <a:ext cx="208666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821692" y="1334253"/>
              <a:ext cx="200710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162" name="pl162"/>
            <p:cNvSpPr/>
            <p:nvPr/>
          </p:nvSpPr>
          <p:spPr>
            <a:xfrm>
              <a:off x="2993026" y="6349261"/>
              <a:ext cx="3378483" cy="0"/>
            </a:xfrm>
            <a:custGeom>
              <a:avLst/>
              <a:pathLst>
                <a:path w="3378483" h="0">
                  <a:moveTo>
                    <a:pt x="0" y="0"/>
                  </a:moveTo>
                  <a:lnTo>
                    <a:pt x="3378483" y="0"/>
                  </a:lnTo>
                  <a:lnTo>
                    <a:pt x="3378483" y="0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993026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576583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4160139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4743695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327251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910807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2864050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447606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031163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614719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198275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5781831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687585" y="6658931"/>
              <a:ext cx="6987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580277" y="1864864"/>
              <a:ext cx="79168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177" name="pt177"/>
            <p:cNvSpPr/>
            <p:nvPr/>
          </p:nvSpPr>
          <p:spPr>
            <a:xfrm>
              <a:off x="6796024" y="2086685"/>
              <a:ext cx="144506" cy="144506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709966" y="2314670"/>
              <a:ext cx="316622" cy="316622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674319" y="2735006"/>
              <a:ext cx="387915" cy="38791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646967" y="3247320"/>
              <a:ext cx="442620" cy="442620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7225866" y="211893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225866" y="24329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225866" y="28889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225866" y="342862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6580277" y="4049708"/>
              <a:ext cx="6056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Category</a:t>
              </a:r>
            </a:p>
          </p:txBody>
        </p:sp>
        <p:sp>
          <p:nvSpPr>
            <p:cNvPr id="186" name="pg186"/>
            <p:cNvSpPr/>
            <p:nvPr/>
          </p:nvSpPr>
          <p:spPr>
            <a:xfrm>
              <a:off x="6589277" y="4243054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680711" y="4318956"/>
              <a:ext cx="49651" cy="4965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589277" y="4243054"/>
              <a:ext cx="232520" cy="201455"/>
            </a:xfrm>
            <a:custGeom>
              <a:avLst/>
              <a:pathLst>
                <a:path w="232520" h="201455">
                  <a:moveTo>
                    <a:pt x="25305" y="201455"/>
                  </a:moveTo>
                  <a:lnTo>
                    <a:pt x="207215" y="201455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589277" y="4462510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680711" y="4538412"/>
              <a:ext cx="49651" cy="49651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589277" y="4462510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589277" y="4681966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6680711" y="4757868"/>
              <a:ext cx="49651" cy="4965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589277" y="4681966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tx195"/>
            <p:cNvSpPr/>
            <p:nvPr/>
          </p:nvSpPr>
          <p:spPr>
            <a:xfrm>
              <a:off x="6900386" y="4303777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6900386" y="4523233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6900386" y="4742689"/>
              <a:ext cx="14904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2226511" y="69589"/>
              <a:ext cx="362093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 Enrichment (BP/CC/MF) — C1QBP Low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3051" y="601285"/>
              <a:ext cx="7935686" cy="53951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084259" y="5642898"/>
              <a:ext cx="3136635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41091" y="5380996"/>
              <a:ext cx="2979803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241091" y="5119094"/>
              <a:ext cx="2979803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241091" y="4857192"/>
              <a:ext cx="2979803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241091" y="4595290"/>
              <a:ext cx="2979803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397922" y="4333388"/>
              <a:ext cx="2822971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397922" y="4071486"/>
              <a:ext cx="2822971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554754" y="3809584"/>
              <a:ext cx="2666139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554754" y="3547682"/>
              <a:ext cx="2666139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711586" y="3285780"/>
              <a:ext cx="2509308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20894" y="3023878"/>
              <a:ext cx="916862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220894" y="2761976"/>
              <a:ext cx="916862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220894" y="2500074"/>
              <a:ext cx="916862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220894" y="2238172"/>
              <a:ext cx="916862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220894" y="1976270"/>
              <a:ext cx="916862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220894" y="1714368"/>
              <a:ext cx="1018736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220894" y="1452466"/>
              <a:ext cx="1018736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220894" y="1190564"/>
              <a:ext cx="1120609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220894" y="928662"/>
              <a:ext cx="1324357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0894" y="666760"/>
              <a:ext cx="1426230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4314993" y="5689301"/>
              <a:ext cx="108895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314993" y="5427399"/>
              <a:ext cx="155960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14993" y="5165497"/>
              <a:ext cx="149641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14993" y="4903595"/>
              <a:ext cx="173562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314993" y="4641693"/>
              <a:ext cx="21992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314993" y="4379791"/>
              <a:ext cx="120847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14993" y="4117889"/>
              <a:ext cx="12083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314993" y="3855987"/>
              <a:ext cx="132789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314993" y="3594085"/>
              <a:ext cx="111017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314993" y="3332183"/>
              <a:ext cx="122959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801201" y="3070281"/>
              <a:ext cx="232559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140730" y="2808379"/>
              <a:ext cx="298606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271660" y="2546477"/>
              <a:ext cx="18551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532081" y="2284575"/>
              <a:ext cx="159471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681323" y="2022673"/>
              <a:ext cx="244547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871610" y="1760771"/>
              <a:ext cx="22551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159372" y="1498869"/>
              <a:ext cx="19674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27389" y="1236967"/>
              <a:ext cx="219940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26973" y="975065"/>
              <a:ext cx="259982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11696" y="713163"/>
              <a:ext cx="211509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253051" y="5996466"/>
              <a:ext cx="7935686" cy="0"/>
            </a:xfrm>
            <a:custGeom>
              <a:avLst/>
              <a:pathLst>
                <a:path w="7935686" h="0">
                  <a:moveTo>
                    <a:pt x="0" y="0"/>
                  </a:moveTo>
                  <a:lnTo>
                    <a:pt x="7935686" y="0"/>
                  </a:lnTo>
                  <a:lnTo>
                    <a:pt x="7935686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3051" y="5996466"/>
              <a:ext cx="7935686" cy="0"/>
            </a:xfrm>
            <a:custGeom>
              <a:avLst/>
              <a:pathLst>
                <a:path w="7935686" h="0">
                  <a:moveTo>
                    <a:pt x="0" y="0"/>
                  </a:moveTo>
                  <a:lnTo>
                    <a:pt x="793568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37051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220894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604737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1739896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182032" y="6059096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507582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826239" y="62233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8327915" y="2910296"/>
              <a:ext cx="689558" cy="7771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97504" y="2994607"/>
              <a:ext cx="3884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8397504" y="317895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406504" y="3187953"/>
              <a:ext cx="201455" cy="201456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8397504" y="339840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406504" y="3407409"/>
              <a:ext cx="201455" cy="201456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686549" y="3243190"/>
              <a:ext cx="26133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686549" y="3462646"/>
              <a:ext cx="23308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53051" y="355125"/>
              <a:ext cx="3664823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GO-BP Enrichment: C1QBP High vs Low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2026-06-02T23:00:12Z</dcterms:modified>
  <cp:category/>
</cp:coreProperties>
</file>