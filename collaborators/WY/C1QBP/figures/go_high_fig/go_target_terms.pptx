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3697ef163d1f05a3693c542819e1ef310283ea68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9f8560dfe0003e819decc9ce7c7961259f2a3542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7815ca157e7e2f8e8647890a9dd8a4367c9e1f00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1000"/>
              <a:ext cx="9144000" cy="609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099081" y="661361"/>
              <a:ext cx="4974323" cy="54133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099081" y="5756278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099081" y="5225558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099081" y="4694837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9081" y="4164117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99081" y="3633396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099081" y="3102676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099081" y="2571955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099081" y="2041234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099081" y="1510514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099081" y="979793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186350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20844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455339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89834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24329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7409785" y="839787"/>
              <a:ext cx="280012" cy="280012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7409785" y="1370508"/>
              <a:ext cx="280012" cy="280012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409785" y="1901228"/>
              <a:ext cx="280012" cy="280012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7409785" y="2431949"/>
              <a:ext cx="280012" cy="280012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457537" y="2980075"/>
              <a:ext cx="245200" cy="245200"/>
            </a:xfrm>
            <a:prstGeom prst="ellipse">
              <a:avLst/>
            </a:prstGeom>
            <a:solidFill>
              <a:srgbClr val="D52A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457537" y="3510796"/>
              <a:ext cx="245200" cy="245200"/>
            </a:xfrm>
            <a:prstGeom prst="ellipse">
              <a:avLst/>
            </a:prstGeom>
            <a:solidFill>
              <a:srgbClr val="2B6C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510568" y="4064201"/>
              <a:ext cx="199832" cy="199832"/>
            </a:xfrm>
            <a:prstGeom prst="ellipse">
              <a:avLst/>
            </a:prstGeom>
            <a:solidFill>
              <a:srgbClr val="D32C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41781" y="4610961"/>
              <a:ext cx="167752" cy="167752"/>
            </a:xfrm>
            <a:prstGeom prst="ellipse">
              <a:avLst/>
            </a:prstGeom>
            <a:solidFill>
              <a:srgbClr val="BE4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041781" y="5141682"/>
              <a:ext cx="167752" cy="167752"/>
            </a:xfrm>
            <a:prstGeom prst="ellipse">
              <a:avLst/>
            </a:prstGeom>
            <a:solidFill>
              <a:srgbClr val="B54A5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595678" y="5711126"/>
              <a:ext cx="90303" cy="90303"/>
            </a:xfrm>
            <a:prstGeom prst="ellipse">
              <a:avLst/>
            </a:prstGeom>
            <a:solidFill>
              <a:srgbClr val="3F6BA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099081" y="661361"/>
              <a:ext cx="4974323" cy="5413349"/>
            </a:xfrm>
            <a:prstGeom prst="rect">
              <a:avLst/>
            </a:prstGeom>
            <a:noFill/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908459" y="5715359"/>
              <a:ext cx="212799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Arp2/3 complex-mediated actin nucleation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052008" y="5184638"/>
              <a:ext cx="98444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ribosome assembly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06869" y="4653918"/>
              <a:ext cx="222958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depolymerization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589" y="4123197"/>
              <a:ext cx="296686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antigen processing and presentation of exogenous antigen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369396" y="3592477"/>
              <a:ext cx="66705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phagocytosis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194118" y="3061756"/>
              <a:ext cx="184233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antigen processing and presentation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94625" y="2531036"/>
              <a:ext cx="144182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359441" y="2000315"/>
              <a:ext cx="167700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36868" y="1469594"/>
              <a:ext cx="269958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933971" y="938874"/>
              <a:ext cx="210247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064286" y="57562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064286" y="52255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064286" y="46948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064286" y="41641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064286" y="36333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064286" y="31026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064286" y="25719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64286" y="20412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064286" y="15105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064286" y="9797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86350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320844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455339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589834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724329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3075159" y="6137341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209653" y="6137341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344148" y="6137341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478643" y="6137341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613138" y="6137341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252212" y="6277931"/>
              <a:ext cx="6680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8212582" y="2277105"/>
              <a:ext cx="807424" cy="1238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8282171" y="2361416"/>
              <a:ext cx="48947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p.adjust</a:t>
              </a:r>
            </a:p>
          </p:txBody>
        </p:sp>
        <p:pic>
          <p:nvPicPr>
            <p:cNvPr id="65" name="pic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2171" y="2545762"/>
              <a:ext cx="219455" cy="900000"/>
            </a:xfrm>
            <a:prstGeom prst="rect">
              <a:avLst/>
            </a:prstGeom>
          </p:spPr>
        </p:pic>
        <p:sp>
          <p:nvSpPr>
            <p:cNvPr id="66" name="pl66"/>
            <p:cNvSpPr/>
            <p:nvPr/>
          </p:nvSpPr>
          <p:spPr>
            <a:xfrm>
              <a:off x="8457736" y="324360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457736" y="303711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457736" y="283063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457736" y="262414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82171" y="324360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282171" y="303711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82171" y="283063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282171" y="262414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8571216" y="3203597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1.0e-02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8571216" y="2997113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2.0e-02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8571216" y="2790628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3.0e-02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8571216" y="2584143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4.0e-02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8212582" y="3654529"/>
              <a:ext cx="861828" cy="8044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8282171" y="3738840"/>
              <a:ext cx="72265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8282171" y="3923187"/>
              <a:ext cx="28619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8380115" y="3968035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8282171" y="4103187"/>
              <a:ext cx="286190" cy="2861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8313043" y="4134058"/>
              <a:ext cx="224448" cy="22444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8637951" y="3973182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8637951" y="4206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915679" y="450589"/>
              <a:ext cx="334112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Target Terms — C1QBP⁺ Up-regulated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1000"/>
              <a:ext cx="9144000" cy="609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974552" y="661361"/>
              <a:ext cx="6098852" cy="54133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974552" y="4598343"/>
              <a:ext cx="6098852" cy="0"/>
            </a:xfrm>
            <a:custGeom>
              <a:avLst/>
              <a:pathLst>
                <a:path w="6098852" h="0">
                  <a:moveTo>
                    <a:pt x="0" y="0"/>
                  </a:moveTo>
                  <a:lnTo>
                    <a:pt x="6098852" y="0"/>
                  </a:lnTo>
                  <a:lnTo>
                    <a:pt x="609885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74552" y="2137729"/>
              <a:ext cx="6098852" cy="0"/>
            </a:xfrm>
            <a:custGeom>
              <a:avLst/>
              <a:pathLst>
                <a:path w="6098852" h="0">
                  <a:moveTo>
                    <a:pt x="0" y="0"/>
                  </a:moveTo>
                  <a:lnTo>
                    <a:pt x="6098852" y="0"/>
                  </a:lnTo>
                  <a:lnTo>
                    <a:pt x="609885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81549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14500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47451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7291413" y="1997723"/>
              <a:ext cx="280012" cy="280012"/>
            </a:xfrm>
            <a:prstGeom prst="ellipse">
              <a:avLst/>
            </a:prstGeom>
            <a:solidFill>
              <a:srgbClr val="1A6B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641358" y="4553191"/>
              <a:ext cx="90303" cy="90303"/>
            </a:xfrm>
            <a:prstGeom prst="ellipse">
              <a:avLst/>
            </a:prstGeom>
            <a:solidFill>
              <a:srgbClr val="B0CF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974552" y="661361"/>
              <a:ext cx="6098852" cy="5413349"/>
            </a:xfrm>
            <a:prstGeom prst="rect">
              <a:avLst/>
            </a:prstGeom>
            <a:noFill/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69589" y="4557423"/>
              <a:ext cx="184233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antigen processing and presentation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1244867" y="2096810"/>
              <a:ext cx="66705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phagocytosis</a:t>
              </a:r>
            </a:p>
          </p:txBody>
        </p:sp>
        <p:sp>
          <p:nvSpPr>
            <p:cNvPr id="16" name="pl16"/>
            <p:cNvSpPr/>
            <p:nvPr/>
          </p:nvSpPr>
          <p:spPr>
            <a:xfrm>
              <a:off x="1939757" y="45983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939757" y="21377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81549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14500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47451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1970358" y="6137341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003309" y="6137341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036260" y="6137341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4689948" y="6277931"/>
              <a:ext cx="6680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25" name="rc25"/>
            <p:cNvSpPr/>
            <p:nvPr/>
          </p:nvSpPr>
          <p:spPr>
            <a:xfrm>
              <a:off x="8212582" y="2103714"/>
              <a:ext cx="861828" cy="11512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8282171" y="2188025"/>
              <a:ext cx="72265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27" name="rc27"/>
            <p:cNvSpPr/>
            <p:nvPr/>
          </p:nvSpPr>
          <p:spPr>
            <a:xfrm>
              <a:off x="8282171" y="2372371"/>
              <a:ext cx="36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8417019" y="2417219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8282171" y="2552371"/>
              <a:ext cx="360000" cy="272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8354922" y="2581609"/>
              <a:ext cx="214497" cy="21449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8282171" y="2825344"/>
              <a:ext cx="360000" cy="36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8322165" y="2865338"/>
              <a:ext cx="280012" cy="2800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8711760" y="2422366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711760" y="2648853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711760" y="296533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8212582" y="3394111"/>
              <a:ext cx="807424" cy="1238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8282171" y="3478422"/>
              <a:ext cx="48947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p.adjust</a:t>
              </a:r>
            </a:p>
          </p:txBody>
        </p:sp>
        <p:pic>
          <p:nvPicPr>
            <p:cNvPr id="38" name="pic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2171" y="3662768"/>
              <a:ext cx="219455" cy="900000"/>
            </a:xfrm>
            <a:prstGeom prst="rect">
              <a:avLst/>
            </a:prstGeom>
          </p:spPr>
        </p:pic>
        <p:sp>
          <p:nvSpPr>
            <p:cNvPr id="39" name="pl39"/>
            <p:cNvSpPr/>
            <p:nvPr/>
          </p:nvSpPr>
          <p:spPr>
            <a:xfrm>
              <a:off x="8457736" y="435288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457736" y="414406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457736" y="393524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457736" y="372642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282171" y="435288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282171" y="414406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282171" y="393524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282171" y="372642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8571216" y="4312884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1.0e-02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8571216" y="4104062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2.0e-02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571216" y="3895241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3.0e-02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8571216" y="3686419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4.0e-02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47573" y="450589"/>
              <a:ext cx="355280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Target Terms — C1QBP⁺ Down-regulated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1000"/>
              <a:ext cx="9144000" cy="609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099081" y="661361"/>
              <a:ext cx="4974323" cy="54133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099081" y="4598343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099081" y="2137729"/>
              <a:ext cx="4974323" cy="0"/>
            </a:xfrm>
            <a:custGeom>
              <a:avLst/>
              <a:pathLst>
                <a:path w="4974323" h="0">
                  <a:moveTo>
                    <a:pt x="0" y="0"/>
                  </a:moveTo>
                  <a:lnTo>
                    <a:pt x="4974323" y="0"/>
                  </a:lnTo>
                  <a:lnTo>
                    <a:pt x="497432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186350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966823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47297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7409785" y="1997723"/>
              <a:ext cx="280012" cy="280012"/>
            </a:xfrm>
            <a:prstGeom prst="ellipse">
              <a:avLst/>
            </a:prstGeom>
            <a:solidFill>
              <a:srgbClr val="7B2D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5607491" y="4553191"/>
              <a:ext cx="90303" cy="90303"/>
            </a:xfrm>
            <a:prstGeom prst="ellipse">
              <a:avLst/>
            </a:prstGeom>
            <a:solidFill>
              <a:srgbClr val="B0CF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099081" y="661361"/>
              <a:ext cx="4974323" cy="5413349"/>
            </a:xfrm>
            <a:prstGeom prst="rect">
              <a:avLst/>
            </a:prstGeom>
            <a:noFill/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69589" y="4557423"/>
              <a:ext cx="296686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antigen processing and presentation of exogenous antigen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2052008" y="2096810"/>
              <a:ext cx="98444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ribosome assembly</a:t>
              </a:r>
            </a:p>
          </p:txBody>
        </p:sp>
        <p:sp>
          <p:nvSpPr>
            <p:cNvPr id="16" name="pl16"/>
            <p:cNvSpPr/>
            <p:nvPr/>
          </p:nvSpPr>
          <p:spPr>
            <a:xfrm>
              <a:off x="3064286" y="45983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064286" y="21377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86350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66823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47297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3043383" y="6137341"/>
              <a:ext cx="28593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823857" y="6137341"/>
              <a:ext cx="28593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604331" y="6137341"/>
              <a:ext cx="28593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252212" y="6277931"/>
              <a:ext cx="6680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25" name="rc25"/>
            <p:cNvSpPr/>
            <p:nvPr/>
          </p:nvSpPr>
          <p:spPr>
            <a:xfrm>
              <a:off x="8212582" y="2399852"/>
              <a:ext cx="861828" cy="5589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8282171" y="2484163"/>
              <a:ext cx="72265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27" name="rc27"/>
            <p:cNvSpPr/>
            <p:nvPr/>
          </p:nvSpPr>
          <p:spPr>
            <a:xfrm>
              <a:off x="8282171" y="2668509"/>
              <a:ext cx="220697" cy="220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8304948" y="2691286"/>
              <a:ext cx="175144" cy="17514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8572458" y="273885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30" name="rc30"/>
            <p:cNvSpPr/>
            <p:nvPr/>
          </p:nvSpPr>
          <p:spPr>
            <a:xfrm>
              <a:off x="8212582" y="3097974"/>
              <a:ext cx="807424" cy="1238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8282171" y="3182285"/>
              <a:ext cx="48947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p.adjust</a:t>
              </a:r>
            </a:p>
          </p:txBody>
        </p:sp>
        <p:pic>
          <p:nvPicPr>
            <p:cNvPr id="32" name="pic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2171" y="3366631"/>
              <a:ext cx="219455" cy="900000"/>
            </a:xfrm>
            <a:prstGeom prst="rect">
              <a:avLst/>
            </a:prstGeom>
          </p:spPr>
        </p:pic>
        <p:sp>
          <p:nvSpPr>
            <p:cNvPr id="33" name="pl33"/>
            <p:cNvSpPr/>
            <p:nvPr/>
          </p:nvSpPr>
          <p:spPr>
            <a:xfrm>
              <a:off x="8457736" y="397687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457736" y="368859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457736" y="34003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282171" y="397687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282171" y="368859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282171" y="340032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8571216" y="3936873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5.0e-03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571216" y="3648594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1.0e-02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571216" y="3360315"/>
              <a:ext cx="3792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1.5e-02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596051" y="450589"/>
              <a:ext cx="3980383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Target Terms — C1QBP⁺ Up + Down Combined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2026-06-02T23:47:11Z</dcterms:modified>
  <cp:category/>
</cp:coreProperties>
</file>