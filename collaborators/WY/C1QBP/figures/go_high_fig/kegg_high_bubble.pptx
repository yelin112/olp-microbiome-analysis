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45ce5b733d29ea9c5a569a03445a82a8f05d7e6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857250" y="0"/>
            <a:ext cx="7429500" cy="6858000"/>
            <a:chOff x="857250" y="0"/>
            <a:chExt cx="7429500" cy="6858000"/>
          </a:xfrm>
        </p:grpSpPr>
        <p:sp>
          <p:nvSpPr>
            <p:cNvPr id="3" name="rc3"/>
            <p:cNvSpPr/>
            <p:nvPr/>
          </p:nvSpPr>
          <p:spPr>
            <a:xfrm>
              <a:off x="857250" y="0"/>
              <a:ext cx="74295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857250" y="0"/>
              <a:ext cx="74295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120611" y="316514"/>
              <a:ext cx="3871522" cy="61004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120611" y="6058088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120611" y="5460007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120611" y="4861926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20611" y="4263846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0611" y="3665765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0611" y="3067685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120611" y="2469604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120611" y="1871523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20611" y="1273443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20611" y="675362"/>
              <a:ext cx="3871522" cy="0"/>
            </a:xfrm>
            <a:custGeom>
              <a:avLst/>
              <a:pathLst>
                <a:path w="3871522" h="0">
                  <a:moveTo>
                    <a:pt x="0" y="0"/>
                  </a:moveTo>
                  <a:lnTo>
                    <a:pt x="3871522" y="0"/>
                  </a:lnTo>
                  <a:lnTo>
                    <a:pt x="387152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5713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586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7459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8332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9205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0078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951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060369" y="534947"/>
              <a:ext cx="280830" cy="280830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060369" y="1133027"/>
              <a:ext cx="280830" cy="280830"/>
            </a:xfrm>
            <a:prstGeom prst="ellipse">
              <a:avLst/>
            </a:prstGeom>
            <a:solidFill>
              <a:srgbClr val="DA372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688496" y="1739691"/>
              <a:ext cx="263663" cy="263663"/>
            </a:xfrm>
            <a:prstGeom prst="ellipse">
              <a:avLst/>
            </a:prstGeom>
            <a:solidFill>
              <a:srgbClr val="F2740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948883" y="2359071"/>
              <a:ext cx="221065" cy="221065"/>
            </a:xfrm>
            <a:prstGeom prst="ellipse">
              <a:avLst/>
            </a:prstGeom>
            <a:solidFill>
              <a:srgbClr val="F98C1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688496" y="2935853"/>
              <a:ext cx="263663" cy="263663"/>
            </a:xfrm>
            <a:prstGeom prst="ellipse">
              <a:avLst/>
            </a:prstGeom>
            <a:solidFill>
              <a:srgbClr val="FCBD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583487" y="3570293"/>
              <a:ext cx="190943" cy="190943"/>
            </a:xfrm>
            <a:prstGeom prst="ellipse">
              <a:avLst/>
            </a:prstGeom>
            <a:solidFill>
              <a:srgbClr val="FBBF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948883" y="4153313"/>
              <a:ext cx="221065" cy="221065"/>
            </a:xfrm>
            <a:prstGeom prst="ellipse">
              <a:avLst/>
            </a:prstGeom>
            <a:solidFill>
              <a:srgbClr val="F4C3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948883" y="4751394"/>
              <a:ext cx="221065" cy="221065"/>
            </a:xfrm>
            <a:prstGeom prst="ellipse">
              <a:avLst/>
            </a:prstGeom>
            <a:solidFill>
              <a:srgbClr val="5F8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239391" y="5400895"/>
              <a:ext cx="118223" cy="118223"/>
            </a:xfrm>
            <a:prstGeom prst="ellipse">
              <a:avLst/>
            </a:prstGeom>
            <a:solidFill>
              <a:srgbClr val="5F8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83487" y="5962616"/>
              <a:ext cx="190943" cy="190943"/>
            </a:xfrm>
            <a:prstGeom prst="ellipse">
              <a:avLst/>
            </a:prstGeom>
            <a:solidFill>
              <a:srgbClr val="2B6C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120611" y="316514"/>
              <a:ext cx="3871522" cy="6100422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1589887" y="6012596"/>
              <a:ext cx="146239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Oxidative phosphorylation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084577" y="5414516"/>
              <a:ext cx="96770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RNA degradation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33165" y="4816435"/>
              <a:ext cx="211912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extracellular trap formation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494228" y="4218354"/>
              <a:ext cx="55805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Apoptosis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989218" y="3620274"/>
              <a:ext cx="20630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57868" y="3022193"/>
              <a:ext cx="179441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cytoskeleton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83000" y="2424112"/>
              <a:ext cx="206928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Fc gamma R-mediated phagocytosis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480238" y="1826032"/>
              <a:ext cx="57204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Ribosome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374168" y="1227951"/>
              <a:ext cx="6781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367218" y="629871"/>
              <a:ext cx="68506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3082653" y="605808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082653" y="546000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082653" y="48619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082653" y="426384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082653" y="36657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82653" y="306768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082653" y="246960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82653" y="187152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2653" y="127344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082653" y="67536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5713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76586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37459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98332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59205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20078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80951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033462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642192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50922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859652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468381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077111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685841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692029" y="6640901"/>
              <a:ext cx="7286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69" name="rc69"/>
            <p:cNvSpPr/>
            <p:nvPr/>
          </p:nvSpPr>
          <p:spPr>
            <a:xfrm>
              <a:off x="7143963" y="2092983"/>
              <a:ext cx="860419" cy="14489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7219879" y="2184900"/>
              <a:ext cx="49990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p-value</a:t>
              </a:r>
            </a:p>
          </p:txBody>
        </p:sp>
        <p:pic>
          <p:nvPicPr>
            <p:cNvPr id="71" name="pic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879" y="2385997"/>
              <a:ext cx="219455" cy="1079999"/>
            </a:xfrm>
            <a:prstGeom prst="rect">
              <a:avLst/>
            </a:prstGeom>
          </p:spPr>
        </p:pic>
        <p:sp>
          <p:nvSpPr>
            <p:cNvPr id="72" name="pl72"/>
            <p:cNvSpPr/>
            <p:nvPr/>
          </p:nvSpPr>
          <p:spPr>
            <a:xfrm>
              <a:off x="7395444" y="336345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395444" y="262461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219879" y="336345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7219879" y="262461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7515250" y="3319838"/>
              <a:ext cx="41321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1.8e-02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515250" y="2581001"/>
              <a:ext cx="41321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1.5e-01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143963" y="3693743"/>
              <a:ext cx="1066870" cy="9467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219879" y="3785660"/>
              <a:ext cx="91504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GeneNumber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219879" y="3986757"/>
              <a:ext cx="337196" cy="240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293005" y="4011584"/>
              <a:ext cx="190943" cy="19094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7219879" y="4227355"/>
              <a:ext cx="337196" cy="337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256645" y="4264121"/>
              <a:ext cx="263663" cy="26366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7632990" y="40634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632990" y="435233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132886" y="75915"/>
              <a:ext cx="384697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 Analysis in C1QBP⁺ TAMs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2026-06-03T11:11:41Z</dcterms:modified>
  <cp:category/>
</cp:coreProperties>
</file>