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457200"/>
            <a:ext cx="5029200" cy="4572000"/>
            <a:chOff x="457200" y="457200"/>
            <a:chExt cx="5029200" cy="4572000"/>
          </a:xfrm>
        </p:grpSpPr>
        <p:sp>
          <p:nvSpPr>
            <p:cNvPr id="3" name="rc3"/>
            <p:cNvSpPr/>
            <p:nvPr/>
          </p:nvSpPr>
          <p:spPr>
            <a:xfrm>
              <a:off x="457200" y="457200"/>
              <a:ext cx="50292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457200"/>
              <a:ext cx="50292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949140" y="762009"/>
              <a:ext cx="4461343" cy="371883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9140" y="4101474"/>
              <a:ext cx="4461343" cy="0"/>
            </a:xfrm>
            <a:custGeom>
              <a:avLst/>
              <a:pathLst>
                <a:path w="4461343" h="0">
                  <a:moveTo>
                    <a:pt x="0" y="0"/>
                  </a:moveTo>
                  <a:lnTo>
                    <a:pt x="4461343" y="0"/>
                  </a:lnTo>
                  <a:lnTo>
                    <a:pt x="4461343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9140" y="3038522"/>
              <a:ext cx="4461343" cy="0"/>
            </a:xfrm>
            <a:custGeom>
              <a:avLst/>
              <a:pathLst>
                <a:path w="4461343" h="0">
                  <a:moveTo>
                    <a:pt x="0" y="0"/>
                  </a:moveTo>
                  <a:lnTo>
                    <a:pt x="4461343" y="0"/>
                  </a:lnTo>
                  <a:lnTo>
                    <a:pt x="4461343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9140" y="1975570"/>
              <a:ext cx="4461343" cy="0"/>
            </a:xfrm>
            <a:custGeom>
              <a:avLst/>
              <a:pathLst>
                <a:path w="4461343" h="0">
                  <a:moveTo>
                    <a:pt x="0" y="0"/>
                  </a:moveTo>
                  <a:lnTo>
                    <a:pt x="4461343" y="0"/>
                  </a:lnTo>
                  <a:lnTo>
                    <a:pt x="4461343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49140" y="912617"/>
              <a:ext cx="4461343" cy="0"/>
            </a:xfrm>
            <a:custGeom>
              <a:avLst/>
              <a:pathLst>
                <a:path w="4461343" h="0">
                  <a:moveTo>
                    <a:pt x="0" y="0"/>
                  </a:moveTo>
                  <a:lnTo>
                    <a:pt x="4461343" y="0"/>
                  </a:lnTo>
                  <a:lnTo>
                    <a:pt x="4461343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586475" y="762009"/>
              <a:ext cx="0" cy="3718831"/>
            </a:xfrm>
            <a:custGeom>
              <a:avLst/>
              <a:pathLst>
                <a:path w="0" h="3718831">
                  <a:moveTo>
                    <a:pt x="0" y="371883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648700" y="762009"/>
              <a:ext cx="0" cy="3718831"/>
            </a:xfrm>
            <a:custGeom>
              <a:avLst/>
              <a:pathLst>
                <a:path w="0" h="3718831">
                  <a:moveTo>
                    <a:pt x="0" y="371883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710925" y="762009"/>
              <a:ext cx="0" cy="3718831"/>
            </a:xfrm>
            <a:custGeom>
              <a:avLst/>
              <a:pathLst>
                <a:path w="0" h="3718831">
                  <a:moveTo>
                    <a:pt x="0" y="371883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773149" y="762009"/>
              <a:ext cx="0" cy="3718831"/>
            </a:xfrm>
            <a:custGeom>
              <a:avLst/>
              <a:pathLst>
                <a:path w="0" h="3718831">
                  <a:moveTo>
                    <a:pt x="0" y="371883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4" name="pg14"/>
            <p:cNvSpPr/>
            <p:nvPr/>
          </p:nvSpPr>
          <p:spPr>
            <a:xfrm>
              <a:off x="1108474" y="2473710"/>
              <a:ext cx="956002" cy="1813512"/>
            </a:xfrm>
            <a:custGeom>
              <a:avLst/>
              <a:pathLst>
                <a:path w="956002" h="1813512">
                  <a:moveTo>
                    <a:pt x="472660" y="1813512"/>
                  </a:moveTo>
                  <a:lnTo>
                    <a:pt x="471658" y="1809963"/>
                  </a:lnTo>
                  <a:lnTo>
                    <a:pt x="470507" y="1806414"/>
                  </a:lnTo>
                  <a:lnTo>
                    <a:pt x="469192" y="1802865"/>
                  </a:lnTo>
                  <a:lnTo>
                    <a:pt x="467680" y="1799316"/>
                  </a:lnTo>
                  <a:lnTo>
                    <a:pt x="465895" y="1795767"/>
                  </a:lnTo>
                  <a:lnTo>
                    <a:pt x="463870" y="1792218"/>
                  </a:lnTo>
                  <a:lnTo>
                    <a:pt x="461585" y="1788669"/>
                  </a:lnTo>
                  <a:lnTo>
                    <a:pt x="459019" y="1785120"/>
                  </a:lnTo>
                  <a:lnTo>
                    <a:pt x="456078" y="1781571"/>
                  </a:lnTo>
                  <a:lnTo>
                    <a:pt x="452729" y="1778022"/>
                  </a:lnTo>
                  <a:lnTo>
                    <a:pt x="449001" y="1774473"/>
                  </a:lnTo>
                  <a:lnTo>
                    <a:pt x="444869" y="1770924"/>
                  </a:lnTo>
                  <a:lnTo>
                    <a:pt x="440308" y="1767375"/>
                  </a:lnTo>
                  <a:lnTo>
                    <a:pt x="435126" y="1763827"/>
                  </a:lnTo>
                  <a:lnTo>
                    <a:pt x="429417" y="1760278"/>
                  </a:lnTo>
                  <a:lnTo>
                    <a:pt x="423179" y="1756729"/>
                  </a:lnTo>
                  <a:lnTo>
                    <a:pt x="416389" y="1753180"/>
                  </a:lnTo>
                  <a:lnTo>
                    <a:pt x="408977" y="1749631"/>
                  </a:lnTo>
                  <a:lnTo>
                    <a:pt x="400786" y="1746082"/>
                  </a:lnTo>
                  <a:lnTo>
                    <a:pt x="391970" y="1742533"/>
                  </a:lnTo>
                  <a:lnTo>
                    <a:pt x="382521" y="1738984"/>
                  </a:lnTo>
                  <a:lnTo>
                    <a:pt x="372429" y="1735435"/>
                  </a:lnTo>
                  <a:lnTo>
                    <a:pt x="361553" y="1731886"/>
                  </a:lnTo>
                  <a:lnTo>
                    <a:pt x="349926" y="1728337"/>
                  </a:lnTo>
                  <a:lnTo>
                    <a:pt x="337667" y="1724788"/>
                  </a:lnTo>
                  <a:lnTo>
                    <a:pt x="324790" y="1721239"/>
                  </a:lnTo>
                  <a:lnTo>
                    <a:pt x="311312" y="1717690"/>
                  </a:lnTo>
                  <a:lnTo>
                    <a:pt x="297082" y="1714141"/>
                  </a:lnTo>
                  <a:lnTo>
                    <a:pt x="282327" y="1710592"/>
                  </a:lnTo>
                  <a:lnTo>
                    <a:pt x="267111" y="1707043"/>
                  </a:lnTo>
                  <a:lnTo>
                    <a:pt x="251480" y="1703494"/>
                  </a:lnTo>
                  <a:lnTo>
                    <a:pt x="235463" y="1699945"/>
                  </a:lnTo>
                  <a:lnTo>
                    <a:pt x="219114" y="1696397"/>
                  </a:lnTo>
                  <a:lnTo>
                    <a:pt x="202607" y="1692848"/>
                  </a:lnTo>
                  <a:lnTo>
                    <a:pt x="186016" y="1689299"/>
                  </a:lnTo>
                  <a:lnTo>
                    <a:pt x="169419" y="1685750"/>
                  </a:lnTo>
                  <a:lnTo>
                    <a:pt x="152949" y="1682201"/>
                  </a:lnTo>
                  <a:lnTo>
                    <a:pt x="136760" y="1678652"/>
                  </a:lnTo>
                  <a:lnTo>
                    <a:pt x="120925" y="1675103"/>
                  </a:lnTo>
                  <a:lnTo>
                    <a:pt x="105537" y="1671554"/>
                  </a:lnTo>
                  <a:lnTo>
                    <a:pt x="90684" y="1668005"/>
                  </a:lnTo>
                  <a:lnTo>
                    <a:pt x="76743" y="1664456"/>
                  </a:lnTo>
                  <a:lnTo>
                    <a:pt x="63645" y="1660907"/>
                  </a:lnTo>
                  <a:lnTo>
                    <a:pt x="51453" y="1657358"/>
                  </a:lnTo>
                  <a:lnTo>
                    <a:pt x="40248" y="1653809"/>
                  </a:lnTo>
                  <a:lnTo>
                    <a:pt x="30222" y="1650260"/>
                  </a:lnTo>
                  <a:lnTo>
                    <a:pt x="21713" y="1646711"/>
                  </a:lnTo>
                  <a:lnTo>
                    <a:pt x="14475" y="1643162"/>
                  </a:lnTo>
                  <a:lnTo>
                    <a:pt x="8556" y="1639613"/>
                  </a:lnTo>
                  <a:lnTo>
                    <a:pt x="4001" y="1636064"/>
                  </a:lnTo>
                  <a:lnTo>
                    <a:pt x="1169" y="1632515"/>
                  </a:lnTo>
                  <a:lnTo>
                    <a:pt x="0" y="1628967"/>
                  </a:lnTo>
                  <a:lnTo>
                    <a:pt x="94" y="1627764"/>
                  </a:lnTo>
                  <a:lnTo>
                    <a:pt x="280" y="1625418"/>
                  </a:lnTo>
                  <a:lnTo>
                    <a:pt x="2006" y="1621869"/>
                  </a:lnTo>
                  <a:lnTo>
                    <a:pt x="5170" y="1618320"/>
                  </a:lnTo>
                  <a:lnTo>
                    <a:pt x="10229" y="1614771"/>
                  </a:lnTo>
                  <a:lnTo>
                    <a:pt x="16666" y="1611222"/>
                  </a:lnTo>
                  <a:lnTo>
                    <a:pt x="24397" y="1607673"/>
                  </a:lnTo>
                  <a:lnTo>
                    <a:pt x="33368" y="1604124"/>
                  </a:lnTo>
                  <a:lnTo>
                    <a:pt x="43628" y="1600575"/>
                  </a:lnTo>
                  <a:lnTo>
                    <a:pt x="55236" y="1597026"/>
                  </a:lnTo>
                  <a:lnTo>
                    <a:pt x="67789" y="1593477"/>
                  </a:lnTo>
                  <a:lnTo>
                    <a:pt x="81204" y="1589928"/>
                  </a:lnTo>
                  <a:lnTo>
                    <a:pt x="95396" y="1586379"/>
                  </a:lnTo>
                  <a:lnTo>
                    <a:pt x="110393" y="1582830"/>
                  </a:lnTo>
                  <a:lnTo>
                    <a:pt x="125975" y="1579281"/>
                  </a:lnTo>
                  <a:lnTo>
                    <a:pt x="141954" y="1575732"/>
                  </a:lnTo>
                  <a:lnTo>
                    <a:pt x="158241" y="1572183"/>
                  </a:lnTo>
                  <a:lnTo>
                    <a:pt x="174746" y="1568634"/>
                  </a:lnTo>
                  <a:lnTo>
                    <a:pt x="191365" y="1565085"/>
                  </a:lnTo>
                  <a:lnTo>
                    <a:pt x="207937" y="1561536"/>
                  </a:lnTo>
                  <a:lnTo>
                    <a:pt x="224385" y="1557988"/>
                  </a:lnTo>
                  <a:lnTo>
                    <a:pt x="240639" y="1554439"/>
                  </a:lnTo>
                  <a:lnTo>
                    <a:pt x="256590" y="1550890"/>
                  </a:lnTo>
                  <a:lnTo>
                    <a:pt x="272073" y="1547341"/>
                  </a:lnTo>
                  <a:lnTo>
                    <a:pt x="287116" y="1543792"/>
                  </a:lnTo>
                  <a:lnTo>
                    <a:pt x="301675" y="1540243"/>
                  </a:lnTo>
                  <a:lnTo>
                    <a:pt x="315711" y="1536694"/>
                  </a:lnTo>
                  <a:lnTo>
                    <a:pt x="329044" y="1533145"/>
                  </a:lnTo>
                  <a:lnTo>
                    <a:pt x="341684" y="1529596"/>
                  </a:lnTo>
                  <a:lnTo>
                    <a:pt x="353698" y="1526047"/>
                  </a:lnTo>
                  <a:lnTo>
                    <a:pt x="365073" y="1522498"/>
                  </a:lnTo>
                  <a:lnTo>
                    <a:pt x="375803" y="1518949"/>
                  </a:lnTo>
                  <a:lnTo>
                    <a:pt x="385650" y="1515400"/>
                  </a:lnTo>
                  <a:lnTo>
                    <a:pt x="394849" y="1511851"/>
                  </a:lnTo>
                  <a:lnTo>
                    <a:pt x="403419" y="1508302"/>
                  </a:lnTo>
                  <a:lnTo>
                    <a:pt x="411372" y="1504753"/>
                  </a:lnTo>
                  <a:lnTo>
                    <a:pt x="418657" y="1501204"/>
                  </a:lnTo>
                  <a:lnTo>
                    <a:pt x="425222" y="1497655"/>
                  </a:lnTo>
                  <a:lnTo>
                    <a:pt x="431247" y="1494106"/>
                  </a:lnTo>
                  <a:lnTo>
                    <a:pt x="436754" y="1490558"/>
                  </a:lnTo>
                  <a:lnTo>
                    <a:pt x="441766" y="1487009"/>
                  </a:lnTo>
                  <a:lnTo>
                    <a:pt x="446206" y="1483460"/>
                  </a:lnTo>
                  <a:lnTo>
                    <a:pt x="450168" y="1479911"/>
                  </a:lnTo>
                  <a:lnTo>
                    <a:pt x="453738" y="1476362"/>
                  </a:lnTo>
                  <a:lnTo>
                    <a:pt x="456941" y="1472813"/>
                  </a:lnTo>
                  <a:lnTo>
                    <a:pt x="459801" y="1469264"/>
                  </a:lnTo>
                  <a:lnTo>
                    <a:pt x="462242" y="1465715"/>
                  </a:lnTo>
                  <a:lnTo>
                    <a:pt x="464410" y="1462166"/>
                  </a:lnTo>
                  <a:lnTo>
                    <a:pt x="466329" y="1458617"/>
                  </a:lnTo>
                  <a:lnTo>
                    <a:pt x="468017" y="1455068"/>
                  </a:lnTo>
                  <a:lnTo>
                    <a:pt x="469474" y="1451519"/>
                  </a:lnTo>
                  <a:lnTo>
                    <a:pt x="470706" y="1447970"/>
                  </a:lnTo>
                  <a:lnTo>
                    <a:pt x="471781" y="1444421"/>
                  </a:lnTo>
                  <a:lnTo>
                    <a:pt x="472714" y="1440872"/>
                  </a:lnTo>
                  <a:lnTo>
                    <a:pt x="473518" y="1437323"/>
                  </a:lnTo>
                  <a:lnTo>
                    <a:pt x="474183" y="1433774"/>
                  </a:lnTo>
                  <a:lnTo>
                    <a:pt x="474743" y="1430225"/>
                  </a:lnTo>
                  <a:lnTo>
                    <a:pt x="475221" y="1426676"/>
                  </a:lnTo>
                  <a:lnTo>
                    <a:pt x="475626" y="1423128"/>
                  </a:lnTo>
                  <a:lnTo>
                    <a:pt x="475967" y="1419579"/>
                  </a:lnTo>
                  <a:lnTo>
                    <a:pt x="476233" y="1416030"/>
                  </a:lnTo>
                  <a:lnTo>
                    <a:pt x="476455" y="1412481"/>
                  </a:lnTo>
                  <a:lnTo>
                    <a:pt x="476639" y="1408932"/>
                  </a:lnTo>
                  <a:lnTo>
                    <a:pt x="476788" y="1405383"/>
                  </a:lnTo>
                  <a:lnTo>
                    <a:pt x="476904" y="1401834"/>
                  </a:lnTo>
                  <a:lnTo>
                    <a:pt x="476991" y="1398285"/>
                  </a:lnTo>
                  <a:lnTo>
                    <a:pt x="477059" y="1394736"/>
                  </a:lnTo>
                  <a:lnTo>
                    <a:pt x="477109" y="1391187"/>
                  </a:lnTo>
                  <a:lnTo>
                    <a:pt x="477145" y="1387638"/>
                  </a:lnTo>
                  <a:lnTo>
                    <a:pt x="477166" y="1384089"/>
                  </a:lnTo>
                  <a:lnTo>
                    <a:pt x="477176" y="1380540"/>
                  </a:lnTo>
                  <a:lnTo>
                    <a:pt x="477178" y="1376991"/>
                  </a:lnTo>
                  <a:lnTo>
                    <a:pt x="477173" y="1373442"/>
                  </a:lnTo>
                  <a:lnTo>
                    <a:pt x="477162" y="1369893"/>
                  </a:lnTo>
                  <a:lnTo>
                    <a:pt x="477144" y="1366344"/>
                  </a:lnTo>
                  <a:lnTo>
                    <a:pt x="477123" y="1362795"/>
                  </a:lnTo>
                  <a:lnTo>
                    <a:pt x="477099" y="1359246"/>
                  </a:lnTo>
                  <a:lnTo>
                    <a:pt x="477072" y="1355698"/>
                  </a:lnTo>
                  <a:lnTo>
                    <a:pt x="477042" y="1352149"/>
                  </a:lnTo>
                  <a:lnTo>
                    <a:pt x="477011" y="1348600"/>
                  </a:lnTo>
                  <a:lnTo>
                    <a:pt x="476977" y="1345051"/>
                  </a:lnTo>
                  <a:lnTo>
                    <a:pt x="476943" y="1341502"/>
                  </a:lnTo>
                  <a:lnTo>
                    <a:pt x="476908" y="1337953"/>
                  </a:lnTo>
                  <a:lnTo>
                    <a:pt x="476871" y="1334404"/>
                  </a:lnTo>
                  <a:lnTo>
                    <a:pt x="476834" y="1330855"/>
                  </a:lnTo>
                  <a:lnTo>
                    <a:pt x="476796" y="1327306"/>
                  </a:lnTo>
                  <a:lnTo>
                    <a:pt x="476758" y="1323757"/>
                  </a:lnTo>
                  <a:lnTo>
                    <a:pt x="476720" y="1320208"/>
                  </a:lnTo>
                  <a:lnTo>
                    <a:pt x="476682" y="1316659"/>
                  </a:lnTo>
                  <a:lnTo>
                    <a:pt x="476643" y="1313110"/>
                  </a:lnTo>
                  <a:lnTo>
                    <a:pt x="476604" y="1309561"/>
                  </a:lnTo>
                  <a:lnTo>
                    <a:pt x="476566" y="1306012"/>
                  </a:lnTo>
                  <a:lnTo>
                    <a:pt x="476527" y="1302463"/>
                  </a:lnTo>
                  <a:lnTo>
                    <a:pt x="476489" y="1298914"/>
                  </a:lnTo>
                  <a:lnTo>
                    <a:pt x="476450" y="1295365"/>
                  </a:lnTo>
                  <a:lnTo>
                    <a:pt x="476412" y="1291816"/>
                  </a:lnTo>
                  <a:lnTo>
                    <a:pt x="476373" y="1288268"/>
                  </a:lnTo>
                  <a:lnTo>
                    <a:pt x="476335" y="1284719"/>
                  </a:lnTo>
                  <a:lnTo>
                    <a:pt x="476297" y="1281170"/>
                  </a:lnTo>
                  <a:lnTo>
                    <a:pt x="476258" y="1277621"/>
                  </a:lnTo>
                  <a:lnTo>
                    <a:pt x="476219" y="1274072"/>
                  </a:lnTo>
                  <a:lnTo>
                    <a:pt x="476180" y="1270523"/>
                  </a:lnTo>
                  <a:lnTo>
                    <a:pt x="476140" y="1266974"/>
                  </a:lnTo>
                  <a:lnTo>
                    <a:pt x="476100" y="1263425"/>
                  </a:lnTo>
                  <a:lnTo>
                    <a:pt x="476058" y="1259876"/>
                  </a:lnTo>
                  <a:lnTo>
                    <a:pt x="476016" y="1256327"/>
                  </a:lnTo>
                  <a:lnTo>
                    <a:pt x="475972" y="1252778"/>
                  </a:lnTo>
                  <a:lnTo>
                    <a:pt x="475926" y="1249229"/>
                  </a:lnTo>
                  <a:lnTo>
                    <a:pt x="475878" y="1245680"/>
                  </a:lnTo>
                  <a:lnTo>
                    <a:pt x="475829" y="1242131"/>
                  </a:lnTo>
                  <a:lnTo>
                    <a:pt x="475777" y="1238582"/>
                  </a:lnTo>
                  <a:lnTo>
                    <a:pt x="475722" y="1235033"/>
                  </a:lnTo>
                  <a:lnTo>
                    <a:pt x="475663" y="1231484"/>
                  </a:lnTo>
                  <a:lnTo>
                    <a:pt x="475601" y="1227935"/>
                  </a:lnTo>
                  <a:lnTo>
                    <a:pt x="475536" y="1224386"/>
                  </a:lnTo>
                  <a:lnTo>
                    <a:pt x="475466" y="1220838"/>
                  </a:lnTo>
                  <a:lnTo>
                    <a:pt x="475391" y="1217289"/>
                  </a:lnTo>
                  <a:lnTo>
                    <a:pt x="475312" y="1213740"/>
                  </a:lnTo>
                  <a:lnTo>
                    <a:pt x="475227" y="1210191"/>
                  </a:lnTo>
                  <a:lnTo>
                    <a:pt x="475137" y="1206642"/>
                  </a:lnTo>
                  <a:lnTo>
                    <a:pt x="475041" y="1203093"/>
                  </a:lnTo>
                  <a:lnTo>
                    <a:pt x="474938" y="1199544"/>
                  </a:lnTo>
                  <a:lnTo>
                    <a:pt x="474828" y="1195995"/>
                  </a:lnTo>
                  <a:lnTo>
                    <a:pt x="474713" y="1192446"/>
                  </a:lnTo>
                  <a:lnTo>
                    <a:pt x="474591" y="1188897"/>
                  </a:lnTo>
                  <a:lnTo>
                    <a:pt x="474460" y="1185348"/>
                  </a:lnTo>
                  <a:lnTo>
                    <a:pt x="474321" y="1181799"/>
                  </a:lnTo>
                  <a:lnTo>
                    <a:pt x="474176" y="1178250"/>
                  </a:lnTo>
                  <a:lnTo>
                    <a:pt x="474023" y="1174701"/>
                  </a:lnTo>
                  <a:lnTo>
                    <a:pt x="473862" y="1171152"/>
                  </a:lnTo>
                  <a:lnTo>
                    <a:pt x="473691" y="1167603"/>
                  </a:lnTo>
                  <a:lnTo>
                    <a:pt x="473512" y="1164054"/>
                  </a:lnTo>
                  <a:lnTo>
                    <a:pt x="473325" y="1160505"/>
                  </a:lnTo>
                  <a:lnTo>
                    <a:pt x="473131" y="1156956"/>
                  </a:lnTo>
                  <a:lnTo>
                    <a:pt x="472927" y="1153408"/>
                  </a:lnTo>
                  <a:lnTo>
                    <a:pt x="472714" y="1149859"/>
                  </a:lnTo>
                  <a:lnTo>
                    <a:pt x="472492" y="1146310"/>
                  </a:lnTo>
                  <a:lnTo>
                    <a:pt x="472263" y="1142761"/>
                  </a:lnTo>
                  <a:lnTo>
                    <a:pt x="472025" y="1139212"/>
                  </a:lnTo>
                  <a:lnTo>
                    <a:pt x="471777" y="1135663"/>
                  </a:lnTo>
                  <a:lnTo>
                    <a:pt x="471521" y="1132114"/>
                  </a:lnTo>
                  <a:lnTo>
                    <a:pt x="471256" y="1128565"/>
                  </a:lnTo>
                  <a:lnTo>
                    <a:pt x="470983" y="1125016"/>
                  </a:lnTo>
                  <a:lnTo>
                    <a:pt x="470701" y="1121467"/>
                  </a:lnTo>
                  <a:lnTo>
                    <a:pt x="470409" y="1117918"/>
                  </a:lnTo>
                  <a:lnTo>
                    <a:pt x="470109" y="1114369"/>
                  </a:lnTo>
                  <a:lnTo>
                    <a:pt x="469801" y="1110820"/>
                  </a:lnTo>
                  <a:lnTo>
                    <a:pt x="469484" y="1107271"/>
                  </a:lnTo>
                  <a:lnTo>
                    <a:pt x="469159" y="1103722"/>
                  </a:lnTo>
                  <a:lnTo>
                    <a:pt x="468823" y="1100173"/>
                  </a:lnTo>
                  <a:lnTo>
                    <a:pt x="468479" y="1096624"/>
                  </a:lnTo>
                  <a:lnTo>
                    <a:pt x="468126" y="1093075"/>
                  </a:lnTo>
                  <a:lnTo>
                    <a:pt x="467766" y="1089526"/>
                  </a:lnTo>
                  <a:lnTo>
                    <a:pt x="467394" y="1085978"/>
                  </a:lnTo>
                  <a:lnTo>
                    <a:pt x="467013" y="1082429"/>
                  </a:lnTo>
                  <a:lnTo>
                    <a:pt x="466623" y="1078880"/>
                  </a:lnTo>
                  <a:lnTo>
                    <a:pt x="466224" y="1075331"/>
                  </a:lnTo>
                  <a:lnTo>
                    <a:pt x="465816" y="1071782"/>
                  </a:lnTo>
                  <a:lnTo>
                    <a:pt x="465395" y="1068233"/>
                  </a:lnTo>
                  <a:lnTo>
                    <a:pt x="464964" y="1064684"/>
                  </a:lnTo>
                  <a:lnTo>
                    <a:pt x="464524" y="1061135"/>
                  </a:lnTo>
                  <a:lnTo>
                    <a:pt x="464073" y="1057586"/>
                  </a:lnTo>
                  <a:lnTo>
                    <a:pt x="463610" y="1054037"/>
                  </a:lnTo>
                  <a:lnTo>
                    <a:pt x="463134" y="1050488"/>
                  </a:lnTo>
                  <a:lnTo>
                    <a:pt x="462646" y="1046939"/>
                  </a:lnTo>
                  <a:lnTo>
                    <a:pt x="462146" y="1043390"/>
                  </a:lnTo>
                  <a:lnTo>
                    <a:pt x="461634" y="1039841"/>
                  </a:lnTo>
                  <a:lnTo>
                    <a:pt x="461106" y="1036292"/>
                  </a:lnTo>
                  <a:lnTo>
                    <a:pt x="460563" y="1032743"/>
                  </a:lnTo>
                  <a:lnTo>
                    <a:pt x="460006" y="1029194"/>
                  </a:lnTo>
                  <a:lnTo>
                    <a:pt x="459435" y="1025645"/>
                  </a:lnTo>
                  <a:lnTo>
                    <a:pt x="458849" y="1022096"/>
                  </a:lnTo>
                  <a:lnTo>
                    <a:pt x="458242" y="1018547"/>
                  </a:lnTo>
                  <a:lnTo>
                    <a:pt x="457619" y="1014999"/>
                  </a:lnTo>
                  <a:lnTo>
                    <a:pt x="456979" y="1011450"/>
                  </a:lnTo>
                  <a:lnTo>
                    <a:pt x="456322" y="1007901"/>
                  </a:lnTo>
                  <a:lnTo>
                    <a:pt x="455644" y="1004352"/>
                  </a:lnTo>
                  <a:lnTo>
                    <a:pt x="454945" y="1000803"/>
                  </a:lnTo>
                  <a:lnTo>
                    <a:pt x="454226" y="997254"/>
                  </a:lnTo>
                  <a:lnTo>
                    <a:pt x="453489" y="993705"/>
                  </a:lnTo>
                  <a:lnTo>
                    <a:pt x="452732" y="990156"/>
                  </a:lnTo>
                  <a:lnTo>
                    <a:pt x="451950" y="986607"/>
                  </a:lnTo>
                  <a:lnTo>
                    <a:pt x="451146" y="983058"/>
                  </a:lnTo>
                  <a:lnTo>
                    <a:pt x="450322" y="979509"/>
                  </a:lnTo>
                  <a:lnTo>
                    <a:pt x="449478" y="975960"/>
                  </a:lnTo>
                  <a:lnTo>
                    <a:pt x="448613" y="972411"/>
                  </a:lnTo>
                  <a:lnTo>
                    <a:pt x="447722" y="968862"/>
                  </a:lnTo>
                  <a:lnTo>
                    <a:pt x="446811" y="965313"/>
                  </a:lnTo>
                  <a:lnTo>
                    <a:pt x="445881" y="961764"/>
                  </a:lnTo>
                  <a:lnTo>
                    <a:pt x="444933" y="958215"/>
                  </a:lnTo>
                  <a:lnTo>
                    <a:pt x="443963" y="954666"/>
                  </a:lnTo>
                  <a:lnTo>
                    <a:pt x="442973" y="951117"/>
                  </a:lnTo>
                  <a:lnTo>
                    <a:pt x="441968" y="947569"/>
                  </a:lnTo>
                  <a:lnTo>
                    <a:pt x="440948" y="944020"/>
                  </a:lnTo>
                  <a:lnTo>
                    <a:pt x="439914" y="940471"/>
                  </a:lnTo>
                  <a:lnTo>
                    <a:pt x="438865" y="936922"/>
                  </a:lnTo>
                  <a:lnTo>
                    <a:pt x="437805" y="933373"/>
                  </a:lnTo>
                  <a:lnTo>
                    <a:pt x="436737" y="929824"/>
                  </a:lnTo>
                  <a:lnTo>
                    <a:pt x="435662" y="926275"/>
                  </a:lnTo>
                  <a:lnTo>
                    <a:pt x="434583" y="922726"/>
                  </a:lnTo>
                  <a:lnTo>
                    <a:pt x="433500" y="919177"/>
                  </a:lnTo>
                  <a:lnTo>
                    <a:pt x="432419" y="915628"/>
                  </a:lnTo>
                  <a:lnTo>
                    <a:pt x="431340" y="912079"/>
                  </a:lnTo>
                  <a:lnTo>
                    <a:pt x="430266" y="908530"/>
                  </a:lnTo>
                  <a:lnTo>
                    <a:pt x="429202" y="904981"/>
                  </a:lnTo>
                  <a:lnTo>
                    <a:pt x="428150" y="901432"/>
                  </a:lnTo>
                  <a:lnTo>
                    <a:pt x="427112" y="897883"/>
                  </a:lnTo>
                  <a:lnTo>
                    <a:pt x="426091" y="894334"/>
                  </a:lnTo>
                  <a:lnTo>
                    <a:pt x="425088" y="890785"/>
                  </a:lnTo>
                  <a:lnTo>
                    <a:pt x="424113" y="887236"/>
                  </a:lnTo>
                  <a:lnTo>
                    <a:pt x="423166" y="883687"/>
                  </a:lnTo>
                  <a:lnTo>
                    <a:pt x="422246" y="880139"/>
                  </a:lnTo>
                  <a:lnTo>
                    <a:pt x="421357" y="876590"/>
                  </a:lnTo>
                  <a:lnTo>
                    <a:pt x="420501" y="873041"/>
                  </a:lnTo>
                  <a:lnTo>
                    <a:pt x="419693" y="869492"/>
                  </a:lnTo>
                  <a:lnTo>
                    <a:pt x="418923" y="865943"/>
                  </a:lnTo>
                  <a:lnTo>
                    <a:pt x="418194" y="862394"/>
                  </a:lnTo>
                  <a:lnTo>
                    <a:pt x="417508" y="858845"/>
                  </a:lnTo>
                  <a:lnTo>
                    <a:pt x="416874" y="855296"/>
                  </a:lnTo>
                  <a:lnTo>
                    <a:pt x="416296" y="851747"/>
                  </a:lnTo>
                  <a:lnTo>
                    <a:pt x="415768" y="848198"/>
                  </a:lnTo>
                  <a:lnTo>
                    <a:pt x="415289" y="844649"/>
                  </a:lnTo>
                  <a:lnTo>
                    <a:pt x="414862" y="841100"/>
                  </a:lnTo>
                  <a:lnTo>
                    <a:pt x="414505" y="837551"/>
                  </a:lnTo>
                  <a:lnTo>
                    <a:pt x="414205" y="834002"/>
                  </a:lnTo>
                  <a:lnTo>
                    <a:pt x="413960" y="830453"/>
                  </a:lnTo>
                  <a:lnTo>
                    <a:pt x="413771" y="826904"/>
                  </a:lnTo>
                  <a:lnTo>
                    <a:pt x="413642" y="823355"/>
                  </a:lnTo>
                  <a:lnTo>
                    <a:pt x="413587" y="819806"/>
                  </a:lnTo>
                  <a:lnTo>
                    <a:pt x="413588" y="816257"/>
                  </a:lnTo>
                  <a:lnTo>
                    <a:pt x="413646" y="812709"/>
                  </a:lnTo>
                  <a:lnTo>
                    <a:pt x="413760" y="809160"/>
                  </a:lnTo>
                  <a:lnTo>
                    <a:pt x="413940" y="805611"/>
                  </a:lnTo>
                  <a:lnTo>
                    <a:pt x="414185" y="802062"/>
                  </a:lnTo>
                  <a:lnTo>
                    <a:pt x="414484" y="798513"/>
                  </a:lnTo>
                  <a:lnTo>
                    <a:pt x="414835" y="794964"/>
                  </a:lnTo>
                  <a:lnTo>
                    <a:pt x="415238" y="791415"/>
                  </a:lnTo>
                  <a:lnTo>
                    <a:pt x="415708" y="787866"/>
                  </a:lnTo>
                  <a:lnTo>
                    <a:pt x="416228" y="784317"/>
                  </a:lnTo>
                  <a:lnTo>
                    <a:pt x="416794" y="780768"/>
                  </a:lnTo>
                  <a:lnTo>
                    <a:pt x="417406" y="777219"/>
                  </a:lnTo>
                  <a:lnTo>
                    <a:pt x="418064" y="773670"/>
                  </a:lnTo>
                  <a:lnTo>
                    <a:pt x="418775" y="770121"/>
                  </a:lnTo>
                  <a:lnTo>
                    <a:pt x="419524" y="766572"/>
                  </a:lnTo>
                  <a:lnTo>
                    <a:pt x="420309" y="763023"/>
                  </a:lnTo>
                  <a:lnTo>
                    <a:pt x="421128" y="759474"/>
                  </a:lnTo>
                  <a:lnTo>
                    <a:pt x="421984" y="755925"/>
                  </a:lnTo>
                  <a:lnTo>
                    <a:pt x="422874" y="752376"/>
                  </a:lnTo>
                  <a:lnTo>
                    <a:pt x="423790" y="748827"/>
                  </a:lnTo>
                  <a:lnTo>
                    <a:pt x="424729" y="745279"/>
                  </a:lnTo>
                  <a:lnTo>
                    <a:pt x="425690" y="741730"/>
                  </a:lnTo>
                  <a:lnTo>
                    <a:pt x="426675" y="738181"/>
                  </a:lnTo>
                  <a:lnTo>
                    <a:pt x="427675" y="734632"/>
                  </a:lnTo>
                  <a:lnTo>
                    <a:pt x="428688" y="731083"/>
                  </a:lnTo>
                  <a:lnTo>
                    <a:pt x="429712" y="727534"/>
                  </a:lnTo>
                  <a:lnTo>
                    <a:pt x="430745" y="723985"/>
                  </a:lnTo>
                  <a:lnTo>
                    <a:pt x="431784" y="720436"/>
                  </a:lnTo>
                  <a:lnTo>
                    <a:pt x="432826" y="716887"/>
                  </a:lnTo>
                  <a:lnTo>
                    <a:pt x="433869" y="713338"/>
                  </a:lnTo>
                  <a:lnTo>
                    <a:pt x="434910" y="709789"/>
                  </a:lnTo>
                  <a:lnTo>
                    <a:pt x="435947" y="706240"/>
                  </a:lnTo>
                  <a:lnTo>
                    <a:pt x="436977" y="702691"/>
                  </a:lnTo>
                  <a:lnTo>
                    <a:pt x="437999" y="699142"/>
                  </a:lnTo>
                  <a:lnTo>
                    <a:pt x="439011" y="695593"/>
                  </a:lnTo>
                  <a:lnTo>
                    <a:pt x="440012" y="692044"/>
                  </a:lnTo>
                  <a:lnTo>
                    <a:pt x="440995" y="688495"/>
                  </a:lnTo>
                  <a:lnTo>
                    <a:pt x="441963" y="684946"/>
                  </a:lnTo>
                  <a:lnTo>
                    <a:pt x="442915" y="681397"/>
                  </a:lnTo>
                  <a:lnTo>
                    <a:pt x="443851" y="677849"/>
                  </a:lnTo>
                  <a:lnTo>
                    <a:pt x="444766" y="674300"/>
                  </a:lnTo>
                  <a:lnTo>
                    <a:pt x="445657" y="670751"/>
                  </a:lnTo>
                  <a:lnTo>
                    <a:pt x="446527" y="667202"/>
                  </a:lnTo>
                  <a:lnTo>
                    <a:pt x="447376" y="663653"/>
                  </a:lnTo>
                  <a:lnTo>
                    <a:pt x="448204" y="660104"/>
                  </a:lnTo>
                  <a:lnTo>
                    <a:pt x="449006" y="656555"/>
                  </a:lnTo>
                  <a:lnTo>
                    <a:pt x="449781" y="653006"/>
                  </a:lnTo>
                  <a:lnTo>
                    <a:pt x="450534" y="649457"/>
                  </a:lnTo>
                  <a:lnTo>
                    <a:pt x="451264" y="645908"/>
                  </a:lnTo>
                  <a:lnTo>
                    <a:pt x="451971" y="642359"/>
                  </a:lnTo>
                  <a:lnTo>
                    <a:pt x="452647" y="638810"/>
                  </a:lnTo>
                  <a:lnTo>
                    <a:pt x="453300" y="635261"/>
                  </a:lnTo>
                  <a:lnTo>
                    <a:pt x="453930" y="631712"/>
                  </a:lnTo>
                  <a:lnTo>
                    <a:pt x="454538" y="628163"/>
                  </a:lnTo>
                  <a:lnTo>
                    <a:pt x="455122" y="624614"/>
                  </a:lnTo>
                  <a:lnTo>
                    <a:pt x="455679" y="621065"/>
                  </a:lnTo>
                  <a:lnTo>
                    <a:pt x="456215" y="617516"/>
                  </a:lnTo>
                  <a:lnTo>
                    <a:pt x="456731" y="613967"/>
                  </a:lnTo>
                  <a:lnTo>
                    <a:pt x="457226" y="610419"/>
                  </a:lnTo>
                  <a:lnTo>
                    <a:pt x="457698" y="606870"/>
                  </a:lnTo>
                  <a:lnTo>
                    <a:pt x="458149" y="603321"/>
                  </a:lnTo>
                  <a:lnTo>
                    <a:pt x="458582" y="599772"/>
                  </a:lnTo>
                  <a:lnTo>
                    <a:pt x="458999" y="596223"/>
                  </a:lnTo>
                  <a:lnTo>
                    <a:pt x="459398" y="592674"/>
                  </a:lnTo>
                  <a:lnTo>
                    <a:pt x="459777" y="589125"/>
                  </a:lnTo>
                  <a:lnTo>
                    <a:pt x="460141" y="585576"/>
                  </a:lnTo>
                  <a:lnTo>
                    <a:pt x="460492" y="582027"/>
                  </a:lnTo>
                  <a:lnTo>
                    <a:pt x="460829" y="578478"/>
                  </a:lnTo>
                  <a:lnTo>
                    <a:pt x="461153" y="574929"/>
                  </a:lnTo>
                  <a:lnTo>
                    <a:pt x="461462" y="571380"/>
                  </a:lnTo>
                  <a:lnTo>
                    <a:pt x="461761" y="567831"/>
                  </a:lnTo>
                  <a:lnTo>
                    <a:pt x="462050" y="564282"/>
                  </a:lnTo>
                  <a:lnTo>
                    <a:pt x="462330" y="560733"/>
                  </a:lnTo>
                  <a:lnTo>
                    <a:pt x="462600" y="557184"/>
                  </a:lnTo>
                  <a:lnTo>
                    <a:pt x="462862" y="553635"/>
                  </a:lnTo>
                  <a:lnTo>
                    <a:pt x="463117" y="550086"/>
                  </a:lnTo>
                  <a:lnTo>
                    <a:pt x="463366" y="546537"/>
                  </a:lnTo>
                  <a:lnTo>
                    <a:pt x="463610" y="542989"/>
                  </a:lnTo>
                  <a:lnTo>
                    <a:pt x="463847" y="539440"/>
                  </a:lnTo>
                  <a:lnTo>
                    <a:pt x="464081" y="535891"/>
                  </a:lnTo>
                  <a:lnTo>
                    <a:pt x="464312" y="532342"/>
                  </a:lnTo>
                  <a:lnTo>
                    <a:pt x="464540" y="528793"/>
                  </a:lnTo>
                  <a:lnTo>
                    <a:pt x="464766" y="525244"/>
                  </a:lnTo>
                  <a:lnTo>
                    <a:pt x="464990" y="521695"/>
                  </a:lnTo>
                  <a:lnTo>
                    <a:pt x="465213" y="518146"/>
                  </a:lnTo>
                  <a:lnTo>
                    <a:pt x="465435" y="514597"/>
                  </a:lnTo>
                  <a:lnTo>
                    <a:pt x="465658" y="511048"/>
                  </a:lnTo>
                  <a:lnTo>
                    <a:pt x="465881" y="507499"/>
                  </a:lnTo>
                  <a:lnTo>
                    <a:pt x="466105" y="503950"/>
                  </a:lnTo>
                  <a:lnTo>
                    <a:pt x="466330" y="500401"/>
                  </a:lnTo>
                  <a:lnTo>
                    <a:pt x="466557" y="496852"/>
                  </a:lnTo>
                  <a:lnTo>
                    <a:pt x="466785" y="493303"/>
                  </a:lnTo>
                  <a:lnTo>
                    <a:pt x="467017" y="489754"/>
                  </a:lnTo>
                  <a:lnTo>
                    <a:pt x="467250" y="486205"/>
                  </a:lnTo>
                  <a:lnTo>
                    <a:pt x="467486" y="482656"/>
                  </a:lnTo>
                  <a:lnTo>
                    <a:pt x="467725" y="479107"/>
                  </a:lnTo>
                  <a:lnTo>
                    <a:pt x="467966" y="475558"/>
                  </a:lnTo>
                  <a:lnTo>
                    <a:pt x="468211" y="472010"/>
                  </a:lnTo>
                  <a:lnTo>
                    <a:pt x="468458" y="468461"/>
                  </a:lnTo>
                  <a:lnTo>
                    <a:pt x="468708" y="464912"/>
                  </a:lnTo>
                  <a:lnTo>
                    <a:pt x="468960" y="461363"/>
                  </a:lnTo>
                  <a:lnTo>
                    <a:pt x="469216" y="457814"/>
                  </a:lnTo>
                  <a:lnTo>
                    <a:pt x="469473" y="454265"/>
                  </a:lnTo>
                  <a:lnTo>
                    <a:pt x="469733" y="450716"/>
                  </a:lnTo>
                  <a:lnTo>
                    <a:pt x="469994" y="447167"/>
                  </a:lnTo>
                  <a:lnTo>
                    <a:pt x="470256" y="443618"/>
                  </a:lnTo>
                  <a:lnTo>
                    <a:pt x="470520" y="440069"/>
                  </a:lnTo>
                  <a:lnTo>
                    <a:pt x="470784" y="436520"/>
                  </a:lnTo>
                  <a:lnTo>
                    <a:pt x="471047" y="432971"/>
                  </a:lnTo>
                  <a:lnTo>
                    <a:pt x="471311" y="429422"/>
                  </a:lnTo>
                  <a:lnTo>
                    <a:pt x="471573" y="425873"/>
                  </a:lnTo>
                  <a:lnTo>
                    <a:pt x="471834" y="422324"/>
                  </a:lnTo>
                  <a:lnTo>
                    <a:pt x="472092" y="418775"/>
                  </a:lnTo>
                  <a:lnTo>
                    <a:pt x="472348" y="415226"/>
                  </a:lnTo>
                  <a:lnTo>
                    <a:pt x="472601" y="411677"/>
                  </a:lnTo>
                  <a:lnTo>
                    <a:pt x="472849" y="408128"/>
                  </a:lnTo>
                  <a:lnTo>
                    <a:pt x="473092" y="404580"/>
                  </a:lnTo>
                  <a:lnTo>
                    <a:pt x="473331" y="401031"/>
                  </a:lnTo>
                  <a:lnTo>
                    <a:pt x="473564" y="397482"/>
                  </a:lnTo>
                  <a:lnTo>
                    <a:pt x="473792" y="393933"/>
                  </a:lnTo>
                  <a:lnTo>
                    <a:pt x="474011" y="390384"/>
                  </a:lnTo>
                  <a:lnTo>
                    <a:pt x="474224" y="386835"/>
                  </a:lnTo>
                  <a:lnTo>
                    <a:pt x="474430" y="383286"/>
                  </a:lnTo>
                  <a:lnTo>
                    <a:pt x="474628" y="379737"/>
                  </a:lnTo>
                  <a:lnTo>
                    <a:pt x="474818" y="376188"/>
                  </a:lnTo>
                  <a:lnTo>
                    <a:pt x="474999" y="372639"/>
                  </a:lnTo>
                  <a:lnTo>
                    <a:pt x="475171" y="369090"/>
                  </a:lnTo>
                  <a:lnTo>
                    <a:pt x="475336" y="365541"/>
                  </a:lnTo>
                  <a:lnTo>
                    <a:pt x="475492" y="361992"/>
                  </a:lnTo>
                  <a:lnTo>
                    <a:pt x="475639" y="358443"/>
                  </a:lnTo>
                  <a:lnTo>
                    <a:pt x="475776" y="354894"/>
                  </a:lnTo>
                  <a:lnTo>
                    <a:pt x="475906" y="351345"/>
                  </a:lnTo>
                  <a:lnTo>
                    <a:pt x="476028" y="347796"/>
                  </a:lnTo>
                  <a:lnTo>
                    <a:pt x="476142" y="344247"/>
                  </a:lnTo>
                  <a:lnTo>
                    <a:pt x="476246" y="340698"/>
                  </a:lnTo>
                  <a:lnTo>
                    <a:pt x="476343" y="337150"/>
                  </a:lnTo>
                  <a:lnTo>
                    <a:pt x="476434" y="333601"/>
                  </a:lnTo>
                  <a:lnTo>
                    <a:pt x="476517" y="330052"/>
                  </a:lnTo>
                  <a:lnTo>
                    <a:pt x="476594" y="326503"/>
                  </a:lnTo>
                  <a:lnTo>
                    <a:pt x="476664" y="322954"/>
                  </a:lnTo>
                  <a:lnTo>
                    <a:pt x="476728" y="319405"/>
                  </a:lnTo>
                  <a:lnTo>
                    <a:pt x="476788" y="315856"/>
                  </a:lnTo>
                  <a:lnTo>
                    <a:pt x="476842" y="312307"/>
                  </a:lnTo>
                  <a:lnTo>
                    <a:pt x="476891" y="308758"/>
                  </a:lnTo>
                  <a:lnTo>
                    <a:pt x="476936" y="305209"/>
                  </a:lnTo>
                  <a:lnTo>
                    <a:pt x="476977" y="301660"/>
                  </a:lnTo>
                  <a:lnTo>
                    <a:pt x="477015" y="298111"/>
                  </a:lnTo>
                  <a:lnTo>
                    <a:pt x="477050" y="294562"/>
                  </a:lnTo>
                  <a:lnTo>
                    <a:pt x="477081" y="291013"/>
                  </a:lnTo>
                  <a:lnTo>
                    <a:pt x="477110" y="287464"/>
                  </a:lnTo>
                  <a:lnTo>
                    <a:pt x="477137" y="283915"/>
                  </a:lnTo>
                  <a:lnTo>
                    <a:pt x="477162" y="280366"/>
                  </a:lnTo>
                  <a:lnTo>
                    <a:pt x="477185" y="276817"/>
                  </a:lnTo>
                  <a:lnTo>
                    <a:pt x="477206" y="273268"/>
                  </a:lnTo>
                  <a:lnTo>
                    <a:pt x="477226" y="269720"/>
                  </a:lnTo>
                  <a:lnTo>
                    <a:pt x="477244" y="266171"/>
                  </a:lnTo>
                  <a:lnTo>
                    <a:pt x="477262" y="262622"/>
                  </a:lnTo>
                  <a:lnTo>
                    <a:pt x="477279" y="259073"/>
                  </a:lnTo>
                  <a:lnTo>
                    <a:pt x="477295" y="255524"/>
                  </a:lnTo>
                  <a:lnTo>
                    <a:pt x="477310" y="251975"/>
                  </a:lnTo>
                  <a:lnTo>
                    <a:pt x="477325" y="248426"/>
                  </a:lnTo>
                  <a:lnTo>
                    <a:pt x="477339" y="244877"/>
                  </a:lnTo>
                  <a:lnTo>
                    <a:pt x="477353" y="241328"/>
                  </a:lnTo>
                  <a:lnTo>
                    <a:pt x="477366" y="237779"/>
                  </a:lnTo>
                  <a:lnTo>
                    <a:pt x="477380" y="234230"/>
                  </a:lnTo>
                  <a:lnTo>
                    <a:pt x="477392" y="230681"/>
                  </a:lnTo>
                  <a:lnTo>
                    <a:pt x="477405" y="227132"/>
                  </a:lnTo>
                  <a:lnTo>
                    <a:pt x="477418" y="223583"/>
                  </a:lnTo>
                  <a:lnTo>
                    <a:pt x="477430" y="220034"/>
                  </a:lnTo>
                  <a:lnTo>
                    <a:pt x="477443" y="216485"/>
                  </a:lnTo>
                  <a:lnTo>
                    <a:pt x="477455" y="212936"/>
                  </a:lnTo>
                  <a:lnTo>
                    <a:pt x="477468" y="209387"/>
                  </a:lnTo>
                  <a:lnTo>
                    <a:pt x="477480" y="205838"/>
                  </a:lnTo>
                  <a:lnTo>
                    <a:pt x="477493" y="202290"/>
                  </a:lnTo>
                  <a:lnTo>
                    <a:pt x="477506" y="198741"/>
                  </a:lnTo>
                  <a:lnTo>
                    <a:pt x="477518" y="195192"/>
                  </a:lnTo>
                  <a:lnTo>
                    <a:pt x="477531" y="191643"/>
                  </a:lnTo>
                  <a:lnTo>
                    <a:pt x="477545" y="188094"/>
                  </a:lnTo>
                  <a:lnTo>
                    <a:pt x="477558" y="184545"/>
                  </a:lnTo>
                  <a:lnTo>
                    <a:pt x="477572" y="180996"/>
                  </a:lnTo>
                  <a:lnTo>
                    <a:pt x="477585" y="177447"/>
                  </a:lnTo>
                  <a:lnTo>
                    <a:pt x="477599" y="173898"/>
                  </a:lnTo>
                  <a:lnTo>
                    <a:pt x="477614" y="170349"/>
                  </a:lnTo>
                  <a:lnTo>
                    <a:pt x="477628" y="166800"/>
                  </a:lnTo>
                  <a:lnTo>
                    <a:pt x="477642" y="163251"/>
                  </a:lnTo>
                  <a:lnTo>
                    <a:pt x="477657" y="159702"/>
                  </a:lnTo>
                  <a:lnTo>
                    <a:pt x="477671" y="156153"/>
                  </a:lnTo>
                  <a:lnTo>
                    <a:pt x="477686" y="152604"/>
                  </a:lnTo>
                  <a:lnTo>
                    <a:pt x="477701" y="149055"/>
                  </a:lnTo>
                  <a:lnTo>
                    <a:pt x="477715" y="145506"/>
                  </a:lnTo>
                  <a:lnTo>
                    <a:pt x="477730" y="141957"/>
                  </a:lnTo>
                  <a:lnTo>
                    <a:pt x="477744" y="138408"/>
                  </a:lnTo>
                  <a:lnTo>
                    <a:pt x="477759" y="134860"/>
                  </a:lnTo>
                  <a:lnTo>
                    <a:pt x="477773" y="131311"/>
                  </a:lnTo>
                  <a:lnTo>
                    <a:pt x="477787" y="127762"/>
                  </a:lnTo>
                  <a:lnTo>
                    <a:pt x="477800" y="124213"/>
                  </a:lnTo>
                  <a:lnTo>
                    <a:pt x="477813" y="120664"/>
                  </a:lnTo>
                  <a:lnTo>
                    <a:pt x="477826" y="117115"/>
                  </a:lnTo>
                  <a:lnTo>
                    <a:pt x="477838" y="113566"/>
                  </a:lnTo>
                  <a:lnTo>
                    <a:pt x="477850" y="110017"/>
                  </a:lnTo>
                  <a:lnTo>
                    <a:pt x="477862" y="106468"/>
                  </a:lnTo>
                  <a:lnTo>
                    <a:pt x="477873" y="102919"/>
                  </a:lnTo>
                  <a:lnTo>
                    <a:pt x="477883" y="99370"/>
                  </a:lnTo>
                  <a:lnTo>
                    <a:pt x="477893" y="95821"/>
                  </a:lnTo>
                  <a:lnTo>
                    <a:pt x="477902" y="92272"/>
                  </a:lnTo>
                  <a:lnTo>
                    <a:pt x="477911" y="88723"/>
                  </a:lnTo>
                  <a:lnTo>
                    <a:pt x="477919" y="85174"/>
                  </a:lnTo>
                  <a:lnTo>
                    <a:pt x="477927" y="81625"/>
                  </a:lnTo>
                  <a:lnTo>
                    <a:pt x="477934" y="78076"/>
                  </a:lnTo>
                  <a:lnTo>
                    <a:pt x="477941" y="74527"/>
                  </a:lnTo>
                  <a:lnTo>
                    <a:pt x="477947" y="70978"/>
                  </a:lnTo>
                  <a:lnTo>
                    <a:pt x="477953" y="67430"/>
                  </a:lnTo>
                  <a:lnTo>
                    <a:pt x="477958" y="63881"/>
                  </a:lnTo>
                  <a:lnTo>
                    <a:pt x="477963" y="60332"/>
                  </a:lnTo>
                  <a:lnTo>
                    <a:pt x="477967" y="56783"/>
                  </a:lnTo>
                  <a:lnTo>
                    <a:pt x="477971" y="53234"/>
                  </a:lnTo>
                  <a:lnTo>
                    <a:pt x="477975" y="49685"/>
                  </a:lnTo>
                  <a:lnTo>
                    <a:pt x="477978" y="46136"/>
                  </a:lnTo>
                  <a:lnTo>
                    <a:pt x="477981" y="42587"/>
                  </a:lnTo>
                  <a:lnTo>
                    <a:pt x="477983" y="39038"/>
                  </a:lnTo>
                  <a:lnTo>
                    <a:pt x="477986" y="35489"/>
                  </a:lnTo>
                  <a:lnTo>
                    <a:pt x="477988" y="31940"/>
                  </a:lnTo>
                  <a:lnTo>
                    <a:pt x="477989" y="28391"/>
                  </a:lnTo>
                  <a:lnTo>
                    <a:pt x="477991" y="24842"/>
                  </a:lnTo>
                  <a:lnTo>
                    <a:pt x="477992" y="21293"/>
                  </a:lnTo>
                  <a:lnTo>
                    <a:pt x="477994" y="17744"/>
                  </a:lnTo>
                  <a:lnTo>
                    <a:pt x="477995" y="14195"/>
                  </a:lnTo>
                  <a:lnTo>
                    <a:pt x="477995" y="10646"/>
                  </a:lnTo>
                  <a:lnTo>
                    <a:pt x="477996" y="7097"/>
                  </a:lnTo>
                  <a:lnTo>
                    <a:pt x="477997" y="3548"/>
                  </a:lnTo>
                  <a:lnTo>
                    <a:pt x="478004" y="0"/>
                  </a:lnTo>
                  <a:lnTo>
                    <a:pt x="478004" y="3548"/>
                  </a:lnTo>
                  <a:lnTo>
                    <a:pt x="478005" y="7097"/>
                  </a:lnTo>
                  <a:lnTo>
                    <a:pt x="478006" y="10646"/>
                  </a:lnTo>
                  <a:lnTo>
                    <a:pt x="478007" y="14195"/>
                  </a:lnTo>
                  <a:lnTo>
                    <a:pt x="478008" y="17744"/>
                  </a:lnTo>
                  <a:lnTo>
                    <a:pt x="478009" y="21293"/>
                  </a:lnTo>
                  <a:lnTo>
                    <a:pt x="478010" y="24842"/>
                  </a:lnTo>
                  <a:lnTo>
                    <a:pt x="478012" y="28391"/>
                  </a:lnTo>
                  <a:lnTo>
                    <a:pt x="478014" y="31940"/>
                  </a:lnTo>
                  <a:lnTo>
                    <a:pt x="478016" y="35489"/>
                  </a:lnTo>
                  <a:lnTo>
                    <a:pt x="478018" y="39038"/>
                  </a:lnTo>
                  <a:lnTo>
                    <a:pt x="478021" y="42587"/>
                  </a:lnTo>
                  <a:lnTo>
                    <a:pt x="478023" y="46136"/>
                  </a:lnTo>
                  <a:lnTo>
                    <a:pt x="478027" y="49685"/>
                  </a:lnTo>
                  <a:lnTo>
                    <a:pt x="478030" y="53234"/>
                  </a:lnTo>
                  <a:lnTo>
                    <a:pt x="478034" y="56783"/>
                  </a:lnTo>
                  <a:lnTo>
                    <a:pt x="478038" y="60332"/>
                  </a:lnTo>
                  <a:lnTo>
                    <a:pt x="478043" y="63881"/>
                  </a:lnTo>
                  <a:lnTo>
                    <a:pt x="478048" y="67430"/>
                  </a:lnTo>
                  <a:lnTo>
                    <a:pt x="478054" y="70978"/>
                  </a:lnTo>
                  <a:lnTo>
                    <a:pt x="478060" y="74527"/>
                  </a:lnTo>
                  <a:lnTo>
                    <a:pt x="478067" y="78076"/>
                  </a:lnTo>
                  <a:lnTo>
                    <a:pt x="478074" y="81625"/>
                  </a:lnTo>
                  <a:lnTo>
                    <a:pt x="478082" y="85174"/>
                  </a:lnTo>
                  <a:lnTo>
                    <a:pt x="478090" y="88723"/>
                  </a:lnTo>
                  <a:lnTo>
                    <a:pt x="478099" y="92272"/>
                  </a:lnTo>
                  <a:lnTo>
                    <a:pt x="478108" y="95821"/>
                  </a:lnTo>
                  <a:lnTo>
                    <a:pt x="478118" y="99370"/>
                  </a:lnTo>
                  <a:lnTo>
                    <a:pt x="478129" y="102919"/>
                  </a:lnTo>
                  <a:lnTo>
                    <a:pt x="478140" y="106468"/>
                  </a:lnTo>
                  <a:lnTo>
                    <a:pt x="478151" y="110017"/>
                  </a:lnTo>
                  <a:lnTo>
                    <a:pt x="478163" y="113566"/>
                  </a:lnTo>
                  <a:lnTo>
                    <a:pt x="478175" y="117115"/>
                  </a:lnTo>
                  <a:lnTo>
                    <a:pt x="478188" y="120664"/>
                  </a:lnTo>
                  <a:lnTo>
                    <a:pt x="478201" y="124213"/>
                  </a:lnTo>
                  <a:lnTo>
                    <a:pt x="478215" y="127762"/>
                  </a:lnTo>
                  <a:lnTo>
                    <a:pt x="478228" y="131311"/>
                  </a:lnTo>
                  <a:lnTo>
                    <a:pt x="478243" y="134860"/>
                  </a:lnTo>
                  <a:lnTo>
                    <a:pt x="478257" y="138408"/>
                  </a:lnTo>
                  <a:lnTo>
                    <a:pt x="478271" y="141957"/>
                  </a:lnTo>
                  <a:lnTo>
                    <a:pt x="478286" y="145506"/>
                  </a:lnTo>
                  <a:lnTo>
                    <a:pt x="478300" y="149055"/>
                  </a:lnTo>
                  <a:lnTo>
                    <a:pt x="478315" y="152604"/>
                  </a:lnTo>
                  <a:lnTo>
                    <a:pt x="478330" y="156153"/>
                  </a:lnTo>
                  <a:lnTo>
                    <a:pt x="478344" y="159702"/>
                  </a:lnTo>
                  <a:lnTo>
                    <a:pt x="478359" y="163251"/>
                  </a:lnTo>
                  <a:lnTo>
                    <a:pt x="478373" y="166800"/>
                  </a:lnTo>
                  <a:lnTo>
                    <a:pt x="478388" y="170349"/>
                  </a:lnTo>
                  <a:lnTo>
                    <a:pt x="478402" y="173898"/>
                  </a:lnTo>
                  <a:lnTo>
                    <a:pt x="478416" y="177447"/>
                  </a:lnTo>
                  <a:lnTo>
                    <a:pt x="478430" y="180996"/>
                  </a:lnTo>
                  <a:lnTo>
                    <a:pt x="478443" y="184545"/>
                  </a:lnTo>
                  <a:lnTo>
                    <a:pt x="478457" y="188094"/>
                  </a:lnTo>
                  <a:lnTo>
                    <a:pt x="478470" y="191643"/>
                  </a:lnTo>
                  <a:lnTo>
                    <a:pt x="478483" y="195192"/>
                  </a:lnTo>
                  <a:lnTo>
                    <a:pt x="478496" y="198741"/>
                  </a:lnTo>
                  <a:lnTo>
                    <a:pt x="478508" y="202290"/>
                  </a:lnTo>
                  <a:lnTo>
                    <a:pt x="478521" y="205838"/>
                  </a:lnTo>
                  <a:lnTo>
                    <a:pt x="478534" y="209387"/>
                  </a:lnTo>
                  <a:lnTo>
                    <a:pt x="478546" y="212936"/>
                  </a:lnTo>
                  <a:lnTo>
                    <a:pt x="478559" y="216485"/>
                  </a:lnTo>
                  <a:lnTo>
                    <a:pt x="478571" y="220034"/>
                  </a:lnTo>
                  <a:lnTo>
                    <a:pt x="478583" y="223583"/>
                  </a:lnTo>
                  <a:lnTo>
                    <a:pt x="478596" y="227132"/>
                  </a:lnTo>
                  <a:lnTo>
                    <a:pt x="478609" y="230681"/>
                  </a:lnTo>
                  <a:lnTo>
                    <a:pt x="478622" y="234230"/>
                  </a:lnTo>
                  <a:lnTo>
                    <a:pt x="478635" y="237779"/>
                  </a:lnTo>
                  <a:lnTo>
                    <a:pt x="478648" y="241328"/>
                  </a:lnTo>
                  <a:lnTo>
                    <a:pt x="478662" y="244877"/>
                  </a:lnTo>
                  <a:lnTo>
                    <a:pt x="478676" y="248426"/>
                  </a:lnTo>
                  <a:lnTo>
                    <a:pt x="478691" y="251975"/>
                  </a:lnTo>
                  <a:lnTo>
                    <a:pt x="478706" y="255524"/>
                  </a:lnTo>
                  <a:lnTo>
                    <a:pt x="478722" y="259073"/>
                  </a:lnTo>
                  <a:lnTo>
                    <a:pt x="478739" y="262622"/>
                  </a:lnTo>
                  <a:lnTo>
                    <a:pt x="478757" y="266171"/>
                  </a:lnTo>
                  <a:lnTo>
                    <a:pt x="478776" y="269720"/>
                  </a:lnTo>
                  <a:lnTo>
                    <a:pt x="478796" y="273268"/>
                  </a:lnTo>
                  <a:lnTo>
                    <a:pt x="478817" y="276817"/>
                  </a:lnTo>
                  <a:lnTo>
                    <a:pt x="478840" y="280366"/>
                  </a:lnTo>
                  <a:lnTo>
                    <a:pt x="478864" y="283915"/>
                  </a:lnTo>
                  <a:lnTo>
                    <a:pt x="478891" y="287464"/>
                  </a:lnTo>
                  <a:lnTo>
                    <a:pt x="478920" y="291013"/>
                  </a:lnTo>
                  <a:lnTo>
                    <a:pt x="478951" y="294562"/>
                  </a:lnTo>
                  <a:lnTo>
                    <a:pt x="478986" y="298111"/>
                  </a:lnTo>
                  <a:lnTo>
                    <a:pt x="479024" y="301660"/>
                  </a:lnTo>
                  <a:lnTo>
                    <a:pt x="479065" y="305209"/>
                  </a:lnTo>
                  <a:lnTo>
                    <a:pt x="479110" y="308758"/>
                  </a:lnTo>
                  <a:lnTo>
                    <a:pt x="479159" y="312307"/>
                  </a:lnTo>
                  <a:lnTo>
                    <a:pt x="479214" y="315856"/>
                  </a:lnTo>
                  <a:lnTo>
                    <a:pt x="479273" y="319405"/>
                  </a:lnTo>
                  <a:lnTo>
                    <a:pt x="479337" y="322954"/>
                  </a:lnTo>
                  <a:lnTo>
                    <a:pt x="479407" y="326503"/>
                  </a:lnTo>
                  <a:lnTo>
                    <a:pt x="479484" y="330052"/>
                  </a:lnTo>
                  <a:lnTo>
                    <a:pt x="479568" y="333601"/>
                  </a:lnTo>
                  <a:lnTo>
                    <a:pt x="479658" y="337150"/>
                  </a:lnTo>
                  <a:lnTo>
                    <a:pt x="479755" y="340698"/>
                  </a:lnTo>
                  <a:lnTo>
                    <a:pt x="479859" y="344247"/>
                  </a:lnTo>
                  <a:lnTo>
                    <a:pt x="479974" y="347796"/>
                  </a:lnTo>
                  <a:lnTo>
                    <a:pt x="480095" y="351345"/>
                  </a:lnTo>
                  <a:lnTo>
                    <a:pt x="480225" y="354894"/>
                  </a:lnTo>
                  <a:lnTo>
                    <a:pt x="480363" y="358443"/>
                  </a:lnTo>
                  <a:lnTo>
                    <a:pt x="480509" y="361992"/>
                  </a:lnTo>
                  <a:lnTo>
                    <a:pt x="480666" y="365541"/>
                  </a:lnTo>
                  <a:lnTo>
                    <a:pt x="480830" y="369090"/>
                  </a:lnTo>
                  <a:lnTo>
                    <a:pt x="481003" y="372639"/>
                  </a:lnTo>
                  <a:lnTo>
                    <a:pt x="481183" y="376188"/>
                  </a:lnTo>
                  <a:lnTo>
                    <a:pt x="481373" y="379737"/>
                  </a:lnTo>
                  <a:lnTo>
                    <a:pt x="481572" y="383286"/>
                  </a:lnTo>
                  <a:lnTo>
                    <a:pt x="481777" y="386835"/>
                  </a:lnTo>
                  <a:lnTo>
                    <a:pt x="481990" y="390384"/>
                  </a:lnTo>
                  <a:lnTo>
                    <a:pt x="482209" y="393933"/>
                  </a:lnTo>
                  <a:lnTo>
                    <a:pt x="482437" y="397482"/>
                  </a:lnTo>
                  <a:lnTo>
                    <a:pt x="482670" y="401031"/>
                  </a:lnTo>
                  <a:lnTo>
                    <a:pt x="482909" y="404580"/>
                  </a:lnTo>
                  <a:lnTo>
                    <a:pt x="483152" y="408128"/>
                  </a:lnTo>
                  <a:lnTo>
                    <a:pt x="483400" y="411677"/>
                  </a:lnTo>
                  <a:lnTo>
                    <a:pt x="483653" y="415226"/>
                  </a:lnTo>
                  <a:lnTo>
                    <a:pt x="483909" y="418775"/>
                  </a:lnTo>
                  <a:lnTo>
                    <a:pt x="484167" y="422324"/>
                  </a:lnTo>
                  <a:lnTo>
                    <a:pt x="484428" y="425873"/>
                  </a:lnTo>
                  <a:lnTo>
                    <a:pt x="484690" y="429422"/>
                  </a:lnTo>
                  <a:lnTo>
                    <a:pt x="484954" y="432971"/>
                  </a:lnTo>
                  <a:lnTo>
                    <a:pt x="485218" y="436520"/>
                  </a:lnTo>
                  <a:lnTo>
                    <a:pt x="485482" y="440069"/>
                  </a:lnTo>
                  <a:lnTo>
                    <a:pt x="485745" y="443618"/>
                  </a:lnTo>
                  <a:lnTo>
                    <a:pt x="486007" y="447167"/>
                  </a:lnTo>
                  <a:lnTo>
                    <a:pt x="486269" y="450716"/>
                  </a:lnTo>
                  <a:lnTo>
                    <a:pt x="486528" y="454265"/>
                  </a:lnTo>
                  <a:lnTo>
                    <a:pt x="486786" y="457814"/>
                  </a:lnTo>
                  <a:lnTo>
                    <a:pt x="487041" y="461363"/>
                  </a:lnTo>
                  <a:lnTo>
                    <a:pt x="487293" y="464912"/>
                  </a:lnTo>
                  <a:lnTo>
                    <a:pt x="487543" y="468461"/>
                  </a:lnTo>
                  <a:lnTo>
                    <a:pt x="487791" y="472010"/>
                  </a:lnTo>
                  <a:lnTo>
                    <a:pt x="488035" y="475558"/>
                  </a:lnTo>
                  <a:lnTo>
                    <a:pt x="488277" y="479107"/>
                  </a:lnTo>
                  <a:lnTo>
                    <a:pt x="488515" y="482656"/>
                  </a:lnTo>
                  <a:lnTo>
                    <a:pt x="488751" y="486205"/>
                  </a:lnTo>
                  <a:lnTo>
                    <a:pt x="488985" y="489754"/>
                  </a:lnTo>
                  <a:lnTo>
                    <a:pt x="489216" y="493303"/>
                  </a:lnTo>
                  <a:lnTo>
                    <a:pt x="489444" y="496852"/>
                  </a:lnTo>
                  <a:lnTo>
                    <a:pt x="489671" y="500401"/>
                  </a:lnTo>
                  <a:lnTo>
                    <a:pt x="489896" y="503950"/>
                  </a:lnTo>
                  <a:lnTo>
                    <a:pt x="490120" y="507499"/>
                  </a:lnTo>
                  <a:lnTo>
                    <a:pt x="490343" y="511048"/>
                  </a:lnTo>
                  <a:lnTo>
                    <a:pt x="490566" y="514597"/>
                  </a:lnTo>
                  <a:lnTo>
                    <a:pt x="490788" y="518146"/>
                  </a:lnTo>
                  <a:lnTo>
                    <a:pt x="491012" y="521695"/>
                  </a:lnTo>
                  <a:lnTo>
                    <a:pt x="491235" y="525244"/>
                  </a:lnTo>
                  <a:lnTo>
                    <a:pt x="491461" y="528793"/>
                  </a:lnTo>
                  <a:lnTo>
                    <a:pt x="491689" y="532342"/>
                  </a:lnTo>
                  <a:lnTo>
                    <a:pt x="491920" y="535891"/>
                  </a:lnTo>
                  <a:lnTo>
                    <a:pt x="492154" y="539440"/>
                  </a:lnTo>
                  <a:lnTo>
                    <a:pt x="492391" y="542989"/>
                  </a:lnTo>
                  <a:lnTo>
                    <a:pt x="492635" y="546537"/>
                  </a:lnTo>
                  <a:lnTo>
                    <a:pt x="492884" y="550086"/>
                  </a:lnTo>
                  <a:lnTo>
                    <a:pt x="493140" y="553635"/>
                  </a:lnTo>
                  <a:lnTo>
                    <a:pt x="493401" y="557184"/>
                  </a:lnTo>
                  <a:lnTo>
                    <a:pt x="493671" y="560733"/>
                  </a:lnTo>
                  <a:lnTo>
                    <a:pt x="493951" y="564282"/>
                  </a:lnTo>
                  <a:lnTo>
                    <a:pt x="494240" y="567831"/>
                  </a:lnTo>
                  <a:lnTo>
                    <a:pt x="494539" y="571380"/>
                  </a:lnTo>
                  <a:lnTo>
                    <a:pt x="494849" y="574929"/>
                  </a:lnTo>
                  <a:lnTo>
                    <a:pt x="495172" y="578478"/>
                  </a:lnTo>
                  <a:lnTo>
                    <a:pt x="495510" y="582027"/>
                  </a:lnTo>
                  <a:lnTo>
                    <a:pt x="495860" y="585576"/>
                  </a:lnTo>
                  <a:lnTo>
                    <a:pt x="496224" y="589125"/>
                  </a:lnTo>
                  <a:lnTo>
                    <a:pt x="496603" y="592674"/>
                  </a:lnTo>
                  <a:lnTo>
                    <a:pt x="497003" y="596223"/>
                  </a:lnTo>
                  <a:lnTo>
                    <a:pt x="497419" y="599772"/>
                  </a:lnTo>
                  <a:lnTo>
                    <a:pt x="497852" y="603321"/>
                  </a:lnTo>
                  <a:lnTo>
                    <a:pt x="498303" y="606870"/>
                  </a:lnTo>
                  <a:lnTo>
                    <a:pt x="498775" y="610419"/>
                  </a:lnTo>
                  <a:lnTo>
                    <a:pt x="499271" y="613967"/>
                  </a:lnTo>
                  <a:lnTo>
                    <a:pt x="499786" y="617516"/>
                  </a:lnTo>
                  <a:lnTo>
                    <a:pt x="500322" y="621065"/>
                  </a:lnTo>
                  <a:lnTo>
                    <a:pt x="500879" y="624614"/>
                  </a:lnTo>
                  <a:lnTo>
                    <a:pt x="501463" y="628163"/>
                  </a:lnTo>
                  <a:lnTo>
                    <a:pt x="502071" y="631712"/>
                  </a:lnTo>
                  <a:lnTo>
                    <a:pt x="502701" y="635261"/>
                  </a:lnTo>
                  <a:lnTo>
                    <a:pt x="503354" y="638810"/>
                  </a:lnTo>
                  <a:lnTo>
                    <a:pt x="504031" y="642359"/>
                  </a:lnTo>
                  <a:lnTo>
                    <a:pt x="504738" y="645908"/>
                  </a:lnTo>
                  <a:lnTo>
                    <a:pt x="505468" y="649457"/>
                  </a:lnTo>
                  <a:lnTo>
                    <a:pt x="506220" y="653006"/>
                  </a:lnTo>
                  <a:lnTo>
                    <a:pt x="506996" y="656555"/>
                  </a:lnTo>
                  <a:lnTo>
                    <a:pt x="507797" y="660104"/>
                  </a:lnTo>
                  <a:lnTo>
                    <a:pt x="508625" y="663653"/>
                  </a:lnTo>
                  <a:lnTo>
                    <a:pt x="509474" y="667202"/>
                  </a:lnTo>
                  <a:lnTo>
                    <a:pt x="510345" y="670751"/>
                  </a:lnTo>
                  <a:lnTo>
                    <a:pt x="511235" y="674300"/>
                  </a:lnTo>
                  <a:lnTo>
                    <a:pt x="512151" y="677849"/>
                  </a:lnTo>
                  <a:lnTo>
                    <a:pt x="513086" y="681397"/>
                  </a:lnTo>
                  <a:lnTo>
                    <a:pt x="514038" y="684946"/>
                  </a:lnTo>
                  <a:lnTo>
                    <a:pt x="515006" y="688495"/>
                  </a:lnTo>
                  <a:lnTo>
                    <a:pt x="515990" y="692044"/>
                  </a:lnTo>
                  <a:lnTo>
                    <a:pt x="516991" y="695593"/>
                  </a:lnTo>
                  <a:lnTo>
                    <a:pt x="518003" y="699142"/>
                  </a:lnTo>
                  <a:lnTo>
                    <a:pt x="519024" y="702691"/>
                  </a:lnTo>
                  <a:lnTo>
                    <a:pt x="520054" y="706240"/>
                  </a:lnTo>
                  <a:lnTo>
                    <a:pt x="521091" y="709789"/>
                  </a:lnTo>
                  <a:lnTo>
                    <a:pt x="522132" y="713338"/>
                  </a:lnTo>
                  <a:lnTo>
                    <a:pt x="523175" y="716887"/>
                  </a:lnTo>
                  <a:lnTo>
                    <a:pt x="524217" y="720436"/>
                  </a:lnTo>
                  <a:lnTo>
                    <a:pt x="525256" y="723985"/>
                  </a:lnTo>
                  <a:lnTo>
                    <a:pt x="526289" y="727534"/>
                  </a:lnTo>
                  <a:lnTo>
                    <a:pt x="527313" y="731083"/>
                  </a:lnTo>
                  <a:lnTo>
                    <a:pt x="528326" y="734632"/>
                  </a:lnTo>
                  <a:lnTo>
                    <a:pt x="529327" y="738181"/>
                  </a:lnTo>
                  <a:lnTo>
                    <a:pt x="530312" y="741730"/>
                  </a:lnTo>
                  <a:lnTo>
                    <a:pt x="531272" y="745279"/>
                  </a:lnTo>
                  <a:lnTo>
                    <a:pt x="532211" y="748827"/>
                  </a:lnTo>
                  <a:lnTo>
                    <a:pt x="533127" y="752376"/>
                  </a:lnTo>
                  <a:lnTo>
                    <a:pt x="534017" y="755925"/>
                  </a:lnTo>
                  <a:lnTo>
                    <a:pt x="534874" y="759474"/>
                  </a:lnTo>
                  <a:lnTo>
                    <a:pt x="535693" y="763023"/>
                  </a:lnTo>
                  <a:lnTo>
                    <a:pt x="536477" y="766572"/>
                  </a:lnTo>
                  <a:lnTo>
                    <a:pt x="537226" y="770121"/>
                  </a:lnTo>
                  <a:lnTo>
                    <a:pt x="537937" y="773670"/>
                  </a:lnTo>
                  <a:lnTo>
                    <a:pt x="538595" y="777219"/>
                  </a:lnTo>
                  <a:lnTo>
                    <a:pt x="539207" y="780768"/>
                  </a:lnTo>
                  <a:lnTo>
                    <a:pt x="539774" y="784317"/>
                  </a:lnTo>
                  <a:lnTo>
                    <a:pt x="540294" y="787866"/>
                  </a:lnTo>
                  <a:lnTo>
                    <a:pt x="540763" y="791415"/>
                  </a:lnTo>
                  <a:lnTo>
                    <a:pt x="541166" y="794964"/>
                  </a:lnTo>
                  <a:lnTo>
                    <a:pt x="541518" y="798513"/>
                  </a:lnTo>
                  <a:lnTo>
                    <a:pt x="541816" y="802062"/>
                  </a:lnTo>
                  <a:lnTo>
                    <a:pt x="542061" y="805611"/>
                  </a:lnTo>
                  <a:lnTo>
                    <a:pt x="542241" y="809160"/>
                  </a:lnTo>
                  <a:lnTo>
                    <a:pt x="542355" y="812709"/>
                  </a:lnTo>
                  <a:lnTo>
                    <a:pt x="542413" y="816257"/>
                  </a:lnTo>
                  <a:lnTo>
                    <a:pt x="542414" y="819806"/>
                  </a:lnTo>
                  <a:lnTo>
                    <a:pt x="542359" y="823355"/>
                  </a:lnTo>
                  <a:lnTo>
                    <a:pt x="542230" y="826904"/>
                  </a:lnTo>
                  <a:lnTo>
                    <a:pt x="542041" y="830453"/>
                  </a:lnTo>
                  <a:lnTo>
                    <a:pt x="541796" y="834002"/>
                  </a:lnTo>
                  <a:lnTo>
                    <a:pt x="541497" y="837551"/>
                  </a:lnTo>
                  <a:lnTo>
                    <a:pt x="541139" y="841100"/>
                  </a:lnTo>
                  <a:lnTo>
                    <a:pt x="540712" y="844649"/>
                  </a:lnTo>
                  <a:lnTo>
                    <a:pt x="540234" y="848198"/>
                  </a:lnTo>
                  <a:lnTo>
                    <a:pt x="539705" y="851747"/>
                  </a:lnTo>
                  <a:lnTo>
                    <a:pt x="539127" y="855296"/>
                  </a:lnTo>
                  <a:lnTo>
                    <a:pt x="538494" y="858845"/>
                  </a:lnTo>
                  <a:lnTo>
                    <a:pt x="537807" y="862394"/>
                  </a:lnTo>
                  <a:lnTo>
                    <a:pt x="537078" y="865943"/>
                  </a:lnTo>
                  <a:lnTo>
                    <a:pt x="536308" y="869492"/>
                  </a:lnTo>
                  <a:lnTo>
                    <a:pt x="535500" y="873041"/>
                  </a:lnTo>
                  <a:lnTo>
                    <a:pt x="534645" y="876590"/>
                  </a:lnTo>
                  <a:lnTo>
                    <a:pt x="533755" y="880139"/>
                  </a:lnTo>
                  <a:lnTo>
                    <a:pt x="532835" y="883687"/>
                  </a:lnTo>
                  <a:lnTo>
                    <a:pt x="531888" y="887236"/>
                  </a:lnTo>
                  <a:lnTo>
                    <a:pt x="530913" y="890785"/>
                  </a:lnTo>
                  <a:lnTo>
                    <a:pt x="529910" y="894334"/>
                  </a:lnTo>
                  <a:lnTo>
                    <a:pt x="528889" y="897883"/>
                  </a:lnTo>
                  <a:lnTo>
                    <a:pt x="527851" y="901432"/>
                  </a:lnTo>
                  <a:lnTo>
                    <a:pt x="526800" y="904981"/>
                  </a:lnTo>
                  <a:lnTo>
                    <a:pt x="525735" y="908530"/>
                  </a:lnTo>
                  <a:lnTo>
                    <a:pt x="524661" y="912079"/>
                  </a:lnTo>
                  <a:lnTo>
                    <a:pt x="523582" y="915628"/>
                  </a:lnTo>
                  <a:lnTo>
                    <a:pt x="522501" y="919177"/>
                  </a:lnTo>
                  <a:lnTo>
                    <a:pt x="521419" y="922726"/>
                  </a:lnTo>
                  <a:lnTo>
                    <a:pt x="520339" y="926275"/>
                  </a:lnTo>
                  <a:lnTo>
                    <a:pt x="519264" y="929824"/>
                  </a:lnTo>
                  <a:lnTo>
                    <a:pt x="518196" y="933373"/>
                  </a:lnTo>
                  <a:lnTo>
                    <a:pt x="517137" y="936922"/>
                  </a:lnTo>
                  <a:lnTo>
                    <a:pt x="516087" y="940471"/>
                  </a:lnTo>
                  <a:lnTo>
                    <a:pt x="515053" y="944020"/>
                  </a:lnTo>
                  <a:lnTo>
                    <a:pt x="514033" y="947569"/>
                  </a:lnTo>
                  <a:lnTo>
                    <a:pt x="513028" y="951117"/>
                  </a:lnTo>
                  <a:lnTo>
                    <a:pt x="512038" y="954666"/>
                  </a:lnTo>
                  <a:lnTo>
                    <a:pt x="511069" y="958215"/>
                  </a:lnTo>
                  <a:lnTo>
                    <a:pt x="510120" y="961764"/>
                  </a:lnTo>
                  <a:lnTo>
                    <a:pt x="509190" y="965313"/>
                  </a:lnTo>
                  <a:lnTo>
                    <a:pt x="508280" y="968862"/>
                  </a:lnTo>
                  <a:lnTo>
                    <a:pt x="507388" y="972411"/>
                  </a:lnTo>
                  <a:lnTo>
                    <a:pt x="506523" y="975960"/>
                  </a:lnTo>
                  <a:lnTo>
                    <a:pt x="505679" y="979509"/>
                  </a:lnTo>
                  <a:lnTo>
                    <a:pt x="504855" y="983058"/>
                  </a:lnTo>
                  <a:lnTo>
                    <a:pt x="504051" y="986607"/>
                  </a:lnTo>
                  <a:lnTo>
                    <a:pt x="503269" y="990156"/>
                  </a:lnTo>
                  <a:lnTo>
                    <a:pt x="502512" y="993705"/>
                  </a:lnTo>
                  <a:lnTo>
                    <a:pt x="501775" y="997254"/>
                  </a:lnTo>
                  <a:lnTo>
                    <a:pt x="501057" y="1000803"/>
                  </a:lnTo>
                  <a:lnTo>
                    <a:pt x="500357" y="1004352"/>
                  </a:lnTo>
                  <a:lnTo>
                    <a:pt x="499680" y="1007901"/>
                  </a:lnTo>
                  <a:lnTo>
                    <a:pt x="499023" y="1011450"/>
                  </a:lnTo>
                  <a:lnTo>
                    <a:pt x="498383" y="1014999"/>
                  </a:lnTo>
                  <a:lnTo>
                    <a:pt x="497759" y="1018547"/>
                  </a:lnTo>
                  <a:lnTo>
                    <a:pt x="497152" y="1022096"/>
                  </a:lnTo>
                  <a:lnTo>
                    <a:pt x="496566" y="1025645"/>
                  </a:lnTo>
                  <a:lnTo>
                    <a:pt x="495995" y="1029194"/>
                  </a:lnTo>
                  <a:lnTo>
                    <a:pt x="495438" y="1032743"/>
                  </a:lnTo>
                  <a:lnTo>
                    <a:pt x="494895" y="1036292"/>
                  </a:lnTo>
                  <a:lnTo>
                    <a:pt x="494367" y="1039841"/>
                  </a:lnTo>
                  <a:lnTo>
                    <a:pt x="493855" y="1043390"/>
                  </a:lnTo>
                  <a:lnTo>
                    <a:pt x="493356" y="1046939"/>
                  </a:lnTo>
                  <a:lnTo>
                    <a:pt x="492868" y="1050488"/>
                  </a:lnTo>
                  <a:lnTo>
                    <a:pt x="492391" y="1054037"/>
                  </a:lnTo>
                  <a:lnTo>
                    <a:pt x="491928" y="1057586"/>
                  </a:lnTo>
                  <a:lnTo>
                    <a:pt x="491477" y="1061135"/>
                  </a:lnTo>
                  <a:lnTo>
                    <a:pt x="491037" y="1064684"/>
                  </a:lnTo>
                  <a:lnTo>
                    <a:pt x="490606" y="1068233"/>
                  </a:lnTo>
                  <a:lnTo>
                    <a:pt x="490185" y="1071782"/>
                  </a:lnTo>
                  <a:lnTo>
                    <a:pt x="489777" y="1075331"/>
                  </a:lnTo>
                  <a:lnTo>
                    <a:pt x="489378" y="1078880"/>
                  </a:lnTo>
                  <a:lnTo>
                    <a:pt x="488988" y="1082429"/>
                  </a:lnTo>
                  <a:lnTo>
                    <a:pt x="488607" y="1085978"/>
                  </a:lnTo>
                  <a:lnTo>
                    <a:pt x="488235" y="1089526"/>
                  </a:lnTo>
                  <a:lnTo>
                    <a:pt x="487875" y="1093075"/>
                  </a:lnTo>
                  <a:lnTo>
                    <a:pt x="487522" y="1096624"/>
                  </a:lnTo>
                  <a:lnTo>
                    <a:pt x="487178" y="1100173"/>
                  </a:lnTo>
                  <a:lnTo>
                    <a:pt x="486843" y="1103722"/>
                  </a:lnTo>
                  <a:lnTo>
                    <a:pt x="486517" y="1107271"/>
                  </a:lnTo>
                  <a:lnTo>
                    <a:pt x="486200" y="1110820"/>
                  </a:lnTo>
                  <a:lnTo>
                    <a:pt x="485892" y="1114369"/>
                  </a:lnTo>
                  <a:lnTo>
                    <a:pt x="485592" y="1117918"/>
                  </a:lnTo>
                  <a:lnTo>
                    <a:pt x="485300" y="1121467"/>
                  </a:lnTo>
                  <a:lnTo>
                    <a:pt x="485019" y="1125016"/>
                  </a:lnTo>
                  <a:lnTo>
                    <a:pt x="484746" y="1128565"/>
                  </a:lnTo>
                  <a:lnTo>
                    <a:pt x="484481" y="1132114"/>
                  </a:lnTo>
                  <a:lnTo>
                    <a:pt x="484224" y="1135663"/>
                  </a:lnTo>
                  <a:lnTo>
                    <a:pt x="483976" y="1139212"/>
                  </a:lnTo>
                  <a:lnTo>
                    <a:pt x="483738" y="1142761"/>
                  </a:lnTo>
                  <a:lnTo>
                    <a:pt x="483509" y="1146310"/>
                  </a:lnTo>
                  <a:lnTo>
                    <a:pt x="483287" y="1149859"/>
                  </a:lnTo>
                  <a:lnTo>
                    <a:pt x="483074" y="1153408"/>
                  </a:lnTo>
                  <a:lnTo>
                    <a:pt x="482870" y="1156956"/>
                  </a:lnTo>
                  <a:lnTo>
                    <a:pt x="482676" y="1160505"/>
                  </a:lnTo>
                  <a:lnTo>
                    <a:pt x="482489" y="1164054"/>
                  </a:lnTo>
                  <a:lnTo>
                    <a:pt x="482310" y="1167603"/>
                  </a:lnTo>
                  <a:lnTo>
                    <a:pt x="482139" y="1171152"/>
                  </a:lnTo>
                  <a:lnTo>
                    <a:pt x="481979" y="1174701"/>
                  </a:lnTo>
                  <a:lnTo>
                    <a:pt x="481826" y="1178250"/>
                  </a:lnTo>
                  <a:lnTo>
                    <a:pt x="481680" y="1181799"/>
                  </a:lnTo>
                  <a:lnTo>
                    <a:pt x="481541" y="1185348"/>
                  </a:lnTo>
                  <a:lnTo>
                    <a:pt x="481411" y="1188897"/>
                  </a:lnTo>
                  <a:lnTo>
                    <a:pt x="481288" y="1192446"/>
                  </a:lnTo>
                  <a:lnTo>
                    <a:pt x="481173" y="1195995"/>
                  </a:lnTo>
                  <a:lnTo>
                    <a:pt x="481063" y="1199544"/>
                  </a:lnTo>
                  <a:lnTo>
                    <a:pt x="480960" y="1203093"/>
                  </a:lnTo>
                  <a:lnTo>
                    <a:pt x="480864" y="1206642"/>
                  </a:lnTo>
                  <a:lnTo>
                    <a:pt x="480774" y="1210191"/>
                  </a:lnTo>
                  <a:lnTo>
                    <a:pt x="480690" y="1213740"/>
                  </a:lnTo>
                  <a:lnTo>
                    <a:pt x="480610" y="1217289"/>
                  </a:lnTo>
                  <a:lnTo>
                    <a:pt x="480535" y="1220838"/>
                  </a:lnTo>
                  <a:lnTo>
                    <a:pt x="480465" y="1224386"/>
                  </a:lnTo>
                  <a:lnTo>
                    <a:pt x="480400" y="1227935"/>
                  </a:lnTo>
                  <a:lnTo>
                    <a:pt x="480338" y="1231484"/>
                  </a:lnTo>
                  <a:lnTo>
                    <a:pt x="480280" y="1235033"/>
                  </a:lnTo>
                  <a:lnTo>
                    <a:pt x="480224" y="1238582"/>
                  </a:lnTo>
                  <a:lnTo>
                    <a:pt x="480172" y="1242131"/>
                  </a:lnTo>
                  <a:lnTo>
                    <a:pt x="480123" y="1245680"/>
                  </a:lnTo>
                  <a:lnTo>
                    <a:pt x="480075" y="1249229"/>
                  </a:lnTo>
                  <a:lnTo>
                    <a:pt x="480029" y="1252778"/>
                  </a:lnTo>
                  <a:lnTo>
                    <a:pt x="479986" y="1256327"/>
                  </a:lnTo>
                  <a:lnTo>
                    <a:pt x="479943" y="1259876"/>
                  </a:lnTo>
                  <a:lnTo>
                    <a:pt x="479902" y="1263425"/>
                  </a:lnTo>
                  <a:lnTo>
                    <a:pt x="479861" y="1266974"/>
                  </a:lnTo>
                  <a:lnTo>
                    <a:pt x="479821" y="1270523"/>
                  </a:lnTo>
                  <a:lnTo>
                    <a:pt x="479782" y="1274072"/>
                  </a:lnTo>
                  <a:lnTo>
                    <a:pt x="479743" y="1277621"/>
                  </a:lnTo>
                  <a:lnTo>
                    <a:pt x="479705" y="1281170"/>
                  </a:lnTo>
                  <a:lnTo>
                    <a:pt x="479666" y="1284719"/>
                  </a:lnTo>
                  <a:lnTo>
                    <a:pt x="479628" y="1288268"/>
                  </a:lnTo>
                  <a:lnTo>
                    <a:pt x="479590" y="1291816"/>
                  </a:lnTo>
                  <a:lnTo>
                    <a:pt x="479551" y="1295365"/>
                  </a:lnTo>
                  <a:lnTo>
                    <a:pt x="479513" y="1298914"/>
                  </a:lnTo>
                  <a:lnTo>
                    <a:pt x="479474" y="1302463"/>
                  </a:lnTo>
                  <a:lnTo>
                    <a:pt x="479436" y="1306012"/>
                  </a:lnTo>
                  <a:lnTo>
                    <a:pt x="479397" y="1309561"/>
                  </a:lnTo>
                  <a:lnTo>
                    <a:pt x="479358" y="1313110"/>
                  </a:lnTo>
                  <a:lnTo>
                    <a:pt x="479320" y="1316659"/>
                  </a:lnTo>
                  <a:lnTo>
                    <a:pt x="479281" y="1320208"/>
                  </a:lnTo>
                  <a:lnTo>
                    <a:pt x="479243" y="1323757"/>
                  </a:lnTo>
                  <a:lnTo>
                    <a:pt x="479205" y="1327306"/>
                  </a:lnTo>
                  <a:lnTo>
                    <a:pt x="479167" y="1330855"/>
                  </a:lnTo>
                  <a:lnTo>
                    <a:pt x="479130" y="1334404"/>
                  </a:lnTo>
                  <a:lnTo>
                    <a:pt x="479094" y="1337953"/>
                  </a:lnTo>
                  <a:lnTo>
                    <a:pt x="479058" y="1341502"/>
                  </a:lnTo>
                  <a:lnTo>
                    <a:pt x="479024" y="1345051"/>
                  </a:lnTo>
                  <a:lnTo>
                    <a:pt x="478991" y="1348600"/>
                  </a:lnTo>
                  <a:lnTo>
                    <a:pt x="478959" y="1352149"/>
                  </a:lnTo>
                  <a:lnTo>
                    <a:pt x="478929" y="1355698"/>
                  </a:lnTo>
                  <a:lnTo>
                    <a:pt x="478902" y="1359246"/>
                  </a:lnTo>
                  <a:lnTo>
                    <a:pt x="478878" y="1362795"/>
                  </a:lnTo>
                  <a:lnTo>
                    <a:pt x="478857" y="1366344"/>
                  </a:lnTo>
                  <a:lnTo>
                    <a:pt x="478840" y="1369893"/>
                  </a:lnTo>
                  <a:lnTo>
                    <a:pt x="478829" y="1373442"/>
                  </a:lnTo>
                  <a:lnTo>
                    <a:pt x="478824" y="1376991"/>
                  </a:lnTo>
                  <a:lnTo>
                    <a:pt x="478826" y="1380540"/>
                  </a:lnTo>
                  <a:lnTo>
                    <a:pt x="478836" y="1384089"/>
                  </a:lnTo>
                  <a:lnTo>
                    <a:pt x="478856" y="1387638"/>
                  </a:lnTo>
                  <a:lnTo>
                    <a:pt x="478892" y="1391187"/>
                  </a:lnTo>
                  <a:lnTo>
                    <a:pt x="478943" y="1394736"/>
                  </a:lnTo>
                  <a:lnTo>
                    <a:pt x="479010" y="1398285"/>
                  </a:lnTo>
                  <a:lnTo>
                    <a:pt x="479097" y="1401834"/>
                  </a:lnTo>
                  <a:lnTo>
                    <a:pt x="479214" y="1405383"/>
                  </a:lnTo>
                  <a:lnTo>
                    <a:pt x="479363" y="1408932"/>
                  </a:lnTo>
                  <a:lnTo>
                    <a:pt x="479546" y="1412481"/>
                  </a:lnTo>
                  <a:lnTo>
                    <a:pt x="479768" y="1416030"/>
                  </a:lnTo>
                  <a:lnTo>
                    <a:pt x="480035" y="1419579"/>
                  </a:lnTo>
                  <a:lnTo>
                    <a:pt x="480375" y="1423128"/>
                  </a:lnTo>
                  <a:lnTo>
                    <a:pt x="480780" y="1426676"/>
                  </a:lnTo>
                  <a:lnTo>
                    <a:pt x="481258" y="1430225"/>
                  </a:lnTo>
                  <a:lnTo>
                    <a:pt x="481818" y="1433774"/>
                  </a:lnTo>
                  <a:lnTo>
                    <a:pt x="482484" y="1437323"/>
                  </a:lnTo>
                  <a:lnTo>
                    <a:pt x="483288" y="1440872"/>
                  </a:lnTo>
                  <a:lnTo>
                    <a:pt x="484220" y="1444421"/>
                  </a:lnTo>
                  <a:lnTo>
                    <a:pt x="485296" y="1447970"/>
                  </a:lnTo>
                  <a:lnTo>
                    <a:pt x="486527" y="1451519"/>
                  </a:lnTo>
                  <a:lnTo>
                    <a:pt x="487984" y="1455068"/>
                  </a:lnTo>
                  <a:lnTo>
                    <a:pt x="489673" y="1458617"/>
                  </a:lnTo>
                  <a:lnTo>
                    <a:pt x="491591" y="1462166"/>
                  </a:lnTo>
                  <a:lnTo>
                    <a:pt x="493759" y="1465715"/>
                  </a:lnTo>
                  <a:lnTo>
                    <a:pt x="496200" y="1469264"/>
                  </a:lnTo>
                  <a:lnTo>
                    <a:pt x="499060" y="1472813"/>
                  </a:lnTo>
                  <a:lnTo>
                    <a:pt x="502263" y="1476362"/>
                  </a:lnTo>
                  <a:lnTo>
                    <a:pt x="505833" y="1479911"/>
                  </a:lnTo>
                  <a:lnTo>
                    <a:pt x="509795" y="1483460"/>
                  </a:lnTo>
                  <a:lnTo>
                    <a:pt x="514235" y="1487009"/>
                  </a:lnTo>
                  <a:lnTo>
                    <a:pt x="519247" y="1490558"/>
                  </a:lnTo>
                  <a:lnTo>
                    <a:pt x="524755" y="1494106"/>
                  </a:lnTo>
                  <a:lnTo>
                    <a:pt x="530779" y="1497655"/>
                  </a:lnTo>
                  <a:lnTo>
                    <a:pt x="537345" y="1501204"/>
                  </a:lnTo>
                  <a:lnTo>
                    <a:pt x="544629" y="1504753"/>
                  </a:lnTo>
                  <a:lnTo>
                    <a:pt x="552582" y="1508302"/>
                  </a:lnTo>
                  <a:lnTo>
                    <a:pt x="561152" y="1511851"/>
                  </a:lnTo>
                  <a:lnTo>
                    <a:pt x="570351" y="1515400"/>
                  </a:lnTo>
                  <a:lnTo>
                    <a:pt x="580198" y="1518949"/>
                  </a:lnTo>
                  <a:lnTo>
                    <a:pt x="590928" y="1522498"/>
                  </a:lnTo>
                  <a:lnTo>
                    <a:pt x="602304" y="1526047"/>
                  </a:lnTo>
                  <a:lnTo>
                    <a:pt x="614317" y="1529596"/>
                  </a:lnTo>
                  <a:lnTo>
                    <a:pt x="626957" y="1533145"/>
                  </a:lnTo>
                  <a:lnTo>
                    <a:pt x="640290" y="1536694"/>
                  </a:lnTo>
                  <a:lnTo>
                    <a:pt x="654326" y="1540243"/>
                  </a:lnTo>
                  <a:lnTo>
                    <a:pt x="668885" y="1543792"/>
                  </a:lnTo>
                  <a:lnTo>
                    <a:pt x="683928" y="1547341"/>
                  </a:lnTo>
                  <a:lnTo>
                    <a:pt x="699412" y="1550890"/>
                  </a:lnTo>
                  <a:lnTo>
                    <a:pt x="715362" y="1554439"/>
                  </a:lnTo>
                  <a:lnTo>
                    <a:pt x="731616" y="1557988"/>
                  </a:lnTo>
                  <a:lnTo>
                    <a:pt x="748065" y="1561536"/>
                  </a:lnTo>
                  <a:lnTo>
                    <a:pt x="764636" y="1565085"/>
                  </a:lnTo>
                  <a:lnTo>
                    <a:pt x="781255" y="1568634"/>
                  </a:lnTo>
                  <a:lnTo>
                    <a:pt x="797760" y="1572183"/>
                  </a:lnTo>
                  <a:lnTo>
                    <a:pt x="814047" y="1575732"/>
                  </a:lnTo>
                  <a:lnTo>
                    <a:pt x="830027" y="1579281"/>
                  </a:lnTo>
                  <a:lnTo>
                    <a:pt x="845608" y="1582830"/>
                  </a:lnTo>
                  <a:lnTo>
                    <a:pt x="860606" y="1586379"/>
                  </a:lnTo>
                  <a:lnTo>
                    <a:pt x="874797" y="1589928"/>
                  </a:lnTo>
                  <a:lnTo>
                    <a:pt x="888212" y="1593477"/>
                  </a:lnTo>
                  <a:lnTo>
                    <a:pt x="900765" y="1597026"/>
                  </a:lnTo>
                  <a:lnTo>
                    <a:pt x="912373" y="1600575"/>
                  </a:lnTo>
                  <a:lnTo>
                    <a:pt x="922633" y="1604124"/>
                  </a:lnTo>
                  <a:lnTo>
                    <a:pt x="931604" y="1607673"/>
                  </a:lnTo>
                  <a:lnTo>
                    <a:pt x="939335" y="1611222"/>
                  </a:lnTo>
                  <a:lnTo>
                    <a:pt x="945772" y="1614771"/>
                  </a:lnTo>
                  <a:lnTo>
                    <a:pt x="950831" y="1618320"/>
                  </a:lnTo>
                  <a:lnTo>
                    <a:pt x="953995" y="1621869"/>
                  </a:lnTo>
                  <a:lnTo>
                    <a:pt x="955722" y="1625418"/>
                  </a:lnTo>
                  <a:lnTo>
                    <a:pt x="955907" y="1627764"/>
                  </a:lnTo>
                  <a:lnTo>
                    <a:pt x="956002" y="1628967"/>
                  </a:lnTo>
                  <a:lnTo>
                    <a:pt x="954832" y="1632515"/>
                  </a:lnTo>
                  <a:lnTo>
                    <a:pt x="952001" y="1636064"/>
                  </a:lnTo>
                  <a:lnTo>
                    <a:pt x="947445" y="1639613"/>
                  </a:lnTo>
                  <a:lnTo>
                    <a:pt x="941526" y="1643162"/>
                  </a:lnTo>
                  <a:lnTo>
                    <a:pt x="934288" y="1646711"/>
                  </a:lnTo>
                  <a:lnTo>
                    <a:pt x="925779" y="1650260"/>
                  </a:lnTo>
                  <a:lnTo>
                    <a:pt x="915753" y="1653809"/>
                  </a:lnTo>
                  <a:lnTo>
                    <a:pt x="904548" y="1657358"/>
                  </a:lnTo>
                  <a:lnTo>
                    <a:pt x="892357" y="1660907"/>
                  </a:lnTo>
                  <a:lnTo>
                    <a:pt x="879259" y="1664456"/>
                  </a:lnTo>
                  <a:lnTo>
                    <a:pt x="865317" y="1668005"/>
                  </a:lnTo>
                  <a:lnTo>
                    <a:pt x="850465" y="1671554"/>
                  </a:lnTo>
                  <a:lnTo>
                    <a:pt x="835076" y="1675103"/>
                  </a:lnTo>
                  <a:lnTo>
                    <a:pt x="819241" y="1678652"/>
                  </a:lnTo>
                  <a:lnTo>
                    <a:pt x="803052" y="1682201"/>
                  </a:lnTo>
                  <a:lnTo>
                    <a:pt x="786582" y="1685750"/>
                  </a:lnTo>
                  <a:lnTo>
                    <a:pt x="769985" y="1689299"/>
                  </a:lnTo>
                  <a:lnTo>
                    <a:pt x="753394" y="1692848"/>
                  </a:lnTo>
                  <a:lnTo>
                    <a:pt x="736887" y="1696397"/>
                  </a:lnTo>
                  <a:lnTo>
                    <a:pt x="720538" y="1699945"/>
                  </a:lnTo>
                  <a:lnTo>
                    <a:pt x="704521" y="1703494"/>
                  </a:lnTo>
                  <a:lnTo>
                    <a:pt x="688891" y="1707043"/>
                  </a:lnTo>
                  <a:lnTo>
                    <a:pt x="673674" y="1710592"/>
                  </a:lnTo>
                  <a:lnTo>
                    <a:pt x="658919" y="1714141"/>
                  </a:lnTo>
                  <a:lnTo>
                    <a:pt x="644690" y="1717690"/>
                  </a:lnTo>
                  <a:lnTo>
                    <a:pt x="631212" y="1721239"/>
                  </a:lnTo>
                  <a:lnTo>
                    <a:pt x="618334" y="1724788"/>
                  </a:lnTo>
                  <a:lnTo>
                    <a:pt x="606075" y="1728337"/>
                  </a:lnTo>
                  <a:lnTo>
                    <a:pt x="594448" y="1731886"/>
                  </a:lnTo>
                  <a:lnTo>
                    <a:pt x="583572" y="1735435"/>
                  </a:lnTo>
                  <a:lnTo>
                    <a:pt x="573480" y="1738984"/>
                  </a:lnTo>
                  <a:lnTo>
                    <a:pt x="564031" y="1742533"/>
                  </a:lnTo>
                  <a:lnTo>
                    <a:pt x="555216" y="1746082"/>
                  </a:lnTo>
                  <a:lnTo>
                    <a:pt x="547024" y="1749631"/>
                  </a:lnTo>
                  <a:lnTo>
                    <a:pt x="539612" y="1753180"/>
                  </a:lnTo>
                  <a:lnTo>
                    <a:pt x="532823" y="1756729"/>
                  </a:lnTo>
                  <a:lnTo>
                    <a:pt x="526584" y="1760278"/>
                  </a:lnTo>
                  <a:lnTo>
                    <a:pt x="520875" y="1763827"/>
                  </a:lnTo>
                  <a:lnTo>
                    <a:pt x="515693" y="1767375"/>
                  </a:lnTo>
                  <a:lnTo>
                    <a:pt x="511132" y="1770924"/>
                  </a:lnTo>
                  <a:lnTo>
                    <a:pt x="507000" y="1774473"/>
                  </a:lnTo>
                  <a:lnTo>
                    <a:pt x="503272" y="1778022"/>
                  </a:lnTo>
                  <a:lnTo>
                    <a:pt x="499923" y="1781571"/>
                  </a:lnTo>
                  <a:lnTo>
                    <a:pt x="496982" y="1785120"/>
                  </a:lnTo>
                  <a:lnTo>
                    <a:pt x="494416" y="1788669"/>
                  </a:lnTo>
                  <a:lnTo>
                    <a:pt x="492131" y="1792218"/>
                  </a:lnTo>
                  <a:lnTo>
                    <a:pt x="490107" y="1795767"/>
                  </a:lnTo>
                  <a:lnTo>
                    <a:pt x="488321" y="1799316"/>
                  </a:lnTo>
                  <a:lnTo>
                    <a:pt x="486809" y="1802865"/>
                  </a:lnTo>
                  <a:lnTo>
                    <a:pt x="485494" y="1806414"/>
                  </a:lnTo>
                  <a:lnTo>
                    <a:pt x="484343" y="1809963"/>
                  </a:lnTo>
                  <a:lnTo>
                    <a:pt x="483341" y="1813512"/>
                  </a:lnTo>
                  <a:close/>
                </a:path>
              </a:pathLst>
            </a:custGeom>
            <a:solidFill>
              <a:srgbClr val="39B185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g15"/>
            <p:cNvSpPr/>
            <p:nvPr/>
          </p:nvSpPr>
          <p:spPr>
            <a:xfrm>
              <a:off x="2170699" y="2574144"/>
              <a:ext cx="956002" cy="1763663"/>
            </a:xfrm>
            <a:custGeom>
              <a:avLst/>
              <a:pathLst>
                <a:path w="956002" h="1763663">
                  <a:moveTo>
                    <a:pt x="472659" y="1763663"/>
                  </a:moveTo>
                  <a:lnTo>
                    <a:pt x="471932" y="1760212"/>
                  </a:lnTo>
                  <a:lnTo>
                    <a:pt x="471083" y="1756761"/>
                  </a:lnTo>
                  <a:lnTo>
                    <a:pt x="470145" y="1753309"/>
                  </a:lnTo>
                  <a:lnTo>
                    <a:pt x="469112" y="1749858"/>
                  </a:lnTo>
                  <a:lnTo>
                    <a:pt x="467966" y="1746406"/>
                  </a:lnTo>
                  <a:lnTo>
                    <a:pt x="466657" y="1742955"/>
                  </a:lnTo>
                  <a:lnTo>
                    <a:pt x="465222" y="1739504"/>
                  </a:lnTo>
                  <a:lnTo>
                    <a:pt x="463654" y="1736052"/>
                  </a:lnTo>
                  <a:lnTo>
                    <a:pt x="461914" y="1732601"/>
                  </a:lnTo>
                  <a:lnTo>
                    <a:pt x="459963" y="1729150"/>
                  </a:lnTo>
                  <a:lnTo>
                    <a:pt x="457843" y="1725698"/>
                  </a:lnTo>
                  <a:lnTo>
                    <a:pt x="455545" y="1722247"/>
                  </a:lnTo>
                  <a:lnTo>
                    <a:pt x="452993" y="1718795"/>
                  </a:lnTo>
                  <a:lnTo>
                    <a:pt x="450188" y="1715344"/>
                  </a:lnTo>
                  <a:lnTo>
                    <a:pt x="447163" y="1711893"/>
                  </a:lnTo>
                  <a:lnTo>
                    <a:pt x="443911" y="1708441"/>
                  </a:lnTo>
                  <a:lnTo>
                    <a:pt x="440307" y="1704990"/>
                  </a:lnTo>
                  <a:lnTo>
                    <a:pt x="436414" y="1701538"/>
                  </a:lnTo>
                  <a:lnTo>
                    <a:pt x="432250" y="1698087"/>
                  </a:lnTo>
                  <a:lnTo>
                    <a:pt x="427807" y="1694636"/>
                  </a:lnTo>
                  <a:lnTo>
                    <a:pt x="422908" y="1691184"/>
                  </a:lnTo>
                  <a:lnTo>
                    <a:pt x="417698" y="1687733"/>
                  </a:lnTo>
                  <a:lnTo>
                    <a:pt x="412173" y="1684281"/>
                  </a:lnTo>
                  <a:lnTo>
                    <a:pt x="406286" y="1680830"/>
                  </a:lnTo>
                  <a:lnTo>
                    <a:pt x="399916" y="1677379"/>
                  </a:lnTo>
                  <a:lnTo>
                    <a:pt x="393202" y="1673927"/>
                  </a:lnTo>
                  <a:lnTo>
                    <a:pt x="386141" y="1670476"/>
                  </a:lnTo>
                  <a:lnTo>
                    <a:pt x="378647" y="1667024"/>
                  </a:lnTo>
                  <a:lnTo>
                    <a:pt x="370681" y="1663573"/>
                  </a:lnTo>
                  <a:lnTo>
                    <a:pt x="362358" y="1660122"/>
                  </a:lnTo>
                  <a:lnTo>
                    <a:pt x="353680" y="1656670"/>
                  </a:lnTo>
                  <a:lnTo>
                    <a:pt x="344529" y="1653219"/>
                  </a:lnTo>
                  <a:lnTo>
                    <a:pt x="334960" y="1649767"/>
                  </a:lnTo>
                  <a:lnTo>
                    <a:pt x="325054" y="1646316"/>
                  </a:lnTo>
                  <a:lnTo>
                    <a:pt x="314818" y="1642865"/>
                  </a:lnTo>
                  <a:lnTo>
                    <a:pt x="304126" y="1639413"/>
                  </a:lnTo>
                  <a:lnTo>
                    <a:pt x="293112" y="1635962"/>
                  </a:lnTo>
                  <a:lnTo>
                    <a:pt x="281821" y="1632510"/>
                  </a:lnTo>
                  <a:lnTo>
                    <a:pt x="270263" y="1629059"/>
                  </a:lnTo>
                  <a:lnTo>
                    <a:pt x="258348" y="1625608"/>
                  </a:lnTo>
                  <a:lnTo>
                    <a:pt x="246239" y="1622156"/>
                  </a:lnTo>
                  <a:lnTo>
                    <a:pt x="233956" y="1618705"/>
                  </a:lnTo>
                  <a:lnTo>
                    <a:pt x="221506" y="1615253"/>
                  </a:lnTo>
                  <a:lnTo>
                    <a:pt x="208908" y="1611802"/>
                  </a:lnTo>
                  <a:lnTo>
                    <a:pt x="196255" y="1608351"/>
                  </a:lnTo>
                  <a:lnTo>
                    <a:pt x="183570" y="1604899"/>
                  </a:lnTo>
                  <a:lnTo>
                    <a:pt x="170893" y="1601448"/>
                  </a:lnTo>
                  <a:lnTo>
                    <a:pt x="158303" y="1597996"/>
                  </a:lnTo>
                  <a:lnTo>
                    <a:pt x="145826" y="1594545"/>
                  </a:lnTo>
                  <a:lnTo>
                    <a:pt x="133492" y="1591094"/>
                  </a:lnTo>
                  <a:lnTo>
                    <a:pt x="121415" y="1587642"/>
                  </a:lnTo>
                  <a:lnTo>
                    <a:pt x="109651" y="1584191"/>
                  </a:lnTo>
                  <a:lnTo>
                    <a:pt x="98186" y="1580739"/>
                  </a:lnTo>
                  <a:lnTo>
                    <a:pt x="87051" y="1577288"/>
                  </a:lnTo>
                  <a:lnTo>
                    <a:pt x="76480" y="1573837"/>
                  </a:lnTo>
                  <a:lnTo>
                    <a:pt x="66404" y="1570385"/>
                  </a:lnTo>
                  <a:lnTo>
                    <a:pt x="56812" y="1566934"/>
                  </a:lnTo>
                  <a:lnTo>
                    <a:pt x="47736" y="1563482"/>
                  </a:lnTo>
                  <a:lnTo>
                    <a:pt x="39536" y="1560031"/>
                  </a:lnTo>
                  <a:lnTo>
                    <a:pt x="31955" y="1556580"/>
                  </a:lnTo>
                  <a:lnTo>
                    <a:pt x="25014" y="1553128"/>
                  </a:lnTo>
                  <a:lnTo>
                    <a:pt x="18821" y="1549677"/>
                  </a:lnTo>
                  <a:lnTo>
                    <a:pt x="13641" y="1546225"/>
                  </a:lnTo>
                  <a:lnTo>
                    <a:pt x="9197" y="1542774"/>
                  </a:lnTo>
                  <a:lnTo>
                    <a:pt x="5501" y="1539323"/>
                  </a:lnTo>
                  <a:lnTo>
                    <a:pt x="2753" y="1535871"/>
                  </a:lnTo>
                  <a:lnTo>
                    <a:pt x="1042" y="1532420"/>
                  </a:lnTo>
                  <a:lnTo>
                    <a:pt x="123" y="1528968"/>
                  </a:lnTo>
                  <a:lnTo>
                    <a:pt x="64" y="1527330"/>
                  </a:lnTo>
                  <a:lnTo>
                    <a:pt x="0" y="1525517"/>
                  </a:lnTo>
                  <a:lnTo>
                    <a:pt x="950" y="1522066"/>
                  </a:lnTo>
                  <a:lnTo>
                    <a:pt x="2854" y="1518614"/>
                  </a:lnTo>
                  <a:lnTo>
                    <a:pt x="5539" y="1515163"/>
                  </a:lnTo>
                  <a:lnTo>
                    <a:pt x="8996" y="1511711"/>
                  </a:lnTo>
                  <a:lnTo>
                    <a:pt x="13549" y="1508260"/>
                  </a:lnTo>
                  <a:lnTo>
                    <a:pt x="18893" y="1504809"/>
                  </a:lnTo>
                  <a:lnTo>
                    <a:pt x="24937" y="1501357"/>
                  </a:lnTo>
                  <a:lnTo>
                    <a:pt x="31674" y="1497906"/>
                  </a:lnTo>
                  <a:lnTo>
                    <a:pt x="39394" y="1494454"/>
                  </a:lnTo>
                  <a:lnTo>
                    <a:pt x="47702" y="1491003"/>
                  </a:lnTo>
                  <a:lnTo>
                    <a:pt x="56575" y="1487552"/>
                  </a:lnTo>
                  <a:lnTo>
                    <a:pt x="66048" y="1484100"/>
                  </a:lnTo>
                  <a:lnTo>
                    <a:pt x="76197" y="1480649"/>
                  </a:lnTo>
                  <a:lnTo>
                    <a:pt x="86766" y="1477198"/>
                  </a:lnTo>
                  <a:lnTo>
                    <a:pt x="97725" y="1473746"/>
                  </a:lnTo>
                  <a:lnTo>
                    <a:pt x="109115" y="1470295"/>
                  </a:lnTo>
                  <a:lnTo>
                    <a:pt x="120874" y="1466843"/>
                  </a:lnTo>
                  <a:lnTo>
                    <a:pt x="132866" y="1463392"/>
                  </a:lnTo>
                  <a:lnTo>
                    <a:pt x="145060" y="1459941"/>
                  </a:lnTo>
                  <a:lnTo>
                    <a:pt x="157458" y="1456489"/>
                  </a:lnTo>
                  <a:lnTo>
                    <a:pt x="169961" y="1453038"/>
                  </a:lnTo>
                  <a:lnTo>
                    <a:pt x="182512" y="1449586"/>
                  </a:lnTo>
                  <a:lnTo>
                    <a:pt x="195085" y="1446135"/>
                  </a:lnTo>
                  <a:lnTo>
                    <a:pt x="207612" y="1442684"/>
                  </a:lnTo>
                  <a:lnTo>
                    <a:pt x="220047" y="1439232"/>
                  </a:lnTo>
                  <a:lnTo>
                    <a:pt x="232369" y="1435781"/>
                  </a:lnTo>
                  <a:lnTo>
                    <a:pt x="244553" y="1432329"/>
                  </a:lnTo>
                  <a:lnTo>
                    <a:pt x="256460" y="1428878"/>
                  </a:lnTo>
                  <a:lnTo>
                    <a:pt x="268147" y="1425427"/>
                  </a:lnTo>
                  <a:lnTo>
                    <a:pt x="279598" y="1421975"/>
                  </a:lnTo>
                  <a:lnTo>
                    <a:pt x="290759" y="1418524"/>
                  </a:lnTo>
                  <a:lnTo>
                    <a:pt x="301513" y="1415072"/>
                  </a:lnTo>
                  <a:lnTo>
                    <a:pt x="311960" y="1411621"/>
                  </a:lnTo>
                  <a:lnTo>
                    <a:pt x="322090" y="1408170"/>
                  </a:lnTo>
                  <a:lnTo>
                    <a:pt x="331809" y="1404718"/>
                  </a:lnTo>
                  <a:lnTo>
                    <a:pt x="341076" y="1401267"/>
                  </a:lnTo>
                  <a:lnTo>
                    <a:pt x="349990" y="1397815"/>
                  </a:lnTo>
                  <a:lnTo>
                    <a:pt x="358549" y="1394364"/>
                  </a:lnTo>
                  <a:lnTo>
                    <a:pt x="366619" y="1390913"/>
                  </a:lnTo>
                  <a:lnTo>
                    <a:pt x="374257" y="1387461"/>
                  </a:lnTo>
                  <a:lnTo>
                    <a:pt x="381534" y="1384010"/>
                  </a:lnTo>
                  <a:lnTo>
                    <a:pt x="388454" y="1380558"/>
                  </a:lnTo>
                  <a:lnTo>
                    <a:pt x="394855" y="1377107"/>
                  </a:lnTo>
                  <a:lnTo>
                    <a:pt x="400882" y="1373656"/>
                  </a:lnTo>
                  <a:lnTo>
                    <a:pt x="406571" y="1370204"/>
                  </a:lnTo>
                  <a:lnTo>
                    <a:pt x="411919" y="1366753"/>
                  </a:lnTo>
                  <a:lnTo>
                    <a:pt x="416778" y="1363301"/>
                  </a:lnTo>
                  <a:lnTo>
                    <a:pt x="421332" y="1359850"/>
                  </a:lnTo>
                  <a:lnTo>
                    <a:pt x="425587" y="1356399"/>
                  </a:lnTo>
                  <a:lnTo>
                    <a:pt x="429516" y="1352947"/>
                  </a:lnTo>
                  <a:lnTo>
                    <a:pt x="433058" y="1349496"/>
                  </a:lnTo>
                  <a:lnTo>
                    <a:pt x="436345" y="1346044"/>
                  </a:lnTo>
                  <a:lnTo>
                    <a:pt x="439384" y="1342593"/>
                  </a:lnTo>
                  <a:lnTo>
                    <a:pt x="442128" y="1339142"/>
                  </a:lnTo>
                  <a:lnTo>
                    <a:pt x="444587" y="1335690"/>
                  </a:lnTo>
                  <a:lnTo>
                    <a:pt x="446841" y="1332239"/>
                  </a:lnTo>
                  <a:lnTo>
                    <a:pt x="448899" y="1328787"/>
                  </a:lnTo>
                  <a:lnTo>
                    <a:pt x="450707" y="1325336"/>
                  </a:lnTo>
                  <a:lnTo>
                    <a:pt x="452315" y="1321885"/>
                  </a:lnTo>
                  <a:lnTo>
                    <a:pt x="453767" y="1318433"/>
                  </a:lnTo>
                  <a:lnTo>
                    <a:pt x="455069" y="1314982"/>
                  </a:lnTo>
                  <a:lnTo>
                    <a:pt x="456171" y="1311530"/>
                  </a:lnTo>
                  <a:lnTo>
                    <a:pt x="457139" y="1308079"/>
                  </a:lnTo>
                  <a:lnTo>
                    <a:pt x="457993" y="1304628"/>
                  </a:lnTo>
                  <a:lnTo>
                    <a:pt x="458733" y="1301176"/>
                  </a:lnTo>
                  <a:lnTo>
                    <a:pt x="459324" y="1297725"/>
                  </a:lnTo>
                  <a:lnTo>
                    <a:pt x="459829" y="1294273"/>
                  </a:lnTo>
                  <a:lnTo>
                    <a:pt x="460250" y="1290822"/>
                  </a:lnTo>
                  <a:lnTo>
                    <a:pt x="460584" y="1287371"/>
                  </a:lnTo>
                  <a:lnTo>
                    <a:pt x="460821" y="1283919"/>
                  </a:lnTo>
                  <a:lnTo>
                    <a:pt x="460997" y="1280468"/>
                  </a:lnTo>
                  <a:lnTo>
                    <a:pt x="461115" y="1277016"/>
                  </a:lnTo>
                  <a:lnTo>
                    <a:pt x="461167" y="1273565"/>
                  </a:lnTo>
                  <a:lnTo>
                    <a:pt x="461157" y="1270114"/>
                  </a:lnTo>
                  <a:lnTo>
                    <a:pt x="461105" y="1266662"/>
                  </a:lnTo>
                  <a:lnTo>
                    <a:pt x="461013" y="1263211"/>
                  </a:lnTo>
                  <a:lnTo>
                    <a:pt x="460871" y="1259759"/>
                  </a:lnTo>
                  <a:lnTo>
                    <a:pt x="460690" y="1256308"/>
                  </a:lnTo>
                  <a:lnTo>
                    <a:pt x="460479" y="1252857"/>
                  </a:lnTo>
                  <a:lnTo>
                    <a:pt x="460240" y="1249405"/>
                  </a:lnTo>
                  <a:lnTo>
                    <a:pt x="459964" y="1245954"/>
                  </a:lnTo>
                  <a:lnTo>
                    <a:pt x="459663" y="1242502"/>
                  </a:lnTo>
                  <a:lnTo>
                    <a:pt x="459341" y="1239051"/>
                  </a:lnTo>
                  <a:lnTo>
                    <a:pt x="458997" y="1235600"/>
                  </a:lnTo>
                  <a:lnTo>
                    <a:pt x="458627" y="1232148"/>
                  </a:lnTo>
                  <a:lnTo>
                    <a:pt x="458239" y="1228697"/>
                  </a:lnTo>
                  <a:lnTo>
                    <a:pt x="457836" y="1225246"/>
                  </a:lnTo>
                  <a:lnTo>
                    <a:pt x="457416" y="1221794"/>
                  </a:lnTo>
                  <a:lnTo>
                    <a:pt x="456977" y="1218343"/>
                  </a:lnTo>
                  <a:lnTo>
                    <a:pt x="456526" y="1214891"/>
                  </a:lnTo>
                  <a:lnTo>
                    <a:pt x="456063" y="1211440"/>
                  </a:lnTo>
                  <a:lnTo>
                    <a:pt x="455586" y="1207989"/>
                  </a:lnTo>
                  <a:lnTo>
                    <a:pt x="455096" y="1204537"/>
                  </a:lnTo>
                  <a:lnTo>
                    <a:pt x="454597" y="1201086"/>
                  </a:lnTo>
                  <a:lnTo>
                    <a:pt x="454089" y="1197634"/>
                  </a:lnTo>
                  <a:lnTo>
                    <a:pt x="453570" y="1194183"/>
                  </a:lnTo>
                  <a:lnTo>
                    <a:pt x="453042" y="1190732"/>
                  </a:lnTo>
                  <a:lnTo>
                    <a:pt x="452507" y="1187280"/>
                  </a:lnTo>
                  <a:lnTo>
                    <a:pt x="451966" y="1183829"/>
                  </a:lnTo>
                  <a:lnTo>
                    <a:pt x="451415" y="1180377"/>
                  </a:lnTo>
                  <a:lnTo>
                    <a:pt x="450860" y="1176926"/>
                  </a:lnTo>
                  <a:lnTo>
                    <a:pt x="450299" y="1173475"/>
                  </a:lnTo>
                  <a:lnTo>
                    <a:pt x="449733" y="1170023"/>
                  </a:lnTo>
                  <a:lnTo>
                    <a:pt x="449160" y="1166572"/>
                  </a:lnTo>
                  <a:lnTo>
                    <a:pt x="448584" y="1163120"/>
                  </a:lnTo>
                  <a:lnTo>
                    <a:pt x="448004" y="1159669"/>
                  </a:lnTo>
                  <a:lnTo>
                    <a:pt x="447421" y="1156218"/>
                  </a:lnTo>
                  <a:lnTo>
                    <a:pt x="446832" y="1152766"/>
                  </a:lnTo>
                  <a:lnTo>
                    <a:pt x="446241" y="1149315"/>
                  </a:lnTo>
                  <a:lnTo>
                    <a:pt x="445647" y="1145863"/>
                  </a:lnTo>
                  <a:lnTo>
                    <a:pt x="445049" y="1142412"/>
                  </a:lnTo>
                  <a:lnTo>
                    <a:pt x="444447" y="1138961"/>
                  </a:lnTo>
                  <a:lnTo>
                    <a:pt x="443843" y="1135509"/>
                  </a:lnTo>
                  <a:lnTo>
                    <a:pt x="443235" y="1132058"/>
                  </a:lnTo>
                  <a:lnTo>
                    <a:pt x="442623" y="1128606"/>
                  </a:lnTo>
                  <a:lnTo>
                    <a:pt x="442008" y="1125155"/>
                  </a:lnTo>
                  <a:lnTo>
                    <a:pt x="441388" y="1121704"/>
                  </a:lnTo>
                  <a:lnTo>
                    <a:pt x="440766" y="1118252"/>
                  </a:lnTo>
                  <a:lnTo>
                    <a:pt x="440136" y="1114801"/>
                  </a:lnTo>
                  <a:lnTo>
                    <a:pt x="439502" y="1111349"/>
                  </a:lnTo>
                  <a:lnTo>
                    <a:pt x="438863" y="1107898"/>
                  </a:lnTo>
                  <a:lnTo>
                    <a:pt x="438219" y="1104447"/>
                  </a:lnTo>
                  <a:lnTo>
                    <a:pt x="437566" y="1100995"/>
                  </a:lnTo>
                  <a:lnTo>
                    <a:pt x="436906" y="1097544"/>
                  </a:lnTo>
                  <a:lnTo>
                    <a:pt x="436239" y="1094092"/>
                  </a:lnTo>
                  <a:lnTo>
                    <a:pt x="435564" y="1090641"/>
                  </a:lnTo>
                  <a:lnTo>
                    <a:pt x="434877" y="1087190"/>
                  </a:lnTo>
                  <a:lnTo>
                    <a:pt x="434182" y="1083738"/>
                  </a:lnTo>
                  <a:lnTo>
                    <a:pt x="433478" y="1080287"/>
                  </a:lnTo>
                  <a:lnTo>
                    <a:pt x="432761" y="1076835"/>
                  </a:lnTo>
                  <a:lnTo>
                    <a:pt x="432032" y="1073384"/>
                  </a:lnTo>
                  <a:lnTo>
                    <a:pt x="431291" y="1069933"/>
                  </a:lnTo>
                  <a:lnTo>
                    <a:pt x="430539" y="1066481"/>
                  </a:lnTo>
                  <a:lnTo>
                    <a:pt x="429771" y="1063030"/>
                  </a:lnTo>
                  <a:lnTo>
                    <a:pt x="428988" y="1059578"/>
                  </a:lnTo>
                  <a:lnTo>
                    <a:pt x="428192" y="1056127"/>
                  </a:lnTo>
                  <a:lnTo>
                    <a:pt x="427384" y="1052676"/>
                  </a:lnTo>
                  <a:lnTo>
                    <a:pt x="426555" y="1049224"/>
                  </a:lnTo>
                  <a:lnTo>
                    <a:pt x="425711" y="1045773"/>
                  </a:lnTo>
                  <a:lnTo>
                    <a:pt x="424853" y="1042321"/>
                  </a:lnTo>
                  <a:lnTo>
                    <a:pt x="423981" y="1038870"/>
                  </a:lnTo>
                  <a:lnTo>
                    <a:pt x="423086" y="1035419"/>
                  </a:lnTo>
                  <a:lnTo>
                    <a:pt x="422176" y="1031967"/>
                  </a:lnTo>
                  <a:lnTo>
                    <a:pt x="421252" y="1028516"/>
                  </a:lnTo>
                  <a:lnTo>
                    <a:pt x="420310" y="1025064"/>
                  </a:lnTo>
                  <a:lnTo>
                    <a:pt x="419348" y="1021613"/>
                  </a:lnTo>
                  <a:lnTo>
                    <a:pt x="418372" y="1018162"/>
                  </a:lnTo>
                  <a:lnTo>
                    <a:pt x="417380" y="1014710"/>
                  </a:lnTo>
                  <a:lnTo>
                    <a:pt x="416370" y="1011259"/>
                  </a:lnTo>
                  <a:lnTo>
                    <a:pt x="415342" y="1007807"/>
                  </a:lnTo>
                  <a:lnTo>
                    <a:pt x="414300" y="1004356"/>
                  </a:lnTo>
                  <a:lnTo>
                    <a:pt x="413243" y="1000905"/>
                  </a:lnTo>
                  <a:lnTo>
                    <a:pt x="412168" y="997453"/>
                  </a:lnTo>
                  <a:lnTo>
                    <a:pt x="411078" y="994002"/>
                  </a:lnTo>
                  <a:lnTo>
                    <a:pt x="409974" y="990550"/>
                  </a:lnTo>
                  <a:lnTo>
                    <a:pt x="408858" y="987099"/>
                  </a:lnTo>
                  <a:lnTo>
                    <a:pt x="407724" y="983648"/>
                  </a:lnTo>
                  <a:lnTo>
                    <a:pt x="406577" y="980196"/>
                  </a:lnTo>
                  <a:lnTo>
                    <a:pt x="405418" y="976745"/>
                  </a:lnTo>
                  <a:lnTo>
                    <a:pt x="404248" y="973294"/>
                  </a:lnTo>
                  <a:lnTo>
                    <a:pt x="403061" y="969842"/>
                  </a:lnTo>
                  <a:lnTo>
                    <a:pt x="401864" y="966391"/>
                  </a:lnTo>
                  <a:lnTo>
                    <a:pt x="400657" y="962939"/>
                  </a:lnTo>
                  <a:lnTo>
                    <a:pt x="399438" y="959488"/>
                  </a:lnTo>
                  <a:lnTo>
                    <a:pt x="398206" y="956037"/>
                  </a:lnTo>
                  <a:lnTo>
                    <a:pt x="396965" y="952585"/>
                  </a:lnTo>
                  <a:lnTo>
                    <a:pt x="395716" y="949134"/>
                  </a:lnTo>
                  <a:lnTo>
                    <a:pt x="394455" y="945682"/>
                  </a:lnTo>
                  <a:lnTo>
                    <a:pt x="393184" y="942231"/>
                  </a:lnTo>
                  <a:lnTo>
                    <a:pt x="391905" y="938780"/>
                  </a:lnTo>
                  <a:lnTo>
                    <a:pt x="390619" y="935328"/>
                  </a:lnTo>
                  <a:lnTo>
                    <a:pt x="389322" y="931877"/>
                  </a:lnTo>
                  <a:lnTo>
                    <a:pt x="388017" y="928425"/>
                  </a:lnTo>
                  <a:lnTo>
                    <a:pt x="386706" y="924974"/>
                  </a:lnTo>
                  <a:lnTo>
                    <a:pt x="385389" y="921523"/>
                  </a:lnTo>
                  <a:lnTo>
                    <a:pt x="384063" y="918071"/>
                  </a:lnTo>
                  <a:lnTo>
                    <a:pt x="382732" y="914620"/>
                  </a:lnTo>
                  <a:lnTo>
                    <a:pt x="381396" y="911168"/>
                  </a:lnTo>
                  <a:lnTo>
                    <a:pt x="380055" y="907717"/>
                  </a:lnTo>
                  <a:lnTo>
                    <a:pt x="378709" y="904266"/>
                  </a:lnTo>
                  <a:lnTo>
                    <a:pt x="377361" y="900814"/>
                  </a:lnTo>
                  <a:lnTo>
                    <a:pt x="376011" y="897363"/>
                  </a:lnTo>
                  <a:lnTo>
                    <a:pt x="374659" y="893911"/>
                  </a:lnTo>
                  <a:lnTo>
                    <a:pt x="373308" y="890460"/>
                  </a:lnTo>
                  <a:lnTo>
                    <a:pt x="371958" y="887009"/>
                  </a:lnTo>
                  <a:lnTo>
                    <a:pt x="370610" y="883557"/>
                  </a:lnTo>
                  <a:lnTo>
                    <a:pt x="369267" y="880106"/>
                  </a:lnTo>
                  <a:lnTo>
                    <a:pt x="367932" y="876654"/>
                  </a:lnTo>
                  <a:lnTo>
                    <a:pt x="366604" y="873203"/>
                  </a:lnTo>
                  <a:lnTo>
                    <a:pt x="365284" y="869752"/>
                  </a:lnTo>
                  <a:lnTo>
                    <a:pt x="364913" y="868769"/>
                  </a:lnTo>
                  <a:lnTo>
                    <a:pt x="363980" y="866300"/>
                  </a:lnTo>
                  <a:lnTo>
                    <a:pt x="362691" y="862849"/>
                  </a:lnTo>
                  <a:lnTo>
                    <a:pt x="361419" y="859397"/>
                  </a:lnTo>
                  <a:lnTo>
                    <a:pt x="360163" y="855946"/>
                  </a:lnTo>
                  <a:lnTo>
                    <a:pt x="358938" y="852495"/>
                  </a:lnTo>
                  <a:lnTo>
                    <a:pt x="357739" y="849043"/>
                  </a:lnTo>
                  <a:lnTo>
                    <a:pt x="356565" y="845592"/>
                  </a:lnTo>
                  <a:lnTo>
                    <a:pt x="355422" y="842140"/>
                  </a:lnTo>
                  <a:lnTo>
                    <a:pt x="354327" y="838689"/>
                  </a:lnTo>
                  <a:lnTo>
                    <a:pt x="353268" y="835238"/>
                  </a:lnTo>
                  <a:lnTo>
                    <a:pt x="352248" y="831786"/>
                  </a:lnTo>
                  <a:lnTo>
                    <a:pt x="351277" y="828335"/>
                  </a:lnTo>
                  <a:lnTo>
                    <a:pt x="350369" y="824883"/>
                  </a:lnTo>
                  <a:lnTo>
                    <a:pt x="349511" y="821432"/>
                  </a:lnTo>
                  <a:lnTo>
                    <a:pt x="348706" y="817981"/>
                  </a:lnTo>
                  <a:lnTo>
                    <a:pt x="347971" y="814529"/>
                  </a:lnTo>
                  <a:lnTo>
                    <a:pt x="347313" y="811078"/>
                  </a:lnTo>
                  <a:lnTo>
                    <a:pt x="346718" y="807626"/>
                  </a:lnTo>
                  <a:lnTo>
                    <a:pt x="346189" y="804175"/>
                  </a:lnTo>
                  <a:lnTo>
                    <a:pt x="345756" y="800724"/>
                  </a:lnTo>
                  <a:lnTo>
                    <a:pt x="345408" y="797272"/>
                  </a:lnTo>
                  <a:lnTo>
                    <a:pt x="345136" y="793821"/>
                  </a:lnTo>
                  <a:lnTo>
                    <a:pt x="344941" y="790369"/>
                  </a:lnTo>
                  <a:lnTo>
                    <a:pt x="344867" y="786918"/>
                  </a:lnTo>
                  <a:lnTo>
                    <a:pt x="344881" y="783467"/>
                  </a:lnTo>
                  <a:lnTo>
                    <a:pt x="344980" y="780015"/>
                  </a:lnTo>
                  <a:lnTo>
                    <a:pt x="345171" y="776564"/>
                  </a:lnTo>
                  <a:lnTo>
                    <a:pt x="345493" y="773112"/>
                  </a:lnTo>
                  <a:lnTo>
                    <a:pt x="345904" y="769661"/>
                  </a:lnTo>
                  <a:lnTo>
                    <a:pt x="346405" y="766210"/>
                  </a:lnTo>
                  <a:lnTo>
                    <a:pt x="347012" y="762758"/>
                  </a:lnTo>
                  <a:lnTo>
                    <a:pt x="347745" y="759307"/>
                  </a:lnTo>
                  <a:lnTo>
                    <a:pt x="348567" y="755855"/>
                  </a:lnTo>
                  <a:lnTo>
                    <a:pt x="349478" y="752404"/>
                  </a:lnTo>
                  <a:lnTo>
                    <a:pt x="350504" y="748953"/>
                  </a:lnTo>
                  <a:lnTo>
                    <a:pt x="351640" y="745501"/>
                  </a:lnTo>
                  <a:lnTo>
                    <a:pt x="352860" y="742050"/>
                  </a:lnTo>
                  <a:lnTo>
                    <a:pt x="354164" y="738599"/>
                  </a:lnTo>
                  <a:lnTo>
                    <a:pt x="355580" y="735147"/>
                  </a:lnTo>
                  <a:lnTo>
                    <a:pt x="357086" y="731696"/>
                  </a:lnTo>
                  <a:lnTo>
                    <a:pt x="358665" y="728244"/>
                  </a:lnTo>
                  <a:lnTo>
                    <a:pt x="360316" y="724793"/>
                  </a:lnTo>
                  <a:lnTo>
                    <a:pt x="362068" y="721342"/>
                  </a:lnTo>
                  <a:lnTo>
                    <a:pt x="363883" y="717890"/>
                  </a:lnTo>
                  <a:lnTo>
                    <a:pt x="365757" y="714439"/>
                  </a:lnTo>
                  <a:lnTo>
                    <a:pt x="367690" y="710987"/>
                  </a:lnTo>
                  <a:lnTo>
                    <a:pt x="369695" y="707536"/>
                  </a:lnTo>
                  <a:lnTo>
                    <a:pt x="371742" y="704085"/>
                  </a:lnTo>
                  <a:lnTo>
                    <a:pt x="373827" y="700633"/>
                  </a:lnTo>
                  <a:lnTo>
                    <a:pt x="375954" y="697182"/>
                  </a:lnTo>
                  <a:lnTo>
                    <a:pt x="378118" y="693730"/>
                  </a:lnTo>
                  <a:lnTo>
                    <a:pt x="380303" y="690279"/>
                  </a:lnTo>
                  <a:lnTo>
                    <a:pt x="382506" y="686828"/>
                  </a:lnTo>
                  <a:lnTo>
                    <a:pt x="384725" y="683376"/>
                  </a:lnTo>
                  <a:lnTo>
                    <a:pt x="386951" y="679925"/>
                  </a:lnTo>
                  <a:lnTo>
                    <a:pt x="389178" y="676473"/>
                  </a:lnTo>
                  <a:lnTo>
                    <a:pt x="391402" y="673022"/>
                  </a:lnTo>
                  <a:lnTo>
                    <a:pt x="393614" y="669571"/>
                  </a:lnTo>
                  <a:lnTo>
                    <a:pt x="395808" y="666119"/>
                  </a:lnTo>
                  <a:lnTo>
                    <a:pt x="397984" y="662668"/>
                  </a:lnTo>
                  <a:lnTo>
                    <a:pt x="400138" y="659216"/>
                  </a:lnTo>
                  <a:lnTo>
                    <a:pt x="402252" y="655765"/>
                  </a:lnTo>
                  <a:lnTo>
                    <a:pt x="404332" y="652314"/>
                  </a:lnTo>
                  <a:lnTo>
                    <a:pt x="406377" y="648862"/>
                  </a:lnTo>
                  <a:lnTo>
                    <a:pt x="408383" y="645411"/>
                  </a:lnTo>
                  <a:lnTo>
                    <a:pt x="410328" y="641959"/>
                  </a:lnTo>
                  <a:lnTo>
                    <a:pt x="412228" y="638508"/>
                  </a:lnTo>
                  <a:lnTo>
                    <a:pt x="414083" y="635057"/>
                  </a:lnTo>
                  <a:lnTo>
                    <a:pt x="415881" y="631605"/>
                  </a:lnTo>
                  <a:lnTo>
                    <a:pt x="417609" y="628154"/>
                  </a:lnTo>
                  <a:lnTo>
                    <a:pt x="419286" y="624702"/>
                  </a:lnTo>
                  <a:lnTo>
                    <a:pt x="420910" y="621251"/>
                  </a:lnTo>
                  <a:lnTo>
                    <a:pt x="422465" y="617800"/>
                  </a:lnTo>
                  <a:lnTo>
                    <a:pt x="423952" y="614348"/>
                  </a:lnTo>
                  <a:lnTo>
                    <a:pt x="425383" y="610897"/>
                  </a:lnTo>
                  <a:lnTo>
                    <a:pt x="426761" y="607445"/>
                  </a:lnTo>
                  <a:lnTo>
                    <a:pt x="428062" y="603994"/>
                  </a:lnTo>
                  <a:lnTo>
                    <a:pt x="429301" y="600543"/>
                  </a:lnTo>
                  <a:lnTo>
                    <a:pt x="430487" y="597091"/>
                  </a:lnTo>
                  <a:lnTo>
                    <a:pt x="431621" y="593640"/>
                  </a:lnTo>
                  <a:lnTo>
                    <a:pt x="432677" y="590188"/>
                  </a:lnTo>
                  <a:lnTo>
                    <a:pt x="433682" y="586737"/>
                  </a:lnTo>
                  <a:lnTo>
                    <a:pt x="434639" y="583286"/>
                  </a:lnTo>
                  <a:lnTo>
                    <a:pt x="435545" y="579834"/>
                  </a:lnTo>
                  <a:lnTo>
                    <a:pt x="436385" y="576383"/>
                  </a:lnTo>
                  <a:lnTo>
                    <a:pt x="437183" y="572931"/>
                  </a:lnTo>
                  <a:lnTo>
                    <a:pt x="437940" y="569480"/>
                  </a:lnTo>
                  <a:lnTo>
                    <a:pt x="438650" y="566029"/>
                  </a:lnTo>
                  <a:lnTo>
                    <a:pt x="439310" y="562577"/>
                  </a:lnTo>
                  <a:lnTo>
                    <a:pt x="439935" y="559126"/>
                  </a:lnTo>
                  <a:lnTo>
                    <a:pt x="440528" y="555674"/>
                  </a:lnTo>
                  <a:lnTo>
                    <a:pt x="441081" y="552223"/>
                  </a:lnTo>
                  <a:lnTo>
                    <a:pt x="441598" y="548772"/>
                  </a:lnTo>
                  <a:lnTo>
                    <a:pt x="442090" y="545320"/>
                  </a:lnTo>
                  <a:lnTo>
                    <a:pt x="442557" y="541869"/>
                  </a:lnTo>
                  <a:lnTo>
                    <a:pt x="442993" y="538417"/>
                  </a:lnTo>
                  <a:lnTo>
                    <a:pt x="443406" y="534966"/>
                  </a:lnTo>
                  <a:lnTo>
                    <a:pt x="443802" y="531515"/>
                  </a:lnTo>
                  <a:lnTo>
                    <a:pt x="444180" y="528063"/>
                  </a:lnTo>
                  <a:lnTo>
                    <a:pt x="444537" y="524612"/>
                  </a:lnTo>
                  <a:lnTo>
                    <a:pt x="444880" y="521160"/>
                  </a:lnTo>
                  <a:lnTo>
                    <a:pt x="445213" y="517709"/>
                  </a:lnTo>
                  <a:lnTo>
                    <a:pt x="445535" y="514258"/>
                  </a:lnTo>
                  <a:lnTo>
                    <a:pt x="445845" y="510806"/>
                  </a:lnTo>
                  <a:lnTo>
                    <a:pt x="446149" y="507355"/>
                  </a:lnTo>
                  <a:lnTo>
                    <a:pt x="446448" y="503903"/>
                  </a:lnTo>
                  <a:lnTo>
                    <a:pt x="446740" y="500452"/>
                  </a:lnTo>
                  <a:lnTo>
                    <a:pt x="447029" y="497001"/>
                  </a:lnTo>
                  <a:lnTo>
                    <a:pt x="447316" y="493549"/>
                  </a:lnTo>
                  <a:lnTo>
                    <a:pt x="447602" y="490098"/>
                  </a:lnTo>
                  <a:lnTo>
                    <a:pt x="447887" y="486647"/>
                  </a:lnTo>
                  <a:lnTo>
                    <a:pt x="448172" y="483195"/>
                  </a:lnTo>
                  <a:lnTo>
                    <a:pt x="448459" y="479744"/>
                  </a:lnTo>
                  <a:lnTo>
                    <a:pt x="448747" y="476292"/>
                  </a:lnTo>
                  <a:lnTo>
                    <a:pt x="449038" y="472841"/>
                  </a:lnTo>
                  <a:lnTo>
                    <a:pt x="449333" y="469390"/>
                  </a:lnTo>
                  <a:lnTo>
                    <a:pt x="449630" y="465938"/>
                  </a:lnTo>
                  <a:lnTo>
                    <a:pt x="449931" y="462487"/>
                  </a:lnTo>
                  <a:lnTo>
                    <a:pt x="450238" y="459035"/>
                  </a:lnTo>
                  <a:lnTo>
                    <a:pt x="450548" y="455584"/>
                  </a:lnTo>
                  <a:lnTo>
                    <a:pt x="450863" y="452133"/>
                  </a:lnTo>
                  <a:lnTo>
                    <a:pt x="451182" y="448681"/>
                  </a:lnTo>
                  <a:lnTo>
                    <a:pt x="451507" y="445230"/>
                  </a:lnTo>
                  <a:lnTo>
                    <a:pt x="451837" y="441778"/>
                  </a:lnTo>
                  <a:lnTo>
                    <a:pt x="452171" y="438327"/>
                  </a:lnTo>
                  <a:lnTo>
                    <a:pt x="452510" y="434876"/>
                  </a:lnTo>
                  <a:lnTo>
                    <a:pt x="452855" y="431424"/>
                  </a:lnTo>
                  <a:lnTo>
                    <a:pt x="453204" y="427973"/>
                  </a:lnTo>
                  <a:lnTo>
                    <a:pt x="453556" y="424521"/>
                  </a:lnTo>
                  <a:lnTo>
                    <a:pt x="453914" y="421070"/>
                  </a:lnTo>
                  <a:lnTo>
                    <a:pt x="454277" y="417619"/>
                  </a:lnTo>
                  <a:lnTo>
                    <a:pt x="454642" y="414167"/>
                  </a:lnTo>
                  <a:lnTo>
                    <a:pt x="455012" y="410716"/>
                  </a:lnTo>
                  <a:lnTo>
                    <a:pt x="455385" y="407264"/>
                  </a:lnTo>
                  <a:lnTo>
                    <a:pt x="455761" y="403813"/>
                  </a:lnTo>
                  <a:lnTo>
                    <a:pt x="456140" y="400362"/>
                  </a:lnTo>
                  <a:lnTo>
                    <a:pt x="456521" y="396910"/>
                  </a:lnTo>
                  <a:lnTo>
                    <a:pt x="456906" y="393459"/>
                  </a:lnTo>
                  <a:lnTo>
                    <a:pt x="457292" y="390007"/>
                  </a:lnTo>
                  <a:lnTo>
                    <a:pt x="457679" y="386556"/>
                  </a:lnTo>
                  <a:lnTo>
                    <a:pt x="458068" y="383105"/>
                  </a:lnTo>
                  <a:lnTo>
                    <a:pt x="458457" y="379653"/>
                  </a:lnTo>
                  <a:lnTo>
                    <a:pt x="458848" y="376202"/>
                  </a:lnTo>
                  <a:lnTo>
                    <a:pt x="459238" y="372750"/>
                  </a:lnTo>
                  <a:lnTo>
                    <a:pt x="459629" y="369299"/>
                  </a:lnTo>
                  <a:lnTo>
                    <a:pt x="460019" y="365848"/>
                  </a:lnTo>
                  <a:lnTo>
                    <a:pt x="460409" y="362396"/>
                  </a:lnTo>
                  <a:lnTo>
                    <a:pt x="460798" y="358945"/>
                  </a:lnTo>
                  <a:lnTo>
                    <a:pt x="461185" y="355493"/>
                  </a:lnTo>
                  <a:lnTo>
                    <a:pt x="461571" y="352042"/>
                  </a:lnTo>
                  <a:lnTo>
                    <a:pt x="461956" y="348591"/>
                  </a:lnTo>
                  <a:lnTo>
                    <a:pt x="462338" y="345139"/>
                  </a:lnTo>
                  <a:lnTo>
                    <a:pt x="462718" y="341688"/>
                  </a:lnTo>
                  <a:lnTo>
                    <a:pt x="463095" y="338236"/>
                  </a:lnTo>
                  <a:lnTo>
                    <a:pt x="463470" y="334785"/>
                  </a:lnTo>
                  <a:lnTo>
                    <a:pt x="463843" y="331334"/>
                  </a:lnTo>
                  <a:lnTo>
                    <a:pt x="464211" y="327882"/>
                  </a:lnTo>
                  <a:lnTo>
                    <a:pt x="464576" y="324431"/>
                  </a:lnTo>
                  <a:lnTo>
                    <a:pt x="464938" y="320979"/>
                  </a:lnTo>
                  <a:lnTo>
                    <a:pt x="465296" y="317528"/>
                  </a:lnTo>
                  <a:lnTo>
                    <a:pt x="465650" y="314077"/>
                  </a:lnTo>
                  <a:lnTo>
                    <a:pt x="466000" y="310625"/>
                  </a:lnTo>
                  <a:lnTo>
                    <a:pt x="466347" y="307174"/>
                  </a:lnTo>
                  <a:lnTo>
                    <a:pt x="466689" y="303722"/>
                  </a:lnTo>
                  <a:lnTo>
                    <a:pt x="467026" y="300271"/>
                  </a:lnTo>
                  <a:lnTo>
                    <a:pt x="467359" y="296820"/>
                  </a:lnTo>
                  <a:lnTo>
                    <a:pt x="467688" y="293368"/>
                  </a:lnTo>
                  <a:lnTo>
                    <a:pt x="468012" y="289917"/>
                  </a:lnTo>
                  <a:lnTo>
                    <a:pt x="468331" y="286465"/>
                  </a:lnTo>
                  <a:lnTo>
                    <a:pt x="468645" y="283014"/>
                  </a:lnTo>
                  <a:lnTo>
                    <a:pt x="468956" y="279563"/>
                  </a:lnTo>
                  <a:lnTo>
                    <a:pt x="469260" y="276111"/>
                  </a:lnTo>
                  <a:lnTo>
                    <a:pt x="469559" y="272660"/>
                  </a:lnTo>
                  <a:lnTo>
                    <a:pt x="469854" y="269208"/>
                  </a:lnTo>
                  <a:lnTo>
                    <a:pt x="470144" y="265757"/>
                  </a:lnTo>
                  <a:lnTo>
                    <a:pt x="470428" y="262306"/>
                  </a:lnTo>
                  <a:lnTo>
                    <a:pt x="470706" y="258854"/>
                  </a:lnTo>
                  <a:lnTo>
                    <a:pt x="470980" y="255403"/>
                  </a:lnTo>
                  <a:lnTo>
                    <a:pt x="471249" y="251951"/>
                  </a:lnTo>
                  <a:lnTo>
                    <a:pt x="471511" y="248500"/>
                  </a:lnTo>
                  <a:lnTo>
                    <a:pt x="471769" y="245049"/>
                  </a:lnTo>
                  <a:lnTo>
                    <a:pt x="472021" y="241597"/>
                  </a:lnTo>
                  <a:lnTo>
                    <a:pt x="472268" y="238146"/>
                  </a:lnTo>
                  <a:lnTo>
                    <a:pt x="472508" y="234695"/>
                  </a:lnTo>
                  <a:lnTo>
                    <a:pt x="472743" y="231243"/>
                  </a:lnTo>
                  <a:lnTo>
                    <a:pt x="472973" y="227792"/>
                  </a:lnTo>
                  <a:lnTo>
                    <a:pt x="473196" y="224340"/>
                  </a:lnTo>
                  <a:lnTo>
                    <a:pt x="473413" y="220889"/>
                  </a:lnTo>
                  <a:lnTo>
                    <a:pt x="473625" y="217438"/>
                  </a:lnTo>
                  <a:lnTo>
                    <a:pt x="473832" y="213986"/>
                  </a:lnTo>
                  <a:lnTo>
                    <a:pt x="474032" y="210535"/>
                  </a:lnTo>
                  <a:lnTo>
                    <a:pt x="474226" y="207083"/>
                  </a:lnTo>
                  <a:lnTo>
                    <a:pt x="474414" y="203632"/>
                  </a:lnTo>
                  <a:lnTo>
                    <a:pt x="474598" y="200181"/>
                  </a:lnTo>
                  <a:lnTo>
                    <a:pt x="474774" y="196729"/>
                  </a:lnTo>
                  <a:lnTo>
                    <a:pt x="474944" y="193278"/>
                  </a:lnTo>
                  <a:lnTo>
                    <a:pt x="475109" y="189826"/>
                  </a:lnTo>
                  <a:lnTo>
                    <a:pt x="475269" y="186375"/>
                  </a:lnTo>
                  <a:lnTo>
                    <a:pt x="475421" y="182924"/>
                  </a:lnTo>
                  <a:lnTo>
                    <a:pt x="475568" y="179472"/>
                  </a:lnTo>
                  <a:lnTo>
                    <a:pt x="475710" y="176021"/>
                  </a:lnTo>
                  <a:lnTo>
                    <a:pt x="475846" y="172569"/>
                  </a:lnTo>
                  <a:lnTo>
                    <a:pt x="475976" y="169118"/>
                  </a:lnTo>
                  <a:lnTo>
                    <a:pt x="476101" y="165667"/>
                  </a:lnTo>
                  <a:lnTo>
                    <a:pt x="476220" y="162215"/>
                  </a:lnTo>
                  <a:lnTo>
                    <a:pt x="476334" y="158764"/>
                  </a:lnTo>
                  <a:lnTo>
                    <a:pt x="476442" y="155312"/>
                  </a:lnTo>
                  <a:lnTo>
                    <a:pt x="476545" y="151861"/>
                  </a:lnTo>
                  <a:lnTo>
                    <a:pt x="476644" y="148410"/>
                  </a:lnTo>
                  <a:lnTo>
                    <a:pt x="476737" y="144958"/>
                  </a:lnTo>
                  <a:lnTo>
                    <a:pt x="476825" y="141507"/>
                  </a:lnTo>
                  <a:lnTo>
                    <a:pt x="476909" y="138055"/>
                  </a:lnTo>
                  <a:lnTo>
                    <a:pt x="476989" y="134604"/>
                  </a:lnTo>
                  <a:lnTo>
                    <a:pt x="477063" y="131153"/>
                  </a:lnTo>
                  <a:lnTo>
                    <a:pt x="477133" y="127701"/>
                  </a:lnTo>
                  <a:lnTo>
                    <a:pt x="477200" y="124250"/>
                  </a:lnTo>
                  <a:lnTo>
                    <a:pt x="477262" y="120798"/>
                  </a:lnTo>
                  <a:lnTo>
                    <a:pt x="477320" y="117347"/>
                  </a:lnTo>
                  <a:lnTo>
                    <a:pt x="477375" y="113896"/>
                  </a:lnTo>
                  <a:lnTo>
                    <a:pt x="477426" y="110444"/>
                  </a:lnTo>
                  <a:lnTo>
                    <a:pt x="477474" y="106993"/>
                  </a:lnTo>
                  <a:lnTo>
                    <a:pt x="477518" y="103541"/>
                  </a:lnTo>
                  <a:lnTo>
                    <a:pt x="477559" y="100090"/>
                  </a:lnTo>
                  <a:lnTo>
                    <a:pt x="477598" y="96639"/>
                  </a:lnTo>
                  <a:lnTo>
                    <a:pt x="477634" y="93187"/>
                  </a:lnTo>
                  <a:lnTo>
                    <a:pt x="477667" y="89736"/>
                  </a:lnTo>
                  <a:lnTo>
                    <a:pt x="477697" y="86284"/>
                  </a:lnTo>
                  <a:lnTo>
                    <a:pt x="477726" y="82833"/>
                  </a:lnTo>
                  <a:lnTo>
                    <a:pt x="477751" y="79382"/>
                  </a:lnTo>
                  <a:lnTo>
                    <a:pt x="477775" y="75930"/>
                  </a:lnTo>
                  <a:lnTo>
                    <a:pt x="477797" y="72479"/>
                  </a:lnTo>
                  <a:lnTo>
                    <a:pt x="477817" y="69027"/>
                  </a:lnTo>
                  <a:lnTo>
                    <a:pt x="477835" y="65576"/>
                  </a:lnTo>
                  <a:lnTo>
                    <a:pt x="477852" y="62125"/>
                  </a:lnTo>
                  <a:lnTo>
                    <a:pt x="477867" y="58673"/>
                  </a:lnTo>
                  <a:lnTo>
                    <a:pt x="477881" y="55222"/>
                  </a:lnTo>
                  <a:lnTo>
                    <a:pt x="477894" y="51770"/>
                  </a:lnTo>
                  <a:lnTo>
                    <a:pt x="477905" y="48319"/>
                  </a:lnTo>
                  <a:lnTo>
                    <a:pt x="477916" y="44868"/>
                  </a:lnTo>
                  <a:lnTo>
                    <a:pt x="477925" y="41416"/>
                  </a:lnTo>
                  <a:lnTo>
                    <a:pt x="477933" y="37965"/>
                  </a:lnTo>
                  <a:lnTo>
                    <a:pt x="477941" y="34513"/>
                  </a:lnTo>
                  <a:lnTo>
                    <a:pt x="477948" y="31062"/>
                  </a:lnTo>
                  <a:lnTo>
                    <a:pt x="477954" y="27611"/>
                  </a:lnTo>
                  <a:lnTo>
                    <a:pt x="477959" y="24159"/>
                  </a:lnTo>
                  <a:lnTo>
                    <a:pt x="477964" y="20708"/>
                  </a:lnTo>
                  <a:lnTo>
                    <a:pt x="477969" y="17256"/>
                  </a:lnTo>
                  <a:lnTo>
                    <a:pt x="477973" y="13805"/>
                  </a:lnTo>
                  <a:lnTo>
                    <a:pt x="477976" y="10354"/>
                  </a:lnTo>
                  <a:lnTo>
                    <a:pt x="477979" y="6902"/>
                  </a:lnTo>
                  <a:lnTo>
                    <a:pt x="477982" y="3451"/>
                  </a:lnTo>
                  <a:lnTo>
                    <a:pt x="478017" y="0"/>
                  </a:lnTo>
                  <a:lnTo>
                    <a:pt x="478019" y="3451"/>
                  </a:lnTo>
                  <a:lnTo>
                    <a:pt x="478022" y="6902"/>
                  </a:lnTo>
                  <a:lnTo>
                    <a:pt x="478025" y="10354"/>
                  </a:lnTo>
                  <a:lnTo>
                    <a:pt x="478029" y="13805"/>
                  </a:lnTo>
                  <a:lnTo>
                    <a:pt x="478032" y="17256"/>
                  </a:lnTo>
                  <a:lnTo>
                    <a:pt x="478037" y="20708"/>
                  </a:lnTo>
                  <a:lnTo>
                    <a:pt x="478042" y="24159"/>
                  </a:lnTo>
                  <a:lnTo>
                    <a:pt x="478047" y="27611"/>
                  </a:lnTo>
                  <a:lnTo>
                    <a:pt x="478053" y="31062"/>
                  </a:lnTo>
                  <a:lnTo>
                    <a:pt x="478060" y="34513"/>
                  </a:lnTo>
                  <a:lnTo>
                    <a:pt x="478068" y="37965"/>
                  </a:lnTo>
                  <a:lnTo>
                    <a:pt x="478076" y="41416"/>
                  </a:lnTo>
                  <a:lnTo>
                    <a:pt x="478086" y="44868"/>
                  </a:lnTo>
                  <a:lnTo>
                    <a:pt x="478096" y="48319"/>
                  </a:lnTo>
                  <a:lnTo>
                    <a:pt x="478107" y="51770"/>
                  </a:lnTo>
                  <a:lnTo>
                    <a:pt x="478120" y="55222"/>
                  </a:lnTo>
                  <a:lnTo>
                    <a:pt x="478134" y="58673"/>
                  </a:lnTo>
                  <a:lnTo>
                    <a:pt x="478149" y="62125"/>
                  </a:lnTo>
                  <a:lnTo>
                    <a:pt x="478166" y="65576"/>
                  </a:lnTo>
                  <a:lnTo>
                    <a:pt x="478184" y="69027"/>
                  </a:lnTo>
                  <a:lnTo>
                    <a:pt x="478204" y="72479"/>
                  </a:lnTo>
                  <a:lnTo>
                    <a:pt x="478226" y="75930"/>
                  </a:lnTo>
                  <a:lnTo>
                    <a:pt x="478250" y="79382"/>
                  </a:lnTo>
                  <a:lnTo>
                    <a:pt x="478276" y="82833"/>
                  </a:lnTo>
                  <a:lnTo>
                    <a:pt x="478304" y="86284"/>
                  </a:lnTo>
                  <a:lnTo>
                    <a:pt x="478335" y="89736"/>
                  </a:lnTo>
                  <a:lnTo>
                    <a:pt x="478367" y="93187"/>
                  </a:lnTo>
                  <a:lnTo>
                    <a:pt x="478403" y="96639"/>
                  </a:lnTo>
                  <a:lnTo>
                    <a:pt x="478442" y="100090"/>
                  </a:lnTo>
                  <a:lnTo>
                    <a:pt x="478483" y="103541"/>
                  </a:lnTo>
                  <a:lnTo>
                    <a:pt x="478527" y="106993"/>
                  </a:lnTo>
                  <a:lnTo>
                    <a:pt x="478575" y="110444"/>
                  </a:lnTo>
                  <a:lnTo>
                    <a:pt x="478627" y="113896"/>
                  </a:lnTo>
                  <a:lnTo>
                    <a:pt x="478681" y="117347"/>
                  </a:lnTo>
                  <a:lnTo>
                    <a:pt x="478739" y="120798"/>
                  </a:lnTo>
                  <a:lnTo>
                    <a:pt x="478801" y="124250"/>
                  </a:lnTo>
                  <a:lnTo>
                    <a:pt x="478868" y="127701"/>
                  </a:lnTo>
                  <a:lnTo>
                    <a:pt x="478938" y="131153"/>
                  </a:lnTo>
                  <a:lnTo>
                    <a:pt x="479012" y="134604"/>
                  </a:lnTo>
                  <a:lnTo>
                    <a:pt x="479092" y="138055"/>
                  </a:lnTo>
                  <a:lnTo>
                    <a:pt x="479176" y="141507"/>
                  </a:lnTo>
                  <a:lnTo>
                    <a:pt x="479264" y="144958"/>
                  </a:lnTo>
                  <a:lnTo>
                    <a:pt x="479357" y="148410"/>
                  </a:lnTo>
                  <a:lnTo>
                    <a:pt x="479456" y="151861"/>
                  </a:lnTo>
                  <a:lnTo>
                    <a:pt x="479559" y="155312"/>
                  </a:lnTo>
                  <a:lnTo>
                    <a:pt x="479667" y="158764"/>
                  </a:lnTo>
                  <a:lnTo>
                    <a:pt x="479781" y="162215"/>
                  </a:lnTo>
                  <a:lnTo>
                    <a:pt x="479901" y="165667"/>
                  </a:lnTo>
                  <a:lnTo>
                    <a:pt x="480025" y="169118"/>
                  </a:lnTo>
                  <a:lnTo>
                    <a:pt x="480155" y="172569"/>
                  </a:lnTo>
                  <a:lnTo>
                    <a:pt x="480291" y="176021"/>
                  </a:lnTo>
                  <a:lnTo>
                    <a:pt x="480433" y="179472"/>
                  </a:lnTo>
                  <a:lnTo>
                    <a:pt x="480580" y="182924"/>
                  </a:lnTo>
                  <a:lnTo>
                    <a:pt x="480732" y="186375"/>
                  </a:lnTo>
                  <a:lnTo>
                    <a:pt x="480892" y="189826"/>
                  </a:lnTo>
                  <a:lnTo>
                    <a:pt x="481057" y="193278"/>
                  </a:lnTo>
                  <a:lnTo>
                    <a:pt x="481228" y="196729"/>
                  </a:lnTo>
                  <a:lnTo>
                    <a:pt x="481403" y="200181"/>
                  </a:lnTo>
                  <a:lnTo>
                    <a:pt x="481587" y="203632"/>
                  </a:lnTo>
                  <a:lnTo>
                    <a:pt x="481776" y="207083"/>
                  </a:lnTo>
                  <a:lnTo>
                    <a:pt x="481969" y="210535"/>
                  </a:lnTo>
                  <a:lnTo>
                    <a:pt x="482169" y="213986"/>
                  </a:lnTo>
                  <a:lnTo>
                    <a:pt x="482376" y="217438"/>
                  </a:lnTo>
                  <a:lnTo>
                    <a:pt x="482588" y="220889"/>
                  </a:lnTo>
                  <a:lnTo>
                    <a:pt x="482805" y="224340"/>
                  </a:lnTo>
                  <a:lnTo>
                    <a:pt x="483029" y="227792"/>
                  </a:lnTo>
                  <a:lnTo>
                    <a:pt x="483259" y="231243"/>
                  </a:lnTo>
                  <a:lnTo>
                    <a:pt x="483494" y="234695"/>
                  </a:lnTo>
                  <a:lnTo>
                    <a:pt x="483734" y="238146"/>
                  </a:lnTo>
                  <a:lnTo>
                    <a:pt x="483980" y="241597"/>
                  </a:lnTo>
                  <a:lnTo>
                    <a:pt x="484233" y="245049"/>
                  </a:lnTo>
                  <a:lnTo>
                    <a:pt x="484490" y="248500"/>
                  </a:lnTo>
                  <a:lnTo>
                    <a:pt x="484752" y="251951"/>
                  </a:lnTo>
                  <a:lnTo>
                    <a:pt x="485021" y="255403"/>
                  </a:lnTo>
                  <a:lnTo>
                    <a:pt x="485295" y="258854"/>
                  </a:lnTo>
                  <a:lnTo>
                    <a:pt x="485574" y="262306"/>
                  </a:lnTo>
                  <a:lnTo>
                    <a:pt x="485857" y="265757"/>
                  </a:lnTo>
                  <a:lnTo>
                    <a:pt x="486147" y="269208"/>
                  </a:lnTo>
                  <a:lnTo>
                    <a:pt x="486442" y="272660"/>
                  </a:lnTo>
                  <a:lnTo>
                    <a:pt x="486741" y="276111"/>
                  </a:lnTo>
                  <a:lnTo>
                    <a:pt x="487046" y="279563"/>
                  </a:lnTo>
                  <a:lnTo>
                    <a:pt x="487356" y="283014"/>
                  </a:lnTo>
                  <a:lnTo>
                    <a:pt x="487670" y="286465"/>
                  </a:lnTo>
                  <a:lnTo>
                    <a:pt x="487989" y="289917"/>
                  </a:lnTo>
                  <a:lnTo>
                    <a:pt x="488313" y="293368"/>
                  </a:lnTo>
                  <a:lnTo>
                    <a:pt x="488642" y="296820"/>
                  </a:lnTo>
                  <a:lnTo>
                    <a:pt x="488975" y="300271"/>
                  </a:lnTo>
                  <a:lnTo>
                    <a:pt x="489312" y="303722"/>
                  </a:lnTo>
                  <a:lnTo>
                    <a:pt x="489655" y="307174"/>
                  </a:lnTo>
                  <a:lnTo>
                    <a:pt x="490001" y="310625"/>
                  </a:lnTo>
                  <a:lnTo>
                    <a:pt x="490351" y="314077"/>
                  </a:lnTo>
                  <a:lnTo>
                    <a:pt x="490705" y="317528"/>
                  </a:lnTo>
                  <a:lnTo>
                    <a:pt x="491064" y="320979"/>
                  </a:lnTo>
                  <a:lnTo>
                    <a:pt x="491426" y="324431"/>
                  </a:lnTo>
                  <a:lnTo>
                    <a:pt x="491791" y="327882"/>
                  </a:lnTo>
                  <a:lnTo>
                    <a:pt x="492159" y="331334"/>
                  </a:lnTo>
                  <a:lnTo>
                    <a:pt x="492531" y="334785"/>
                  </a:lnTo>
                  <a:lnTo>
                    <a:pt x="492906" y="338236"/>
                  </a:lnTo>
                  <a:lnTo>
                    <a:pt x="493283" y="341688"/>
                  </a:lnTo>
                  <a:lnTo>
                    <a:pt x="493663" y="345139"/>
                  </a:lnTo>
                  <a:lnTo>
                    <a:pt x="494046" y="348591"/>
                  </a:lnTo>
                  <a:lnTo>
                    <a:pt x="494430" y="352042"/>
                  </a:lnTo>
                  <a:lnTo>
                    <a:pt x="494816" y="355493"/>
                  </a:lnTo>
                  <a:lnTo>
                    <a:pt x="495203" y="358945"/>
                  </a:lnTo>
                  <a:lnTo>
                    <a:pt x="495592" y="362396"/>
                  </a:lnTo>
                  <a:lnTo>
                    <a:pt x="495982" y="365848"/>
                  </a:lnTo>
                  <a:lnTo>
                    <a:pt x="496372" y="369299"/>
                  </a:lnTo>
                  <a:lnTo>
                    <a:pt x="496763" y="372750"/>
                  </a:lnTo>
                  <a:lnTo>
                    <a:pt x="497154" y="376202"/>
                  </a:lnTo>
                  <a:lnTo>
                    <a:pt x="497544" y="379653"/>
                  </a:lnTo>
                  <a:lnTo>
                    <a:pt x="497934" y="383105"/>
                  </a:lnTo>
                  <a:lnTo>
                    <a:pt x="498322" y="386556"/>
                  </a:lnTo>
                  <a:lnTo>
                    <a:pt x="498710" y="390007"/>
                  </a:lnTo>
                  <a:lnTo>
                    <a:pt x="499096" y="393459"/>
                  </a:lnTo>
                  <a:lnTo>
                    <a:pt x="499480" y="396910"/>
                  </a:lnTo>
                  <a:lnTo>
                    <a:pt x="499861" y="400362"/>
                  </a:lnTo>
                  <a:lnTo>
                    <a:pt x="500240" y="403813"/>
                  </a:lnTo>
                  <a:lnTo>
                    <a:pt x="500616" y="407264"/>
                  </a:lnTo>
                  <a:lnTo>
                    <a:pt x="500990" y="410716"/>
                  </a:lnTo>
                  <a:lnTo>
                    <a:pt x="501359" y="414167"/>
                  </a:lnTo>
                  <a:lnTo>
                    <a:pt x="501725" y="417619"/>
                  </a:lnTo>
                  <a:lnTo>
                    <a:pt x="502087" y="421070"/>
                  </a:lnTo>
                  <a:lnTo>
                    <a:pt x="502445" y="424521"/>
                  </a:lnTo>
                  <a:lnTo>
                    <a:pt x="502798" y="427973"/>
                  </a:lnTo>
                  <a:lnTo>
                    <a:pt x="503147" y="431424"/>
                  </a:lnTo>
                  <a:lnTo>
                    <a:pt x="503491" y="434876"/>
                  </a:lnTo>
                  <a:lnTo>
                    <a:pt x="503830" y="438327"/>
                  </a:lnTo>
                  <a:lnTo>
                    <a:pt x="504164" y="441778"/>
                  </a:lnTo>
                  <a:lnTo>
                    <a:pt x="504494" y="445230"/>
                  </a:lnTo>
                  <a:lnTo>
                    <a:pt x="504820" y="448681"/>
                  </a:lnTo>
                  <a:lnTo>
                    <a:pt x="505139" y="452133"/>
                  </a:lnTo>
                  <a:lnTo>
                    <a:pt x="505453" y="455584"/>
                  </a:lnTo>
                  <a:lnTo>
                    <a:pt x="505764" y="459035"/>
                  </a:lnTo>
                  <a:lnTo>
                    <a:pt x="506070" y="462487"/>
                  </a:lnTo>
                  <a:lnTo>
                    <a:pt x="506371" y="465938"/>
                  </a:lnTo>
                  <a:lnTo>
                    <a:pt x="506669" y="469390"/>
                  </a:lnTo>
                  <a:lnTo>
                    <a:pt x="506963" y="472841"/>
                  </a:lnTo>
                  <a:lnTo>
                    <a:pt x="507254" y="476292"/>
                  </a:lnTo>
                  <a:lnTo>
                    <a:pt x="507543" y="479744"/>
                  </a:lnTo>
                  <a:lnTo>
                    <a:pt x="507829" y="483195"/>
                  </a:lnTo>
                  <a:lnTo>
                    <a:pt x="508115" y="486647"/>
                  </a:lnTo>
                  <a:lnTo>
                    <a:pt x="508400" y="490098"/>
                  </a:lnTo>
                  <a:lnTo>
                    <a:pt x="508685" y="493549"/>
                  </a:lnTo>
                  <a:lnTo>
                    <a:pt x="508972" y="497001"/>
                  </a:lnTo>
                  <a:lnTo>
                    <a:pt x="509261" y="500452"/>
                  </a:lnTo>
                  <a:lnTo>
                    <a:pt x="509554" y="503903"/>
                  </a:lnTo>
                  <a:lnTo>
                    <a:pt x="509852" y="507355"/>
                  </a:lnTo>
                  <a:lnTo>
                    <a:pt x="510156" y="510806"/>
                  </a:lnTo>
                  <a:lnTo>
                    <a:pt x="510466" y="514258"/>
                  </a:lnTo>
                  <a:lnTo>
                    <a:pt x="510788" y="517709"/>
                  </a:lnTo>
                  <a:lnTo>
                    <a:pt x="511121" y="521160"/>
                  </a:lnTo>
                  <a:lnTo>
                    <a:pt x="511465" y="524612"/>
                  </a:lnTo>
                  <a:lnTo>
                    <a:pt x="511821" y="528063"/>
                  </a:lnTo>
                  <a:lnTo>
                    <a:pt x="512200" y="531515"/>
                  </a:lnTo>
                  <a:lnTo>
                    <a:pt x="512595" y="534966"/>
                  </a:lnTo>
                  <a:lnTo>
                    <a:pt x="513008" y="538417"/>
                  </a:lnTo>
                  <a:lnTo>
                    <a:pt x="513444" y="541869"/>
                  </a:lnTo>
                  <a:lnTo>
                    <a:pt x="513911" y="545320"/>
                  </a:lnTo>
                  <a:lnTo>
                    <a:pt x="514403" y="548772"/>
                  </a:lnTo>
                  <a:lnTo>
                    <a:pt x="514921" y="552223"/>
                  </a:lnTo>
                  <a:lnTo>
                    <a:pt x="515473" y="555674"/>
                  </a:lnTo>
                  <a:lnTo>
                    <a:pt x="516066" y="559126"/>
                  </a:lnTo>
                  <a:lnTo>
                    <a:pt x="516691" y="562577"/>
                  </a:lnTo>
                  <a:lnTo>
                    <a:pt x="517351" y="566029"/>
                  </a:lnTo>
                  <a:lnTo>
                    <a:pt x="518061" y="569480"/>
                  </a:lnTo>
                  <a:lnTo>
                    <a:pt x="518818" y="572931"/>
                  </a:lnTo>
                  <a:lnTo>
                    <a:pt x="519616" y="576383"/>
                  </a:lnTo>
                  <a:lnTo>
                    <a:pt x="520456" y="579834"/>
                  </a:lnTo>
                  <a:lnTo>
                    <a:pt x="521362" y="583286"/>
                  </a:lnTo>
                  <a:lnTo>
                    <a:pt x="522319" y="586737"/>
                  </a:lnTo>
                  <a:lnTo>
                    <a:pt x="523325" y="590188"/>
                  </a:lnTo>
                  <a:lnTo>
                    <a:pt x="524381" y="593640"/>
                  </a:lnTo>
                  <a:lnTo>
                    <a:pt x="525514" y="597091"/>
                  </a:lnTo>
                  <a:lnTo>
                    <a:pt x="526701" y="600543"/>
                  </a:lnTo>
                  <a:lnTo>
                    <a:pt x="527940" y="603994"/>
                  </a:lnTo>
                  <a:lnTo>
                    <a:pt x="529241" y="607445"/>
                  </a:lnTo>
                  <a:lnTo>
                    <a:pt x="530618" y="610897"/>
                  </a:lnTo>
                  <a:lnTo>
                    <a:pt x="532050" y="614348"/>
                  </a:lnTo>
                  <a:lnTo>
                    <a:pt x="533536" y="617800"/>
                  </a:lnTo>
                  <a:lnTo>
                    <a:pt x="535091" y="621251"/>
                  </a:lnTo>
                  <a:lnTo>
                    <a:pt x="536715" y="624702"/>
                  </a:lnTo>
                  <a:lnTo>
                    <a:pt x="538392" y="628154"/>
                  </a:lnTo>
                  <a:lnTo>
                    <a:pt x="540121" y="631605"/>
                  </a:lnTo>
                  <a:lnTo>
                    <a:pt x="541918" y="635057"/>
                  </a:lnTo>
                  <a:lnTo>
                    <a:pt x="543773" y="638508"/>
                  </a:lnTo>
                  <a:lnTo>
                    <a:pt x="545673" y="641959"/>
                  </a:lnTo>
                  <a:lnTo>
                    <a:pt x="547618" y="645411"/>
                  </a:lnTo>
                  <a:lnTo>
                    <a:pt x="549624" y="648862"/>
                  </a:lnTo>
                  <a:lnTo>
                    <a:pt x="551670" y="652314"/>
                  </a:lnTo>
                  <a:lnTo>
                    <a:pt x="553750" y="655765"/>
                  </a:lnTo>
                  <a:lnTo>
                    <a:pt x="555863" y="659216"/>
                  </a:lnTo>
                  <a:lnTo>
                    <a:pt x="558017" y="662668"/>
                  </a:lnTo>
                  <a:lnTo>
                    <a:pt x="560193" y="666119"/>
                  </a:lnTo>
                  <a:lnTo>
                    <a:pt x="562388" y="669571"/>
                  </a:lnTo>
                  <a:lnTo>
                    <a:pt x="564599" y="673022"/>
                  </a:lnTo>
                  <a:lnTo>
                    <a:pt x="566823" y="676473"/>
                  </a:lnTo>
                  <a:lnTo>
                    <a:pt x="569050" y="679925"/>
                  </a:lnTo>
                  <a:lnTo>
                    <a:pt x="571276" y="683376"/>
                  </a:lnTo>
                  <a:lnTo>
                    <a:pt x="573495" y="686828"/>
                  </a:lnTo>
                  <a:lnTo>
                    <a:pt x="575698" y="690279"/>
                  </a:lnTo>
                  <a:lnTo>
                    <a:pt x="577884" y="693730"/>
                  </a:lnTo>
                  <a:lnTo>
                    <a:pt x="580048" y="697182"/>
                  </a:lnTo>
                  <a:lnTo>
                    <a:pt x="582174" y="700633"/>
                  </a:lnTo>
                  <a:lnTo>
                    <a:pt x="584260" y="704085"/>
                  </a:lnTo>
                  <a:lnTo>
                    <a:pt x="586306" y="707536"/>
                  </a:lnTo>
                  <a:lnTo>
                    <a:pt x="588311" y="710987"/>
                  </a:lnTo>
                  <a:lnTo>
                    <a:pt x="590244" y="714439"/>
                  </a:lnTo>
                  <a:lnTo>
                    <a:pt x="592118" y="717890"/>
                  </a:lnTo>
                  <a:lnTo>
                    <a:pt x="593934" y="721342"/>
                  </a:lnTo>
                  <a:lnTo>
                    <a:pt x="595686" y="724793"/>
                  </a:lnTo>
                  <a:lnTo>
                    <a:pt x="597337" y="728244"/>
                  </a:lnTo>
                  <a:lnTo>
                    <a:pt x="598916" y="731696"/>
                  </a:lnTo>
                  <a:lnTo>
                    <a:pt x="600421" y="735147"/>
                  </a:lnTo>
                  <a:lnTo>
                    <a:pt x="601838" y="738599"/>
                  </a:lnTo>
                  <a:lnTo>
                    <a:pt x="603141" y="742050"/>
                  </a:lnTo>
                  <a:lnTo>
                    <a:pt x="604362" y="745501"/>
                  </a:lnTo>
                  <a:lnTo>
                    <a:pt x="605497" y="748953"/>
                  </a:lnTo>
                  <a:lnTo>
                    <a:pt x="606523" y="752404"/>
                  </a:lnTo>
                  <a:lnTo>
                    <a:pt x="607435" y="755855"/>
                  </a:lnTo>
                  <a:lnTo>
                    <a:pt x="608257" y="759307"/>
                  </a:lnTo>
                  <a:lnTo>
                    <a:pt x="608989" y="762758"/>
                  </a:lnTo>
                  <a:lnTo>
                    <a:pt x="609596" y="766210"/>
                  </a:lnTo>
                  <a:lnTo>
                    <a:pt x="610097" y="769661"/>
                  </a:lnTo>
                  <a:lnTo>
                    <a:pt x="610509" y="773112"/>
                  </a:lnTo>
                  <a:lnTo>
                    <a:pt x="610831" y="776564"/>
                  </a:lnTo>
                  <a:lnTo>
                    <a:pt x="611021" y="780015"/>
                  </a:lnTo>
                  <a:lnTo>
                    <a:pt x="611120" y="783467"/>
                  </a:lnTo>
                  <a:lnTo>
                    <a:pt x="611134" y="786918"/>
                  </a:lnTo>
                  <a:lnTo>
                    <a:pt x="611060" y="790369"/>
                  </a:lnTo>
                  <a:lnTo>
                    <a:pt x="610865" y="793821"/>
                  </a:lnTo>
                  <a:lnTo>
                    <a:pt x="610593" y="797272"/>
                  </a:lnTo>
                  <a:lnTo>
                    <a:pt x="610245" y="800724"/>
                  </a:lnTo>
                  <a:lnTo>
                    <a:pt x="609812" y="804175"/>
                  </a:lnTo>
                  <a:lnTo>
                    <a:pt x="609283" y="807626"/>
                  </a:lnTo>
                  <a:lnTo>
                    <a:pt x="608688" y="811078"/>
                  </a:lnTo>
                  <a:lnTo>
                    <a:pt x="608030" y="814529"/>
                  </a:lnTo>
                  <a:lnTo>
                    <a:pt x="607296" y="817981"/>
                  </a:lnTo>
                  <a:lnTo>
                    <a:pt x="606490" y="821432"/>
                  </a:lnTo>
                  <a:lnTo>
                    <a:pt x="605632" y="824883"/>
                  </a:lnTo>
                  <a:lnTo>
                    <a:pt x="604724" y="828335"/>
                  </a:lnTo>
                  <a:lnTo>
                    <a:pt x="603753" y="831786"/>
                  </a:lnTo>
                  <a:lnTo>
                    <a:pt x="602733" y="835238"/>
                  </a:lnTo>
                  <a:lnTo>
                    <a:pt x="601675" y="838689"/>
                  </a:lnTo>
                  <a:lnTo>
                    <a:pt x="600580" y="842140"/>
                  </a:lnTo>
                  <a:lnTo>
                    <a:pt x="599436" y="845592"/>
                  </a:lnTo>
                  <a:lnTo>
                    <a:pt x="598263" y="849043"/>
                  </a:lnTo>
                  <a:lnTo>
                    <a:pt x="597063" y="852495"/>
                  </a:lnTo>
                  <a:lnTo>
                    <a:pt x="595838" y="855946"/>
                  </a:lnTo>
                  <a:lnTo>
                    <a:pt x="594583" y="859397"/>
                  </a:lnTo>
                  <a:lnTo>
                    <a:pt x="593310" y="862849"/>
                  </a:lnTo>
                  <a:lnTo>
                    <a:pt x="592021" y="866300"/>
                  </a:lnTo>
                  <a:lnTo>
                    <a:pt x="591088" y="868769"/>
                  </a:lnTo>
                  <a:lnTo>
                    <a:pt x="590717" y="869752"/>
                  </a:lnTo>
                  <a:lnTo>
                    <a:pt x="589397" y="873203"/>
                  </a:lnTo>
                  <a:lnTo>
                    <a:pt x="588069" y="876654"/>
                  </a:lnTo>
                  <a:lnTo>
                    <a:pt x="586734" y="880106"/>
                  </a:lnTo>
                  <a:lnTo>
                    <a:pt x="585391" y="883557"/>
                  </a:lnTo>
                  <a:lnTo>
                    <a:pt x="584043" y="887009"/>
                  </a:lnTo>
                  <a:lnTo>
                    <a:pt x="582693" y="890460"/>
                  </a:lnTo>
                  <a:lnTo>
                    <a:pt x="581342" y="893911"/>
                  </a:lnTo>
                  <a:lnTo>
                    <a:pt x="579990" y="897363"/>
                  </a:lnTo>
                  <a:lnTo>
                    <a:pt x="578640" y="900814"/>
                  </a:lnTo>
                  <a:lnTo>
                    <a:pt x="577292" y="904266"/>
                  </a:lnTo>
                  <a:lnTo>
                    <a:pt x="575946" y="907717"/>
                  </a:lnTo>
                  <a:lnTo>
                    <a:pt x="574606" y="911168"/>
                  </a:lnTo>
                  <a:lnTo>
                    <a:pt x="573270" y="914620"/>
                  </a:lnTo>
                  <a:lnTo>
                    <a:pt x="571938" y="918071"/>
                  </a:lnTo>
                  <a:lnTo>
                    <a:pt x="570612" y="921523"/>
                  </a:lnTo>
                  <a:lnTo>
                    <a:pt x="569295" y="924974"/>
                  </a:lnTo>
                  <a:lnTo>
                    <a:pt x="567984" y="928425"/>
                  </a:lnTo>
                  <a:lnTo>
                    <a:pt x="566679" y="931877"/>
                  </a:lnTo>
                  <a:lnTo>
                    <a:pt x="565383" y="935328"/>
                  </a:lnTo>
                  <a:lnTo>
                    <a:pt x="564096" y="938780"/>
                  </a:lnTo>
                  <a:lnTo>
                    <a:pt x="562817" y="942231"/>
                  </a:lnTo>
                  <a:lnTo>
                    <a:pt x="561546" y="945682"/>
                  </a:lnTo>
                  <a:lnTo>
                    <a:pt x="560286" y="949134"/>
                  </a:lnTo>
                  <a:lnTo>
                    <a:pt x="559036" y="952585"/>
                  </a:lnTo>
                  <a:lnTo>
                    <a:pt x="557795" y="956037"/>
                  </a:lnTo>
                  <a:lnTo>
                    <a:pt x="556563" y="959488"/>
                  </a:lnTo>
                  <a:lnTo>
                    <a:pt x="555344" y="962939"/>
                  </a:lnTo>
                  <a:lnTo>
                    <a:pt x="554137" y="966391"/>
                  </a:lnTo>
                  <a:lnTo>
                    <a:pt x="552940" y="969842"/>
                  </a:lnTo>
                  <a:lnTo>
                    <a:pt x="551753" y="973294"/>
                  </a:lnTo>
                  <a:lnTo>
                    <a:pt x="550583" y="976745"/>
                  </a:lnTo>
                  <a:lnTo>
                    <a:pt x="549424" y="980196"/>
                  </a:lnTo>
                  <a:lnTo>
                    <a:pt x="548277" y="983648"/>
                  </a:lnTo>
                  <a:lnTo>
                    <a:pt x="547143" y="987099"/>
                  </a:lnTo>
                  <a:lnTo>
                    <a:pt x="546027" y="990550"/>
                  </a:lnTo>
                  <a:lnTo>
                    <a:pt x="544923" y="994002"/>
                  </a:lnTo>
                  <a:lnTo>
                    <a:pt x="543833" y="997453"/>
                  </a:lnTo>
                  <a:lnTo>
                    <a:pt x="542758" y="1000905"/>
                  </a:lnTo>
                  <a:lnTo>
                    <a:pt x="541702" y="1004356"/>
                  </a:lnTo>
                  <a:lnTo>
                    <a:pt x="540659" y="1007807"/>
                  </a:lnTo>
                  <a:lnTo>
                    <a:pt x="539631" y="1011259"/>
                  </a:lnTo>
                  <a:lnTo>
                    <a:pt x="538621" y="1014710"/>
                  </a:lnTo>
                  <a:lnTo>
                    <a:pt x="537630" y="1018162"/>
                  </a:lnTo>
                  <a:lnTo>
                    <a:pt x="536653" y="1021613"/>
                  </a:lnTo>
                  <a:lnTo>
                    <a:pt x="535691" y="1025064"/>
                  </a:lnTo>
                  <a:lnTo>
                    <a:pt x="534749" y="1028516"/>
                  </a:lnTo>
                  <a:lnTo>
                    <a:pt x="533825" y="1031967"/>
                  </a:lnTo>
                  <a:lnTo>
                    <a:pt x="532916" y="1035419"/>
                  </a:lnTo>
                  <a:lnTo>
                    <a:pt x="532021" y="1038870"/>
                  </a:lnTo>
                  <a:lnTo>
                    <a:pt x="531148" y="1042321"/>
                  </a:lnTo>
                  <a:lnTo>
                    <a:pt x="530290" y="1045773"/>
                  </a:lnTo>
                  <a:lnTo>
                    <a:pt x="529446" y="1049224"/>
                  </a:lnTo>
                  <a:lnTo>
                    <a:pt x="528618" y="1052676"/>
                  </a:lnTo>
                  <a:lnTo>
                    <a:pt x="527809" y="1056127"/>
                  </a:lnTo>
                  <a:lnTo>
                    <a:pt x="527013" y="1059578"/>
                  </a:lnTo>
                  <a:lnTo>
                    <a:pt x="526230" y="1063030"/>
                  </a:lnTo>
                  <a:lnTo>
                    <a:pt x="525462" y="1066481"/>
                  </a:lnTo>
                  <a:lnTo>
                    <a:pt x="524710" y="1069933"/>
                  </a:lnTo>
                  <a:lnTo>
                    <a:pt x="523970" y="1073384"/>
                  </a:lnTo>
                  <a:lnTo>
                    <a:pt x="523240" y="1076835"/>
                  </a:lnTo>
                  <a:lnTo>
                    <a:pt x="522523" y="1080287"/>
                  </a:lnTo>
                  <a:lnTo>
                    <a:pt x="521819" y="1083738"/>
                  </a:lnTo>
                  <a:lnTo>
                    <a:pt x="521124" y="1087190"/>
                  </a:lnTo>
                  <a:lnTo>
                    <a:pt x="520438" y="1090641"/>
                  </a:lnTo>
                  <a:lnTo>
                    <a:pt x="519762" y="1094092"/>
                  </a:lnTo>
                  <a:lnTo>
                    <a:pt x="519096" y="1097544"/>
                  </a:lnTo>
                  <a:lnTo>
                    <a:pt x="518436" y="1100995"/>
                  </a:lnTo>
                  <a:lnTo>
                    <a:pt x="517782" y="1104447"/>
                  </a:lnTo>
                  <a:lnTo>
                    <a:pt x="517138" y="1107898"/>
                  </a:lnTo>
                  <a:lnTo>
                    <a:pt x="516499" y="1111349"/>
                  </a:lnTo>
                  <a:lnTo>
                    <a:pt x="515865" y="1114801"/>
                  </a:lnTo>
                  <a:lnTo>
                    <a:pt x="515236" y="1118252"/>
                  </a:lnTo>
                  <a:lnTo>
                    <a:pt x="514613" y="1121704"/>
                  </a:lnTo>
                  <a:lnTo>
                    <a:pt x="513994" y="1125155"/>
                  </a:lnTo>
                  <a:lnTo>
                    <a:pt x="513378" y="1128606"/>
                  </a:lnTo>
                  <a:lnTo>
                    <a:pt x="512766" y="1132058"/>
                  </a:lnTo>
                  <a:lnTo>
                    <a:pt x="512159" y="1135509"/>
                  </a:lnTo>
                  <a:lnTo>
                    <a:pt x="511554" y="1138961"/>
                  </a:lnTo>
                  <a:lnTo>
                    <a:pt x="510953" y="1142412"/>
                  </a:lnTo>
                  <a:lnTo>
                    <a:pt x="510355" y="1145863"/>
                  </a:lnTo>
                  <a:lnTo>
                    <a:pt x="509760" y="1149315"/>
                  </a:lnTo>
                  <a:lnTo>
                    <a:pt x="509169" y="1152766"/>
                  </a:lnTo>
                  <a:lnTo>
                    <a:pt x="508581" y="1156218"/>
                  </a:lnTo>
                  <a:lnTo>
                    <a:pt x="507997" y="1159669"/>
                  </a:lnTo>
                  <a:lnTo>
                    <a:pt x="507417" y="1163120"/>
                  </a:lnTo>
                  <a:lnTo>
                    <a:pt x="506841" y="1166572"/>
                  </a:lnTo>
                  <a:lnTo>
                    <a:pt x="506269" y="1170023"/>
                  </a:lnTo>
                  <a:lnTo>
                    <a:pt x="505703" y="1173475"/>
                  </a:lnTo>
                  <a:lnTo>
                    <a:pt x="505142" y="1176926"/>
                  </a:lnTo>
                  <a:lnTo>
                    <a:pt x="504586" y="1180377"/>
                  </a:lnTo>
                  <a:lnTo>
                    <a:pt x="504036" y="1183829"/>
                  </a:lnTo>
                  <a:lnTo>
                    <a:pt x="503494" y="1187280"/>
                  </a:lnTo>
                  <a:lnTo>
                    <a:pt x="502959" y="1190732"/>
                  </a:lnTo>
                  <a:lnTo>
                    <a:pt x="502431" y="1194183"/>
                  </a:lnTo>
                  <a:lnTo>
                    <a:pt x="501912" y="1197634"/>
                  </a:lnTo>
                  <a:lnTo>
                    <a:pt x="501404" y="1201086"/>
                  </a:lnTo>
                  <a:lnTo>
                    <a:pt x="500905" y="1204537"/>
                  </a:lnTo>
                  <a:lnTo>
                    <a:pt x="500415" y="1207989"/>
                  </a:lnTo>
                  <a:lnTo>
                    <a:pt x="499939" y="1211440"/>
                  </a:lnTo>
                  <a:lnTo>
                    <a:pt x="499476" y="1214891"/>
                  </a:lnTo>
                  <a:lnTo>
                    <a:pt x="499024" y="1218343"/>
                  </a:lnTo>
                  <a:lnTo>
                    <a:pt x="498585" y="1221794"/>
                  </a:lnTo>
                  <a:lnTo>
                    <a:pt x="498165" y="1225246"/>
                  </a:lnTo>
                  <a:lnTo>
                    <a:pt x="497762" y="1228697"/>
                  </a:lnTo>
                  <a:lnTo>
                    <a:pt x="497375" y="1232148"/>
                  </a:lnTo>
                  <a:lnTo>
                    <a:pt x="497004" y="1235600"/>
                  </a:lnTo>
                  <a:lnTo>
                    <a:pt x="496661" y="1239051"/>
                  </a:lnTo>
                  <a:lnTo>
                    <a:pt x="496338" y="1242502"/>
                  </a:lnTo>
                  <a:lnTo>
                    <a:pt x="496037" y="1245954"/>
                  </a:lnTo>
                  <a:lnTo>
                    <a:pt x="495761" y="1249405"/>
                  </a:lnTo>
                  <a:lnTo>
                    <a:pt x="495522" y="1252857"/>
                  </a:lnTo>
                  <a:lnTo>
                    <a:pt x="495311" y="1256308"/>
                  </a:lnTo>
                  <a:lnTo>
                    <a:pt x="495131" y="1259759"/>
                  </a:lnTo>
                  <a:lnTo>
                    <a:pt x="494988" y="1263211"/>
                  </a:lnTo>
                  <a:lnTo>
                    <a:pt x="494896" y="1266662"/>
                  </a:lnTo>
                  <a:lnTo>
                    <a:pt x="494844" y="1270114"/>
                  </a:lnTo>
                  <a:lnTo>
                    <a:pt x="494834" y="1273565"/>
                  </a:lnTo>
                  <a:lnTo>
                    <a:pt x="494886" y="1277016"/>
                  </a:lnTo>
                  <a:lnTo>
                    <a:pt x="495004" y="1280468"/>
                  </a:lnTo>
                  <a:lnTo>
                    <a:pt x="495180" y="1283919"/>
                  </a:lnTo>
                  <a:lnTo>
                    <a:pt x="495417" y="1287371"/>
                  </a:lnTo>
                  <a:lnTo>
                    <a:pt x="495751" y="1290822"/>
                  </a:lnTo>
                  <a:lnTo>
                    <a:pt x="496173" y="1294273"/>
                  </a:lnTo>
                  <a:lnTo>
                    <a:pt x="496677" y="1297725"/>
                  </a:lnTo>
                  <a:lnTo>
                    <a:pt x="497268" y="1301176"/>
                  </a:lnTo>
                  <a:lnTo>
                    <a:pt x="498009" y="1304628"/>
                  </a:lnTo>
                  <a:lnTo>
                    <a:pt x="498862" y="1308079"/>
                  </a:lnTo>
                  <a:lnTo>
                    <a:pt x="499831" y="1311530"/>
                  </a:lnTo>
                  <a:lnTo>
                    <a:pt x="500932" y="1314982"/>
                  </a:lnTo>
                  <a:lnTo>
                    <a:pt x="502234" y="1318433"/>
                  </a:lnTo>
                  <a:lnTo>
                    <a:pt x="503686" y="1321885"/>
                  </a:lnTo>
                  <a:lnTo>
                    <a:pt x="505294" y="1325336"/>
                  </a:lnTo>
                  <a:lnTo>
                    <a:pt x="507103" y="1328787"/>
                  </a:lnTo>
                  <a:lnTo>
                    <a:pt x="509160" y="1332239"/>
                  </a:lnTo>
                  <a:lnTo>
                    <a:pt x="511414" y="1335690"/>
                  </a:lnTo>
                  <a:lnTo>
                    <a:pt x="513873" y="1339142"/>
                  </a:lnTo>
                  <a:lnTo>
                    <a:pt x="516618" y="1342593"/>
                  </a:lnTo>
                  <a:lnTo>
                    <a:pt x="519656" y="1346044"/>
                  </a:lnTo>
                  <a:lnTo>
                    <a:pt x="522943" y="1349496"/>
                  </a:lnTo>
                  <a:lnTo>
                    <a:pt x="526486" y="1352947"/>
                  </a:lnTo>
                  <a:lnTo>
                    <a:pt x="530414" y="1356399"/>
                  </a:lnTo>
                  <a:lnTo>
                    <a:pt x="534670" y="1359850"/>
                  </a:lnTo>
                  <a:lnTo>
                    <a:pt x="539223" y="1363301"/>
                  </a:lnTo>
                  <a:lnTo>
                    <a:pt x="544082" y="1366753"/>
                  </a:lnTo>
                  <a:lnTo>
                    <a:pt x="549430" y="1370204"/>
                  </a:lnTo>
                  <a:lnTo>
                    <a:pt x="555119" y="1373656"/>
                  </a:lnTo>
                  <a:lnTo>
                    <a:pt x="561146" y="1377107"/>
                  </a:lnTo>
                  <a:lnTo>
                    <a:pt x="567547" y="1380558"/>
                  </a:lnTo>
                  <a:lnTo>
                    <a:pt x="574467" y="1384010"/>
                  </a:lnTo>
                  <a:lnTo>
                    <a:pt x="581745" y="1387461"/>
                  </a:lnTo>
                  <a:lnTo>
                    <a:pt x="589382" y="1390913"/>
                  </a:lnTo>
                  <a:lnTo>
                    <a:pt x="597452" y="1394364"/>
                  </a:lnTo>
                  <a:lnTo>
                    <a:pt x="606011" y="1397815"/>
                  </a:lnTo>
                  <a:lnTo>
                    <a:pt x="614926" y="1401267"/>
                  </a:lnTo>
                  <a:lnTo>
                    <a:pt x="624192" y="1404718"/>
                  </a:lnTo>
                  <a:lnTo>
                    <a:pt x="633911" y="1408170"/>
                  </a:lnTo>
                  <a:lnTo>
                    <a:pt x="644041" y="1411621"/>
                  </a:lnTo>
                  <a:lnTo>
                    <a:pt x="654488" y="1415072"/>
                  </a:lnTo>
                  <a:lnTo>
                    <a:pt x="665242" y="1418524"/>
                  </a:lnTo>
                  <a:lnTo>
                    <a:pt x="676404" y="1421975"/>
                  </a:lnTo>
                  <a:lnTo>
                    <a:pt x="687855" y="1425427"/>
                  </a:lnTo>
                  <a:lnTo>
                    <a:pt x="699542" y="1428878"/>
                  </a:lnTo>
                  <a:lnTo>
                    <a:pt x="711449" y="1432329"/>
                  </a:lnTo>
                  <a:lnTo>
                    <a:pt x="723633" y="1435781"/>
                  </a:lnTo>
                  <a:lnTo>
                    <a:pt x="735955" y="1439232"/>
                  </a:lnTo>
                  <a:lnTo>
                    <a:pt x="748389" y="1442684"/>
                  </a:lnTo>
                  <a:lnTo>
                    <a:pt x="760916" y="1446135"/>
                  </a:lnTo>
                  <a:lnTo>
                    <a:pt x="773489" y="1449586"/>
                  </a:lnTo>
                  <a:lnTo>
                    <a:pt x="786040" y="1453038"/>
                  </a:lnTo>
                  <a:lnTo>
                    <a:pt x="798544" y="1456489"/>
                  </a:lnTo>
                  <a:lnTo>
                    <a:pt x="810942" y="1459941"/>
                  </a:lnTo>
                  <a:lnTo>
                    <a:pt x="823136" y="1463392"/>
                  </a:lnTo>
                  <a:lnTo>
                    <a:pt x="835127" y="1466843"/>
                  </a:lnTo>
                  <a:lnTo>
                    <a:pt x="846887" y="1470295"/>
                  </a:lnTo>
                  <a:lnTo>
                    <a:pt x="858276" y="1473746"/>
                  </a:lnTo>
                  <a:lnTo>
                    <a:pt x="869235" y="1477198"/>
                  </a:lnTo>
                  <a:lnTo>
                    <a:pt x="879804" y="1480649"/>
                  </a:lnTo>
                  <a:lnTo>
                    <a:pt x="889953" y="1484100"/>
                  </a:lnTo>
                  <a:lnTo>
                    <a:pt x="899426" y="1487552"/>
                  </a:lnTo>
                  <a:lnTo>
                    <a:pt x="908299" y="1491003"/>
                  </a:lnTo>
                  <a:lnTo>
                    <a:pt x="916607" y="1494454"/>
                  </a:lnTo>
                  <a:lnTo>
                    <a:pt x="924327" y="1497906"/>
                  </a:lnTo>
                  <a:lnTo>
                    <a:pt x="931064" y="1501357"/>
                  </a:lnTo>
                  <a:lnTo>
                    <a:pt x="937108" y="1504809"/>
                  </a:lnTo>
                  <a:lnTo>
                    <a:pt x="942452" y="1508260"/>
                  </a:lnTo>
                  <a:lnTo>
                    <a:pt x="947006" y="1511711"/>
                  </a:lnTo>
                  <a:lnTo>
                    <a:pt x="950463" y="1515163"/>
                  </a:lnTo>
                  <a:lnTo>
                    <a:pt x="953147" y="1518614"/>
                  </a:lnTo>
                  <a:lnTo>
                    <a:pt x="955052" y="1522066"/>
                  </a:lnTo>
                  <a:lnTo>
                    <a:pt x="956002" y="1525517"/>
                  </a:lnTo>
                  <a:lnTo>
                    <a:pt x="955937" y="1527330"/>
                  </a:lnTo>
                  <a:lnTo>
                    <a:pt x="955878" y="1528968"/>
                  </a:lnTo>
                  <a:lnTo>
                    <a:pt x="954959" y="1532420"/>
                  </a:lnTo>
                  <a:lnTo>
                    <a:pt x="953248" y="1535871"/>
                  </a:lnTo>
                  <a:lnTo>
                    <a:pt x="950500" y="1539323"/>
                  </a:lnTo>
                  <a:lnTo>
                    <a:pt x="946805" y="1542774"/>
                  </a:lnTo>
                  <a:lnTo>
                    <a:pt x="942360" y="1546225"/>
                  </a:lnTo>
                  <a:lnTo>
                    <a:pt x="937180" y="1549677"/>
                  </a:lnTo>
                  <a:lnTo>
                    <a:pt x="930987" y="1553128"/>
                  </a:lnTo>
                  <a:lnTo>
                    <a:pt x="924046" y="1556580"/>
                  </a:lnTo>
                  <a:lnTo>
                    <a:pt x="916465" y="1560031"/>
                  </a:lnTo>
                  <a:lnTo>
                    <a:pt x="908265" y="1563482"/>
                  </a:lnTo>
                  <a:lnTo>
                    <a:pt x="899189" y="1566934"/>
                  </a:lnTo>
                  <a:lnTo>
                    <a:pt x="889597" y="1570385"/>
                  </a:lnTo>
                  <a:lnTo>
                    <a:pt x="879521" y="1573837"/>
                  </a:lnTo>
                  <a:lnTo>
                    <a:pt x="868950" y="1577288"/>
                  </a:lnTo>
                  <a:lnTo>
                    <a:pt x="857815" y="1580739"/>
                  </a:lnTo>
                  <a:lnTo>
                    <a:pt x="846351" y="1584191"/>
                  </a:lnTo>
                  <a:lnTo>
                    <a:pt x="834586" y="1587642"/>
                  </a:lnTo>
                  <a:lnTo>
                    <a:pt x="822510" y="1591094"/>
                  </a:lnTo>
                  <a:lnTo>
                    <a:pt x="810175" y="1594545"/>
                  </a:lnTo>
                  <a:lnTo>
                    <a:pt x="797699" y="1597996"/>
                  </a:lnTo>
                  <a:lnTo>
                    <a:pt x="785109" y="1601448"/>
                  </a:lnTo>
                  <a:lnTo>
                    <a:pt x="772432" y="1604899"/>
                  </a:lnTo>
                  <a:lnTo>
                    <a:pt x="759746" y="1608351"/>
                  </a:lnTo>
                  <a:lnTo>
                    <a:pt x="747093" y="1611802"/>
                  </a:lnTo>
                  <a:lnTo>
                    <a:pt x="734496" y="1615253"/>
                  </a:lnTo>
                  <a:lnTo>
                    <a:pt x="722045" y="1618705"/>
                  </a:lnTo>
                  <a:lnTo>
                    <a:pt x="709762" y="1622156"/>
                  </a:lnTo>
                  <a:lnTo>
                    <a:pt x="697653" y="1625608"/>
                  </a:lnTo>
                  <a:lnTo>
                    <a:pt x="685738" y="1629059"/>
                  </a:lnTo>
                  <a:lnTo>
                    <a:pt x="674181" y="1632510"/>
                  </a:lnTo>
                  <a:lnTo>
                    <a:pt x="662889" y="1635962"/>
                  </a:lnTo>
                  <a:lnTo>
                    <a:pt x="651875" y="1639413"/>
                  </a:lnTo>
                  <a:lnTo>
                    <a:pt x="641183" y="1642865"/>
                  </a:lnTo>
                  <a:lnTo>
                    <a:pt x="630947" y="1646316"/>
                  </a:lnTo>
                  <a:lnTo>
                    <a:pt x="621041" y="1649767"/>
                  </a:lnTo>
                  <a:lnTo>
                    <a:pt x="611472" y="1653219"/>
                  </a:lnTo>
                  <a:lnTo>
                    <a:pt x="602322" y="1656670"/>
                  </a:lnTo>
                  <a:lnTo>
                    <a:pt x="593643" y="1660122"/>
                  </a:lnTo>
                  <a:lnTo>
                    <a:pt x="585321" y="1663573"/>
                  </a:lnTo>
                  <a:lnTo>
                    <a:pt x="577354" y="1667024"/>
                  </a:lnTo>
                  <a:lnTo>
                    <a:pt x="569860" y="1670476"/>
                  </a:lnTo>
                  <a:lnTo>
                    <a:pt x="562799" y="1673927"/>
                  </a:lnTo>
                  <a:lnTo>
                    <a:pt x="556085" y="1677379"/>
                  </a:lnTo>
                  <a:lnTo>
                    <a:pt x="549715" y="1680830"/>
                  </a:lnTo>
                  <a:lnTo>
                    <a:pt x="543829" y="1684281"/>
                  </a:lnTo>
                  <a:lnTo>
                    <a:pt x="538303" y="1687733"/>
                  </a:lnTo>
                  <a:lnTo>
                    <a:pt x="533094" y="1691184"/>
                  </a:lnTo>
                  <a:lnTo>
                    <a:pt x="528194" y="1694636"/>
                  </a:lnTo>
                  <a:lnTo>
                    <a:pt x="523751" y="1698087"/>
                  </a:lnTo>
                  <a:lnTo>
                    <a:pt x="519588" y="1701538"/>
                  </a:lnTo>
                  <a:lnTo>
                    <a:pt x="515694" y="1704990"/>
                  </a:lnTo>
                  <a:lnTo>
                    <a:pt x="512090" y="1708441"/>
                  </a:lnTo>
                  <a:lnTo>
                    <a:pt x="508838" y="1711893"/>
                  </a:lnTo>
                  <a:lnTo>
                    <a:pt x="505813" y="1715344"/>
                  </a:lnTo>
                  <a:lnTo>
                    <a:pt x="503008" y="1718795"/>
                  </a:lnTo>
                  <a:lnTo>
                    <a:pt x="500456" y="1722247"/>
                  </a:lnTo>
                  <a:lnTo>
                    <a:pt x="498159" y="1725698"/>
                  </a:lnTo>
                  <a:lnTo>
                    <a:pt x="496038" y="1729150"/>
                  </a:lnTo>
                  <a:lnTo>
                    <a:pt x="494088" y="1732601"/>
                  </a:lnTo>
                  <a:lnTo>
                    <a:pt x="492347" y="1736052"/>
                  </a:lnTo>
                  <a:lnTo>
                    <a:pt x="490780" y="1739504"/>
                  </a:lnTo>
                  <a:lnTo>
                    <a:pt x="489344" y="1742955"/>
                  </a:lnTo>
                  <a:lnTo>
                    <a:pt x="488035" y="1746406"/>
                  </a:lnTo>
                  <a:lnTo>
                    <a:pt x="486890" y="1749858"/>
                  </a:lnTo>
                  <a:lnTo>
                    <a:pt x="485857" y="1753309"/>
                  </a:lnTo>
                  <a:lnTo>
                    <a:pt x="484918" y="1756761"/>
                  </a:lnTo>
                  <a:lnTo>
                    <a:pt x="484069" y="1760212"/>
                  </a:lnTo>
                  <a:lnTo>
                    <a:pt x="483342" y="1763663"/>
                  </a:lnTo>
                  <a:close/>
                </a:path>
              </a:pathLst>
            </a:custGeom>
            <a:solidFill>
              <a:srgbClr val="9CCB86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g16"/>
            <p:cNvSpPr/>
            <p:nvPr/>
          </p:nvSpPr>
          <p:spPr>
            <a:xfrm>
              <a:off x="3232923" y="2247284"/>
              <a:ext cx="956002" cy="2015280"/>
            </a:xfrm>
            <a:custGeom>
              <a:avLst/>
              <a:pathLst>
                <a:path w="956002" h="2015280">
                  <a:moveTo>
                    <a:pt x="472624" y="2015280"/>
                  </a:moveTo>
                  <a:lnTo>
                    <a:pt x="471299" y="2011336"/>
                  </a:lnTo>
                  <a:lnTo>
                    <a:pt x="469709" y="2007393"/>
                  </a:lnTo>
                  <a:lnTo>
                    <a:pt x="467815" y="2003449"/>
                  </a:lnTo>
                  <a:lnTo>
                    <a:pt x="465575" y="1999505"/>
                  </a:lnTo>
                  <a:lnTo>
                    <a:pt x="462944" y="1995561"/>
                  </a:lnTo>
                  <a:lnTo>
                    <a:pt x="459742" y="1991617"/>
                  </a:lnTo>
                  <a:lnTo>
                    <a:pt x="455998" y="1987674"/>
                  </a:lnTo>
                  <a:lnTo>
                    <a:pt x="451664" y="1983730"/>
                  </a:lnTo>
                  <a:lnTo>
                    <a:pt x="446683" y="1979786"/>
                  </a:lnTo>
                  <a:lnTo>
                    <a:pt x="440995" y="1975842"/>
                  </a:lnTo>
                  <a:lnTo>
                    <a:pt x="434488" y="1971898"/>
                  </a:lnTo>
                  <a:lnTo>
                    <a:pt x="426952" y="1967955"/>
                  </a:lnTo>
                  <a:lnTo>
                    <a:pt x="418495" y="1964011"/>
                  </a:lnTo>
                  <a:lnTo>
                    <a:pt x="409069" y="1960067"/>
                  </a:lnTo>
                  <a:lnTo>
                    <a:pt x="398630" y="1956123"/>
                  </a:lnTo>
                  <a:lnTo>
                    <a:pt x="387142" y="1952179"/>
                  </a:lnTo>
                  <a:lnTo>
                    <a:pt x="374417" y="1948236"/>
                  </a:lnTo>
                  <a:lnTo>
                    <a:pt x="360459" y="1944292"/>
                  </a:lnTo>
                  <a:lnTo>
                    <a:pt x="345416" y="1940348"/>
                  </a:lnTo>
                  <a:lnTo>
                    <a:pt x="329313" y="1936404"/>
                  </a:lnTo>
                  <a:lnTo>
                    <a:pt x="312190" y="1932460"/>
                  </a:lnTo>
                  <a:lnTo>
                    <a:pt x="294101" y="1928517"/>
                  </a:lnTo>
                  <a:lnTo>
                    <a:pt x="274951" y="1924573"/>
                  </a:lnTo>
                  <a:lnTo>
                    <a:pt x="255053" y="1920629"/>
                  </a:lnTo>
                  <a:lnTo>
                    <a:pt x="234574" y="1916685"/>
                  </a:lnTo>
                  <a:lnTo>
                    <a:pt x="213661" y="1912741"/>
                  </a:lnTo>
                  <a:lnTo>
                    <a:pt x="192477" y="1908798"/>
                  </a:lnTo>
                  <a:lnTo>
                    <a:pt x="171206" y="1904854"/>
                  </a:lnTo>
                  <a:lnTo>
                    <a:pt x="150161" y="1900910"/>
                  </a:lnTo>
                  <a:lnTo>
                    <a:pt x="129577" y="1896966"/>
                  </a:lnTo>
                  <a:lnTo>
                    <a:pt x="109671" y="1893022"/>
                  </a:lnTo>
                  <a:lnTo>
                    <a:pt x="90660" y="1889079"/>
                  </a:lnTo>
                  <a:lnTo>
                    <a:pt x="72762" y="1885135"/>
                  </a:lnTo>
                  <a:lnTo>
                    <a:pt x="56399" y="1881191"/>
                  </a:lnTo>
                  <a:lnTo>
                    <a:pt x="41914" y="1877247"/>
                  </a:lnTo>
                  <a:lnTo>
                    <a:pt x="29284" y="1873304"/>
                  </a:lnTo>
                  <a:lnTo>
                    <a:pt x="18670" y="1869360"/>
                  </a:lnTo>
                  <a:lnTo>
                    <a:pt x="10209" y="1865416"/>
                  </a:lnTo>
                  <a:lnTo>
                    <a:pt x="4021" y="1861472"/>
                  </a:lnTo>
                  <a:lnTo>
                    <a:pt x="713" y="1857528"/>
                  </a:lnTo>
                  <a:lnTo>
                    <a:pt x="109" y="1854190"/>
                  </a:lnTo>
                  <a:lnTo>
                    <a:pt x="0" y="1853585"/>
                  </a:lnTo>
                  <a:lnTo>
                    <a:pt x="1732" y="1849641"/>
                  </a:lnTo>
                  <a:lnTo>
                    <a:pt x="5883" y="1845697"/>
                  </a:lnTo>
                  <a:lnTo>
                    <a:pt x="12399" y="1841753"/>
                  </a:lnTo>
                  <a:lnTo>
                    <a:pt x="21246" y="1837809"/>
                  </a:lnTo>
                  <a:lnTo>
                    <a:pt x="32742" y="1833866"/>
                  </a:lnTo>
                  <a:lnTo>
                    <a:pt x="46156" y="1829922"/>
                  </a:lnTo>
                  <a:lnTo>
                    <a:pt x="61310" y="1825978"/>
                  </a:lnTo>
                  <a:lnTo>
                    <a:pt x="78015" y="1822034"/>
                  </a:lnTo>
                  <a:lnTo>
                    <a:pt x="96068" y="1818090"/>
                  </a:lnTo>
                  <a:lnTo>
                    <a:pt x="115342" y="1814147"/>
                  </a:lnTo>
                  <a:lnTo>
                    <a:pt x="135553" y="1810203"/>
                  </a:lnTo>
                  <a:lnTo>
                    <a:pt x="156301" y="1806259"/>
                  </a:lnTo>
                  <a:lnTo>
                    <a:pt x="177372" y="1802315"/>
                  </a:lnTo>
                  <a:lnTo>
                    <a:pt x="198563" y="1798371"/>
                  </a:lnTo>
                  <a:lnTo>
                    <a:pt x="219676" y="1794428"/>
                  </a:lnTo>
                  <a:lnTo>
                    <a:pt x="240427" y="1790484"/>
                  </a:lnTo>
                  <a:lnTo>
                    <a:pt x="260614" y="1786540"/>
                  </a:lnTo>
                  <a:lnTo>
                    <a:pt x="280131" y="1782596"/>
                  </a:lnTo>
                  <a:lnTo>
                    <a:pt x="298862" y="1778652"/>
                  </a:lnTo>
                  <a:lnTo>
                    <a:pt x="316708" y="1774709"/>
                  </a:lnTo>
                  <a:lnTo>
                    <a:pt x="333586" y="1770765"/>
                  </a:lnTo>
                  <a:lnTo>
                    <a:pt x="349138" y="1766821"/>
                  </a:lnTo>
                  <a:lnTo>
                    <a:pt x="363601" y="1762877"/>
                  </a:lnTo>
                  <a:lnTo>
                    <a:pt x="376964" y="1758933"/>
                  </a:lnTo>
                  <a:lnTo>
                    <a:pt x="389227" y="1754990"/>
                  </a:lnTo>
                  <a:lnTo>
                    <a:pt x="400404" y="1751046"/>
                  </a:lnTo>
                  <a:lnTo>
                    <a:pt x="410430" y="1747102"/>
                  </a:lnTo>
                  <a:lnTo>
                    <a:pt x="419259" y="1743158"/>
                  </a:lnTo>
                  <a:lnTo>
                    <a:pt x="427138" y="1739214"/>
                  </a:lnTo>
                  <a:lnTo>
                    <a:pt x="434119" y="1735271"/>
                  </a:lnTo>
                  <a:lnTo>
                    <a:pt x="440258" y="1731327"/>
                  </a:lnTo>
                  <a:lnTo>
                    <a:pt x="445612" y="1727383"/>
                  </a:lnTo>
                  <a:lnTo>
                    <a:pt x="450136" y="1723439"/>
                  </a:lnTo>
                  <a:lnTo>
                    <a:pt x="453965" y="1719495"/>
                  </a:lnTo>
                  <a:lnTo>
                    <a:pt x="457229" y="1715552"/>
                  </a:lnTo>
                  <a:lnTo>
                    <a:pt x="459982" y="1711608"/>
                  </a:lnTo>
                  <a:lnTo>
                    <a:pt x="462278" y="1707664"/>
                  </a:lnTo>
                  <a:lnTo>
                    <a:pt x="464166" y="1703720"/>
                  </a:lnTo>
                  <a:lnTo>
                    <a:pt x="465620" y="1699776"/>
                  </a:lnTo>
                  <a:lnTo>
                    <a:pt x="466776" y="1695833"/>
                  </a:lnTo>
                  <a:lnTo>
                    <a:pt x="467678" y="1691889"/>
                  </a:lnTo>
                  <a:lnTo>
                    <a:pt x="468358" y="1687945"/>
                  </a:lnTo>
                  <a:lnTo>
                    <a:pt x="468845" y="1684001"/>
                  </a:lnTo>
                  <a:lnTo>
                    <a:pt x="469157" y="1680057"/>
                  </a:lnTo>
                  <a:lnTo>
                    <a:pt x="469307" y="1676114"/>
                  </a:lnTo>
                  <a:lnTo>
                    <a:pt x="469347" y="1672170"/>
                  </a:lnTo>
                  <a:lnTo>
                    <a:pt x="469292" y="1668226"/>
                  </a:lnTo>
                  <a:lnTo>
                    <a:pt x="469156" y="1664282"/>
                  </a:lnTo>
                  <a:lnTo>
                    <a:pt x="468950" y="1660338"/>
                  </a:lnTo>
                  <a:lnTo>
                    <a:pt x="468677" y="1656395"/>
                  </a:lnTo>
                  <a:lnTo>
                    <a:pt x="468350" y="1652451"/>
                  </a:lnTo>
                  <a:lnTo>
                    <a:pt x="467983" y="1648507"/>
                  </a:lnTo>
                  <a:lnTo>
                    <a:pt x="467580" y="1644563"/>
                  </a:lnTo>
                  <a:lnTo>
                    <a:pt x="467146" y="1640619"/>
                  </a:lnTo>
                  <a:lnTo>
                    <a:pt x="466683" y="1636676"/>
                  </a:lnTo>
                  <a:lnTo>
                    <a:pt x="466190" y="1632732"/>
                  </a:lnTo>
                  <a:lnTo>
                    <a:pt x="465674" y="1628788"/>
                  </a:lnTo>
                  <a:lnTo>
                    <a:pt x="465138" y="1624844"/>
                  </a:lnTo>
                  <a:lnTo>
                    <a:pt x="464583" y="1620900"/>
                  </a:lnTo>
                  <a:lnTo>
                    <a:pt x="464009" y="1616957"/>
                  </a:lnTo>
                  <a:lnTo>
                    <a:pt x="463417" y="1613013"/>
                  </a:lnTo>
                  <a:lnTo>
                    <a:pt x="462806" y="1609069"/>
                  </a:lnTo>
                  <a:lnTo>
                    <a:pt x="462179" y="1605125"/>
                  </a:lnTo>
                  <a:lnTo>
                    <a:pt x="461537" y="1601181"/>
                  </a:lnTo>
                  <a:lnTo>
                    <a:pt x="460879" y="1597238"/>
                  </a:lnTo>
                  <a:lnTo>
                    <a:pt x="460207" y="1593294"/>
                  </a:lnTo>
                  <a:lnTo>
                    <a:pt x="459519" y="1589350"/>
                  </a:lnTo>
                  <a:lnTo>
                    <a:pt x="458815" y="1585406"/>
                  </a:lnTo>
                  <a:lnTo>
                    <a:pt x="458096" y="1581462"/>
                  </a:lnTo>
                  <a:lnTo>
                    <a:pt x="457362" y="1577519"/>
                  </a:lnTo>
                  <a:lnTo>
                    <a:pt x="456614" y="1573575"/>
                  </a:lnTo>
                  <a:lnTo>
                    <a:pt x="455850" y="1569631"/>
                  </a:lnTo>
                  <a:lnTo>
                    <a:pt x="455067" y="1565687"/>
                  </a:lnTo>
                  <a:lnTo>
                    <a:pt x="454265" y="1561743"/>
                  </a:lnTo>
                  <a:lnTo>
                    <a:pt x="453446" y="1557800"/>
                  </a:lnTo>
                  <a:lnTo>
                    <a:pt x="452607" y="1553856"/>
                  </a:lnTo>
                  <a:lnTo>
                    <a:pt x="451747" y="1549912"/>
                  </a:lnTo>
                  <a:lnTo>
                    <a:pt x="451364" y="1548197"/>
                  </a:lnTo>
                  <a:lnTo>
                    <a:pt x="450865" y="1545968"/>
                  </a:lnTo>
                  <a:lnTo>
                    <a:pt x="449954" y="1542024"/>
                  </a:lnTo>
                  <a:lnTo>
                    <a:pt x="449017" y="1538081"/>
                  </a:lnTo>
                  <a:lnTo>
                    <a:pt x="448053" y="1534137"/>
                  </a:lnTo>
                  <a:lnTo>
                    <a:pt x="447060" y="1530193"/>
                  </a:lnTo>
                  <a:lnTo>
                    <a:pt x="446036" y="1526249"/>
                  </a:lnTo>
                  <a:lnTo>
                    <a:pt x="444977" y="1522305"/>
                  </a:lnTo>
                  <a:lnTo>
                    <a:pt x="443878" y="1518362"/>
                  </a:lnTo>
                  <a:lnTo>
                    <a:pt x="442744" y="1514418"/>
                  </a:lnTo>
                  <a:lnTo>
                    <a:pt x="441573" y="1510474"/>
                  </a:lnTo>
                  <a:lnTo>
                    <a:pt x="440364" y="1506530"/>
                  </a:lnTo>
                  <a:lnTo>
                    <a:pt x="439116" y="1502587"/>
                  </a:lnTo>
                  <a:lnTo>
                    <a:pt x="437822" y="1498643"/>
                  </a:lnTo>
                  <a:lnTo>
                    <a:pt x="436484" y="1494699"/>
                  </a:lnTo>
                  <a:lnTo>
                    <a:pt x="435106" y="1490755"/>
                  </a:lnTo>
                  <a:lnTo>
                    <a:pt x="433688" y="1486811"/>
                  </a:lnTo>
                  <a:lnTo>
                    <a:pt x="432231" y="1482868"/>
                  </a:lnTo>
                  <a:lnTo>
                    <a:pt x="430733" y="1478924"/>
                  </a:lnTo>
                  <a:lnTo>
                    <a:pt x="429186" y="1474980"/>
                  </a:lnTo>
                  <a:lnTo>
                    <a:pt x="427601" y="1471036"/>
                  </a:lnTo>
                  <a:lnTo>
                    <a:pt x="425978" y="1467092"/>
                  </a:lnTo>
                  <a:lnTo>
                    <a:pt x="424319" y="1463149"/>
                  </a:lnTo>
                  <a:lnTo>
                    <a:pt x="422624" y="1459205"/>
                  </a:lnTo>
                  <a:lnTo>
                    <a:pt x="420891" y="1455261"/>
                  </a:lnTo>
                  <a:lnTo>
                    <a:pt x="419117" y="1451317"/>
                  </a:lnTo>
                  <a:lnTo>
                    <a:pt x="417312" y="1447373"/>
                  </a:lnTo>
                  <a:lnTo>
                    <a:pt x="415474" y="1443430"/>
                  </a:lnTo>
                  <a:lnTo>
                    <a:pt x="413604" y="1439486"/>
                  </a:lnTo>
                  <a:lnTo>
                    <a:pt x="411704" y="1435542"/>
                  </a:lnTo>
                  <a:lnTo>
                    <a:pt x="409768" y="1431598"/>
                  </a:lnTo>
                  <a:lnTo>
                    <a:pt x="407801" y="1427654"/>
                  </a:lnTo>
                  <a:lnTo>
                    <a:pt x="405804" y="1423711"/>
                  </a:lnTo>
                  <a:lnTo>
                    <a:pt x="403779" y="1419767"/>
                  </a:lnTo>
                  <a:lnTo>
                    <a:pt x="401726" y="1415823"/>
                  </a:lnTo>
                  <a:lnTo>
                    <a:pt x="399646" y="1411879"/>
                  </a:lnTo>
                  <a:lnTo>
                    <a:pt x="397532" y="1407935"/>
                  </a:lnTo>
                  <a:lnTo>
                    <a:pt x="395392" y="1403992"/>
                  </a:lnTo>
                  <a:lnTo>
                    <a:pt x="393228" y="1400048"/>
                  </a:lnTo>
                  <a:lnTo>
                    <a:pt x="391041" y="1396104"/>
                  </a:lnTo>
                  <a:lnTo>
                    <a:pt x="388831" y="1392160"/>
                  </a:lnTo>
                  <a:lnTo>
                    <a:pt x="386600" y="1388216"/>
                  </a:lnTo>
                  <a:lnTo>
                    <a:pt x="384348" y="1384273"/>
                  </a:lnTo>
                  <a:lnTo>
                    <a:pt x="382081" y="1380329"/>
                  </a:lnTo>
                  <a:lnTo>
                    <a:pt x="379802" y="1376385"/>
                  </a:lnTo>
                  <a:lnTo>
                    <a:pt x="377514" y="1372441"/>
                  </a:lnTo>
                  <a:lnTo>
                    <a:pt x="375222" y="1368497"/>
                  </a:lnTo>
                  <a:lnTo>
                    <a:pt x="372928" y="1364554"/>
                  </a:lnTo>
                  <a:lnTo>
                    <a:pt x="370641" y="1360610"/>
                  </a:lnTo>
                  <a:lnTo>
                    <a:pt x="368364" y="1356666"/>
                  </a:lnTo>
                  <a:lnTo>
                    <a:pt x="366104" y="1352722"/>
                  </a:lnTo>
                  <a:lnTo>
                    <a:pt x="363865" y="1348778"/>
                  </a:lnTo>
                  <a:lnTo>
                    <a:pt x="361653" y="1344835"/>
                  </a:lnTo>
                  <a:lnTo>
                    <a:pt x="359483" y="1340891"/>
                  </a:lnTo>
                  <a:lnTo>
                    <a:pt x="357357" y="1336947"/>
                  </a:lnTo>
                  <a:lnTo>
                    <a:pt x="355281" y="1333003"/>
                  </a:lnTo>
                  <a:lnTo>
                    <a:pt x="353258" y="1329059"/>
                  </a:lnTo>
                  <a:lnTo>
                    <a:pt x="351296" y="1325116"/>
                  </a:lnTo>
                  <a:lnTo>
                    <a:pt x="349404" y="1321172"/>
                  </a:lnTo>
                  <a:lnTo>
                    <a:pt x="347602" y="1317228"/>
                  </a:lnTo>
                  <a:lnTo>
                    <a:pt x="345879" y="1313284"/>
                  </a:lnTo>
                  <a:lnTo>
                    <a:pt x="344241" y="1309340"/>
                  </a:lnTo>
                  <a:lnTo>
                    <a:pt x="342691" y="1305397"/>
                  </a:lnTo>
                  <a:lnTo>
                    <a:pt x="341232" y="1301453"/>
                  </a:lnTo>
                  <a:lnTo>
                    <a:pt x="339881" y="1297509"/>
                  </a:lnTo>
                  <a:lnTo>
                    <a:pt x="338642" y="1293565"/>
                  </a:lnTo>
                  <a:lnTo>
                    <a:pt x="337502" y="1289621"/>
                  </a:lnTo>
                  <a:lnTo>
                    <a:pt x="336462" y="1285678"/>
                  </a:lnTo>
                  <a:lnTo>
                    <a:pt x="335523" y="1281734"/>
                  </a:lnTo>
                  <a:lnTo>
                    <a:pt x="334685" y="1277790"/>
                  </a:lnTo>
                  <a:lnTo>
                    <a:pt x="333967" y="1273846"/>
                  </a:lnTo>
                  <a:lnTo>
                    <a:pt x="333353" y="1269902"/>
                  </a:lnTo>
                  <a:lnTo>
                    <a:pt x="332834" y="1265959"/>
                  </a:lnTo>
                  <a:lnTo>
                    <a:pt x="332409" y="1262015"/>
                  </a:lnTo>
                  <a:lnTo>
                    <a:pt x="332074" y="1258071"/>
                  </a:lnTo>
                  <a:lnTo>
                    <a:pt x="331830" y="1254127"/>
                  </a:lnTo>
                  <a:lnTo>
                    <a:pt x="331692" y="1250183"/>
                  </a:lnTo>
                  <a:lnTo>
                    <a:pt x="331635" y="1246240"/>
                  </a:lnTo>
                  <a:lnTo>
                    <a:pt x="331655" y="1242296"/>
                  </a:lnTo>
                  <a:lnTo>
                    <a:pt x="331751" y="1238352"/>
                  </a:lnTo>
                  <a:lnTo>
                    <a:pt x="331920" y="1234408"/>
                  </a:lnTo>
                  <a:lnTo>
                    <a:pt x="332167" y="1230464"/>
                  </a:lnTo>
                  <a:lnTo>
                    <a:pt x="332492" y="1226521"/>
                  </a:lnTo>
                  <a:lnTo>
                    <a:pt x="332882" y="1222577"/>
                  </a:lnTo>
                  <a:lnTo>
                    <a:pt x="333335" y="1218633"/>
                  </a:lnTo>
                  <a:lnTo>
                    <a:pt x="333850" y="1214689"/>
                  </a:lnTo>
                  <a:lnTo>
                    <a:pt x="334425" y="1210745"/>
                  </a:lnTo>
                  <a:lnTo>
                    <a:pt x="335070" y="1206802"/>
                  </a:lnTo>
                  <a:lnTo>
                    <a:pt x="335640" y="1203627"/>
                  </a:lnTo>
                  <a:lnTo>
                    <a:pt x="335778" y="1202858"/>
                  </a:lnTo>
                  <a:lnTo>
                    <a:pt x="336543" y="1198914"/>
                  </a:lnTo>
                  <a:lnTo>
                    <a:pt x="337364" y="1194970"/>
                  </a:lnTo>
                  <a:lnTo>
                    <a:pt x="338242" y="1191026"/>
                  </a:lnTo>
                  <a:lnTo>
                    <a:pt x="339175" y="1187083"/>
                  </a:lnTo>
                  <a:lnTo>
                    <a:pt x="340176" y="1183139"/>
                  </a:lnTo>
                  <a:lnTo>
                    <a:pt x="341231" y="1179195"/>
                  </a:lnTo>
                  <a:lnTo>
                    <a:pt x="342338" y="1175251"/>
                  </a:lnTo>
                  <a:lnTo>
                    <a:pt x="343497" y="1171307"/>
                  </a:lnTo>
                  <a:lnTo>
                    <a:pt x="344706" y="1167364"/>
                  </a:lnTo>
                  <a:lnTo>
                    <a:pt x="345969" y="1163420"/>
                  </a:lnTo>
                  <a:lnTo>
                    <a:pt x="347286" y="1159476"/>
                  </a:lnTo>
                  <a:lnTo>
                    <a:pt x="348648" y="1155532"/>
                  </a:lnTo>
                  <a:lnTo>
                    <a:pt x="350052" y="1151588"/>
                  </a:lnTo>
                  <a:lnTo>
                    <a:pt x="351496" y="1147645"/>
                  </a:lnTo>
                  <a:lnTo>
                    <a:pt x="352977" y="1143701"/>
                  </a:lnTo>
                  <a:lnTo>
                    <a:pt x="354499" y="1139757"/>
                  </a:lnTo>
                  <a:lnTo>
                    <a:pt x="356055" y="1135813"/>
                  </a:lnTo>
                  <a:lnTo>
                    <a:pt x="357639" y="1131869"/>
                  </a:lnTo>
                  <a:lnTo>
                    <a:pt x="359247" y="1127926"/>
                  </a:lnTo>
                  <a:lnTo>
                    <a:pt x="360879" y="1123982"/>
                  </a:lnTo>
                  <a:lnTo>
                    <a:pt x="362529" y="1120038"/>
                  </a:lnTo>
                  <a:lnTo>
                    <a:pt x="364200" y="1116094"/>
                  </a:lnTo>
                  <a:lnTo>
                    <a:pt x="365883" y="1112151"/>
                  </a:lnTo>
                  <a:lnTo>
                    <a:pt x="367576" y="1108207"/>
                  </a:lnTo>
                  <a:lnTo>
                    <a:pt x="369277" y="1104263"/>
                  </a:lnTo>
                  <a:lnTo>
                    <a:pt x="370984" y="1100319"/>
                  </a:lnTo>
                  <a:lnTo>
                    <a:pt x="372694" y="1096375"/>
                  </a:lnTo>
                  <a:lnTo>
                    <a:pt x="374406" y="1092432"/>
                  </a:lnTo>
                  <a:lnTo>
                    <a:pt x="376117" y="1088488"/>
                  </a:lnTo>
                  <a:lnTo>
                    <a:pt x="377825" y="1084544"/>
                  </a:lnTo>
                  <a:lnTo>
                    <a:pt x="379529" y="1080600"/>
                  </a:lnTo>
                  <a:lnTo>
                    <a:pt x="381229" y="1076656"/>
                  </a:lnTo>
                  <a:lnTo>
                    <a:pt x="382920" y="1072713"/>
                  </a:lnTo>
                  <a:lnTo>
                    <a:pt x="384603" y="1068769"/>
                  </a:lnTo>
                  <a:lnTo>
                    <a:pt x="386276" y="1064825"/>
                  </a:lnTo>
                  <a:lnTo>
                    <a:pt x="387939" y="1060881"/>
                  </a:lnTo>
                  <a:lnTo>
                    <a:pt x="389590" y="1056937"/>
                  </a:lnTo>
                  <a:lnTo>
                    <a:pt x="391228" y="1052994"/>
                  </a:lnTo>
                  <a:lnTo>
                    <a:pt x="392847" y="1049050"/>
                  </a:lnTo>
                  <a:lnTo>
                    <a:pt x="394450" y="1045106"/>
                  </a:lnTo>
                  <a:lnTo>
                    <a:pt x="396034" y="1041162"/>
                  </a:lnTo>
                  <a:lnTo>
                    <a:pt x="397599" y="1037218"/>
                  </a:lnTo>
                  <a:lnTo>
                    <a:pt x="399143" y="1033275"/>
                  </a:lnTo>
                  <a:lnTo>
                    <a:pt x="400662" y="1029331"/>
                  </a:lnTo>
                  <a:lnTo>
                    <a:pt x="402151" y="1025387"/>
                  </a:lnTo>
                  <a:lnTo>
                    <a:pt x="403611" y="1021443"/>
                  </a:lnTo>
                  <a:lnTo>
                    <a:pt x="405043" y="1017499"/>
                  </a:lnTo>
                  <a:lnTo>
                    <a:pt x="406444" y="1013556"/>
                  </a:lnTo>
                  <a:lnTo>
                    <a:pt x="407812" y="1009612"/>
                  </a:lnTo>
                  <a:lnTo>
                    <a:pt x="409142" y="1005668"/>
                  </a:lnTo>
                  <a:lnTo>
                    <a:pt x="410431" y="1001724"/>
                  </a:lnTo>
                  <a:lnTo>
                    <a:pt x="411682" y="997780"/>
                  </a:lnTo>
                  <a:lnTo>
                    <a:pt x="412896" y="993837"/>
                  </a:lnTo>
                  <a:lnTo>
                    <a:pt x="414072" y="989893"/>
                  </a:lnTo>
                  <a:lnTo>
                    <a:pt x="415208" y="985949"/>
                  </a:lnTo>
                  <a:lnTo>
                    <a:pt x="416297" y="982005"/>
                  </a:lnTo>
                  <a:lnTo>
                    <a:pt x="417346" y="978061"/>
                  </a:lnTo>
                  <a:lnTo>
                    <a:pt x="418357" y="974118"/>
                  </a:lnTo>
                  <a:lnTo>
                    <a:pt x="419331" y="970174"/>
                  </a:lnTo>
                  <a:lnTo>
                    <a:pt x="420270" y="966230"/>
                  </a:lnTo>
                  <a:lnTo>
                    <a:pt x="421174" y="962286"/>
                  </a:lnTo>
                  <a:lnTo>
                    <a:pt x="422039" y="958342"/>
                  </a:lnTo>
                  <a:lnTo>
                    <a:pt x="422876" y="954399"/>
                  </a:lnTo>
                  <a:lnTo>
                    <a:pt x="423687" y="950455"/>
                  </a:lnTo>
                  <a:lnTo>
                    <a:pt x="424474" y="946511"/>
                  </a:lnTo>
                  <a:lnTo>
                    <a:pt x="425241" y="942567"/>
                  </a:lnTo>
                  <a:lnTo>
                    <a:pt x="425989" y="938623"/>
                  </a:lnTo>
                  <a:lnTo>
                    <a:pt x="426721" y="934680"/>
                  </a:lnTo>
                  <a:lnTo>
                    <a:pt x="427442" y="930736"/>
                  </a:lnTo>
                  <a:lnTo>
                    <a:pt x="428157" y="926792"/>
                  </a:lnTo>
                  <a:lnTo>
                    <a:pt x="428867" y="922848"/>
                  </a:lnTo>
                  <a:lnTo>
                    <a:pt x="429575" y="918904"/>
                  </a:lnTo>
                  <a:lnTo>
                    <a:pt x="430285" y="914961"/>
                  </a:lnTo>
                  <a:lnTo>
                    <a:pt x="430999" y="911017"/>
                  </a:lnTo>
                  <a:lnTo>
                    <a:pt x="431719" y="907073"/>
                  </a:lnTo>
                  <a:lnTo>
                    <a:pt x="432448" y="903129"/>
                  </a:lnTo>
                  <a:lnTo>
                    <a:pt x="433185" y="899185"/>
                  </a:lnTo>
                  <a:lnTo>
                    <a:pt x="433932" y="895242"/>
                  </a:lnTo>
                  <a:lnTo>
                    <a:pt x="434694" y="891298"/>
                  </a:lnTo>
                  <a:lnTo>
                    <a:pt x="435468" y="887354"/>
                  </a:lnTo>
                  <a:lnTo>
                    <a:pt x="436252" y="883410"/>
                  </a:lnTo>
                  <a:lnTo>
                    <a:pt x="437049" y="879466"/>
                  </a:lnTo>
                  <a:lnTo>
                    <a:pt x="437855" y="875523"/>
                  </a:lnTo>
                  <a:lnTo>
                    <a:pt x="438673" y="871579"/>
                  </a:lnTo>
                  <a:lnTo>
                    <a:pt x="439501" y="867635"/>
                  </a:lnTo>
                  <a:lnTo>
                    <a:pt x="440336" y="863691"/>
                  </a:lnTo>
                  <a:lnTo>
                    <a:pt x="441176" y="859747"/>
                  </a:lnTo>
                  <a:lnTo>
                    <a:pt x="442020" y="855804"/>
                  </a:lnTo>
                  <a:lnTo>
                    <a:pt x="442866" y="851860"/>
                  </a:lnTo>
                  <a:lnTo>
                    <a:pt x="443714" y="847916"/>
                  </a:lnTo>
                  <a:lnTo>
                    <a:pt x="444559" y="843972"/>
                  </a:lnTo>
                  <a:lnTo>
                    <a:pt x="445401" y="840028"/>
                  </a:lnTo>
                  <a:lnTo>
                    <a:pt x="446237" y="836085"/>
                  </a:lnTo>
                  <a:lnTo>
                    <a:pt x="447067" y="832141"/>
                  </a:lnTo>
                  <a:lnTo>
                    <a:pt x="447889" y="828197"/>
                  </a:lnTo>
                  <a:lnTo>
                    <a:pt x="448699" y="824253"/>
                  </a:lnTo>
                  <a:lnTo>
                    <a:pt x="449497" y="820309"/>
                  </a:lnTo>
                  <a:lnTo>
                    <a:pt x="450283" y="816366"/>
                  </a:lnTo>
                  <a:lnTo>
                    <a:pt x="451056" y="812422"/>
                  </a:lnTo>
                  <a:lnTo>
                    <a:pt x="451815" y="808478"/>
                  </a:lnTo>
                  <a:lnTo>
                    <a:pt x="452558" y="804534"/>
                  </a:lnTo>
                  <a:lnTo>
                    <a:pt x="453283" y="800590"/>
                  </a:lnTo>
                  <a:lnTo>
                    <a:pt x="453992" y="796647"/>
                  </a:lnTo>
                  <a:lnTo>
                    <a:pt x="454686" y="792703"/>
                  </a:lnTo>
                  <a:lnTo>
                    <a:pt x="455363" y="788759"/>
                  </a:lnTo>
                  <a:lnTo>
                    <a:pt x="456025" y="784815"/>
                  </a:lnTo>
                  <a:lnTo>
                    <a:pt x="456668" y="780871"/>
                  </a:lnTo>
                  <a:lnTo>
                    <a:pt x="457293" y="776928"/>
                  </a:lnTo>
                  <a:lnTo>
                    <a:pt x="457903" y="772984"/>
                  </a:lnTo>
                  <a:lnTo>
                    <a:pt x="458498" y="769040"/>
                  </a:lnTo>
                  <a:lnTo>
                    <a:pt x="459077" y="765096"/>
                  </a:lnTo>
                  <a:lnTo>
                    <a:pt x="459642" y="761152"/>
                  </a:lnTo>
                  <a:lnTo>
                    <a:pt x="460189" y="757209"/>
                  </a:lnTo>
                  <a:lnTo>
                    <a:pt x="460722" y="753265"/>
                  </a:lnTo>
                  <a:lnTo>
                    <a:pt x="461241" y="749321"/>
                  </a:lnTo>
                  <a:lnTo>
                    <a:pt x="461748" y="745377"/>
                  </a:lnTo>
                  <a:lnTo>
                    <a:pt x="462242" y="741434"/>
                  </a:lnTo>
                  <a:lnTo>
                    <a:pt x="462723" y="737490"/>
                  </a:lnTo>
                  <a:lnTo>
                    <a:pt x="463190" y="733546"/>
                  </a:lnTo>
                  <a:lnTo>
                    <a:pt x="463645" y="729602"/>
                  </a:lnTo>
                  <a:lnTo>
                    <a:pt x="464090" y="725658"/>
                  </a:lnTo>
                  <a:lnTo>
                    <a:pt x="464524" y="721715"/>
                  </a:lnTo>
                  <a:lnTo>
                    <a:pt x="464948" y="717771"/>
                  </a:lnTo>
                  <a:lnTo>
                    <a:pt x="465360" y="713827"/>
                  </a:lnTo>
                  <a:lnTo>
                    <a:pt x="465762" y="709883"/>
                  </a:lnTo>
                  <a:lnTo>
                    <a:pt x="466154" y="705939"/>
                  </a:lnTo>
                  <a:lnTo>
                    <a:pt x="466537" y="701996"/>
                  </a:lnTo>
                  <a:lnTo>
                    <a:pt x="466911" y="698052"/>
                  </a:lnTo>
                  <a:lnTo>
                    <a:pt x="467275" y="694108"/>
                  </a:lnTo>
                  <a:lnTo>
                    <a:pt x="467630" y="690164"/>
                  </a:lnTo>
                  <a:lnTo>
                    <a:pt x="467975" y="686220"/>
                  </a:lnTo>
                  <a:lnTo>
                    <a:pt x="468312" y="682277"/>
                  </a:lnTo>
                  <a:lnTo>
                    <a:pt x="468641" y="678333"/>
                  </a:lnTo>
                  <a:lnTo>
                    <a:pt x="468961" y="674389"/>
                  </a:lnTo>
                  <a:lnTo>
                    <a:pt x="469274" y="670445"/>
                  </a:lnTo>
                  <a:lnTo>
                    <a:pt x="469576" y="666501"/>
                  </a:lnTo>
                  <a:lnTo>
                    <a:pt x="469871" y="662558"/>
                  </a:lnTo>
                  <a:lnTo>
                    <a:pt x="470158" y="658614"/>
                  </a:lnTo>
                  <a:lnTo>
                    <a:pt x="470438" y="654670"/>
                  </a:lnTo>
                  <a:lnTo>
                    <a:pt x="470710" y="650726"/>
                  </a:lnTo>
                  <a:lnTo>
                    <a:pt x="470975" y="646782"/>
                  </a:lnTo>
                  <a:lnTo>
                    <a:pt x="471232" y="642839"/>
                  </a:lnTo>
                  <a:lnTo>
                    <a:pt x="471483" y="638895"/>
                  </a:lnTo>
                  <a:lnTo>
                    <a:pt x="471728" y="634951"/>
                  </a:lnTo>
                  <a:lnTo>
                    <a:pt x="471967" y="631007"/>
                  </a:lnTo>
                  <a:lnTo>
                    <a:pt x="472200" y="627063"/>
                  </a:lnTo>
                  <a:lnTo>
                    <a:pt x="472427" y="623120"/>
                  </a:lnTo>
                  <a:lnTo>
                    <a:pt x="472649" y="619176"/>
                  </a:lnTo>
                  <a:lnTo>
                    <a:pt x="472865" y="615232"/>
                  </a:lnTo>
                  <a:lnTo>
                    <a:pt x="473078" y="611288"/>
                  </a:lnTo>
                  <a:lnTo>
                    <a:pt x="473285" y="607344"/>
                  </a:lnTo>
                  <a:lnTo>
                    <a:pt x="473489" y="603401"/>
                  </a:lnTo>
                  <a:lnTo>
                    <a:pt x="473687" y="599457"/>
                  </a:lnTo>
                  <a:lnTo>
                    <a:pt x="473882" y="595513"/>
                  </a:lnTo>
                  <a:lnTo>
                    <a:pt x="474073" y="591569"/>
                  </a:lnTo>
                  <a:lnTo>
                    <a:pt x="474259" y="587625"/>
                  </a:lnTo>
                  <a:lnTo>
                    <a:pt x="474442" y="583682"/>
                  </a:lnTo>
                  <a:lnTo>
                    <a:pt x="474620" y="579738"/>
                  </a:lnTo>
                  <a:lnTo>
                    <a:pt x="474793" y="575794"/>
                  </a:lnTo>
                  <a:lnTo>
                    <a:pt x="474962" y="571850"/>
                  </a:lnTo>
                  <a:lnTo>
                    <a:pt x="475127" y="567906"/>
                  </a:lnTo>
                  <a:lnTo>
                    <a:pt x="475287" y="563963"/>
                  </a:lnTo>
                  <a:lnTo>
                    <a:pt x="475442" y="560019"/>
                  </a:lnTo>
                  <a:lnTo>
                    <a:pt x="475591" y="556075"/>
                  </a:lnTo>
                  <a:lnTo>
                    <a:pt x="475735" y="552131"/>
                  </a:lnTo>
                  <a:lnTo>
                    <a:pt x="475874" y="548187"/>
                  </a:lnTo>
                  <a:lnTo>
                    <a:pt x="476007" y="544244"/>
                  </a:lnTo>
                  <a:lnTo>
                    <a:pt x="476134" y="540300"/>
                  </a:lnTo>
                  <a:lnTo>
                    <a:pt x="476256" y="536356"/>
                  </a:lnTo>
                  <a:lnTo>
                    <a:pt x="476371" y="532412"/>
                  </a:lnTo>
                  <a:lnTo>
                    <a:pt x="476480" y="528468"/>
                  </a:lnTo>
                  <a:lnTo>
                    <a:pt x="476583" y="524525"/>
                  </a:lnTo>
                  <a:lnTo>
                    <a:pt x="476680" y="520581"/>
                  </a:lnTo>
                  <a:lnTo>
                    <a:pt x="476772" y="516637"/>
                  </a:lnTo>
                  <a:lnTo>
                    <a:pt x="476858" y="512693"/>
                  </a:lnTo>
                  <a:lnTo>
                    <a:pt x="476938" y="508749"/>
                  </a:lnTo>
                  <a:lnTo>
                    <a:pt x="477013" y="504806"/>
                  </a:lnTo>
                  <a:lnTo>
                    <a:pt x="477082" y="500862"/>
                  </a:lnTo>
                  <a:lnTo>
                    <a:pt x="477147" y="496918"/>
                  </a:lnTo>
                  <a:lnTo>
                    <a:pt x="477208" y="492974"/>
                  </a:lnTo>
                  <a:lnTo>
                    <a:pt x="477263" y="489030"/>
                  </a:lnTo>
                  <a:lnTo>
                    <a:pt x="477314" y="485087"/>
                  </a:lnTo>
                  <a:lnTo>
                    <a:pt x="477361" y="481143"/>
                  </a:lnTo>
                  <a:lnTo>
                    <a:pt x="477405" y="477199"/>
                  </a:lnTo>
                  <a:lnTo>
                    <a:pt x="477446" y="473255"/>
                  </a:lnTo>
                  <a:lnTo>
                    <a:pt x="477484" y="469311"/>
                  </a:lnTo>
                  <a:lnTo>
                    <a:pt x="477518" y="465368"/>
                  </a:lnTo>
                  <a:lnTo>
                    <a:pt x="477550" y="461424"/>
                  </a:lnTo>
                  <a:lnTo>
                    <a:pt x="477580" y="457480"/>
                  </a:lnTo>
                  <a:lnTo>
                    <a:pt x="477608" y="453536"/>
                  </a:lnTo>
                  <a:lnTo>
                    <a:pt x="477633" y="449592"/>
                  </a:lnTo>
                  <a:lnTo>
                    <a:pt x="477658" y="445649"/>
                  </a:lnTo>
                  <a:lnTo>
                    <a:pt x="477680" y="441705"/>
                  </a:lnTo>
                  <a:lnTo>
                    <a:pt x="477701" y="437761"/>
                  </a:lnTo>
                  <a:lnTo>
                    <a:pt x="477721" y="433817"/>
                  </a:lnTo>
                  <a:lnTo>
                    <a:pt x="477739" y="429873"/>
                  </a:lnTo>
                  <a:lnTo>
                    <a:pt x="477757" y="425930"/>
                  </a:lnTo>
                  <a:lnTo>
                    <a:pt x="477774" y="421986"/>
                  </a:lnTo>
                  <a:lnTo>
                    <a:pt x="477790" y="418042"/>
                  </a:lnTo>
                  <a:lnTo>
                    <a:pt x="477805" y="414098"/>
                  </a:lnTo>
                  <a:lnTo>
                    <a:pt x="477819" y="410154"/>
                  </a:lnTo>
                  <a:lnTo>
                    <a:pt x="477833" y="406211"/>
                  </a:lnTo>
                  <a:lnTo>
                    <a:pt x="477846" y="402267"/>
                  </a:lnTo>
                  <a:lnTo>
                    <a:pt x="477858" y="398323"/>
                  </a:lnTo>
                  <a:lnTo>
                    <a:pt x="477869" y="394379"/>
                  </a:lnTo>
                  <a:lnTo>
                    <a:pt x="477881" y="390435"/>
                  </a:lnTo>
                  <a:lnTo>
                    <a:pt x="477891" y="386492"/>
                  </a:lnTo>
                  <a:lnTo>
                    <a:pt x="477901" y="382548"/>
                  </a:lnTo>
                  <a:lnTo>
                    <a:pt x="477910" y="378604"/>
                  </a:lnTo>
                  <a:lnTo>
                    <a:pt x="477919" y="374660"/>
                  </a:lnTo>
                  <a:lnTo>
                    <a:pt x="477927" y="370717"/>
                  </a:lnTo>
                  <a:lnTo>
                    <a:pt x="477934" y="366773"/>
                  </a:lnTo>
                  <a:lnTo>
                    <a:pt x="477941" y="362829"/>
                  </a:lnTo>
                  <a:lnTo>
                    <a:pt x="477948" y="358885"/>
                  </a:lnTo>
                  <a:lnTo>
                    <a:pt x="477954" y="354941"/>
                  </a:lnTo>
                  <a:lnTo>
                    <a:pt x="477959" y="350998"/>
                  </a:lnTo>
                  <a:lnTo>
                    <a:pt x="477964" y="347054"/>
                  </a:lnTo>
                  <a:lnTo>
                    <a:pt x="477969" y="343110"/>
                  </a:lnTo>
                  <a:lnTo>
                    <a:pt x="477973" y="339166"/>
                  </a:lnTo>
                  <a:lnTo>
                    <a:pt x="477976" y="335222"/>
                  </a:lnTo>
                  <a:lnTo>
                    <a:pt x="477979" y="331279"/>
                  </a:lnTo>
                  <a:lnTo>
                    <a:pt x="477982" y="327335"/>
                  </a:lnTo>
                  <a:lnTo>
                    <a:pt x="477984" y="323391"/>
                  </a:lnTo>
                  <a:lnTo>
                    <a:pt x="477986" y="319447"/>
                  </a:lnTo>
                  <a:lnTo>
                    <a:pt x="477988" y="315503"/>
                  </a:lnTo>
                  <a:lnTo>
                    <a:pt x="477989" y="311560"/>
                  </a:lnTo>
                  <a:lnTo>
                    <a:pt x="477990" y="307616"/>
                  </a:lnTo>
                  <a:lnTo>
                    <a:pt x="477991" y="303672"/>
                  </a:lnTo>
                  <a:lnTo>
                    <a:pt x="477991" y="299728"/>
                  </a:lnTo>
                  <a:lnTo>
                    <a:pt x="477991" y="295784"/>
                  </a:lnTo>
                  <a:lnTo>
                    <a:pt x="477991" y="291841"/>
                  </a:lnTo>
                  <a:lnTo>
                    <a:pt x="477990" y="287897"/>
                  </a:lnTo>
                  <a:lnTo>
                    <a:pt x="477989" y="283953"/>
                  </a:lnTo>
                  <a:lnTo>
                    <a:pt x="477988" y="280009"/>
                  </a:lnTo>
                  <a:lnTo>
                    <a:pt x="477986" y="276065"/>
                  </a:lnTo>
                  <a:lnTo>
                    <a:pt x="477985" y="272122"/>
                  </a:lnTo>
                  <a:lnTo>
                    <a:pt x="477983" y="268178"/>
                  </a:lnTo>
                  <a:lnTo>
                    <a:pt x="477980" y="264234"/>
                  </a:lnTo>
                  <a:lnTo>
                    <a:pt x="477977" y="260290"/>
                  </a:lnTo>
                  <a:lnTo>
                    <a:pt x="477974" y="256346"/>
                  </a:lnTo>
                  <a:lnTo>
                    <a:pt x="477971" y="252403"/>
                  </a:lnTo>
                  <a:lnTo>
                    <a:pt x="477967" y="248459"/>
                  </a:lnTo>
                  <a:lnTo>
                    <a:pt x="477963" y="244515"/>
                  </a:lnTo>
                  <a:lnTo>
                    <a:pt x="477959" y="240571"/>
                  </a:lnTo>
                  <a:lnTo>
                    <a:pt x="477954" y="236627"/>
                  </a:lnTo>
                  <a:lnTo>
                    <a:pt x="477950" y="232684"/>
                  </a:lnTo>
                  <a:lnTo>
                    <a:pt x="477945" y="228740"/>
                  </a:lnTo>
                  <a:lnTo>
                    <a:pt x="477939" y="224796"/>
                  </a:lnTo>
                  <a:lnTo>
                    <a:pt x="477934" y="220852"/>
                  </a:lnTo>
                  <a:lnTo>
                    <a:pt x="477929" y="216908"/>
                  </a:lnTo>
                  <a:lnTo>
                    <a:pt x="477923" y="212965"/>
                  </a:lnTo>
                  <a:lnTo>
                    <a:pt x="477918" y="209021"/>
                  </a:lnTo>
                  <a:lnTo>
                    <a:pt x="477912" y="205077"/>
                  </a:lnTo>
                  <a:lnTo>
                    <a:pt x="477907" y="201133"/>
                  </a:lnTo>
                  <a:lnTo>
                    <a:pt x="477902" y="197189"/>
                  </a:lnTo>
                  <a:lnTo>
                    <a:pt x="477897" y="193246"/>
                  </a:lnTo>
                  <a:lnTo>
                    <a:pt x="477893" y="189302"/>
                  </a:lnTo>
                  <a:lnTo>
                    <a:pt x="477889" y="185358"/>
                  </a:lnTo>
                  <a:lnTo>
                    <a:pt x="477886" y="181414"/>
                  </a:lnTo>
                  <a:lnTo>
                    <a:pt x="477883" y="177470"/>
                  </a:lnTo>
                  <a:lnTo>
                    <a:pt x="477880" y="173527"/>
                  </a:lnTo>
                  <a:lnTo>
                    <a:pt x="477879" y="169583"/>
                  </a:lnTo>
                  <a:lnTo>
                    <a:pt x="477878" y="165639"/>
                  </a:lnTo>
                  <a:lnTo>
                    <a:pt x="477877" y="161695"/>
                  </a:lnTo>
                  <a:lnTo>
                    <a:pt x="477877" y="157751"/>
                  </a:lnTo>
                  <a:lnTo>
                    <a:pt x="477878" y="153808"/>
                  </a:lnTo>
                  <a:lnTo>
                    <a:pt x="477880" y="149864"/>
                  </a:lnTo>
                  <a:lnTo>
                    <a:pt x="477882" y="145920"/>
                  </a:lnTo>
                  <a:lnTo>
                    <a:pt x="477885" y="141976"/>
                  </a:lnTo>
                  <a:lnTo>
                    <a:pt x="477888" y="138032"/>
                  </a:lnTo>
                  <a:lnTo>
                    <a:pt x="477892" y="134089"/>
                  </a:lnTo>
                  <a:lnTo>
                    <a:pt x="477896" y="130145"/>
                  </a:lnTo>
                  <a:lnTo>
                    <a:pt x="477901" y="126201"/>
                  </a:lnTo>
                  <a:lnTo>
                    <a:pt x="477906" y="122257"/>
                  </a:lnTo>
                  <a:lnTo>
                    <a:pt x="477911" y="118313"/>
                  </a:lnTo>
                  <a:lnTo>
                    <a:pt x="477916" y="114370"/>
                  </a:lnTo>
                  <a:lnTo>
                    <a:pt x="477921" y="110426"/>
                  </a:lnTo>
                  <a:lnTo>
                    <a:pt x="477927" y="106482"/>
                  </a:lnTo>
                  <a:lnTo>
                    <a:pt x="477932" y="102538"/>
                  </a:lnTo>
                  <a:lnTo>
                    <a:pt x="477938" y="98594"/>
                  </a:lnTo>
                  <a:lnTo>
                    <a:pt x="477943" y="94651"/>
                  </a:lnTo>
                  <a:lnTo>
                    <a:pt x="477948" y="90707"/>
                  </a:lnTo>
                  <a:lnTo>
                    <a:pt x="477953" y="86763"/>
                  </a:lnTo>
                  <a:lnTo>
                    <a:pt x="477958" y="82819"/>
                  </a:lnTo>
                  <a:lnTo>
                    <a:pt x="477962" y="78875"/>
                  </a:lnTo>
                  <a:lnTo>
                    <a:pt x="477966" y="74932"/>
                  </a:lnTo>
                  <a:lnTo>
                    <a:pt x="477970" y="70988"/>
                  </a:lnTo>
                  <a:lnTo>
                    <a:pt x="477974" y="67044"/>
                  </a:lnTo>
                  <a:lnTo>
                    <a:pt x="477977" y="63100"/>
                  </a:lnTo>
                  <a:lnTo>
                    <a:pt x="477980" y="59156"/>
                  </a:lnTo>
                  <a:lnTo>
                    <a:pt x="477983" y="55213"/>
                  </a:lnTo>
                  <a:lnTo>
                    <a:pt x="477985" y="51269"/>
                  </a:lnTo>
                  <a:lnTo>
                    <a:pt x="477987" y="47325"/>
                  </a:lnTo>
                  <a:lnTo>
                    <a:pt x="477989" y="43381"/>
                  </a:lnTo>
                  <a:lnTo>
                    <a:pt x="477991" y="39437"/>
                  </a:lnTo>
                  <a:lnTo>
                    <a:pt x="477993" y="35494"/>
                  </a:lnTo>
                  <a:lnTo>
                    <a:pt x="477994" y="31550"/>
                  </a:lnTo>
                  <a:lnTo>
                    <a:pt x="477995" y="27606"/>
                  </a:lnTo>
                  <a:lnTo>
                    <a:pt x="477996" y="23662"/>
                  </a:lnTo>
                  <a:lnTo>
                    <a:pt x="477997" y="19718"/>
                  </a:lnTo>
                  <a:lnTo>
                    <a:pt x="477997" y="15775"/>
                  </a:lnTo>
                  <a:lnTo>
                    <a:pt x="477998" y="11831"/>
                  </a:lnTo>
                  <a:lnTo>
                    <a:pt x="477998" y="7887"/>
                  </a:lnTo>
                  <a:lnTo>
                    <a:pt x="477999" y="3943"/>
                  </a:lnTo>
                  <a:lnTo>
                    <a:pt x="478002" y="0"/>
                  </a:lnTo>
                  <a:lnTo>
                    <a:pt x="478002" y="3943"/>
                  </a:lnTo>
                  <a:lnTo>
                    <a:pt x="478003" y="7887"/>
                  </a:lnTo>
                  <a:lnTo>
                    <a:pt x="478003" y="11831"/>
                  </a:lnTo>
                  <a:lnTo>
                    <a:pt x="478004" y="15775"/>
                  </a:lnTo>
                  <a:lnTo>
                    <a:pt x="478005" y="19718"/>
                  </a:lnTo>
                  <a:lnTo>
                    <a:pt x="478005" y="23662"/>
                  </a:lnTo>
                  <a:lnTo>
                    <a:pt x="478006" y="27606"/>
                  </a:lnTo>
                  <a:lnTo>
                    <a:pt x="478007" y="31550"/>
                  </a:lnTo>
                  <a:lnTo>
                    <a:pt x="478009" y="35494"/>
                  </a:lnTo>
                  <a:lnTo>
                    <a:pt x="478010" y="39437"/>
                  </a:lnTo>
                  <a:lnTo>
                    <a:pt x="478012" y="43381"/>
                  </a:lnTo>
                  <a:lnTo>
                    <a:pt x="478014" y="47325"/>
                  </a:lnTo>
                  <a:lnTo>
                    <a:pt x="478016" y="51269"/>
                  </a:lnTo>
                  <a:lnTo>
                    <a:pt x="478018" y="55213"/>
                  </a:lnTo>
                  <a:lnTo>
                    <a:pt x="478021" y="59156"/>
                  </a:lnTo>
                  <a:lnTo>
                    <a:pt x="478024" y="63100"/>
                  </a:lnTo>
                  <a:lnTo>
                    <a:pt x="478027" y="67044"/>
                  </a:lnTo>
                  <a:lnTo>
                    <a:pt x="478031" y="70988"/>
                  </a:lnTo>
                  <a:lnTo>
                    <a:pt x="478035" y="74932"/>
                  </a:lnTo>
                  <a:lnTo>
                    <a:pt x="478039" y="78875"/>
                  </a:lnTo>
                  <a:lnTo>
                    <a:pt x="478043" y="82819"/>
                  </a:lnTo>
                  <a:lnTo>
                    <a:pt x="478048" y="86763"/>
                  </a:lnTo>
                  <a:lnTo>
                    <a:pt x="478053" y="90707"/>
                  </a:lnTo>
                  <a:lnTo>
                    <a:pt x="478058" y="94651"/>
                  </a:lnTo>
                  <a:lnTo>
                    <a:pt x="478063" y="98594"/>
                  </a:lnTo>
                  <a:lnTo>
                    <a:pt x="478069" y="102538"/>
                  </a:lnTo>
                  <a:lnTo>
                    <a:pt x="478074" y="106482"/>
                  </a:lnTo>
                  <a:lnTo>
                    <a:pt x="478080" y="110426"/>
                  </a:lnTo>
                  <a:lnTo>
                    <a:pt x="478085" y="114370"/>
                  </a:lnTo>
                  <a:lnTo>
                    <a:pt x="478091" y="118313"/>
                  </a:lnTo>
                  <a:lnTo>
                    <a:pt x="478096" y="122257"/>
                  </a:lnTo>
                  <a:lnTo>
                    <a:pt x="478101" y="126201"/>
                  </a:lnTo>
                  <a:lnTo>
                    <a:pt x="478105" y="130145"/>
                  </a:lnTo>
                  <a:lnTo>
                    <a:pt x="478109" y="134089"/>
                  </a:lnTo>
                  <a:lnTo>
                    <a:pt x="478113" y="138032"/>
                  </a:lnTo>
                  <a:lnTo>
                    <a:pt x="478116" y="141976"/>
                  </a:lnTo>
                  <a:lnTo>
                    <a:pt x="478119" y="145920"/>
                  </a:lnTo>
                  <a:lnTo>
                    <a:pt x="478121" y="149864"/>
                  </a:lnTo>
                  <a:lnTo>
                    <a:pt x="478123" y="153808"/>
                  </a:lnTo>
                  <a:lnTo>
                    <a:pt x="478124" y="157751"/>
                  </a:lnTo>
                  <a:lnTo>
                    <a:pt x="478124" y="161695"/>
                  </a:lnTo>
                  <a:lnTo>
                    <a:pt x="478124" y="165639"/>
                  </a:lnTo>
                  <a:lnTo>
                    <a:pt x="478122" y="169583"/>
                  </a:lnTo>
                  <a:lnTo>
                    <a:pt x="478121" y="173527"/>
                  </a:lnTo>
                  <a:lnTo>
                    <a:pt x="478118" y="177470"/>
                  </a:lnTo>
                  <a:lnTo>
                    <a:pt x="478116" y="181414"/>
                  </a:lnTo>
                  <a:lnTo>
                    <a:pt x="478112" y="185358"/>
                  </a:lnTo>
                  <a:lnTo>
                    <a:pt x="478108" y="189302"/>
                  </a:lnTo>
                  <a:lnTo>
                    <a:pt x="478104" y="193246"/>
                  </a:lnTo>
                  <a:lnTo>
                    <a:pt x="478099" y="197189"/>
                  </a:lnTo>
                  <a:lnTo>
                    <a:pt x="478094" y="201133"/>
                  </a:lnTo>
                  <a:lnTo>
                    <a:pt x="478089" y="205077"/>
                  </a:lnTo>
                  <a:lnTo>
                    <a:pt x="478084" y="209021"/>
                  </a:lnTo>
                  <a:lnTo>
                    <a:pt x="478078" y="212965"/>
                  </a:lnTo>
                  <a:lnTo>
                    <a:pt x="478073" y="216908"/>
                  </a:lnTo>
                  <a:lnTo>
                    <a:pt x="478067" y="220852"/>
                  </a:lnTo>
                  <a:lnTo>
                    <a:pt x="478062" y="224796"/>
                  </a:lnTo>
                  <a:lnTo>
                    <a:pt x="478057" y="228740"/>
                  </a:lnTo>
                  <a:lnTo>
                    <a:pt x="478052" y="232684"/>
                  </a:lnTo>
                  <a:lnTo>
                    <a:pt x="478047" y="236627"/>
                  </a:lnTo>
                  <a:lnTo>
                    <a:pt x="478042" y="240571"/>
                  </a:lnTo>
                  <a:lnTo>
                    <a:pt x="478038" y="244515"/>
                  </a:lnTo>
                  <a:lnTo>
                    <a:pt x="478034" y="248459"/>
                  </a:lnTo>
                  <a:lnTo>
                    <a:pt x="478030" y="252403"/>
                  </a:lnTo>
                  <a:lnTo>
                    <a:pt x="478027" y="256346"/>
                  </a:lnTo>
                  <a:lnTo>
                    <a:pt x="478024" y="260290"/>
                  </a:lnTo>
                  <a:lnTo>
                    <a:pt x="478021" y="264234"/>
                  </a:lnTo>
                  <a:lnTo>
                    <a:pt x="478019" y="268178"/>
                  </a:lnTo>
                  <a:lnTo>
                    <a:pt x="478017" y="272122"/>
                  </a:lnTo>
                  <a:lnTo>
                    <a:pt x="478015" y="276065"/>
                  </a:lnTo>
                  <a:lnTo>
                    <a:pt x="478013" y="280009"/>
                  </a:lnTo>
                  <a:lnTo>
                    <a:pt x="478012" y="283953"/>
                  </a:lnTo>
                  <a:lnTo>
                    <a:pt x="478011" y="287897"/>
                  </a:lnTo>
                  <a:lnTo>
                    <a:pt x="478011" y="291841"/>
                  </a:lnTo>
                  <a:lnTo>
                    <a:pt x="478010" y="295784"/>
                  </a:lnTo>
                  <a:lnTo>
                    <a:pt x="478010" y="299728"/>
                  </a:lnTo>
                  <a:lnTo>
                    <a:pt x="478011" y="303672"/>
                  </a:lnTo>
                  <a:lnTo>
                    <a:pt x="478011" y="307616"/>
                  </a:lnTo>
                  <a:lnTo>
                    <a:pt x="478012" y="311560"/>
                  </a:lnTo>
                  <a:lnTo>
                    <a:pt x="478014" y="315503"/>
                  </a:lnTo>
                  <a:lnTo>
                    <a:pt x="478015" y="319447"/>
                  </a:lnTo>
                  <a:lnTo>
                    <a:pt x="478017" y="323391"/>
                  </a:lnTo>
                  <a:lnTo>
                    <a:pt x="478019" y="327335"/>
                  </a:lnTo>
                  <a:lnTo>
                    <a:pt x="478022" y="331279"/>
                  </a:lnTo>
                  <a:lnTo>
                    <a:pt x="478025" y="335222"/>
                  </a:lnTo>
                  <a:lnTo>
                    <a:pt x="478029" y="339166"/>
                  </a:lnTo>
                  <a:lnTo>
                    <a:pt x="478033" y="343110"/>
                  </a:lnTo>
                  <a:lnTo>
                    <a:pt x="478037" y="347054"/>
                  </a:lnTo>
                  <a:lnTo>
                    <a:pt x="478042" y="350998"/>
                  </a:lnTo>
                  <a:lnTo>
                    <a:pt x="478047" y="354941"/>
                  </a:lnTo>
                  <a:lnTo>
                    <a:pt x="478053" y="358885"/>
                  </a:lnTo>
                  <a:lnTo>
                    <a:pt x="478060" y="362829"/>
                  </a:lnTo>
                  <a:lnTo>
                    <a:pt x="478067" y="366773"/>
                  </a:lnTo>
                  <a:lnTo>
                    <a:pt x="478074" y="370717"/>
                  </a:lnTo>
                  <a:lnTo>
                    <a:pt x="478082" y="374660"/>
                  </a:lnTo>
                  <a:lnTo>
                    <a:pt x="478091" y="378604"/>
                  </a:lnTo>
                  <a:lnTo>
                    <a:pt x="478100" y="382548"/>
                  </a:lnTo>
                  <a:lnTo>
                    <a:pt x="478110" y="386492"/>
                  </a:lnTo>
                  <a:lnTo>
                    <a:pt x="478121" y="390435"/>
                  </a:lnTo>
                  <a:lnTo>
                    <a:pt x="478132" y="394379"/>
                  </a:lnTo>
                  <a:lnTo>
                    <a:pt x="478143" y="398323"/>
                  </a:lnTo>
                  <a:lnTo>
                    <a:pt x="478156" y="402267"/>
                  </a:lnTo>
                  <a:lnTo>
                    <a:pt x="478169" y="406211"/>
                  </a:lnTo>
                  <a:lnTo>
                    <a:pt x="478182" y="410154"/>
                  </a:lnTo>
                  <a:lnTo>
                    <a:pt x="478197" y="414098"/>
                  </a:lnTo>
                  <a:lnTo>
                    <a:pt x="478212" y="418042"/>
                  </a:lnTo>
                  <a:lnTo>
                    <a:pt x="478227" y="421986"/>
                  </a:lnTo>
                  <a:lnTo>
                    <a:pt x="478244" y="425930"/>
                  </a:lnTo>
                  <a:lnTo>
                    <a:pt x="478262" y="429873"/>
                  </a:lnTo>
                  <a:lnTo>
                    <a:pt x="478281" y="433817"/>
                  </a:lnTo>
                  <a:lnTo>
                    <a:pt x="478300" y="437761"/>
                  </a:lnTo>
                  <a:lnTo>
                    <a:pt x="478321" y="441705"/>
                  </a:lnTo>
                  <a:lnTo>
                    <a:pt x="478344" y="445649"/>
                  </a:lnTo>
                  <a:lnTo>
                    <a:pt x="478368" y="449592"/>
                  </a:lnTo>
                  <a:lnTo>
                    <a:pt x="478394" y="453536"/>
                  </a:lnTo>
                  <a:lnTo>
                    <a:pt x="478421" y="457480"/>
                  </a:lnTo>
                  <a:lnTo>
                    <a:pt x="478451" y="461424"/>
                  </a:lnTo>
                  <a:lnTo>
                    <a:pt x="478483" y="465368"/>
                  </a:lnTo>
                  <a:lnTo>
                    <a:pt x="478517" y="469311"/>
                  </a:lnTo>
                  <a:lnTo>
                    <a:pt x="478555" y="473255"/>
                  </a:lnTo>
                  <a:lnTo>
                    <a:pt x="478596" y="477199"/>
                  </a:lnTo>
                  <a:lnTo>
                    <a:pt x="478640" y="481143"/>
                  </a:lnTo>
                  <a:lnTo>
                    <a:pt x="478687" y="485087"/>
                  </a:lnTo>
                  <a:lnTo>
                    <a:pt x="478738" y="489030"/>
                  </a:lnTo>
                  <a:lnTo>
                    <a:pt x="478794" y="492974"/>
                  </a:lnTo>
                  <a:lnTo>
                    <a:pt x="478854" y="496918"/>
                  </a:lnTo>
                  <a:lnTo>
                    <a:pt x="478919" y="500862"/>
                  </a:lnTo>
                  <a:lnTo>
                    <a:pt x="478989" y="504806"/>
                  </a:lnTo>
                  <a:lnTo>
                    <a:pt x="479063" y="508749"/>
                  </a:lnTo>
                  <a:lnTo>
                    <a:pt x="479143" y="512693"/>
                  </a:lnTo>
                  <a:lnTo>
                    <a:pt x="479229" y="516637"/>
                  </a:lnTo>
                  <a:lnTo>
                    <a:pt x="479321" y="520581"/>
                  </a:lnTo>
                  <a:lnTo>
                    <a:pt x="479418" y="524525"/>
                  </a:lnTo>
                  <a:lnTo>
                    <a:pt x="479522" y="528468"/>
                  </a:lnTo>
                  <a:lnTo>
                    <a:pt x="479631" y="532412"/>
                  </a:lnTo>
                  <a:lnTo>
                    <a:pt x="479745" y="536356"/>
                  </a:lnTo>
                  <a:lnTo>
                    <a:pt x="479867" y="540300"/>
                  </a:lnTo>
                  <a:lnTo>
                    <a:pt x="479995" y="544244"/>
                  </a:lnTo>
                  <a:lnTo>
                    <a:pt x="480128" y="548187"/>
                  </a:lnTo>
                  <a:lnTo>
                    <a:pt x="480266" y="552131"/>
                  </a:lnTo>
                  <a:lnTo>
                    <a:pt x="480410" y="556075"/>
                  </a:lnTo>
                  <a:lnTo>
                    <a:pt x="480559" y="560019"/>
                  </a:lnTo>
                  <a:lnTo>
                    <a:pt x="480714" y="563963"/>
                  </a:lnTo>
                  <a:lnTo>
                    <a:pt x="480874" y="567906"/>
                  </a:lnTo>
                  <a:lnTo>
                    <a:pt x="481039" y="571850"/>
                  </a:lnTo>
                  <a:lnTo>
                    <a:pt x="481208" y="575794"/>
                  </a:lnTo>
                  <a:lnTo>
                    <a:pt x="481381" y="579738"/>
                  </a:lnTo>
                  <a:lnTo>
                    <a:pt x="481560" y="583682"/>
                  </a:lnTo>
                  <a:lnTo>
                    <a:pt x="481742" y="587625"/>
                  </a:lnTo>
                  <a:lnTo>
                    <a:pt x="481929" y="591569"/>
                  </a:lnTo>
                  <a:lnTo>
                    <a:pt x="482119" y="595513"/>
                  </a:lnTo>
                  <a:lnTo>
                    <a:pt x="482314" y="599457"/>
                  </a:lnTo>
                  <a:lnTo>
                    <a:pt x="482512" y="603401"/>
                  </a:lnTo>
                  <a:lnTo>
                    <a:pt x="482716" y="607344"/>
                  </a:lnTo>
                  <a:lnTo>
                    <a:pt x="482924" y="611288"/>
                  </a:lnTo>
                  <a:lnTo>
                    <a:pt x="483136" y="615232"/>
                  </a:lnTo>
                  <a:lnTo>
                    <a:pt x="483353" y="619176"/>
                  </a:lnTo>
                  <a:lnTo>
                    <a:pt x="483574" y="623120"/>
                  </a:lnTo>
                  <a:lnTo>
                    <a:pt x="483801" y="627063"/>
                  </a:lnTo>
                  <a:lnTo>
                    <a:pt x="484034" y="631007"/>
                  </a:lnTo>
                  <a:lnTo>
                    <a:pt x="484273" y="634951"/>
                  </a:lnTo>
                  <a:lnTo>
                    <a:pt x="484518" y="638895"/>
                  </a:lnTo>
                  <a:lnTo>
                    <a:pt x="484769" y="642839"/>
                  </a:lnTo>
                  <a:lnTo>
                    <a:pt x="485026" y="646782"/>
                  </a:lnTo>
                  <a:lnTo>
                    <a:pt x="485291" y="650726"/>
                  </a:lnTo>
                  <a:lnTo>
                    <a:pt x="485564" y="654670"/>
                  </a:lnTo>
                  <a:lnTo>
                    <a:pt x="485843" y="658614"/>
                  </a:lnTo>
                  <a:lnTo>
                    <a:pt x="486131" y="662558"/>
                  </a:lnTo>
                  <a:lnTo>
                    <a:pt x="486425" y="666501"/>
                  </a:lnTo>
                  <a:lnTo>
                    <a:pt x="486728" y="670445"/>
                  </a:lnTo>
                  <a:lnTo>
                    <a:pt x="487040" y="674389"/>
                  </a:lnTo>
                  <a:lnTo>
                    <a:pt x="487360" y="678333"/>
                  </a:lnTo>
                  <a:lnTo>
                    <a:pt x="487689" y="682277"/>
                  </a:lnTo>
                  <a:lnTo>
                    <a:pt x="488026" y="686220"/>
                  </a:lnTo>
                  <a:lnTo>
                    <a:pt x="488371" y="690164"/>
                  </a:lnTo>
                  <a:lnTo>
                    <a:pt x="488726" y="694108"/>
                  </a:lnTo>
                  <a:lnTo>
                    <a:pt x="489091" y="698052"/>
                  </a:lnTo>
                  <a:lnTo>
                    <a:pt x="489465" y="701996"/>
                  </a:lnTo>
                  <a:lnTo>
                    <a:pt x="489848" y="705939"/>
                  </a:lnTo>
                  <a:lnTo>
                    <a:pt x="490240" y="709883"/>
                  </a:lnTo>
                  <a:lnTo>
                    <a:pt x="490641" y="713827"/>
                  </a:lnTo>
                  <a:lnTo>
                    <a:pt x="491054" y="717771"/>
                  </a:lnTo>
                  <a:lnTo>
                    <a:pt x="491477" y="721715"/>
                  </a:lnTo>
                  <a:lnTo>
                    <a:pt x="491911" y="725658"/>
                  </a:lnTo>
                  <a:lnTo>
                    <a:pt x="492356" y="729602"/>
                  </a:lnTo>
                  <a:lnTo>
                    <a:pt x="492812" y="733546"/>
                  </a:lnTo>
                  <a:lnTo>
                    <a:pt x="493279" y="737490"/>
                  </a:lnTo>
                  <a:lnTo>
                    <a:pt x="493760" y="741434"/>
                  </a:lnTo>
                  <a:lnTo>
                    <a:pt x="494254" y="745377"/>
                  </a:lnTo>
                  <a:lnTo>
                    <a:pt x="494760" y="749321"/>
                  </a:lnTo>
                  <a:lnTo>
                    <a:pt x="495280" y="753265"/>
                  </a:lnTo>
                  <a:lnTo>
                    <a:pt x="495812" y="757209"/>
                  </a:lnTo>
                  <a:lnTo>
                    <a:pt x="496359" y="761152"/>
                  </a:lnTo>
                  <a:lnTo>
                    <a:pt x="496924" y="765096"/>
                  </a:lnTo>
                  <a:lnTo>
                    <a:pt x="497504" y="769040"/>
                  </a:lnTo>
                  <a:lnTo>
                    <a:pt x="498098" y="772984"/>
                  </a:lnTo>
                  <a:lnTo>
                    <a:pt x="498708" y="776928"/>
                  </a:lnTo>
                  <a:lnTo>
                    <a:pt x="499333" y="780871"/>
                  </a:lnTo>
                  <a:lnTo>
                    <a:pt x="499976" y="784815"/>
                  </a:lnTo>
                  <a:lnTo>
                    <a:pt x="500638" y="788759"/>
                  </a:lnTo>
                  <a:lnTo>
                    <a:pt x="501315" y="792703"/>
                  </a:lnTo>
                  <a:lnTo>
                    <a:pt x="502009" y="796647"/>
                  </a:lnTo>
                  <a:lnTo>
                    <a:pt x="502718" y="800590"/>
                  </a:lnTo>
                  <a:lnTo>
                    <a:pt x="503443" y="804534"/>
                  </a:lnTo>
                  <a:lnTo>
                    <a:pt x="504187" y="808478"/>
                  </a:lnTo>
                  <a:lnTo>
                    <a:pt x="504946" y="812422"/>
                  </a:lnTo>
                  <a:lnTo>
                    <a:pt x="505718" y="816366"/>
                  </a:lnTo>
                  <a:lnTo>
                    <a:pt x="506504" y="820309"/>
                  </a:lnTo>
                  <a:lnTo>
                    <a:pt x="507303" y="824253"/>
                  </a:lnTo>
                  <a:lnTo>
                    <a:pt x="508112" y="828197"/>
                  </a:lnTo>
                  <a:lnTo>
                    <a:pt x="508934" y="832141"/>
                  </a:lnTo>
                  <a:lnTo>
                    <a:pt x="509764" y="836085"/>
                  </a:lnTo>
                  <a:lnTo>
                    <a:pt x="510601" y="840028"/>
                  </a:lnTo>
                  <a:lnTo>
                    <a:pt x="511442" y="843972"/>
                  </a:lnTo>
                  <a:lnTo>
                    <a:pt x="512288" y="847916"/>
                  </a:lnTo>
                  <a:lnTo>
                    <a:pt x="513135" y="851860"/>
                  </a:lnTo>
                  <a:lnTo>
                    <a:pt x="513981" y="855804"/>
                  </a:lnTo>
                  <a:lnTo>
                    <a:pt x="514826" y="859747"/>
                  </a:lnTo>
                  <a:lnTo>
                    <a:pt x="515666" y="863691"/>
                  </a:lnTo>
                  <a:lnTo>
                    <a:pt x="516500" y="867635"/>
                  </a:lnTo>
                  <a:lnTo>
                    <a:pt x="517328" y="871579"/>
                  </a:lnTo>
                  <a:lnTo>
                    <a:pt x="518146" y="875523"/>
                  </a:lnTo>
                  <a:lnTo>
                    <a:pt x="518953" y="879466"/>
                  </a:lnTo>
                  <a:lnTo>
                    <a:pt x="519749" y="883410"/>
                  </a:lnTo>
                  <a:lnTo>
                    <a:pt x="520534" y="887354"/>
                  </a:lnTo>
                  <a:lnTo>
                    <a:pt x="521307" y="891298"/>
                  </a:lnTo>
                  <a:lnTo>
                    <a:pt x="522069" y="895242"/>
                  </a:lnTo>
                  <a:lnTo>
                    <a:pt x="522816" y="899185"/>
                  </a:lnTo>
                  <a:lnTo>
                    <a:pt x="523554" y="903129"/>
                  </a:lnTo>
                  <a:lnTo>
                    <a:pt x="524282" y="907073"/>
                  </a:lnTo>
                  <a:lnTo>
                    <a:pt x="525002" y="911017"/>
                  </a:lnTo>
                  <a:lnTo>
                    <a:pt x="525716" y="914961"/>
                  </a:lnTo>
                  <a:lnTo>
                    <a:pt x="526426" y="918904"/>
                  </a:lnTo>
                  <a:lnTo>
                    <a:pt x="527134" y="922848"/>
                  </a:lnTo>
                  <a:lnTo>
                    <a:pt x="527844" y="926792"/>
                  </a:lnTo>
                  <a:lnTo>
                    <a:pt x="528559" y="930736"/>
                  </a:lnTo>
                  <a:lnTo>
                    <a:pt x="529281" y="934680"/>
                  </a:lnTo>
                  <a:lnTo>
                    <a:pt x="530013" y="938623"/>
                  </a:lnTo>
                  <a:lnTo>
                    <a:pt x="530760" y="942567"/>
                  </a:lnTo>
                  <a:lnTo>
                    <a:pt x="531527" y="946511"/>
                  </a:lnTo>
                  <a:lnTo>
                    <a:pt x="532314" y="950455"/>
                  </a:lnTo>
                  <a:lnTo>
                    <a:pt x="533125" y="954399"/>
                  </a:lnTo>
                  <a:lnTo>
                    <a:pt x="533962" y="958342"/>
                  </a:lnTo>
                  <a:lnTo>
                    <a:pt x="534828" y="962286"/>
                  </a:lnTo>
                  <a:lnTo>
                    <a:pt x="535732" y="966230"/>
                  </a:lnTo>
                  <a:lnTo>
                    <a:pt x="536670" y="970174"/>
                  </a:lnTo>
                  <a:lnTo>
                    <a:pt x="537645" y="974118"/>
                  </a:lnTo>
                  <a:lnTo>
                    <a:pt x="538656" y="978061"/>
                  </a:lnTo>
                  <a:lnTo>
                    <a:pt x="539704" y="982005"/>
                  </a:lnTo>
                  <a:lnTo>
                    <a:pt x="540793" y="985949"/>
                  </a:lnTo>
                  <a:lnTo>
                    <a:pt x="541930" y="989893"/>
                  </a:lnTo>
                  <a:lnTo>
                    <a:pt x="543105" y="993837"/>
                  </a:lnTo>
                  <a:lnTo>
                    <a:pt x="544319" y="997780"/>
                  </a:lnTo>
                  <a:lnTo>
                    <a:pt x="545571" y="1001724"/>
                  </a:lnTo>
                  <a:lnTo>
                    <a:pt x="546859" y="1005668"/>
                  </a:lnTo>
                  <a:lnTo>
                    <a:pt x="548189" y="1009612"/>
                  </a:lnTo>
                  <a:lnTo>
                    <a:pt x="549557" y="1013556"/>
                  </a:lnTo>
                  <a:lnTo>
                    <a:pt x="550958" y="1017499"/>
                  </a:lnTo>
                  <a:lnTo>
                    <a:pt x="552390" y="1021443"/>
                  </a:lnTo>
                  <a:lnTo>
                    <a:pt x="553851" y="1025387"/>
                  </a:lnTo>
                  <a:lnTo>
                    <a:pt x="555339" y="1029331"/>
                  </a:lnTo>
                  <a:lnTo>
                    <a:pt x="556859" y="1033275"/>
                  </a:lnTo>
                  <a:lnTo>
                    <a:pt x="558402" y="1037218"/>
                  </a:lnTo>
                  <a:lnTo>
                    <a:pt x="559967" y="1041162"/>
                  </a:lnTo>
                  <a:lnTo>
                    <a:pt x="561551" y="1045106"/>
                  </a:lnTo>
                  <a:lnTo>
                    <a:pt x="563154" y="1049050"/>
                  </a:lnTo>
                  <a:lnTo>
                    <a:pt x="564774" y="1052994"/>
                  </a:lnTo>
                  <a:lnTo>
                    <a:pt x="566412" y="1056937"/>
                  </a:lnTo>
                  <a:lnTo>
                    <a:pt x="568062" y="1060881"/>
                  </a:lnTo>
                  <a:lnTo>
                    <a:pt x="569725" y="1064825"/>
                  </a:lnTo>
                  <a:lnTo>
                    <a:pt x="571398" y="1068769"/>
                  </a:lnTo>
                  <a:lnTo>
                    <a:pt x="573081" y="1072713"/>
                  </a:lnTo>
                  <a:lnTo>
                    <a:pt x="574773" y="1076656"/>
                  </a:lnTo>
                  <a:lnTo>
                    <a:pt x="576472" y="1080600"/>
                  </a:lnTo>
                  <a:lnTo>
                    <a:pt x="578176" y="1084544"/>
                  </a:lnTo>
                  <a:lnTo>
                    <a:pt x="579884" y="1088488"/>
                  </a:lnTo>
                  <a:lnTo>
                    <a:pt x="581595" y="1092432"/>
                  </a:lnTo>
                  <a:lnTo>
                    <a:pt x="583307" y="1096375"/>
                  </a:lnTo>
                  <a:lnTo>
                    <a:pt x="585017" y="1100319"/>
                  </a:lnTo>
                  <a:lnTo>
                    <a:pt x="586724" y="1104263"/>
                  </a:lnTo>
                  <a:lnTo>
                    <a:pt x="588425" y="1108207"/>
                  </a:lnTo>
                  <a:lnTo>
                    <a:pt x="590118" y="1112151"/>
                  </a:lnTo>
                  <a:lnTo>
                    <a:pt x="591802" y="1116094"/>
                  </a:lnTo>
                  <a:lnTo>
                    <a:pt x="593472" y="1120038"/>
                  </a:lnTo>
                  <a:lnTo>
                    <a:pt x="595123" y="1123982"/>
                  </a:lnTo>
                  <a:lnTo>
                    <a:pt x="596754" y="1127926"/>
                  </a:lnTo>
                  <a:lnTo>
                    <a:pt x="598363" y="1131869"/>
                  </a:lnTo>
                  <a:lnTo>
                    <a:pt x="599946" y="1135813"/>
                  </a:lnTo>
                  <a:lnTo>
                    <a:pt x="601502" y="1139757"/>
                  </a:lnTo>
                  <a:lnTo>
                    <a:pt x="603024" y="1143701"/>
                  </a:lnTo>
                  <a:lnTo>
                    <a:pt x="604506" y="1147645"/>
                  </a:lnTo>
                  <a:lnTo>
                    <a:pt x="605950" y="1151588"/>
                  </a:lnTo>
                  <a:lnTo>
                    <a:pt x="607353" y="1155532"/>
                  </a:lnTo>
                  <a:lnTo>
                    <a:pt x="608715" y="1159476"/>
                  </a:lnTo>
                  <a:lnTo>
                    <a:pt x="610032" y="1163420"/>
                  </a:lnTo>
                  <a:lnTo>
                    <a:pt x="611295" y="1167364"/>
                  </a:lnTo>
                  <a:lnTo>
                    <a:pt x="612504" y="1171307"/>
                  </a:lnTo>
                  <a:lnTo>
                    <a:pt x="613663" y="1175251"/>
                  </a:lnTo>
                  <a:lnTo>
                    <a:pt x="614770" y="1179195"/>
                  </a:lnTo>
                  <a:lnTo>
                    <a:pt x="615825" y="1183139"/>
                  </a:lnTo>
                  <a:lnTo>
                    <a:pt x="616827" y="1187083"/>
                  </a:lnTo>
                  <a:lnTo>
                    <a:pt x="617760" y="1191026"/>
                  </a:lnTo>
                  <a:lnTo>
                    <a:pt x="618637" y="1194970"/>
                  </a:lnTo>
                  <a:lnTo>
                    <a:pt x="619458" y="1198914"/>
                  </a:lnTo>
                  <a:lnTo>
                    <a:pt x="620223" y="1202858"/>
                  </a:lnTo>
                  <a:lnTo>
                    <a:pt x="620361" y="1203627"/>
                  </a:lnTo>
                  <a:lnTo>
                    <a:pt x="620931" y="1206802"/>
                  </a:lnTo>
                  <a:lnTo>
                    <a:pt x="621577" y="1210745"/>
                  </a:lnTo>
                  <a:lnTo>
                    <a:pt x="622152" y="1214689"/>
                  </a:lnTo>
                  <a:lnTo>
                    <a:pt x="622666" y="1218633"/>
                  </a:lnTo>
                  <a:lnTo>
                    <a:pt x="623119" y="1222577"/>
                  </a:lnTo>
                  <a:lnTo>
                    <a:pt x="623509" y="1226521"/>
                  </a:lnTo>
                  <a:lnTo>
                    <a:pt x="623834" y="1230464"/>
                  </a:lnTo>
                  <a:lnTo>
                    <a:pt x="624081" y="1234408"/>
                  </a:lnTo>
                  <a:lnTo>
                    <a:pt x="624250" y="1238352"/>
                  </a:lnTo>
                  <a:lnTo>
                    <a:pt x="624346" y="1242296"/>
                  </a:lnTo>
                  <a:lnTo>
                    <a:pt x="624367" y="1246240"/>
                  </a:lnTo>
                  <a:lnTo>
                    <a:pt x="624309" y="1250183"/>
                  </a:lnTo>
                  <a:lnTo>
                    <a:pt x="624171" y="1254127"/>
                  </a:lnTo>
                  <a:lnTo>
                    <a:pt x="623927" y="1258071"/>
                  </a:lnTo>
                  <a:lnTo>
                    <a:pt x="623593" y="1262015"/>
                  </a:lnTo>
                  <a:lnTo>
                    <a:pt x="623167" y="1265959"/>
                  </a:lnTo>
                  <a:lnTo>
                    <a:pt x="622648" y="1269902"/>
                  </a:lnTo>
                  <a:lnTo>
                    <a:pt x="622034" y="1273846"/>
                  </a:lnTo>
                  <a:lnTo>
                    <a:pt x="621316" y="1277790"/>
                  </a:lnTo>
                  <a:lnTo>
                    <a:pt x="620478" y="1281734"/>
                  </a:lnTo>
                  <a:lnTo>
                    <a:pt x="619539" y="1285678"/>
                  </a:lnTo>
                  <a:lnTo>
                    <a:pt x="618500" y="1289621"/>
                  </a:lnTo>
                  <a:lnTo>
                    <a:pt x="617360" y="1293565"/>
                  </a:lnTo>
                  <a:lnTo>
                    <a:pt x="616120" y="1297509"/>
                  </a:lnTo>
                  <a:lnTo>
                    <a:pt x="614769" y="1301453"/>
                  </a:lnTo>
                  <a:lnTo>
                    <a:pt x="613311" y="1305397"/>
                  </a:lnTo>
                  <a:lnTo>
                    <a:pt x="611760" y="1309340"/>
                  </a:lnTo>
                  <a:lnTo>
                    <a:pt x="610122" y="1313284"/>
                  </a:lnTo>
                  <a:lnTo>
                    <a:pt x="608400" y="1317228"/>
                  </a:lnTo>
                  <a:lnTo>
                    <a:pt x="606597" y="1321172"/>
                  </a:lnTo>
                  <a:lnTo>
                    <a:pt x="604705" y="1325116"/>
                  </a:lnTo>
                  <a:lnTo>
                    <a:pt x="602743" y="1329059"/>
                  </a:lnTo>
                  <a:lnTo>
                    <a:pt x="600721" y="1333003"/>
                  </a:lnTo>
                  <a:lnTo>
                    <a:pt x="598644" y="1336947"/>
                  </a:lnTo>
                  <a:lnTo>
                    <a:pt x="596518" y="1340891"/>
                  </a:lnTo>
                  <a:lnTo>
                    <a:pt x="594349" y="1344835"/>
                  </a:lnTo>
                  <a:lnTo>
                    <a:pt x="592136" y="1348778"/>
                  </a:lnTo>
                  <a:lnTo>
                    <a:pt x="589897" y="1352722"/>
                  </a:lnTo>
                  <a:lnTo>
                    <a:pt x="587637" y="1356666"/>
                  </a:lnTo>
                  <a:lnTo>
                    <a:pt x="585360" y="1360610"/>
                  </a:lnTo>
                  <a:lnTo>
                    <a:pt x="583073" y="1364554"/>
                  </a:lnTo>
                  <a:lnTo>
                    <a:pt x="580780" y="1368497"/>
                  </a:lnTo>
                  <a:lnTo>
                    <a:pt x="578487" y="1372441"/>
                  </a:lnTo>
                  <a:lnTo>
                    <a:pt x="576200" y="1376385"/>
                  </a:lnTo>
                  <a:lnTo>
                    <a:pt x="573921" y="1380329"/>
                  </a:lnTo>
                  <a:lnTo>
                    <a:pt x="571654" y="1384273"/>
                  </a:lnTo>
                  <a:lnTo>
                    <a:pt x="569401" y="1388216"/>
                  </a:lnTo>
                  <a:lnTo>
                    <a:pt x="567170" y="1392160"/>
                  </a:lnTo>
                  <a:lnTo>
                    <a:pt x="564960" y="1396104"/>
                  </a:lnTo>
                  <a:lnTo>
                    <a:pt x="562773" y="1400048"/>
                  </a:lnTo>
                  <a:lnTo>
                    <a:pt x="560609" y="1403992"/>
                  </a:lnTo>
                  <a:lnTo>
                    <a:pt x="558469" y="1407935"/>
                  </a:lnTo>
                  <a:lnTo>
                    <a:pt x="556356" y="1411879"/>
                  </a:lnTo>
                  <a:lnTo>
                    <a:pt x="554275" y="1415823"/>
                  </a:lnTo>
                  <a:lnTo>
                    <a:pt x="552222" y="1419767"/>
                  </a:lnTo>
                  <a:lnTo>
                    <a:pt x="550197" y="1423711"/>
                  </a:lnTo>
                  <a:lnTo>
                    <a:pt x="548201" y="1427654"/>
                  </a:lnTo>
                  <a:lnTo>
                    <a:pt x="546233" y="1431598"/>
                  </a:lnTo>
                  <a:lnTo>
                    <a:pt x="544297" y="1435542"/>
                  </a:lnTo>
                  <a:lnTo>
                    <a:pt x="542397" y="1439486"/>
                  </a:lnTo>
                  <a:lnTo>
                    <a:pt x="540528" y="1443430"/>
                  </a:lnTo>
                  <a:lnTo>
                    <a:pt x="538690" y="1447373"/>
                  </a:lnTo>
                  <a:lnTo>
                    <a:pt x="536884" y="1451317"/>
                  </a:lnTo>
                  <a:lnTo>
                    <a:pt x="535111" y="1455261"/>
                  </a:lnTo>
                  <a:lnTo>
                    <a:pt x="533378" y="1459205"/>
                  </a:lnTo>
                  <a:lnTo>
                    <a:pt x="531682" y="1463149"/>
                  </a:lnTo>
                  <a:lnTo>
                    <a:pt x="530023" y="1467092"/>
                  </a:lnTo>
                  <a:lnTo>
                    <a:pt x="528401" y="1471036"/>
                  </a:lnTo>
                  <a:lnTo>
                    <a:pt x="526815" y="1474980"/>
                  </a:lnTo>
                  <a:lnTo>
                    <a:pt x="525268" y="1478924"/>
                  </a:lnTo>
                  <a:lnTo>
                    <a:pt x="523771" y="1482868"/>
                  </a:lnTo>
                  <a:lnTo>
                    <a:pt x="522313" y="1486811"/>
                  </a:lnTo>
                  <a:lnTo>
                    <a:pt x="520895" y="1490755"/>
                  </a:lnTo>
                  <a:lnTo>
                    <a:pt x="519517" y="1494699"/>
                  </a:lnTo>
                  <a:lnTo>
                    <a:pt x="518179" y="1498643"/>
                  </a:lnTo>
                  <a:lnTo>
                    <a:pt x="516885" y="1502587"/>
                  </a:lnTo>
                  <a:lnTo>
                    <a:pt x="515637" y="1506530"/>
                  </a:lnTo>
                  <a:lnTo>
                    <a:pt x="514429" y="1510474"/>
                  </a:lnTo>
                  <a:lnTo>
                    <a:pt x="513257" y="1514418"/>
                  </a:lnTo>
                  <a:lnTo>
                    <a:pt x="512123" y="1518362"/>
                  </a:lnTo>
                  <a:lnTo>
                    <a:pt x="511024" y="1522305"/>
                  </a:lnTo>
                  <a:lnTo>
                    <a:pt x="509965" y="1526249"/>
                  </a:lnTo>
                  <a:lnTo>
                    <a:pt x="508941" y="1530193"/>
                  </a:lnTo>
                  <a:lnTo>
                    <a:pt x="507948" y="1534137"/>
                  </a:lnTo>
                  <a:lnTo>
                    <a:pt x="506984" y="1538081"/>
                  </a:lnTo>
                  <a:lnTo>
                    <a:pt x="506047" y="1542024"/>
                  </a:lnTo>
                  <a:lnTo>
                    <a:pt x="505136" y="1545968"/>
                  </a:lnTo>
                  <a:lnTo>
                    <a:pt x="504638" y="1548197"/>
                  </a:lnTo>
                  <a:lnTo>
                    <a:pt x="504254" y="1549912"/>
                  </a:lnTo>
                  <a:lnTo>
                    <a:pt x="503395" y="1553856"/>
                  </a:lnTo>
                  <a:lnTo>
                    <a:pt x="502556" y="1557800"/>
                  </a:lnTo>
                  <a:lnTo>
                    <a:pt x="501736" y="1561743"/>
                  </a:lnTo>
                  <a:lnTo>
                    <a:pt x="500935" y="1565687"/>
                  </a:lnTo>
                  <a:lnTo>
                    <a:pt x="500151" y="1569631"/>
                  </a:lnTo>
                  <a:lnTo>
                    <a:pt x="499387" y="1573575"/>
                  </a:lnTo>
                  <a:lnTo>
                    <a:pt x="498639" y="1577519"/>
                  </a:lnTo>
                  <a:lnTo>
                    <a:pt x="497905" y="1581462"/>
                  </a:lnTo>
                  <a:lnTo>
                    <a:pt x="497186" y="1585406"/>
                  </a:lnTo>
                  <a:lnTo>
                    <a:pt x="496482" y="1589350"/>
                  </a:lnTo>
                  <a:lnTo>
                    <a:pt x="495794" y="1593294"/>
                  </a:lnTo>
                  <a:lnTo>
                    <a:pt x="495122" y="1597238"/>
                  </a:lnTo>
                  <a:lnTo>
                    <a:pt x="494465" y="1601181"/>
                  </a:lnTo>
                  <a:lnTo>
                    <a:pt x="493822" y="1605125"/>
                  </a:lnTo>
                  <a:lnTo>
                    <a:pt x="493195" y="1609069"/>
                  </a:lnTo>
                  <a:lnTo>
                    <a:pt x="492584" y="1613013"/>
                  </a:lnTo>
                  <a:lnTo>
                    <a:pt x="491992" y="1616957"/>
                  </a:lnTo>
                  <a:lnTo>
                    <a:pt x="491419" y="1620900"/>
                  </a:lnTo>
                  <a:lnTo>
                    <a:pt x="490863" y="1624844"/>
                  </a:lnTo>
                  <a:lnTo>
                    <a:pt x="490327" y="1628788"/>
                  </a:lnTo>
                  <a:lnTo>
                    <a:pt x="489811" y="1632732"/>
                  </a:lnTo>
                  <a:lnTo>
                    <a:pt x="489318" y="1636676"/>
                  </a:lnTo>
                  <a:lnTo>
                    <a:pt x="488855" y="1640619"/>
                  </a:lnTo>
                  <a:lnTo>
                    <a:pt x="488421" y="1644563"/>
                  </a:lnTo>
                  <a:lnTo>
                    <a:pt x="488018" y="1648507"/>
                  </a:lnTo>
                  <a:lnTo>
                    <a:pt x="487651" y="1652451"/>
                  </a:lnTo>
                  <a:lnTo>
                    <a:pt x="487325" y="1656395"/>
                  </a:lnTo>
                  <a:lnTo>
                    <a:pt x="487052" y="1660338"/>
                  </a:lnTo>
                  <a:lnTo>
                    <a:pt x="486845" y="1664282"/>
                  </a:lnTo>
                  <a:lnTo>
                    <a:pt x="486709" y="1668226"/>
                  </a:lnTo>
                  <a:lnTo>
                    <a:pt x="486654" y="1672170"/>
                  </a:lnTo>
                  <a:lnTo>
                    <a:pt x="486694" y="1676114"/>
                  </a:lnTo>
                  <a:lnTo>
                    <a:pt x="486845" y="1680057"/>
                  </a:lnTo>
                  <a:lnTo>
                    <a:pt x="487156" y="1684001"/>
                  </a:lnTo>
                  <a:lnTo>
                    <a:pt x="487643" y="1687945"/>
                  </a:lnTo>
                  <a:lnTo>
                    <a:pt x="488323" y="1691889"/>
                  </a:lnTo>
                  <a:lnTo>
                    <a:pt x="489225" y="1695833"/>
                  </a:lnTo>
                  <a:lnTo>
                    <a:pt x="490382" y="1699776"/>
                  </a:lnTo>
                  <a:lnTo>
                    <a:pt x="491835" y="1703720"/>
                  </a:lnTo>
                  <a:lnTo>
                    <a:pt x="493723" y="1707664"/>
                  </a:lnTo>
                  <a:lnTo>
                    <a:pt x="496019" y="1711608"/>
                  </a:lnTo>
                  <a:lnTo>
                    <a:pt x="498773" y="1715552"/>
                  </a:lnTo>
                  <a:lnTo>
                    <a:pt x="502037" y="1719495"/>
                  </a:lnTo>
                  <a:lnTo>
                    <a:pt x="505866" y="1723439"/>
                  </a:lnTo>
                  <a:lnTo>
                    <a:pt x="510389" y="1727383"/>
                  </a:lnTo>
                  <a:lnTo>
                    <a:pt x="515743" y="1731327"/>
                  </a:lnTo>
                  <a:lnTo>
                    <a:pt x="521882" y="1735271"/>
                  </a:lnTo>
                  <a:lnTo>
                    <a:pt x="528863" y="1739214"/>
                  </a:lnTo>
                  <a:lnTo>
                    <a:pt x="536742" y="1743158"/>
                  </a:lnTo>
                  <a:lnTo>
                    <a:pt x="545571" y="1747102"/>
                  </a:lnTo>
                  <a:lnTo>
                    <a:pt x="555597" y="1751046"/>
                  </a:lnTo>
                  <a:lnTo>
                    <a:pt x="566774" y="1754990"/>
                  </a:lnTo>
                  <a:lnTo>
                    <a:pt x="579037" y="1758933"/>
                  </a:lnTo>
                  <a:lnTo>
                    <a:pt x="592400" y="1762877"/>
                  </a:lnTo>
                  <a:lnTo>
                    <a:pt x="606863" y="1766821"/>
                  </a:lnTo>
                  <a:lnTo>
                    <a:pt x="622416" y="1770765"/>
                  </a:lnTo>
                  <a:lnTo>
                    <a:pt x="639294" y="1774709"/>
                  </a:lnTo>
                  <a:lnTo>
                    <a:pt x="657140" y="1778652"/>
                  </a:lnTo>
                  <a:lnTo>
                    <a:pt x="675870" y="1782596"/>
                  </a:lnTo>
                  <a:lnTo>
                    <a:pt x="695387" y="1786540"/>
                  </a:lnTo>
                  <a:lnTo>
                    <a:pt x="715574" y="1790484"/>
                  </a:lnTo>
                  <a:lnTo>
                    <a:pt x="736326" y="1794428"/>
                  </a:lnTo>
                  <a:lnTo>
                    <a:pt x="757439" y="1798371"/>
                  </a:lnTo>
                  <a:lnTo>
                    <a:pt x="778629" y="1802315"/>
                  </a:lnTo>
                  <a:lnTo>
                    <a:pt x="799701" y="1806259"/>
                  </a:lnTo>
                  <a:lnTo>
                    <a:pt x="820448" y="1810203"/>
                  </a:lnTo>
                  <a:lnTo>
                    <a:pt x="840659" y="1814147"/>
                  </a:lnTo>
                  <a:lnTo>
                    <a:pt x="859933" y="1818090"/>
                  </a:lnTo>
                  <a:lnTo>
                    <a:pt x="877986" y="1822034"/>
                  </a:lnTo>
                  <a:lnTo>
                    <a:pt x="894691" y="1825978"/>
                  </a:lnTo>
                  <a:lnTo>
                    <a:pt x="909845" y="1829922"/>
                  </a:lnTo>
                  <a:lnTo>
                    <a:pt x="923260" y="1833866"/>
                  </a:lnTo>
                  <a:lnTo>
                    <a:pt x="934756" y="1837809"/>
                  </a:lnTo>
                  <a:lnTo>
                    <a:pt x="943603" y="1841753"/>
                  </a:lnTo>
                  <a:lnTo>
                    <a:pt x="950118" y="1845697"/>
                  </a:lnTo>
                  <a:lnTo>
                    <a:pt x="954269" y="1849641"/>
                  </a:lnTo>
                  <a:lnTo>
                    <a:pt x="956002" y="1853585"/>
                  </a:lnTo>
                  <a:lnTo>
                    <a:pt x="955892" y="1854190"/>
                  </a:lnTo>
                  <a:lnTo>
                    <a:pt x="955288" y="1857528"/>
                  </a:lnTo>
                  <a:lnTo>
                    <a:pt x="951980" y="1861472"/>
                  </a:lnTo>
                  <a:lnTo>
                    <a:pt x="945792" y="1865416"/>
                  </a:lnTo>
                  <a:lnTo>
                    <a:pt x="937332" y="1869360"/>
                  </a:lnTo>
                  <a:lnTo>
                    <a:pt x="926717" y="1873304"/>
                  </a:lnTo>
                  <a:lnTo>
                    <a:pt x="914087" y="1877247"/>
                  </a:lnTo>
                  <a:lnTo>
                    <a:pt x="899602" y="1881191"/>
                  </a:lnTo>
                  <a:lnTo>
                    <a:pt x="883239" y="1885135"/>
                  </a:lnTo>
                  <a:lnTo>
                    <a:pt x="865342" y="1889079"/>
                  </a:lnTo>
                  <a:lnTo>
                    <a:pt x="846331" y="1893022"/>
                  </a:lnTo>
                  <a:lnTo>
                    <a:pt x="826424" y="1896966"/>
                  </a:lnTo>
                  <a:lnTo>
                    <a:pt x="805840" y="1900910"/>
                  </a:lnTo>
                  <a:lnTo>
                    <a:pt x="784796" y="1904854"/>
                  </a:lnTo>
                  <a:lnTo>
                    <a:pt x="763524" y="1908798"/>
                  </a:lnTo>
                  <a:lnTo>
                    <a:pt x="742340" y="1912741"/>
                  </a:lnTo>
                  <a:lnTo>
                    <a:pt x="721428" y="1916685"/>
                  </a:lnTo>
                  <a:lnTo>
                    <a:pt x="700948" y="1920629"/>
                  </a:lnTo>
                  <a:lnTo>
                    <a:pt x="681050" y="1924573"/>
                  </a:lnTo>
                  <a:lnTo>
                    <a:pt x="661901" y="1928517"/>
                  </a:lnTo>
                  <a:lnTo>
                    <a:pt x="643811" y="1932460"/>
                  </a:lnTo>
                  <a:lnTo>
                    <a:pt x="626688" y="1936404"/>
                  </a:lnTo>
                  <a:lnTo>
                    <a:pt x="610585" y="1940348"/>
                  </a:lnTo>
                  <a:lnTo>
                    <a:pt x="595542" y="1944292"/>
                  </a:lnTo>
                  <a:lnTo>
                    <a:pt x="581584" y="1948236"/>
                  </a:lnTo>
                  <a:lnTo>
                    <a:pt x="568859" y="1952179"/>
                  </a:lnTo>
                  <a:lnTo>
                    <a:pt x="557371" y="1956123"/>
                  </a:lnTo>
                  <a:lnTo>
                    <a:pt x="546932" y="1960067"/>
                  </a:lnTo>
                  <a:lnTo>
                    <a:pt x="537506" y="1964011"/>
                  </a:lnTo>
                  <a:lnTo>
                    <a:pt x="529049" y="1967955"/>
                  </a:lnTo>
                  <a:lnTo>
                    <a:pt x="521513" y="1971898"/>
                  </a:lnTo>
                  <a:lnTo>
                    <a:pt x="515006" y="1975842"/>
                  </a:lnTo>
                  <a:lnTo>
                    <a:pt x="509318" y="1979786"/>
                  </a:lnTo>
                  <a:lnTo>
                    <a:pt x="504337" y="1983730"/>
                  </a:lnTo>
                  <a:lnTo>
                    <a:pt x="500004" y="1987674"/>
                  </a:lnTo>
                  <a:lnTo>
                    <a:pt x="496259" y="1991617"/>
                  </a:lnTo>
                  <a:lnTo>
                    <a:pt x="493057" y="1995561"/>
                  </a:lnTo>
                  <a:lnTo>
                    <a:pt x="490426" y="1999505"/>
                  </a:lnTo>
                  <a:lnTo>
                    <a:pt x="488186" y="2003449"/>
                  </a:lnTo>
                  <a:lnTo>
                    <a:pt x="486292" y="2007393"/>
                  </a:lnTo>
                  <a:lnTo>
                    <a:pt x="484702" y="2011336"/>
                  </a:lnTo>
                  <a:lnTo>
                    <a:pt x="483378" y="2015280"/>
                  </a:lnTo>
                  <a:close/>
                </a:path>
              </a:pathLst>
            </a:custGeom>
            <a:solidFill>
              <a:srgbClr val="E9E29C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g17"/>
            <p:cNvSpPr/>
            <p:nvPr/>
          </p:nvSpPr>
          <p:spPr>
            <a:xfrm>
              <a:off x="4295148" y="2455878"/>
              <a:ext cx="956002" cy="1826703"/>
            </a:xfrm>
            <a:custGeom>
              <a:avLst/>
              <a:pathLst>
                <a:path w="956002" h="1826703">
                  <a:moveTo>
                    <a:pt x="472624" y="1826703"/>
                  </a:moveTo>
                  <a:lnTo>
                    <a:pt x="471603" y="1823128"/>
                  </a:lnTo>
                  <a:lnTo>
                    <a:pt x="470428" y="1819554"/>
                  </a:lnTo>
                  <a:lnTo>
                    <a:pt x="469011" y="1815979"/>
                  </a:lnTo>
                  <a:lnTo>
                    <a:pt x="467382" y="1812404"/>
                  </a:lnTo>
                  <a:lnTo>
                    <a:pt x="465522" y="1808829"/>
                  </a:lnTo>
                  <a:lnTo>
                    <a:pt x="463410" y="1805255"/>
                  </a:lnTo>
                  <a:lnTo>
                    <a:pt x="461002" y="1801680"/>
                  </a:lnTo>
                  <a:lnTo>
                    <a:pt x="458185" y="1798105"/>
                  </a:lnTo>
                  <a:lnTo>
                    <a:pt x="455015" y="1794530"/>
                  </a:lnTo>
                  <a:lnTo>
                    <a:pt x="451465" y="1790956"/>
                  </a:lnTo>
                  <a:lnTo>
                    <a:pt x="447506" y="1787381"/>
                  </a:lnTo>
                  <a:lnTo>
                    <a:pt x="443043" y="1783806"/>
                  </a:lnTo>
                  <a:lnTo>
                    <a:pt x="437990" y="1780231"/>
                  </a:lnTo>
                  <a:lnTo>
                    <a:pt x="432415" y="1776657"/>
                  </a:lnTo>
                  <a:lnTo>
                    <a:pt x="426292" y="1773082"/>
                  </a:lnTo>
                  <a:lnTo>
                    <a:pt x="419594" y="1769507"/>
                  </a:lnTo>
                  <a:lnTo>
                    <a:pt x="412156" y="1765932"/>
                  </a:lnTo>
                  <a:lnTo>
                    <a:pt x="403991" y="1762357"/>
                  </a:lnTo>
                  <a:lnTo>
                    <a:pt x="395165" y="1758783"/>
                  </a:lnTo>
                  <a:lnTo>
                    <a:pt x="385666" y="1755208"/>
                  </a:lnTo>
                  <a:lnTo>
                    <a:pt x="375482" y="1751633"/>
                  </a:lnTo>
                  <a:lnTo>
                    <a:pt x="364397" y="1748058"/>
                  </a:lnTo>
                  <a:lnTo>
                    <a:pt x="352578" y="1744484"/>
                  </a:lnTo>
                  <a:lnTo>
                    <a:pt x="340079" y="1740909"/>
                  </a:lnTo>
                  <a:lnTo>
                    <a:pt x="326912" y="1737334"/>
                  </a:lnTo>
                  <a:lnTo>
                    <a:pt x="313084" y="1733759"/>
                  </a:lnTo>
                  <a:lnTo>
                    <a:pt x="298446" y="1730185"/>
                  </a:lnTo>
                  <a:lnTo>
                    <a:pt x="283261" y="1726610"/>
                  </a:lnTo>
                  <a:lnTo>
                    <a:pt x="267577" y="1723035"/>
                  </a:lnTo>
                  <a:lnTo>
                    <a:pt x="251446" y="1719460"/>
                  </a:lnTo>
                  <a:lnTo>
                    <a:pt x="234899" y="1715886"/>
                  </a:lnTo>
                  <a:lnTo>
                    <a:pt x="218009" y="1712311"/>
                  </a:lnTo>
                  <a:lnTo>
                    <a:pt x="200955" y="1708736"/>
                  </a:lnTo>
                  <a:lnTo>
                    <a:pt x="183823" y="1705161"/>
                  </a:lnTo>
                  <a:lnTo>
                    <a:pt x="166701" y="1701586"/>
                  </a:lnTo>
                  <a:lnTo>
                    <a:pt x="149728" y="1698012"/>
                  </a:lnTo>
                  <a:lnTo>
                    <a:pt x="133088" y="1694437"/>
                  </a:lnTo>
                  <a:lnTo>
                    <a:pt x="116859" y="1690862"/>
                  </a:lnTo>
                  <a:lnTo>
                    <a:pt x="101143" y="1687287"/>
                  </a:lnTo>
                  <a:lnTo>
                    <a:pt x="86044" y="1683713"/>
                  </a:lnTo>
                  <a:lnTo>
                    <a:pt x="71895" y="1680138"/>
                  </a:lnTo>
                  <a:lnTo>
                    <a:pt x="58755" y="1676563"/>
                  </a:lnTo>
                  <a:lnTo>
                    <a:pt x="46634" y="1672988"/>
                  </a:lnTo>
                  <a:lnTo>
                    <a:pt x="35621" y="1669414"/>
                  </a:lnTo>
                  <a:lnTo>
                    <a:pt x="25799" y="1665839"/>
                  </a:lnTo>
                  <a:lnTo>
                    <a:pt x="17714" y="1662264"/>
                  </a:lnTo>
                  <a:lnTo>
                    <a:pt x="11068" y="1658689"/>
                  </a:lnTo>
                  <a:lnTo>
                    <a:pt x="5873" y="1655115"/>
                  </a:lnTo>
                  <a:lnTo>
                    <a:pt x="2168" y="1651540"/>
                  </a:lnTo>
                  <a:lnTo>
                    <a:pt x="68" y="1647965"/>
                  </a:lnTo>
                  <a:lnTo>
                    <a:pt x="23" y="1645596"/>
                  </a:lnTo>
                  <a:lnTo>
                    <a:pt x="0" y="1644390"/>
                  </a:lnTo>
                  <a:lnTo>
                    <a:pt x="1483" y="1640816"/>
                  </a:lnTo>
                  <a:lnTo>
                    <a:pt x="4502" y="1637241"/>
                  </a:lnTo>
                  <a:lnTo>
                    <a:pt x="9036" y="1633666"/>
                  </a:lnTo>
                  <a:lnTo>
                    <a:pt x="15235" y="1630091"/>
                  </a:lnTo>
                  <a:lnTo>
                    <a:pt x="23155" y="1626516"/>
                  </a:lnTo>
                  <a:lnTo>
                    <a:pt x="32391" y="1622942"/>
                  </a:lnTo>
                  <a:lnTo>
                    <a:pt x="42869" y="1619367"/>
                  </a:lnTo>
                  <a:lnTo>
                    <a:pt x="54514" y="1615792"/>
                  </a:lnTo>
                  <a:lnTo>
                    <a:pt x="67431" y="1612217"/>
                  </a:lnTo>
                  <a:lnTo>
                    <a:pt x="81396" y="1608643"/>
                  </a:lnTo>
                  <a:lnTo>
                    <a:pt x="96148" y="1605068"/>
                  </a:lnTo>
                  <a:lnTo>
                    <a:pt x="111588" y="1601493"/>
                  </a:lnTo>
                  <a:lnTo>
                    <a:pt x="127612" y="1597918"/>
                  </a:lnTo>
                  <a:lnTo>
                    <a:pt x="144197" y="1594344"/>
                  </a:lnTo>
                  <a:lnTo>
                    <a:pt x="161079" y="1590769"/>
                  </a:lnTo>
                  <a:lnTo>
                    <a:pt x="178130" y="1587194"/>
                  </a:lnTo>
                  <a:lnTo>
                    <a:pt x="195253" y="1583619"/>
                  </a:lnTo>
                  <a:lnTo>
                    <a:pt x="212356" y="1580045"/>
                  </a:lnTo>
                  <a:lnTo>
                    <a:pt x="229249" y="1576470"/>
                  </a:lnTo>
                  <a:lnTo>
                    <a:pt x="245867" y="1572895"/>
                  </a:lnTo>
                  <a:lnTo>
                    <a:pt x="262141" y="1569320"/>
                  </a:lnTo>
                  <a:lnTo>
                    <a:pt x="278006" y="1565746"/>
                  </a:lnTo>
                  <a:lnTo>
                    <a:pt x="293358" y="1562171"/>
                  </a:lnTo>
                  <a:lnTo>
                    <a:pt x="308008" y="1558596"/>
                  </a:lnTo>
                  <a:lnTo>
                    <a:pt x="322054" y="1555021"/>
                  </a:lnTo>
                  <a:lnTo>
                    <a:pt x="335467" y="1551446"/>
                  </a:lnTo>
                  <a:lnTo>
                    <a:pt x="348221" y="1547872"/>
                  </a:lnTo>
                  <a:lnTo>
                    <a:pt x="360185" y="1544297"/>
                  </a:lnTo>
                  <a:lnTo>
                    <a:pt x="371314" y="1540722"/>
                  </a:lnTo>
                  <a:lnTo>
                    <a:pt x="381745" y="1537147"/>
                  </a:lnTo>
                  <a:lnTo>
                    <a:pt x="391482" y="1533573"/>
                  </a:lnTo>
                  <a:lnTo>
                    <a:pt x="400532" y="1529998"/>
                  </a:lnTo>
                  <a:lnTo>
                    <a:pt x="408751" y="1526423"/>
                  </a:lnTo>
                  <a:lnTo>
                    <a:pt x="416248" y="1522848"/>
                  </a:lnTo>
                  <a:lnTo>
                    <a:pt x="423125" y="1519274"/>
                  </a:lnTo>
                  <a:lnTo>
                    <a:pt x="429404" y="1515699"/>
                  </a:lnTo>
                  <a:lnTo>
                    <a:pt x="435111" y="1512124"/>
                  </a:lnTo>
                  <a:lnTo>
                    <a:pt x="440115" y="1508549"/>
                  </a:lnTo>
                  <a:lnTo>
                    <a:pt x="444606" y="1504975"/>
                  </a:lnTo>
                  <a:lnTo>
                    <a:pt x="448636" y="1501400"/>
                  </a:lnTo>
                  <a:lnTo>
                    <a:pt x="452231" y="1497825"/>
                  </a:lnTo>
                  <a:lnTo>
                    <a:pt x="455407" y="1494250"/>
                  </a:lnTo>
                  <a:lnTo>
                    <a:pt x="458103" y="1490675"/>
                  </a:lnTo>
                  <a:lnTo>
                    <a:pt x="460474" y="1487101"/>
                  </a:lnTo>
                  <a:lnTo>
                    <a:pt x="462546" y="1483526"/>
                  </a:lnTo>
                  <a:lnTo>
                    <a:pt x="464343" y="1479951"/>
                  </a:lnTo>
                  <a:lnTo>
                    <a:pt x="465861" y="1476376"/>
                  </a:lnTo>
                  <a:lnTo>
                    <a:pt x="467110" y="1472802"/>
                  </a:lnTo>
                  <a:lnTo>
                    <a:pt x="468168" y="1469227"/>
                  </a:lnTo>
                  <a:lnTo>
                    <a:pt x="469052" y="1465652"/>
                  </a:lnTo>
                  <a:lnTo>
                    <a:pt x="469781" y="1462077"/>
                  </a:lnTo>
                  <a:lnTo>
                    <a:pt x="470345" y="1458503"/>
                  </a:lnTo>
                  <a:lnTo>
                    <a:pt x="470775" y="1454928"/>
                  </a:lnTo>
                  <a:lnTo>
                    <a:pt x="471102" y="1451353"/>
                  </a:lnTo>
                  <a:lnTo>
                    <a:pt x="471338" y="1447778"/>
                  </a:lnTo>
                  <a:lnTo>
                    <a:pt x="471493" y="1444204"/>
                  </a:lnTo>
                  <a:lnTo>
                    <a:pt x="471560" y="1440629"/>
                  </a:lnTo>
                  <a:lnTo>
                    <a:pt x="471564" y="1437054"/>
                  </a:lnTo>
                  <a:lnTo>
                    <a:pt x="471517" y="1433479"/>
                  </a:lnTo>
                  <a:lnTo>
                    <a:pt x="471425" y="1429905"/>
                  </a:lnTo>
                  <a:lnTo>
                    <a:pt x="471292" y="1426330"/>
                  </a:lnTo>
                  <a:lnTo>
                    <a:pt x="471113" y="1422755"/>
                  </a:lnTo>
                  <a:lnTo>
                    <a:pt x="470906" y="1419180"/>
                  </a:lnTo>
                  <a:lnTo>
                    <a:pt x="470673" y="1415605"/>
                  </a:lnTo>
                  <a:lnTo>
                    <a:pt x="470416" y="1412031"/>
                  </a:lnTo>
                  <a:lnTo>
                    <a:pt x="470137" y="1408456"/>
                  </a:lnTo>
                  <a:lnTo>
                    <a:pt x="469834" y="1404881"/>
                  </a:lnTo>
                  <a:lnTo>
                    <a:pt x="469515" y="1401306"/>
                  </a:lnTo>
                  <a:lnTo>
                    <a:pt x="469180" y="1397732"/>
                  </a:lnTo>
                  <a:lnTo>
                    <a:pt x="468831" y="1394157"/>
                  </a:lnTo>
                  <a:lnTo>
                    <a:pt x="468466" y="1390582"/>
                  </a:lnTo>
                  <a:lnTo>
                    <a:pt x="468085" y="1387007"/>
                  </a:lnTo>
                  <a:lnTo>
                    <a:pt x="467691" y="1383433"/>
                  </a:lnTo>
                  <a:lnTo>
                    <a:pt x="467285" y="1379858"/>
                  </a:lnTo>
                  <a:lnTo>
                    <a:pt x="466866" y="1376283"/>
                  </a:lnTo>
                  <a:lnTo>
                    <a:pt x="466431" y="1372708"/>
                  </a:lnTo>
                  <a:lnTo>
                    <a:pt x="465982" y="1369134"/>
                  </a:lnTo>
                  <a:lnTo>
                    <a:pt x="465519" y="1365559"/>
                  </a:lnTo>
                  <a:lnTo>
                    <a:pt x="465043" y="1361984"/>
                  </a:lnTo>
                  <a:lnTo>
                    <a:pt x="464552" y="1358409"/>
                  </a:lnTo>
                  <a:lnTo>
                    <a:pt x="464042" y="1354835"/>
                  </a:lnTo>
                  <a:lnTo>
                    <a:pt x="463515" y="1351260"/>
                  </a:lnTo>
                  <a:lnTo>
                    <a:pt x="462973" y="1347685"/>
                  </a:lnTo>
                  <a:lnTo>
                    <a:pt x="462413" y="1344110"/>
                  </a:lnTo>
                  <a:lnTo>
                    <a:pt x="461836" y="1340535"/>
                  </a:lnTo>
                  <a:lnTo>
                    <a:pt x="461235" y="1336961"/>
                  </a:lnTo>
                  <a:lnTo>
                    <a:pt x="460614" y="1333386"/>
                  </a:lnTo>
                  <a:lnTo>
                    <a:pt x="459973" y="1329811"/>
                  </a:lnTo>
                  <a:lnTo>
                    <a:pt x="459311" y="1326236"/>
                  </a:lnTo>
                  <a:lnTo>
                    <a:pt x="458626" y="1322662"/>
                  </a:lnTo>
                  <a:lnTo>
                    <a:pt x="457913" y="1319087"/>
                  </a:lnTo>
                  <a:lnTo>
                    <a:pt x="457176" y="1315512"/>
                  </a:lnTo>
                  <a:lnTo>
                    <a:pt x="456415" y="1311937"/>
                  </a:lnTo>
                  <a:lnTo>
                    <a:pt x="455629" y="1308363"/>
                  </a:lnTo>
                  <a:lnTo>
                    <a:pt x="454813" y="1304788"/>
                  </a:lnTo>
                  <a:lnTo>
                    <a:pt x="453965" y="1301213"/>
                  </a:lnTo>
                  <a:lnTo>
                    <a:pt x="453091" y="1297638"/>
                  </a:lnTo>
                  <a:lnTo>
                    <a:pt x="452188" y="1294064"/>
                  </a:lnTo>
                  <a:lnTo>
                    <a:pt x="451257" y="1290489"/>
                  </a:lnTo>
                  <a:lnTo>
                    <a:pt x="450289" y="1286914"/>
                  </a:lnTo>
                  <a:lnTo>
                    <a:pt x="449287" y="1283339"/>
                  </a:lnTo>
                  <a:lnTo>
                    <a:pt x="448255" y="1279765"/>
                  </a:lnTo>
                  <a:lnTo>
                    <a:pt x="447191" y="1276190"/>
                  </a:lnTo>
                  <a:lnTo>
                    <a:pt x="446096" y="1272615"/>
                  </a:lnTo>
                  <a:lnTo>
                    <a:pt x="444957" y="1269040"/>
                  </a:lnTo>
                  <a:lnTo>
                    <a:pt x="443784" y="1265465"/>
                  </a:lnTo>
                  <a:lnTo>
                    <a:pt x="442578" y="1261891"/>
                  </a:lnTo>
                  <a:lnTo>
                    <a:pt x="441338" y="1258316"/>
                  </a:lnTo>
                  <a:lnTo>
                    <a:pt x="440062" y="1254741"/>
                  </a:lnTo>
                  <a:lnTo>
                    <a:pt x="438741" y="1251166"/>
                  </a:lnTo>
                  <a:lnTo>
                    <a:pt x="437384" y="1247592"/>
                  </a:lnTo>
                  <a:lnTo>
                    <a:pt x="435991" y="1244017"/>
                  </a:lnTo>
                  <a:lnTo>
                    <a:pt x="434563" y="1240442"/>
                  </a:lnTo>
                  <a:lnTo>
                    <a:pt x="433094" y="1236867"/>
                  </a:lnTo>
                  <a:lnTo>
                    <a:pt x="431580" y="1233293"/>
                  </a:lnTo>
                  <a:lnTo>
                    <a:pt x="430029" y="1229718"/>
                  </a:lnTo>
                  <a:lnTo>
                    <a:pt x="428441" y="1226143"/>
                  </a:lnTo>
                  <a:lnTo>
                    <a:pt x="426816" y="1222568"/>
                  </a:lnTo>
                  <a:lnTo>
                    <a:pt x="425146" y="1218994"/>
                  </a:lnTo>
                  <a:lnTo>
                    <a:pt x="423433" y="1215419"/>
                  </a:lnTo>
                  <a:lnTo>
                    <a:pt x="421682" y="1211844"/>
                  </a:lnTo>
                  <a:lnTo>
                    <a:pt x="419894" y="1208269"/>
                  </a:lnTo>
                  <a:lnTo>
                    <a:pt x="418068" y="1204694"/>
                  </a:lnTo>
                  <a:lnTo>
                    <a:pt x="416194" y="1201120"/>
                  </a:lnTo>
                  <a:lnTo>
                    <a:pt x="414280" y="1197545"/>
                  </a:lnTo>
                  <a:lnTo>
                    <a:pt x="412329" y="1193970"/>
                  </a:lnTo>
                  <a:lnTo>
                    <a:pt x="410341" y="1190395"/>
                  </a:lnTo>
                  <a:lnTo>
                    <a:pt x="408316" y="1186821"/>
                  </a:lnTo>
                  <a:lnTo>
                    <a:pt x="406244" y="1183246"/>
                  </a:lnTo>
                  <a:lnTo>
                    <a:pt x="404135" y="1179671"/>
                  </a:lnTo>
                  <a:lnTo>
                    <a:pt x="401993" y="1176096"/>
                  </a:lnTo>
                  <a:lnTo>
                    <a:pt x="399817" y="1172522"/>
                  </a:lnTo>
                  <a:lnTo>
                    <a:pt x="397605" y="1168947"/>
                  </a:lnTo>
                  <a:lnTo>
                    <a:pt x="395353" y="1165372"/>
                  </a:lnTo>
                  <a:lnTo>
                    <a:pt x="393072" y="1161797"/>
                  </a:lnTo>
                  <a:lnTo>
                    <a:pt x="390762" y="1158223"/>
                  </a:lnTo>
                  <a:lnTo>
                    <a:pt x="388425" y="1154648"/>
                  </a:lnTo>
                  <a:lnTo>
                    <a:pt x="386058" y="1151073"/>
                  </a:lnTo>
                  <a:lnTo>
                    <a:pt x="383665" y="1147498"/>
                  </a:lnTo>
                  <a:lnTo>
                    <a:pt x="381251" y="1143924"/>
                  </a:lnTo>
                  <a:lnTo>
                    <a:pt x="378820" y="1140349"/>
                  </a:lnTo>
                  <a:lnTo>
                    <a:pt x="376374" y="1136774"/>
                  </a:lnTo>
                  <a:lnTo>
                    <a:pt x="373912" y="1133199"/>
                  </a:lnTo>
                  <a:lnTo>
                    <a:pt x="371442" y="1129624"/>
                  </a:lnTo>
                  <a:lnTo>
                    <a:pt x="368969" y="1126050"/>
                  </a:lnTo>
                  <a:lnTo>
                    <a:pt x="366495" y="1122475"/>
                  </a:lnTo>
                  <a:lnTo>
                    <a:pt x="364024" y="1118900"/>
                  </a:lnTo>
                  <a:lnTo>
                    <a:pt x="361564" y="1115325"/>
                  </a:lnTo>
                  <a:lnTo>
                    <a:pt x="359121" y="1111751"/>
                  </a:lnTo>
                  <a:lnTo>
                    <a:pt x="356697" y="1108176"/>
                  </a:lnTo>
                  <a:lnTo>
                    <a:pt x="354297" y="1104601"/>
                  </a:lnTo>
                  <a:lnTo>
                    <a:pt x="351927" y="1101026"/>
                  </a:lnTo>
                  <a:lnTo>
                    <a:pt x="349607" y="1097452"/>
                  </a:lnTo>
                  <a:lnTo>
                    <a:pt x="347332" y="1093877"/>
                  </a:lnTo>
                  <a:lnTo>
                    <a:pt x="345106" y="1090302"/>
                  </a:lnTo>
                  <a:lnTo>
                    <a:pt x="342937" y="1086727"/>
                  </a:lnTo>
                  <a:lnTo>
                    <a:pt x="340837" y="1083153"/>
                  </a:lnTo>
                  <a:lnTo>
                    <a:pt x="338826" y="1079578"/>
                  </a:lnTo>
                  <a:lnTo>
                    <a:pt x="336894" y="1076003"/>
                  </a:lnTo>
                  <a:lnTo>
                    <a:pt x="335046" y="1072428"/>
                  </a:lnTo>
                  <a:lnTo>
                    <a:pt x="333289" y="1068854"/>
                  </a:lnTo>
                  <a:lnTo>
                    <a:pt x="331648" y="1065279"/>
                  </a:lnTo>
                  <a:lnTo>
                    <a:pt x="330131" y="1061704"/>
                  </a:lnTo>
                  <a:lnTo>
                    <a:pt x="328726" y="1058129"/>
                  </a:lnTo>
                  <a:lnTo>
                    <a:pt x="327437" y="1054554"/>
                  </a:lnTo>
                  <a:lnTo>
                    <a:pt x="326270" y="1050980"/>
                  </a:lnTo>
                  <a:lnTo>
                    <a:pt x="325265" y="1047405"/>
                  </a:lnTo>
                  <a:lnTo>
                    <a:pt x="324404" y="1043830"/>
                  </a:lnTo>
                  <a:lnTo>
                    <a:pt x="323680" y="1040255"/>
                  </a:lnTo>
                  <a:lnTo>
                    <a:pt x="323095" y="1036681"/>
                  </a:lnTo>
                  <a:lnTo>
                    <a:pt x="322652" y="1033106"/>
                  </a:lnTo>
                  <a:lnTo>
                    <a:pt x="322402" y="1029531"/>
                  </a:lnTo>
                  <a:lnTo>
                    <a:pt x="322299" y="1025956"/>
                  </a:lnTo>
                  <a:lnTo>
                    <a:pt x="322341" y="1022382"/>
                  </a:lnTo>
                  <a:lnTo>
                    <a:pt x="322527" y="1018807"/>
                  </a:lnTo>
                  <a:lnTo>
                    <a:pt x="322867" y="1015232"/>
                  </a:lnTo>
                  <a:lnTo>
                    <a:pt x="323389" y="1011657"/>
                  </a:lnTo>
                  <a:lnTo>
                    <a:pt x="323781" y="1009532"/>
                  </a:lnTo>
                  <a:lnTo>
                    <a:pt x="324048" y="1008083"/>
                  </a:lnTo>
                  <a:lnTo>
                    <a:pt x="324842" y="1004508"/>
                  </a:lnTo>
                  <a:lnTo>
                    <a:pt x="325766" y="1000933"/>
                  </a:lnTo>
                  <a:lnTo>
                    <a:pt x="326834" y="997358"/>
                  </a:lnTo>
                  <a:lnTo>
                    <a:pt x="328046" y="993783"/>
                  </a:lnTo>
                  <a:lnTo>
                    <a:pt x="329370" y="990209"/>
                  </a:lnTo>
                  <a:lnTo>
                    <a:pt x="330798" y="986634"/>
                  </a:lnTo>
                  <a:lnTo>
                    <a:pt x="332327" y="983059"/>
                  </a:lnTo>
                  <a:lnTo>
                    <a:pt x="333967" y="979484"/>
                  </a:lnTo>
                  <a:lnTo>
                    <a:pt x="335699" y="975910"/>
                  </a:lnTo>
                  <a:lnTo>
                    <a:pt x="337504" y="972335"/>
                  </a:lnTo>
                  <a:lnTo>
                    <a:pt x="339374" y="968760"/>
                  </a:lnTo>
                  <a:lnTo>
                    <a:pt x="341302" y="965185"/>
                  </a:lnTo>
                  <a:lnTo>
                    <a:pt x="343294" y="961611"/>
                  </a:lnTo>
                  <a:lnTo>
                    <a:pt x="345324" y="958036"/>
                  </a:lnTo>
                  <a:lnTo>
                    <a:pt x="347385" y="954461"/>
                  </a:lnTo>
                  <a:lnTo>
                    <a:pt x="349469" y="950886"/>
                  </a:lnTo>
                  <a:lnTo>
                    <a:pt x="351569" y="947312"/>
                  </a:lnTo>
                  <a:lnTo>
                    <a:pt x="353677" y="943737"/>
                  </a:lnTo>
                  <a:lnTo>
                    <a:pt x="355783" y="940162"/>
                  </a:lnTo>
                  <a:lnTo>
                    <a:pt x="357881" y="936587"/>
                  </a:lnTo>
                  <a:lnTo>
                    <a:pt x="359966" y="933013"/>
                  </a:lnTo>
                  <a:lnTo>
                    <a:pt x="362029" y="929438"/>
                  </a:lnTo>
                  <a:lnTo>
                    <a:pt x="364060" y="925863"/>
                  </a:lnTo>
                  <a:lnTo>
                    <a:pt x="366059" y="922288"/>
                  </a:lnTo>
                  <a:lnTo>
                    <a:pt x="368024" y="918713"/>
                  </a:lnTo>
                  <a:lnTo>
                    <a:pt x="369950" y="915139"/>
                  </a:lnTo>
                  <a:lnTo>
                    <a:pt x="371827" y="911564"/>
                  </a:lnTo>
                  <a:lnTo>
                    <a:pt x="373652" y="907989"/>
                  </a:lnTo>
                  <a:lnTo>
                    <a:pt x="375430" y="904414"/>
                  </a:lnTo>
                  <a:lnTo>
                    <a:pt x="377159" y="900840"/>
                  </a:lnTo>
                  <a:lnTo>
                    <a:pt x="378840" y="897265"/>
                  </a:lnTo>
                  <a:lnTo>
                    <a:pt x="380458" y="893690"/>
                  </a:lnTo>
                  <a:lnTo>
                    <a:pt x="382021" y="890115"/>
                  </a:lnTo>
                  <a:lnTo>
                    <a:pt x="383534" y="886541"/>
                  </a:lnTo>
                  <a:lnTo>
                    <a:pt x="384999" y="882966"/>
                  </a:lnTo>
                  <a:lnTo>
                    <a:pt x="386415" y="879391"/>
                  </a:lnTo>
                  <a:lnTo>
                    <a:pt x="387768" y="875816"/>
                  </a:lnTo>
                  <a:lnTo>
                    <a:pt x="389077" y="872242"/>
                  </a:lnTo>
                  <a:lnTo>
                    <a:pt x="390342" y="868667"/>
                  </a:lnTo>
                  <a:lnTo>
                    <a:pt x="391565" y="865092"/>
                  </a:lnTo>
                  <a:lnTo>
                    <a:pt x="392747" y="861517"/>
                  </a:lnTo>
                  <a:lnTo>
                    <a:pt x="393881" y="857943"/>
                  </a:lnTo>
                  <a:lnTo>
                    <a:pt x="394982" y="854368"/>
                  </a:lnTo>
                  <a:lnTo>
                    <a:pt x="396051" y="850793"/>
                  </a:lnTo>
                  <a:lnTo>
                    <a:pt x="397090" y="847218"/>
                  </a:lnTo>
                  <a:lnTo>
                    <a:pt x="398099" y="843643"/>
                  </a:lnTo>
                  <a:lnTo>
                    <a:pt x="399078" y="840069"/>
                  </a:lnTo>
                  <a:lnTo>
                    <a:pt x="400037" y="836494"/>
                  </a:lnTo>
                  <a:lnTo>
                    <a:pt x="400976" y="832919"/>
                  </a:lnTo>
                  <a:lnTo>
                    <a:pt x="401898" y="829344"/>
                  </a:lnTo>
                  <a:lnTo>
                    <a:pt x="402802" y="825770"/>
                  </a:lnTo>
                  <a:lnTo>
                    <a:pt x="403694" y="822195"/>
                  </a:lnTo>
                  <a:lnTo>
                    <a:pt x="404575" y="818620"/>
                  </a:lnTo>
                  <a:lnTo>
                    <a:pt x="405449" y="815045"/>
                  </a:lnTo>
                  <a:lnTo>
                    <a:pt x="406317" y="811471"/>
                  </a:lnTo>
                  <a:lnTo>
                    <a:pt x="407179" y="807896"/>
                  </a:lnTo>
                  <a:lnTo>
                    <a:pt x="408040" y="804321"/>
                  </a:lnTo>
                  <a:lnTo>
                    <a:pt x="408900" y="800746"/>
                  </a:lnTo>
                  <a:lnTo>
                    <a:pt x="409761" y="797172"/>
                  </a:lnTo>
                  <a:lnTo>
                    <a:pt x="410624" y="793597"/>
                  </a:lnTo>
                  <a:lnTo>
                    <a:pt x="411491" y="790022"/>
                  </a:lnTo>
                  <a:lnTo>
                    <a:pt x="412363" y="786447"/>
                  </a:lnTo>
                  <a:lnTo>
                    <a:pt x="413240" y="782873"/>
                  </a:lnTo>
                  <a:lnTo>
                    <a:pt x="414123" y="779298"/>
                  </a:lnTo>
                  <a:lnTo>
                    <a:pt x="415012" y="775723"/>
                  </a:lnTo>
                  <a:lnTo>
                    <a:pt x="415910" y="772148"/>
                  </a:lnTo>
                  <a:lnTo>
                    <a:pt x="416814" y="768573"/>
                  </a:lnTo>
                  <a:lnTo>
                    <a:pt x="417725" y="764999"/>
                  </a:lnTo>
                  <a:lnTo>
                    <a:pt x="418641" y="761424"/>
                  </a:lnTo>
                  <a:lnTo>
                    <a:pt x="419565" y="757849"/>
                  </a:lnTo>
                  <a:lnTo>
                    <a:pt x="420494" y="754274"/>
                  </a:lnTo>
                  <a:lnTo>
                    <a:pt x="421428" y="750700"/>
                  </a:lnTo>
                  <a:lnTo>
                    <a:pt x="422365" y="747125"/>
                  </a:lnTo>
                  <a:lnTo>
                    <a:pt x="423305" y="743550"/>
                  </a:lnTo>
                  <a:lnTo>
                    <a:pt x="424246" y="739975"/>
                  </a:lnTo>
                  <a:lnTo>
                    <a:pt x="425187" y="736401"/>
                  </a:lnTo>
                  <a:lnTo>
                    <a:pt x="426126" y="732826"/>
                  </a:lnTo>
                  <a:lnTo>
                    <a:pt x="427063" y="729251"/>
                  </a:lnTo>
                  <a:lnTo>
                    <a:pt x="427996" y="725676"/>
                  </a:lnTo>
                  <a:lnTo>
                    <a:pt x="428922" y="722102"/>
                  </a:lnTo>
                  <a:lnTo>
                    <a:pt x="429841" y="718527"/>
                  </a:lnTo>
                  <a:lnTo>
                    <a:pt x="430751" y="714952"/>
                  </a:lnTo>
                  <a:lnTo>
                    <a:pt x="431652" y="711377"/>
                  </a:lnTo>
                  <a:lnTo>
                    <a:pt x="432542" y="707802"/>
                  </a:lnTo>
                  <a:lnTo>
                    <a:pt x="433417" y="704228"/>
                  </a:lnTo>
                  <a:lnTo>
                    <a:pt x="434279" y="700653"/>
                  </a:lnTo>
                  <a:lnTo>
                    <a:pt x="435128" y="697078"/>
                  </a:lnTo>
                  <a:lnTo>
                    <a:pt x="435962" y="693503"/>
                  </a:lnTo>
                  <a:lnTo>
                    <a:pt x="436781" y="689929"/>
                  </a:lnTo>
                  <a:lnTo>
                    <a:pt x="437581" y="686354"/>
                  </a:lnTo>
                  <a:lnTo>
                    <a:pt x="438367" y="682779"/>
                  </a:lnTo>
                  <a:lnTo>
                    <a:pt x="439137" y="679204"/>
                  </a:lnTo>
                  <a:lnTo>
                    <a:pt x="439893" y="675630"/>
                  </a:lnTo>
                  <a:lnTo>
                    <a:pt x="440631" y="672055"/>
                  </a:lnTo>
                  <a:lnTo>
                    <a:pt x="441353" y="668480"/>
                  </a:lnTo>
                  <a:lnTo>
                    <a:pt x="442062" y="664905"/>
                  </a:lnTo>
                  <a:lnTo>
                    <a:pt x="442758" y="661331"/>
                  </a:lnTo>
                  <a:lnTo>
                    <a:pt x="443441" y="657756"/>
                  </a:lnTo>
                  <a:lnTo>
                    <a:pt x="444110" y="654181"/>
                  </a:lnTo>
                  <a:lnTo>
                    <a:pt x="444767" y="650606"/>
                  </a:lnTo>
                  <a:lnTo>
                    <a:pt x="445415" y="647032"/>
                  </a:lnTo>
                  <a:lnTo>
                    <a:pt x="446053" y="643457"/>
                  </a:lnTo>
                  <a:lnTo>
                    <a:pt x="446683" y="639882"/>
                  </a:lnTo>
                  <a:lnTo>
                    <a:pt x="447302" y="636307"/>
                  </a:lnTo>
                  <a:lnTo>
                    <a:pt x="447915" y="632732"/>
                  </a:lnTo>
                  <a:lnTo>
                    <a:pt x="448521" y="629158"/>
                  </a:lnTo>
                  <a:lnTo>
                    <a:pt x="449120" y="625583"/>
                  </a:lnTo>
                  <a:lnTo>
                    <a:pt x="449714" y="622008"/>
                  </a:lnTo>
                  <a:lnTo>
                    <a:pt x="450301" y="618433"/>
                  </a:lnTo>
                  <a:lnTo>
                    <a:pt x="450883" y="614859"/>
                  </a:lnTo>
                  <a:lnTo>
                    <a:pt x="451460" y="611284"/>
                  </a:lnTo>
                  <a:lnTo>
                    <a:pt x="452032" y="607709"/>
                  </a:lnTo>
                  <a:lnTo>
                    <a:pt x="452598" y="604134"/>
                  </a:lnTo>
                  <a:lnTo>
                    <a:pt x="453157" y="600560"/>
                  </a:lnTo>
                  <a:lnTo>
                    <a:pt x="453711" y="596985"/>
                  </a:lnTo>
                  <a:lnTo>
                    <a:pt x="454259" y="593410"/>
                  </a:lnTo>
                  <a:lnTo>
                    <a:pt x="454801" y="589835"/>
                  </a:lnTo>
                  <a:lnTo>
                    <a:pt x="455335" y="586261"/>
                  </a:lnTo>
                  <a:lnTo>
                    <a:pt x="455860" y="582686"/>
                  </a:lnTo>
                  <a:lnTo>
                    <a:pt x="456379" y="579111"/>
                  </a:lnTo>
                  <a:lnTo>
                    <a:pt x="456889" y="575536"/>
                  </a:lnTo>
                  <a:lnTo>
                    <a:pt x="457392" y="571962"/>
                  </a:lnTo>
                  <a:lnTo>
                    <a:pt x="457883" y="568387"/>
                  </a:lnTo>
                  <a:lnTo>
                    <a:pt x="458365" y="564812"/>
                  </a:lnTo>
                  <a:lnTo>
                    <a:pt x="458838" y="561237"/>
                  </a:lnTo>
                  <a:lnTo>
                    <a:pt x="459301" y="557662"/>
                  </a:lnTo>
                  <a:lnTo>
                    <a:pt x="459755" y="554088"/>
                  </a:lnTo>
                  <a:lnTo>
                    <a:pt x="460196" y="550513"/>
                  </a:lnTo>
                  <a:lnTo>
                    <a:pt x="460627" y="546938"/>
                  </a:lnTo>
                  <a:lnTo>
                    <a:pt x="461049" y="543363"/>
                  </a:lnTo>
                  <a:lnTo>
                    <a:pt x="461462" y="539789"/>
                  </a:lnTo>
                  <a:lnTo>
                    <a:pt x="461864" y="536214"/>
                  </a:lnTo>
                  <a:lnTo>
                    <a:pt x="462255" y="532639"/>
                  </a:lnTo>
                  <a:lnTo>
                    <a:pt x="462638" y="529064"/>
                  </a:lnTo>
                  <a:lnTo>
                    <a:pt x="463011" y="525490"/>
                  </a:lnTo>
                  <a:lnTo>
                    <a:pt x="463377" y="521915"/>
                  </a:lnTo>
                  <a:lnTo>
                    <a:pt x="463733" y="518340"/>
                  </a:lnTo>
                  <a:lnTo>
                    <a:pt x="464081" y="514765"/>
                  </a:lnTo>
                  <a:lnTo>
                    <a:pt x="464421" y="511191"/>
                  </a:lnTo>
                  <a:lnTo>
                    <a:pt x="464755" y="507616"/>
                  </a:lnTo>
                  <a:lnTo>
                    <a:pt x="465083" y="504041"/>
                  </a:lnTo>
                  <a:lnTo>
                    <a:pt x="465403" y="500466"/>
                  </a:lnTo>
                  <a:lnTo>
                    <a:pt x="465717" y="496891"/>
                  </a:lnTo>
                  <a:lnTo>
                    <a:pt x="466026" y="493317"/>
                  </a:lnTo>
                  <a:lnTo>
                    <a:pt x="466330" y="489742"/>
                  </a:lnTo>
                  <a:lnTo>
                    <a:pt x="466629" y="486167"/>
                  </a:lnTo>
                  <a:lnTo>
                    <a:pt x="466923" y="482592"/>
                  </a:lnTo>
                  <a:lnTo>
                    <a:pt x="467213" y="479018"/>
                  </a:lnTo>
                  <a:lnTo>
                    <a:pt x="467499" y="475443"/>
                  </a:lnTo>
                  <a:lnTo>
                    <a:pt x="467781" y="471868"/>
                  </a:lnTo>
                  <a:lnTo>
                    <a:pt x="468059" y="468293"/>
                  </a:lnTo>
                  <a:lnTo>
                    <a:pt x="468332" y="464719"/>
                  </a:lnTo>
                  <a:lnTo>
                    <a:pt x="468602" y="461144"/>
                  </a:lnTo>
                  <a:lnTo>
                    <a:pt x="468869" y="457569"/>
                  </a:lnTo>
                  <a:lnTo>
                    <a:pt x="469132" y="453994"/>
                  </a:lnTo>
                  <a:lnTo>
                    <a:pt x="469391" y="450420"/>
                  </a:lnTo>
                  <a:lnTo>
                    <a:pt x="469645" y="446845"/>
                  </a:lnTo>
                  <a:lnTo>
                    <a:pt x="469896" y="443270"/>
                  </a:lnTo>
                  <a:lnTo>
                    <a:pt x="470143" y="439695"/>
                  </a:lnTo>
                  <a:lnTo>
                    <a:pt x="470387" y="436121"/>
                  </a:lnTo>
                  <a:lnTo>
                    <a:pt x="470625" y="432546"/>
                  </a:lnTo>
                  <a:lnTo>
                    <a:pt x="470859" y="428971"/>
                  </a:lnTo>
                  <a:lnTo>
                    <a:pt x="471089" y="425396"/>
                  </a:lnTo>
                  <a:lnTo>
                    <a:pt x="471314" y="421821"/>
                  </a:lnTo>
                  <a:lnTo>
                    <a:pt x="471535" y="418247"/>
                  </a:lnTo>
                  <a:lnTo>
                    <a:pt x="471749" y="414672"/>
                  </a:lnTo>
                  <a:lnTo>
                    <a:pt x="471959" y="411097"/>
                  </a:lnTo>
                  <a:lnTo>
                    <a:pt x="472164" y="407522"/>
                  </a:lnTo>
                  <a:lnTo>
                    <a:pt x="472365" y="403948"/>
                  </a:lnTo>
                  <a:lnTo>
                    <a:pt x="472560" y="400373"/>
                  </a:lnTo>
                  <a:lnTo>
                    <a:pt x="472749" y="396798"/>
                  </a:lnTo>
                  <a:lnTo>
                    <a:pt x="472933" y="393223"/>
                  </a:lnTo>
                  <a:lnTo>
                    <a:pt x="473112" y="389649"/>
                  </a:lnTo>
                  <a:lnTo>
                    <a:pt x="473286" y="386074"/>
                  </a:lnTo>
                  <a:lnTo>
                    <a:pt x="473454" y="382499"/>
                  </a:lnTo>
                  <a:lnTo>
                    <a:pt x="473617" y="378924"/>
                  </a:lnTo>
                  <a:lnTo>
                    <a:pt x="473775" y="375350"/>
                  </a:lnTo>
                  <a:lnTo>
                    <a:pt x="473927" y="371775"/>
                  </a:lnTo>
                  <a:lnTo>
                    <a:pt x="474076" y="368200"/>
                  </a:lnTo>
                  <a:lnTo>
                    <a:pt x="474219" y="364625"/>
                  </a:lnTo>
                  <a:lnTo>
                    <a:pt x="474356" y="361051"/>
                  </a:lnTo>
                  <a:lnTo>
                    <a:pt x="474489" y="357476"/>
                  </a:lnTo>
                  <a:lnTo>
                    <a:pt x="474618" y="353901"/>
                  </a:lnTo>
                  <a:lnTo>
                    <a:pt x="474743" y="350326"/>
                  </a:lnTo>
                  <a:lnTo>
                    <a:pt x="474863" y="346751"/>
                  </a:lnTo>
                  <a:lnTo>
                    <a:pt x="474979" y="343177"/>
                  </a:lnTo>
                  <a:lnTo>
                    <a:pt x="475092" y="339602"/>
                  </a:lnTo>
                  <a:lnTo>
                    <a:pt x="475200" y="336027"/>
                  </a:lnTo>
                  <a:lnTo>
                    <a:pt x="475306" y="332452"/>
                  </a:lnTo>
                  <a:lnTo>
                    <a:pt x="475407" y="328878"/>
                  </a:lnTo>
                  <a:lnTo>
                    <a:pt x="475504" y="325303"/>
                  </a:lnTo>
                  <a:lnTo>
                    <a:pt x="475599" y="321728"/>
                  </a:lnTo>
                  <a:lnTo>
                    <a:pt x="475691" y="318153"/>
                  </a:lnTo>
                  <a:lnTo>
                    <a:pt x="475780" y="314579"/>
                  </a:lnTo>
                  <a:lnTo>
                    <a:pt x="475866" y="311004"/>
                  </a:lnTo>
                  <a:lnTo>
                    <a:pt x="475949" y="307429"/>
                  </a:lnTo>
                  <a:lnTo>
                    <a:pt x="476030" y="303854"/>
                  </a:lnTo>
                  <a:lnTo>
                    <a:pt x="476108" y="300280"/>
                  </a:lnTo>
                  <a:lnTo>
                    <a:pt x="476184" y="296705"/>
                  </a:lnTo>
                  <a:lnTo>
                    <a:pt x="476257" y="293130"/>
                  </a:lnTo>
                  <a:lnTo>
                    <a:pt x="476328" y="289555"/>
                  </a:lnTo>
                  <a:lnTo>
                    <a:pt x="476397" y="285981"/>
                  </a:lnTo>
                  <a:lnTo>
                    <a:pt x="476464" y="282406"/>
                  </a:lnTo>
                  <a:lnTo>
                    <a:pt x="476528" y="278831"/>
                  </a:lnTo>
                  <a:lnTo>
                    <a:pt x="476591" y="275256"/>
                  </a:lnTo>
                  <a:lnTo>
                    <a:pt x="476651" y="271681"/>
                  </a:lnTo>
                  <a:lnTo>
                    <a:pt x="476709" y="268107"/>
                  </a:lnTo>
                  <a:lnTo>
                    <a:pt x="476766" y="264532"/>
                  </a:lnTo>
                  <a:lnTo>
                    <a:pt x="476820" y="260957"/>
                  </a:lnTo>
                  <a:lnTo>
                    <a:pt x="476872" y="257382"/>
                  </a:lnTo>
                  <a:lnTo>
                    <a:pt x="476923" y="253808"/>
                  </a:lnTo>
                  <a:lnTo>
                    <a:pt x="476972" y="250233"/>
                  </a:lnTo>
                  <a:lnTo>
                    <a:pt x="477018" y="246658"/>
                  </a:lnTo>
                  <a:lnTo>
                    <a:pt x="477063" y="243083"/>
                  </a:lnTo>
                  <a:lnTo>
                    <a:pt x="477106" y="239509"/>
                  </a:lnTo>
                  <a:lnTo>
                    <a:pt x="477147" y="235934"/>
                  </a:lnTo>
                  <a:lnTo>
                    <a:pt x="477187" y="232359"/>
                  </a:lnTo>
                  <a:lnTo>
                    <a:pt x="477225" y="228784"/>
                  </a:lnTo>
                  <a:lnTo>
                    <a:pt x="477261" y="225210"/>
                  </a:lnTo>
                  <a:lnTo>
                    <a:pt x="477296" y="221635"/>
                  </a:lnTo>
                  <a:lnTo>
                    <a:pt x="477329" y="218060"/>
                  </a:lnTo>
                  <a:lnTo>
                    <a:pt x="477361" y="214485"/>
                  </a:lnTo>
                  <a:lnTo>
                    <a:pt x="477391" y="210910"/>
                  </a:lnTo>
                  <a:lnTo>
                    <a:pt x="477420" y="207336"/>
                  </a:lnTo>
                  <a:lnTo>
                    <a:pt x="477448" y="203761"/>
                  </a:lnTo>
                  <a:lnTo>
                    <a:pt x="477474" y="200186"/>
                  </a:lnTo>
                  <a:lnTo>
                    <a:pt x="477500" y="196611"/>
                  </a:lnTo>
                  <a:lnTo>
                    <a:pt x="477524" y="193037"/>
                  </a:lnTo>
                  <a:lnTo>
                    <a:pt x="477547" y="189462"/>
                  </a:lnTo>
                  <a:lnTo>
                    <a:pt x="477569" y="185887"/>
                  </a:lnTo>
                  <a:lnTo>
                    <a:pt x="477590" y="182312"/>
                  </a:lnTo>
                  <a:lnTo>
                    <a:pt x="477611" y="178738"/>
                  </a:lnTo>
                  <a:lnTo>
                    <a:pt x="477631" y="175163"/>
                  </a:lnTo>
                  <a:lnTo>
                    <a:pt x="477649" y="171588"/>
                  </a:lnTo>
                  <a:lnTo>
                    <a:pt x="477668" y="168013"/>
                  </a:lnTo>
                  <a:lnTo>
                    <a:pt x="477685" y="164439"/>
                  </a:lnTo>
                  <a:lnTo>
                    <a:pt x="477702" y="160864"/>
                  </a:lnTo>
                  <a:lnTo>
                    <a:pt x="477719" y="157289"/>
                  </a:lnTo>
                  <a:lnTo>
                    <a:pt x="477734" y="153714"/>
                  </a:lnTo>
                  <a:lnTo>
                    <a:pt x="477750" y="150140"/>
                  </a:lnTo>
                  <a:lnTo>
                    <a:pt x="477764" y="146565"/>
                  </a:lnTo>
                  <a:lnTo>
                    <a:pt x="477779" y="142990"/>
                  </a:lnTo>
                  <a:lnTo>
                    <a:pt x="477792" y="139415"/>
                  </a:lnTo>
                  <a:lnTo>
                    <a:pt x="477805" y="135840"/>
                  </a:lnTo>
                  <a:lnTo>
                    <a:pt x="477818" y="132266"/>
                  </a:lnTo>
                  <a:lnTo>
                    <a:pt x="477830" y="128691"/>
                  </a:lnTo>
                  <a:lnTo>
                    <a:pt x="477842" y="125116"/>
                  </a:lnTo>
                  <a:lnTo>
                    <a:pt x="477853" y="121541"/>
                  </a:lnTo>
                  <a:lnTo>
                    <a:pt x="477864" y="117967"/>
                  </a:lnTo>
                  <a:lnTo>
                    <a:pt x="477874" y="114392"/>
                  </a:lnTo>
                  <a:lnTo>
                    <a:pt x="477884" y="110817"/>
                  </a:lnTo>
                  <a:lnTo>
                    <a:pt x="477893" y="107242"/>
                  </a:lnTo>
                  <a:lnTo>
                    <a:pt x="477902" y="103668"/>
                  </a:lnTo>
                  <a:lnTo>
                    <a:pt x="477911" y="100093"/>
                  </a:lnTo>
                  <a:lnTo>
                    <a:pt x="477918" y="96518"/>
                  </a:lnTo>
                  <a:lnTo>
                    <a:pt x="477926" y="92943"/>
                  </a:lnTo>
                  <a:lnTo>
                    <a:pt x="477933" y="89369"/>
                  </a:lnTo>
                  <a:lnTo>
                    <a:pt x="477939" y="85794"/>
                  </a:lnTo>
                  <a:lnTo>
                    <a:pt x="477945" y="82219"/>
                  </a:lnTo>
                  <a:lnTo>
                    <a:pt x="477951" y="78644"/>
                  </a:lnTo>
                  <a:lnTo>
                    <a:pt x="477956" y="75070"/>
                  </a:lnTo>
                  <a:lnTo>
                    <a:pt x="477960" y="71495"/>
                  </a:lnTo>
                  <a:lnTo>
                    <a:pt x="477965" y="67920"/>
                  </a:lnTo>
                  <a:lnTo>
                    <a:pt x="477969" y="64345"/>
                  </a:lnTo>
                  <a:lnTo>
                    <a:pt x="477972" y="60770"/>
                  </a:lnTo>
                  <a:lnTo>
                    <a:pt x="477976" y="57196"/>
                  </a:lnTo>
                  <a:lnTo>
                    <a:pt x="477979" y="53621"/>
                  </a:lnTo>
                  <a:lnTo>
                    <a:pt x="477981" y="50046"/>
                  </a:lnTo>
                  <a:lnTo>
                    <a:pt x="477984" y="46471"/>
                  </a:lnTo>
                  <a:lnTo>
                    <a:pt x="477986" y="42897"/>
                  </a:lnTo>
                  <a:lnTo>
                    <a:pt x="477988" y="39322"/>
                  </a:lnTo>
                  <a:lnTo>
                    <a:pt x="477990" y="35747"/>
                  </a:lnTo>
                  <a:lnTo>
                    <a:pt x="477991" y="32172"/>
                  </a:lnTo>
                  <a:lnTo>
                    <a:pt x="477992" y="28598"/>
                  </a:lnTo>
                  <a:lnTo>
                    <a:pt x="477994" y="25023"/>
                  </a:lnTo>
                  <a:lnTo>
                    <a:pt x="477995" y="21448"/>
                  </a:lnTo>
                  <a:lnTo>
                    <a:pt x="477995" y="17873"/>
                  </a:lnTo>
                  <a:lnTo>
                    <a:pt x="477996" y="14299"/>
                  </a:lnTo>
                  <a:lnTo>
                    <a:pt x="477997" y="10724"/>
                  </a:lnTo>
                  <a:lnTo>
                    <a:pt x="477998" y="7149"/>
                  </a:lnTo>
                  <a:lnTo>
                    <a:pt x="477998" y="3574"/>
                  </a:lnTo>
                  <a:lnTo>
                    <a:pt x="478003" y="0"/>
                  </a:lnTo>
                  <a:lnTo>
                    <a:pt x="478003" y="3574"/>
                  </a:lnTo>
                  <a:lnTo>
                    <a:pt x="478004" y="7149"/>
                  </a:lnTo>
                  <a:lnTo>
                    <a:pt x="478004" y="10724"/>
                  </a:lnTo>
                  <a:lnTo>
                    <a:pt x="478005" y="14299"/>
                  </a:lnTo>
                  <a:lnTo>
                    <a:pt x="478006" y="17873"/>
                  </a:lnTo>
                  <a:lnTo>
                    <a:pt x="478007" y="21448"/>
                  </a:lnTo>
                  <a:lnTo>
                    <a:pt x="478008" y="25023"/>
                  </a:lnTo>
                  <a:lnTo>
                    <a:pt x="478009" y="28598"/>
                  </a:lnTo>
                  <a:lnTo>
                    <a:pt x="478010" y="32172"/>
                  </a:lnTo>
                  <a:lnTo>
                    <a:pt x="478012" y="35747"/>
                  </a:lnTo>
                  <a:lnTo>
                    <a:pt x="478013" y="39322"/>
                  </a:lnTo>
                  <a:lnTo>
                    <a:pt x="478015" y="42897"/>
                  </a:lnTo>
                  <a:lnTo>
                    <a:pt x="478018" y="46471"/>
                  </a:lnTo>
                  <a:lnTo>
                    <a:pt x="478020" y="50046"/>
                  </a:lnTo>
                  <a:lnTo>
                    <a:pt x="478023" y="53621"/>
                  </a:lnTo>
                  <a:lnTo>
                    <a:pt x="478026" y="57196"/>
                  </a:lnTo>
                  <a:lnTo>
                    <a:pt x="478029" y="60770"/>
                  </a:lnTo>
                  <a:lnTo>
                    <a:pt x="478033" y="64345"/>
                  </a:lnTo>
                  <a:lnTo>
                    <a:pt x="478036" y="67920"/>
                  </a:lnTo>
                  <a:lnTo>
                    <a:pt x="478041" y="71495"/>
                  </a:lnTo>
                  <a:lnTo>
                    <a:pt x="478045" y="75070"/>
                  </a:lnTo>
                  <a:lnTo>
                    <a:pt x="478051" y="78644"/>
                  </a:lnTo>
                  <a:lnTo>
                    <a:pt x="478056" y="82219"/>
                  </a:lnTo>
                  <a:lnTo>
                    <a:pt x="478062" y="85794"/>
                  </a:lnTo>
                  <a:lnTo>
                    <a:pt x="478069" y="89369"/>
                  </a:lnTo>
                  <a:lnTo>
                    <a:pt x="478075" y="92943"/>
                  </a:lnTo>
                  <a:lnTo>
                    <a:pt x="478083" y="96518"/>
                  </a:lnTo>
                  <a:lnTo>
                    <a:pt x="478091" y="100093"/>
                  </a:lnTo>
                  <a:lnTo>
                    <a:pt x="478099" y="103668"/>
                  </a:lnTo>
                  <a:lnTo>
                    <a:pt x="478108" y="107242"/>
                  </a:lnTo>
                  <a:lnTo>
                    <a:pt x="478117" y="110817"/>
                  </a:lnTo>
                  <a:lnTo>
                    <a:pt x="478127" y="114392"/>
                  </a:lnTo>
                  <a:lnTo>
                    <a:pt x="478137" y="117967"/>
                  </a:lnTo>
                  <a:lnTo>
                    <a:pt x="478148" y="121541"/>
                  </a:lnTo>
                  <a:lnTo>
                    <a:pt x="478159" y="125116"/>
                  </a:lnTo>
                  <a:lnTo>
                    <a:pt x="478171" y="128691"/>
                  </a:lnTo>
                  <a:lnTo>
                    <a:pt x="478183" y="132266"/>
                  </a:lnTo>
                  <a:lnTo>
                    <a:pt x="478196" y="135840"/>
                  </a:lnTo>
                  <a:lnTo>
                    <a:pt x="478209" y="139415"/>
                  </a:lnTo>
                  <a:lnTo>
                    <a:pt x="478223" y="142990"/>
                  </a:lnTo>
                  <a:lnTo>
                    <a:pt x="478237" y="146565"/>
                  </a:lnTo>
                  <a:lnTo>
                    <a:pt x="478252" y="150140"/>
                  </a:lnTo>
                  <a:lnTo>
                    <a:pt x="478267" y="153714"/>
                  </a:lnTo>
                  <a:lnTo>
                    <a:pt x="478283" y="157289"/>
                  </a:lnTo>
                  <a:lnTo>
                    <a:pt x="478299" y="160864"/>
                  </a:lnTo>
                  <a:lnTo>
                    <a:pt x="478316" y="164439"/>
                  </a:lnTo>
                  <a:lnTo>
                    <a:pt x="478334" y="168013"/>
                  </a:lnTo>
                  <a:lnTo>
                    <a:pt x="478352" y="171588"/>
                  </a:lnTo>
                  <a:lnTo>
                    <a:pt x="478371" y="175163"/>
                  </a:lnTo>
                  <a:lnTo>
                    <a:pt x="478390" y="178738"/>
                  </a:lnTo>
                  <a:lnTo>
                    <a:pt x="478411" y="182312"/>
                  </a:lnTo>
                  <a:lnTo>
                    <a:pt x="478432" y="185887"/>
                  </a:lnTo>
                  <a:lnTo>
                    <a:pt x="478454" y="189462"/>
                  </a:lnTo>
                  <a:lnTo>
                    <a:pt x="478477" y="193037"/>
                  </a:lnTo>
                  <a:lnTo>
                    <a:pt x="478502" y="196611"/>
                  </a:lnTo>
                  <a:lnTo>
                    <a:pt x="478527" y="200186"/>
                  </a:lnTo>
                  <a:lnTo>
                    <a:pt x="478554" y="203761"/>
                  </a:lnTo>
                  <a:lnTo>
                    <a:pt x="478581" y="207336"/>
                  </a:lnTo>
                  <a:lnTo>
                    <a:pt x="478610" y="210910"/>
                  </a:lnTo>
                  <a:lnTo>
                    <a:pt x="478640" y="214485"/>
                  </a:lnTo>
                  <a:lnTo>
                    <a:pt x="478672" y="218060"/>
                  </a:lnTo>
                  <a:lnTo>
                    <a:pt x="478705" y="221635"/>
                  </a:lnTo>
                  <a:lnTo>
                    <a:pt x="478740" y="225210"/>
                  </a:lnTo>
                  <a:lnTo>
                    <a:pt x="478776" y="228784"/>
                  </a:lnTo>
                  <a:lnTo>
                    <a:pt x="478814" y="232359"/>
                  </a:lnTo>
                  <a:lnTo>
                    <a:pt x="478854" y="235934"/>
                  </a:lnTo>
                  <a:lnTo>
                    <a:pt x="478895" y="239509"/>
                  </a:lnTo>
                  <a:lnTo>
                    <a:pt x="478938" y="243083"/>
                  </a:lnTo>
                  <a:lnTo>
                    <a:pt x="478983" y="246658"/>
                  </a:lnTo>
                  <a:lnTo>
                    <a:pt x="479030" y="250233"/>
                  </a:lnTo>
                  <a:lnTo>
                    <a:pt x="479078" y="253808"/>
                  </a:lnTo>
                  <a:lnTo>
                    <a:pt x="479129" y="257382"/>
                  </a:lnTo>
                  <a:lnTo>
                    <a:pt x="479181" y="260957"/>
                  </a:lnTo>
                  <a:lnTo>
                    <a:pt x="479235" y="264532"/>
                  </a:lnTo>
                  <a:lnTo>
                    <a:pt x="479292" y="268107"/>
                  </a:lnTo>
                  <a:lnTo>
                    <a:pt x="479350" y="271681"/>
                  </a:lnTo>
                  <a:lnTo>
                    <a:pt x="479411" y="275256"/>
                  </a:lnTo>
                  <a:lnTo>
                    <a:pt x="479473" y="278831"/>
                  </a:lnTo>
                  <a:lnTo>
                    <a:pt x="479537" y="282406"/>
                  </a:lnTo>
                  <a:lnTo>
                    <a:pt x="479604" y="285981"/>
                  </a:lnTo>
                  <a:lnTo>
                    <a:pt x="479673" y="289555"/>
                  </a:lnTo>
                  <a:lnTo>
                    <a:pt x="479744" y="293130"/>
                  </a:lnTo>
                  <a:lnTo>
                    <a:pt x="479817" y="296705"/>
                  </a:lnTo>
                  <a:lnTo>
                    <a:pt x="479893" y="300280"/>
                  </a:lnTo>
                  <a:lnTo>
                    <a:pt x="479971" y="303854"/>
                  </a:lnTo>
                  <a:lnTo>
                    <a:pt x="480052" y="307429"/>
                  </a:lnTo>
                  <a:lnTo>
                    <a:pt x="480135" y="311004"/>
                  </a:lnTo>
                  <a:lnTo>
                    <a:pt x="480221" y="314579"/>
                  </a:lnTo>
                  <a:lnTo>
                    <a:pt x="480310" y="318153"/>
                  </a:lnTo>
                  <a:lnTo>
                    <a:pt x="480402" y="321728"/>
                  </a:lnTo>
                  <a:lnTo>
                    <a:pt x="480497" y="325303"/>
                  </a:lnTo>
                  <a:lnTo>
                    <a:pt x="480595" y="328878"/>
                  </a:lnTo>
                  <a:lnTo>
                    <a:pt x="480696" y="332452"/>
                  </a:lnTo>
                  <a:lnTo>
                    <a:pt x="480801" y="336027"/>
                  </a:lnTo>
                  <a:lnTo>
                    <a:pt x="480910" y="339602"/>
                  </a:lnTo>
                  <a:lnTo>
                    <a:pt x="481022" y="343177"/>
                  </a:lnTo>
                  <a:lnTo>
                    <a:pt x="481138" y="346751"/>
                  </a:lnTo>
                  <a:lnTo>
                    <a:pt x="481258" y="350326"/>
                  </a:lnTo>
                  <a:lnTo>
                    <a:pt x="481383" y="353901"/>
                  </a:lnTo>
                  <a:lnTo>
                    <a:pt x="481512" y="357476"/>
                  </a:lnTo>
                  <a:lnTo>
                    <a:pt x="481645" y="361051"/>
                  </a:lnTo>
                  <a:lnTo>
                    <a:pt x="481783" y="364625"/>
                  </a:lnTo>
                  <a:lnTo>
                    <a:pt x="481926" y="368200"/>
                  </a:lnTo>
                  <a:lnTo>
                    <a:pt x="482074" y="371775"/>
                  </a:lnTo>
                  <a:lnTo>
                    <a:pt x="482227" y="375350"/>
                  </a:lnTo>
                  <a:lnTo>
                    <a:pt x="482384" y="378924"/>
                  </a:lnTo>
                  <a:lnTo>
                    <a:pt x="482547" y="382499"/>
                  </a:lnTo>
                  <a:lnTo>
                    <a:pt x="482715" y="386074"/>
                  </a:lnTo>
                  <a:lnTo>
                    <a:pt x="482889" y="389649"/>
                  </a:lnTo>
                  <a:lnTo>
                    <a:pt x="483068" y="393223"/>
                  </a:lnTo>
                  <a:lnTo>
                    <a:pt x="483252" y="396798"/>
                  </a:lnTo>
                  <a:lnTo>
                    <a:pt x="483441" y="400373"/>
                  </a:lnTo>
                  <a:lnTo>
                    <a:pt x="483636" y="403948"/>
                  </a:lnTo>
                  <a:lnTo>
                    <a:pt x="483837" y="407522"/>
                  </a:lnTo>
                  <a:lnTo>
                    <a:pt x="484042" y="411097"/>
                  </a:lnTo>
                  <a:lnTo>
                    <a:pt x="484252" y="414672"/>
                  </a:lnTo>
                  <a:lnTo>
                    <a:pt x="484467" y="418247"/>
                  </a:lnTo>
                  <a:lnTo>
                    <a:pt x="484687" y="421821"/>
                  </a:lnTo>
                  <a:lnTo>
                    <a:pt x="484913" y="425396"/>
                  </a:lnTo>
                  <a:lnTo>
                    <a:pt x="485142" y="428971"/>
                  </a:lnTo>
                  <a:lnTo>
                    <a:pt x="485376" y="432546"/>
                  </a:lnTo>
                  <a:lnTo>
                    <a:pt x="485614" y="436121"/>
                  </a:lnTo>
                  <a:lnTo>
                    <a:pt x="485858" y="439695"/>
                  </a:lnTo>
                  <a:lnTo>
                    <a:pt x="486105" y="443270"/>
                  </a:lnTo>
                  <a:lnTo>
                    <a:pt x="486356" y="446845"/>
                  </a:lnTo>
                  <a:lnTo>
                    <a:pt x="486611" y="450420"/>
                  </a:lnTo>
                  <a:lnTo>
                    <a:pt x="486870" y="453994"/>
                  </a:lnTo>
                  <a:lnTo>
                    <a:pt x="487133" y="457569"/>
                  </a:lnTo>
                  <a:lnTo>
                    <a:pt x="487399" y="461144"/>
                  </a:lnTo>
                  <a:lnTo>
                    <a:pt x="487669" y="464719"/>
                  </a:lnTo>
                  <a:lnTo>
                    <a:pt x="487943" y="468293"/>
                  </a:lnTo>
                  <a:lnTo>
                    <a:pt x="488221" y="471868"/>
                  </a:lnTo>
                  <a:lnTo>
                    <a:pt x="488503" y="475443"/>
                  </a:lnTo>
                  <a:lnTo>
                    <a:pt x="488788" y="479018"/>
                  </a:lnTo>
                  <a:lnTo>
                    <a:pt x="489078" y="482592"/>
                  </a:lnTo>
                  <a:lnTo>
                    <a:pt x="489372" y="486167"/>
                  </a:lnTo>
                  <a:lnTo>
                    <a:pt x="489671" y="489742"/>
                  </a:lnTo>
                  <a:lnTo>
                    <a:pt x="489975" y="493317"/>
                  </a:lnTo>
                  <a:lnTo>
                    <a:pt x="490284" y="496891"/>
                  </a:lnTo>
                  <a:lnTo>
                    <a:pt x="490599" y="500466"/>
                  </a:lnTo>
                  <a:lnTo>
                    <a:pt x="490919" y="504041"/>
                  </a:lnTo>
                  <a:lnTo>
                    <a:pt x="491246" y="507616"/>
                  </a:lnTo>
                  <a:lnTo>
                    <a:pt x="491580" y="511191"/>
                  </a:lnTo>
                  <a:lnTo>
                    <a:pt x="491921" y="514765"/>
                  </a:lnTo>
                  <a:lnTo>
                    <a:pt x="492268" y="518340"/>
                  </a:lnTo>
                  <a:lnTo>
                    <a:pt x="492624" y="521915"/>
                  </a:lnTo>
                  <a:lnTo>
                    <a:pt x="492990" y="525490"/>
                  </a:lnTo>
                  <a:lnTo>
                    <a:pt x="493364" y="529064"/>
                  </a:lnTo>
                  <a:lnTo>
                    <a:pt x="493746" y="532639"/>
                  </a:lnTo>
                  <a:lnTo>
                    <a:pt x="494137" y="536214"/>
                  </a:lnTo>
                  <a:lnTo>
                    <a:pt x="494539" y="539789"/>
                  </a:lnTo>
                  <a:lnTo>
                    <a:pt x="494952" y="543363"/>
                  </a:lnTo>
                  <a:lnTo>
                    <a:pt x="495374" y="546938"/>
                  </a:lnTo>
                  <a:lnTo>
                    <a:pt x="495805" y="550513"/>
                  </a:lnTo>
                  <a:lnTo>
                    <a:pt x="496246" y="554088"/>
                  </a:lnTo>
                  <a:lnTo>
                    <a:pt x="496700" y="557662"/>
                  </a:lnTo>
                  <a:lnTo>
                    <a:pt x="497164" y="561237"/>
                  </a:lnTo>
                  <a:lnTo>
                    <a:pt x="497637" y="564812"/>
                  </a:lnTo>
                  <a:lnTo>
                    <a:pt x="498118" y="568387"/>
                  </a:lnTo>
                  <a:lnTo>
                    <a:pt x="498610" y="571962"/>
                  </a:lnTo>
                  <a:lnTo>
                    <a:pt x="499112" y="575536"/>
                  </a:lnTo>
                  <a:lnTo>
                    <a:pt x="499623" y="579111"/>
                  </a:lnTo>
                  <a:lnTo>
                    <a:pt x="500141" y="582686"/>
                  </a:lnTo>
                  <a:lnTo>
                    <a:pt x="500667" y="586261"/>
                  </a:lnTo>
                  <a:lnTo>
                    <a:pt x="501200" y="589835"/>
                  </a:lnTo>
                  <a:lnTo>
                    <a:pt x="501742" y="593410"/>
                  </a:lnTo>
                  <a:lnTo>
                    <a:pt x="502290" y="596985"/>
                  </a:lnTo>
                  <a:lnTo>
                    <a:pt x="502844" y="600560"/>
                  </a:lnTo>
                  <a:lnTo>
                    <a:pt x="503403" y="604134"/>
                  </a:lnTo>
                  <a:lnTo>
                    <a:pt x="503969" y="607709"/>
                  </a:lnTo>
                  <a:lnTo>
                    <a:pt x="504541" y="611284"/>
                  </a:lnTo>
                  <a:lnTo>
                    <a:pt x="505118" y="614859"/>
                  </a:lnTo>
                  <a:lnTo>
                    <a:pt x="505700" y="618433"/>
                  </a:lnTo>
                  <a:lnTo>
                    <a:pt x="506287" y="622008"/>
                  </a:lnTo>
                  <a:lnTo>
                    <a:pt x="506881" y="625583"/>
                  </a:lnTo>
                  <a:lnTo>
                    <a:pt x="507481" y="629158"/>
                  </a:lnTo>
                  <a:lnTo>
                    <a:pt x="508087" y="632732"/>
                  </a:lnTo>
                  <a:lnTo>
                    <a:pt x="508699" y="636307"/>
                  </a:lnTo>
                  <a:lnTo>
                    <a:pt x="509319" y="639882"/>
                  </a:lnTo>
                  <a:lnTo>
                    <a:pt x="509948" y="643457"/>
                  </a:lnTo>
                  <a:lnTo>
                    <a:pt x="510587" y="647032"/>
                  </a:lnTo>
                  <a:lnTo>
                    <a:pt x="511234" y="650606"/>
                  </a:lnTo>
                  <a:lnTo>
                    <a:pt x="511892" y="654181"/>
                  </a:lnTo>
                  <a:lnTo>
                    <a:pt x="512560" y="657756"/>
                  </a:lnTo>
                  <a:lnTo>
                    <a:pt x="513244" y="661331"/>
                  </a:lnTo>
                  <a:lnTo>
                    <a:pt x="513939" y="664905"/>
                  </a:lnTo>
                  <a:lnTo>
                    <a:pt x="514648" y="668480"/>
                  </a:lnTo>
                  <a:lnTo>
                    <a:pt x="515370" y="672055"/>
                  </a:lnTo>
                  <a:lnTo>
                    <a:pt x="516108" y="675630"/>
                  </a:lnTo>
                  <a:lnTo>
                    <a:pt x="516864" y="679204"/>
                  </a:lnTo>
                  <a:lnTo>
                    <a:pt x="517635" y="682779"/>
                  </a:lnTo>
                  <a:lnTo>
                    <a:pt x="518420" y="686354"/>
                  </a:lnTo>
                  <a:lnTo>
                    <a:pt x="519220" y="689929"/>
                  </a:lnTo>
                  <a:lnTo>
                    <a:pt x="520039" y="693503"/>
                  </a:lnTo>
                  <a:lnTo>
                    <a:pt x="520874" y="697078"/>
                  </a:lnTo>
                  <a:lnTo>
                    <a:pt x="521722" y="700653"/>
                  </a:lnTo>
                  <a:lnTo>
                    <a:pt x="522584" y="704228"/>
                  </a:lnTo>
                  <a:lnTo>
                    <a:pt x="523459" y="707802"/>
                  </a:lnTo>
                  <a:lnTo>
                    <a:pt x="524349" y="711377"/>
                  </a:lnTo>
                  <a:lnTo>
                    <a:pt x="525250" y="714952"/>
                  </a:lnTo>
                  <a:lnTo>
                    <a:pt x="526160" y="718527"/>
                  </a:lnTo>
                  <a:lnTo>
                    <a:pt x="527079" y="722102"/>
                  </a:lnTo>
                  <a:lnTo>
                    <a:pt x="528005" y="725676"/>
                  </a:lnTo>
                  <a:lnTo>
                    <a:pt x="528938" y="729251"/>
                  </a:lnTo>
                  <a:lnTo>
                    <a:pt x="529875" y="732826"/>
                  </a:lnTo>
                  <a:lnTo>
                    <a:pt x="530814" y="736401"/>
                  </a:lnTo>
                  <a:lnTo>
                    <a:pt x="531755" y="739975"/>
                  </a:lnTo>
                  <a:lnTo>
                    <a:pt x="532697" y="743550"/>
                  </a:lnTo>
                  <a:lnTo>
                    <a:pt x="533636" y="747125"/>
                  </a:lnTo>
                  <a:lnTo>
                    <a:pt x="534573" y="750700"/>
                  </a:lnTo>
                  <a:lnTo>
                    <a:pt x="535507" y="754274"/>
                  </a:lnTo>
                  <a:lnTo>
                    <a:pt x="536437" y="757849"/>
                  </a:lnTo>
                  <a:lnTo>
                    <a:pt x="537360" y="761424"/>
                  </a:lnTo>
                  <a:lnTo>
                    <a:pt x="538277" y="764999"/>
                  </a:lnTo>
                  <a:lnTo>
                    <a:pt x="539187" y="768573"/>
                  </a:lnTo>
                  <a:lnTo>
                    <a:pt x="540091" y="772148"/>
                  </a:lnTo>
                  <a:lnTo>
                    <a:pt x="540989" y="775723"/>
                  </a:lnTo>
                  <a:lnTo>
                    <a:pt x="541878" y="779298"/>
                  </a:lnTo>
                  <a:lnTo>
                    <a:pt x="542761" y="782873"/>
                  </a:lnTo>
                  <a:lnTo>
                    <a:pt x="543638" y="786447"/>
                  </a:lnTo>
                  <a:lnTo>
                    <a:pt x="544510" y="790022"/>
                  </a:lnTo>
                  <a:lnTo>
                    <a:pt x="545377" y="793597"/>
                  </a:lnTo>
                  <a:lnTo>
                    <a:pt x="546240" y="797172"/>
                  </a:lnTo>
                  <a:lnTo>
                    <a:pt x="547101" y="800746"/>
                  </a:lnTo>
                  <a:lnTo>
                    <a:pt x="547961" y="804321"/>
                  </a:lnTo>
                  <a:lnTo>
                    <a:pt x="548822" y="807896"/>
                  </a:lnTo>
                  <a:lnTo>
                    <a:pt x="549684" y="811471"/>
                  </a:lnTo>
                  <a:lnTo>
                    <a:pt x="550552" y="815045"/>
                  </a:lnTo>
                  <a:lnTo>
                    <a:pt x="551426" y="818620"/>
                  </a:lnTo>
                  <a:lnTo>
                    <a:pt x="552308" y="822195"/>
                  </a:lnTo>
                  <a:lnTo>
                    <a:pt x="553199" y="825770"/>
                  </a:lnTo>
                  <a:lnTo>
                    <a:pt x="554103" y="829344"/>
                  </a:lnTo>
                  <a:lnTo>
                    <a:pt x="555025" y="832919"/>
                  </a:lnTo>
                  <a:lnTo>
                    <a:pt x="555965" y="836494"/>
                  </a:lnTo>
                  <a:lnTo>
                    <a:pt x="556923" y="840069"/>
                  </a:lnTo>
                  <a:lnTo>
                    <a:pt x="557902" y="843643"/>
                  </a:lnTo>
                  <a:lnTo>
                    <a:pt x="558911" y="847218"/>
                  </a:lnTo>
                  <a:lnTo>
                    <a:pt x="559950" y="850793"/>
                  </a:lnTo>
                  <a:lnTo>
                    <a:pt x="561019" y="854368"/>
                  </a:lnTo>
                  <a:lnTo>
                    <a:pt x="562120" y="857943"/>
                  </a:lnTo>
                  <a:lnTo>
                    <a:pt x="563254" y="861517"/>
                  </a:lnTo>
                  <a:lnTo>
                    <a:pt x="564436" y="865092"/>
                  </a:lnTo>
                  <a:lnTo>
                    <a:pt x="565660" y="868667"/>
                  </a:lnTo>
                  <a:lnTo>
                    <a:pt x="566925" y="872242"/>
                  </a:lnTo>
                  <a:lnTo>
                    <a:pt x="568233" y="875816"/>
                  </a:lnTo>
                  <a:lnTo>
                    <a:pt x="569587" y="879391"/>
                  </a:lnTo>
                  <a:lnTo>
                    <a:pt x="571003" y="882966"/>
                  </a:lnTo>
                  <a:lnTo>
                    <a:pt x="572467" y="886541"/>
                  </a:lnTo>
                  <a:lnTo>
                    <a:pt x="573980" y="890115"/>
                  </a:lnTo>
                  <a:lnTo>
                    <a:pt x="575543" y="893690"/>
                  </a:lnTo>
                  <a:lnTo>
                    <a:pt x="577161" y="897265"/>
                  </a:lnTo>
                  <a:lnTo>
                    <a:pt x="578842" y="900840"/>
                  </a:lnTo>
                  <a:lnTo>
                    <a:pt x="580572" y="904414"/>
                  </a:lnTo>
                  <a:lnTo>
                    <a:pt x="582349" y="907989"/>
                  </a:lnTo>
                  <a:lnTo>
                    <a:pt x="584174" y="911564"/>
                  </a:lnTo>
                  <a:lnTo>
                    <a:pt x="586051" y="915139"/>
                  </a:lnTo>
                  <a:lnTo>
                    <a:pt x="587978" y="918713"/>
                  </a:lnTo>
                  <a:lnTo>
                    <a:pt x="589942" y="922288"/>
                  </a:lnTo>
                  <a:lnTo>
                    <a:pt x="591941" y="925863"/>
                  </a:lnTo>
                  <a:lnTo>
                    <a:pt x="593972" y="929438"/>
                  </a:lnTo>
                  <a:lnTo>
                    <a:pt x="596035" y="933013"/>
                  </a:lnTo>
                  <a:lnTo>
                    <a:pt x="598120" y="936587"/>
                  </a:lnTo>
                  <a:lnTo>
                    <a:pt x="600218" y="940162"/>
                  </a:lnTo>
                  <a:lnTo>
                    <a:pt x="602324" y="943737"/>
                  </a:lnTo>
                  <a:lnTo>
                    <a:pt x="604433" y="947312"/>
                  </a:lnTo>
                  <a:lnTo>
                    <a:pt x="606533" y="950886"/>
                  </a:lnTo>
                  <a:lnTo>
                    <a:pt x="608616" y="954461"/>
                  </a:lnTo>
                  <a:lnTo>
                    <a:pt x="610677" y="958036"/>
                  </a:lnTo>
                  <a:lnTo>
                    <a:pt x="612707" y="961611"/>
                  </a:lnTo>
                  <a:lnTo>
                    <a:pt x="614699" y="965185"/>
                  </a:lnTo>
                  <a:lnTo>
                    <a:pt x="616628" y="968760"/>
                  </a:lnTo>
                  <a:lnTo>
                    <a:pt x="618498" y="972335"/>
                  </a:lnTo>
                  <a:lnTo>
                    <a:pt x="620302" y="975910"/>
                  </a:lnTo>
                  <a:lnTo>
                    <a:pt x="622034" y="979484"/>
                  </a:lnTo>
                  <a:lnTo>
                    <a:pt x="623674" y="983059"/>
                  </a:lnTo>
                  <a:lnTo>
                    <a:pt x="625203" y="986634"/>
                  </a:lnTo>
                  <a:lnTo>
                    <a:pt x="626632" y="990209"/>
                  </a:lnTo>
                  <a:lnTo>
                    <a:pt x="627955" y="993783"/>
                  </a:lnTo>
                  <a:lnTo>
                    <a:pt x="629167" y="997358"/>
                  </a:lnTo>
                  <a:lnTo>
                    <a:pt x="630235" y="1000933"/>
                  </a:lnTo>
                  <a:lnTo>
                    <a:pt x="631159" y="1004508"/>
                  </a:lnTo>
                  <a:lnTo>
                    <a:pt x="631953" y="1008083"/>
                  </a:lnTo>
                  <a:lnTo>
                    <a:pt x="632220" y="1009532"/>
                  </a:lnTo>
                  <a:lnTo>
                    <a:pt x="632612" y="1011657"/>
                  </a:lnTo>
                  <a:lnTo>
                    <a:pt x="633134" y="1015232"/>
                  </a:lnTo>
                  <a:lnTo>
                    <a:pt x="633474" y="1018807"/>
                  </a:lnTo>
                  <a:lnTo>
                    <a:pt x="633661" y="1022382"/>
                  </a:lnTo>
                  <a:lnTo>
                    <a:pt x="633702" y="1025956"/>
                  </a:lnTo>
                  <a:lnTo>
                    <a:pt x="633599" y="1029531"/>
                  </a:lnTo>
                  <a:lnTo>
                    <a:pt x="633350" y="1033106"/>
                  </a:lnTo>
                  <a:lnTo>
                    <a:pt x="632906" y="1036681"/>
                  </a:lnTo>
                  <a:lnTo>
                    <a:pt x="632321" y="1040255"/>
                  </a:lnTo>
                  <a:lnTo>
                    <a:pt x="631597" y="1043830"/>
                  </a:lnTo>
                  <a:lnTo>
                    <a:pt x="630736" y="1047405"/>
                  </a:lnTo>
                  <a:lnTo>
                    <a:pt x="629731" y="1050980"/>
                  </a:lnTo>
                  <a:lnTo>
                    <a:pt x="628564" y="1054554"/>
                  </a:lnTo>
                  <a:lnTo>
                    <a:pt x="627276" y="1058129"/>
                  </a:lnTo>
                  <a:lnTo>
                    <a:pt x="625870" y="1061704"/>
                  </a:lnTo>
                  <a:lnTo>
                    <a:pt x="624353" y="1065279"/>
                  </a:lnTo>
                  <a:lnTo>
                    <a:pt x="622712" y="1068854"/>
                  </a:lnTo>
                  <a:lnTo>
                    <a:pt x="620955" y="1072428"/>
                  </a:lnTo>
                  <a:lnTo>
                    <a:pt x="619107" y="1076003"/>
                  </a:lnTo>
                  <a:lnTo>
                    <a:pt x="617175" y="1079578"/>
                  </a:lnTo>
                  <a:lnTo>
                    <a:pt x="615164" y="1083153"/>
                  </a:lnTo>
                  <a:lnTo>
                    <a:pt x="613064" y="1086727"/>
                  </a:lnTo>
                  <a:lnTo>
                    <a:pt x="610895" y="1090302"/>
                  </a:lnTo>
                  <a:lnTo>
                    <a:pt x="608670" y="1093877"/>
                  </a:lnTo>
                  <a:lnTo>
                    <a:pt x="606394" y="1097452"/>
                  </a:lnTo>
                  <a:lnTo>
                    <a:pt x="604074" y="1101026"/>
                  </a:lnTo>
                  <a:lnTo>
                    <a:pt x="601704" y="1104601"/>
                  </a:lnTo>
                  <a:lnTo>
                    <a:pt x="599305" y="1108176"/>
                  </a:lnTo>
                  <a:lnTo>
                    <a:pt x="596881" y="1111751"/>
                  </a:lnTo>
                  <a:lnTo>
                    <a:pt x="594437" y="1115325"/>
                  </a:lnTo>
                  <a:lnTo>
                    <a:pt x="591977" y="1118900"/>
                  </a:lnTo>
                  <a:lnTo>
                    <a:pt x="589506" y="1122475"/>
                  </a:lnTo>
                  <a:lnTo>
                    <a:pt x="587032" y="1126050"/>
                  </a:lnTo>
                  <a:lnTo>
                    <a:pt x="584559" y="1129624"/>
                  </a:lnTo>
                  <a:lnTo>
                    <a:pt x="582089" y="1133199"/>
                  </a:lnTo>
                  <a:lnTo>
                    <a:pt x="579628" y="1136774"/>
                  </a:lnTo>
                  <a:lnTo>
                    <a:pt x="577181" y="1140349"/>
                  </a:lnTo>
                  <a:lnTo>
                    <a:pt x="574750" y="1143924"/>
                  </a:lnTo>
                  <a:lnTo>
                    <a:pt x="572337" y="1147498"/>
                  </a:lnTo>
                  <a:lnTo>
                    <a:pt x="569943" y="1151073"/>
                  </a:lnTo>
                  <a:lnTo>
                    <a:pt x="567577" y="1154648"/>
                  </a:lnTo>
                  <a:lnTo>
                    <a:pt x="565239" y="1158223"/>
                  </a:lnTo>
                  <a:lnTo>
                    <a:pt x="562929" y="1161797"/>
                  </a:lnTo>
                  <a:lnTo>
                    <a:pt x="560648" y="1165372"/>
                  </a:lnTo>
                  <a:lnTo>
                    <a:pt x="558396" y="1168947"/>
                  </a:lnTo>
                  <a:lnTo>
                    <a:pt x="556184" y="1172522"/>
                  </a:lnTo>
                  <a:lnTo>
                    <a:pt x="554008" y="1176096"/>
                  </a:lnTo>
                  <a:lnTo>
                    <a:pt x="551866" y="1179671"/>
                  </a:lnTo>
                  <a:lnTo>
                    <a:pt x="549758" y="1183246"/>
                  </a:lnTo>
                  <a:lnTo>
                    <a:pt x="547685" y="1186821"/>
                  </a:lnTo>
                  <a:lnTo>
                    <a:pt x="545660" y="1190395"/>
                  </a:lnTo>
                  <a:lnTo>
                    <a:pt x="543673" y="1193970"/>
                  </a:lnTo>
                  <a:lnTo>
                    <a:pt x="541722" y="1197545"/>
                  </a:lnTo>
                  <a:lnTo>
                    <a:pt x="539808" y="1201120"/>
                  </a:lnTo>
                  <a:lnTo>
                    <a:pt x="537934" y="1204694"/>
                  </a:lnTo>
                  <a:lnTo>
                    <a:pt x="536108" y="1208269"/>
                  </a:lnTo>
                  <a:lnTo>
                    <a:pt x="534319" y="1211844"/>
                  </a:lnTo>
                  <a:lnTo>
                    <a:pt x="532569" y="1215419"/>
                  </a:lnTo>
                  <a:lnTo>
                    <a:pt x="530855" y="1218994"/>
                  </a:lnTo>
                  <a:lnTo>
                    <a:pt x="529185" y="1222568"/>
                  </a:lnTo>
                  <a:lnTo>
                    <a:pt x="527560" y="1226143"/>
                  </a:lnTo>
                  <a:lnTo>
                    <a:pt x="525972" y="1229718"/>
                  </a:lnTo>
                  <a:lnTo>
                    <a:pt x="524422" y="1233293"/>
                  </a:lnTo>
                  <a:lnTo>
                    <a:pt x="522908" y="1236867"/>
                  </a:lnTo>
                  <a:lnTo>
                    <a:pt x="521438" y="1240442"/>
                  </a:lnTo>
                  <a:lnTo>
                    <a:pt x="520010" y="1244017"/>
                  </a:lnTo>
                  <a:lnTo>
                    <a:pt x="518618" y="1247592"/>
                  </a:lnTo>
                  <a:lnTo>
                    <a:pt x="517261" y="1251166"/>
                  </a:lnTo>
                  <a:lnTo>
                    <a:pt x="515939" y="1254741"/>
                  </a:lnTo>
                  <a:lnTo>
                    <a:pt x="514663" y="1258316"/>
                  </a:lnTo>
                  <a:lnTo>
                    <a:pt x="513423" y="1261891"/>
                  </a:lnTo>
                  <a:lnTo>
                    <a:pt x="512217" y="1265465"/>
                  </a:lnTo>
                  <a:lnTo>
                    <a:pt x="511044" y="1269040"/>
                  </a:lnTo>
                  <a:lnTo>
                    <a:pt x="509906" y="1272615"/>
                  </a:lnTo>
                  <a:lnTo>
                    <a:pt x="508810" y="1276190"/>
                  </a:lnTo>
                  <a:lnTo>
                    <a:pt x="507747" y="1279765"/>
                  </a:lnTo>
                  <a:lnTo>
                    <a:pt x="506714" y="1283339"/>
                  </a:lnTo>
                  <a:lnTo>
                    <a:pt x="505713" y="1286914"/>
                  </a:lnTo>
                  <a:lnTo>
                    <a:pt x="504745" y="1290489"/>
                  </a:lnTo>
                  <a:lnTo>
                    <a:pt x="503813" y="1294064"/>
                  </a:lnTo>
                  <a:lnTo>
                    <a:pt x="502911" y="1297638"/>
                  </a:lnTo>
                  <a:lnTo>
                    <a:pt x="502036" y="1301213"/>
                  </a:lnTo>
                  <a:lnTo>
                    <a:pt x="501188" y="1304788"/>
                  </a:lnTo>
                  <a:lnTo>
                    <a:pt x="500372" y="1308363"/>
                  </a:lnTo>
                  <a:lnTo>
                    <a:pt x="499587" y="1311937"/>
                  </a:lnTo>
                  <a:lnTo>
                    <a:pt x="498826" y="1315512"/>
                  </a:lnTo>
                  <a:lnTo>
                    <a:pt x="498089" y="1319087"/>
                  </a:lnTo>
                  <a:lnTo>
                    <a:pt x="497375" y="1322662"/>
                  </a:lnTo>
                  <a:lnTo>
                    <a:pt x="496690" y="1326236"/>
                  </a:lnTo>
                  <a:lnTo>
                    <a:pt x="496029" y="1329811"/>
                  </a:lnTo>
                  <a:lnTo>
                    <a:pt x="495388" y="1333386"/>
                  </a:lnTo>
                  <a:lnTo>
                    <a:pt x="494767" y="1336961"/>
                  </a:lnTo>
                  <a:lnTo>
                    <a:pt x="494165" y="1340535"/>
                  </a:lnTo>
                  <a:lnTo>
                    <a:pt x="493588" y="1344110"/>
                  </a:lnTo>
                  <a:lnTo>
                    <a:pt x="493028" y="1347685"/>
                  </a:lnTo>
                  <a:lnTo>
                    <a:pt x="492486" y="1351260"/>
                  </a:lnTo>
                  <a:lnTo>
                    <a:pt x="491959" y="1354835"/>
                  </a:lnTo>
                  <a:lnTo>
                    <a:pt x="491449" y="1358409"/>
                  </a:lnTo>
                  <a:lnTo>
                    <a:pt x="490959" y="1361984"/>
                  </a:lnTo>
                  <a:lnTo>
                    <a:pt x="490482" y="1365559"/>
                  </a:lnTo>
                  <a:lnTo>
                    <a:pt x="490019" y="1369134"/>
                  </a:lnTo>
                  <a:lnTo>
                    <a:pt x="489570" y="1372708"/>
                  </a:lnTo>
                  <a:lnTo>
                    <a:pt x="489135" y="1376283"/>
                  </a:lnTo>
                  <a:lnTo>
                    <a:pt x="488716" y="1379858"/>
                  </a:lnTo>
                  <a:lnTo>
                    <a:pt x="488310" y="1383433"/>
                  </a:lnTo>
                  <a:lnTo>
                    <a:pt x="487916" y="1387007"/>
                  </a:lnTo>
                  <a:lnTo>
                    <a:pt x="487535" y="1390582"/>
                  </a:lnTo>
                  <a:lnTo>
                    <a:pt x="487170" y="1394157"/>
                  </a:lnTo>
                  <a:lnTo>
                    <a:pt x="486821" y="1397732"/>
                  </a:lnTo>
                  <a:lnTo>
                    <a:pt x="486486" y="1401306"/>
                  </a:lnTo>
                  <a:lnTo>
                    <a:pt x="486167" y="1404881"/>
                  </a:lnTo>
                  <a:lnTo>
                    <a:pt x="485865" y="1408456"/>
                  </a:lnTo>
                  <a:lnTo>
                    <a:pt x="485585" y="1412031"/>
                  </a:lnTo>
                  <a:lnTo>
                    <a:pt x="485329" y="1415605"/>
                  </a:lnTo>
                  <a:lnTo>
                    <a:pt x="485095" y="1419180"/>
                  </a:lnTo>
                  <a:lnTo>
                    <a:pt x="484888" y="1422755"/>
                  </a:lnTo>
                  <a:lnTo>
                    <a:pt x="484709" y="1426330"/>
                  </a:lnTo>
                  <a:lnTo>
                    <a:pt x="484576" y="1429905"/>
                  </a:lnTo>
                  <a:lnTo>
                    <a:pt x="484484" y="1433479"/>
                  </a:lnTo>
                  <a:lnTo>
                    <a:pt x="484437" y="1437054"/>
                  </a:lnTo>
                  <a:lnTo>
                    <a:pt x="484441" y="1440629"/>
                  </a:lnTo>
                  <a:lnTo>
                    <a:pt x="484508" y="1444204"/>
                  </a:lnTo>
                  <a:lnTo>
                    <a:pt x="484663" y="1447778"/>
                  </a:lnTo>
                  <a:lnTo>
                    <a:pt x="484899" y="1451353"/>
                  </a:lnTo>
                  <a:lnTo>
                    <a:pt x="485227" y="1454928"/>
                  </a:lnTo>
                  <a:lnTo>
                    <a:pt x="485656" y="1458503"/>
                  </a:lnTo>
                  <a:lnTo>
                    <a:pt x="486221" y="1462077"/>
                  </a:lnTo>
                  <a:lnTo>
                    <a:pt x="486949" y="1465652"/>
                  </a:lnTo>
                  <a:lnTo>
                    <a:pt x="487834" y="1469227"/>
                  </a:lnTo>
                  <a:lnTo>
                    <a:pt x="488892" y="1472802"/>
                  </a:lnTo>
                  <a:lnTo>
                    <a:pt x="490140" y="1476376"/>
                  </a:lnTo>
                  <a:lnTo>
                    <a:pt x="491659" y="1479951"/>
                  </a:lnTo>
                  <a:lnTo>
                    <a:pt x="493455" y="1483526"/>
                  </a:lnTo>
                  <a:lnTo>
                    <a:pt x="495527" y="1487101"/>
                  </a:lnTo>
                  <a:lnTo>
                    <a:pt x="497898" y="1490675"/>
                  </a:lnTo>
                  <a:lnTo>
                    <a:pt x="500594" y="1494250"/>
                  </a:lnTo>
                  <a:lnTo>
                    <a:pt x="503770" y="1497825"/>
                  </a:lnTo>
                  <a:lnTo>
                    <a:pt x="507366" y="1501400"/>
                  </a:lnTo>
                  <a:lnTo>
                    <a:pt x="511395" y="1504975"/>
                  </a:lnTo>
                  <a:lnTo>
                    <a:pt x="515887" y="1508549"/>
                  </a:lnTo>
                  <a:lnTo>
                    <a:pt x="520890" y="1512124"/>
                  </a:lnTo>
                  <a:lnTo>
                    <a:pt x="526597" y="1515699"/>
                  </a:lnTo>
                  <a:lnTo>
                    <a:pt x="532877" y="1519274"/>
                  </a:lnTo>
                  <a:lnTo>
                    <a:pt x="539753" y="1522848"/>
                  </a:lnTo>
                  <a:lnTo>
                    <a:pt x="547250" y="1526423"/>
                  </a:lnTo>
                  <a:lnTo>
                    <a:pt x="555469" y="1529998"/>
                  </a:lnTo>
                  <a:lnTo>
                    <a:pt x="564519" y="1533573"/>
                  </a:lnTo>
                  <a:lnTo>
                    <a:pt x="574256" y="1537147"/>
                  </a:lnTo>
                  <a:lnTo>
                    <a:pt x="584687" y="1540722"/>
                  </a:lnTo>
                  <a:lnTo>
                    <a:pt x="595817" y="1544297"/>
                  </a:lnTo>
                  <a:lnTo>
                    <a:pt x="607780" y="1547872"/>
                  </a:lnTo>
                  <a:lnTo>
                    <a:pt x="620535" y="1551446"/>
                  </a:lnTo>
                  <a:lnTo>
                    <a:pt x="633947" y="1555021"/>
                  </a:lnTo>
                  <a:lnTo>
                    <a:pt x="647993" y="1558596"/>
                  </a:lnTo>
                  <a:lnTo>
                    <a:pt x="662643" y="1562171"/>
                  </a:lnTo>
                  <a:lnTo>
                    <a:pt x="677995" y="1565746"/>
                  </a:lnTo>
                  <a:lnTo>
                    <a:pt x="693861" y="1569320"/>
                  </a:lnTo>
                  <a:lnTo>
                    <a:pt x="710134" y="1572895"/>
                  </a:lnTo>
                  <a:lnTo>
                    <a:pt x="726752" y="1576470"/>
                  </a:lnTo>
                  <a:lnTo>
                    <a:pt x="743645" y="1580045"/>
                  </a:lnTo>
                  <a:lnTo>
                    <a:pt x="760748" y="1583619"/>
                  </a:lnTo>
                  <a:lnTo>
                    <a:pt x="777871" y="1587194"/>
                  </a:lnTo>
                  <a:lnTo>
                    <a:pt x="794922" y="1590769"/>
                  </a:lnTo>
                  <a:lnTo>
                    <a:pt x="811805" y="1594344"/>
                  </a:lnTo>
                  <a:lnTo>
                    <a:pt x="828389" y="1597918"/>
                  </a:lnTo>
                  <a:lnTo>
                    <a:pt x="844413" y="1601493"/>
                  </a:lnTo>
                  <a:lnTo>
                    <a:pt x="859853" y="1605068"/>
                  </a:lnTo>
                  <a:lnTo>
                    <a:pt x="874605" y="1608643"/>
                  </a:lnTo>
                  <a:lnTo>
                    <a:pt x="888570" y="1612217"/>
                  </a:lnTo>
                  <a:lnTo>
                    <a:pt x="901488" y="1615792"/>
                  </a:lnTo>
                  <a:lnTo>
                    <a:pt x="913132" y="1619367"/>
                  </a:lnTo>
                  <a:lnTo>
                    <a:pt x="923611" y="1622942"/>
                  </a:lnTo>
                  <a:lnTo>
                    <a:pt x="932846" y="1626516"/>
                  </a:lnTo>
                  <a:lnTo>
                    <a:pt x="940766" y="1630091"/>
                  </a:lnTo>
                  <a:lnTo>
                    <a:pt x="946965" y="1633666"/>
                  </a:lnTo>
                  <a:lnTo>
                    <a:pt x="951499" y="1637241"/>
                  </a:lnTo>
                  <a:lnTo>
                    <a:pt x="954519" y="1640816"/>
                  </a:lnTo>
                  <a:lnTo>
                    <a:pt x="956002" y="1644390"/>
                  </a:lnTo>
                  <a:lnTo>
                    <a:pt x="955979" y="1645596"/>
                  </a:lnTo>
                  <a:lnTo>
                    <a:pt x="955933" y="1647965"/>
                  </a:lnTo>
                  <a:lnTo>
                    <a:pt x="953833" y="1651540"/>
                  </a:lnTo>
                  <a:lnTo>
                    <a:pt x="950129" y="1655115"/>
                  </a:lnTo>
                  <a:lnTo>
                    <a:pt x="944933" y="1658689"/>
                  </a:lnTo>
                  <a:lnTo>
                    <a:pt x="938287" y="1662264"/>
                  </a:lnTo>
                  <a:lnTo>
                    <a:pt x="930202" y="1665839"/>
                  </a:lnTo>
                  <a:lnTo>
                    <a:pt x="920380" y="1669414"/>
                  </a:lnTo>
                  <a:lnTo>
                    <a:pt x="909367" y="1672988"/>
                  </a:lnTo>
                  <a:lnTo>
                    <a:pt x="897246" y="1676563"/>
                  </a:lnTo>
                  <a:lnTo>
                    <a:pt x="884106" y="1680138"/>
                  </a:lnTo>
                  <a:lnTo>
                    <a:pt x="869957" y="1683713"/>
                  </a:lnTo>
                  <a:lnTo>
                    <a:pt x="854858" y="1687287"/>
                  </a:lnTo>
                  <a:lnTo>
                    <a:pt x="839143" y="1690862"/>
                  </a:lnTo>
                  <a:lnTo>
                    <a:pt x="822914" y="1694437"/>
                  </a:lnTo>
                  <a:lnTo>
                    <a:pt x="806273" y="1698012"/>
                  </a:lnTo>
                  <a:lnTo>
                    <a:pt x="789301" y="1701586"/>
                  </a:lnTo>
                  <a:lnTo>
                    <a:pt x="772178" y="1705161"/>
                  </a:lnTo>
                  <a:lnTo>
                    <a:pt x="755046" y="1708736"/>
                  </a:lnTo>
                  <a:lnTo>
                    <a:pt x="737992" y="1712311"/>
                  </a:lnTo>
                  <a:lnTo>
                    <a:pt x="721102" y="1715886"/>
                  </a:lnTo>
                  <a:lnTo>
                    <a:pt x="704555" y="1719460"/>
                  </a:lnTo>
                  <a:lnTo>
                    <a:pt x="688425" y="1723035"/>
                  </a:lnTo>
                  <a:lnTo>
                    <a:pt x="672740" y="1726610"/>
                  </a:lnTo>
                  <a:lnTo>
                    <a:pt x="657555" y="1730185"/>
                  </a:lnTo>
                  <a:lnTo>
                    <a:pt x="642917" y="1733759"/>
                  </a:lnTo>
                  <a:lnTo>
                    <a:pt x="629089" y="1737334"/>
                  </a:lnTo>
                  <a:lnTo>
                    <a:pt x="615922" y="1740909"/>
                  </a:lnTo>
                  <a:lnTo>
                    <a:pt x="603423" y="1744484"/>
                  </a:lnTo>
                  <a:lnTo>
                    <a:pt x="591605" y="1748058"/>
                  </a:lnTo>
                  <a:lnTo>
                    <a:pt x="580519" y="1751633"/>
                  </a:lnTo>
                  <a:lnTo>
                    <a:pt x="570335" y="1755208"/>
                  </a:lnTo>
                  <a:lnTo>
                    <a:pt x="560836" y="1758783"/>
                  </a:lnTo>
                  <a:lnTo>
                    <a:pt x="552011" y="1762357"/>
                  </a:lnTo>
                  <a:lnTo>
                    <a:pt x="543845" y="1765932"/>
                  </a:lnTo>
                  <a:lnTo>
                    <a:pt x="536407" y="1769507"/>
                  </a:lnTo>
                  <a:lnTo>
                    <a:pt x="529710" y="1773082"/>
                  </a:lnTo>
                  <a:lnTo>
                    <a:pt x="523586" y="1776657"/>
                  </a:lnTo>
                  <a:lnTo>
                    <a:pt x="518011" y="1780231"/>
                  </a:lnTo>
                  <a:lnTo>
                    <a:pt x="512958" y="1783806"/>
                  </a:lnTo>
                  <a:lnTo>
                    <a:pt x="508495" y="1787381"/>
                  </a:lnTo>
                  <a:lnTo>
                    <a:pt x="504537" y="1790956"/>
                  </a:lnTo>
                  <a:lnTo>
                    <a:pt x="500986" y="1794530"/>
                  </a:lnTo>
                  <a:lnTo>
                    <a:pt x="497816" y="1798105"/>
                  </a:lnTo>
                  <a:lnTo>
                    <a:pt x="495000" y="1801680"/>
                  </a:lnTo>
                  <a:lnTo>
                    <a:pt x="492591" y="1805255"/>
                  </a:lnTo>
                  <a:lnTo>
                    <a:pt x="490479" y="1808829"/>
                  </a:lnTo>
                  <a:lnTo>
                    <a:pt x="488619" y="1812404"/>
                  </a:lnTo>
                  <a:lnTo>
                    <a:pt x="486990" y="1815979"/>
                  </a:lnTo>
                  <a:lnTo>
                    <a:pt x="485573" y="1819554"/>
                  </a:lnTo>
                  <a:lnTo>
                    <a:pt x="484399" y="1823128"/>
                  </a:lnTo>
                  <a:lnTo>
                    <a:pt x="483377" y="1826703"/>
                  </a:lnTo>
                  <a:close/>
                </a:path>
              </a:pathLst>
            </a:custGeom>
            <a:solidFill>
              <a:srgbClr val="EEB479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586475" y="410147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586475" y="410147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506808" y="4101474"/>
              <a:ext cx="159333" cy="0"/>
            </a:xfrm>
            <a:custGeom>
              <a:avLst/>
              <a:pathLst>
                <a:path w="159333" h="0">
                  <a:moveTo>
                    <a:pt x="0" y="0"/>
                  </a:moveTo>
                  <a:lnTo>
                    <a:pt x="159333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506808" y="4101474"/>
              <a:ext cx="159333" cy="0"/>
            </a:xfrm>
            <a:custGeom>
              <a:avLst/>
              <a:pathLst>
                <a:path w="159333" h="0">
                  <a:moveTo>
                    <a:pt x="0" y="0"/>
                  </a:moveTo>
                  <a:lnTo>
                    <a:pt x="159333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648700" y="2810478"/>
              <a:ext cx="0" cy="632435"/>
            </a:xfrm>
            <a:custGeom>
              <a:avLst/>
              <a:pathLst>
                <a:path w="0" h="632435">
                  <a:moveTo>
                    <a:pt x="0" y="632435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648700" y="410147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2569033" y="3442914"/>
              <a:ext cx="159333" cy="658560"/>
            </a:xfrm>
            <a:custGeom>
              <a:avLst/>
              <a:pathLst>
                <a:path w="159333" h="658560">
                  <a:moveTo>
                    <a:pt x="0" y="0"/>
                  </a:moveTo>
                  <a:lnTo>
                    <a:pt x="0" y="658560"/>
                  </a:lnTo>
                  <a:lnTo>
                    <a:pt x="159333" y="658560"/>
                  </a:lnTo>
                  <a:lnTo>
                    <a:pt x="159333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569033" y="4101474"/>
              <a:ext cx="159333" cy="0"/>
            </a:xfrm>
            <a:custGeom>
              <a:avLst/>
              <a:pathLst>
                <a:path w="159333" h="0">
                  <a:moveTo>
                    <a:pt x="0" y="0"/>
                  </a:moveTo>
                  <a:lnTo>
                    <a:pt x="159333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710925" y="2682666"/>
              <a:ext cx="0" cy="768245"/>
            </a:xfrm>
            <a:custGeom>
              <a:avLst/>
              <a:pathLst>
                <a:path w="0" h="768245">
                  <a:moveTo>
                    <a:pt x="0" y="768245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710925" y="410147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3631258" y="3450912"/>
              <a:ext cx="159333" cy="650562"/>
            </a:xfrm>
            <a:custGeom>
              <a:avLst/>
              <a:pathLst>
                <a:path w="159333" h="650562">
                  <a:moveTo>
                    <a:pt x="0" y="0"/>
                  </a:moveTo>
                  <a:lnTo>
                    <a:pt x="0" y="650562"/>
                  </a:lnTo>
                  <a:lnTo>
                    <a:pt x="159333" y="650562"/>
                  </a:lnTo>
                  <a:lnTo>
                    <a:pt x="159333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631258" y="3795482"/>
              <a:ext cx="159333" cy="0"/>
            </a:xfrm>
            <a:custGeom>
              <a:avLst/>
              <a:pathLst>
                <a:path w="159333" h="0">
                  <a:moveTo>
                    <a:pt x="0" y="0"/>
                  </a:moveTo>
                  <a:lnTo>
                    <a:pt x="159333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773149" y="2636986"/>
              <a:ext cx="0" cy="828424"/>
            </a:xfrm>
            <a:custGeom>
              <a:avLst/>
              <a:pathLst>
                <a:path w="0" h="828424">
                  <a:moveTo>
                    <a:pt x="0" y="82842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773149" y="410147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4693482" y="3465410"/>
              <a:ext cx="159333" cy="636064"/>
            </a:xfrm>
            <a:custGeom>
              <a:avLst/>
              <a:pathLst>
                <a:path w="159333" h="636064">
                  <a:moveTo>
                    <a:pt x="0" y="0"/>
                  </a:moveTo>
                  <a:lnTo>
                    <a:pt x="0" y="636064"/>
                  </a:lnTo>
                  <a:lnTo>
                    <a:pt x="159333" y="636064"/>
                  </a:lnTo>
                  <a:lnTo>
                    <a:pt x="159333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693482" y="4101474"/>
              <a:ext cx="159333" cy="0"/>
            </a:xfrm>
            <a:custGeom>
              <a:avLst/>
              <a:pathLst>
                <a:path w="159333" h="0">
                  <a:moveTo>
                    <a:pt x="0" y="0"/>
                  </a:moveTo>
                  <a:lnTo>
                    <a:pt x="159333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1553074" y="3873586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2615299" y="3790527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3677523" y="3727328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739748" y="3750996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4168245" y="1857385"/>
              <a:ext cx="14758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</a:t>
              </a:r>
            </a:p>
          </p:txBody>
        </p:sp>
        <p:sp>
          <p:nvSpPr>
            <p:cNvPr id="39" name="pl39"/>
            <p:cNvSpPr/>
            <p:nvPr/>
          </p:nvSpPr>
          <p:spPr>
            <a:xfrm>
              <a:off x="3710925" y="1985099"/>
              <a:ext cx="0" cy="33862"/>
            </a:xfrm>
            <a:custGeom>
              <a:avLst/>
              <a:pathLst>
                <a:path w="0" h="33862">
                  <a:moveTo>
                    <a:pt x="0" y="3386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3710925" y="1985099"/>
              <a:ext cx="1062224" cy="0"/>
            </a:xfrm>
            <a:custGeom>
              <a:avLst/>
              <a:pathLst>
                <a:path w="1062224" h="0">
                  <a:moveTo>
                    <a:pt x="0" y="0"/>
                  </a:moveTo>
                  <a:lnTo>
                    <a:pt x="1062224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4773149" y="1985099"/>
              <a:ext cx="0" cy="33862"/>
            </a:xfrm>
            <a:custGeom>
              <a:avLst/>
              <a:pathLst>
                <a:path w="0" h="33862">
                  <a:moveTo>
                    <a:pt x="0" y="0"/>
                  </a:moveTo>
                  <a:lnTo>
                    <a:pt x="0" y="33862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tx42"/>
            <p:cNvSpPr/>
            <p:nvPr/>
          </p:nvSpPr>
          <p:spPr>
            <a:xfrm>
              <a:off x="3081423" y="2026695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43" name="pl43"/>
            <p:cNvSpPr/>
            <p:nvPr/>
          </p:nvSpPr>
          <p:spPr>
            <a:xfrm>
              <a:off x="3710925" y="2154409"/>
              <a:ext cx="0" cy="33862"/>
            </a:xfrm>
            <a:custGeom>
              <a:avLst/>
              <a:pathLst>
                <a:path w="0" h="33862">
                  <a:moveTo>
                    <a:pt x="0" y="3386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648700" y="2154409"/>
              <a:ext cx="1062224" cy="0"/>
            </a:xfrm>
            <a:custGeom>
              <a:avLst/>
              <a:pathLst>
                <a:path w="1062224" h="0">
                  <a:moveTo>
                    <a:pt x="1062224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648700" y="2154409"/>
              <a:ext cx="0" cy="33862"/>
            </a:xfrm>
            <a:custGeom>
              <a:avLst/>
              <a:pathLst>
                <a:path w="0" h="33862">
                  <a:moveTo>
                    <a:pt x="0" y="0"/>
                  </a:moveTo>
                  <a:lnTo>
                    <a:pt x="0" y="33862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tx46"/>
            <p:cNvSpPr/>
            <p:nvPr/>
          </p:nvSpPr>
          <p:spPr>
            <a:xfrm>
              <a:off x="3661730" y="1349455"/>
              <a:ext cx="98389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</a:t>
              </a:r>
            </a:p>
          </p:txBody>
        </p:sp>
        <p:sp>
          <p:nvSpPr>
            <p:cNvPr id="47" name="pl47"/>
            <p:cNvSpPr/>
            <p:nvPr/>
          </p:nvSpPr>
          <p:spPr>
            <a:xfrm>
              <a:off x="4773149" y="1477169"/>
              <a:ext cx="0" cy="33862"/>
            </a:xfrm>
            <a:custGeom>
              <a:avLst/>
              <a:pathLst>
                <a:path w="0" h="33862">
                  <a:moveTo>
                    <a:pt x="0" y="3386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648700" y="1477169"/>
              <a:ext cx="2124449" cy="0"/>
            </a:xfrm>
            <a:custGeom>
              <a:avLst/>
              <a:pathLst>
                <a:path w="2124449" h="0">
                  <a:moveTo>
                    <a:pt x="2124449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648700" y="1477169"/>
              <a:ext cx="0" cy="33862"/>
            </a:xfrm>
            <a:custGeom>
              <a:avLst/>
              <a:pathLst>
                <a:path w="0" h="33862">
                  <a:moveTo>
                    <a:pt x="0" y="0"/>
                  </a:moveTo>
                  <a:lnTo>
                    <a:pt x="0" y="33862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2550310" y="1688075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51" name="pl51"/>
            <p:cNvSpPr/>
            <p:nvPr/>
          </p:nvSpPr>
          <p:spPr>
            <a:xfrm>
              <a:off x="3710925" y="1815789"/>
              <a:ext cx="0" cy="33862"/>
            </a:xfrm>
            <a:custGeom>
              <a:avLst/>
              <a:pathLst>
                <a:path w="0" h="33862">
                  <a:moveTo>
                    <a:pt x="0" y="3386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1586475" y="1815789"/>
              <a:ext cx="2124449" cy="0"/>
            </a:xfrm>
            <a:custGeom>
              <a:avLst/>
              <a:pathLst>
                <a:path w="2124449" h="0">
                  <a:moveTo>
                    <a:pt x="2124449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1586475" y="1815789"/>
              <a:ext cx="0" cy="33862"/>
            </a:xfrm>
            <a:custGeom>
              <a:avLst/>
              <a:pathLst>
                <a:path w="0" h="33862">
                  <a:moveTo>
                    <a:pt x="0" y="0"/>
                  </a:moveTo>
                  <a:lnTo>
                    <a:pt x="0" y="33862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tx54"/>
            <p:cNvSpPr/>
            <p:nvPr/>
          </p:nvSpPr>
          <p:spPr>
            <a:xfrm>
              <a:off x="3081423" y="1518765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55" name="pl55"/>
            <p:cNvSpPr/>
            <p:nvPr/>
          </p:nvSpPr>
          <p:spPr>
            <a:xfrm>
              <a:off x="4773149" y="1646479"/>
              <a:ext cx="0" cy="33862"/>
            </a:xfrm>
            <a:custGeom>
              <a:avLst/>
              <a:pathLst>
                <a:path w="0" h="33862">
                  <a:moveTo>
                    <a:pt x="0" y="3386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1586475" y="1646479"/>
              <a:ext cx="3186674" cy="0"/>
            </a:xfrm>
            <a:custGeom>
              <a:avLst/>
              <a:pathLst>
                <a:path w="3186674" h="0">
                  <a:moveTo>
                    <a:pt x="3186674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1586475" y="1646479"/>
              <a:ext cx="0" cy="33862"/>
            </a:xfrm>
            <a:custGeom>
              <a:avLst/>
              <a:pathLst>
                <a:path w="0" h="33862">
                  <a:moveTo>
                    <a:pt x="0" y="0"/>
                  </a:moveTo>
                  <a:lnTo>
                    <a:pt x="0" y="33862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tx58"/>
            <p:cNvSpPr/>
            <p:nvPr/>
          </p:nvSpPr>
          <p:spPr>
            <a:xfrm>
              <a:off x="2019198" y="2196005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59" name="pl59"/>
            <p:cNvSpPr/>
            <p:nvPr/>
          </p:nvSpPr>
          <p:spPr>
            <a:xfrm>
              <a:off x="2648700" y="2323719"/>
              <a:ext cx="0" cy="33862"/>
            </a:xfrm>
            <a:custGeom>
              <a:avLst/>
              <a:pathLst>
                <a:path w="0" h="33862">
                  <a:moveTo>
                    <a:pt x="0" y="3386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1586475" y="2323719"/>
              <a:ext cx="1062224" cy="0"/>
            </a:xfrm>
            <a:custGeom>
              <a:avLst/>
              <a:pathLst>
                <a:path w="1062224" h="0">
                  <a:moveTo>
                    <a:pt x="1062224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1586475" y="2323719"/>
              <a:ext cx="0" cy="33862"/>
            </a:xfrm>
            <a:custGeom>
              <a:avLst/>
              <a:pathLst>
                <a:path w="0" h="33862">
                  <a:moveTo>
                    <a:pt x="0" y="0"/>
                  </a:moveTo>
                  <a:lnTo>
                    <a:pt x="0" y="33862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rc62"/>
            <p:cNvSpPr/>
            <p:nvPr/>
          </p:nvSpPr>
          <p:spPr>
            <a:xfrm>
              <a:off x="949140" y="762009"/>
              <a:ext cx="4461343" cy="3718831"/>
            </a:xfrm>
            <a:prstGeom prst="rect">
              <a:avLst/>
            </a:prstGeom>
            <a:noFill/>
            <a:ln w="4065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tx63"/>
            <p:cNvSpPr/>
            <p:nvPr/>
          </p:nvSpPr>
          <p:spPr>
            <a:xfrm>
              <a:off x="724052" y="4046885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24052" y="2983932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724052" y="1920980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724052" y="858028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67" name="pl67"/>
            <p:cNvSpPr/>
            <p:nvPr/>
          </p:nvSpPr>
          <p:spPr>
            <a:xfrm>
              <a:off x="877140" y="4101474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877140" y="3038522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877140" y="1975570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877140" y="912617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1586475" y="4480840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2648700" y="4480840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3710925" y="4480840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4773149" y="4480840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1489046" y="4621164"/>
              <a:ext cx="194858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NL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2555477" y="4621164"/>
              <a:ext cx="186446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LP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3605037" y="4621164"/>
              <a:ext cx="211775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4675720" y="4621164"/>
              <a:ext cx="194858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LN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2950389" y="4800305"/>
              <a:ext cx="458845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Group</a:t>
              </a:r>
            </a:p>
          </p:txBody>
        </p:sp>
        <p:sp>
          <p:nvSpPr>
            <p:cNvPr id="80" name="tx80"/>
            <p:cNvSpPr/>
            <p:nvPr/>
          </p:nvSpPr>
          <p:spPr>
            <a:xfrm rot="-5400000">
              <a:off x="-117526" y="2562309"/>
              <a:ext cx="1419514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C1QBP Expression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2520530" y="533115"/>
              <a:ext cx="1318564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C1QBP — T.cells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2026-05-26T22:09:22Z</dcterms:modified>
  <cp:category/>
</cp:coreProperties>
</file>