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3881898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2782074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68225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108474" y="2111963"/>
              <a:ext cx="956002" cy="1988432"/>
            </a:xfrm>
            <a:custGeom>
              <a:avLst/>
              <a:pathLst>
                <a:path w="956002" h="1988432">
                  <a:moveTo>
                    <a:pt x="472657" y="1988432"/>
                  </a:moveTo>
                  <a:lnTo>
                    <a:pt x="471724" y="1984540"/>
                  </a:lnTo>
                  <a:lnTo>
                    <a:pt x="470662" y="1980649"/>
                  </a:lnTo>
                  <a:lnTo>
                    <a:pt x="469461" y="1976758"/>
                  </a:lnTo>
                  <a:lnTo>
                    <a:pt x="468106" y="1972867"/>
                  </a:lnTo>
                  <a:lnTo>
                    <a:pt x="466506" y="1968975"/>
                  </a:lnTo>
                  <a:lnTo>
                    <a:pt x="464707" y="1965084"/>
                  </a:lnTo>
                  <a:lnTo>
                    <a:pt x="462694" y="1961193"/>
                  </a:lnTo>
                  <a:lnTo>
                    <a:pt x="460450" y="1957302"/>
                  </a:lnTo>
                  <a:lnTo>
                    <a:pt x="457888" y="1953410"/>
                  </a:lnTo>
                  <a:lnTo>
                    <a:pt x="454997" y="1949519"/>
                  </a:lnTo>
                  <a:lnTo>
                    <a:pt x="451798" y="1945628"/>
                  </a:lnTo>
                  <a:lnTo>
                    <a:pt x="448274" y="1941736"/>
                  </a:lnTo>
                  <a:lnTo>
                    <a:pt x="444375" y="1937845"/>
                  </a:lnTo>
                  <a:lnTo>
                    <a:pt x="439971" y="1933954"/>
                  </a:lnTo>
                  <a:lnTo>
                    <a:pt x="435158" y="1930063"/>
                  </a:lnTo>
                  <a:lnTo>
                    <a:pt x="429919" y="1926171"/>
                  </a:lnTo>
                  <a:lnTo>
                    <a:pt x="424236" y="1922280"/>
                  </a:lnTo>
                  <a:lnTo>
                    <a:pt x="417929" y="1918389"/>
                  </a:lnTo>
                  <a:lnTo>
                    <a:pt x="411080" y="1914498"/>
                  </a:lnTo>
                  <a:lnTo>
                    <a:pt x="403720" y="1910606"/>
                  </a:lnTo>
                  <a:lnTo>
                    <a:pt x="395835" y="1906715"/>
                  </a:lnTo>
                  <a:lnTo>
                    <a:pt x="387330" y="1902824"/>
                  </a:lnTo>
                  <a:lnTo>
                    <a:pt x="378133" y="1898933"/>
                  </a:lnTo>
                  <a:lnTo>
                    <a:pt x="368380" y="1895041"/>
                  </a:lnTo>
                  <a:lnTo>
                    <a:pt x="358074" y="1891150"/>
                  </a:lnTo>
                  <a:lnTo>
                    <a:pt x="347215" y="1887259"/>
                  </a:lnTo>
                  <a:lnTo>
                    <a:pt x="335598" y="1883368"/>
                  </a:lnTo>
                  <a:lnTo>
                    <a:pt x="323450" y="1879476"/>
                  </a:lnTo>
                  <a:lnTo>
                    <a:pt x="310799" y="1875585"/>
                  </a:lnTo>
                  <a:lnTo>
                    <a:pt x="297664" y="1871694"/>
                  </a:lnTo>
                  <a:lnTo>
                    <a:pt x="283976" y="1867803"/>
                  </a:lnTo>
                  <a:lnTo>
                    <a:pt x="269815" y="1863911"/>
                  </a:lnTo>
                  <a:lnTo>
                    <a:pt x="255304" y="1860020"/>
                  </a:lnTo>
                  <a:lnTo>
                    <a:pt x="240483" y="1856129"/>
                  </a:lnTo>
                  <a:lnTo>
                    <a:pt x="225386" y="1852238"/>
                  </a:lnTo>
                  <a:lnTo>
                    <a:pt x="210047" y="1848346"/>
                  </a:lnTo>
                  <a:lnTo>
                    <a:pt x="194618" y="1844455"/>
                  </a:lnTo>
                  <a:lnTo>
                    <a:pt x="179158" y="1840564"/>
                  </a:lnTo>
                  <a:lnTo>
                    <a:pt x="163726" y="1836673"/>
                  </a:lnTo>
                  <a:lnTo>
                    <a:pt x="148458" y="1832781"/>
                  </a:lnTo>
                  <a:lnTo>
                    <a:pt x="133456" y="1828890"/>
                  </a:lnTo>
                  <a:lnTo>
                    <a:pt x="118774" y="1824999"/>
                  </a:lnTo>
                  <a:lnTo>
                    <a:pt x="104483" y="1821108"/>
                  </a:lnTo>
                  <a:lnTo>
                    <a:pt x="90726" y="1817216"/>
                  </a:lnTo>
                  <a:lnTo>
                    <a:pt x="77731" y="1813325"/>
                  </a:lnTo>
                  <a:lnTo>
                    <a:pt x="65427" y="1809434"/>
                  </a:lnTo>
                  <a:lnTo>
                    <a:pt x="53878" y="1805543"/>
                  </a:lnTo>
                  <a:lnTo>
                    <a:pt x="43147" y="1801651"/>
                  </a:lnTo>
                  <a:lnTo>
                    <a:pt x="33671" y="1797760"/>
                  </a:lnTo>
                  <a:lnTo>
                    <a:pt x="25242" y="1793869"/>
                  </a:lnTo>
                  <a:lnTo>
                    <a:pt x="17867" y="1789977"/>
                  </a:lnTo>
                  <a:lnTo>
                    <a:pt x="11588" y="1786086"/>
                  </a:lnTo>
                  <a:lnTo>
                    <a:pt x="6685" y="1782195"/>
                  </a:lnTo>
                  <a:lnTo>
                    <a:pt x="3232" y="1778304"/>
                  </a:lnTo>
                  <a:lnTo>
                    <a:pt x="1000" y="1774412"/>
                  </a:lnTo>
                  <a:lnTo>
                    <a:pt x="0" y="1770521"/>
                  </a:lnTo>
                  <a:lnTo>
                    <a:pt x="41" y="1769935"/>
                  </a:lnTo>
                  <a:lnTo>
                    <a:pt x="276" y="1766630"/>
                  </a:lnTo>
                  <a:lnTo>
                    <a:pt x="2267" y="1762739"/>
                  </a:lnTo>
                  <a:lnTo>
                    <a:pt x="5474" y="1758847"/>
                  </a:lnTo>
                  <a:lnTo>
                    <a:pt x="9877" y="1754956"/>
                  </a:lnTo>
                  <a:lnTo>
                    <a:pt x="15449" y="1751065"/>
                  </a:lnTo>
                  <a:lnTo>
                    <a:pt x="22452" y="1747174"/>
                  </a:lnTo>
                  <a:lnTo>
                    <a:pt x="30657" y="1743282"/>
                  </a:lnTo>
                  <a:lnTo>
                    <a:pt x="39855" y="1739391"/>
                  </a:lnTo>
                  <a:lnTo>
                    <a:pt x="49995" y="1735500"/>
                  </a:lnTo>
                  <a:lnTo>
                    <a:pt x="61099" y="1731609"/>
                  </a:lnTo>
                  <a:lnTo>
                    <a:pt x="73217" y="1727717"/>
                  </a:lnTo>
                  <a:lnTo>
                    <a:pt x="86007" y="1723826"/>
                  </a:lnTo>
                  <a:lnTo>
                    <a:pt x="99401" y="1719935"/>
                  </a:lnTo>
                  <a:lnTo>
                    <a:pt x="113331" y="1716044"/>
                  </a:lnTo>
                  <a:lnTo>
                    <a:pt x="127834" y="1712152"/>
                  </a:lnTo>
                  <a:lnTo>
                    <a:pt x="142664" y="1708261"/>
                  </a:lnTo>
                  <a:lnTo>
                    <a:pt x="157726" y="1704370"/>
                  </a:lnTo>
                  <a:lnTo>
                    <a:pt x="172950" y="1700479"/>
                  </a:lnTo>
                  <a:lnTo>
                    <a:pt x="188265" y="1696587"/>
                  </a:lnTo>
                  <a:lnTo>
                    <a:pt x="203544" y="1692696"/>
                  </a:lnTo>
                  <a:lnTo>
                    <a:pt x="218711" y="1688805"/>
                  </a:lnTo>
                  <a:lnTo>
                    <a:pt x="233711" y="1684914"/>
                  </a:lnTo>
                  <a:lnTo>
                    <a:pt x="248491" y="1681022"/>
                  </a:lnTo>
                  <a:lnTo>
                    <a:pt x="262848" y="1677131"/>
                  </a:lnTo>
                  <a:lnTo>
                    <a:pt x="276833" y="1673240"/>
                  </a:lnTo>
                  <a:lnTo>
                    <a:pt x="290413" y="1669349"/>
                  </a:lnTo>
                  <a:lnTo>
                    <a:pt x="303554" y="1665457"/>
                  </a:lnTo>
                  <a:lnTo>
                    <a:pt x="316099" y="1661566"/>
                  </a:lnTo>
                  <a:lnTo>
                    <a:pt x="328040" y="1657675"/>
                  </a:lnTo>
                  <a:lnTo>
                    <a:pt x="339444" y="1653784"/>
                  </a:lnTo>
                  <a:lnTo>
                    <a:pt x="350299" y="1649892"/>
                  </a:lnTo>
                  <a:lnTo>
                    <a:pt x="360551" y="1646001"/>
                  </a:lnTo>
                  <a:lnTo>
                    <a:pt x="370043" y="1642110"/>
                  </a:lnTo>
                  <a:lnTo>
                    <a:pt x="378966" y="1638218"/>
                  </a:lnTo>
                  <a:lnTo>
                    <a:pt x="387325" y="1634327"/>
                  </a:lnTo>
                  <a:lnTo>
                    <a:pt x="395126" y="1630436"/>
                  </a:lnTo>
                  <a:lnTo>
                    <a:pt x="402207" y="1626545"/>
                  </a:lnTo>
                  <a:lnTo>
                    <a:pt x="408713" y="1622653"/>
                  </a:lnTo>
                  <a:lnTo>
                    <a:pt x="414709" y="1618762"/>
                  </a:lnTo>
                  <a:lnTo>
                    <a:pt x="420212" y="1614871"/>
                  </a:lnTo>
                  <a:lnTo>
                    <a:pt x="425170" y="1610980"/>
                  </a:lnTo>
                  <a:lnTo>
                    <a:pt x="429565" y="1607088"/>
                  </a:lnTo>
                  <a:lnTo>
                    <a:pt x="433544" y="1603197"/>
                  </a:lnTo>
                  <a:lnTo>
                    <a:pt x="437124" y="1599306"/>
                  </a:lnTo>
                  <a:lnTo>
                    <a:pt x="440325" y="1595415"/>
                  </a:lnTo>
                  <a:lnTo>
                    <a:pt x="443042" y="1591523"/>
                  </a:lnTo>
                  <a:lnTo>
                    <a:pt x="445436" y="1587632"/>
                  </a:lnTo>
                  <a:lnTo>
                    <a:pt x="447533" y="1583741"/>
                  </a:lnTo>
                  <a:lnTo>
                    <a:pt x="449350" y="1579850"/>
                  </a:lnTo>
                  <a:lnTo>
                    <a:pt x="450856" y="1575958"/>
                  </a:lnTo>
                  <a:lnTo>
                    <a:pt x="452091" y="1572067"/>
                  </a:lnTo>
                  <a:lnTo>
                    <a:pt x="453118" y="1568176"/>
                  </a:lnTo>
                  <a:lnTo>
                    <a:pt x="453953" y="1564285"/>
                  </a:lnTo>
                  <a:lnTo>
                    <a:pt x="454601" y="1560393"/>
                  </a:lnTo>
                  <a:lnTo>
                    <a:pt x="455037" y="1556502"/>
                  </a:lnTo>
                  <a:lnTo>
                    <a:pt x="455336" y="1552611"/>
                  </a:lnTo>
                  <a:lnTo>
                    <a:pt x="455508" y="1548720"/>
                  </a:lnTo>
                  <a:lnTo>
                    <a:pt x="455564" y="1544828"/>
                  </a:lnTo>
                  <a:lnTo>
                    <a:pt x="455487" y="1540937"/>
                  </a:lnTo>
                  <a:lnTo>
                    <a:pt x="455311" y="1537046"/>
                  </a:lnTo>
                  <a:lnTo>
                    <a:pt x="455053" y="1533155"/>
                  </a:lnTo>
                  <a:lnTo>
                    <a:pt x="454722" y="1529263"/>
                  </a:lnTo>
                  <a:lnTo>
                    <a:pt x="454316" y="1525372"/>
                  </a:lnTo>
                  <a:lnTo>
                    <a:pt x="453836" y="1521481"/>
                  </a:lnTo>
                  <a:lnTo>
                    <a:pt x="453304" y="1517590"/>
                  </a:lnTo>
                  <a:lnTo>
                    <a:pt x="452724" y="1513698"/>
                  </a:lnTo>
                  <a:lnTo>
                    <a:pt x="452101" y="1509807"/>
                  </a:lnTo>
                  <a:lnTo>
                    <a:pt x="451425" y="1505916"/>
                  </a:lnTo>
                  <a:lnTo>
                    <a:pt x="450713" y="1502025"/>
                  </a:lnTo>
                  <a:lnTo>
                    <a:pt x="449969" y="1498133"/>
                  </a:lnTo>
                  <a:lnTo>
                    <a:pt x="449195" y="1494242"/>
                  </a:lnTo>
                  <a:lnTo>
                    <a:pt x="448389" y="1490351"/>
                  </a:lnTo>
                  <a:lnTo>
                    <a:pt x="447552" y="1486459"/>
                  </a:lnTo>
                  <a:lnTo>
                    <a:pt x="446693" y="1482568"/>
                  </a:lnTo>
                  <a:lnTo>
                    <a:pt x="445812" y="1478677"/>
                  </a:lnTo>
                  <a:lnTo>
                    <a:pt x="444909" y="1474786"/>
                  </a:lnTo>
                  <a:lnTo>
                    <a:pt x="443980" y="1470894"/>
                  </a:lnTo>
                  <a:lnTo>
                    <a:pt x="443034" y="1467003"/>
                  </a:lnTo>
                  <a:lnTo>
                    <a:pt x="442071" y="1463112"/>
                  </a:lnTo>
                  <a:lnTo>
                    <a:pt x="441093" y="1459221"/>
                  </a:lnTo>
                  <a:lnTo>
                    <a:pt x="440096" y="1455329"/>
                  </a:lnTo>
                  <a:lnTo>
                    <a:pt x="439083" y="1451438"/>
                  </a:lnTo>
                  <a:lnTo>
                    <a:pt x="438058" y="1447547"/>
                  </a:lnTo>
                  <a:lnTo>
                    <a:pt x="437021" y="1443656"/>
                  </a:lnTo>
                  <a:lnTo>
                    <a:pt x="435972" y="1439764"/>
                  </a:lnTo>
                  <a:lnTo>
                    <a:pt x="434910" y="1435873"/>
                  </a:lnTo>
                  <a:lnTo>
                    <a:pt x="433840" y="1431982"/>
                  </a:lnTo>
                  <a:lnTo>
                    <a:pt x="432761" y="1428091"/>
                  </a:lnTo>
                  <a:lnTo>
                    <a:pt x="431676" y="1424199"/>
                  </a:lnTo>
                  <a:lnTo>
                    <a:pt x="430582" y="1420308"/>
                  </a:lnTo>
                  <a:lnTo>
                    <a:pt x="429482" y="1416417"/>
                  </a:lnTo>
                  <a:lnTo>
                    <a:pt x="428378" y="1412526"/>
                  </a:lnTo>
                  <a:lnTo>
                    <a:pt x="427271" y="1408634"/>
                  </a:lnTo>
                  <a:lnTo>
                    <a:pt x="426160" y="1404743"/>
                  </a:lnTo>
                  <a:lnTo>
                    <a:pt x="425046" y="1400852"/>
                  </a:lnTo>
                  <a:lnTo>
                    <a:pt x="423931" y="1396961"/>
                  </a:lnTo>
                  <a:lnTo>
                    <a:pt x="422816" y="1393069"/>
                  </a:lnTo>
                  <a:lnTo>
                    <a:pt x="421700" y="1389178"/>
                  </a:lnTo>
                  <a:lnTo>
                    <a:pt x="420585" y="1385287"/>
                  </a:lnTo>
                  <a:lnTo>
                    <a:pt x="419472" y="1381396"/>
                  </a:lnTo>
                  <a:lnTo>
                    <a:pt x="418359" y="1377504"/>
                  </a:lnTo>
                  <a:lnTo>
                    <a:pt x="417249" y="1373613"/>
                  </a:lnTo>
                  <a:lnTo>
                    <a:pt x="416141" y="1369722"/>
                  </a:lnTo>
                  <a:lnTo>
                    <a:pt x="415036" y="1365831"/>
                  </a:lnTo>
                  <a:lnTo>
                    <a:pt x="413934" y="1361939"/>
                  </a:lnTo>
                  <a:lnTo>
                    <a:pt x="412836" y="1358048"/>
                  </a:lnTo>
                  <a:lnTo>
                    <a:pt x="411741" y="1354157"/>
                  </a:lnTo>
                  <a:lnTo>
                    <a:pt x="410650" y="1350266"/>
                  </a:lnTo>
                  <a:lnTo>
                    <a:pt x="409564" y="1346374"/>
                  </a:lnTo>
                  <a:lnTo>
                    <a:pt x="408482" y="1342483"/>
                  </a:lnTo>
                  <a:lnTo>
                    <a:pt x="407404" y="1338592"/>
                  </a:lnTo>
                  <a:lnTo>
                    <a:pt x="406332" y="1334700"/>
                  </a:lnTo>
                  <a:lnTo>
                    <a:pt x="405266" y="1330809"/>
                  </a:lnTo>
                  <a:lnTo>
                    <a:pt x="404204" y="1326918"/>
                  </a:lnTo>
                  <a:lnTo>
                    <a:pt x="403149" y="1323027"/>
                  </a:lnTo>
                  <a:lnTo>
                    <a:pt x="402100" y="1319135"/>
                  </a:lnTo>
                  <a:lnTo>
                    <a:pt x="401060" y="1315244"/>
                  </a:lnTo>
                  <a:lnTo>
                    <a:pt x="400027" y="1311353"/>
                  </a:lnTo>
                  <a:lnTo>
                    <a:pt x="399002" y="1307462"/>
                  </a:lnTo>
                  <a:lnTo>
                    <a:pt x="397985" y="1303570"/>
                  </a:lnTo>
                  <a:lnTo>
                    <a:pt x="396982" y="1299679"/>
                  </a:lnTo>
                  <a:lnTo>
                    <a:pt x="395989" y="1295788"/>
                  </a:lnTo>
                  <a:lnTo>
                    <a:pt x="395007" y="1291897"/>
                  </a:lnTo>
                  <a:lnTo>
                    <a:pt x="394038" y="1288005"/>
                  </a:lnTo>
                  <a:lnTo>
                    <a:pt x="393085" y="1284114"/>
                  </a:lnTo>
                  <a:lnTo>
                    <a:pt x="392149" y="1280223"/>
                  </a:lnTo>
                  <a:lnTo>
                    <a:pt x="391230" y="1276332"/>
                  </a:lnTo>
                  <a:lnTo>
                    <a:pt x="390328" y="1272440"/>
                  </a:lnTo>
                  <a:lnTo>
                    <a:pt x="389445" y="1268549"/>
                  </a:lnTo>
                  <a:lnTo>
                    <a:pt x="388590" y="1264658"/>
                  </a:lnTo>
                  <a:lnTo>
                    <a:pt x="387757" y="1260767"/>
                  </a:lnTo>
                  <a:lnTo>
                    <a:pt x="386946" y="1256875"/>
                  </a:lnTo>
                  <a:lnTo>
                    <a:pt x="386160" y="1252984"/>
                  </a:lnTo>
                  <a:lnTo>
                    <a:pt x="385407" y="1249093"/>
                  </a:lnTo>
                  <a:lnTo>
                    <a:pt x="384685" y="1245202"/>
                  </a:lnTo>
                  <a:lnTo>
                    <a:pt x="383993" y="1241310"/>
                  </a:lnTo>
                  <a:lnTo>
                    <a:pt x="383330" y="1237419"/>
                  </a:lnTo>
                  <a:lnTo>
                    <a:pt x="382703" y="1233528"/>
                  </a:lnTo>
                  <a:lnTo>
                    <a:pt x="382118" y="1229637"/>
                  </a:lnTo>
                  <a:lnTo>
                    <a:pt x="381568" y="1225745"/>
                  </a:lnTo>
                  <a:lnTo>
                    <a:pt x="381053" y="1221854"/>
                  </a:lnTo>
                  <a:lnTo>
                    <a:pt x="380574" y="1217963"/>
                  </a:lnTo>
                  <a:lnTo>
                    <a:pt x="380146" y="1214072"/>
                  </a:lnTo>
                  <a:lnTo>
                    <a:pt x="380034" y="1212951"/>
                  </a:lnTo>
                  <a:lnTo>
                    <a:pt x="379758" y="1210180"/>
                  </a:lnTo>
                  <a:lnTo>
                    <a:pt x="379409" y="1206289"/>
                  </a:lnTo>
                  <a:lnTo>
                    <a:pt x="379099" y="1202398"/>
                  </a:lnTo>
                  <a:lnTo>
                    <a:pt x="378835" y="1198507"/>
                  </a:lnTo>
                  <a:lnTo>
                    <a:pt x="378621" y="1194615"/>
                  </a:lnTo>
                  <a:lnTo>
                    <a:pt x="378447" y="1190724"/>
                  </a:lnTo>
                  <a:lnTo>
                    <a:pt x="378312" y="1186833"/>
                  </a:lnTo>
                  <a:lnTo>
                    <a:pt x="378219" y="1182941"/>
                  </a:lnTo>
                  <a:lnTo>
                    <a:pt x="378180" y="1179050"/>
                  </a:lnTo>
                  <a:lnTo>
                    <a:pt x="378180" y="1175159"/>
                  </a:lnTo>
                  <a:lnTo>
                    <a:pt x="378219" y="1171268"/>
                  </a:lnTo>
                  <a:lnTo>
                    <a:pt x="378296" y="1167376"/>
                  </a:lnTo>
                  <a:lnTo>
                    <a:pt x="378419" y="1163485"/>
                  </a:lnTo>
                  <a:lnTo>
                    <a:pt x="378583" y="1159594"/>
                  </a:lnTo>
                  <a:lnTo>
                    <a:pt x="378782" y="1155703"/>
                  </a:lnTo>
                  <a:lnTo>
                    <a:pt x="379016" y="1151811"/>
                  </a:lnTo>
                  <a:lnTo>
                    <a:pt x="379285" y="1147920"/>
                  </a:lnTo>
                  <a:lnTo>
                    <a:pt x="379596" y="1144029"/>
                  </a:lnTo>
                  <a:lnTo>
                    <a:pt x="379936" y="1140138"/>
                  </a:lnTo>
                  <a:lnTo>
                    <a:pt x="380306" y="1136246"/>
                  </a:lnTo>
                  <a:lnTo>
                    <a:pt x="380703" y="1132355"/>
                  </a:lnTo>
                  <a:lnTo>
                    <a:pt x="381135" y="1128464"/>
                  </a:lnTo>
                  <a:lnTo>
                    <a:pt x="381595" y="1124573"/>
                  </a:lnTo>
                  <a:lnTo>
                    <a:pt x="382077" y="1120681"/>
                  </a:lnTo>
                  <a:lnTo>
                    <a:pt x="382582" y="1116790"/>
                  </a:lnTo>
                  <a:lnTo>
                    <a:pt x="383113" y="1112899"/>
                  </a:lnTo>
                  <a:lnTo>
                    <a:pt x="383668" y="1109008"/>
                  </a:lnTo>
                  <a:lnTo>
                    <a:pt x="384242" y="1105116"/>
                  </a:lnTo>
                  <a:lnTo>
                    <a:pt x="384833" y="1101225"/>
                  </a:lnTo>
                  <a:lnTo>
                    <a:pt x="385443" y="1097334"/>
                  </a:lnTo>
                  <a:lnTo>
                    <a:pt x="386074" y="1093443"/>
                  </a:lnTo>
                  <a:lnTo>
                    <a:pt x="386721" y="1089551"/>
                  </a:lnTo>
                  <a:lnTo>
                    <a:pt x="387382" y="1085660"/>
                  </a:lnTo>
                  <a:lnTo>
                    <a:pt x="388056" y="1081769"/>
                  </a:lnTo>
                  <a:lnTo>
                    <a:pt x="388747" y="1077878"/>
                  </a:lnTo>
                  <a:lnTo>
                    <a:pt x="389452" y="1073986"/>
                  </a:lnTo>
                  <a:lnTo>
                    <a:pt x="390168" y="1070095"/>
                  </a:lnTo>
                  <a:lnTo>
                    <a:pt x="390895" y="1066204"/>
                  </a:lnTo>
                  <a:lnTo>
                    <a:pt x="391633" y="1062313"/>
                  </a:lnTo>
                  <a:lnTo>
                    <a:pt x="392384" y="1058421"/>
                  </a:lnTo>
                  <a:lnTo>
                    <a:pt x="393144" y="1054530"/>
                  </a:lnTo>
                  <a:lnTo>
                    <a:pt x="393913" y="1050639"/>
                  </a:lnTo>
                  <a:lnTo>
                    <a:pt x="394688" y="1046747"/>
                  </a:lnTo>
                  <a:lnTo>
                    <a:pt x="395473" y="1042856"/>
                  </a:lnTo>
                  <a:lnTo>
                    <a:pt x="396265" y="1038965"/>
                  </a:lnTo>
                  <a:lnTo>
                    <a:pt x="397061" y="1035074"/>
                  </a:lnTo>
                  <a:lnTo>
                    <a:pt x="397863" y="1031182"/>
                  </a:lnTo>
                  <a:lnTo>
                    <a:pt x="398668" y="1027291"/>
                  </a:lnTo>
                  <a:lnTo>
                    <a:pt x="399478" y="1023400"/>
                  </a:lnTo>
                  <a:lnTo>
                    <a:pt x="400288" y="1019509"/>
                  </a:lnTo>
                  <a:lnTo>
                    <a:pt x="401100" y="1015617"/>
                  </a:lnTo>
                  <a:lnTo>
                    <a:pt x="401912" y="1011726"/>
                  </a:lnTo>
                  <a:lnTo>
                    <a:pt x="402723" y="1007835"/>
                  </a:lnTo>
                  <a:lnTo>
                    <a:pt x="403531" y="1003944"/>
                  </a:lnTo>
                  <a:lnTo>
                    <a:pt x="404337" y="1000052"/>
                  </a:lnTo>
                  <a:lnTo>
                    <a:pt x="405140" y="996161"/>
                  </a:lnTo>
                  <a:lnTo>
                    <a:pt x="405937" y="992270"/>
                  </a:lnTo>
                  <a:lnTo>
                    <a:pt x="406729" y="988379"/>
                  </a:lnTo>
                  <a:lnTo>
                    <a:pt x="407514" y="984487"/>
                  </a:lnTo>
                  <a:lnTo>
                    <a:pt x="408294" y="980596"/>
                  </a:lnTo>
                  <a:lnTo>
                    <a:pt x="409067" y="976705"/>
                  </a:lnTo>
                  <a:lnTo>
                    <a:pt x="409831" y="972814"/>
                  </a:lnTo>
                  <a:lnTo>
                    <a:pt x="410587" y="968922"/>
                  </a:lnTo>
                  <a:lnTo>
                    <a:pt x="411337" y="965031"/>
                  </a:lnTo>
                  <a:lnTo>
                    <a:pt x="412080" y="961140"/>
                  </a:lnTo>
                  <a:lnTo>
                    <a:pt x="412814" y="957249"/>
                  </a:lnTo>
                  <a:lnTo>
                    <a:pt x="413541" y="953357"/>
                  </a:lnTo>
                  <a:lnTo>
                    <a:pt x="414262" y="949466"/>
                  </a:lnTo>
                  <a:lnTo>
                    <a:pt x="414977" y="945575"/>
                  </a:lnTo>
                  <a:lnTo>
                    <a:pt x="415687" y="941684"/>
                  </a:lnTo>
                  <a:lnTo>
                    <a:pt x="416393" y="937792"/>
                  </a:lnTo>
                  <a:lnTo>
                    <a:pt x="417095" y="933901"/>
                  </a:lnTo>
                  <a:lnTo>
                    <a:pt x="417795" y="930010"/>
                  </a:lnTo>
                  <a:lnTo>
                    <a:pt x="418494" y="926119"/>
                  </a:lnTo>
                  <a:lnTo>
                    <a:pt x="419193" y="922227"/>
                  </a:lnTo>
                  <a:lnTo>
                    <a:pt x="419892" y="918336"/>
                  </a:lnTo>
                  <a:lnTo>
                    <a:pt x="420594" y="914445"/>
                  </a:lnTo>
                  <a:lnTo>
                    <a:pt x="421298" y="910554"/>
                  </a:lnTo>
                  <a:lnTo>
                    <a:pt x="422006" y="906662"/>
                  </a:lnTo>
                  <a:lnTo>
                    <a:pt x="422721" y="902771"/>
                  </a:lnTo>
                  <a:lnTo>
                    <a:pt x="423440" y="898880"/>
                  </a:lnTo>
                  <a:lnTo>
                    <a:pt x="424166" y="894988"/>
                  </a:lnTo>
                  <a:lnTo>
                    <a:pt x="424898" y="891097"/>
                  </a:lnTo>
                  <a:lnTo>
                    <a:pt x="425640" y="887206"/>
                  </a:lnTo>
                  <a:lnTo>
                    <a:pt x="426390" y="883315"/>
                  </a:lnTo>
                  <a:lnTo>
                    <a:pt x="427147" y="879423"/>
                  </a:lnTo>
                  <a:lnTo>
                    <a:pt x="427912" y="875532"/>
                  </a:lnTo>
                  <a:lnTo>
                    <a:pt x="428686" y="871641"/>
                  </a:lnTo>
                  <a:lnTo>
                    <a:pt x="429469" y="867750"/>
                  </a:lnTo>
                  <a:lnTo>
                    <a:pt x="430258" y="863858"/>
                  </a:lnTo>
                  <a:lnTo>
                    <a:pt x="431055" y="859967"/>
                  </a:lnTo>
                  <a:lnTo>
                    <a:pt x="431857" y="856076"/>
                  </a:lnTo>
                  <a:lnTo>
                    <a:pt x="432667" y="852185"/>
                  </a:lnTo>
                  <a:lnTo>
                    <a:pt x="433480" y="848293"/>
                  </a:lnTo>
                  <a:lnTo>
                    <a:pt x="434297" y="844402"/>
                  </a:lnTo>
                  <a:lnTo>
                    <a:pt x="435116" y="840511"/>
                  </a:lnTo>
                  <a:lnTo>
                    <a:pt x="435937" y="836620"/>
                  </a:lnTo>
                  <a:lnTo>
                    <a:pt x="436758" y="832728"/>
                  </a:lnTo>
                  <a:lnTo>
                    <a:pt x="437578" y="828837"/>
                  </a:lnTo>
                  <a:lnTo>
                    <a:pt x="438396" y="824946"/>
                  </a:lnTo>
                  <a:lnTo>
                    <a:pt x="439211" y="821055"/>
                  </a:lnTo>
                  <a:lnTo>
                    <a:pt x="440019" y="817163"/>
                  </a:lnTo>
                  <a:lnTo>
                    <a:pt x="440822" y="813272"/>
                  </a:lnTo>
                  <a:lnTo>
                    <a:pt x="441618" y="809381"/>
                  </a:lnTo>
                  <a:lnTo>
                    <a:pt x="442406" y="805490"/>
                  </a:lnTo>
                  <a:lnTo>
                    <a:pt x="443183" y="801598"/>
                  </a:lnTo>
                  <a:lnTo>
                    <a:pt x="443949" y="797707"/>
                  </a:lnTo>
                  <a:lnTo>
                    <a:pt x="444704" y="793816"/>
                  </a:lnTo>
                  <a:lnTo>
                    <a:pt x="445449" y="789925"/>
                  </a:lnTo>
                  <a:lnTo>
                    <a:pt x="446179" y="786033"/>
                  </a:lnTo>
                  <a:lnTo>
                    <a:pt x="446893" y="782142"/>
                  </a:lnTo>
                  <a:lnTo>
                    <a:pt x="447595" y="778251"/>
                  </a:lnTo>
                  <a:lnTo>
                    <a:pt x="448282" y="774360"/>
                  </a:lnTo>
                  <a:lnTo>
                    <a:pt x="448956" y="770468"/>
                  </a:lnTo>
                  <a:lnTo>
                    <a:pt x="449610" y="766577"/>
                  </a:lnTo>
                  <a:lnTo>
                    <a:pt x="450250" y="762686"/>
                  </a:lnTo>
                  <a:lnTo>
                    <a:pt x="450875" y="758795"/>
                  </a:lnTo>
                  <a:lnTo>
                    <a:pt x="451486" y="754903"/>
                  </a:lnTo>
                  <a:lnTo>
                    <a:pt x="452079" y="751012"/>
                  </a:lnTo>
                  <a:lnTo>
                    <a:pt x="452655" y="747121"/>
                  </a:lnTo>
                  <a:lnTo>
                    <a:pt x="453218" y="743229"/>
                  </a:lnTo>
                  <a:lnTo>
                    <a:pt x="453767" y="739338"/>
                  </a:lnTo>
                  <a:lnTo>
                    <a:pt x="454301" y="735447"/>
                  </a:lnTo>
                  <a:lnTo>
                    <a:pt x="454818" y="731556"/>
                  </a:lnTo>
                  <a:lnTo>
                    <a:pt x="455322" y="727664"/>
                  </a:lnTo>
                  <a:lnTo>
                    <a:pt x="455814" y="723773"/>
                  </a:lnTo>
                  <a:lnTo>
                    <a:pt x="456294" y="719882"/>
                  </a:lnTo>
                  <a:lnTo>
                    <a:pt x="456758" y="715991"/>
                  </a:lnTo>
                  <a:lnTo>
                    <a:pt x="457210" y="712099"/>
                  </a:lnTo>
                  <a:lnTo>
                    <a:pt x="457652" y="708208"/>
                  </a:lnTo>
                  <a:lnTo>
                    <a:pt x="458084" y="704317"/>
                  </a:lnTo>
                  <a:lnTo>
                    <a:pt x="458504" y="700426"/>
                  </a:lnTo>
                  <a:lnTo>
                    <a:pt x="458913" y="696534"/>
                  </a:lnTo>
                  <a:lnTo>
                    <a:pt x="459313" y="692643"/>
                  </a:lnTo>
                  <a:lnTo>
                    <a:pt x="459705" y="688752"/>
                  </a:lnTo>
                  <a:lnTo>
                    <a:pt x="460089" y="684861"/>
                  </a:lnTo>
                  <a:lnTo>
                    <a:pt x="460462" y="680969"/>
                  </a:lnTo>
                  <a:lnTo>
                    <a:pt x="460829" y="677078"/>
                  </a:lnTo>
                  <a:lnTo>
                    <a:pt x="461189" y="673187"/>
                  </a:lnTo>
                  <a:lnTo>
                    <a:pt x="461544" y="669296"/>
                  </a:lnTo>
                  <a:lnTo>
                    <a:pt x="461890" y="665404"/>
                  </a:lnTo>
                  <a:lnTo>
                    <a:pt x="462231" y="661513"/>
                  </a:lnTo>
                  <a:lnTo>
                    <a:pt x="462567" y="657622"/>
                  </a:lnTo>
                  <a:lnTo>
                    <a:pt x="462899" y="653731"/>
                  </a:lnTo>
                  <a:lnTo>
                    <a:pt x="463226" y="649839"/>
                  </a:lnTo>
                  <a:lnTo>
                    <a:pt x="463548" y="645948"/>
                  </a:lnTo>
                  <a:lnTo>
                    <a:pt x="463867" y="642057"/>
                  </a:lnTo>
                  <a:lnTo>
                    <a:pt x="464182" y="638166"/>
                  </a:lnTo>
                  <a:lnTo>
                    <a:pt x="464495" y="634274"/>
                  </a:lnTo>
                  <a:lnTo>
                    <a:pt x="464804" y="630383"/>
                  </a:lnTo>
                  <a:lnTo>
                    <a:pt x="465110" y="626492"/>
                  </a:lnTo>
                  <a:lnTo>
                    <a:pt x="465415" y="622601"/>
                  </a:lnTo>
                  <a:lnTo>
                    <a:pt x="465717" y="618709"/>
                  </a:lnTo>
                  <a:lnTo>
                    <a:pt x="466018" y="614818"/>
                  </a:lnTo>
                  <a:lnTo>
                    <a:pt x="466316" y="610927"/>
                  </a:lnTo>
                  <a:lnTo>
                    <a:pt x="466613" y="607036"/>
                  </a:lnTo>
                  <a:lnTo>
                    <a:pt x="466909" y="603144"/>
                  </a:lnTo>
                  <a:lnTo>
                    <a:pt x="467203" y="599253"/>
                  </a:lnTo>
                  <a:lnTo>
                    <a:pt x="467496" y="595362"/>
                  </a:lnTo>
                  <a:lnTo>
                    <a:pt x="467787" y="591470"/>
                  </a:lnTo>
                  <a:lnTo>
                    <a:pt x="468077" y="587579"/>
                  </a:lnTo>
                  <a:lnTo>
                    <a:pt x="468365" y="583688"/>
                  </a:lnTo>
                  <a:lnTo>
                    <a:pt x="468651" y="579797"/>
                  </a:lnTo>
                  <a:lnTo>
                    <a:pt x="468935" y="575905"/>
                  </a:lnTo>
                  <a:lnTo>
                    <a:pt x="469217" y="572014"/>
                  </a:lnTo>
                  <a:lnTo>
                    <a:pt x="469497" y="568123"/>
                  </a:lnTo>
                  <a:lnTo>
                    <a:pt x="469775" y="564232"/>
                  </a:lnTo>
                  <a:lnTo>
                    <a:pt x="470049" y="560340"/>
                  </a:lnTo>
                  <a:lnTo>
                    <a:pt x="470320" y="556449"/>
                  </a:lnTo>
                  <a:lnTo>
                    <a:pt x="470587" y="552558"/>
                  </a:lnTo>
                  <a:lnTo>
                    <a:pt x="470852" y="548667"/>
                  </a:lnTo>
                  <a:lnTo>
                    <a:pt x="471112" y="544775"/>
                  </a:lnTo>
                  <a:lnTo>
                    <a:pt x="471367" y="540884"/>
                  </a:lnTo>
                  <a:lnTo>
                    <a:pt x="471617" y="536993"/>
                  </a:lnTo>
                  <a:lnTo>
                    <a:pt x="471863" y="533102"/>
                  </a:lnTo>
                  <a:lnTo>
                    <a:pt x="472103" y="529210"/>
                  </a:lnTo>
                  <a:lnTo>
                    <a:pt x="472337" y="525319"/>
                  </a:lnTo>
                  <a:lnTo>
                    <a:pt x="472565" y="521428"/>
                  </a:lnTo>
                  <a:lnTo>
                    <a:pt x="472787" y="517537"/>
                  </a:lnTo>
                  <a:lnTo>
                    <a:pt x="473004" y="513645"/>
                  </a:lnTo>
                  <a:lnTo>
                    <a:pt x="473211" y="509754"/>
                  </a:lnTo>
                  <a:lnTo>
                    <a:pt x="473413" y="505863"/>
                  </a:lnTo>
                  <a:lnTo>
                    <a:pt x="473607" y="501972"/>
                  </a:lnTo>
                  <a:lnTo>
                    <a:pt x="473796" y="498080"/>
                  </a:lnTo>
                  <a:lnTo>
                    <a:pt x="473976" y="494189"/>
                  </a:lnTo>
                  <a:lnTo>
                    <a:pt x="474147" y="490298"/>
                  </a:lnTo>
                  <a:lnTo>
                    <a:pt x="474313" y="486407"/>
                  </a:lnTo>
                  <a:lnTo>
                    <a:pt x="474471" y="482515"/>
                  </a:lnTo>
                  <a:lnTo>
                    <a:pt x="474623" y="478624"/>
                  </a:lnTo>
                  <a:lnTo>
                    <a:pt x="474765" y="474733"/>
                  </a:lnTo>
                  <a:lnTo>
                    <a:pt x="474902" y="470842"/>
                  </a:lnTo>
                  <a:lnTo>
                    <a:pt x="475031" y="466950"/>
                  </a:lnTo>
                  <a:lnTo>
                    <a:pt x="475155" y="463059"/>
                  </a:lnTo>
                  <a:lnTo>
                    <a:pt x="475271" y="459168"/>
                  </a:lnTo>
                  <a:lnTo>
                    <a:pt x="475380" y="455277"/>
                  </a:lnTo>
                  <a:lnTo>
                    <a:pt x="475485" y="451385"/>
                  </a:lnTo>
                  <a:lnTo>
                    <a:pt x="475583" y="447494"/>
                  </a:lnTo>
                  <a:lnTo>
                    <a:pt x="475676" y="443603"/>
                  </a:lnTo>
                  <a:lnTo>
                    <a:pt x="475763" y="439711"/>
                  </a:lnTo>
                  <a:lnTo>
                    <a:pt x="475846" y="435820"/>
                  </a:lnTo>
                  <a:lnTo>
                    <a:pt x="475924" y="431929"/>
                  </a:lnTo>
                  <a:lnTo>
                    <a:pt x="475998" y="428038"/>
                  </a:lnTo>
                  <a:lnTo>
                    <a:pt x="476068" y="424146"/>
                  </a:lnTo>
                  <a:lnTo>
                    <a:pt x="476133" y="420255"/>
                  </a:lnTo>
                  <a:lnTo>
                    <a:pt x="476196" y="416364"/>
                  </a:lnTo>
                  <a:lnTo>
                    <a:pt x="476256" y="412473"/>
                  </a:lnTo>
                  <a:lnTo>
                    <a:pt x="476312" y="408581"/>
                  </a:lnTo>
                  <a:lnTo>
                    <a:pt x="476366" y="404690"/>
                  </a:lnTo>
                  <a:lnTo>
                    <a:pt x="476417" y="400799"/>
                  </a:lnTo>
                  <a:lnTo>
                    <a:pt x="476466" y="396908"/>
                  </a:lnTo>
                  <a:lnTo>
                    <a:pt x="476514" y="393016"/>
                  </a:lnTo>
                  <a:lnTo>
                    <a:pt x="476558" y="389125"/>
                  </a:lnTo>
                  <a:lnTo>
                    <a:pt x="476602" y="385234"/>
                  </a:lnTo>
                  <a:lnTo>
                    <a:pt x="476644" y="381343"/>
                  </a:lnTo>
                  <a:lnTo>
                    <a:pt x="476684" y="377451"/>
                  </a:lnTo>
                  <a:lnTo>
                    <a:pt x="476723" y="373560"/>
                  </a:lnTo>
                  <a:lnTo>
                    <a:pt x="476760" y="369669"/>
                  </a:lnTo>
                  <a:lnTo>
                    <a:pt x="476797" y="365778"/>
                  </a:lnTo>
                  <a:lnTo>
                    <a:pt x="476832" y="361886"/>
                  </a:lnTo>
                  <a:lnTo>
                    <a:pt x="476866" y="357995"/>
                  </a:lnTo>
                  <a:lnTo>
                    <a:pt x="476898" y="354104"/>
                  </a:lnTo>
                  <a:lnTo>
                    <a:pt x="476930" y="350213"/>
                  </a:lnTo>
                  <a:lnTo>
                    <a:pt x="476960" y="346321"/>
                  </a:lnTo>
                  <a:lnTo>
                    <a:pt x="476989" y="342430"/>
                  </a:lnTo>
                  <a:lnTo>
                    <a:pt x="477017" y="338539"/>
                  </a:lnTo>
                  <a:lnTo>
                    <a:pt x="477044" y="334648"/>
                  </a:lnTo>
                  <a:lnTo>
                    <a:pt x="477069" y="330756"/>
                  </a:lnTo>
                  <a:lnTo>
                    <a:pt x="477093" y="326865"/>
                  </a:lnTo>
                  <a:lnTo>
                    <a:pt x="477116" y="322974"/>
                  </a:lnTo>
                  <a:lnTo>
                    <a:pt x="477137" y="319083"/>
                  </a:lnTo>
                  <a:lnTo>
                    <a:pt x="477157" y="315191"/>
                  </a:lnTo>
                  <a:lnTo>
                    <a:pt x="477176" y="311300"/>
                  </a:lnTo>
                  <a:lnTo>
                    <a:pt x="477194" y="307409"/>
                  </a:lnTo>
                  <a:lnTo>
                    <a:pt x="477209" y="303518"/>
                  </a:lnTo>
                  <a:lnTo>
                    <a:pt x="477224" y="299626"/>
                  </a:lnTo>
                  <a:lnTo>
                    <a:pt x="477238" y="295735"/>
                  </a:lnTo>
                  <a:lnTo>
                    <a:pt x="477250" y="291844"/>
                  </a:lnTo>
                  <a:lnTo>
                    <a:pt x="477261" y="287952"/>
                  </a:lnTo>
                  <a:lnTo>
                    <a:pt x="477271" y="284061"/>
                  </a:lnTo>
                  <a:lnTo>
                    <a:pt x="477281" y="280170"/>
                  </a:lnTo>
                  <a:lnTo>
                    <a:pt x="477289" y="276279"/>
                  </a:lnTo>
                  <a:lnTo>
                    <a:pt x="477296" y="272387"/>
                  </a:lnTo>
                  <a:lnTo>
                    <a:pt x="477303" y="268496"/>
                  </a:lnTo>
                  <a:lnTo>
                    <a:pt x="477309" y="264605"/>
                  </a:lnTo>
                  <a:lnTo>
                    <a:pt x="477315" y="260714"/>
                  </a:lnTo>
                  <a:lnTo>
                    <a:pt x="477320" y="256822"/>
                  </a:lnTo>
                  <a:lnTo>
                    <a:pt x="477326" y="252931"/>
                  </a:lnTo>
                  <a:lnTo>
                    <a:pt x="477331" y="249040"/>
                  </a:lnTo>
                  <a:lnTo>
                    <a:pt x="477336" y="245149"/>
                  </a:lnTo>
                  <a:lnTo>
                    <a:pt x="477341" y="241257"/>
                  </a:lnTo>
                  <a:lnTo>
                    <a:pt x="477347" y="237366"/>
                  </a:lnTo>
                  <a:lnTo>
                    <a:pt x="477353" y="233475"/>
                  </a:lnTo>
                  <a:lnTo>
                    <a:pt x="477359" y="229584"/>
                  </a:lnTo>
                  <a:lnTo>
                    <a:pt x="477366" y="225692"/>
                  </a:lnTo>
                  <a:lnTo>
                    <a:pt x="477374" y="221801"/>
                  </a:lnTo>
                  <a:lnTo>
                    <a:pt x="477382" y="217910"/>
                  </a:lnTo>
                  <a:lnTo>
                    <a:pt x="477391" y="214019"/>
                  </a:lnTo>
                  <a:lnTo>
                    <a:pt x="477401" y="210127"/>
                  </a:lnTo>
                  <a:lnTo>
                    <a:pt x="477412" y="206236"/>
                  </a:lnTo>
                  <a:lnTo>
                    <a:pt x="477424" y="202345"/>
                  </a:lnTo>
                  <a:lnTo>
                    <a:pt x="477436" y="198454"/>
                  </a:lnTo>
                  <a:lnTo>
                    <a:pt x="477449" y="194562"/>
                  </a:lnTo>
                  <a:lnTo>
                    <a:pt x="477463" y="190671"/>
                  </a:lnTo>
                  <a:lnTo>
                    <a:pt x="477478" y="186780"/>
                  </a:lnTo>
                  <a:lnTo>
                    <a:pt x="477494" y="182889"/>
                  </a:lnTo>
                  <a:lnTo>
                    <a:pt x="477510" y="178997"/>
                  </a:lnTo>
                  <a:lnTo>
                    <a:pt x="477527" y="175106"/>
                  </a:lnTo>
                  <a:lnTo>
                    <a:pt x="477544" y="171215"/>
                  </a:lnTo>
                  <a:lnTo>
                    <a:pt x="477562" y="167324"/>
                  </a:lnTo>
                  <a:lnTo>
                    <a:pt x="477580" y="163432"/>
                  </a:lnTo>
                  <a:lnTo>
                    <a:pt x="477598" y="159541"/>
                  </a:lnTo>
                  <a:lnTo>
                    <a:pt x="477617" y="155650"/>
                  </a:lnTo>
                  <a:lnTo>
                    <a:pt x="477635" y="151759"/>
                  </a:lnTo>
                  <a:lnTo>
                    <a:pt x="477654" y="147867"/>
                  </a:lnTo>
                  <a:lnTo>
                    <a:pt x="477672" y="143976"/>
                  </a:lnTo>
                  <a:lnTo>
                    <a:pt x="477691" y="140085"/>
                  </a:lnTo>
                  <a:lnTo>
                    <a:pt x="477709" y="136193"/>
                  </a:lnTo>
                  <a:lnTo>
                    <a:pt x="477727" y="132302"/>
                  </a:lnTo>
                  <a:lnTo>
                    <a:pt x="477744" y="128411"/>
                  </a:lnTo>
                  <a:lnTo>
                    <a:pt x="477761" y="124520"/>
                  </a:lnTo>
                  <a:lnTo>
                    <a:pt x="477778" y="120628"/>
                  </a:lnTo>
                  <a:lnTo>
                    <a:pt x="477794" y="116737"/>
                  </a:lnTo>
                  <a:lnTo>
                    <a:pt x="477809" y="112846"/>
                  </a:lnTo>
                  <a:lnTo>
                    <a:pt x="477823" y="108955"/>
                  </a:lnTo>
                  <a:lnTo>
                    <a:pt x="477837" y="105063"/>
                  </a:lnTo>
                  <a:lnTo>
                    <a:pt x="477851" y="101172"/>
                  </a:lnTo>
                  <a:lnTo>
                    <a:pt x="477863" y="97281"/>
                  </a:lnTo>
                  <a:lnTo>
                    <a:pt x="477875" y="93390"/>
                  </a:lnTo>
                  <a:lnTo>
                    <a:pt x="477886" y="89498"/>
                  </a:lnTo>
                  <a:lnTo>
                    <a:pt x="477897" y="85607"/>
                  </a:lnTo>
                  <a:lnTo>
                    <a:pt x="477907" y="81716"/>
                  </a:lnTo>
                  <a:lnTo>
                    <a:pt x="477916" y="77825"/>
                  </a:lnTo>
                  <a:lnTo>
                    <a:pt x="477924" y="73933"/>
                  </a:lnTo>
                  <a:lnTo>
                    <a:pt x="477932" y="70042"/>
                  </a:lnTo>
                  <a:lnTo>
                    <a:pt x="477939" y="66151"/>
                  </a:lnTo>
                  <a:lnTo>
                    <a:pt x="477946" y="62260"/>
                  </a:lnTo>
                  <a:lnTo>
                    <a:pt x="477952" y="58368"/>
                  </a:lnTo>
                  <a:lnTo>
                    <a:pt x="477957" y="54477"/>
                  </a:lnTo>
                  <a:lnTo>
                    <a:pt x="477962" y="50586"/>
                  </a:lnTo>
                  <a:lnTo>
                    <a:pt x="477967" y="46695"/>
                  </a:lnTo>
                  <a:lnTo>
                    <a:pt x="477971" y="42803"/>
                  </a:lnTo>
                  <a:lnTo>
                    <a:pt x="477974" y="38912"/>
                  </a:lnTo>
                  <a:lnTo>
                    <a:pt x="477978" y="35021"/>
                  </a:lnTo>
                  <a:lnTo>
                    <a:pt x="477981" y="31130"/>
                  </a:lnTo>
                  <a:lnTo>
                    <a:pt x="477983" y="27238"/>
                  </a:lnTo>
                  <a:lnTo>
                    <a:pt x="477985" y="23347"/>
                  </a:lnTo>
                  <a:lnTo>
                    <a:pt x="477988" y="19456"/>
                  </a:lnTo>
                  <a:lnTo>
                    <a:pt x="477989" y="15565"/>
                  </a:lnTo>
                  <a:lnTo>
                    <a:pt x="477991" y="11673"/>
                  </a:lnTo>
                  <a:lnTo>
                    <a:pt x="477992" y="7782"/>
                  </a:lnTo>
                  <a:lnTo>
                    <a:pt x="477993" y="3891"/>
                  </a:lnTo>
                  <a:lnTo>
                    <a:pt x="478007" y="0"/>
                  </a:lnTo>
                  <a:lnTo>
                    <a:pt x="478008" y="3891"/>
                  </a:lnTo>
                  <a:lnTo>
                    <a:pt x="478009" y="7782"/>
                  </a:lnTo>
                  <a:lnTo>
                    <a:pt x="478010" y="11673"/>
                  </a:lnTo>
                  <a:lnTo>
                    <a:pt x="478012" y="15565"/>
                  </a:lnTo>
                  <a:lnTo>
                    <a:pt x="478014" y="19456"/>
                  </a:lnTo>
                  <a:lnTo>
                    <a:pt x="478016" y="23347"/>
                  </a:lnTo>
                  <a:lnTo>
                    <a:pt x="478018" y="27238"/>
                  </a:lnTo>
                  <a:lnTo>
                    <a:pt x="478021" y="31130"/>
                  </a:lnTo>
                  <a:lnTo>
                    <a:pt x="478024" y="35021"/>
                  </a:lnTo>
                  <a:lnTo>
                    <a:pt x="478027" y="38912"/>
                  </a:lnTo>
                  <a:lnTo>
                    <a:pt x="478031" y="42803"/>
                  </a:lnTo>
                  <a:lnTo>
                    <a:pt x="478035" y="46695"/>
                  </a:lnTo>
                  <a:lnTo>
                    <a:pt x="478039" y="50586"/>
                  </a:lnTo>
                  <a:lnTo>
                    <a:pt x="478044" y="54477"/>
                  </a:lnTo>
                  <a:lnTo>
                    <a:pt x="478050" y="58368"/>
                  </a:lnTo>
                  <a:lnTo>
                    <a:pt x="478056" y="62260"/>
                  </a:lnTo>
                  <a:lnTo>
                    <a:pt x="478062" y="66151"/>
                  </a:lnTo>
                  <a:lnTo>
                    <a:pt x="478069" y="70042"/>
                  </a:lnTo>
                  <a:lnTo>
                    <a:pt x="478077" y="73933"/>
                  </a:lnTo>
                  <a:lnTo>
                    <a:pt x="478086" y="77825"/>
                  </a:lnTo>
                  <a:lnTo>
                    <a:pt x="478095" y="81716"/>
                  </a:lnTo>
                  <a:lnTo>
                    <a:pt x="478104" y="85607"/>
                  </a:lnTo>
                  <a:lnTo>
                    <a:pt x="478115" y="89498"/>
                  </a:lnTo>
                  <a:lnTo>
                    <a:pt x="478126" y="93390"/>
                  </a:lnTo>
                  <a:lnTo>
                    <a:pt x="478138" y="97281"/>
                  </a:lnTo>
                  <a:lnTo>
                    <a:pt x="478150" y="101172"/>
                  </a:lnTo>
                  <a:lnTo>
                    <a:pt x="478164" y="105063"/>
                  </a:lnTo>
                  <a:lnTo>
                    <a:pt x="478178" y="108955"/>
                  </a:lnTo>
                  <a:lnTo>
                    <a:pt x="478193" y="112846"/>
                  </a:lnTo>
                  <a:lnTo>
                    <a:pt x="478208" y="116737"/>
                  </a:lnTo>
                  <a:lnTo>
                    <a:pt x="478224" y="120628"/>
                  </a:lnTo>
                  <a:lnTo>
                    <a:pt x="478240" y="124520"/>
                  </a:lnTo>
                  <a:lnTo>
                    <a:pt x="478257" y="128411"/>
                  </a:lnTo>
                  <a:lnTo>
                    <a:pt x="478275" y="132302"/>
                  </a:lnTo>
                  <a:lnTo>
                    <a:pt x="478292" y="136193"/>
                  </a:lnTo>
                  <a:lnTo>
                    <a:pt x="478310" y="140085"/>
                  </a:lnTo>
                  <a:lnTo>
                    <a:pt x="478329" y="143976"/>
                  </a:lnTo>
                  <a:lnTo>
                    <a:pt x="478347" y="147867"/>
                  </a:lnTo>
                  <a:lnTo>
                    <a:pt x="478366" y="151759"/>
                  </a:lnTo>
                  <a:lnTo>
                    <a:pt x="478385" y="155650"/>
                  </a:lnTo>
                  <a:lnTo>
                    <a:pt x="478403" y="159541"/>
                  </a:lnTo>
                  <a:lnTo>
                    <a:pt x="478422" y="163432"/>
                  </a:lnTo>
                  <a:lnTo>
                    <a:pt x="478440" y="167324"/>
                  </a:lnTo>
                  <a:lnTo>
                    <a:pt x="478457" y="171215"/>
                  </a:lnTo>
                  <a:lnTo>
                    <a:pt x="478475" y="175106"/>
                  </a:lnTo>
                  <a:lnTo>
                    <a:pt x="478491" y="178997"/>
                  </a:lnTo>
                  <a:lnTo>
                    <a:pt x="478508" y="182889"/>
                  </a:lnTo>
                  <a:lnTo>
                    <a:pt x="478523" y="186780"/>
                  </a:lnTo>
                  <a:lnTo>
                    <a:pt x="478538" y="190671"/>
                  </a:lnTo>
                  <a:lnTo>
                    <a:pt x="478552" y="194562"/>
                  </a:lnTo>
                  <a:lnTo>
                    <a:pt x="478565" y="198454"/>
                  </a:lnTo>
                  <a:lnTo>
                    <a:pt x="478578" y="202345"/>
                  </a:lnTo>
                  <a:lnTo>
                    <a:pt x="478589" y="206236"/>
                  </a:lnTo>
                  <a:lnTo>
                    <a:pt x="478600" y="210127"/>
                  </a:lnTo>
                  <a:lnTo>
                    <a:pt x="478610" y="214019"/>
                  </a:lnTo>
                  <a:lnTo>
                    <a:pt x="478619" y="217910"/>
                  </a:lnTo>
                  <a:lnTo>
                    <a:pt x="478628" y="221801"/>
                  </a:lnTo>
                  <a:lnTo>
                    <a:pt x="478635" y="225692"/>
                  </a:lnTo>
                  <a:lnTo>
                    <a:pt x="478642" y="229584"/>
                  </a:lnTo>
                  <a:lnTo>
                    <a:pt x="478649" y="233475"/>
                  </a:lnTo>
                  <a:lnTo>
                    <a:pt x="478655" y="237366"/>
                  </a:lnTo>
                  <a:lnTo>
                    <a:pt x="478660" y="241257"/>
                  </a:lnTo>
                  <a:lnTo>
                    <a:pt x="478665" y="245149"/>
                  </a:lnTo>
                  <a:lnTo>
                    <a:pt x="478671" y="249040"/>
                  </a:lnTo>
                  <a:lnTo>
                    <a:pt x="478676" y="252931"/>
                  </a:lnTo>
                  <a:lnTo>
                    <a:pt x="478681" y="256822"/>
                  </a:lnTo>
                  <a:lnTo>
                    <a:pt x="478686" y="260714"/>
                  </a:lnTo>
                  <a:lnTo>
                    <a:pt x="478692" y="264605"/>
                  </a:lnTo>
                  <a:lnTo>
                    <a:pt x="478698" y="268496"/>
                  </a:lnTo>
                  <a:lnTo>
                    <a:pt x="478705" y="272387"/>
                  </a:lnTo>
                  <a:lnTo>
                    <a:pt x="478712" y="276279"/>
                  </a:lnTo>
                  <a:lnTo>
                    <a:pt x="478721" y="280170"/>
                  </a:lnTo>
                  <a:lnTo>
                    <a:pt x="478730" y="284061"/>
                  </a:lnTo>
                  <a:lnTo>
                    <a:pt x="478740" y="287952"/>
                  </a:lnTo>
                  <a:lnTo>
                    <a:pt x="478751" y="291844"/>
                  </a:lnTo>
                  <a:lnTo>
                    <a:pt x="478764" y="295735"/>
                  </a:lnTo>
                  <a:lnTo>
                    <a:pt x="478777" y="299626"/>
                  </a:lnTo>
                  <a:lnTo>
                    <a:pt x="478792" y="303518"/>
                  </a:lnTo>
                  <a:lnTo>
                    <a:pt x="478808" y="307409"/>
                  </a:lnTo>
                  <a:lnTo>
                    <a:pt x="478825" y="311300"/>
                  </a:lnTo>
                  <a:lnTo>
                    <a:pt x="478844" y="315191"/>
                  </a:lnTo>
                  <a:lnTo>
                    <a:pt x="478864" y="319083"/>
                  </a:lnTo>
                  <a:lnTo>
                    <a:pt x="478885" y="322974"/>
                  </a:lnTo>
                  <a:lnTo>
                    <a:pt x="478908" y="326865"/>
                  </a:lnTo>
                  <a:lnTo>
                    <a:pt x="478932" y="330756"/>
                  </a:lnTo>
                  <a:lnTo>
                    <a:pt x="478958" y="334648"/>
                  </a:lnTo>
                  <a:lnTo>
                    <a:pt x="478984" y="338539"/>
                  </a:lnTo>
                  <a:lnTo>
                    <a:pt x="479012" y="342430"/>
                  </a:lnTo>
                  <a:lnTo>
                    <a:pt x="479041" y="346321"/>
                  </a:lnTo>
                  <a:lnTo>
                    <a:pt x="479071" y="350213"/>
                  </a:lnTo>
                  <a:lnTo>
                    <a:pt x="479103" y="354104"/>
                  </a:lnTo>
                  <a:lnTo>
                    <a:pt x="479135" y="357995"/>
                  </a:lnTo>
                  <a:lnTo>
                    <a:pt x="479169" y="361886"/>
                  </a:lnTo>
                  <a:lnTo>
                    <a:pt x="479205" y="365778"/>
                  </a:lnTo>
                  <a:lnTo>
                    <a:pt x="479241" y="369669"/>
                  </a:lnTo>
                  <a:lnTo>
                    <a:pt x="479278" y="373560"/>
                  </a:lnTo>
                  <a:lnTo>
                    <a:pt x="479317" y="377451"/>
                  </a:lnTo>
                  <a:lnTo>
                    <a:pt x="479358" y="381343"/>
                  </a:lnTo>
                  <a:lnTo>
                    <a:pt x="479400" y="385234"/>
                  </a:lnTo>
                  <a:lnTo>
                    <a:pt x="479443" y="389125"/>
                  </a:lnTo>
                  <a:lnTo>
                    <a:pt x="479488" y="393016"/>
                  </a:lnTo>
                  <a:lnTo>
                    <a:pt x="479535" y="396908"/>
                  </a:lnTo>
                  <a:lnTo>
                    <a:pt x="479584" y="400799"/>
                  </a:lnTo>
                  <a:lnTo>
                    <a:pt x="479636" y="404690"/>
                  </a:lnTo>
                  <a:lnTo>
                    <a:pt x="479689" y="408581"/>
                  </a:lnTo>
                  <a:lnTo>
                    <a:pt x="479746" y="412473"/>
                  </a:lnTo>
                  <a:lnTo>
                    <a:pt x="479805" y="416364"/>
                  </a:lnTo>
                  <a:lnTo>
                    <a:pt x="479868" y="420255"/>
                  </a:lnTo>
                  <a:lnTo>
                    <a:pt x="479934" y="424146"/>
                  </a:lnTo>
                  <a:lnTo>
                    <a:pt x="480003" y="428038"/>
                  </a:lnTo>
                  <a:lnTo>
                    <a:pt x="480077" y="431929"/>
                  </a:lnTo>
                  <a:lnTo>
                    <a:pt x="480155" y="435820"/>
                  </a:lnTo>
                  <a:lnTo>
                    <a:pt x="480238" y="439711"/>
                  </a:lnTo>
                  <a:lnTo>
                    <a:pt x="480325" y="443603"/>
                  </a:lnTo>
                  <a:lnTo>
                    <a:pt x="480418" y="447494"/>
                  </a:lnTo>
                  <a:lnTo>
                    <a:pt x="480517" y="451385"/>
                  </a:lnTo>
                  <a:lnTo>
                    <a:pt x="480621" y="455277"/>
                  </a:lnTo>
                  <a:lnTo>
                    <a:pt x="480730" y="459168"/>
                  </a:lnTo>
                  <a:lnTo>
                    <a:pt x="480846" y="463059"/>
                  </a:lnTo>
                  <a:lnTo>
                    <a:pt x="480970" y="466950"/>
                  </a:lnTo>
                  <a:lnTo>
                    <a:pt x="481100" y="470842"/>
                  </a:lnTo>
                  <a:lnTo>
                    <a:pt x="481236" y="474733"/>
                  </a:lnTo>
                  <a:lnTo>
                    <a:pt x="481378" y="478624"/>
                  </a:lnTo>
                  <a:lnTo>
                    <a:pt x="481530" y="482515"/>
                  </a:lnTo>
                  <a:lnTo>
                    <a:pt x="481689" y="486407"/>
                  </a:lnTo>
                  <a:lnTo>
                    <a:pt x="481854" y="490298"/>
                  </a:lnTo>
                  <a:lnTo>
                    <a:pt x="482026" y="494189"/>
                  </a:lnTo>
                  <a:lnTo>
                    <a:pt x="482206" y="498080"/>
                  </a:lnTo>
                  <a:lnTo>
                    <a:pt x="482394" y="501972"/>
                  </a:lnTo>
                  <a:lnTo>
                    <a:pt x="482589" y="505863"/>
                  </a:lnTo>
                  <a:lnTo>
                    <a:pt x="482790" y="509754"/>
                  </a:lnTo>
                  <a:lnTo>
                    <a:pt x="482998" y="513645"/>
                  </a:lnTo>
                  <a:lnTo>
                    <a:pt x="483214" y="517537"/>
                  </a:lnTo>
                  <a:lnTo>
                    <a:pt x="483436" y="521428"/>
                  </a:lnTo>
                  <a:lnTo>
                    <a:pt x="483664" y="525319"/>
                  </a:lnTo>
                  <a:lnTo>
                    <a:pt x="483898" y="529210"/>
                  </a:lnTo>
                  <a:lnTo>
                    <a:pt x="484138" y="533102"/>
                  </a:lnTo>
                  <a:lnTo>
                    <a:pt x="484384" y="536993"/>
                  </a:lnTo>
                  <a:lnTo>
                    <a:pt x="484635" y="540884"/>
                  </a:lnTo>
                  <a:lnTo>
                    <a:pt x="484890" y="544775"/>
                  </a:lnTo>
                  <a:lnTo>
                    <a:pt x="485149" y="548667"/>
                  </a:lnTo>
                  <a:lnTo>
                    <a:pt x="485414" y="552558"/>
                  </a:lnTo>
                  <a:lnTo>
                    <a:pt x="485682" y="556449"/>
                  </a:lnTo>
                  <a:lnTo>
                    <a:pt x="485953" y="560340"/>
                  </a:lnTo>
                  <a:lnTo>
                    <a:pt x="486227" y="564232"/>
                  </a:lnTo>
                  <a:lnTo>
                    <a:pt x="486504" y="568123"/>
                  </a:lnTo>
                  <a:lnTo>
                    <a:pt x="486784" y="572014"/>
                  </a:lnTo>
                  <a:lnTo>
                    <a:pt x="487066" y="575905"/>
                  </a:lnTo>
                  <a:lnTo>
                    <a:pt x="487350" y="579797"/>
                  </a:lnTo>
                  <a:lnTo>
                    <a:pt x="487637" y="583688"/>
                  </a:lnTo>
                  <a:lnTo>
                    <a:pt x="487925" y="587579"/>
                  </a:lnTo>
                  <a:lnTo>
                    <a:pt x="488214" y="591470"/>
                  </a:lnTo>
                  <a:lnTo>
                    <a:pt x="488505" y="595362"/>
                  </a:lnTo>
                  <a:lnTo>
                    <a:pt x="488798" y="599253"/>
                  </a:lnTo>
                  <a:lnTo>
                    <a:pt x="489092" y="603144"/>
                  </a:lnTo>
                  <a:lnTo>
                    <a:pt x="489388" y="607036"/>
                  </a:lnTo>
                  <a:lnTo>
                    <a:pt x="489685" y="610927"/>
                  </a:lnTo>
                  <a:lnTo>
                    <a:pt x="489983" y="614818"/>
                  </a:lnTo>
                  <a:lnTo>
                    <a:pt x="490284" y="618709"/>
                  </a:lnTo>
                  <a:lnTo>
                    <a:pt x="490587" y="622601"/>
                  </a:lnTo>
                  <a:lnTo>
                    <a:pt x="490891" y="626492"/>
                  </a:lnTo>
                  <a:lnTo>
                    <a:pt x="491198" y="630383"/>
                  </a:lnTo>
                  <a:lnTo>
                    <a:pt x="491507" y="634274"/>
                  </a:lnTo>
                  <a:lnTo>
                    <a:pt x="491819" y="638166"/>
                  </a:lnTo>
                  <a:lnTo>
                    <a:pt x="492135" y="642057"/>
                  </a:lnTo>
                  <a:lnTo>
                    <a:pt x="492453" y="645948"/>
                  </a:lnTo>
                  <a:lnTo>
                    <a:pt x="492775" y="649839"/>
                  </a:lnTo>
                  <a:lnTo>
                    <a:pt x="493102" y="653731"/>
                  </a:lnTo>
                  <a:lnTo>
                    <a:pt x="493434" y="657622"/>
                  </a:lnTo>
                  <a:lnTo>
                    <a:pt x="493770" y="661513"/>
                  </a:lnTo>
                  <a:lnTo>
                    <a:pt x="494111" y="665404"/>
                  </a:lnTo>
                  <a:lnTo>
                    <a:pt x="494458" y="669296"/>
                  </a:lnTo>
                  <a:lnTo>
                    <a:pt x="494812" y="673187"/>
                  </a:lnTo>
                  <a:lnTo>
                    <a:pt x="495172" y="677078"/>
                  </a:lnTo>
                  <a:lnTo>
                    <a:pt x="495539" y="680969"/>
                  </a:lnTo>
                  <a:lnTo>
                    <a:pt x="495912" y="684861"/>
                  </a:lnTo>
                  <a:lnTo>
                    <a:pt x="496296" y="688752"/>
                  </a:lnTo>
                  <a:lnTo>
                    <a:pt x="496688" y="692643"/>
                  </a:lnTo>
                  <a:lnTo>
                    <a:pt x="497088" y="696534"/>
                  </a:lnTo>
                  <a:lnTo>
                    <a:pt x="497497" y="700426"/>
                  </a:lnTo>
                  <a:lnTo>
                    <a:pt x="497917" y="704317"/>
                  </a:lnTo>
                  <a:lnTo>
                    <a:pt x="498349" y="708208"/>
                  </a:lnTo>
                  <a:lnTo>
                    <a:pt x="498791" y="712099"/>
                  </a:lnTo>
                  <a:lnTo>
                    <a:pt x="499244" y="715991"/>
                  </a:lnTo>
                  <a:lnTo>
                    <a:pt x="499708" y="719882"/>
                  </a:lnTo>
                  <a:lnTo>
                    <a:pt x="500188" y="723773"/>
                  </a:lnTo>
                  <a:lnTo>
                    <a:pt x="500679" y="727664"/>
                  </a:lnTo>
                  <a:lnTo>
                    <a:pt x="501184" y="731556"/>
                  </a:lnTo>
                  <a:lnTo>
                    <a:pt x="501700" y="735447"/>
                  </a:lnTo>
                  <a:lnTo>
                    <a:pt x="502234" y="739338"/>
                  </a:lnTo>
                  <a:lnTo>
                    <a:pt x="502783" y="743229"/>
                  </a:lnTo>
                  <a:lnTo>
                    <a:pt x="503346" y="747121"/>
                  </a:lnTo>
                  <a:lnTo>
                    <a:pt x="503923" y="751012"/>
                  </a:lnTo>
                  <a:lnTo>
                    <a:pt x="504515" y="754903"/>
                  </a:lnTo>
                  <a:lnTo>
                    <a:pt x="505126" y="758795"/>
                  </a:lnTo>
                  <a:lnTo>
                    <a:pt x="505752" y="762686"/>
                  </a:lnTo>
                  <a:lnTo>
                    <a:pt x="506391" y="766577"/>
                  </a:lnTo>
                  <a:lnTo>
                    <a:pt x="507046" y="770468"/>
                  </a:lnTo>
                  <a:lnTo>
                    <a:pt x="507719" y="774360"/>
                  </a:lnTo>
                  <a:lnTo>
                    <a:pt x="508407" y="778251"/>
                  </a:lnTo>
                  <a:lnTo>
                    <a:pt x="509108" y="782142"/>
                  </a:lnTo>
                  <a:lnTo>
                    <a:pt x="509823" y="786033"/>
                  </a:lnTo>
                  <a:lnTo>
                    <a:pt x="510552" y="789925"/>
                  </a:lnTo>
                  <a:lnTo>
                    <a:pt x="511297" y="793816"/>
                  </a:lnTo>
                  <a:lnTo>
                    <a:pt x="512052" y="797707"/>
                  </a:lnTo>
                  <a:lnTo>
                    <a:pt x="512819" y="801598"/>
                  </a:lnTo>
                  <a:lnTo>
                    <a:pt x="513595" y="805490"/>
                  </a:lnTo>
                  <a:lnTo>
                    <a:pt x="514383" y="809381"/>
                  </a:lnTo>
                  <a:lnTo>
                    <a:pt x="515179" y="813272"/>
                  </a:lnTo>
                  <a:lnTo>
                    <a:pt x="515982" y="817163"/>
                  </a:lnTo>
                  <a:lnTo>
                    <a:pt x="516791" y="821055"/>
                  </a:lnTo>
                  <a:lnTo>
                    <a:pt x="517605" y="824946"/>
                  </a:lnTo>
                  <a:lnTo>
                    <a:pt x="518423" y="828837"/>
                  </a:lnTo>
                  <a:lnTo>
                    <a:pt x="519243" y="832728"/>
                  </a:lnTo>
                  <a:lnTo>
                    <a:pt x="520064" y="836620"/>
                  </a:lnTo>
                  <a:lnTo>
                    <a:pt x="520885" y="840511"/>
                  </a:lnTo>
                  <a:lnTo>
                    <a:pt x="521705" y="844402"/>
                  </a:lnTo>
                  <a:lnTo>
                    <a:pt x="522521" y="848293"/>
                  </a:lnTo>
                  <a:lnTo>
                    <a:pt x="523335" y="852185"/>
                  </a:lnTo>
                  <a:lnTo>
                    <a:pt x="524144" y="856076"/>
                  </a:lnTo>
                  <a:lnTo>
                    <a:pt x="524947" y="859967"/>
                  </a:lnTo>
                  <a:lnTo>
                    <a:pt x="525743" y="863858"/>
                  </a:lnTo>
                  <a:lnTo>
                    <a:pt x="526532" y="867750"/>
                  </a:lnTo>
                  <a:lnTo>
                    <a:pt x="527315" y="871641"/>
                  </a:lnTo>
                  <a:lnTo>
                    <a:pt x="528089" y="875532"/>
                  </a:lnTo>
                  <a:lnTo>
                    <a:pt x="528854" y="879423"/>
                  </a:lnTo>
                  <a:lnTo>
                    <a:pt x="529611" y="883315"/>
                  </a:lnTo>
                  <a:lnTo>
                    <a:pt x="530361" y="887206"/>
                  </a:lnTo>
                  <a:lnTo>
                    <a:pt x="531103" y="891097"/>
                  </a:lnTo>
                  <a:lnTo>
                    <a:pt x="531835" y="894988"/>
                  </a:lnTo>
                  <a:lnTo>
                    <a:pt x="532561" y="898880"/>
                  </a:lnTo>
                  <a:lnTo>
                    <a:pt x="533281" y="902771"/>
                  </a:lnTo>
                  <a:lnTo>
                    <a:pt x="533995" y="906662"/>
                  </a:lnTo>
                  <a:lnTo>
                    <a:pt x="534703" y="910554"/>
                  </a:lnTo>
                  <a:lnTo>
                    <a:pt x="535407" y="914445"/>
                  </a:lnTo>
                  <a:lnTo>
                    <a:pt x="536109" y="918336"/>
                  </a:lnTo>
                  <a:lnTo>
                    <a:pt x="536809" y="922227"/>
                  </a:lnTo>
                  <a:lnTo>
                    <a:pt x="537507" y="926119"/>
                  </a:lnTo>
                  <a:lnTo>
                    <a:pt x="538206" y="930010"/>
                  </a:lnTo>
                  <a:lnTo>
                    <a:pt x="538906" y="933901"/>
                  </a:lnTo>
                  <a:lnTo>
                    <a:pt x="539609" y="937792"/>
                  </a:lnTo>
                  <a:lnTo>
                    <a:pt x="540314" y="941684"/>
                  </a:lnTo>
                  <a:lnTo>
                    <a:pt x="541024" y="945575"/>
                  </a:lnTo>
                  <a:lnTo>
                    <a:pt x="541740" y="949466"/>
                  </a:lnTo>
                  <a:lnTo>
                    <a:pt x="542461" y="953357"/>
                  </a:lnTo>
                  <a:lnTo>
                    <a:pt x="543187" y="957249"/>
                  </a:lnTo>
                  <a:lnTo>
                    <a:pt x="543922" y="961140"/>
                  </a:lnTo>
                  <a:lnTo>
                    <a:pt x="544664" y="965031"/>
                  </a:lnTo>
                  <a:lnTo>
                    <a:pt x="545414" y="968922"/>
                  </a:lnTo>
                  <a:lnTo>
                    <a:pt x="546170" y="972814"/>
                  </a:lnTo>
                  <a:lnTo>
                    <a:pt x="546934" y="976705"/>
                  </a:lnTo>
                  <a:lnTo>
                    <a:pt x="547707" y="980596"/>
                  </a:lnTo>
                  <a:lnTo>
                    <a:pt x="548487" y="984487"/>
                  </a:lnTo>
                  <a:lnTo>
                    <a:pt x="549273" y="988379"/>
                  </a:lnTo>
                  <a:lnTo>
                    <a:pt x="550064" y="992270"/>
                  </a:lnTo>
                  <a:lnTo>
                    <a:pt x="550861" y="996161"/>
                  </a:lnTo>
                  <a:lnTo>
                    <a:pt x="551664" y="1000052"/>
                  </a:lnTo>
                  <a:lnTo>
                    <a:pt x="552470" y="1003944"/>
                  </a:lnTo>
                  <a:lnTo>
                    <a:pt x="553279" y="1007835"/>
                  </a:lnTo>
                  <a:lnTo>
                    <a:pt x="554089" y="1011726"/>
                  </a:lnTo>
                  <a:lnTo>
                    <a:pt x="554901" y="1015617"/>
                  </a:lnTo>
                  <a:lnTo>
                    <a:pt x="555713" y="1019509"/>
                  </a:lnTo>
                  <a:lnTo>
                    <a:pt x="556524" y="1023400"/>
                  </a:lnTo>
                  <a:lnTo>
                    <a:pt x="557333" y="1027291"/>
                  </a:lnTo>
                  <a:lnTo>
                    <a:pt x="558138" y="1031182"/>
                  </a:lnTo>
                  <a:lnTo>
                    <a:pt x="558940" y="1035074"/>
                  </a:lnTo>
                  <a:lnTo>
                    <a:pt x="559736" y="1038965"/>
                  </a:lnTo>
                  <a:lnTo>
                    <a:pt x="560528" y="1042856"/>
                  </a:lnTo>
                  <a:lnTo>
                    <a:pt x="561313" y="1046747"/>
                  </a:lnTo>
                  <a:lnTo>
                    <a:pt x="562089" y="1050639"/>
                  </a:lnTo>
                  <a:lnTo>
                    <a:pt x="562857" y="1054530"/>
                  </a:lnTo>
                  <a:lnTo>
                    <a:pt x="563617" y="1058421"/>
                  </a:lnTo>
                  <a:lnTo>
                    <a:pt x="564368" y="1062313"/>
                  </a:lnTo>
                  <a:lnTo>
                    <a:pt x="565106" y="1066204"/>
                  </a:lnTo>
                  <a:lnTo>
                    <a:pt x="565833" y="1070095"/>
                  </a:lnTo>
                  <a:lnTo>
                    <a:pt x="566550" y="1073986"/>
                  </a:lnTo>
                  <a:lnTo>
                    <a:pt x="567254" y="1077878"/>
                  </a:lnTo>
                  <a:lnTo>
                    <a:pt x="567945" y="1081769"/>
                  </a:lnTo>
                  <a:lnTo>
                    <a:pt x="568620" y="1085660"/>
                  </a:lnTo>
                  <a:lnTo>
                    <a:pt x="569281" y="1089551"/>
                  </a:lnTo>
                  <a:lnTo>
                    <a:pt x="569927" y="1093443"/>
                  </a:lnTo>
                  <a:lnTo>
                    <a:pt x="570559" y="1097334"/>
                  </a:lnTo>
                  <a:lnTo>
                    <a:pt x="571168" y="1101225"/>
                  </a:lnTo>
                  <a:lnTo>
                    <a:pt x="571760" y="1105116"/>
                  </a:lnTo>
                  <a:lnTo>
                    <a:pt x="572334" y="1109008"/>
                  </a:lnTo>
                  <a:lnTo>
                    <a:pt x="572889" y="1112899"/>
                  </a:lnTo>
                  <a:lnTo>
                    <a:pt x="573419" y="1116790"/>
                  </a:lnTo>
                  <a:lnTo>
                    <a:pt x="573924" y="1120681"/>
                  </a:lnTo>
                  <a:lnTo>
                    <a:pt x="574407" y="1124573"/>
                  </a:lnTo>
                  <a:lnTo>
                    <a:pt x="574866" y="1128464"/>
                  </a:lnTo>
                  <a:lnTo>
                    <a:pt x="575298" y="1132355"/>
                  </a:lnTo>
                  <a:lnTo>
                    <a:pt x="575696" y="1136246"/>
                  </a:lnTo>
                  <a:lnTo>
                    <a:pt x="576065" y="1140138"/>
                  </a:lnTo>
                  <a:lnTo>
                    <a:pt x="576406" y="1144029"/>
                  </a:lnTo>
                  <a:lnTo>
                    <a:pt x="576716" y="1147920"/>
                  </a:lnTo>
                  <a:lnTo>
                    <a:pt x="576986" y="1151811"/>
                  </a:lnTo>
                  <a:lnTo>
                    <a:pt x="577219" y="1155703"/>
                  </a:lnTo>
                  <a:lnTo>
                    <a:pt x="577418" y="1159594"/>
                  </a:lnTo>
                  <a:lnTo>
                    <a:pt x="577583" y="1163485"/>
                  </a:lnTo>
                  <a:lnTo>
                    <a:pt x="577706" y="1167376"/>
                  </a:lnTo>
                  <a:lnTo>
                    <a:pt x="577782" y="1171268"/>
                  </a:lnTo>
                  <a:lnTo>
                    <a:pt x="577821" y="1175159"/>
                  </a:lnTo>
                  <a:lnTo>
                    <a:pt x="577821" y="1179050"/>
                  </a:lnTo>
                  <a:lnTo>
                    <a:pt x="577783" y="1182941"/>
                  </a:lnTo>
                  <a:lnTo>
                    <a:pt x="577689" y="1186833"/>
                  </a:lnTo>
                  <a:lnTo>
                    <a:pt x="577554" y="1190724"/>
                  </a:lnTo>
                  <a:lnTo>
                    <a:pt x="577380" y="1194615"/>
                  </a:lnTo>
                  <a:lnTo>
                    <a:pt x="577166" y="1198507"/>
                  </a:lnTo>
                  <a:lnTo>
                    <a:pt x="576903" y="1202398"/>
                  </a:lnTo>
                  <a:lnTo>
                    <a:pt x="576593" y="1206289"/>
                  </a:lnTo>
                  <a:lnTo>
                    <a:pt x="576243" y="1210180"/>
                  </a:lnTo>
                  <a:lnTo>
                    <a:pt x="575967" y="1212951"/>
                  </a:lnTo>
                  <a:lnTo>
                    <a:pt x="575855" y="1214072"/>
                  </a:lnTo>
                  <a:lnTo>
                    <a:pt x="575427" y="1217963"/>
                  </a:lnTo>
                  <a:lnTo>
                    <a:pt x="574948" y="1221854"/>
                  </a:lnTo>
                  <a:lnTo>
                    <a:pt x="574433" y="1225745"/>
                  </a:lnTo>
                  <a:lnTo>
                    <a:pt x="573883" y="1229637"/>
                  </a:lnTo>
                  <a:lnTo>
                    <a:pt x="573298" y="1233528"/>
                  </a:lnTo>
                  <a:lnTo>
                    <a:pt x="572671" y="1237419"/>
                  </a:lnTo>
                  <a:lnTo>
                    <a:pt x="572008" y="1241310"/>
                  </a:lnTo>
                  <a:lnTo>
                    <a:pt x="571316" y="1245202"/>
                  </a:lnTo>
                  <a:lnTo>
                    <a:pt x="570594" y="1249093"/>
                  </a:lnTo>
                  <a:lnTo>
                    <a:pt x="569841" y="1252984"/>
                  </a:lnTo>
                  <a:lnTo>
                    <a:pt x="569055" y="1256875"/>
                  </a:lnTo>
                  <a:lnTo>
                    <a:pt x="568245" y="1260767"/>
                  </a:lnTo>
                  <a:lnTo>
                    <a:pt x="567411" y="1264658"/>
                  </a:lnTo>
                  <a:lnTo>
                    <a:pt x="566556" y="1268549"/>
                  </a:lnTo>
                  <a:lnTo>
                    <a:pt x="565673" y="1272440"/>
                  </a:lnTo>
                  <a:lnTo>
                    <a:pt x="564771" y="1276332"/>
                  </a:lnTo>
                  <a:lnTo>
                    <a:pt x="563852" y="1280223"/>
                  </a:lnTo>
                  <a:lnTo>
                    <a:pt x="562916" y="1284114"/>
                  </a:lnTo>
                  <a:lnTo>
                    <a:pt x="561963" y="1288005"/>
                  </a:lnTo>
                  <a:lnTo>
                    <a:pt x="560994" y="1291897"/>
                  </a:lnTo>
                  <a:lnTo>
                    <a:pt x="560012" y="1295788"/>
                  </a:lnTo>
                  <a:lnTo>
                    <a:pt x="559020" y="1299679"/>
                  </a:lnTo>
                  <a:lnTo>
                    <a:pt x="558016" y="1303570"/>
                  </a:lnTo>
                  <a:lnTo>
                    <a:pt x="556999" y="1307462"/>
                  </a:lnTo>
                  <a:lnTo>
                    <a:pt x="555974" y="1311353"/>
                  </a:lnTo>
                  <a:lnTo>
                    <a:pt x="554941" y="1315244"/>
                  </a:lnTo>
                  <a:lnTo>
                    <a:pt x="553901" y="1319135"/>
                  </a:lnTo>
                  <a:lnTo>
                    <a:pt x="552852" y="1323027"/>
                  </a:lnTo>
                  <a:lnTo>
                    <a:pt x="551797" y="1326918"/>
                  </a:lnTo>
                  <a:lnTo>
                    <a:pt x="550736" y="1330809"/>
                  </a:lnTo>
                  <a:lnTo>
                    <a:pt x="549669" y="1334700"/>
                  </a:lnTo>
                  <a:lnTo>
                    <a:pt x="548597" y="1338592"/>
                  </a:lnTo>
                  <a:lnTo>
                    <a:pt x="547519" y="1342483"/>
                  </a:lnTo>
                  <a:lnTo>
                    <a:pt x="546437" y="1346374"/>
                  </a:lnTo>
                  <a:lnTo>
                    <a:pt x="545351" y="1350266"/>
                  </a:lnTo>
                  <a:lnTo>
                    <a:pt x="544261" y="1354157"/>
                  </a:lnTo>
                  <a:lnTo>
                    <a:pt x="543166" y="1358048"/>
                  </a:lnTo>
                  <a:lnTo>
                    <a:pt x="542067" y="1361939"/>
                  </a:lnTo>
                  <a:lnTo>
                    <a:pt x="540965" y="1365831"/>
                  </a:lnTo>
                  <a:lnTo>
                    <a:pt x="539860" y="1369722"/>
                  </a:lnTo>
                  <a:lnTo>
                    <a:pt x="538753" y="1373613"/>
                  </a:lnTo>
                  <a:lnTo>
                    <a:pt x="537642" y="1377504"/>
                  </a:lnTo>
                  <a:lnTo>
                    <a:pt x="536530" y="1381396"/>
                  </a:lnTo>
                  <a:lnTo>
                    <a:pt x="535416" y="1385287"/>
                  </a:lnTo>
                  <a:lnTo>
                    <a:pt x="534301" y="1389178"/>
                  </a:lnTo>
                  <a:lnTo>
                    <a:pt x="533185" y="1393069"/>
                  </a:lnTo>
                  <a:lnTo>
                    <a:pt x="532070" y="1396961"/>
                  </a:lnTo>
                  <a:lnTo>
                    <a:pt x="530955" y="1400852"/>
                  </a:lnTo>
                  <a:lnTo>
                    <a:pt x="529842" y="1404743"/>
                  </a:lnTo>
                  <a:lnTo>
                    <a:pt x="528731" y="1408634"/>
                  </a:lnTo>
                  <a:lnTo>
                    <a:pt x="527623" y="1412526"/>
                  </a:lnTo>
                  <a:lnTo>
                    <a:pt x="526519" y="1416417"/>
                  </a:lnTo>
                  <a:lnTo>
                    <a:pt x="525420" y="1420308"/>
                  </a:lnTo>
                  <a:lnTo>
                    <a:pt x="524326" y="1424199"/>
                  </a:lnTo>
                  <a:lnTo>
                    <a:pt x="523240" y="1428091"/>
                  </a:lnTo>
                  <a:lnTo>
                    <a:pt x="522161" y="1431982"/>
                  </a:lnTo>
                  <a:lnTo>
                    <a:pt x="521091" y="1435873"/>
                  </a:lnTo>
                  <a:lnTo>
                    <a:pt x="520029" y="1439764"/>
                  </a:lnTo>
                  <a:lnTo>
                    <a:pt x="518980" y="1443656"/>
                  </a:lnTo>
                  <a:lnTo>
                    <a:pt x="517943" y="1447547"/>
                  </a:lnTo>
                  <a:lnTo>
                    <a:pt x="516918" y="1451438"/>
                  </a:lnTo>
                  <a:lnTo>
                    <a:pt x="515906" y="1455329"/>
                  </a:lnTo>
                  <a:lnTo>
                    <a:pt x="514908" y="1459221"/>
                  </a:lnTo>
                  <a:lnTo>
                    <a:pt x="513930" y="1463112"/>
                  </a:lnTo>
                  <a:lnTo>
                    <a:pt x="512967" y="1467003"/>
                  </a:lnTo>
                  <a:lnTo>
                    <a:pt x="512021" y="1470894"/>
                  </a:lnTo>
                  <a:lnTo>
                    <a:pt x="511092" y="1474786"/>
                  </a:lnTo>
                  <a:lnTo>
                    <a:pt x="510190" y="1478677"/>
                  </a:lnTo>
                  <a:lnTo>
                    <a:pt x="509308" y="1482568"/>
                  </a:lnTo>
                  <a:lnTo>
                    <a:pt x="508449" y="1486459"/>
                  </a:lnTo>
                  <a:lnTo>
                    <a:pt x="507612" y="1490351"/>
                  </a:lnTo>
                  <a:lnTo>
                    <a:pt x="506806" y="1494242"/>
                  </a:lnTo>
                  <a:lnTo>
                    <a:pt x="506032" y="1498133"/>
                  </a:lnTo>
                  <a:lnTo>
                    <a:pt x="505288" y="1502025"/>
                  </a:lnTo>
                  <a:lnTo>
                    <a:pt x="504576" y="1505916"/>
                  </a:lnTo>
                  <a:lnTo>
                    <a:pt x="503900" y="1509807"/>
                  </a:lnTo>
                  <a:lnTo>
                    <a:pt x="503277" y="1513698"/>
                  </a:lnTo>
                  <a:lnTo>
                    <a:pt x="502698" y="1517590"/>
                  </a:lnTo>
                  <a:lnTo>
                    <a:pt x="502166" y="1521481"/>
                  </a:lnTo>
                  <a:lnTo>
                    <a:pt x="501685" y="1525372"/>
                  </a:lnTo>
                  <a:lnTo>
                    <a:pt x="501279" y="1529263"/>
                  </a:lnTo>
                  <a:lnTo>
                    <a:pt x="500948" y="1533155"/>
                  </a:lnTo>
                  <a:lnTo>
                    <a:pt x="500691" y="1537046"/>
                  </a:lnTo>
                  <a:lnTo>
                    <a:pt x="500514" y="1540937"/>
                  </a:lnTo>
                  <a:lnTo>
                    <a:pt x="500437" y="1544828"/>
                  </a:lnTo>
                  <a:lnTo>
                    <a:pt x="500493" y="1548720"/>
                  </a:lnTo>
                  <a:lnTo>
                    <a:pt x="500666" y="1552611"/>
                  </a:lnTo>
                  <a:lnTo>
                    <a:pt x="500964" y="1556502"/>
                  </a:lnTo>
                  <a:lnTo>
                    <a:pt x="501400" y="1560393"/>
                  </a:lnTo>
                  <a:lnTo>
                    <a:pt x="502049" y="1564285"/>
                  </a:lnTo>
                  <a:lnTo>
                    <a:pt x="502883" y="1568176"/>
                  </a:lnTo>
                  <a:lnTo>
                    <a:pt x="503910" y="1572067"/>
                  </a:lnTo>
                  <a:lnTo>
                    <a:pt x="505145" y="1575958"/>
                  </a:lnTo>
                  <a:lnTo>
                    <a:pt x="506651" y="1579850"/>
                  </a:lnTo>
                  <a:lnTo>
                    <a:pt x="508469" y="1583741"/>
                  </a:lnTo>
                  <a:lnTo>
                    <a:pt x="510565" y="1587632"/>
                  </a:lnTo>
                  <a:lnTo>
                    <a:pt x="512959" y="1591523"/>
                  </a:lnTo>
                  <a:lnTo>
                    <a:pt x="515676" y="1595415"/>
                  </a:lnTo>
                  <a:lnTo>
                    <a:pt x="518877" y="1599306"/>
                  </a:lnTo>
                  <a:lnTo>
                    <a:pt x="522457" y="1603197"/>
                  </a:lnTo>
                  <a:lnTo>
                    <a:pt x="526436" y="1607088"/>
                  </a:lnTo>
                  <a:lnTo>
                    <a:pt x="530832" y="1610980"/>
                  </a:lnTo>
                  <a:lnTo>
                    <a:pt x="535790" y="1614871"/>
                  </a:lnTo>
                  <a:lnTo>
                    <a:pt x="541292" y="1618762"/>
                  </a:lnTo>
                  <a:lnTo>
                    <a:pt x="547288" y="1622653"/>
                  </a:lnTo>
                  <a:lnTo>
                    <a:pt x="553794" y="1626545"/>
                  </a:lnTo>
                  <a:lnTo>
                    <a:pt x="560875" y="1630436"/>
                  </a:lnTo>
                  <a:lnTo>
                    <a:pt x="568676" y="1634327"/>
                  </a:lnTo>
                  <a:lnTo>
                    <a:pt x="577036" y="1638218"/>
                  </a:lnTo>
                  <a:lnTo>
                    <a:pt x="585959" y="1642110"/>
                  </a:lnTo>
                  <a:lnTo>
                    <a:pt x="595450" y="1646001"/>
                  </a:lnTo>
                  <a:lnTo>
                    <a:pt x="605702" y="1649892"/>
                  </a:lnTo>
                  <a:lnTo>
                    <a:pt x="616557" y="1653784"/>
                  </a:lnTo>
                  <a:lnTo>
                    <a:pt x="627961" y="1657675"/>
                  </a:lnTo>
                  <a:lnTo>
                    <a:pt x="639903" y="1661566"/>
                  </a:lnTo>
                  <a:lnTo>
                    <a:pt x="652447" y="1665457"/>
                  </a:lnTo>
                  <a:lnTo>
                    <a:pt x="665588" y="1669349"/>
                  </a:lnTo>
                  <a:lnTo>
                    <a:pt x="679168" y="1673240"/>
                  </a:lnTo>
                  <a:lnTo>
                    <a:pt x="693154" y="1677131"/>
                  </a:lnTo>
                  <a:lnTo>
                    <a:pt x="707510" y="1681022"/>
                  </a:lnTo>
                  <a:lnTo>
                    <a:pt x="722290" y="1684914"/>
                  </a:lnTo>
                  <a:lnTo>
                    <a:pt x="737291" y="1688805"/>
                  </a:lnTo>
                  <a:lnTo>
                    <a:pt x="752457" y="1692696"/>
                  </a:lnTo>
                  <a:lnTo>
                    <a:pt x="767736" y="1696587"/>
                  </a:lnTo>
                  <a:lnTo>
                    <a:pt x="783051" y="1700479"/>
                  </a:lnTo>
                  <a:lnTo>
                    <a:pt x="798275" y="1704370"/>
                  </a:lnTo>
                  <a:lnTo>
                    <a:pt x="813337" y="1708261"/>
                  </a:lnTo>
                  <a:lnTo>
                    <a:pt x="828168" y="1712152"/>
                  </a:lnTo>
                  <a:lnTo>
                    <a:pt x="842671" y="1716044"/>
                  </a:lnTo>
                  <a:lnTo>
                    <a:pt x="856601" y="1719935"/>
                  </a:lnTo>
                  <a:lnTo>
                    <a:pt x="869995" y="1723826"/>
                  </a:lnTo>
                  <a:lnTo>
                    <a:pt x="882784" y="1727717"/>
                  </a:lnTo>
                  <a:lnTo>
                    <a:pt x="894902" y="1731609"/>
                  </a:lnTo>
                  <a:lnTo>
                    <a:pt x="906006" y="1735500"/>
                  </a:lnTo>
                  <a:lnTo>
                    <a:pt x="916146" y="1739391"/>
                  </a:lnTo>
                  <a:lnTo>
                    <a:pt x="925344" y="1743282"/>
                  </a:lnTo>
                  <a:lnTo>
                    <a:pt x="933549" y="1747174"/>
                  </a:lnTo>
                  <a:lnTo>
                    <a:pt x="940552" y="1751065"/>
                  </a:lnTo>
                  <a:lnTo>
                    <a:pt x="946124" y="1754956"/>
                  </a:lnTo>
                  <a:lnTo>
                    <a:pt x="950527" y="1758847"/>
                  </a:lnTo>
                  <a:lnTo>
                    <a:pt x="953734" y="1762739"/>
                  </a:lnTo>
                  <a:lnTo>
                    <a:pt x="955725" y="1766630"/>
                  </a:lnTo>
                  <a:lnTo>
                    <a:pt x="955960" y="1769935"/>
                  </a:lnTo>
                  <a:lnTo>
                    <a:pt x="956002" y="1770521"/>
                  </a:lnTo>
                  <a:lnTo>
                    <a:pt x="955001" y="1774412"/>
                  </a:lnTo>
                  <a:lnTo>
                    <a:pt x="952769" y="1778304"/>
                  </a:lnTo>
                  <a:lnTo>
                    <a:pt x="949316" y="1782195"/>
                  </a:lnTo>
                  <a:lnTo>
                    <a:pt x="944413" y="1786086"/>
                  </a:lnTo>
                  <a:lnTo>
                    <a:pt x="938134" y="1789977"/>
                  </a:lnTo>
                  <a:lnTo>
                    <a:pt x="930759" y="1793869"/>
                  </a:lnTo>
                  <a:lnTo>
                    <a:pt x="922330" y="1797760"/>
                  </a:lnTo>
                  <a:lnTo>
                    <a:pt x="912854" y="1801651"/>
                  </a:lnTo>
                  <a:lnTo>
                    <a:pt x="902123" y="1805543"/>
                  </a:lnTo>
                  <a:lnTo>
                    <a:pt x="890574" y="1809434"/>
                  </a:lnTo>
                  <a:lnTo>
                    <a:pt x="878270" y="1813325"/>
                  </a:lnTo>
                  <a:lnTo>
                    <a:pt x="865275" y="1817216"/>
                  </a:lnTo>
                  <a:lnTo>
                    <a:pt x="851518" y="1821108"/>
                  </a:lnTo>
                  <a:lnTo>
                    <a:pt x="837227" y="1824999"/>
                  </a:lnTo>
                  <a:lnTo>
                    <a:pt x="822546" y="1828890"/>
                  </a:lnTo>
                  <a:lnTo>
                    <a:pt x="807543" y="1832781"/>
                  </a:lnTo>
                  <a:lnTo>
                    <a:pt x="792275" y="1836673"/>
                  </a:lnTo>
                  <a:lnTo>
                    <a:pt x="776844" y="1840564"/>
                  </a:lnTo>
                  <a:lnTo>
                    <a:pt x="761383" y="1844455"/>
                  </a:lnTo>
                  <a:lnTo>
                    <a:pt x="745954" y="1848346"/>
                  </a:lnTo>
                  <a:lnTo>
                    <a:pt x="730615" y="1852238"/>
                  </a:lnTo>
                  <a:lnTo>
                    <a:pt x="715518" y="1856129"/>
                  </a:lnTo>
                  <a:lnTo>
                    <a:pt x="700698" y="1860020"/>
                  </a:lnTo>
                  <a:lnTo>
                    <a:pt x="686187" y="1863911"/>
                  </a:lnTo>
                  <a:lnTo>
                    <a:pt x="672025" y="1867803"/>
                  </a:lnTo>
                  <a:lnTo>
                    <a:pt x="658338" y="1871694"/>
                  </a:lnTo>
                  <a:lnTo>
                    <a:pt x="645202" y="1875585"/>
                  </a:lnTo>
                  <a:lnTo>
                    <a:pt x="632551" y="1879476"/>
                  </a:lnTo>
                  <a:lnTo>
                    <a:pt x="620403" y="1883368"/>
                  </a:lnTo>
                  <a:lnTo>
                    <a:pt x="608786" y="1887259"/>
                  </a:lnTo>
                  <a:lnTo>
                    <a:pt x="597927" y="1891150"/>
                  </a:lnTo>
                  <a:lnTo>
                    <a:pt x="587621" y="1895041"/>
                  </a:lnTo>
                  <a:lnTo>
                    <a:pt x="577869" y="1898933"/>
                  </a:lnTo>
                  <a:lnTo>
                    <a:pt x="568671" y="1902824"/>
                  </a:lnTo>
                  <a:lnTo>
                    <a:pt x="560166" y="1906715"/>
                  </a:lnTo>
                  <a:lnTo>
                    <a:pt x="552281" y="1910606"/>
                  </a:lnTo>
                  <a:lnTo>
                    <a:pt x="544921" y="1914498"/>
                  </a:lnTo>
                  <a:lnTo>
                    <a:pt x="538073" y="1918389"/>
                  </a:lnTo>
                  <a:lnTo>
                    <a:pt x="531766" y="1922280"/>
                  </a:lnTo>
                  <a:lnTo>
                    <a:pt x="526082" y="1926171"/>
                  </a:lnTo>
                  <a:lnTo>
                    <a:pt x="520843" y="1930063"/>
                  </a:lnTo>
                  <a:lnTo>
                    <a:pt x="516031" y="1933954"/>
                  </a:lnTo>
                  <a:lnTo>
                    <a:pt x="511626" y="1937845"/>
                  </a:lnTo>
                  <a:lnTo>
                    <a:pt x="507727" y="1941736"/>
                  </a:lnTo>
                  <a:lnTo>
                    <a:pt x="504203" y="1945628"/>
                  </a:lnTo>
                  <a:lnTo>
                    <a:pt x="501004" y="1949519"/>
                  </a:lnTo>
                  <a:lnTo>
                    <a:pt x="498113" y="1953410"/>
                  </a:lnTo>
                  <a:lnTo>
                    <a:pt x="495551" y="1957302"/>
                  </a:lnTo>
                  <a:lnTo>
                    <a:pt x="493308" y="1961193"/>
                  </a:lnTo>
                  <a:lnTo>
                    <a:pt x="491294" y="1965084"/>
                  </a:lnTo>
                  <a:lnTo>
                    <a:pt x="489496" y="1968975"/>
                  </a:lnTo>
                  <a:lnTo>
                    <a:pt x="487896" y="1972867"/>
                  </a:lnTo>
                  <a:lnTo>
                    <a:pt x="486541" y="1976758"/>
                  </a:lnTo>
                  <a:lnTo>
                    <a:pt x="485339" y="1980649"/>
                  </a:lnTo>
                  <a:lnTo>
                    <a:pt x="484278" y="1984540"/>
                  </a:lnTo>
                  <a:lnTo>
                    <a:pt x="483344" y="198843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170699" y="2382754"/>
              <a:ext cx="956002" cy="1693808"/>
            </a:xfrm>
            <a:custGeom>
              <a:avLst/>
              <a:pathLst>
                <a:path w="956002" h="1693808">
                  <a:moveTo>
                    <a:pt x="472675" y="1693808"/>
                  </a:moveTo>
                  <a:lnTo>
                    <a:pt x="471786" y="1690494"/>
                  </a:lnTo>
                  <a:lnTo>
                    <a:pt x="470782" y="1687179"/>
                  </a:lnTo>
                  <a:lnTo>
                    <a:pt x="469652" y="1683864"/>
                  </a:lnTo>
                  <a:lnTo>
                    <a:pt x="468386" y="1680549"/>
                  </a:lnTo>
                  <a:lnTo>
                    <a:pt x="466897" y="1677235"/>
                  </a:lnTo>
                  <a:lnTo>
                    <a:pt x="465232" y="1673920"/>
                  </a:lnTo>
                  <a:lnTo>
                    <a:pt x="463378" y="1670605"/>
                  </a:lnTo>
                  <a:lnTo>
                    <a:pt x="461322" y="1667291"/>
                  </a:lnTo>
                  <a:lnTo>
                    <a:pt x="458969" y="1663976"/>
                  </a:lnTo>
                  <a:lnTo>
                    <a:pt x="456338" y="1660661"/>
                  </a:lnTo>
                  <a:lnTo>
                    <a:pt x="453440" y="1657347"/>
                  </a:lnTo>
                  <a:lnTo>
                    <a:pt x="450260" y="1654032"/>
                  </a:lnTo>
                  <a:lnTo>
                    <a:pt x="446709" y="1650717"/>
                  </a:lnTo>
                  <a:lnTo>
                    <a:pt x="442752" y="1647403"/>
                  </a:lnTo>
                  <a:lnTo>
                    <a:pt x="438440" y="1644088"/>
                  </a:lnTo>
                  <a:lnTo>
                    <a:pt x="433758" y="1640773"/>
                  </a:lnTo>
                  <a:lnTo>
                    <a:pt x="428650" y="1637458"/>
                  </a:lnTo>
                  <a:lnTo>
                    <a:pt x="422986" y="1634144"/>
                  </a:lnTo>
                  <a:lnTo>
                    <a:pt x="416885" y="1630829"/>
                  </a:lnTo>
                  <a:lnTo>
                    <a:pt x="410337" y="1627514"/>
                  </a:lnTo>
                  <a:lnTo>
                    <a:pt x="403328" y="1624200"/>
                  </a:lnTo>
                  <a:lnTo>
                    <a:pt x="395638" y="1620885"/>
                  </a:lnTo>
                  <a:lnTo>
                    <a:pt x="387447" y="1617570"/>
                  </a:lnTo>
                  <a:lnTo>
                    <a:pt x="378760" y="1614256"/>
                  </a:lnTo>
                  <a:lnTo>
                    <a:pt x="369571" y="1610941"/>
                  </a:lnTo>
                  <a:lnTo>
                    <a:pt x="359724" y="1607626"/>
                  </a:lnTo>
                  <a:lnTo>
                    <a:pt x="349310" y="1604311"/>
                  </a:lnTo>
                  <a:lnTo>
                    <a:pt x="338405" y="1600997"/>
                  </a:lnTo>
                  <a:lnTo>
                    <a:pt x="327017" y="1597682"/>
                  </a:lnTo>
                  <a:lnTo>
                    <a:pt x="315071" y="1594367"/>
                  </a:lnTo>
                  <a:lnTo>
                    <a:pt x="302576" y="1591053"/>
                  </a:lnTo>
                  <a:lnTo>
                    <a:pt x="289671" y="1587738"/>
                  </a:lnTo>
                  <a:lnTo>
                    <a:pt x="276381" y="1584423"/>
                  </a:lnTo>
                  <a:lnTo>
                    <a:pt x="262708" y="1581109"/>
                  </a:lnTo>
                  <a:lnTo>
                    <a:pt x="248626" y="1577794"/>
                  </a:lnTo>
                  <a:lnTo>
                    <a:pt x="234305" y="1574479"/>
                  </a:lnTo>
                  <a:lnTo>
                    <a:pt x="219784" y="1571165"/>
                  </a:lnTo>
                  <a:lnTo>
                    <a:pt x="205106" y="1567850"/>
                  </a:lnTo>
                  <a:lnTo>
                    <a:pt x="190316" y="1564535"/>
                  </a:lnTo>
                  <a:lnTo>
                    <a:pt x="175536" y="1561220"/>
                  </a:lnTo>
                  <a:lnTo>
                    <a:pt x="160822" y="1557906"/>
                  </a:lnTo>
                  <a:lnTo>
                    <a:pt x="146228" y="1554591"/>
                  </a:lnTo>
                  <a:lnTo>
                    <a:pt x="131895" y="1551276"/>
                  </a:lnTo>
                  <a:lnTo>
                    <a:pt x="117915" y="1547962"/>
                  </a:lnTo>
                  <a:lnTo>
                    <a:pt x="104314" y="1544647"/>
                  </a:lnTo>
                  <a:lnTo>
                    <a:pt x="91151" y="1541332"/>
                  </a:lnTo>
                  <a:lnTo>
                    <a:pt x="78586" y="1538018"/>
                  </a:lnTo>
                  <a:lnTo>
                    <a:pt x="66802" y="1534703"/>
                  </a:lnTo>
                  <a:lnTo>
                    <a:pt x="55710" y="1531388"/>
                  </a:lnTo>
                  <a:lnTo>
                    <a:pt x="45363" y="1528074"/>
                  </a:lnTo>
                  <a:lnTo>
                    <a:pt x="35859" y="1524759"/>
                  </a:lnTo>
                  <a:lnTo>
                    <a:pt x="27579" y="1521444"/>
                  </a:lnTo>
                  <a:lnTo>
                    <a:pt x="20250" y="1518129"/>
                  </a:lnTo>
                  <a:lnTo>
                    <a:pt x="13906" y="1514815"/>
                  </a:lnTo>
                  <a:lnTo>
                    <a:pt x="8581" y="1511500"/>
                  </a:lnTo>
                  <a:lnTo>
                    <a:pt x="4723" y="1508185"/>
                  </a:lnTo>
                  <a:lnTo>
                    <a:pt x="2034" y="1504871"/>
                  </a:lnTo>
                  <a:lnTo>
                    <a:pt x="457" y="1501556"/>
                  </a:lnTo>
                  <a:lnTo>
                    <a:pt x="124" y="1499144"/>
                  </a:lnTo>
                  <a:lnTo>
                    <a:pt x="0" y="1498241"/>
                  </a:lnTo>
                  <a:lnTo>
                    <a:pt x="963" y="1494927"/>
                  </a:lnTo>
                  <a:lnTo>
                    <a:pt x="3242" y="1491612"/>
                  </a:lnTo>
                  <a:lnTo>
                    <a:pt x="6618" y="1488297"/>
                  </a:lnTo>
                  <a:lnTo>
                    <a:pt x="11074" y="1484982"/>
                  </a:lnTo>
                  <a:lnTo>
                    <a:pt x="16737" y="1481668"/>
                  </a:lnTo>
                  <a:lnTo>
                    <a:pt x="23694" y="1478353"/>
                  </a:lnTo>
                  <a:lnTo>
                    <a:pt x="31596" y="1475038"/>
                  </a:lnTo>
                  <a:lnTo>
                    <a:pt x="40403" y="1471724"/>
                  </a:lnTo>
                  <a:lnTo>
                    <a:pt x="50096" y="1468409"/>
                  </a:lnTo>
                  <a:lnTo>
                    <a:pt x="60881" y="1465094"/>
                  </a:lnTo>
                  <a:lnTo>
                    <a:pt x="72352" y="1461780"/>
                  </a:lnTo>
                  <a:lnTo>
                    <a:pt x="84453" y="1458465"/>
                  </a:lnTo>
                  <a:lnTo>
                    <a:pt x="97129" y="1455150"/>
                  </a:lnTo>
                  <a:lnTo>
                    <a:pt x="110458" y="1451836"/>
                  </a:lnTo>
                  <a:lnTo>
                    <a:pt x="124196" y="1448521"/>
                  </a:lnTo>
                  <a:lnTo>
                    <a:pt x="138243" y="1445206"/>
                  </a:lnTo>
                  <a:lnTo>
                    <a:pt x="152543" y="1441891"/>
                  </a:lnTo>
                  <a:lnTo>
                    <a:pt x="167054" y="1438577"/>
                  </a:lnTo>
                  <a:lnTo>
                    <a:pt x="181650" y="1435262"/>
                  </a:lnTo>
                  <a:lnTo>
                    <a:pt x="196245" y="1431947"/>
                  </a:lnTo>
                  <a:lnTo>
                    <a:pt x="210788" y="1428633"/>
                  </a:lnTo>
                  <a:lnTo>
                    <a:pt x="225206" y="1425318"/>
                  </a:lnTo>
                  <a:lnTo>
                    <a:pt x="239370" y="1422003"/>
                  </a:lnTo>
                  <a:lnTo>
                    <a:pt x="253278" y="1418689"/>
                  </a:lnTo>
                  <a:lnTo>
                    <a:pt x="266893" y="1415374"/>
                  </a:lnTo>
                  <a:lnTo>
                    <a:pt x="280175" y="1412059"/>
                  </a:lnTo>
                  <a:lnTo>
                    <a:pt x="292907" y="1408745"/>
                  </a:lnTo>
                  <a:lnTo>
                    <a:pt x="305209" y="1405430"/>
                  </a:lnTo>
                  <a:lnTo>
                    <a:pt x="317061" y="1402115"/>
                  </a:lnTo>
                  <a:lnTo>
                    <a:pt x="328443" y="1398800"/>
                  </a:lnTo>
                  <a:lnTo>
                    <a:pt x="339167" y="1395486"/>
                  </a:lnTo>
                  <a:lnTo>
                    <a:pt x="349323" y="1392171"/>
                  </a:lnTo>
                  <a:lnTo>
                    <a:pt x="358959" y="1388856"/>
                  </a:lnTo>
                  <a:lnTo>
                    <a:pt x="368070" y="1385542"/>
                  </a:lnTo>
                  <a:lnTo>
                    <a:pt x="376540" y="1382227"/>
                  </a:lnTo>
                  <a:lnTo>
                    <a:pt x="384368" y="1378912"/>
                  </a:lnTo>
                  <a:lnTo>
                    <a:pt x="391680" y="1375598"/>
                  </a:lnTo>
                  <a:lnTo>
                    <a:pt x="398481" y="1372283"/>
                  </a:lnTo>
                  <a:lnTo>
                    <a:pt x="404731" y="1368968"/>
                  </a:lnTo>
                  <a:lnTo>
                    <a:pt x="410334" y="1365653"/>
                  </a:lnTo>
                  <a:lnTo>
                    <a:pt x="415474" y="1362339"/>
                  </a:lnTo>
                  <a:lnTo>
                    <a:pt x="420163" y="1359024"/>
                  </a:lnTo>
                  <a:lnTo>
                    <a:pt x="424416" y="1355709"/>
                  </a:lnTo>
                  <a:lnTo>
                    <a:pt x="428083" y="1352395"/>
                  </a:lnTo>
                  <a:lnTo>
                    <a:pt x="431361" y="1349080"/>
                  </a:lnTo>
                  <a:lnTo>
                    <a:pt x="434271" y="1345765"/>
                  </a:lnTo>
                  <a:lnTo>
                    <a:pt x="436828" y="1342451"/>
                  </a:lnTo>
                  <a:lnTo>
                    <a:pt x="438956" y="1339136"/>
                  </a:lnTo>
                  <a:lnTo>
                    <a:pt x="440744" y="1335821"/>
                  </a:lnTo>
                  <a:lnTo>
                    <a:pt x="442250" y="1332507"/>
                  </a:lnTo>
                  <a:lnTo>
                    <a:pt x="443488" y="1329192"/>
                  </a:lnTo>
                  <a:lnTo>
                    <a:pt x="444430" y="1325877"/>
                  </a:lnTo>
                  <a:lnTo>
                    <a:pt x="445094" y="1322562"/>
                  </a:lnTo>
                  <a:lnTo>
                    <a:pt x="445552" y="1319248"/>
                  </a:lnTo>
                  <a:lnTo>
                    <a:pt x="445817" y="1315933"/>
                  </a:lnTo>
                  <a:lnTo>
                    <a:pt x="445865" y="1313736"/>
                  </a:lnTo>
                  <a:lnTo>
                    <a:pt x="445890" y="1312618"/>
                  </a:lnTo>
                  <a:lnTo>
                    <a:pt x="445745" y="1309304"/>
                  </a:lnTo>
                  <a:lnTo>
                    <a:pt x="445458" y="1305989"/>
                  </a:lnTo>
                  <a:lnTo>
                    <a:pt x="445037" y="1302674"/>
                  </a:lnTo>
                  <a:lnTo>
                    <a:pt x="444494" y="1299360"/>
                  </a:lnTo>
                  <a:lnTo>
                    <a:pt x="443796" y="1296045"/>
                  </a:lnTo>
                  <a:lnTo>
                    <a:pt x="443000" y="1292730"/>
                  </a:lnTo>
                  <a:lnTo>
                    <a:pt x="442116" y="1289416"/>
                  </a:lnTo>
                  <a:lnTo>
                    <a:pt x="441150" y="1286101"/>
                  </a:lnTo>
                  <a:lnTo>
                    <a:pt x="440091" y="1282786"/>
                  </a:lnTo>
                  <a:lnTo>
                    <a:pt x="438961" y="1279471"/>
                  </a:lnTo>
                  <a:lnTo>
                    <a:pt x="437775" y="1276157"/>
                  </a:lnTo>
                  <a:lnTo>
                    <a:pt x="436537" y="1272842"/>
                  </a:lnTo>
                  <a:lnTo>
                    <a:pt x="435246" y="1269527"/>
                  </a:lnTo>
                  <a:lnTo>
                    <a:pt x="433906" y="1266213"/>
                  </a:lnTo>
                  <a:lnTo>
                    <a:pt x="432533" y="1262898"/>
                  </a:lnTo>
                  <a:lnTo>
                    <a:pt x="431129" y="1259583"/>
                  </a:lnTo>
                  <a:lnTo>
                    <a:pt x="429697" y="1256269"/>
                  </a:lnTo>
                  <a:lnTo>
                    <a:pt x="428234" y="1252954"/>
                  </a:lnTo>
                  <a:lnTo>
                    <a:pt x="426753" y="1249639"/>
                  </a:lnTo>
                  <a:lnTo>
                    <a:pt x="425256" y="1246325"/>
                  </a:lnTo>
                  <a:lnTo>
                    <a:pt x="423746" y="1243010"/>
                  </a:lnTo>
                  <a:lnTo>
                    <a:pt x="422221" y="1239695"/>
                  </a:lnTo>
                  <a:lnTo>
                    <a:pt x="420687" y="1236380"/>
                  </a:lnTo>
                  <a:lnTo>
                    <a:pt x="419147" y="1233066"/>
                  </a:lnTo>
                  <a:lnTo>
                    <a:pt x="417602" y="1229751"/>
                  </a:lnTo>
                  <a:lnTo>
                    <a:pt x="416053" y="1226436"/>
                  </a:lnTo>
                  <a:lnTo>
                    <a:pt x="414502" y="1223122"/>
                  </a:lnTo>
                  <a:lnTo>
                    <a:pt x="412951" y="1219807"/>
                  </a:lnTo>
                  <a:lnTo>
                    <a:pt x="411400" y="1216492"/>
                  </a:lnTo>
                  <a:lnTo>
                    <a:pt x="409850" y="1213178"/>
                  </a:lnTo>
                  <a:lnTo>
                    <a:pt x="408303" y="1209863"/>
                  </a:lnTo>
                  <a:lnTo>
                    <a:pt x="406758" y="1206548"/>
                  </a:lnTo>
                  <a:lnTo>
                    <a:pt x="405215" y="1203233"/>
                  </a:lnTo>
                  <a:lnTo>
                    <a:pt x="403675" y="1199919"/>
                  </a:lnTo>
                  <a:lnTo>
                    <a:pt x="402139" y="1196604"/>
                  </a:lnTo>
                  <a:lnTo>
                    <a:pt x="400605" y="1193289"/>
                  </a:lnTo>
                  <a:lnTo>
                    <a:pt x="399074" y="1189975"/>
                  </a:lnTo>
                  <a:lnTo>
                    <a:pt x="397544" y="1186660"/>
                  </a:lnTo>
                  <a:lnTo>
                    <a:pt x="396016" y="1183345"/>
                  </a:lnTo>
                  <a:lnTo>
                    <a:pt x="394488" y="1180031"/>
                  </a:lnTo>
                  <a:lnTo>
                    <a:pt x="392960" y="1176716"/>
                  </a:lnTo>
                  <a:lnTo>
                    <a:pt x="391431" y="1173401"/>
                  </a:lnTo>
                  <a:lnTo>
                    <a:pt x="389901" y="1170087"/>
                  </a:lnTo>
                  <a:lnTo>
                    <a:pt x="388368" y="1166772"/>
                  </a:lnTo>
                  <a:lnTo>
                    <a:pt x="386831" y="1163457"/>
                  </a:lnTo>
                  <a:lnTo>
                    <a:pt x="385291" y="1160142"/>
                  </a:lnTo>
                  <a:lnTo>
                    <a:pt x="383745" y="1156828"/>
                  </a:lnTo>
                  <a:lnTo>
                    <a:pt x="382192" y="1153513"/>
                  </a:lnTo>
                  <a:lnTo>
                    <a:pt x="380634" y="1150198"/>
                  </a:lnTo>
                  <a:lnTo>
                    <a:pt x="379069" y="1146884"/>
                  </a:lnTo>
                  <a:lnTo>
                    <a:pt x="377498" y="1143569"/>
                  </a:lnTo>
                  <a:lnTo>
                    <a:pt x="375917" y="1140254"/>
                  </a:lnTo>
                  <a:lnTo>
                    <a:pt x="374328" y="1136940"/>
                  </a:lnTo>
                  <a:lnTo>
                    <a:pt x="372734" y="1133625"/>
                  </a:lnTo>
                  <a:lnTo>
                    <a:pt x="371132" y="1130310"/>
                  </a:lnTo>
                  <a:lnTo>
                    <a:pt x="369523" y="1126996"/>
                  </a:lnTo>
                  <a:lnTo>
                    <a:pt x="367909" y="1123681"/>
                  </a:lnTo>
                  <a:lnTo>
                    <a:pt x="366290" y="1120366"/>
                  </a:lnTo>
                  <a:lnTo>
                    <a:pt x="364668" y="1117051"/>
                  </a:lnTo>
                  <a:lnTo>
                    <a:pt x="363044" y="1113737"/>
                  </a:lnTo>
                  <a:lnTo>
                    <a:pt x="361420" y="1110422"/>
                  </a:lnTo>
                  <a:lnTo>
                    <a:pt x="359798" y="1107107"/>
                  </a:lnTo>
                  <a:lnTo>
                    <a:pt x="358179" y="1103793"/>
                  </a:lnTo>
                  <a:lnTo>
                    <a:pt x="356566" y="1100478"/>
                  </a:lnTo>
                  <a:lnTo>
                    <a:pt x="354964" y="1097163"/>
                  </a:lnTo>
                  <a:lnTo>
                    <a:pt x="353373" y="1093849"/>
                  </a:lnTo>
                  <a:lnTo>
                    <a:pt x="351794" y="1090534"/>
                  </a:lnTo>
                  <a:lnTo>
                    <a:pt x="350231" y="1087219"/>
                  </a:lnTo>
                  <a:lnTo>
                    <a:pt x="348694" y="1083904"/>
                  </a:lnTo>
                  <a:lnTo>
                    <a:pt x="347179" y="1080590"/>
                  </a:lnTo>
                  <a:lnTo>
                    <a:pt x="345688" y="1077275"/>
                  </a:lnTo>
                  <a:lnTo>
                    <a:pt x="344223" y="1073960"/>
                  </a:lnTo>
                  <a:lnTo>
                    <a:pt x="342796" y="1070646"/>
                  </a:lnTo>
                  <a:lnTo>
                    <a:pt x="341407" y="1067331"/>
                  </a:lnTo>
                  <a:lnTo>
                    <a:pt x="340053" y="1064016"/>
                  </a:lnTo>
                  <a:lnTo>
                    <a:pt x="338736" y="1060702"/>
                  </a:lnTo>
                  <a:lnTo>
                    <a:pt x="337467" y="1057387"/>
                  </a:lnTo>
                  <a:lnTo>
                    <a:pt x="336251" y="1054072"/>
                  </a:lnTo>
                  <a:lnTo>
                    <a:pt x="335080" y="1050758"/>
                  </a:lnTo>
                  <a:lnTo>
                    <a:pt x="333956" y="1047443"/>
                  </a:lnTo>
                  <a:lnTo>
                    <a:pt x="332884" y="1044128"/>
                  </a:lnTo>
                  <a:lnTo>
                    <a:pt x="331881" y="1040813"/>
                  </a:lnTo>
                  <a:lnTo>
                    <a:pt x="330930" y="1037499"/>
                  </a:lnTo>
                  <a:lnTo>
                    <a:pt x="330033" y="1034184"/>
                  </a:lnTo>
                  <a:lnTo>
                    <a:pt x="329190" y="1030869"/>
                  </a:lnTo>
                  <a:lnTo>
                    <a:pt x="328424" y="1027555"/>
                  </a:lnTo>
                  <a:lnTo>
                    <a:pt x="327717" y="1024240"/>
                  </a:lnTo>
                  <a:lnTo>
                    <a:pt x="327067" y="1020925"/>
                  </a:lnTo>
                  <a:lnTo>
                    <a:pt x="326473" y="1017611"/>
                  </a:lnTo>
                  <a:lnTo>
                    <a:pt x="325953" y="1014296"/>
                  </a:lnTo>
                  <a:lnTo>
                    <a:pt x="325498" y="1010981"/>
                  </a:lnTo>
                  <a:lnTo>
                    <a:pt x="325100" y="1007667"/>
                  </a:lnTo>
                  <a:lnTo>
                    <a:pt x="324759" y="1004352"/>
                  </a:lnTo>
                  <a:lnTo>
                    <a:pt x="324482" y="1001037"/>
                  </a:lnTo>
                  <a:lnTo>
                    <a:pt x="324275" y="997722"/>
                  </a:lnTo>
                  <a:lnTo>
                    <a:pt x="324121" y="994408"/>
                  </a:lnTo>
                  <a:lnTo>
                    <a:pt x="324020" y="991093"/>
                  </a:lnTo>
                  <a:lnTo>
                    <a:pt x="323974" y="987778"/>
                  </a:lnTo>
                  <a:lnTo>
                    <a:pt x="323997" y="984464"/>
                  </a:lnTo>
                  <a:lnTo>
                    <a:pt x="324069" y="981149"/>
                  </a:lnTo>
                  <a:lnTo>
                    <a:pt x="324187" y="977834"/>
                  </a:lnTo>
                  <a:lnTo>
                    <a:pt x="324352" y="974520"/>
                  </a:lnTo>
                  <a:lnTo>
                    <a:pt x="324576" y="971205"/>
                  </a:lnTo>
                  <a:lnTo>
                    <a:pt x="324845" y="967890"/>
                  </a:lnTo>
                  <a:lnTo>
                    <a:pt x="325153" y="964576"/>
                  </a:lnTo>
                  <a:lnTo>
                    <a:pt x="325500" y="961261"/>
                  </a:lnTo>
                  <a:lnTo>
                    <a:pt x="325893" y="957946"/>
                  </a:lnTo>
                  <a:lnTo>
                    <a:pt x="326326" y="954631"/>
                  </a:lnTo>
                  <a:lnTo>
                    <a:pt x="326790" y="951317"/>
                  </a:lnTo>
                  <a:lnTo>
                    <a:pt x="327285" y="948002"/>
                  </a:lnTo>
                  <a:lnTo>
                    <a:pt x="327812" y="944687"/>
                  </a:lnTo>
                  <a:lnTo>
                    <a:pt x="328203" y="942370"/>
                  </a:lnTo>
                  <a:lnTo>
                    <a:pt x="328372" y="941373"/>
                  </a:lnTo>
                  <a:lnTo>
                    <a:pt x="328955" y="938058"/>
                  </a:lnTo>
                  <a:lnTo>
                    <a:pt x="329560" y="934743"/>
                  </a:lnTo>
                  <a:lnTo>
                    <a:pt x="330185" y="931429"/>
                  </a:lnTo>
                  <a:lnTo>
                    <a:pt x="330835" y="928114"/>
                  </a:lnTo>
                  <a:lnTo>
                    <a:pt x="331499" y="924799"/>
                  </a:lnTo>
                  <a:lnTo>
                    <a:pt x="332176" y="921484"/>
                  </a:lnTo>
                  <a:lnTo>
                    <a:pt x="332865" y="918170"/>
                  </a:lnTo>
                  <a:lnTo>
                    <a:pt x="333567" y="914855"/>
                  </a:lnTo>
                  <a:lnTo>
                    <a:pt x="334277" y="911540"/>
                  </a:lnTo>
                  <a:lnTo>
                    <a:pt x="334992" y="908226"/>
                  </a:lnTo>
                  <a:lnTo>
                    <a:pt x="335711" y="904911"/>
                  </a:lnTo>
                  <a:lnTo>
                    <a:pt x="336434" y="901596"/>
                  </a:lnTo>
                  <a:lnTo>
                    <a:pt x="337157" y="898282"/>
                  </a:lnTo>
                  <a:lnTo>
                    <a:pt x="337880" y="894967"/>
                  </a:lnTo>
                  <a:lnTo>
                    <a:pt x="338601" y="891652"/>
                  </a:lnTo>
                  <a:lnTo>
                    <a:pt x="339319" y="888338"/>
                  </a:lnTo>
                  <a:lnTo>
                    <a:pt x="340033" y="885023"/>
                  </a:lnTo>
                  <a:lnTo>
                    <a:pt x="340742" y="881708"/>
                  </a:lnTo>
                  <a:lnTo>
                    <a:pt x="341446" y="878393"/>
                  </a:lnTo>
                  <a:lnTo>
                    <a:pt x="342145" y="875079"/>
                  </a:lnTo>
                  <a:lnTo>
                    <a:pt x="342836" y="871764"/>
                  </a:lnTo>
                  <a:lnTo>
                    <a:pt x="343521" y="868449"/>
                  </a:lnTo>
                  <a:lnTo>
                    <a:pt x="344202" y="865135"/>
                  </a:lnTo>
                  <a:lnTo>
                    <a:pt x="344878" y="861820"/>
                  </a:lnTo>
                  <a:lnTo>
                    <a:pt x="345548" y="858505"/>
                  </a:lnTo>
                  <a:lnTo>
                    <a:pt x="346215" y="855191"/>
                  </a:lnTo>
                  <a:lnTo>
                    <a:pt x="346880" y="851876"/>
                  </a:lnTo>
                  <a:lnTo>
                    <a:pt x="347545" y="848561"/>
                  </a:lnTo>
                  <a:lnTo>
                    <a:pt x="348209" y="845247"/>
                  </a:lnTo>
                  <a:lnTo>
                    <a:pt x="348877" y="841932"/>
                  </a:lnTo>
                  <a:lnTo>
                    <a:pt x="349550" y="838617"/>
                  </a:lnTo>
                  <a:lnTo>
                    <a:pt x="350228" y="835302"/>
                  </a:lnTo>
                  <a:lnTo>
                    <a:pt x="350914" y="831988"/>
                  </a:lnTo>
                  <a:lnTo>
                    <a:pt x="351614" y="828673"/>
                  </a:lnTo>
                  <a:lnTo>
                    <a:pt x="352328" y="825358"/>
                  </a:lnTo>
                  <a:lnTo>
                    <a:pt x="353056" y="822044"/>
                  </a:lnTo>
                  <a:lnTo>
                    <a:pt x="353800" y="818729"/>
                  </a:lnTo>
                  <a:lnTo>
                    <a:pt x="354571" y="815414"/>
                  </a:lnTo>
                  <a:lnTo>
                    <a:pt x="355365" y="812100"/>
                  </a:lnTo>
                  <a:lnTo>
                    <a:pt x="356183" y="808785"/>
                  </a:lnTo>
                  <a:lnTo>
                    <a:pt x="357026" y="805470"/>
                  </a:lnTo>
                  <a:lnTo>
                    <a:pt x="357905" y="802155"/>
                  </a:lnTo>
                  <a:lnTo>
                    <a:pt x="358818" y="798841"/>
                  </a:lnTo>
                  <a:lnTo>
                    <a:pt x="359763" y="795526"/>
                  </a:lnTo>
                  <a:lnTo>
                    <a:pt x="360740" y="792211"/>
                  </a:lnTo>
                  <a:lnTo>
                    <a:pt x="361757" y="788897"/>
                  </a:lnTo>
                  <a:lnTo>
                    <a:pt x="362818" y="785582"/>
                  </a:lnTo>
                  <a:lnTo>
                    <a:pt x="363915" y="782267"/>
                  </a:lnTo>
                  <a:lnTo>
                    <a:pt x="365048" y="778953"/>
                  </a:lnTo>
                  <a:lnTo>
                    <a:pt x="366221" y="775638"/>
                  </a:lnTo>
                  <a:lnTo>
                    <a:pt x="367444" y="772323"/>
                  </a:lnTo>
                  <a:lnTo>
                    <a:pt x="368702" y="769009"/>
                  </a:lnTo>
                  <a:lnTo>
                    <a:pt x="369997" y="765694"/>
                  </a:lnTo>
                  <a:lnTo>
                    <a:pt x="371327" y="762379"/>
                  </a:lnTo>
                  <a:lnTo>
                    <a:pt x="372705" y="759064"/>
                  </a:lnTo>
                  <a:lnTo>
                    <a:pt x="374116" y="755750"/>
                  </a:lnTo>
                  <a:lnTo>
                    <a:pt x="375559" y="752435"/>
                  </a:lnTo>
                  <a:lnTo>
                    <a:pt x="377031" y="749120"/>
                  </a:lnTo>
                  <a:lnTo>
                    <a:pt x="378538" y="745806"/>
                  </a:lnTo>
                  <a:lnTo>
                    <a:pt x="380074" y="742491"/>
                  </a:lnTo>
                  <a:lnTo>
                    <a:pt x="381633" y="739176"/>
                  </a:lnTo>
                  <a:lnTo>
                    <a:pt x="383212" y="735862"/>
                  </a:lnTo>
                  <a:lnTo>
                    <a:pt x="384813" y="732547"/>
                  </a:lnTo>
                  <a:lnTo>
                    <a:pt x="386432" y="729232"/>
                  </a:lnTo>
                  <a:lnTo>
                    <a:pt x="388064" y="725918"/>
                  </a:lnTo>
                  <a:lnTo>
                    <a:pt x="389705" y="722603"/>
                  </a:lnTo>
                  <a:lnTo>
                    <a:pt x="391354" y="719288"/>
                  </a:lnTo>
                  <a:lnTo>
                    <a:pt x="393009" y="715973"/>
                  </a:lnTo>
                  <a:lnTo>
                    <a:pt x="394664" y="712659"/>
                  </a:lnTo>
                  <a:lnTo>
                    <a:pt x="396319" y="709344"/>
                  </a:lnTo>
                  <a:lnTo>
                    <a:pt x="397970" y="706029"/>
                  </a:lnTo>
                  <a:lnTo>
                    <a:pt x="399612" y="702715"/>
                  </a:lnTo>
                  <a:lnTo>
                    <a:pt x="401245" y="699400"/>
                  </a:lnTo>
                  <a:lnTo>
                    <a:pt x="402866" y="696085"/>
                  </a:lnTo>
                  <a:lnTo>
                    <a:pt x="404475" y="692771"/>
                  </a:lnTo>
                  <a:lnTo>
                    <a:pt x="406065" y="689456"/>
                  </a:lnTo>
                  <a:lnTo>
                    <a:pt x="407636" y="686141"/>
                  </a:lnTo>
                  <a:lnTo>
                    <a:pt x="409188" y="682826"/>
                  </a:lnTo>
                  <a:lnTo>
                    <a:pt x="410720" y="679512"/>
                  </a:lnTo>
                  <a:lnTo>
                    <a:pt x="412229" y="676197"/>
                  </a:lnTo>
                  <a:lnTo>
                    <a:pt x="413709" y="672882"/>
                  </a:lnTo>
                  <a:lnTo>
                    <a:pt x="415166" y="669568"/>
                  </a:lnTo>
                  <a:lnTo>
                    <a:pt x="416599" y="666253"/>
                  </a:lnTo>
                  <a:lnTo>
                    <a:pt x="418008" y="662938"/>
                  </a:lnTo>
                  <a:lnTo>
                    <a:pt x="419382" y="659624"/>
                  </a:lnTo>
                  <a:lnTo>
                    <a:pt x="420731" y="656309"/>
                  </a:lnTo>
                  <a:lnTo>
                    <a:pt x="422056" y="652994"/>
                  </a:lnTo>
                  <a:lnTo>
                    <a:pt x="423355" y="649680"/>
                  </a:lnTo>
                  <a:lnTo>
                    <a:pt x="424621" y="646365"/>
                  </a:lnTo>
                  <a:lnTo>
                    <a:pt x="425860" y="643050"/>
                  </a:lnTo>
                  <a:lnTo>
                    <a:pt x="427075" y="639735"/>
                  </a:lnTo>
                  <a:lnTo>
                    <a:pt x="428266" y="636421"/>
                  </a:lnTo>
                  <a:lnTo>
                    <a:pt x="429428" y="633106"/>
                  </a:lnTo>
                  <a:lnTo>
                    <a:pt x="430563" y="629791"/>
                  </a:lnTo>
                  <a:lnTo>
                    <a:pt x="431676" y="626477"/>
                  </a:lnTo>
                  <a:lnTo>
                    <a:pt x="432767" y="623162"/>
                  </a:lnTo>
                  <a:lnTo>
                    <a:pt x="433834" y="619847"/>
                  </a:lnTo>
                  <a:lnTo>
                    <a:pt x="434874" y="616533"/>
                  </a:lnTo>
                  <a:lnTo>
                    <a:pt x="435895" y="613218"/>
                  </a:lnTo>
                  <a:lnTo>
                    <a:pt x="436897" y="609903"/>
                  </a:lnTo>
                  <a:lnTo>
                    <a:pt x="437879" y="606589"/>
                  </a:lnTo>
                  <a:lnTo>
                    <a:pt x="438836" y="603274"/>
                  </a:lnTo>
                  <a:lnTo>
                    <a:pt x="439777" y="599959"/>
                  </a:lnTo>
                  <a:lnTo>
                    <a:pt x="440700" y="596644"/>
                  </a:lnTo>
                  <a:lnTo>
                    <a:pt x="441607" y="593330"/>
                  </a:lnTo>
                  <a:lnTo>
                    <a:pt x="442492" y="590015"/>
                  </a:lnTo>
                  <a:lnTo>
                    <a:pt x="443361" y="586700"/>
                  </a:lnTo>
                  <a:lnTo>
                    <a:pt x="444215" y="583386"/>
                  </a:lnTo>
                  <a:lnTo>
                    <a:pt x="445055" y="580071"/>
                  </a:lnTo>
                  <a:lnTo>
                    <a:pt x="445877" y="576756"/>
                  </a:lnTo>
                  <a:lnTo>
                    <a:pt x="446682" y="573442"/>
                  </a:lnTo>
                  <a:lnTo>
                    <a:pt x="447473" y="570127"/>
                  </a:lnTo>
                  <a:lnTo>
                    <a:pt x="448251" y="566812"/>
                  </a:lnTo>
                  <a:lnTo>
                    <a:pt x="449014" y="563498"/>
                  </a:lnTo>
                  <a:lnTo>
                    <a:pt x="449759" y="560183"/>
                  </a:lnTo>
                  <a:lnTo>
                    <a:pt x="450492" y="556868"/>
                  </a:lnTo>
                  <a:lnTo>
                    <a:pt x="451212" y="553553"/>
                  </a:lnTo>
                  <a:lnTo>
                    <a:pt x="451918" y="550239"/>
                  </a:lnTo>
                  <a:lnTo>
                    <a:pt x="452607" y="546924"/>
                  </a:lnTo>
                  <a:lnTo>
                    <a:pt x="453282" y="543609"/>
                  </a:lnTo>
                  <a:lnTo>
                    <a:pt x="453945" y="540295"/>
                  </a:lnTo>
                  <a:lnTo>
                    <a:pt x="454595" y="536980"/>
                  </a:lnTo>
                  <a:lnTo>
                    <a:pt x="455229" y="533665"/>
                  </a:lnTo>
                  <a:lnTo>
                    <a:pt x="455848" y="530351"/>
                  </a:lnTo>
                  <a:lnTo>
                    <a:pt x="456455" y="527036"/>
                  </a:lnTo>
                  <a:lnTo>
                    <a:pt x="457049" y="523721"/>
                  </a:lnTo>
                  <a:lnTo>
                    <a:pt x="457628" y="520406"/>
                  </a:lnTo>
                  <a:lnTo>
                    <a:pt x="458192" y="517092"/>
                  </a:lnTo>
                  <a:lnTo>
                    <a:pt x="458743" y="513777"/>
                  </a:lnTo>
                  <a:lnTo>
                    <a:pt x="459281" y="510462"/>
                  </a:lnTo>
                  <a:lnTo>
                    <a:pt x="459807" y="507148"/>
                  </a:lnTo>
                  <a:lnTo>
                    <a:pt x="460316" y="503833"/>
                  </a:lnTo>
                  <a:lnTo>
                    <a:pt x="460813" y="500518"/>
                  </a:lnTo>
                  <a:lnTo>
                    <a:pt x="461297" y="497204"/>
                  </a:lnTo>
                  <a:lnTo>
                    <a:pt x="461770" y="493889"/>
                  </a:lnTo>
                  <a:lnTo>
                    <a:pt x="462227" y="490574"/>
                  </a:lnTo>
                  <a:lnTo>
                    <a:pt x="462672" y="487260"/>
                  </a:lnTo>
                  <a:lnTo>
                    <a:pt x="463105" y="483945"/>
                  </a:lnTo>
                  <a:lnTo>
                    <a:pt x="463527" y="480630"/>
                  </a:lnTo>
                  <a:lnTo>
                    <a:pt x="463935" y="477315"/>
                  </a:lnTo>
                  <a:lnTo>
                    <a:pt x="464332" y="474001"/>
                  </a:lnTo>
                  <a:lnTo>
                    <a:pt x="464717" y="470686"/>
                  </a:lnTo>
                  <a:lnTo>
                    <a:pt x="465093" y="467371"/>
                  </a:lnTo>
                  <a:lnTo>
                    <a:pt x="465457" y="464057"/>
                  </a:lnTo>
                  <a:lnTo>
                    <a:pt x="465809" y="460742"/>
                  </a:lnTo>
                  <a:lnTo>
                    <a:pt x="466152" y="457427"/>
                  </a:lnTo>
                  <a:lnTo>
                    <a:pt x="466486" y="454113"/>
                  </a:lnTo>
                  <a:lnTo>
                    <a:pt x="466812" y="450798"/>
                  </a:lnTo>
                  <a:lnTo>
                    <a:pt x="467126" y="447483"/>
                  </a:lnTo>
                  <a:lnTo>
                    <a:pt x="467432" y="444169"/>
                  </a:lnTo>
                  <a:lnTo>
                    <a:pt x="467731" y="440854"/>
                  </a:lnTo>
                  <a:lnTo>
                    <a:pt x="468023" y="437539"/>
                  </a:lnTo>
                  <a:lnTo>
                    <a:pt x="468306" y="434224"/>
                  </a:lnTo>
                  <a:lnTo>
                    <a:pt x="468582" y="430910"/>
                  </a:lnTo>
                  <a:lnTo>
                    <a:pt x="468853" y="427595"/>
                  </a:lnTo>
                  <a:lnTo>
                    <a:pt x="469118" y="424280"/>
                  </a:lnTo>
                  <a:lnTo>
                    <a:pt x="469376" y="420966"/>
                  </a:lnTo>
                  <a:lnTo>
                    <a:pt x="469629" y="417651"/>
                  </a:lnTo>
                  <a:lnTo>
                    <a:pt x="469878" y="414336"/>
                  </a:lnTo>
                  <a:lnTo>
                    <a:pt x="470122" y="411022"/>
                  </a:lnTo>
                  <a:lnTo>
                    <a:pt x="470362" y="407707"/>
                  </a:lnTo>
                  <a:lnTo>
                    <a:pt x="470597" y="404392"/>
                  </a:lnTo>
                  <a:lnTo>
                    <a:pt x="470829" y="401077"/>
                  </a:lnTo>
                  <a:lnTo>
                    <a:pt x="471058" y="397763"/>
                  </a:lnTo>
                  <a:lnTo>
                    <a:pt x="471284" y="394448"/>
                  </a:lnTo>
                  <a:lnTo>
                    <a:pt x="471506" y="391133"/>
                  </a:lnTo>
                  <a:lnTo>
                    <a:pt x="471726" y="387819"/>
                  </a:lnTo>
                  <a:lnTo>
                    <a:pt x="471942" y="384504"/>
                  </a:lnTo>
                  <a:lnTo>
                    <a:pt x="472157" y="381189"/>
                  </a:lnTo>
                  <a:lnTo>
                    <a:pt x="472368" y="377875"/>
                  </a:lnTo>
                  <a:lnTo>
                    <a:pt x="472577" y="374560"/>
                  </a:lnTo>
                  <a:lnTo>
                    <a:pt x="472783" y="371245"/>
                  </a:lnTo>
                  <a:lnTo>
                    <a:pt x="472987" y="367931"/>
                  </a:lnTo>
                  <a:lnTo>
                    <a:pt x="473187" y="364616"/>
                  </a:lnTo>
                  <a:lnTo>
                    <a:pt x="473385" y="361301"/>
                  </a:lnTo>
                  <a:lnTo>
                    <a:pt x="473579" y="357986"/>
                  </a:lnTo>
                  <a:lnTo>
                    <a:pt x="473771" y="354672"/>
                  </a:lnTo>
                  <a:lnTo>
                    <a:pt x="473959" y="351357"/>
                  </a:lnTo>
                  <a:lnTo>
                    <a:pt x="474143" y="348042"/>
                  </a:lnTo>
                  <a:lnTo>
                    <a:pt x="474323" y="344728"/>
                  </a:lnTo>
                  <a:lnTo>
                    <a:pt x="474499" y="341413"/>
                  </a:lnTo>
                  <a:lnTo>
                    <a:pt x="474672" y="338098"/>
                  </a:lnTo>
                  <a:lnTo>
                    <a:pt x="474838" y="334784"/>
                  </a:lnTo>
                  <a:lnTo>
                    <a:pt x="475001" y="331469"/>
                  </a:lnTo>
                  <a:lnTo>
                    <a:pt x="475158" y="328154"/>
                  </a:lnTo>
                  <a:lnTo>
                    <a:pt x="475311" y="324840"/>
                  </a:lnTo>
                  <a:lnTo>
                    <a:pt x="475457" y="321525"/>
                  </a:lnTo>
                  <a:lnTo>
                    <a:pt x="475597" y="318210"/>
                  </a:lnTo>
                  <a:lnTo>
                    <a:pt x="475733" y="314895"/>
                  </a:lnTo>
                  <a:lnTo>
                    <a:pt x="475862" y="311581"/>
                  </a:lnTo>
                  <a:lnTo>
                    <a:pt x="475985" y="308266"/>
                  </a:lnTo>
                  <a:lnTo>
                    <a:pt x="476101" y="304951"/>
                  </a:lnTo>
                  <a:lnTo>
                    <a:pt x="476212" y="301637"/>
                  </a:lnTo>
                  <a:lnTo>
                    <a:pt x="476317" y="298322"/>
                  </a:lnTo>
                  <a:lnTo>
                    <a:pt x="476415" y="295007"/>
                  </a:lnTo>
                  <a:lnTo>
                    <a:pt x="476506" y="291693"/>
                  </a:lnTo>
                  <a:lnTo>
                    <a:pt x="476591" y="288378"/>
                  </a:lnTo>
                  <a:lnTo>
                    <a:pt x="476670" y="285063"/>
                  </a:lnTo>
                  <a:lnTo>
                    <a:pt x="476744" y="281749"/>
                  </a:lnTo>
                  <a:lnTo>
                    <a:pt x="476811" y="278434"/>
                  </a:lnTo>
                  <a:lnTo>
                    <a:pt x="476872" y="275119"/>
                  </a:lnTo>
                  <a:lnTo>
                    <a:pt x="476928" y="271804"/>
                  </a:lnTo>
                  <a:lnTo>
                    <a:pt x="476980" y="268490"/>
                  </a:lnTo>
                  <a:lnTo>
                    <a:pt x="477025" y="265175"/>
                  </a:lnTo>
                  <a:lnTo>
                    <a:pt x="477065" y="261860"/>
                  </a:lnTo>
                  <a:lnTo>
                    <a:pt x="477102" y="258546"/>
                  </a:lnTo>
                  <a:lnTo>
                    <a:pt x="477134" y="255231"/>
                  </a:lnTo>
                  <a:lnTo>
                    <a:pt x="477163" y="251916"/>
                  </a:lnTo>
                  <a:lnTo>
                    <a:pt x="477187" y="248602"/>
                  </a:lnTo>
                  <a:lnTo>
                    <a:pt x="477208" y="245287"/>
                  </a:lnTo>
                  <a:lnTo>
                    <a:pt x="477227" y="241972"/>
                  </a:lnTo>
                  <a:lnTo>
                    <a:pt x="477243" y="238657"/>
                  </a:lnTo>
                  <a:lnTo>
                    <a:pt x="477256" y="235343"/>
                  </a:lnTo>
                  <a:lnTo>
                    <a:pt x="477267" y="232028"/>
                  </a:lnTo>
                  <a:lnTo>
                    <a:pt x="477277" y="228713"/>
                  </a:lnTo>
                  <a:lnTo>
                    <a:pt x="477285" y="225399"/>
                  </a:lnTo>
                  <a:lnTo>
                    <a:pt x="477292" y="222084"/>
                  </a:lnTo>
                  <a:lnTo>
                    <a:pt x="477298" y="218769"/>
                  </a:lnTo>
                  <a:lnTo>
                    <a:pt x="477304" y="215455"/>
                  </a:lnTo>
                  <a:lnTo>
                    <a:pt x="477309" y="212140"/>
                  </a:lnTo>
                  <a:lnTo>
                    <a:pt x="477314" y="208825"/>
                  </a:lnTo>
                  <a:lnTo>
                    <a:pt x="477320" y="205511"/>
                  </a:lnTo>
                  <a:lnTo>
                    <a:pt x="477325" y="202196"/>
                  </a:lnTo>
                  <a:lnTo>
                    <a:pt x="477331" y="198881"/>
                  </a:lnTo>
                  <a:lnTo>
                    <a:pt x="477337" y="195566"/>
                  </a:lnTo>
                  <a:lnTo>
                    <a:pt x="477345" y="192252"/>
                  </a:lnTo>
                  <a:lnTo>
                    <a:pt x="477352" y="188937"/>
                  </a:lnTo>
                  <a:lnTo>
                    <a:pt x="477361" y="185622"/>
                  </a:lnTo>
                  <a:lnTo>
                    <a:pt x="477370" y="182308"/>
                  </a:lnTo>
                  <a:lnTo>
                    <a:pt x="477381" y="178993"/>
                  </a:lnTo>
                  <a:lnTo>
                    <a:pt x="477393" y="175678"/>
                  </a:lnTo>
                  <a:lnTo>
                    <a:pt x="477405" y="172364"/>
                  </a:lnTo>
                  <a:lnTo>
                    <a:pt x="477418" y="169049"/>
                  </a:lnTo>
                  <a:lnTo>
                    <a:pt x="477432" y="165734"/>
                  </a:lnTo>
                  <a:lnTo>
                    <a:pt x="477447" y="162420"/>
                  </a:lnTo>
                  <a:lnTo>
                    <a:pt x="477463" y="159105"/>
                  </a:lnTo>
                  <a:lnTo>
                    <a:pt x="477480" y="155790"/>
                  </a:lnTo>
                  <a:lnTo>
                    <a:pt x="477497" y="152475"/>
                  </a:lnTo>
                  <a:lnTo>
                    <a:pt x="477515" y="149161"/>
                  </a:lnTo>
                  <a:lnTo>
                    <a:pt x="477533" y="145846"/>
                  </a:lnTo>
                  <a:lnTo>
                    <a:pt x="477552" y="142531"/>
                  </a:lnTo>
                  <a:lnTo>
                    <a:pt x="477571" y="139217"/>
                  </a:lnTo>
                  <a:lnTo>
                    <a:pt x="477590" y="135902"/>
                  </a:lnTo>
                  <a:lnTo>
                    <a:pt x="477610" y="132587"/>
                  </a:lnTo>
                  <a:lnTo>
                    <a:pt x="477629" y="129273"/>
                  </a:lnTo>
                  <a:lnTo>
                    <a:pt x="477648" y="125958"/>
                  </a:lnTo>
                  <a:lnTo>
                    <a:pt x="477667" y="122643"/>
                  </a:lnTo>
                  <a:lnTo>
                    <a:pt x="477686" y="119328"/>
                  </a:lnTo>
                  <a:lnTo>
                    <a:pt x="477705" y="116014"/>
                  </a:lnTo>
                  <a:lnTo>
                    <a:pt x="477723" y="112699"/>
                  </a:lnTo>
                  <a:lnTo>
                    <a:pt x="477741" y="109384"/>
                  </a:lnTo>
                  <a:lnTo>
                    <a:pt x="477758" y="106070"/>
                  </a:lnTo>
                  <a:lnTo>
                    <a:pt x="477775" y="102755"/>
                  </a:lnTo>
                  <a:lnTo>
                    <a:pt x="477791" y="99440"/>
                  </a:lnTo>
                  <a:lnTo>
                    <a:pt x="477806" y="96126"/>
                  </a:lnTo>
                  <a:lnTo>
                    <a:pt x="477821" y="92811"/>
                  </a:lnTo>
                  <a:lnTo>
                    <a:pt x="477835" y="89496"/>
                  </a:lnTo>
                  <a:lnTo>
                    <a:pt x="477848" y="86182"/>
                  </a:lnTo>
                  <a:lnTo>
                    <a:pt x="477861" y="82867"/>
                  </a:lnTo>
                  <a:lnTo>
                    <a:pt x="477873" y="79552"/>
                  </a:lnTo>
                  <a:lnTo>
                    <a:pt x="477884" y="76237"/>
                  </a:lnTo>
                  <a:lnTo>
                    <a:pt x="477895" y="72923"/>
                  </a:lnTo>
                  <a:lnTo>
                    <a:pt x="477905" y="69608"/>
                  </a:lnTo>
                  <a:lnTo>
                    <a:pt x="477914" y="66293"/>
                  </a:lnTo>
                  <a:lnTo>
                    <a:pt x="477922" y="62979"/>
                  </a:lnTo>
                  <a:lnTo>
                    <a:pt x="477930" y="59664"/>
                  </a:lnTo>
                  <a:lnTo>
                    <a:pt x="477937" y="56349"/>
                  </a:lnTo>
                  <a:lnTo>
                    <a:pt x="477944" y="53035"/>
                  </a:lnTo>
                  <a:lnTo>
                    <a:pt x="477950" y="49720"/>
                  </a:lnTo>
                  <a:lnTo>
                    <a:pt x="477955" y="46405"/>
                  </a:lnTo>
                  <a:lnTo>
                    <a:pt x="477960" y="43091"/>
                  </a:lnTo>
                  <a:lnTo>
                    <a:pt x="477965" y="39776"/>
                  </a:lnTo>
                  <a:lnTo>
                    <a:pt x="477969" y="36461"/>
                  </a:lnTo>
                  <a:lnTo>
                    <a:pt x="477973" y="33146"/>
                  </a:lnTo>
                  <a:lnTo>
                    <a:pt x="477976" y="29832"/>
                  </a:lnTo>
                  <a:lnTo>
                    <a:pt x="477979" y="26517"/>
                  </a:lnTo>
                  <a:lnTo>
                    <a:pt x="477982" y="23202"/>
                  </a:lnTo>
                  <a:lnTo>
                    <a:pt x="477984" y="19888"/>
                  </a:lnTo>
                  <a:lnTo>
                    <a:pt x="477986" y="16573"/>
                  </a:lnTo>
                  <a:lnTo>
                    <a:pt x="477988" y="13258"/>
                  </a:lnTo>
                  <a:lnTo>
                    <a:pt x="477990" y="9944"/>
                  </a:lnTo>
                  <a:lnTo>
                    <a:pt x="477991" y="6629"/>
                  </a:lnTo>
                  <a:lnTo>
                    <a:pt x="477993" y="3314"/>
                  </a:lnTo>
                  <a:lnTo>
                    <a:pt x="478007" y="0"/>
                  </a:lnTo>
                  <a:lnTo>
                    <a:pt x="478009" y="3314"/>
                  </a:lnTo>
                  <a:lnTo>
                    <a:pt x="478010" y="6629"/>
                  </a:lnTo>
                  <a:lnTo>
                    <a:pt x="478011" y="9944"/>
                  </a:lnTo>
                  <a:lnTo>
                    <a:pt x="478013" y="13258"/>
                  </a:lnTo>
                  <a:lnTo>
                    <a:pt x="478015" y="16573"/>
                  </a:lnTo>
                  <a:lnTo>
                    <a:pt x="478017" y="19888"/>
                  </a:lnTo>
                  <a:lnTo>
                    <a:pt x="478019" y="23202"/>
                  </a:lnTo>
                  <a:lnTo>
                    <a:pt x="478022" y="26517"/>
                  </a:lnTo>
                  <a:lnTo>
                    <a:pt x="478025" y="29832"/>
                  </a:lnTo>
                  <a:lnTo>
                    <a:pt x="478029" y="33146"/>
                  </a:lnTo>
                  <a:lnTo>
                    <a:pt x="478032" y="36461"/>
                  </a:lnTo>
                  <a:lnTo>
                    <a:pt x="478036" y="39776"/>
                  </a:lnTo>
                  <a:lnTo>
                    <a:pt x="478041" y="43091"/>
                  </a:lnTo>
                  <a:lnTo>
                    <a:pt x="478046" y="46405"/>
                  </a:lnTo>
                  <a:lnTo>
                    <a:pt x="478052" y="49720"/>
                  </a:lnTo>
                  <a:lnTo>
                    <a:pt x="478058" y="53035"/>
                  </a:lnTo>
                  <a:lnTo>
                    <a:pt x="478064" y="56349"/>
                  </a:lnTo>
                  <a:lnTo>
                    <a:pt x="478071" y="59664"/>
                  </a:lnTo>
                  <a:lnTo>
                    <a:pt x="478079" y="62979"/>
                  </a:lnTo>
                  <a:lnTo>
                    <a:pt x="478088" y="66293"/>
                  </a:lnTo>
                  <a:lnTo>
                    <a:pt x="478097" y="69608"/>
                  </a:lnTo>
                  <a:lnTo>
                    <a:pt x="478107" y="72923"/>
                  </a:lnTo>
                  <a:lnTo>
                    <a:pt x="478117" y="76237"/>
                  </a:lnTo>
                  <a:lnTo>
                    <a:pt x="478128" y="79552"/>
                  </a:lnTo>
                  <a:lnTo>
                    <a:pt x="478140" y="82867"/>
                  </a:lnTo>
                  <a:lnTo>
                    <a:pt x="478153" y="86182"/>
                  </a:lnTo>
                  <a:lnTo>
                    <a:pt x="478166" y="89496"/>
                  </a:lnTo>
                  <a:lnTo>
                    <a:pt x="478180" y="92811"/>
                  </a:lnTo>
                  <a:lnTo>
                    <a:pt x="478195" y="96126"/>
                  </a:lnTo>
                  <a:lnTo>
                    <a:pt x="478211" y="99440"/>
                  </a:lnTo>
                  <a:lnTo>
                    <a:pt x="478227" y="102755"/>
                  </a:lnTo>
                  <a:lnTo>
                    <a:pt x="478243" y="106070"/>
                  </a:lnTo>
                  <a:lnTo>
                    <a:pt x="478261" y="109384"/>
                  </a:lnTo>
                  <a:lnTo>
                    <a:pt x="478278" y="112699"/>
                  </a:lnTo>
                  <a:lnTo>
                    <a:pt x="478297" y="116014"/>
                  </a:lnTo>
                  <a:lnTo>
                    <a:pt x="478315" y="119328"/>
                  </a:lnTo>
                  <a:lnTo>
                    <a:pt x="478334" y="122643"/>
                  </a:lnTo>
                  <a:lnTo>
                    <a:pt x="478353" y="125958"/>
                  </a:lnTo>
                  <a:lnTo>
                    <a:pt x="478372" y="129273"/>
                  </a:lnTo>
                  <a:lnTo>
                    <a:pt x="478392" y="132587"/>
                  </a:lnTo>
                  <a:lnTo>
                    <a:pt x="478411" y="135902"/>
                  </a:lnTo>
                  <a:lnTo>
                    <a:pt x="478430" y="139217"/>
                  </a:lnTo>
                  <a:lnTo>
                    <a:pt x="478449" y="142531"/>
                  </a:lnTo>
                  <a:lnTo>
                    <a:pt x="478468" y="145846"/>
                  </a:lnTo>
                  <a:lnTo>
                    <a:pt x="478486" y="149161"/>
                  </a:lnTo>
                  <a:lnTo>
                    <a:pt x="478504" y="152475"/>
                  </a:lnTo>
                  <a:lnTo>
                    <a:pt x="478521" y="155790"/>
                  </a:lnTo>
                  <a:lnTo>
                    <a:pt x="478538" y="159105"/>
                  </a:lnTo>
                  <a:lnTo>
                    <a:pt x="478554" y="162420"/>
                  </a:lnTo>
                  <a:lnTo>
                    <a:pt x="478569" y="165734"/>
                  </a:lnTo>
                  <a:lnTo>
                    <a:pt x="478583" y="169049"/>
                  </a:lnTo>
                  <a:lnTo>
                    <a:pt x="478596" y="172364"/>
                  </a:lnTo>
                  <a:lnTo>
                    <a:pt x="478609" y="175678"/>
                  </a:lnTo>
                  <a:lnTo>
                    <a:pt x="478620" y="178993"/>
                  </a:lnTo>
                  <a:lnTo>
                    <a:pt x="478631" y="182308"/>
                  </a:lnTo>
                  <a:lnTo>
                    <a:pt x="478640" y="185622"/>
                  </a:lnTo>
                  <a:lnTo>
                    <a:pt x="478649" y="188937"/>
                  </a:lnTo>
                  <a:lnTo>
                    <a:pt x="478657" y="192252"/>
                  </a:lnTo>
                  <a:lnTo>
                    <a:pt x="478664" y="195566"/>
                  </a:lnTo>
                  <a:lnTo>
                    <a:pt x="478670" y="198881"/>
                  </a:lnTo>
                  <a:lnTo>
                    <a:pt x="478676" y="202196"/>
                  </a:lnTo>
                  <a:lnTo>
                    <a:pt x="478682" y="205511"/>
                  </a:lnTo>
                  <a:lnTo>
                    <a:pt x="478687" y="208825"/>
                  </a:lnTo>
                  <a:lnTo>
                    <a:pt x="478692" y="212140"/>
                  </a:lnTo>
                  <a:lnTo>
                    <a:pt x="478697" y="215455"/>
                  </a:lnTo>
                  <a:lnTo>
                    <a:pt x="478703" y="218769"/>
                  </a:lnTo>
                  <a:lnTo>
                    <a:pt x="478709" y="222084"/>
                  </a:lnTo>
                  <a:lnTo>
                    <a:pt x="478716" y="225399"/>
                  </a:lnTo>
                  <a:lnTo>
                    <a:pt x="478725" y="228713"/>
                  </a:lnTo>
                  <a:lnTo>
                    <a:pt x="478734" y="232028"/>
                  </a:lnTo>
                  <a:lnTo>
                    <a:pt x="478746" y="235343"/>
                  </a:lnTo>
                  <a:lnTo>
                    <a:pt x="478759" y="238657"/>
                  </a:lnTo>
                  <a:lnTo>
                    <a:pt x="478775" y="241972"/>
                  </a:lnTo>
                  <a:lnTo>
                    <a:pt x="478793" y="245287"/>
                  </a:lnTo>
                  <a:lnTo>
                    <a:pt x="478815" y="248602"/>
                  </a:lnTo>
                  <a:lnTo>
                    <a:pt x="478839" y="251916"/>
                  </a:lnTo>
                  <a:lnTo>
                    <a:pt x="478867" y="255231"/>
                  </a:lnTo>
                  <a:lnTo>
                    <a:pt x="478900" y="258546"/>
                  </a:lnTo>
                  <a:lnTo>
                    <a:pt x="478936" y="261860"/>
                  </a:lnTo>
                  <a:lnTo>
                    <a:pt x="478976" y="265175"/>
                  </a:lnTo>
                  <a:lnTo>
                    <a:pt x="479022" y="268490"/>
                  </a:lnTo>
                  <a:lnTo>
                    <a:pt x="479073" y="271804"/>
                  </a:lnTo>
                  <a:lnTo>
                    <a:pt x="479129" y="275119"/>
                  </a:lnTo>
                  <a:lnTo>
                    <a:pt x="479191" y="278434"/>
                  </a:lnTo>
                  <a:lnTo>
                    <a:pt x="479257" y="281749"/>
                  </a:lnTo>
                  <a:lnTo>
                    <a:pt x="479331" y="285063"/>
                  </a:lnTo>
                  <a:lnTo>
                    <a:pt x="479411" y="288378"/>
                  </a:lnTo>
                  <a:lnTo>
                    <a:pt x="479496" y="291693"/>
                  </a:lnTo>
                  <a:lnTo>
                    <a:pt x="479586" y="295007"/>
                  </a:lnTo>
                  <a:lnTo>
                    <a:pt x="479685" y="298322"/>
                  </a:lnTo>
                  <a:lnTo>
                    <a:pt x="479789" y="301637"/>
                  </a:lnTo>
                  <a:lnTo>
                    <a:pt x="479900" y="304951"/>
                  </a:lnTo>
                  <a:lnTo>
                    <a:pt x="480016" y="308266"/>
                  </a:lnTo>
                  <a:lnTo>
                    <a:pt x="480139" y="311581"/>
                  </a:lnTo>
                  <a:lnTo>
                    <a:pt x="480269" y="314895"/>
                  </a:lnTo>
                  <a:lnTo>
                    <a:pt x="480404" y="318210"/>
                  </a:lnTo>
                  <a:lnTo>
                    <a:pt x="480544" y="321525"/>
                  </a:lnTo>
                  <a:lnTo>
                    <a:pt x="480690" y="324840"/>
                  </a:lnTo>
                  <a:lnTo>
                    <a:pt x="480843" y="328154"/>
                  </a:lnTo>
                  <a:lnTo>
                    <a:pt x="481001" y="331469"/>
                  </a:lnTo>
                  <a:lnTo>
                    <a:pt x="481163" y="334784"/>
                  </a:lnTo>
                  <a:lnTo>
                    <a:pt x="481329" y="338098"/>
                  </a:lnTo>
                  <a:lnTo>
                    <a:pt x="481502" y="341413"/>
                  </a:lnTo>
                  <a:lnTo>
                    <a:pt x="481678" y="344728"/>
                  </a:lnTo>
                  <a:lnTo>
                    <a:pt x="481859" y="348042"/>
                  </a:lnTo>
                  <a:lnTo>
                    <a:pt x="482042" y="351357"/>
                  </a:lnTo>
                  <a:lnTo>
                    <a:pt x="482230" y="354672"/>
                  </a:lnTo>
                  <a:lnTo>
                    <a:pt x="482422" y="357986"/>
                  </a:lnTo>
                  <a:lnTo>
                    <a:pt x="482617" y="361301"/>
                  </a:lnTo>
                  <a:lnTo>
                    <a:pt x="482814" y="364616"/>
                  </a:lnTo>
                  <a:lnTo>
                    <a:pt x="483015" y="367931"/>
                  </a:lnTo>
                  <a:lnTo>
                    <a:pt x="483218" y="371245"/>
                  </a:lnTo>
                  <a:lnTo>
                    <a:pt x="483424" y="374560"/>
                  </a:lnTo>
                  <a:lnTo>
                    <a:pt x="483633" y="377875"/>
                  </a:lnTo>
                  <a:lnTo>
                    <a:pt x="483844" y="381189"/>
                  </a:lnTo>
                  <a:lnTo>
                    <a:pt x="484059" y="384504"/>
                  </a:lnTo>
                  <a:lnTo>
                    <a:pt x="484276" y="387819"/>
                  </a:lnTo>
                  <a:lnTo>
                    <a:pt x="484495" y="391133"/>
                  </a:lnTo>
                  <a:lnTo>
                    <a:pt x="484717" y="394448"/>
                  </a:lnTo>
                  <a:lnTo>
                    <a:pt x="484943" y="397763"/>
                  </a:lnTo>
                  <a:lnTo>
                    <a:pt x="485172" y="401077"/>
                  </a:lnTo>
                  <a:lnTo>
                    <a:pt x="485404" y="404392"/>
                  </a:lnTo>
                  <a:lnTo>
                    <a:pt x="485639" y="407707"/>
                  </a:lnTo>
                  <a:lnTo>
                    <a:pt x="485879" y="411022"/>
                  </a:lnTo>
                  <a:lnTo>
                    <a:pt x="486123" y="414336"/>
                  </a:lnTo>
                  <a:lnTo>
                    <a:pt x="486372" y="417651"/>
                  </a:lnTo>
                  <a:lnTo>
                    <a:pt x="486625" y="420966"/>
                  </a:lnTo>
                  <a:lnTo>
                    <a:pt x="486883" y="424280"/>
                  </a:lnTo>
                  <a:lnTo>
                    <a:pt x="487148" y="427595"/>
                  </a:lnTo>
                  <a:lnTo>
                    <a:pt x="487419" y="430910"/>
                  </a:lnTo>
                  <a:lnTo>
                    <a:pt x="487695" y="434224"/>
                  </a:lnTo>
                  <a:lnTo>
                    <a:pt x="487978" y="437539"/>
                  </a:lnTo>
                  <a:lnTo>
                    <a:pt x="488270" y="440854"/>
                  </a:lnTo>
                  <a:lnTo>
                    <a:pt x="488569" y="444169"/>
                  </a:lnTo>
                  <a:lnTo>
                    <a:pt x="488876" y="447483"/>
                  </a:lnTo>
                  <a:lnTo>
                    <a:pt x="489190" y="450798"/>
                  </a:lnTo>
                  <a:lnTo>
                    <a:pt x="489515" y="454113"/>
                  </a:lnTo>
                  <a:lnTo>
                    <a:pt x="489849" y="457427"/>
                  </a:lnTo>
                  <a:lnTo>
                    <a:pt x="490192" y="460742"/>
                  </a:lnTo>
                  <a:lnTo>
                    <a:pt x="490544" y="464057"/>
                  </a:lnTo>
                  <a:lnTo>
                    <a:pt x="490908" y="467371"/>
                  </a:lnTo>
                  <a:lnTo>
                    <a:pt x="491284" y="470686"/>
                  </a:lnTo>
                  <a:lnTo>
                    <a:pt x="491670" y="474001"/>
                  </a:lnTo>
                  <a:lnTo>
                    <a:pt x="492066" y="477315"/>
                  </a:lnTo>
                  <a:lnTo>
                    <a:pt x="492474" y="480630"/>
                  </a:lnTo>
                  <a:lnTo>
                    <a:pt x="492896" y="483945"/>
                  </a:lnTo>
                  <a:lnTo>
                    <a:pt x="493330" y="487260"/>
                  </a:lnTo>
                  <a:lnTo>
                    <a:pt x="493774" y="490574"/>
                  </a:lnTo>
                  <a:lnTo>
                    <a:pt x="494231" y="493889"/>
                  </a:lnTo>
                  <a:lnTo>
                    <a:pt x="494704" y="497204"/>
                  </a:lnTo>
                  <a:lnTo>
                    <a:pt x="495189" y="500518"/>
                  </a:lnTo>
                  <a:lnTo>
                    <a:pt x="495685" y="503833"/>
                  </a:lnTo>
                  <a:lnTo>
                    <a:pt x="496194" y="507148"/>
                  </a:lnTo>
                  <a:lnTo>
                    <a:pt x="496720" y="510462"/>
                  </a:lnTo>
                  <a:lnTo>
                    <a:pt x="497259" y="513777"/>
                  </a:lnTo>
                  <a:lnTo>
                    <a:pt x="497810" y="517092"/>
                  </a:lnTo>
                  <a:lnTo>
                    <a:pt x="498373" y="520406"/>
                  </a:lnTo>
                  <a:lnTo>
                    <a:pt x="498952" y="523721"/>
                  </a:lnTo>
                  <a:lnTo>
                    <a:pt x="499547" y="527036"/>
                  </a:lnTo>
                  <a:lnTo>
                    <a:pt x="500153" y="530351"/>
                  </a:lnTo>
                  <a:lnTo>
                    <a:pt x="500773" y="533665"/>
                  </a:lnTo>
                  <a:lnTo>
                    <a:pt x="501406" y="536980"/>
                  </a:lnTo>
                  <a:lnTo>
                    <a:pt x="502056" y="540295"/>
                  </a:lnTo>
                  <a:lnTo>
                    <a:pt x="502719" y="543609"/>
                  </a:lnTo>
                  <a:lnTo>
                    <a:pt x="503395" y="546924"/>
                  </a:lnTo>
                  <a:lnTo>
                    <a:pt x="504083" y="550239"/>
                  </a:lnTo>
                  <a:lnTo>
                    <a:pt x="504790" y="553553"/>
                  </a:lnTo>
                  <a:lnTo>
                    <a:pt x="505509" y="556868"/>
                  </a:lnTo>
                  <a:lnTo>
                    <a:pt x="506242" y="560183"/>
                  </a:lnTo>
                  <a:lnTo>
                    <a:pt x="506987" y="563498"/>
                  </a:lnTo>
                  <a:lnTo>
                    <a:pt x="507750" y="566812"/>
                  </a:lnTo>
                  <a:lnTo>
                    <a:pt x="508528" y="570127"/>
                  </a:lnTo>
                  <a:lnTo>
                    <a:pt x="509320" y="573442"/>
                  </a:lnTo>
                  <a:lnTo>
                    <a:pt x="510125" y="576756"/>
                  </a:lnTo>
                  <a:lnTo>
                    <a:pt x="510946" y="580071"/>
                  </a:lnTo>
                  <a:lnTo>
                    <a:pt x="511786" y="583386"/>
                  </a:lnTo>
                  <a:lnTo>
                    <a:pt x="512640" y="586700"/>
                  </a:lnTo>
                  <a:lnTo>
                    <a:pt x="513509" y="590015"/>
                  </a:lnTo>
                  <a:lnTo>
                    <a:pt x="514395" y="593330"/>
                  </a:lnTo>
                  <a:lnTo>
                    <a:pt x="515301" y="596644"/>
                  </a:lnTo>
                  <a:lnTo>
                    <a:pt x="516225" y="599959"/>
                  </a:lnTo>
                  <a:lnTo>
                    <a:pt x="517165" y="603274"/>
                  </a:lnTo>
                  <a:lnTo>
                    <a:pt x="518122" y="606589"/>
                  </a:lnTo>
                  <a:lnTo>
                    <a:pt x="519105" y="609903"/>
                  </a:lnTo>
                  <a:lnTo>
                    <a:pt x="520106" y="613218"/>
                  </a:lnTo>
                  <a:lnTo>
                    <a:pt x="521127" y="616533"/>
                  </a:lnTo>
                  <a:lnTo>
                    <a:pt x="522167" y="619847"/>
                  </a:lnTo>
                  <a:lnTo>
                    <a:pt x="523235" y="623162"/>
                  </a:lnTo>
                  <a:lnTo>
                    <a:pt x="524326" y="626477"/>
                  </a:lnTo>
                  <a:lnTo>
                    <a:pt x="525438" y="629791"/>
                  </a:lnTo>
                  <a:lnTo>
                    <a:pt x="526573" y="633106"/>
                  </a:lnTo>
                  <a:lnTo>
                    <a:pt x="527735" y="636421"/>
                  </a:lnTo>
                  <a:lnTo>
                    <a:pt x="528926" y="639735"/>
                  </a:lnTo>
                  <a:lnTo>
                    <a:pt x="530141" y="643050"/>
                  </a:lnTo>
                  <a:lnTo>
                    <a:pt x="531381" y="646365"/>
                  </a:lnTo>
                  <a:lnTo>
                    <a:pt x="532646" y="649680"/>
                  </a:lnTo>
                  <a:lnTo>
                    <a:pt x="533946" y="652994"/>
                  </a:lnTo>
                  <a:lnTo>
                    <a:pt x="535270" y="656309"/>
                  </a:lnTo>
                  <a:lnTo>
                    <a:pt x="536619" y="659624"/>
                  </a:lnTo>
                  <a:lnTo>
                    <a:pt x="537993" y="662938"/>
                  </a:lnTo>
                  <a:lnTo>
                    <a:pt x="539402" y="666253"/>
                  </a:lnTo>
                  <a:lnTo>
                    <a:pt x="540836" y="669568"/>
                  </a:lnTo>
                  <a:lnTo>
                    <a:pt x="542293" y="672882"/>
                  </a:lnTo>
                  <a:lnTo>
                    <a:pt x="543773" y="676197"/>
                  </a:lnTo>
                  <a:lnTo>
                    <a:pt x="545281" y="679512"/>
                  </a:lnTo>
                  <a:lnTo>
                    <a:pt x="546814" y="682826"/>
                  </a:lnTo>
                  <a:lnTo>
                    <a:pt x="548365" y="686141"/>
                  </a:lnTo>
                  <a:lnTo>
                    <a:pt x="549936" y="689456"/>
                  </a:lnTo>
                  <a:lnTo>
                    <a:pt x="551526" y="692771"/>
                  </a:lnTo>
                  <a:lnTo>
                    <a:pt x="553135" y="696085"/>
                  </a:lnTo>
                  <a:lnTo>
                    <a:pt x="554757" y="699400"/>
                  </a:lnTo>
                  <a:lnTo>
                    <a:pt x="556389" y="702715"/>
                  </a:lnTo>
                  <a:lnTo>
                    <a:pt x="558032" y="706029"/>
                  </a:lnTo>
                  <a:lnTo>
                    <a:pt x="559683" y="709344"/>
                  </a:lnTo>
                  <a:lnTo>
                    <a:pt x="561337" y="712659"/>
                  </a:lnTo>
                  <a:lnTo>
                    <a:pt x="562992" y="715973"/>
                  </a:lnTo>
                  <a:lnTo>
                    <a:pt x="564647" y="719288"/>
                  </a:lnTo>
                  <a:lnTo>
                    <a:pt x="566296" y="722603"/>
                  </a:lnTo>
                  <a:lnTo>
                    <a:pt x="567938" y="725918"/>
                  </a:lnTo>
                  <a:lnTo>
                    <a:pt x="569569" y="729232"/>
                  </a:lnTo>
                  <a:lnTo>
                    <a:pt x="571189" y="732547"/>
                  </a:lnTo>
                  <a:lnTo>
                    <a:pt x="572789" y="735862"/>
                  </a:lnTo>
                  <a:lnTo>
                    <a:pt x="574369" y="739176"/>
                  </a:lnTo>
                  <a:lnTo>
                    <a:pt x="575927" y="742491"/>
                  </a:lnTo>
                  <a:lnTo>
                    <a:pt x="577463" y="745806"/>
                  </a:lnTo>
                  <a:lnTo>
                    <a:pt x="578971" y="749120"/>
                  </a:lnTo>
                  <a:lnTo>
                    <a:pt x="580443" y="752435"/>
                  </a:lnTo>
                  <a:lnTo>
                    <a:pt x="581885" y="755750"/>
                  </a:lnTo>
                  <a:lnTo>
                    <a:pt x="583296" y="759064"/>
                  </a:lnTo>
                  <a:lnTo>
                    <a:pt x="584674" y="762379"/>
                  </a:lnTo>
                  <a:lnTo>
                    <a:pt x="586004" y="765694"/>
                  </a:lnTo>
                  <a:lnTo>
                    <a:pt x="587299" y="769009"/>
                  </a:lnTo>
                  <a:lnTo>
                    <a:pt x="588558" y="772323"/>
                  </a:lnTo>
                  <a:lnTo>
                    <a:pt x="589780" y="775638"/>
                  </a:lnTo>
                  <a:lnTo>
                    <a:pt x="590953" y="778953"/>
                  </a:lnTo>
                  <a:lnTo>
                    <a:pt x="592086" y="782267"/>
                  </a:lnTo>
                  <a:lnTo>
                    <a:pt x="593183" y="785582"/>
                  </a:lnTo>
                  <a:lnTo>
                    <a:pt x="594244" y="788897"/>
                  </a:lnTo>
                  <a:lnTo>
                    <a:pt x="595262" y="792211"/>
                  </a:lnTo>
                  <a:lnTo>
                    <a:pt x="596239" y="795526"/>
                  </a:lnTo>
                  <a:lnTo>
                    <a:pt x="597183" y="798841"/>
                  </a:lnTo>
                  <a:lnTo>
                    <a:pt x="598096" y="802155"/>
                  </a:lnTo>
                  <a:lnTo>
                    <a:pt x="598975" y="805470"/>
                  </a:lnTo>
                  <a:lnTo>
                    <a:pt x="599818" y="808785"/>
                  </a:lnTo>
                  <a:lnTo>
                    <a:pt x="600636" y="812100"/>
                  </a:lnTo>
                  <a:lnTo>
                    <a:pt x="601430" y="815414"/>
                  </a:lnTo>
                  <a:lnTo>
                    <a:pt x="602201" y="818729"/>
                  </a:lnTo>
                  <a:lnTo>
                    <a:pt x="602946" y="822044"/>
                  </a:lnTo>
                  <a:lnTo>
                    <a:pt x="603674" y="825358"/>
                  </a:lnTo>
                  <a:lnTo>
                    <a:pt x="604387" y="828673"/>
                  </a:lnTo>
                  <a:lnTo>
                    <a:pt x="605087" y="831988"/>
                  </a:lnTo>
                  <a:lnTo>
                    <a:pt x="605774" y="835302"/>
                  </a:lnTo>
                  <a:lnTo>
                    <a:pt x="606452" y="838617"/>
                  </a:lnTo>
                  <a:lnTo>
                    <a:pt x="607124" y="841932"/>
                  </a:lnTo>
                  <a:lnTo>
                    <a:pt x="607792" y="845247"/>
                  </a:lnTo>
                  <a:lnTo>
                    <a:pt x="608457" y="848561"/>
                  </a:lnTo>
                  <a:lnTo>
                    <a:pt x="609121" y="851876"/>
                  </a:lnTo>
                  <a:lnTo>
                    <a:pt x="609786" y="855191"/>
                  </a:lnTo>
                  <a:lnTo>
                    <a:pt x="610453" y="858505"/>
                  </a:lnTo>
                  <a:lnTo>
                    <a:pt x="611123" y="861820"/>
                  </a:lnTo>
                  <a:lnTo>
                    <a:pt x="611799" y="865135"/>
                  </a:lnTo>
                  <a:lnTo>
                    <a:pt x="612480" y="868449"/>
                  </a:lnTo>
                  <a:lnTo>
                    <a:pt x="613166" y="871764"/>
                  </a:lnTo>
                  <a:lnTo>
                    <a:pt x="613857" y="875079"/>
                  </a:lnTo>
                  <a:lnTo>
                    <a:pt x="614555" y="878393"/>
                  </a:lnTo>
                  <a:lnTo>
                    <a:pt x="615259" y="881708"/>
                  </a:lnTo>
                  <a:lnTo>
                    <a:pt x="615968" y="885023"/>
                  </a:lnTo>
                  <a:lnTo>
                    <a:pt x="616682" y="888338"/>
                  </a:lnTo>
                  <a:lnTo>
                    <a:pt x="617400" y="891652"/>
                  </a:lnTo>
                  <a:lnTo>
                    <a:pt x="618121" y="894967"/>
                  </a:lnTo>
                  <a:lnTo>
                    <a:pt x="618844" y="898282"/>
                  </a:lnTo>
                  <a:lnTo>
                    <a:pt x="619567" y="901596"/>
                  </a:lnTo>
                  <a:lnTo>
                    <a:pt x="620290" y="904911"/>
                  </a:lnTo>
                  <a:lnTo>
                    <a:pt x="621009" y="908226"/>
                  </a:lnTo>
                  <a:lnTo>
                    <a:pt x="621724" y="911540"/>
                  </a:lnTo>
                  <a:lnTo>
                    <a:pt x="622434" y="914855"/>
                  </a:lnTo>
                  <a:lnTo>
                    <a:pt x="623136" y="918170"/>
                  </a:lnTo>
                  <a:lnTo>
                    <a:pt x="623825" y="921484"/>
                  </a:lnTo>
                  <a:lnTo>
                    <a:pt x="624502" y="924799"/>
                  </a:lnTo>
                  <a:lnTo>
                    <a:pt x="625167" y="928114"/>
                  </a:lnTo>
                  <a:lnTo>
                    <a:pt x="625816" y="931429"/>
                  </a:lnTo>
                  <a:lnTo>
                    <a:pt x="626442" y="934743"/>
                  </a:lnTo>
                  <a:lnTo>
                    <a:pt x="627046" y="938058"/>
                  </a:lnTo>
                  <a:lnTo>
                    <a:pt x="627629" y="941373"/>
                  </a:lnTo>
                  <a:lnTo>
                    <a:pt x="627798" y="942370"/>
                  </a:lnTo>
                  <a:lnTo>
                    <a:pt x="628189" y="944687"/>
                  </a:lnTo>
                  <a:lnTo>
                    <a:pt x="628716" y="948002"/>
                  </a:lnTo>
                  <a:lnTo>
                    <a:pt x="629211" y="951317"/>
                  </a:lnTo>
                  <a:lnTo>
                    <a:pt x="629675" y="954631"/>
                  </a:lnTo>
                  <a:lnTo>
                    <a:pt x="630108" y="957946"/>
                  </a:lnTo>
                  <a:lnTo>
                    <a:pt x="630501" y="961261"/>
                  </a:lnTo>
                  <a:lnTo>
                    <a:pt x="630848" y="964576"/>
                  </a:lnTo>
                  <a:lnTo>
                    <a:pt x="631156" y="967890"/>
                  </a:lnTo>
                  <a:lnTo>
                    <a:pt x="631425" y="971205"/>
                  </a:lnTo>
                  <a:lnTo>
                    <a:pt x="631650" y="974520"/>
                  </a:lnTo>
                  <a:lnTo>
                    <a:pt x="631814" y="977834"/>
                  </a:lnTo>
                  <a:lnTo>
                    <a:pt x="631932" y="981149"/>
                  </a:lnTo>
                  <a:lnTo>
                    <a:pt x="632004" y="984464"/>
                  </a:lnTo>
                  <a:lnTo>
                    <a:pt x="632027" y="987778"/>
                  </a:lnTo>
                  <a:lnTo>
                    <a:pt x="631981" y="991093"/>
                  </a:lnTo>
                  <a:lnTo>
                    <a:pt x="631880" y="994408"/>
                  </a:lnTo>
                  <a:lnTo>
                    <a:pt x="631726" y="997722"/>
                  </a:lnTo>
                  <a:lnTo>
                    <a:pt x="631519" y="1001037"/>
                  </a:lnTo>
                  <a:lnTo>
                    <a:pt x="631243" y="1004352"/>
                  </a:lnTo>
                  <a:lnTo>
                    <a:pt x="630901" y="1007667"/>
                  </a:lnTo>
                  <a:lnTo>
                    <a:pt x="630503" y="1010981"/>
                  </a:lnTo>
                  <a:lnTo>
                    <a:pt x="630048" y="1014296"/>
                  </a:lnTo>
                  <a:lnTo>
                    <a:pt x="629528" y="1017611"/>
                  </a:lnTo>
                  <a:lnTo>
                    <a:pt x="628935" y="1020925"/>
                  </a:lnTo>
                  <a:lnTo>
                    <a:pt x="628284" y="1024240"/>
                  </a:lnTo>
                  <a:lnTo>
                    <a:pt x="627577" y="1027555"/>
                  </a:lnTo>
                  <a:lnTo>
                    <a:pt x="626812" y="1030869"/>
                  </a:lnTo>
                  <a:lnTo>
                    <a:pt x="625968" y="1034184"/>
                  </a:lnTo>
                  <a:lnTo>
                    <a:pt x="625071" y="1037499"/>
                  </a:lnTo>
                  <a:lnTo>
                    <a:pt x="624120" y="1040813"/>
                  </a:lnTo>
                  <a:lnTo>
                    <a:pt x="623117" y="1044128"/>
                  </a:lnTo>
                  <a:lnTo>
                    <a:pt x="622045" y="1047443"/>
                  </a:lnTo>
                  <a:lnTo>
                    <a:pt x="620921" y="1050758"/>
                  </a:lnTo>
                  <a:lnTo>
                    <a:pt x="619750" y="1054072"/>
                  </a:lnTo>
                  <a:lnTo>
                    <a:pt x="618535" y="1057387"/>
                  </a:lnTo>
                  <a:lnTo>
                    <a:pt x="617265" y="1060702"/>
                  </a:lnTo>
                  <a:lnTo>
                    <a:pt x="615948" y="1064016"/>
                  </a:lnTo>
                  <a:lnTo>
                    <a:pt x="614594" y="1067331"/>
                  </a:lnTo>
                  <a:lnTo>
                    <a:pt x="613205" y="1070646"/>
                  </a:lnTo>
                  <a:lnTo>
                    <a:pt x="611779" y="1073960"/>
                  </a:lnTo>
                  <a:lnTo>
                    <a:pt x="610314" y="1077275"/>
                  </a:lnTo>
                  <a:lnTo>
                    <a:pt x="608823" y="1080590"/>
                  </a:lnTo>
                  <a:lnTo>
                    <a:pt x="607308" y="1083904"/>
                  </a:lnTo>
                  <a:lnTo>
                    <a:pt x="605770" y="1087219"/>
                  </a:lnTo>
                  <a:lnTo>
                    <a:pt x="604207" y="1090534"/>
                  </a:lnTo>
                  <a:lnTo>
                    <a:pt x="602629" y="1093849"/>
                  </a:lnTo>
                  <a:lnTo>
                    <a:pt x="601038" y="1097163"/>
                  </a:lnTo>
                  <a:lnTo>
                    <a:pt x="599435" y="1100478"/>
                  </a:lnTo>
                  <a:lnTo>
                    <a:pt x="597822" y="1103793"/>
                  </a:lnTo>
                  <a:lnTo>
                    <a:pt x="596204" y="1107107"/>
                  </a:lnTo>
                  <a:lnTo>
                    <a:pt x="594581" y="1110422"/>
                  </a:lnTo>
                  <a:lnTo>
                    <a:pt x="592957" y="1113737"/>
                  </a:lnTo>
                  <a:lnTo>
                    <a:pt x="591333" y="1117051"/>
                  </a:lnTo>
                  <a:lnTo>
                    <a:pt x="589711" y="1120366"/>
                  </a:lnTo>
                  <a:lnTo>
                    <a:pt x="588093" y="1123681"/>
                  </a:lnTo>
                  <a:lnTo>
                    <a:pt x="586478" y="1126996"/>
                  </a:lnTo>
                  <a:lnTo>
                    <a:pt x="584869" y="1130310"/>
                  </a:lnTo>
                  <a:lnTo>
                    <a:pt x="583268" y="1133625"/>
                  </a:lnTo>
                  <a:lnTo>
                    <a:pt x="581673" y="1136940"/>
                  </a:lnTo>
                  <a:lnTo>
                    <a:pt x="580085" y="1140254"/>
                  </a:lnTo>
                  <a:lnTo>
                    <a:pt x="578504" y="1143569"/>
                  </a:lnTo>
                  <a:lnTo>
                    <a:pt x="576932" y="1146884"/>
                  </a:lnTo>
                  <a:lnTo>
                    <a:pt x="575367" y="1150198"/>
                  </a:lnTo>
                  <a:lnTo>
                    <a:pt x="573809" y="1153513"/>
                  </a:lnTo>
                  <a:lnTo>
                    <a:pt x="572256" y="1156828"/>
                  </a:lnTo>
                  <a:lnTo>
                    <a:pt x="570711" y="1160142"/>
                  </a:lnTo>
                  <a:lnTo>
                    <a:pt x="569170" y="1163457"/>
                  </a:lnTo>
                  <a:lnTo>
                    <a:pt x="567634" y="1166772"/>
                  </a:lnTo>
                  <a:lnTo>
                    <a:pt x="566100" y="1170087"/>
                  </a:lnTo>
                  <a:lnTo>
                    <a:pt x="564570" y="1173401"/>
                  </a:lnTo>
                  <a:lnTo>
                    <a:pt x="563041" y="1176716"/>
                  </a:lnTo>
                  <a:lnTo>
                    <a:pt x="561513" y="1180031"/>
                  </a:lnTo>
                  <a:lnTo>
                    <a:pt x="559986" y="1183345"/>
                  </a:lnTo>
                  <a:lnTo>
                    <a:pt x="558457" y="1186660"/>
                  </a:lnTo>
                  <a:lnTo>
                    <a:pt x="556928" y="1189975"/>
                  </a:lnTo>
                  <a:lnTo>
                    <a:pt x="555396" y="1193289"/>
                  </a:lnTo>
                  <a:lnTo>
                    <a:pt x="553862" y="1196604"/>
                  </a:lnTo>
                  <a:lnTo>
                    <a:pt x="552326" y="1199919"/>
                  </a:lnTo>
                  <a:lnTo>
                    <a:pt x="550786" y="1203233"/>
                  </a:lnTo>
                  <a:lnTo>
                    <a:pt x="549243" y="1206548"/>
                  </a:lnTo>
                  <a:lnTo>
                    <a:pt x="547698" y="1209863"/>
                  </a:lnTo>
                  <a:lnTo>
                    <a:pt x="546151" y="1213178"/>
                  </a:lnTo>
                  <a:lnTo>
                    <a:pt x="544601" y="1216492"/>
                  </a:lnTo>
                  <a:lnTo>
                    <a:pt x="543050" y="1219807"/>
                  </a:lnTo>
                  <a:lnTo>
                    <a:pt x="541499" y="1223122"/>
                  </a:lnTo>
                  <a:lnTo>
                    <a:pt x="539948" y="1226436"/>
                  </a:lnTo>
                  <a:lnTo>
                    <a:pt x="538399" y="1229751"/>
                  </a:lnTo>
                  <a:lnTo>
                    <a:pt x="536854" y="1233066"/>
                  </a:lnTo>
                  <a:lnTo>
                    <a:pt x="535314" y="1236380"/>
                  </a:lnTo>
                  <a:lnTo>
                    <a:pt x="533781" y="1239695"/>
                  </a:lnTo>
                  <a:lnTo>
                    <a:pt x="532255" y="1243010"/>
                  </a:lnTo>
                  <a:lnTo>
                    <a:pt x="530745" y="1246325"/>
                  </a:lnTo>
                  <a:lnTo>
                    <a:pt x="529248" y="1249639"/>
                  </a:lnTo>
                  <a:lnTo>
                    <a:pt x="527767" y="1252954"/>
                  </a:lnTo>
                  <a:lnTo>
                    <a:pt x="526305" y="1256269"/>
                  </a:lnTo>
                  <a:lnTo>
                    <a:pt x="524872" y="1259583"/>
                  </a:lnTo>
                  <a:lnTo>
                    <a:pt x="523469" y="1262898"/>
                  </a:lnTo>
                  <a:lnTo>
                    <a:pt x="522095" y="1266213"/>
                  </a:lnTo>
                  <a:lnTo>
                    <a:pt x="520755" y="1269527"/>
                  </a:lnTo>
                  <a:lnTo>
                    <a:pt x="519464" y="1272842"/>
                  </a:lnTo>
                  <a:lnTo>
                    <a:pt x="518227" y="1276157"/>
                  </a:lnTo>
                  <a:lnTo>
                    <a:pt x="517040" y="1279471"/>
                  </a:lnTo>
                  <a:lnTo>
                    <a:pt x="515910" y="1282786"/>
                  </a:lnTo>
                  <a:lnTo>
                    <a:pt x="514851" y="1286101"/>
                  </a:lnTo>
                  <a:lnTo>
                    <a:pt x="513886" y="1289416"/>
                  </a:lnTo>
                  <a:lnTo>
                    <a:pt x="513001" y="1292730"/>
                  </a:lnTo>
                  <a:lnTo>
                    <a:pt x="512205" y="1296045"/>
                  </a:lnTo>
                  <a:lnTo>
                    <a:pt x="511508" y="1299360"/>
                  </a:lnTo>
                  <a:lnTo>
                    <a:pt x="510964" y="1302674"/>
                  </a:lnTo>
                  <a:lnTo>
                    <a:pt x="510544" y="1305989"/>
                  </a:lnTo>
                  <a:lnTo>
                    <a:pt x="510256" y="1309304"/>
                  </a:lnTo>
                  <a:lnTo>
                    <a:pt x="510112" y="1312618"/>
                  </a:lnTo>
                  <a:lnTo>
                    <a:pt x="510136" y="1313736"/>
                  </a:lnTo>
                  <a:lnTo>
                    <a:pt x="510184" y="1315933"/>
                  </a:lnTo>
                  <a:lnTo>
                    <a:pt x="510449" y="1319248"/>
                  </a:lnTo>
                  <a:lnTo>
                    <a:pt x="510908" y="1322562"/>
                  </a:lnTo>
                  <a:lnTo>
                    <a:pt x="511571" y="1325877"/>
                  </a:lnTo>
                  <a:lnTo>
                    <a:pt x="512513" y="1329192"/>
                  </a:lnTo>
                  <a:lnTo>
                    <a:pt x="513752" y="1332507"/>
                  </a:lnTo>
                  <a:lnTo>
                    <a:pt x="515257" y="1335821"/>
                  </a:lnTo>
                  <a:lnTo>
                    <a:pt x="517045" y="1339136"/>
                  </a:lnTo>
                  <a:lnTo>
                    <a:pt x="519173" y="1342451"/>
                  </a:lnTo>
                  <a:lnTo>
                    <a:pt x="521731" y="1345765"/>
                  </a:lnTo>
                  <a:lnTo>
                    <a:pt x="524640" y="1349080"/>
                  </a:lnTo>
                  <a:lnTo>
                    <a:pt x="527918" y="1352395"/>
                  </a:lnTo>
                  <a:lnTo>
                    <a:pt x="531585" y="1355709"/>
                  </a:lnTo>
                  <a:lnTo>
                    <a:pt x="535838" y="1359024"/>
                  </a:lnTo>
                  <a:lnTo>
                    <a:pt x="540528" y="1362339"/>
                  </a:lnTo>
                  <a:lnTo>
                    <a:pt x="545667" y="1365653"/>
                  </a:lnTo>
                  <a:lnTo>
                    <a:pt x="551270" y="1368968"/>
                  </a:lnTo>
                  <a:lnTo>
                    <a:pt x="557520" y="1372283"/>
                  </a:lnTo>
                  <a:lnTo>
                    <a:pt x="564322" y="1375598"/>
                  </a:lnTo>
                  <a:lnTo>
                    <a:pt x="571633" y="1378912"/>
                  </a:lnTo>
                  <a:lnTo>
                    <a:pt x="579461" y="1382227"/>
                  </a:lnTo>
                  <a:lnTo>
                    <a:pt x="587931" y="1385542"/>
                  </a:lnTo>
                  <a:lnTo>
                    <a:pt x="597043" y="1388856"/>
                  </a:lnTo>
                  <a:lnTo>
                    <a:pt x="606678" y="1392171"/>
                  </a:lnTo>
                  <a:lnTo>
                    <a:pt x="616834" y="1395486"/>
                  </a:lnTo>
                  <a:lnTo>
                    <a:pt x="627558" y="1398800"/>
                  </a:lnTo>
                  <a:lnTo>
                    <a:pt x="638941" y="1402115"/>
                  </a:lnTo>
                  <a:lnTo>
                    <a:pt x="650792" y="1405430"/>
                  </a:lnTo>
                  <a:lnTo>
                    <a:pt x="663094" y="1408745"/>
                  </a:lnTo>
                  <a:lnTo>
                    <a:pt x="675826" y="1412059"/>
                  </a:lnTo>
                  <a:lnTo>
                    <a:pt x="689109" y="1415374"/>
                  </a:lnTo>
                  <a:lnTo>
                    <a:pt x="702723" y="1418689"/>
                  </a:lnTo>
                  <a:lnTo>
                    <a:pt x="716631" y="1422003"/>
                  </a:lnTo>
                  <a:lnTo>
                    <a:pt x="730795" y="1425318"/>
                  </a:lnTo>
                  <a:lnTo>
                    <a:pt x="745213" y="1428633"/>
                  </a:lnTo>
                  <a:lnTo>
                    <a:pt x="759757" y="1431947"/>
                  </a:lnTo>
                  <a:lnTo>
                    <a:pt x="774352" y="1435262"/>
                  </a:lnTo>
                  <a:lnTo>
                    <a:pt x="788947" y="1438577"/>
                  </a:lnTo>
                  <a:lnTo>
                    <a:pt x="803458" y="1441891"/>
                  </a:lnTo>
                  <a:lnTo>
                    <a:pt x="817758" y="1445206"/>
                  </a:lnTo>
                  <a:lnTo>
                    <a:pt x="831806" y="1448521"/>
                  </a:lnTo>
                  <a:lnTo>
                    <a:pt x="845544" y="1451836"/>
                  </a:lnTo>
                  <a:lnTo>
                    <a:pt x="858872" y="1455150"/>
                  </a:lnTo>
                  <a:lnTo>
                    <a:pt x="871548" y="1458465"/>
                  </a:lnTo>
                  <a:lnTo>
                    <a:pt x="883649" y="1461780"/>
                  </a:lnTo>
                  <a:lnTo>
                    <a:pt x="895120" y="1465094"/>
                  </a:lnTo>
                  <a:lnTo>
                    <a:pt x="905906" y="1468409"/>
                  </a:lnTo>
                  <a:lnTo>
                    <a:pt x="915598" y="1471724"/>
                  </a:lnTo>
                  <a:lnTo>
                    <a:pt x="924405" y="1475038"/>
                  </a:lnTo>
                  <a:lnTo>
                    <a:pt x="932307" y="1478353"/>
                  </a:lnTo>
                  <a:lnTo>
                    <a:pt x="939265" y="1481668"/>
                  </a:lnTo>
                  <a:lnTo>
                    <a:pt x="944927" y="1484982"/>
                  </a:lnTo>
                  <a:lnTo>
                    <a:pt x="949383" y="1488297"/>
                  </a:lnTo>
                  <a:lnTo>
                    <a:pt x="952759" y="1491612"/>
                  </a:lnTo>
                  <a:lnTo>
                    <a:pt x="955038" y="1494927"/>
                  </a:lnTo>
                  <a:lnTo>
                    <a:pt x="956002" y="1498241"/>
                  </a:lnTo>
                  <a:lnTo>
                    <a:pt x="955877" y="1499144"/>
                  </a:lnTo>
                  <a:lnTo>
                    <a:pt x="955545" y="1501556"/>
                  </a:lnTo>
                  <a:lnTo>
                    <a:pt x="953967" y="1504871"/>
                  </a:lnTo>
                  <a:lnTo>
                    <a:pt x="951278" y="1508185"/>
                  </a:lnTo>
                  <a:lnTo>
                    <a:pt x="947421" y="1511500"/>
                  </a:lnTo>
                  <a:lnTo>
                    <a:pt x="942096" y="1514815"/>
                  </a:lnTo>
                  <a:lnTo>
                    <a:pt x="935752" y="1518129"/>
                  </a:lnTo>
                  <a:lnTo>
                    <a:pt x="928422" y="1521444"/>
                  </a:lnTo>
                  <a:lnTo>
                    <a:pt x="920143" y="1524759"/>
                  </a:lnTo>
                  <a:lnTo>
                    <a:pt x="910638" y="1528074"/>
                  </a:lnTo>
                  <a:lnTo>
                    <a:pt x="900291" y="1531388"/>
                  </a:lnTo>
                  <a:lnTo>
                    <a:pt x="889200" y="1534703"/>
                  </a:lnTo>
                  <a:lnTo>
                    <a:pt x="877415" y="1538018"/>
                  </a:lnTo>
                  <a:lnTo>
                    <a:pt x="864851" y="1541332"/>
                  </a:lnTo>
                  <a:lnTo>
                    <a:pt x="851687" y="1544647"/>
                  </a:lnTo>
                  <a:lnTo>
                    <a:pt x="838086" y="1547962"/>
                  </a:lnTo>
                  <a:lnTo>
                    <a:pt x="824106" y="1551276"/>
                  </a:lnTo>
                  <a:lnTo>
                    <a:pt x="809773" y="1554591"/>
                  </a:lnTo>
                  <a:lnTo>
                    <a:pt x="795179" y="1557906"/>
                  </a:lnTo>
                  <a:lnTo>
                    <a:pt x="780465" y="1561220"/>
                  </a:lnTo>
                  <a:lnTo>
                    <a:pt x="765685" y="1564535"/>
                  </a:lnTo>
                  <a:lnTo>
                    <a:pt x="750896" y="1567850"/>
                  </a:lnTo>
                  <a:lnTo>
                    <a:pt x="736217" y="1571165"/>
                  </a:lnTo>
                  <a:lnTo>
                    <a:pt x="721697" y="1574479"/>
                  </a:lnTo>
                  <a:lnTo>
                    <a:pt x="707375" y="1577794"/>
                  </a:lnTo>
                  <a:lnTo>
                    <a:pt x="693293" y="1581109"/>
                  </a:lnTo>
                  <a:lnTo>
                    <a:pt x="679620" y="1584423"/>
                  </a:lnTo>
                  <a:lnTo>
                    <a:pt x="666330" y="1587738"/>
                  </a:lnTo>
                  <a:lnTo>
                    <a:pt x="653425" y="1591053"/>
                  </a:lnTo>
                  <a:lnTo>
                    <a:pt x="640930" y="1594367"/>
                  </a:lnTo>
                  <a:lnTo>
                    <a:pt x="628984" y="1597682"/>
                  </a:lnTo>
                  <a:lnTo>
                    <a:pt x="617596" y="1600997"/>
                  </a:lnTo>
                  <a:lnTo>
                    <a:pt x="606691" y="1604311"/>
                  </a:lnTo>
                  <a:lnTo>
                    <a:pt x="596278" y="1607626"/>
                  </a:lnTo>
                  <a:lnTo>
                    <a:pt x="586430" y="1610941"/>
                  </a:lnTo>
                  <a:lnTo>
                    <a:pt x="577241" y="1614256"/>
                  </a:lnTo>
                  <a:lnTo>
                    <a:pt x="568554" y="1617570"/>
                  </a:lnTo>
                  <a:lnTo>
                    <a:pt x="560363" y="1620885"/>
                  </a:lnTo>
                  <a:lnTo>
                    <a:pt x="552673" y="1624200"/>
                  </a:lnTo>
                  <a:lnTo>
                    <a:pt x="545664" y="1627514"/>
                  </a:lnTo>
                  <a:lnTo>
                    <a:pt x="539116" y="1630829"/>
                  </a:lnTo>
                  <a:lnTo>
                    <a:pt x="533016" y="1634144"/>
                  </a:lnTo>
                  <a:lnTo>
                    <a:pt x="527352" y="1637458"/>
                  </a:lnTo>
                  <a:lnTo>
                    <a:pt x="522243" y="1640773"/>
                  </a:lnTo>
                  <a:lnTo>
                    <a:pt x="517562" y="1644088"/>
                  </a:lnTo>
                  <a:lnTo>
                    <a:pt x="513250" y="1647403"/>
                  </a:lnTo>
                  <a:lnTo>
                    <a:pt x="509292" y="1650717"/>
                  </a:lnTo>
                  <a:lnTo>
                    <a:pt x="505742" y="1654032"/>
                  </a:lnTo>
                  <a:lnTo>
                    <a:pt x="502561" y="1657347"/>
                  </a:lnTo>
                  <a:lnTo>
                    <a:pt x="499663" y="1660661"/>
                  </a:lnTo>
                  <a:lnTo>
                    <a:pt x="497033" y="1663976"/>
                  </a:lnTo>
                  <a:lnTo>
                    <a:pt x="494679" y="1667291"/>
                  </a:lnTo>
                  <a:lnTo>
                    <a:pt x="492623" y="1670605"/>
                  </a:lnTo>
                  <a:lnTo>
                    <a:pt x="490770" y="1673920"/>
                  </a:lnTo>
                  <a:lnTo>
                    <a:pt x="489105" y="1677235"/>
                  </a:lnTo>
                  <a:lnTo>
                    <a:pt x="487616" y="1680549"/>
                  </a:lnTo>
                  <a:lnTo>
                    <a:pt x="486349" y="1683864"/>
                  </a:lnTo>
                  <a:lnTo>
                    <a:pt x="485219" y="1687179"/>
                  </a:lnTo>
                  <a:lnTo>
                    <a:pt x="484215" y="1690494"/>
                  </a:lnTo>
                  <a:lnTo>
                    <a:pt x="483326" y="1693808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232923" y="2488795"/>
              <a:ext cx="956002" cy="1643363"/>
            </a:xfrm>
            <a:custGeom>
              <a:avLst/>
              <a:pathLst>
                <a:path w="956002" h="1643363">
                  <a:moveTo>
                    <a:pt x="472708" y="1643363"/>
                  </a:moveTo>
                  <a:lnTo>
                    <a:pt x="472058" y="1640147"/>
                  </a:lnTo>
                  <a:lnTo>
                    <a:pt x="471350" y="1636931"/>
                  </a:lnTo>
                  <a:lnTo>
                    <a:pt x="470572" y="1633715"/>
                  </a:lnTo>
                  <a:lnTo>
                    <a:pt x="469691" y="1630499"/>
                  </a:lnTo>
                  <a:lnTo>
                    <a:pt x="468735" y="1627283"/>
                  </a:lnTo>
                  <a:lnTo>
                    <a:pt x="467702" y="1624067"/>
                  </a:lnTo>
                  <a:lnTo>
                    <a:pt x="466538" y="1620851"/>
                  </a:lnTo>
                  <a:lnTo>
                    <a:pt x="465268" y="1617635"/>
                  </a:lnTo>
                  <a:lnTo>
                    <a:pt x="463899" y="1614419"/>
                  </a:lnTo>
                  <a:lnTo>
                    <a:pt x="462403" y="1611203"/>
                  </a:lnTo>
                  <a:lnTo>
                    <a:pt x="460741" y="1607987"/>
                  </a:lnTo>
                  <a:lnTo>
                    <a:pt x="458957" y="1604771"/>
                  </a:lnTo>
                  <a:lnTo>
                    <a:pt x="457048" y="1601555"/>
                  </a:lnTo>
                  <a:lnTo>
                    <a:pt x="454921" y="1598339"/>
                  </a:lnTo>
                  <a:lnTo>
                    <a:pt x="452634" y="1595123"/>
                  </a:lnTo>
                  <a:lnTo>
                    <a:pt x="450195" y="1591907"/>
                  </a:lnTo>
                  <a:lnTo>
                    <a:pt x="447553" y="1588691"/>
                  </a:lnTo>
                  <a:lnTo>
                    <a:pt x="444670" y="1585475"/>
                  </a:lnTo>
                  <a:lnTo>
                    <a:pt x="441607" y="1582259"/>
                  </a:lnTo>
                  <a:lnTo>
                    <a:pt x="438361" y="1579043"/>
                  </a:lnTo>
                  <a:lnTo>
                    <a:pt x="434793" y="1575827"/>
                  </a:lnTo>
                  <a:lnTo>
                    <a:pt x="431012" y="1572611"/>
                  </a:lnTo>
                  <a:lnTo>
                    <a:pt x="427020" y="1569395"/>
                  </a:lnTo>
                  <a:lnTo>
                    <a:pt x="422739" y="1566179"/>
                  </a:lnTo>
                  <a:lnTo>
                    <a:pt x="418150" y="1562963"/>
                  </a:lnTo>
                  <a:lnTo>
                    <a:pt x="413327" y="1559747"/>
                  </a:lnTo>
                  <a:lnTo>
                    <a:pt x="408263" y="1556531"/>
                  </a:lnTo>
                  <a:lnTo>
                    <a:pt x="402789" y="1553315"/>
                  </a:lnTo>
                  <a:lnTo>
                    <a:pt x="397063" y="1550099"/>
                  </a:lnTo>
                  <a:lnTo>
                    <a:pt x="391083" y="1546884"/>
                  </a:lnTo>
                  <a:lnTo>
                    <a:pt x="384747" y="1543668"/>
                  </a:lnTo>
                  <a:lnTo>
                    <a:pt x="378070" y="1540452"/>
                  </a:lnTo>
                  <a:lnTo>
                    <a:pt x="371131" y="1537236"/>
                  </a:lnTo>
                  <a:lnTo>
                    <a:pt x="363911" y="1534020"/>
                  </a:lnTo>
                  <a:lnTo>
                    <a:pt x="356267" y="1530804"/>
                  </a:lnTo>
                  <a:lnTo>
                    <a:pt x="348364" y="1527588"/>
                  </a:lnTo>
                  <a:lnTo>
                    <a:pt x="340203" y="1524372"/>
                  </a:lnTo>
                  <a:lnTo>
                    <a:pt x="331679" y="1521156"/>
                  </a:lnTo>
                  <a:lnTo>
                    <a:pt x="322850" y="1517940"/>
                  </a:lnTo>
                  <a:lnTo>
                    <a:pt x="313782" y="1514724"/>
                  </a:lnTo>
                  <a:lnTo>
                    <a:pt x="304455" y="1511508"/>
                  </a:lnTo>
                  <a:lnTo>
                    <a:pt x="294786" y="1508292"/>
                  </a:lnTo>
                  <a:lnTo>
                    <a:pt x="284915" y="1505076"/>
                  </a:lnTo>
                  <a:lnTo>
                    <a:pt x="274849" y="1501860"/>
                  </a:lnTo>
                  <a:lnTo>
                    <a:pt x="264516" y="1498644"/>
                  </a:lnTo>
                  <a:lnTo>
                    <a:pt x="253999" y="1495428"/>
                  </a:lnTo>
                  <a:lnTo>
                    <a:pt x="243340" y="1492212"/>
                  </a:lnTo>
                  <a:lnTo>
                    <a:pt x="232533" y="1488996"/>
                  </a:lnTo>
                  <a:lnTo>
                    <a:pt x="221580" y="1485780"/>
                  </a:lnTo>
                  <a:lnTo>
                    <a:pt x="210557" y="1482564"/>
                  </a:lnTo>
                  <a:lnTo>
                    <a:pt x="199475" y="1479348"/>
                  </a:lnTo>
                  <a:lnTo>
                    <a:pt x="188351" y="1476132"/>
                  </a:lnTo>
                  <a:lnTo>
                    <a:pt x="177238" y="1472916"/>
                  </a:lnTo>
                  <a:lnTo>
                    <a:pt x="166153" y="1469700"/>
                  </a:lnTo>
                  <a:lnTo>
                    <a:pt x="155130" y="1466484"/>
                  </a:lnTo>
                  <a:lnTo>
                    <a:pt x="144240" y="1463268"/>
                  </a:lnTo>
                  <a:lnTo>
                    <a:pt x="133475" y="1460052"/>
                  </a:lnTo>
                  <a:lnTo>
                    <a:pt x="122848" y="1456836"/>
                  </a:lnTo>
                  <a:lnTo>
                    <a:pt x="112503" y="1453620"/>
                  </a:lnTo>
                  <a:lnTo>
                    <a:pt x="102399" y="1450404"/>
                  </a:lnTo>
                  <a:lnTo>
                    <a:pt x="92535" y="1447188"/>
                  </a:lnTo>
                  <a:lnTo>
                    <a:pt x="83006" y="1443972"/>
                  </a:lnTo>
                  <a:lnTo>
                    <a:pt x="73909" y="1440756"/>
                  </a:lnTo>
                  <a:lnTo>
                    <a:pt x="65149" y="1437540"/>
                  </a:lnTo>
                  <a:lnTo>
                    <a:pt x="56737" y="1434324"/>
                  </a:lnTo>
                  <a:lnTo>
                    <a:pt x="48958" y="1431108"/>
                  </a:lnTo>
                  <a:lnTo>
                    <a:pt x="41619" y="1427892"/>
                  </a:lnTo>
                  <a:lnTo>
                    <a:pt x="34716" y="1424676"/>
                  </a:lnTo>
                  <a:lnTo>
                    <a:pt x="28415" y="1421460"/>
                  </a:lnTo>
                  <a:lnTo>
                    <a:pt x="22775" y="1418245"/>
                  </a:lnTo>
                  <a:lnTo>
                    <a:pt x="17638" y="1415029"/>
                  </a:lnTo>
                  <a:lnTo>
                    <a:pt x="13016" y="1411813"/>
                  </a:lnTo>
                  <a:lnTo>
                    <a:pt x="9288" y="1408597"/>
                  </a:lnTo>
                  <a:lnTo>
                    <a:pt x="6111" y="1405381"/>
                  </a:lnTo>
                  <a:lnTo>
                    <a:pt x="3487" y="1402165"/>
                  </a:lnTo>
                  <a:lnTo>
                    <a:pt x="1638" y="1398949"/>
                  </a:lnTo>
                  <a:lnTo>
                    <a:pt x="533" y="1395733"/>
                  </a:lnTo>
                  <a:lnTo>
                    <a:pt x="97" y="1393102"/>
                  </a:lnTo>
                  <a:lnTo>
                    <a:pt x="0" y="1392517"/>
                  </a:lnTo>
                  <a:lnTo>
                    <a:pt x="71" y="1389301"/>
                  </a:lnTo>
                  <a:lnTo>
                    <a:pt x="1066" y="1386085"/>
                  </a:lnTo>
                  <a:lnTo>
                    <a:pt x="2621" y="1382869"/>
                  </a:lnTo>
                  <a:lnTo>
                    <a:pt x="4732" y="1379653"/>
                  </a:lnTo>
                  <a:lnTo>
                    <a:pt x="7622" y="1376437"/>
                  </a:lnTo>
                  <a:lnTo>
                    <a:pt x="11176" y="1373221"/>
                  </a:lnTo>
                  <a:lnTo>
                    <a:pt x="15243" y="1370005"/>
                  </a:lnTo>
                  <a:lnTo>
                    <a:pt x="19869" y="1366789"/>
                  </a:lnTo>
                  <a:lnTo>
                    <a:pt x="25246" y="1363573"/>
                  </a:lnTo>
                  <a:lnTo>
                    <a:pt x="31070" y="1360357"/>
                  </a:lnTo>
                  <a:lnTo>
                    <a:pt x="37332" y="1357141"/>
                  </a:lnTo>
                  <a:lnTo>
                    <a:pt x="44199" y="1353925"/>
                  </a:lnTo>
                  <a:lnTo>
                    <a:pt x="51514" y="1350709"/>
                  </a:lnTo>
                  <a:lnTo>
                    <a:pt x="59179" y="1347493"/>
                  </a:lnTo>
                  <a:lnTo>
                    <a:pt x="67227" y="1344277"/>
                  </a:lnTo>
                  <a:lnTo>
                    <a:pt x="75713" y="1341061"/>
                  </a:lnTo>
                  <a:lnTo>
                    <a:pt x="84448" y="1337845"/>
                  </a:lnTo>
                  <a:lnTo>
                    <a:pt x="93420" y="1334629"/>
                  </a:lnTo>
                  <a:lnTo>
                    <a:pt x="102693" y="1331413"/>
                  </a:lnTo>
                  <a:lnTo>
                    <a:pt x="112141" y="1328197"/>
                  </a:lnTo>
                  <a:lnTo>
                    <a:pt x="121719" y="1324981"/>
                  </a:lnTo>
                  <a:lnTo>
                    <a:pt x="131425" y="1321765"/>
                  </a:lnTo>
                  <a:lnTo>
                    <a:pt x="141220" y="1318549"/>
                  </a:lnTo>
                  <a:lnTo>
                    <a:pt x="151041" y="1315333"/>
                  </a:lnTo>
                  <a:lnTo>
                    <a:pt x="160875" y="1312117"/>
                  </a:lnTo>
                  <a:lnTo>
                    <a:pt x="170667" y="1308901"/>
                  </a:lnTo>
                  <a:lnTo>
                    <a:pt x="180386" y="1305685"/>
                  </a:lnTo>
                  <a:lnTo>
                    <a:pt x="190023" y="1302469"/>
                  </a:lnTo>
                  <a:lnTo>
                    <a:pt x="199528" y="1299253"/>
                  </a:lnTo>
                  <a:lnTo>
                    <a:pt x="208834" y="1296037"/>
                  </a:lnTo>
                  <a:lnTo>
                    <a:pt x="217976" y="1292821"/>
                  </a:lnTo>
                  <a:lnTo>
                    <a:pt x="226944" y="1289605"/>
                  </a:lnTo>
                  <a:lnTo>
                    <a:pt x="235582" y="1286390"/>
                  </a:lnTo>
                  <a:lnTo>
                    <a:pt x="243980" y="1283174"/>
                  </a:lnTo>
                  <a:lnTo>
                    <a:pt x="252140" y="1279958"/>
                  </a:lnTo>
                  <a:lnTo>
                    <a:pt x="259970" y="1276742"/>
                  </a:lnTo>
                  <a:lnTo>
                    <a:pt x="267428" y="1273526"/>
                  </a:lnTo>
                  <a:lnTo>
                    <a:pt x="274605" y="1270310"/>
                  </a:lnTo>
                  <a:lnTo>
                    <a:pt x="281494" y="1267094"/>
                  </a:lnTo>
                  <a:lnTo>
                    <a:pt x="287878" y="1263878"/>
                  </a:lnTo>
                  <a:lnTo>
                    <a:pt x="293951" y="1260662"/>
                  </a:lnTo>
                  <a:lnTo>
                    <a:pt x="299713" y="1257446"/>
                  </a:lnTo>
                  <a:lnTo>
                    <a:pt x="305042" y="1254230"/>
                  </a:lnTo>
                  <a:lnTo>
                    <a:pt x="309948" y="1251014"/>
                  </a:lnTo>
                  <a:lnTo>
                    <a:pt x="314534" y="1247798"/>
                  </a:lnTo>
                  <a:lnTo>
                    <a:pt x="318782" y="1244582"/>
                  </a:lnTo>
                  <a:lnTo>
                    <a:pt x="322509" y="1241366"/>
                  </a:lnTo>
                  <a:lnTo>
                    <a:pt x="325919" y="1238150"/>
                  </a:lnTo>
                  <a:lnTo>
                    <a:pt x="329015" y="1234934"/>
                  </a:lnTo>
                  <a:lnTo>
                    <a:pt x="331672" y="1231718"/>
                  </a:lnTo>
                  <a:lnTo>
                    <a:pt x="333946" y="1228502"/>
                  </a:lnTo>
                  <a:lnTo>
                    <a:pt x="335924" y="1225286"/>
                  </a:lnTo>
                  <a:lnTo>
                    <a:pt x="337580" y="1222070"/>
                  </a:lnTo>
                  <a:lnTo>
                    <a:pt x="338790" y="1218854"/>
                  </a:lnTo>
                  <a:lnTo>
                    <a:pt x="339729" y="1215638"/>
                  </a:lnTo>
                  <a:lnTo>
                    <a:pt x="340401" y="1212422"/>
                  </a:lnTo>
                  <a:lnTo>
                    <a:pt x="340695" y="1209206"/>
                  </a:lnTo>
                  <a:lnTo>
                    <a:pt x="340694" y="1205990"/>
                  </a:lnTo>
                  <a:lnTo>
                    <a:pt x="340457" y="1202774"/>
                  </a:lnTo>
                  <a:lnTo>
                    <a:pt x="339955" y="1199558"/>
                  </a:lnTo>
                  <a:lnTo>
                    <a:pt x="339125" y="1196342"/>
                  </a:lnTo>
                  <a:lnTo>
                    <a:pt x="338092" y="1193126"/>
                  </a:lnTo>
                  <a:lnTo>
                    <a:pt x="336860" y="1189910"/>
                  </a:lnTo>
                  <a:lnTo>
                    <a:pt x="335346" y="1186694"/>
                  </a:lnTo>
                  <a:lnTo>
                    <a:pt x="333633" y="1183478"/>
                  </a:lnTo>
                  <a:lnTo>
                    <a:pt x="331755" y="1180262"/>
                  </a:lnTo>
                  <a:lnTo>
                    <a:pt x="329688" y="1177046"/>
                  </a:lnTo>
                  <a:lnTo>
                    <a:pt x="327408" y="1173830"/>
                  </a:lnTo>
                  <a:lnTo>
                    <a:pt x="324996" y="1170614"/>
                  </a:lnTo>
                  <a:lnTo>
                    <a:pt x="322455" y="1167398"/>
                  </a:lnTo>
                  <a:lnTo>
                    <a:pt x="319730" y="1164182"/>
                  </a:lnTo>
                  <a:lnTo>
                    <a:pt x="316889" y="1160966"/>
                  </a:lnTo>
                  <a:lnTo>
                    <a:pt x="313948" y="1157751"/>
                  </a:lnTo>
                  <a:lnTo>
                    <a:pt x="310891" y="1154535"/>
                  </a:lnTo>
                  <a:lnTo>
                    <a:pt x="307717" y="1151319"/>
                  </a:lnTo>
                  <a:lnTo>
                    <a:pt x="304470" y="1148103"/>
                  </a:lnTo>
                  <a:lnTo>
                    <a:pt x="301153" y="1144887"/>
                  </a:lnTo>
                  <a:lnTo>
                    <a:pt x="297736" y="1141671"/>
                  </a:lnTo>
                  <a:lnTo>
                    <a:pt x="294265" y="1138455"/>
                  </a:lnTo>
                  <a:lnTo>
                    <a:pt x="290746" y="1135239"/>
                  </a:lnTo>
                  <a:lnTo>
                    <a:pt x="287171" y="1132023"/>
                  </a:lnTo>
                  <a:lnTo>
                    <a:pt x="283548" y="1128807"/>
                  </a:lnTo>
                  <a:lnTo>
                    <a:pt x="279895" y="1125591"/>
                  </a:lnTo>
                  <a:lnTo>
                    <a:pt x="276216" y="1122375"/>
                  </a:lnTo>
                  <a:lnTo>
                    <a:pt x="272503" y="1119159"/>
                  </a:lnTo>
                  <a:lnTo>
                    <a:pt x="268776" y="1115943"/>
                  </a:lnTo>
                  <a:lnTo>
                    <a:pt x="265037" y="1112727"/>
                  </a:lnTo>
                  <a:lnTo>
                    <a:pt x="261287" y="1109511"/>
                  </a:lnTo>
                  <a:lnTo>
                    <a:pt x="257534" y="1106295"/>
                  </a:lnTo>
                  <a:lnTo>
                    <a:pt x="253781" y="1103079"/>
                  </a:lnTo>
                  <a:lnTo>
                    <a:pt x="250031" y="1099863"/>
                  </a:lnTo>
                  <a:lnTo>
                    <a:pt x="246292" y="1096647"/>
                  </a:lnTo>
                  <a:lnTo>
                    <a:pt x="242563" y="1093431"/>
                  </a:lnTo>
                  <a:lnTo>
                    <a:pt x="238847" y="1090215"/>
                  </a:lnTo>
                  <a:lnTo>
                    <a:pt x="235150" y="1086999"/>
                  </a:lnTo>
                  <a:lnTo>
                    <a:pt x="231475" y="1083783"/>
                  </a:lnTo>
                  <a:lnTo>
                    <a:pt x="227819" y="1080567"/>
                  </a:lnTo>
                  <a:lnTo>
                    <a:pt x="224185" y="1077351"/>
                  </a:lnTo>
                  <a:lnTo>
                    <a:pt x="220587" y="1074135"/>
                  </a:lnTo>
                  <a:lnTo>
                    <a:pt x="217013" y="1070919"/>
                  </a:lnTo>
                  <a:lnTo>
                    <a:pt x="213465" y="1067703"/>
                  </a:lnTo>
                  <a:lnTo>
                    <a:pt x="209955" y="1064487"/>
                  </a:lnTo>
                  <a:lnTo>
                    <a:pt x="206479" y="1061271"/>
                  </a:lnTo>
                  <a:lnTo>
                    <a:pt x="203031" y="1058055"/>
                  </a:lnTo>
                  <a:lnTo>
                    <a:pt x="199617" y="1054839"/>
                  </a:lnTo>
                  <a:lnTo>
                    <a:pt x="196250" y="1051623"/>
                  </a:lnTo>
                  <a:lnTo>
                    <a:pt x="192913" y="1048407"/>
                  </a:lnTo>
                  <a:lnTo>
                    <a:pt x="189607" y="1045191"/>
                  </a:lnTo>
                  <a:lnTo>
                    <a:pt x="186349" y="1041975"/>
                  </a:lnTo>
                  <a:lnTo>
                    <a:pt x="183128" y="1038759"/>
                  </a:lnTo>
                  <a:lnTo>
                    <a:pt x="179939" y="1035543"/>
                  </a:lnTo>
                  <a:lnTo>
                    <a:pt x="176789" y="1032327"/>
                  </a:lnTo>
                  <a:lnTo>
                    <a:pt x="173686" y="1029112"/>
                  </a:lnTo>
                  <a:lnTo>
                    <a:pt x="170616" y="1025896"/>
                  </a:lnTo>
                  <a:lnTo>
                    <a:pt x="167578" y="1022680"/>
                  </a:lnTo>
                  <a:lnTo>
                    <a:pt x="164590" y="1019464"/>
                  </a:lnTo>
                  <a:lnTo>
                    <a:pt x="161638" y="1016248"/>
                  </a:lnTo>
                  <a:lnTo>
                    <a:pt x="158717" y="1013032"/>
                  </a:lnTo>
                  <a:lnTo>
                    <a:pt x="155837" y="1009816"/>
                  </a:lnTo>
                  <a:lnTo>
                    <a:pt x="153002" y="1006600"/>
                  </a:lnTo>
                  <a:lnTo>
                    <a:pt x="150198" y="1003384"/>
                  </a:lnTo>
                  <a:lnTo>
                    <a:pt x="147426" y="1000168"/>
                  </a:lnTo>
                  <a:lnTo>
                    <a:pt x="144705" y="996952"/>
                  </a:lnTo>
                  <a:lnTo>
                    <a:pt x="142018" y="993736"/>
                  </a:lnTo>
                  <a:lnTo>
                    <a:pt x="139362" y="990520"/>
                  </a:lnTo>
                  <a:lnTo>
                    <a:pt x="136747" y="987304"/>
                  </a:lnTo>
                  <a:lnTo>
                    <a:pt x="135210" y="985382"/>
                  </a:lnTo>
                  <a:lnTo>
                    <a:pt x="134176" y="984088"/>
                  </a:lnTo>
                  <a:lnTo>
                    <a:pt x="131637" y="980872"/>
                  </a:lnTo>
                  <a:lnTo>
                    <a:pt x="129130" y="977656"/>
                  </a:lnTo>
                  <a:lnTo>
                    <a:pt x="126678" y="974440"/>
                  </a:lnTo>
                  <a:lnTo>
                    <a:pt x="124260" y="971224"/>
                  </a:lnTo>
                  <a:lnTo>
                    <a:pt x="121876" y="968008"/>
                  </a:lnTo>
                  <a:lnTo>
                    <a:pt x="119538" y="964792"/>
                  </a:lnTo>
                  <a:lnTo>
                    <a:pt x="117248" y="961576"/>
                  </a:lnTo>
                  <a:lnTo>
                    <a:pt x="114994" y="958360"/>
                  </a:lnTo>
                  <a:lnTo>
                    <a:pt x="112779" y="955144"/>
                  </a:lnTo>
                  <a:lnTo>
                    <a:pt x="110627" y="951928"/>
                  </a:lnTo>
                  <a:lnTo>
                    <a:pt x="108516" y="948712"/>
                  </a:lnTo>
                  <a:lnTo>
                    <a:pt x="106446" y="945496"/>
                  </a:lnTo>
                  <a:lnTo>
                    <a:pt x="104435" y="942280"/>
                  </a:lnTo>
                  <a:lnTo>
                    <a:pt x="102482" y="939064"/>
                  </a:lnTo>
                  <a:lnTo>
                    <a:pt x="100575" y="935848"/>
                  </a:lnTo>
                  <a:lnTo>
                    <a:pt x="98720" y="932632"/>
                  </a:lnTo>
                  <a:lnTo>
                    <a:pt x="96944" y="929416"/>
                  </a:lnTo>
                  <a:lnTo>
                    <a:pt x="95221" y="926200"/>
                  </a:lnTo>
                  <a:lnTo>
                    <a:pt x="93552" y="922984"/>
                  </a:lnTo>
                  <a:lnTo>
                    <a:pt x="91965" y="919768"/>
                  </a:lnTo>
                  <a:lnTo>
                    <a:pt x="90450" y="916552"/>
                  </a:lnTo>
                  <a:lnTo>
                    <a:pt x="88995" y="913336"/>
                  </a:lnTo>
                  <a:lnTo>
                    <a:pt x="87612" y="910120"/>
                  </a:lnTo>
                  <a:lnTo>
                    <a:pt x="86331" y="906904"/>
                  </a:lnTo>
                  <a:lnTo>
                    <a:pt x="85118" y="903688"/>
                  </a:lnTo>
                  <a:lnTo>
                    <a:pt x="83975" y="900473"/>
                  </a:lnTo>
                  <a:lnTo>
                    <a:pt x="82941" y="897257"/>
                  </a:lnTo>
                  <a:lnTo>
                    <a:pt x="81996" y="894041"/>
                  </a:lnTo>
                  <a:lnTo>
                    <a:pt x="81128" y="890825"/>
                  </a:lnTo>
                  <a:lnTo>
                    <a:pt x="80355" y="887609"/>
                  </a:lnTo>
                  <a:lnTo>
                    <a:pt x="79705" y="884393"/>
                  </a:lnTo>
                  <a:lnTo>
                    <a:pt x="79139" y="881177"/>
                  </a:lnTo>
                  <a:lnTo>
                    <a:pt x="78659" y="877961"/>
                  </a:lnTo>
                  <a:lnTo>
                    <a:pt x="78316" y="874745"/>
                  </a:lnTo>
                  <a:lnTo>
                    <a:pt x="78076" y="871529"/>
                  </a:lnTo>
                  <a:lnTo>
                    <a:pt x="77927" y="868313"/>
                  </a:lnTo>
                  <a:lnTo>
                    <a:pt x="77894" y="865097"/>
                  </a:lnTo>
                  <a:lnTo>
                    <a:pt x="77999" y="861881"/>
                  </a:lnTo>
                  <a:lnTo>
                    <a:pt x="78201" y="858665"/>
                  </a:lnTo>
                  <a:lnTo>
                    <a:pt x="78500" y="855449"/>
                  </a:lnTo>
                  <a:lnTo>
                    <a:pt x="78957" y="852233"/>
                  </a:lnTo>
                  <a:lnTo>
                    <a:pt x="79522" y="849017"/>
                  </a:lnTo>
                  <a:lnTo>
                    <a:pt x="80188" y="845801"/>
                  </a:lnTo>
                  <a:lnTo>
                    <a:pt x="80984" y="842585"/>
                  </a:lnTo>
                  <a:lnTo>
                    <a:pt x="81921" y="839369"/>
                  </a:lnTo>
                  <a:lnTo>
                    <a:pt x="82959" y="836153"/>
                  </a:lnTo>
                  <a:lnTo>
                    <a:pt x="84099" y="832937"/>
                  </a:lnTo>
                  <a:lnTo>
                    <a:pt x="85407" y="829721"/>
                  </a:lnTo>
                  <a:lnTo>
                    <a:pt x="86817" y="826505"/>
                  </a:lnTo>
                  <a:lnTo>
                    <a:pt x="88328" y="823289"/>
                  </a:lnTo>
                  <a:lnTo>
                    <a:pt x="89973" y="820073"/>
                  </a:lnTo>
                  <a:lnTo>
                    <a:pt x="91749" y="816857"/>
                  </a:lnTo>
                  <a:lnTo>
                    <a:pt x="93622" y="813641"/>
                  </a:lnTo>
                  <a:lnTo>
                    <a:pt x="95594" y="810425"/>
                  </a:lnTo>
                  <a:lnTo>
                    <a:pt x="97722" y="807209"/>
                  </a:lnTo>
                  <a:lnTo>
                    <a:pt x="99941" y="803993"/>
                  </a:lnTo>
                  <a:lnTo>
                    <a:pt x="102252" y="800777"/>
                  </a:lnTo>
                  <a:lnTo>
                    <a:pt x="104686" y="797561"/>
                  </a:lnTo>
                  <a:lnTo>
                    <a:pt x="107230" y="794345"/>
                  </a:lnTo>
                  <a:lnTo>
                    <a:pt x="109884" y="791098"/>
                  </a:lnTo>
                  <a:lnTo>
                    <a:pt x="112574" y="787913"/>
                  </a:lnTo>
                  <a:lnTo>
                    <a:pt x="115415" y="784697"/>
                  </a:lnTo>
                  <a:lnTo>
                    <a:pt x="118331" y="781481"/>
                  </a:lnTo>
                  <a:lnTo>
                    <a:pt x="121320" y="778265"/>
                  </a:lnTo>
                  <a:lnTo>
                    <a:pt x="124410" y="775049"/>
                  </a:lnTo>
                  <a:lnTo>
                    <a:pt x="127580" y="771834"/>
                  </a:lnTo>
                  <a:lnTo>
                    <a:pt x="130813" y="768618"/>
                  </a:lnTo>
                  <a:lnTo>
                    <a:pt x="134114" y="765402"/>
                  </a:lnTo>
                  <a:lnTo>
                    <a:pt x="137501" y="762186"/>
                  </a:lnTo>
                  <a:lnTo>
                    <a:pt x="140939" y="758970"/>
                  </a:lnTo>
                  <a:lnTo>
                    <a:pt x="144425" y="755754"/>
                  </a:lnTo>
                  <a:lnTo>
                    <a:pt x="147979" y="752538"/>
                  </a:lnTo>
                  <a:lnTo>
                    <a:pt x="151580" y="749322"/>
                  </a:lnTo>
                  <a:lnTo>
                    <a:pt x="155217" y="746106"/>
                  </a:lnTo>
                  <a:lnTo>
                    <a:pt x="158894" y="742890"/>
                  </a:lnTo>
                  <a:lnTo>
                    <a:pt x="162613" y="739674"/>
                  </a:lnTo>
                  <a:lnTo>
                    <a:pt x="166357" y="736458"/>
                  </a:lnTo>
                  <a:lnTo>
                    <a:pt x="170122" y="733242"/>
                  </a:lnTo>
                  <a:lnTo>
                    <a:pt x="173914" y="730026"/>
                  </a:lnTo>
                  <a:lnTo>
                    <a:pt x="177719" y="726810"/>
                  </a:lnTo>
                  <a:lnTo>
                    <a:pt x="181533" y="723594"/>
                  </a:lnTo>
                  <a:lnTo>
                    <a:pt x="185355" y="720378"/>
                  </a:lnTo>
                  <a:lnTo>
                    <a:pt x="189178" y="717162"/>
                  </a:lnTo>
                  <a:lnTo>
                    <a:pt x="192997" y="713946"/>
                  </a:lnTo>
                  <a:lnTo>
                    <a:pt x="196812" y="710730"/>
                  </a:lnTo>
                  <a:lnTo>
                    <a:pt x="200611" y="707514"/>
                  </a:lnTo>
                  <a:lnTo>
                    <a:pt x="204395" y="704298"/>
                  </a:lnTo>
                  <a:lnTo>
                    <a:pt x="208162" y="701082"/>
                  </a:lnTo>
                  <a:lnTo>
                    <a:pt x="211904" y="697866"/>
                  </a:lnTo>
                  <a:lnTo>
                    <a:pt x="215614" y="694650"/>
                  </a:lnTo>
                  <a:lnTo>
                    <a:pt x="219298" y="691434"/>
                  </a:lnTo>
                  <a:lnTo>
                    <a:pt x="222953" y="688218"/>
                  </a:lnTo>
                  <a:lnTo>
                    <a:pt x="226557" y="685002"/>
                  </a:lnTo>
                  <a:lnTo>
                    <a:pt x="230125" y="681786"/>
                  </a:lnTo>
                  <a:lnTo>
                    <a:pt x="233657" y="678570"/>
                  </a:lnTo>
                  <a:lnTo>
                    <a:pt x="237138" y="675354"/>
                  </a:lnTo>
                  <a:lnTo>
                    <a:pt x="240565" y="672138"/>
                  </a:lnTo>
                  <a:lnTo>
                    <a:pt x="243950" y="668922"/>
                  </a:lnTo>
                  <a:lnTo>
                    <a:pt x="247291" y="665706"/>
                  </a:lnTo>
                  <a:lnTo>
                    <a:pt x="250558" y="662490"/>
                  </a:lnTo>
                  <a:lnTo>
                    <a:pt x="253779" y="659274"/>
                  </a:lnTo>
                  <a:lnTo>
                    <a:pt x="256953" y="656058"/>
                  </a:lnTo>
                  <a:lnTo>
                    <a:pt x="260062" y="652842"/>
                  </a:lnTo>
                  <a:lnTo>
                    <a:pt x="263110" y="649626"/>
                  </a:lnTo>
                  <a:lnTo>
                    <a:pt x="266109" y="646410"/>
                  </a:lnTo>
                  <a:lnTo>
                    <a:pt x="269058" y="643195"/>
                  </a:lnTo>
                  <a:lnTo>
                    <a:pt x="271930" y="639979"/>
                  </a:lnTo>
                  <a:lnTo>
                    <a:pt x="274755" y="636763"/>
                  </a:lnTo>
                  <a:lnTo>
                    <a:pt x="277533" y="633547"/>
                  </a:lnTo>
                  <a:lnTo>
                    <a:pt x="280245" y="630331"/>
                  </a:lnTo>
                  <a:lnTo>
                    <a:pt x="282902" y="627115"/>
                  </a:lnTo>
                  <a:lnTo>
                    <a:pt x="285516" y="623899"/>
                  </a:lnTo>
                  <a:lnTo>
                    <a:pt x="288081" y="620683"/>
                  </a:lnTo>
                  <a:lnTo>
                    <a:pt x="290583" y="617467"/>
                  </a:lnTo>
                  <a:lnTo>
                    <a:pt x="293045" y="614251"/>
                  </a:lnTo>
                  <a:lnTo>
                    <a:pt x="295470" y="611035"/>
                  </a:lnTo>
                  <a:lnTo>
                    <a:pt x="297840" y="607819"/>
                  </a:lnTo>
                  <a:lnTo>
                    <a:pt x="300170" y="604603"/>
                  </a:lnTo>
                  <a:lnTo>
                    <a:pt x="302468" y="601387"/>
                  </a:lnTo>
                  <a:lnTo>
                    <a:pt x="304730" y="598171"/>
                  </a:lnTo>
                  <a:lnTo>
                    <a:pt x="306948" y="594955"/>
                  </a:lnTo>
                  <a:lnTo>
                    <a:pt x="309141" y="591739"/>
                  </a:lnTo>
                  <a:lnTo>
                    <a:pt x="311308" y="588523"/>
                  </a:lnTo>
                  <a:lnTo>
                    <a:pt x="313440" y="585307"/>
                  </a:lnTo>
                  <a:lnTo>
                    <a:pt x="315549" y="582091"/>
                  </a:lnTo>
                  <a:lnTo>
                    <a:pt x="317639" y="578875"/>
                  </a:lnTo>
                  <a:lnTo>
                    <a:pt x="319708" y="575659"/>
                  </a:lnTo>
                  <a:lnTo>
                    <a:pt x="321753" y="572443"/>
                  </a:lnTo>
                  <a:lnTo>
                    <a:pt x="323786" y="569227"/>
                  </a:lnTo>
                  <a:lnTo>
                    <a:pt x="325805" y="566011"/>
                  </a:lnTo>
                  <a:lnTo>
                    <a:pt x="327806" y="562795"/>
                  </a:lnTo>
                  <a:lnTo>
                    <a:pt x="329798" y="559579"/>
                  </a:lnTo>
                  <a:lnTo>
                    <a:pt x="331780" y="556363"/>
                  </a:lnTo>
                  <a:lnTo>
                    <a:pt x="333753" y="553147"/>
                  </a:lnTo>
                  <a:lnTo>
                    <a:pt x="335716" y="549931"/>
                  </a:lnTo>
                  <a:lnTo>
                    <a:pt x="337673" y="546715"/>
                  </a:lnTo>
                  <a:lnTo>
                    <a:pt x="339625" y="543499"/>
                  </a:lnTo>
                  <a:lnTo>
                    <a:pt x="341568" y="540283"/>
                  </a:lnTo>
                  <a:lnTo>
                    <a:pt x="343507" y="537067"/>
                  </a:lnTo>
                  <a:lnTo>
                    <a:pt x="345441" y="533851"/>
                  </a:lnTo>
                  <a:lnTo>
                    <a:pt x="347370" y="530635"/>
                  </a:lnTo>
                  <a:lnTo>
                    <a:pt x="349292" y="527419"/>
                  </a:lnTo>
                  <a:lnTo>
                    <a:pt x="351210" y="524203"/>
                  </a:lnTo>
                  <a:lnTo>
                    <a:pt x="353122" y="520987"/>
                  </a:lnTo>
                  <a:lnTo>
                    <a:pt x="355026" y="517771"/>
                  </a:lnTo>
                  <a:lnTo>
                    <a:pt x="356924" y="514556"/>
                  </a:lnTo>
                  <a:lnTo>
                    <a:pt x="358815" y="511340"/>
                  </a:lnTo>
                  <a:lnTo>
                    <a:pt x="360697" y="508124"/>
                  </a:lnTo>
                  <a:lnTo>
                    <a:pt x="362568" y="504908"/>
                  </a:lnTo>
                  <a:lnTo>
                    <a:pt x="364431" y="501692"/>
                  </a:lnTo>
                  <a:lnTo>
                    <a:pt x="366285" y="498476"/>
                  </a:lnTo>
                  <a:lnTo>
                    <a:pt x="368121" y="495260"/>
                  </a:lnTo>
                  <a:lnTo>
                    <a:pt x="369947" y="492044"/>
                  </a:lnTo>
                  <a:lnTo>
                    <a:pt x="371761" y="488828"/>
                  </a:lnTo>
                  <a:lnTo>
                    <a:pt x="373557" y="485612"/>
                  </a:lnTo>
                  <a:lnTo>
                    <a:pt x="375336" y="482396"/>
                  </a:lnTo>
                  <a:lnTo>
                    <a:pt x="377100" y="479180"/>
                  </a:lnTo>
                  <a:lnTo>
                    <a:pt x="378848" y="475964"/>
                  </a:lnTo>
                  <a:lnTo>
                    <a:pt x="380572" y="472748"/>
                  </a:lnTo>
                  <a:lnTo>
                    <a:pt x="382279" y="469532"/>
                  </a:lnTo>
                  <a:lnTo>
                    <a:pt x="383969" y="466316"/>
                  </a:lnTo>
                  <a:lnTo>
                    <a:pt x="385633" y="463100"/>
                  </a:lnTo>
                  <a:lnTo>
                    <a:pt x="387275" y="459884"/>
                  </a:lnTo>
                  <a:lnTo>
                    <a:pt x="388899" y="456668"/>
                  </a:lnTo>
                  <a:lnTo>
                    <a:pt x="390502" y="453452"/>
                  </a:lnTo>
                  <a:lnTo>
                    <a:pt x="392075" y="450236"/>
                  </a:lnTo>
                  <a:lnTo>
                    <a:pt x="393630" y="447020"/>
                  </a:lnTo>
                  <a:lnTo>
                    <a:pt x="395166" y="443804"/>
                  </a:lnTo>
                  <a:lnTo>
                    <a:pt x="396672" y="440588"/>
                  </a:lnTo>
                  <a:lnTo>
                    <a:pt x="398156" y="437372"/>
                  </a:lnTo>
                  <a:lnTo>
                    <a:pt x="399621" y="434156"/>
                  </a:lnTo>
                  <a:lnTo>
                    <a:pt x="401064" y="430940"/>
                  </a:lnTo>
                  <a:lnTo>
                    <a:pt x="402479" y="427724"/>
                  </a:lnTo>
                  <a:lnTo>
                    <a:pt x="403877" y="424508"/>
                  </a:lnTo>
                  <a:lnTo>
                    <a:pt x="405257" y="421292"/>
                  </a:lnTo>
                  <a:lnTo>
                    <a:pt x="406609" y="418076"/>
                  </a:lnTo>
                  <a:lnTo>
                    <a:pt x="407943" y="414860"/>
                  </a:lnTo>
                  <a:lnTo>
                    <a:pt x="409261" y="411644"/>
                  </a:lnTo>
                  <a:lnTo>
                    <a:pt x="410560" y="408428"/>
                  </a:lnTo>
                  <a:lnTo>
                    <a:pt x="411837" y="405212"/>
                  </a:lnTo>
                  <a:lnTo>
                    <a:pt x="413099" y="401996"/>
                  </a:lnTo>
                  <a:lnTo>
                    <a:pt x="414348" y="398780"/>
                  </a:lnTo>
                  <a:lnTo>
                    <a:pt x="415575" y="395564"/>
                  </a:lnTo>
                  <a:lnTo>
                    <a:pt x="416789" y="392348"/>
                  </a:lnTo>
                  <a:lnTo>
                    <a:pt x="417992" y="389132"/>
                  </a:lnTo>
                  <a:lnTo>
                    <a:pt x="419179" y="385917"/>
                  </a:lnTo>
                  <a:lnTo>
                    <a:pt x="420352" y="382701"/>
                  </a:lnTo>
                  <a:lnTo>
                    <a:pt x="421514" y="379485"/>
                  </a:lnTo>
                  <a:lnTo>
                    <a:pt x="422667" y="376269"/>
                  </a:lnTo>
                  <a:lnTo>
                    <a:pt x="423805" y="373053"/>
                  </a:lnTo>
                  <a:lnTo>
                    <a:pt x="424934" y="369837"/>
                  </a:lnTo>
                  <a:lnTo>
                    <a:pt x="426055" y="366621"/>
                  </a:lnTo>
                  <a:lnTo>
                    <a:pt x="427165" y="363405"/>
                  </a:lnTo>
                  <a:lnTo>
                    <a:pt x="428265" y="360189"/>
                  </a:lnTo>
                  <a:lnTo>
                    <a:pt x="429358" y="356973"/>
                  </a:lnTo>
                  <a:lnTo>
                    <a:pt x="430443" y="353757"/>
                  </a:lnTo>
                  <a:lnTo>
                    <a:pt x="431518" y="350541"/>
                  </a:lnTo>
                  <a:lnTo>
                    <a:pt x="432586" y="347325"/>
                  </a:lnTo>
                  <a:lnTo>
                    <a:pt x="433647" y="344109"/>
                  </a:lnTo>
                  <a:lnTo>
                    <a:pt x="434700" y="340893"/>
                  </a:lnTo>
                  <a:lnTo>
                    <a:pt x="435744" y="337677"/>
                  </a:lnTo>
                  <a:lnTo>
                    <a:pt x="436781" y="334461"/>
                  </a:lnTo>
                  <a:lnTo>
                    <a:pt x="437811" y="331245"/>
                  </a:lnTo>
                  <a:lnTo>
                    <a:pt x="438831" y="328029"/>
                  </a:lnTo>
                  <a:lnTo>
                    <a:pt x="439844" y="324813"/>
                  </a:lnTo>
                  <a:lnTo>
                    <a:pt x="440850" y="321597"/>
                  </a:lnTo>
                  <a:lnTo>
                    <a:pt x="441845" y="318381"/>
                  </a:lnTo>
                  <a:lnTo>
                    <a:pt x="442831" y="315165"/>
                  </a:lnTo>
                  <a:lnTo>
                    <a:pt x="443810" y="311949"/>
                  </a:lnTo>
                  <a:lnTo>
                    <a:pt x="444779" y="308733"/>
                  </a:lnTo>
                  <a:lnTo>
                    <a:pt x="445735" y="305517"/>
                  </a:lnTo>
                  <a:lnTo>
                    <a:pt x="446683" y="302301"/>
                  </a:lnTo>
                  <a:lnTo>
                    <a:pt x="447621" y="299085"/>
                  </a:lnTo>
                  <a:lnTo>
                    <a:pt x="448546" y="295869"/>
                  </a:lnTo>
                  <a:lnTo>
                    <a:pt x="449459" y="292653"/>
                  </a:lnTo>
                  <a:lnTo>
                    <a:pt x="450361" y="289437"/>
                  </a:lnTo>
                  <a:lnTo>
                    <a:pt x="451252" y="286221"/>
                  </a:lnTo>
                  <a:lnTo>
                    <a:pt x="452126" y="283005"/>
                  </a:lnTo>
                  <a:lnTo>
                    <a:pt x="452989" y="279789"/>
                  </a:lnTo>
                  <a:lnTo>
                    <a:pt x="453841" y="276573"/>
                  </a:lnTo>
                  <a:lnTo>
                    <a:pt x="454674" y="273357"/>
                  </a:lnTo>
                  <a:lnTo>
                    <a:pt x="455494" y="270141"/>
                  </a:lnTo>
                  <a:lnTo>
                    <a:pt x="456301" y="266925"/>
                  </a:lnTo>
                  <a:lnTo>
                    <a:pt x="457092" y="263709"/>
                  </a:lnTo>
                  <a:lnTo>
                    <a:pt x="457865" y="260493"/>
                  </a:lnTo>
                  <a:lnTo>
                    <a:pt x="458625" y="257278"/>
                  </a:lnTo>
                  <a:lnTo>
                    <a:pt x="459371" y="254062"/>
                  </a:lnTo>
                  <a:lnTo>
                    <a:pt x="460095" y="250846"/>
                  </a:lnTo>
                  <a:lnTo>
                    <a:pt x="460804" y="247630"/>
                  </a:lnTo>
                  <a:lnTo>
                    <a:pt x="461500" y="244414"/>
                  </a:lnTo>
                  <a:lnTo>
                    <a:pt x="462177" y="241198"/>
                  </a:lnTo>
                  <a:lnTo>
                    <a:pt x="462834" y="237982"/>
                  </a:lnTo>
                  <a:lnTo>
                    <a:pt x="463478" y="234766"/>
                  </a:lnTo>
                  <a:lnTo>
                    <a:pt x="464106" y="231550"/>
                  </a:lnTo>
                  <a:lnTo>
                    <a:pt x="464711" y="228334"/>
                  </a:lnTo>
                  <a:lnTo>
                    <a:pt x="465301" y="225118"/>
                  </a:lnTo>
                  <a:lnTo>
                    <a:pt x="465877" y="221902"/>
                  </a:lnTo>
                  <a:lnTo>
                    <a:pt x="466433" y="218686"/>
                  </a:lnTo>
                  <a:lnTo>
                    <a:pt x="466971" y="215470"/>
                  </a:lnTo>
                  <a:lnTo>
                    <a:pt x="467494" y="212254"/>
                  </a:lnTo>
                  <a:lnTo>
                    <a:pt x="468002" y="209038"/>
                  </a:lnTo>
                  <a:lnTo>
                    <a:pt x="468487" y="205822"/>
                  </a:lnTo>
                  <a:lnTo>
                    <a:pt x="468959" y="202606"/>
                  </a:lnTo>
                  <a:lnTo>
                    <a:pt x="469416" y="199390"/>
                  </a:lnTo>
                  <a:lnTo>
                    <a:pt x="469854" y="196174"/>
                  </a:lnTo>
                  <a:lnTo>
                    <a:pt x="470275" y="192958"/>
                  </a:lnTo>
                  <a:lnTo>
                    <a:pt x="470683" y="189742"/>
                  </a:lnTo>
                  <a:lnTo>
                    <a:pt x="471077" y="186526"/>
                  </a:lnTo>
                  <a:lnTo>
                    <a:pt x="471450" y="183310"/>
                  </a:lnTo>
                  <a:lnTo>
                    <a:pt x="471810" y="180094"/>
                  </a:lnTo>
                  <a:lnTo>
                    <a:pt x="472158" y="176878"/>
                  </a:lnTo>
                  <a:lnTo>
                    <a:pt x="472489" y="173662"/>
                  </a:lnTo>
                  <a:lnTo>
                    <a:pt x="472805" y="170446"/>
                  </a:lnTo>
                  <a:lnTo>
                    <a:pt x="473109" y="167230"/>
                  </a:lnTo>
                  <a:lnTo>
                    <a:pt x="473400" y="164014"/>
                  </a:lnTo>
                  <a:lnTo>
                    <a:pt x="473674" y="160798"/>
                  </a:lnTo>
                  <a:lnTo>
                    <a:pt x="473938" y="157582"/>
                  </a:lnTo>
                  <a:lnTo>
                    <a:pt x="474191" y="154366"/>
                  </a:lnTo>
                  <a:lnTo>
                    <a:pt x="474429" y="151150"/>
                  </a:lnTo>
                  <a:lnTo>
                    <a:pt x="474655" y="147934"/>
                  </a:lnTo>
                  <a:lnTo>
                    <a:pt x="474872" y="144718"/>
                  </a:lnTo>
                  <a:lnTo>
                    <a:pt x="475078" y="141502"/>
                  </a:lnTo>
                  <a:lnTo>
                    <a:pt x="475270" y="138286"/>
                  </a:lnTo>
                  <a:lnTo>
                    <a:pt x="475454" y="135070"/>
                  </a:lnTo>
                  <a:lnTo>
                    <a:pt x="475629" y="131854"/>
                  </a:lnTo>
                  <a:lnTo>
                    <a:pt x="475792" y="128639"/>
                  </a:lnTo>
                  <a:lnTo>
                    <a:pt x="475946" y="125423"/>
                  </a:lnTo>
                  <a:lnTo>
                    <a:pt x="476093" y="122207"/>
                  </a:lnTo>
                  <a:lnTo>
                    <a:pt x="476231" y="118991"/>
                  </a:lnTo>
                  <a:lnTo>
                    <a:pt x="476359" y="115775"/>
                  </a:lnTo>
                  <a:lnTo>
                    <a:pt x="476481" y="112559"/>
                  </a:lnTo>
                  <a:lnTo>
                    <a:pt x="476596" y="109343"/>
                  </a:lnTo>
                  <a:lnTo>
                    <a:pt x="476702" y="106127"/>
                  </a:lnTo>
                  <a:lnTo>
                    <a:pt x="476802" y="102911"/>
                  </a:lnTo>
                  <a:lnTo>
                    <a:pt x="476896" y="99695"/>
                  </a:lnTo>
                  <a:lnTo>
                    <a:pt x="476983" y="96479"/>
                  </a:lnTo>
                  <a:lnTo>
                    <a:pt x="477064" y="93263"/>
                  </a:lnTo>
                  <a:lnTo>
                    <a:pt x="477140" y="90047"/>
                  </a:lnTo>
                  <a:lnTo>
                    <a:pt x="477212" y="86831"/>
                  </a:lnTo>
                  <a:lnTo>
                    <a:pt x="477277" y="83615"/>
                  </a:lnTo>
                  <a:lnTo>
                    <a:pt x="477338" y="80399"/>
                  </a:lnTo>
                  <a:lnTo>
                    <a:pt x="477395" y="77183"/>
                  </a:lnTo>
                  <a:lnTo>
                    <a:pt x="477447" y="73967"/>
                  </a:lnTo>
                  <a:lnTo>
                    <a:pt x="477495" y="70751"/>
                  </a:lnTo>
                  <a:lnTo>
                    <a:pt x="477540" y="67535"/>
                  </a:lnTo>
                  <a:lnTo>
                    <a:pt x="477582" y="64319"/>
                  </a:lnTo>
                  <a:lnTo>
                    <a:pt x="477620" y="61103"/>
                  </a:lnTo>
                  <a:lnTo>
                    <a:pt x="477654" y="57887"/>
                  </a:lnTo>
                  <a:lnTo>
                    <a:pt x="477687" y="54671"/>
                  </a:lnTo>
                  <a:lnTo>
                    <a:pt x="477716" y="51455"/>
                  </a:lnTo>
                  <a:lnTo>
                    <a:pt x="477743" y="48239"/>
                  </a:lnTo>
                  <a:lnTo>
                    <a:pt x="477768" y="45023"/>
                  </a:lnTo>
                  <a:lnTo>
                    <a:pt x="477791" y="41807"/>
                  </a:lnTo>
                  <a:lnTo>
                    <a:pt x="477812" y="38591"/>
                  </a:lnTo>
                  <a:lnTo>
                    <a:pt x="477830" y="35375"/>
                  </a:lnTo>
                  <a:lnTo>
                    <a:pt x="477848" y="32159"/>
                  </a:lnTo>
                  <a:lnTo>
                    <a:pt x="477863" y="28943"/>
                  </a:lnTo>
                  <a:lnTo>
                    <a:pt x="477877" y="25727"/>
                  </a:lnTo>
                  <a:lnTo>
                    <a:pt x="477890" y="22511"/>
                  </a:lnTo>
                  <a:lnTo>
                    <a:pt x="477902" y="19295"/>
                  </a:lnTo>
                  <a:lnTo>
                    <a:pt x="477913" y="16079"/>
                  </a:lnTo>
                  <a:lnTo>
                    <a:pt x="477922" y="12863"/>
                  </a:lnTo>
                  <a:lnTo>
                    <a:pt x="477931" y="9647"/>
                  </a:lnTo>
                  <a:lnTo>
                    <a:pt x="477938" y="6431"/>
                  </a:lnTo>
                  <a:lnTo>
                    <a:pt x="477945" y="3215"/>
                  </a:lnTo>
                  <a:lnTo>
                    <a:pt x="478050" y="0"/>
                  </a:lnTo>
                  <a:lnTo>
                    <a:pt x="478056" y="3215"/>
                  </a:lnTo>
                  <a:lnTo>
                    <a:pt x="478063" y="6431"/>
                  </a:lnTo>
                  <a:lnTo>
                    <a:pt x="478071" y="9647"/>
                  </a:lnTo>
                  <a:lnTo>
                    <a:pt x="478079" y="12863"/>
                  </a:lnTo>
                  <a:lnTo>
                    <a:pt x="478089" y="16079"/>
                  </a:lnTo>
                  <a:lnTo>
                    <a:pt x="478099" y="19295"/>
                  </a:lnTo>
                  <a:lnTo>
                    <a:pt x="478111" y="22511"/>
                  </a:lnTo>
                  <a:lnTo>
                    <a:pt x="478124" y="25727"/>
                  </a:lnTo>
                  <a:lnTo>
                    <a:pt x="478138" y="28943"/>
                  </a:lnTo>
                  <a:lnTo>
                    <a:pt x="478153" y="32159"/>
                  </a:lnTo>
                  <a:lnTo>
                    <a:pt x="478171" y="35375"/>
                  </a:lnTo>
                  <a:lnTo>
                    <a:pt x="478190" y="38591"/>
                  </a:lnTo>
                  <a:lnTo>
                    <a:pt x="478210" y="41807"/>
                  </a:lnTo>
                  <a:lnTo>
                    <a:pt x="478233" y="45023"/>
                  </a:lnTo>
                  <a:lnTo>
                    <a:pt x="478258" y="48239"/>
                  </a:lnTo>
                  <a:lnTo>
                    <a:pt x="478285" y="51455"/>
                  </a:lnTo>
                  <a:lnTo>
                    <a:pt x="478314" y="54671"/>
                  </a:lnTo>
                  <a:lnTo>
                    <a:pt x="478347" y="57887"/>
                  </a:lnTo>
                  <a:lnTo>
                    <a:pt x="478382" y="61103"/>
                  </a:lnTo>
                  <a:lnTo>
                    <a:pt x="478419" y="64319"/>
                  </a:lnTo>
                  <a:lnTo>
                    <a:pt x="478461" y="67535"/>
                  </a:lnTo>
                  <a:lnTo>
                    <a:pt x="478506" y="70751"/>
                  </a:lnTo>
                  <a:lnTo>
                    <a:pt x="478554" y="73967"/>
                  </a:lnTo>
                  <a:lnTo>
                    <a:pt x="478606" y="77183"/>
                  </a:lnTo>
                  <a:lnTo>
                    <a:pt x="478664" y="80399"/>
                  </a:lnTo>
                  <a:lnTo>
                    <a:pt x="478724" y="83615"/>
                  </a:lnTo>
                  <a:lnTo>
                    <a:pt x="478789" y="86831"/>
                  </a:lnTo>
                  <a:lnTo>
                    <a:pt x="478861" y="90047"/>
                  </a:lnTo>
                  <a:lnTo>
                    <a:pt x="478937" y="93263"/>
                  </a:lnTo>
                  <a:lnTo>
                    <a:pt x="479018" y="96479"/>
                  </a:lnTo>
                  <a:lnTo>
                    <a:pt x="479105" y="99695"/>
                  </a:lnTo>
                  <a:lnTo>
                    <a:pt x="479200" y="102911"/>
                  </a:lnTo>
                  <a:lnTo>
                    <a:pt x="479299" y="106127"/>
                  </a:lnTo>
                  <a:lnTo>
                    <a:pt x="479405" y="109343"/>
                  </a:lnTo>
                  <a:lnTo>
                    <a:pt x="479520" y="112559"/>
                  </a:lnTo>
                  <a:lnTo>
                    <a:pt x="479642" y="115775"/>
                  </a:lnTo>
                  <a:lnTo>
                    <a:pt x="479770" y="118991"/>
                  </a:lnTo>
                  <a:lnTo>
                    <a:pt x="479908" y="122207"/>
                  </a:lnTo>
                  <a:lnTo>
                    <a:pt x="480055" y="125423"/>
                  </a:lnTo>
                  <a:lnTo>
                    <a:pt x="480209" y="128639"/>
                  </a:lnTo>
                  <a:lnTo>
                    <a:pt x="480372" y="131854"/>
                  </a:lnTo>
                  <a:lnTo>
                    <a:pt x="480547" y="135070"/>
                  </a:lnTo>
                  <a:lnTo>
                    <a:pt x="480731" y="138286"/>
                  </a:lnTo>
                  <a:lnTo>
                    <a:pt x="480924" y="141502"/>
                  </a:lnTo>
                  <a:lnTo>
                    <a:pt x="481129" y="144718"/>
                  </a:lnTo>
                  <a:lnTo>
                    <a:pt x="481346" y="147934"/>
                  </a:lnTo>
                  <a:lnTo>
                    <a:pt x="481572" y="151150"/>
                  </a:lnTo>
                  <a:lnTo>
                    <a:pt x="481810" y="154366"/>
                  </a:lnTo>
                  <a:lnTo>
                    <a:pt x="482063" y="157582"/>
                  </a:lnTo>
                  <a:lnTo>
                    <a:pt x="482327" y="160798"/>
                  </a:lnTo>
                  <a:lnTo>
                    <a:pt x="482601" y="164014"/>
                  </a:lnTo>
                  <a:lnTo>
                    <a:pt x="482892" y="167230"/>
                  </a:lnTo>
                  <a:lnTo>
                    <a:pt x="483197" y="170446"/>
                  </a:lnTo>
                  <a:lnTo>
                    <a:pt x="483513" y="173662"/>
                  </a:lnTo>
                  <a:lnTo>
                    <a:pt x="483843" y="176878"/>
                  </a:lnTo>
                  <a:lnTo>
                    <a:pt x="484191" y="180094"/>
                  </a:lnTo>
                  <a:lnTo>
                    <a:pt x="484552" y="183310"/>
                  </a:lnTo>
                  <a:lnTo>
                    <a:pt x="484925" y="186526"/>
                  </a:lnTo>
                  <a:lnTo>
                    <a:pt x="485318" y="189742"/>
                  </a:lnTo>
                  <a:lnTo>
                    <a:pt x="485726" y="192958"/>
                  </a:lnTo>
                  <a:lnTo>
                    <a:pt x="486147" y="196174"/>
                  </a:lnTo>
                  <a:lnTo>
                    <a:pt x="486585" y="199390"/>
                  </a:lnTo>
                  <a:lnTo>
                    <a:pt x="487043" y="202606"/>
                  </a:lnTo>
                  <a:lnTo>
                    <a:pt x="487514" y="205822"/>
                  </a:lnTo>
                  <a:lnTo>
                    <a:pt x="487999" y="209038"/>
                  </a:lnTo>
                  <a:lnTo>
                    <a:pt x="488507" y="212254"/>
                  </a:lnTo>
                  <a:lnTo>
                    <a:pt x="489030" y="215470"/>
                  </a:lnTo>
                  <a:lnTo>
                    <a:pt x="489568" y="218686"/>
                  </a:lnTo>
                  <a:lnTo>
                    <a:pt x="490124" y="221902"/>
                  </a:lnTo>
                  <a:lnTo>
                    <a:pt x="490700" y="225118"/>
                  </a:lnTo>
                  <a:lnTo>
                    <a:pt x="491290" y="228334"/>
                  </a:lnTo>
                  <a:lnTo>
                    <a:pt x="491895" y="231550"/>
                  </a:lnTo>
                  <a:lnTo>
                    <a:pt x="492524" y="234766"/>
                  </a:lnTo>
                  <a:lnTo>
                    <a:pt x="493167" y="237982"/>
                  </a:lnTo>
                  <a:lnTo>
                    <a:pt x="493824" y="241198"/>
                  </a:lnTo>
                  <a:lnTo>
                    <a:pt x="494502" y="244414"/>
                  </a:lnTo>
                  <a:lnTo>
                    <a:pt x="495197" y="247630"/>
                  </a:lnTo>
                  <a:lnTo>
                    <a:pt x="495906" y="250846"/>
                  </a:lnTo>
                  <a:lnTo>
                    <a:pt x="496631" y="254062"/>
                  </a:lnTo>
                  <a:lnTo>
                    <a:pt x="497377" y="257278"/>
                  </a:lnTo>
                  <a:lnTo>
                    <a:pt x="498136" y="260493"/>
                  </a:lnTo>
                  <a:lnTo>
                    <a:pt x="498909" y="263709"/>
                  </a:lnTo>
                  <a:lnTo>
                    <a:pt x="499700" y="266925"/>
                  </a:lnTo>
                  <a:lnTo>
                    <a:pt x="500508" y="270141"/>
                  </a:lnTo>
                  <a:lnTo>
                    <a:pt x="501327" y="273357"/>
                  </a:lnTo>
                  <a:lnTo>
                    <a:pt x="502160" y="276573"/>
                  </a:lnTo>
                  <a:lnTo>
                    <a:pt x="503012" y="279789"/>
                  </a:lnTo>
                  <a:lnTo>
                    <a:pt x="503875" y="283005"/>
                  </a:lnTo>
                  <a:lnTo>
                    <a:pt x="504750" y="286221"/>
                  </a:lnTo>
                  <a:lnTo>
                    <a:pt x="505640" y="289437"/>
                  </a:lnTo>
                  <a:lnTo>
                    <a:pt x="506543" y="292653"/>
                  </a:lnTo>
                  <a:lnTo>
                    <a:pt x="507456" y="295869"/>
                  </a:lnTo>
                  <a:lnTo>
                    <a:pt x="508380" y="299085"/>
                  </a:lnTo>
                  <a:lnTo>
                    <a:pt x="509319" y="302301"/>
                  </a:lnTo>
                  <a:lnTo>
                    <a:pt x="510266" y="305517"/>
                  </a:lnTo>
                  <a:lnTo>
                    <a:pt x="511222" y="308733"/>
                  </a:lnTo>
                  <a:lnTo>
                    <a:pt x="512191" y="311949"/>
                  </a:lnTo>
                  <a:lnTo>
                    <a:pt x="513170" y="315165"/>
                  </a:lnTo>
                  <a:lnTo>
                    <a:pt x="514156" y="318381"/>
                  </a:lnTo>
                  <a:lnTo>
                    <a:pt x="515151" y="321597"/>
                  </a:lnTo>
                  <a:lnTo>
                    <a:pt x="516157" y="324813"/>
                  </a:lnTo>
                  <a:lnTo>
                    <a:pt x="517170" y="328029"/>
                  </a:lnTo>
                  <a:lnTo>
                    <a:pt x="518190" y="331245"/>
                  </a:lnTo>
                  <a:lnTo>
                    <a:pt x="519220" y="334461"/>
                  </a:lnTo>
                  <a:lnTo>
                    <a:pt x="520258" y="337677"/>
                  </a:lnTo>
                  <a:lnTo>
                    <a:pt x="521302" y="340893"/>
                  </a:lnTo>
                  <a:lnTo>
                    <a:pt x="522354" y="344109"/>
                  </a:lnTo>
                  <a:lnTo>
                    <a:pt x="523415" y="347325"/>
                  </a:lnTo>
                  <a:lnTo>
                    <a:pt x="524483" y="350541"/>
                  </a:lnTo>
                  <a:lnTo>
                    <a:pt x="525558" y="353757"/>
                  </a:lnTo>
                  <a:lnTo>
                    <a:pt x="526643" y="356973"/>
                  </a:lnTo>
                  <a:lnTo>
                    <a:pt x="527736" y="360189"/>
                  </a:lnTo>
                  <a:lnTo>
                    <a:pt x="528837" y="363405"/>
                  </a:lnTo>
                  <a:lnTo>
                    <a:pt x="529947" y="366621"/>
                  </a:lnTo>
                  <a:lnTo>
                    <a:pt x="531067" y="369837"/>
                  </a:lnTo>
                  <a:lnTo>
                    <a:pt x="532196" y="373053"/>
                  </a:lnTo>
                  <a:lnTo>
                    <a:pt x="533334" y="376269"/>
                  </a:lnTo>
                  <a:lnTo>
                    <a:pt x="534487" y="379485"/>
                  </a:lnTo>
                  <a:lnTo>
                    <a:pt x="535649" y="382701"/>
                  </a:lnTo>
                  <a:lnTo>
                    <a:pt x="536822" y="385917"/>
                  </a:lnTo>
                  <a:lnTo>
                    <a:pt x="538010" y="389132"/>
                  </a:lnTo>
                  <a:lnTo>
                    <a:pt x="539212" y="392348"/>
                  </a:lnTo>
                  <a:lnTo>
                    <a:pt x="540426" y="395564"/>
                  </a:lnTo>
                  <a:lnTo>
                    <a:pt x="541653" y="398780"/>
                  </a:lnTo>
                  <a:lnTo>
                    <a:pt x="542902" y="401996"/>
                  </a:lnTo>
                  <a:lnTo>
                    <a:pt x="544165" y="405212"/>
                  </a:lnTo>
                  <a:lnTo>
                    <a:pt x="545442" y="408428"/>
                  </a:lnTo>
                  <a:lnTo>
                    <a:pt x="546740" y="411644"/>
                  </a:lnTo>
                  <a:lnTo>
                    <a:pt x="548058" y="414860"/>
                  </a:lnTo>
                  <a:lnTo>
                    <a:pt x="549392" y="418076"/>
                  </a:lnTo>
                  <a:lnTo>
                    <a:pt x="550745" y="421292"/>
                  </a:lnTo>
                  <a:lnTo>
                    <a:pt x="552124" y="424508"/>
                  </a:lnTo>
                  <a:lnTo>
                    <a:pt x="553522" y="427724"/>
                  </a:lnTo>
                  <a:lnTo>
                    <a:pt x="554937" y="430940"/>
                  </a:lnTo>
                  <a:lnTo>
                    <a:pt x="556380" y="434156"/>
                  </a:lnTo>
                  <a:lnTo>
                    <a:pt x="557845" y="437372"/>
                  </a:lnTo>
                  <a:lnTo>
                    <a:pt x="559330" y="440588"/>
                  </a:lnTo>
                  <a:lnTo>
                    <a:pt x="560836" y="443804"/>
                  </a:lnTo>
                  <a:lnTo>
                    <a:pt x="562371" y="447020"/>
                  </a:lnTo>
                  <a:lnTo>
                    <a:pt x="563926" y="450236"/>
                  </a:lnTo>
                  <a:lnTo>
                    <a:pt x="565499" y="453452"/>
                  </a:lnTo>
                  <a:lnTo>
                    <a:pt x="567102" y="456668"/>
                  </a:lnTo>
                  <a:lnTo>
                    <a:pt x="568726" y="459884"/>
                  </a:lnTo>
                  <a:lnTo>
                    <a:pt x="570368" y="463100"/>
                  </a:lnTo>
                  <a:lnTo>
                    <a:pt x="572033" y="466316"/>
                  </a:lnTo>
                  <a:lnTo>
                    <a:pt x="573723" y="469532"/>
                  </a:lnTo>
                  <a:lnTo>
                    <a:pt x="575429" y="472748"/>
                  </a:lnTo>
                  <a:lnTo>
                    <a:pt x="577153" y="475964"/>
                  </a:lnTo>
                  <a:lnTo>
                    <a:pt x="578901" y="479180"/>
                  </a:lnTo>
                  <a:lnTo>
                    <a:pt x="580666" y="482396"/>
                  </a:lnTo>
                  <a:lnTo>
                    <a:pt x="582444" y="485612"/>
                  </a:lnTo>
                  <a:lnTo>
                    <a:pt x="584240" y="488828"/>
                  </a:lnTo>
                  <a:lnTo>
                    <a:pt x="586054" y="492044"/>
                  </a:lnTo>
                  <a:lnTo>
                    <a:pt x="587880" y="495260"/>
                  </a:lnTo>
                  <a:lnTo>
                    <a:pt x="589717" y="498476"/>
                  </a:lnTo>
                  <a:lnTo>
                    <a:pt x="591570" y="501692"/>
                  </a:lnTo>
                  <a:lnTo>
                    <a:pt x="593433" y="504908"/>
                  </a:lnTo>
                  <a:lnTo>
                    <a:pt x="595304" y="508124"/>
                  </a:lnTo>
                  <a:lnTo>
                    <a:pt x="597186" y="511340"/>
                  </a:lnTo>
                  <a:lnTo>
                    <a:pt x="599078" y="514556"/>
                  </a:lnTo>
                  <a:lnTo>
                    <a:pt x="600975" y="517771"/>
                  </a:lnTo>
                  <a:lnTo>
                    <a:pt x="602879" y="520987"/>
                  </a:lnTo>
                  <a:lnTo>
                    <a:pt x="604792" y="524203"/>
                  </a:lnTo>
                  <a:lnTo>
                    <a:pt x="606709" y="527419"/>
                  </a:lnTo>
                  <a:lnTo>
                    <a:pt x="608632" y="530635"/>
                  </a:lnTo>
                  <a:lnTo>
                    <a:pt x="610560" y="533851"/>
                  </a:lnTo>
                  <a:lnTo>
                    <a:pt x="612494" y="537067"/>
                  </a:lnTo>
                  <a:lnTo>
                    <a:pt x="614433" y="540283"/>
                  </a:lnTo>
                  <a:lnTo>
                    <a:pt x="616376" y="543499"/>
                  </a:lnTo>
                  <a:lnTo>
                    <a:pt x="618328" y="546715"/>
                  </a:lnTo>
                  <a:lnTo>
                    <a:pt x="620285" y="549931"/>
                  </a:lnTo>
                  <a:lnTo>
                    <a:pt x="622248" y="553147"/>
                  </a:lnTo>
                  <a:lnTo>
                    <a:pt x="624221" y="556363"/>
                  </a:lnTo>
                  <a:lnTo>
                    <a:pt x="626203" y="559579"/>
                  </a:lnTo>
                  <a:lnTo>
                    <a:pt x="628195" y="562795"/>
                  </a:lnTo>
                  <a:lnTo>
                    <a:pt x="630196" y="566011"/>
                  </a:lnTo>
                  <a:lnTo>
                    <a:pt x="632216" y="569227"/>
                  </a:lnTo>
                  <a:lnTo>
                    <a:pt x="634248" y="572443"/>
                  </a:lnTo>
                  <a:lnTo>
                    <a:pt x="636294" y="575659"/>
                  </a:lnTo>
                  <a:lnTo>
                    <a:pt x="638362" y="578875"/>
                  </a:lnTo>
                  <a:lnTo>
                    <a:pt x="640452" y="582091"/>
                  </a:lnTo>
                  <a:lnTo>
                    <a:pt x="642561" y="585307"/>
                  </a:lnTo>
                  <a:lnTo>
                    <a:pt x="644693" y="588523"/>
                  </a:lnTo>
                  <a:lnTo>
                    <a:pt x="646860" y="591739"/>
                  </a:lnTo>
                  <a:lnTo>
                    <a:pt x="649053" y="594955"/>
                  </a:lnTo>
                  <a:lnTo>
                    <a:pt x="651272" y="598171"/>
                  </a:lnTo>
                  <a:lnTo>
                    <a:pt x="653533" y="601387"/>
                  </a:lnTo>
                  <a:lnTo>
                    <a:pt x="655831" y="604603"/>
                  </a:lnTo>
                  <a:lnTo>
                    <a:pt x="658161" y="607819"/>
                  </a:lnTo>
                  <a:lnTo>
                    <a:pt x="660532" y="611035"/>
                  </a:lnTo>
                  <a:lnTo>
                    <a:pt x="662956" y="614251"/>
                  </a:lnTo>
                  <a:lnTo>
                    <a:pt x="665419" y="617467"/>
                  </a:lnTo>
                  <a:lnTo>
                    <a:pt x="667920" y="620683"/>
                  </a:lnTo>
                  <a:lnTo>
                    <a:pt x="670486" y="623899"/>
                  </a:lnTo>
                  <a:lnTo>
                    <a:pt x="673099" y="627115"/>
                  </a:lnTo>
                  <a:lnTo>
                    <a:pt x="675756" y="630331"/>
                  </a:lnTo>
                  <a:lnTo>
                    <a:pt x="678468" y="633547"/>
                  </a:lnTo>
                  <a:lnTo>
                    <a:pt x="681247" y="636763"/>
                  </a:lnTo>
                  <a:lnTo>
                    <a:pt x="684072" y="639979"/>
                  </a:lnTo>
                  <a:lnTo>
                    <a:pt x="686943" y="643195"/>
                  </a:lnTo>
                  <a:lnTo>
                    <a:pt x="689892" y="646410"/>
                  </a:lnTo>
                  <a:lnTo>
                    <a:pt x="692891" y="649626"/>
                  </a:lnTo>
                  <a:lnTo>
                    <a:pt x="695939" y="652842"/>
                  </a:lnTo>
                  <a:lnTo>
                    <a:pt x="699048" y="656058"/>
                  </a:lnTo>
                  <a:lnTo>
                    <a:pt x="702222" y="659274"/>
                  </a:lnTo>
                  <a:lnTo>
                    <a:pt x="705443" y="662490"/>
                  </a:lnTo>
                  <a:lnTo>
                    <a:pt x="708710" y="665706"/>
                  </a:lnTo>
                  <a:lnTo>
                    <a:pt x="712051" y="668922"/>
                  </a:lnTo>
                  <a:lnTo>
                    <a:pt x="715436" y="672138"/>
                  </a:lnTo>
                  <a:lnTo>
                    <a:pt x="718863" y="675354"/>
                  </a:lnTo>
                  <a:lnTo>
                    <a:pt x="722344" y="678570"/>
                  </a:lnTo>
                  <a:lnTo>
                    <a:pt x="725876" y="681786"/>
                  </a:lnTo>
                  <a:lnTo>
                    <a:pt x="729444" y="685002"/>
                  </a:lnTo>
                  <a:lnTo>
                    <a:pt x="733048" y="688218"/>
                  </a:lnTo>
                  <a:lnTo>
                    <a:pt x="736704" y="691434"/>
                  </a:lnTo>
                  <a:lnTo>
                    <a:pt x="740387" y="694650"/>
                  </a:lnTo>
                  <a:lnTo>
                    <a:pt x="744097" y="697866"/>
                  </a:lnTo>
                  <a:lnTo>
                    <a:pt x="747840" y="701082"/>
                  </a:lnTo>
                  <a:lnTo>
                    <a:pt x="751607" y="704298"/>
                  </a:lnTo>
                  <a:lnTo>
                    <a:pt x="755390" y="707514"/>
                  </a:lnTo>
                  <a:lnTo>
                    <a:pt x="759189" y="710730"/>
                  </a:lnTo>
                  <a:lnTo>
                    <a:pt x="763004" y="713946"/>
                  </a:lnTo>
                  <a:lnTo>
                    <a:pt x="766824" y="717162"/>
                  </a:lnTo>
                  <a:lnTo>
                    <a:pt x="770646" y="720378"/>
                  </a:lnTo>
                  <a:lnTo>
                    <a:pt x="774468" y="723594"/>
                  </a:lnTo>
                  <a:lnTo>
                    <a:pt x="778282" y="726810"/>
                  </a:lnTo>
                  <a:lnTo>
                    <a:pt x="782087" y="730026"/>
                  </a:lnTo>
                  <a:lnTo>
                    <a:pt x="785879" y="733242"/>
                  </a:lnTo>
                  <a:lnTo>
                    <a:pt x="789644" y="736458"/>
                  </a:lnTo>
                  <a:lnTo>
                    <a:pt x="793388" y="739674"/>
                  </a:lnTo>
                  <a:lnTo>
                    <a:pt x="797108" y="742890"/>
                  </a:lnTo>
                  <a:lnTo>
                    <a:pt x="800785" y="746106"/>
                  </a:lnTo>
                  <a:lnTo>
                    <a:pt x="804422" y="749322"/>
                  </a:lnTo>
                  <a:lnTo>
                    <a:pt x="808022" y="752538"/>
                  </a:lnTo>
                  <a:lnTo>
                    <a:pt x="811576" y="755754"/>
                  </a:lnTo>
                  <a:lnTo>
                    <a:pt x="815063" y="758970"/>
                  </a:lnTo>
                  <a:lnTo>
                    <a:pt x="818500" y="762186"/>
                  </a:lnTo>
                  <a:lnTo>
                    <a:pt x="821887" y="765402"/>
                  </a:lnTo>
                  <a:lnTo>
                    <a:pt x="825188" y="768618"/>
                  </a:lnTo>
                  <a:lnTo>
                    <a:pt x="828421" y="771834"/>
                  </a:lnTo>
                  <a:lnTo>
                    <a:pt x="831591" y="775049"/>
                  </a:lnTo>
                  <a:lnTo>
                    <a:pt x="834681" y="778265"/>
                  </a:lnTo>
                  <a:lnTo>
                    <a:pt x="837670" y="781481"/>
                  </a:lnTo>
                  <a:lnTo>
                    <a:pt x="840586" y="784697"/>
                  </a:lnTo>
                  <a:lnTo>
                    <a:pt x="843428" y="787913"/>
                  </a:lnTo>
                  <a:lnTo>
                    <a:pt x="846144" y="791129"/>
                  </a:lnTo>
                  <a:lnTo>
                    <a:pt x="848771" y="794345"/>
                  </a:lnTo>
                  <a:lnTo>
                    <a:pt x="851316" y="797561"/>
                  </a:lnTo>
                  <a:lnTo>
                    <a:pt x="853750" y="800777"/>
                  </a:lnTo>
                  <a:lnTo>
                    <a:pt x="856060" y="803993"/>
                  </a:lnTo>
                  <a:lnTo>
                    <a:pt x="858280" y="807209"/>
                  </a:lnTo>
                  <a:lnTo>
                    <a:pt x="860407" y="810425"/>
                  </a:lnTo>
                  <a:lnTo>
                    <a:pt x="862379" y="813641"/>
                  </a:lnTo>
                  <a:lnTo>
                    <a:pt x="864252" y="816857"/>
                  </a:lnTo>
                  <a:lnTo>
                    <a:pt x="866028" y="820073"/>
                  </a:lnTo>
                  <a:lnTo>
                    <a:pt x="867673" y="823289"/>
                  </a:lnTo>
                  <a:lnTo>
                    <a:pt x="869184" y="826505"/>
                  </a:lnTo>
                  <a:lnTo>
                    <a:pt x="870595" y="829721"/>
                  </a:lnTo>
                  <a:lnTo>
                    <a:pt x="871902" y="832937"/>
                  </a:lnTo>
                  <a:lnTo>
                    <a:pt x="873042" y="836153"/>
                  </a:lnTo>
                  <a:lnTo>
                    <a:pt x="874081" y="839369"/>
                  </a:lnTo>
                  <a:lnTo>
                    <a:pt x="875017" y="842585"/>
                  </a:lnTo>
                  <a:lnTo>
                    <a:pt x="875813" y="845801"/>
                  </a:lnTo>
                  <a:lnTo>
                    <a:pt x="876479" y="849017"/>
                  </a:lnTo>
                  <a:lnTo>
                    <a:pt x="877044" y="852233"/>
                  </a:lnTo>
                  <a:lnTo>
                    <a:pt x="877502" y="855449"/>
                  </a:lnTo>
                  <a:lnTo>
                    <a:pt x="877801" y="858665"/>
                  </a:lnTo>
                  <a:lnTo>
                    <a:pt x="878002" y="861881"/>
                  </a:lnTo>
                  <a:lnTo>
                    <a:pt x="878107" y="865097"/>
                  </a:lnTo>
                  <a:lnTo>
                    <a:pt x="878074" y="868313"/>
                  </a:lnTo>
                  <a:lnTo>
                    <a:pt x="877925" y="871529"/>
                  </a:lnTo>
                  <a:lnTo>
                    <a:pt x="877685" y="874745"/>
                  </a:lnTo>
                  <a:lnTo>
                    <a:pt x="877342" y="877961"/>
                  </a:lnTo>
                  <a:lnTo>
                    <a:pt x="876862" y="881177"/>
                  </a:lnTo>
                  <a:lnTo>
                    <a:pt x="876296" y="884393"/>
                  </a:lnTo>
                  <a:lnTo>
                    <a:pt x="875646" y="887609"/>
                  </a:lnTo>
                  <a:lnTo>
                    <a:pt x="874873" y="890825"/>
                  </a:lnTo>
                  <a:lnTo>
                    <a:pt x="874005" y="894041"/>
                  </a:lnTo>
                  <a:lnTo>
                    <a:pt x="873061" y="897257"/>
                  </a:lnTo>
                  <a:lnTo>
                    <a:pt x="872027" y="900473"/>
                  </a:lnTo>
                  <a:lnTo>
                    <a:pt x="870883" y="903688"/>
                  </a:lnTo>
                  <a:lnTo>
                    <a:pt x="869670" y="906904"/>
                  </a:lnTo>
                  <a:lnTo>
                    <a:pt x="868389" y="910120"/>
                  </a:lnTo>
                  <a:lnTo>
                    <a:pt x="867006" y="913336"/>
                  </a:lnTo>
                  <a:lnTo>
                    <a:pt x="865552" y="916552"/>
                  </a:lnTo>
                  <a:lnTo>
                    <a:pt x="864037" y="919768"/>
                  </a:lnTo>
                  <a:lnTo>
                    <a:pt x="862449" y="922984"/>
                  </a:lnTo>
                  <a:lnTo>
                    <a:pt x="860780" y="926200"/>
                  </a:lnTo>
                  <a:lnTo>
                    <a:pt x="859057" y="929416"/>
                  </a:lnTo>
                  <a:lnTo>
                    <a:pt x="857282" y="932632"/>
                  </a:lnTo>
                  <a:lnTo>
                    <a:pt x="855426" y="935848"/>
                  </a:lnTo>
                  <a:lnTo>
                    <a:pt x="853520" y="939064"/>
                  </a:lnTo>
                  <a:lnTo>
                    <a:pt x="851566" y="942280"/>
                  </a:lnTo>
                  <a:lnTo>
                    <a:pt x="849556" y="945496"/>
                  </a:lnTo>
                  <a:lnTo>
                    <a:pt x="847485" y="948712"/>
                  </a:lnTo>
                  <a:lnTo>
                    <a:pt x="845374" y="951928"/>
                  </a:lnTo>
                  <a:lnTo>
                    <a:pt x="843222" y="955144"/>
                  </a:lnTo>
                  <a:lnTo>
                    <a:pt x="841007" y="958360"/>
                  </a:lnTo>
                  <a:lnTo>
                    <a:pt x="838753" y="961576"/>
                  </a:lnTo>
                  <a:lnTo>
                    <a:pt x="836463" y="964792"/>
                  </a:lnTo>
                  <a:lnTo>
                    <a:pt x="834125" y="968008"/>
                  </a:lnTo>
                  <a:lnTo>
                    <a:pt x="831741" y="971224"/>
                  </a:lnTo>
                  <a:lnTo>
                    <a:pt x="829323" y="974440"/>
                  </a:lnTo>
                  <a:lnTo>
                    <a:pt x="826871" y="977656"/>
                  </a:lnTo>
                  <a:lnTo>
                    <a:pt x="824364" y="980872"/>
                  </a:lnTo>
                  <a:lnTo>
                    <a:pt x="821825" y="984088"/>
                  </a:lnTo>
                  <a:lnTo>
                    <a:pt x="820791" y="985382"/>
                  </a:lnTo>
                  <a:lnTo>
                    <a:pt x="819255" y="987304"/>
                  </a:lnTo>
                  <a:lnTo>
                    <a:pt x="816640" y="990520"/>
                  </a:lnTo>
                  <a:lnTo>
                    <a:pt x="813984" y="993736"/>
                  </a:lnTo>
                  <a:lnTo>
                    <a:pt x="811296" y="996952"/>
                  </a:lnTo>
                  <a:lnTo>
                    <a:pt x="808575" y="1000168"/>
                  </a:lnTo>
                  <a:lnTo>
                    <a:pt x="805803" y="1003384"/>
                  </a:lnTo>
                  <a:lnTo>
                    <a:pt x="803000" y="1006600"/>
                  </a:lnTo>
                  <a:lnTo>
                    <a:pt x="800164" y="1009816"/>
                  </a:lnTo>
                  <a:lnTo>
                    <a:pt x="797284" y="1013032"/>
                  </a:lnTo>
                  <a:lnTo>
                    <a:pt x="794364" y="1016248"/>
                  </a:lnTo>
                  <a:lnTo>
                    <a:pt x="791412" y="1019464"/>
                  </a:lnTo>
                  <a:lnTo>
                    <a:pt x="788424" y="1022680"/>
                  </a:lnTo>
                  <a:lnTo>
                    <a:pt x="785385" y="1025896"/>
                  </a:lnTo>
                  <a:lnTo>
                    <a:pt x="782315" y="1029112"/>
                  </a:lnTo>
                  <a:lnTo>
                    <a:pt x="779212" y="1032327"/>
                  </a:lnTo>
                  <a:lnTo>
                    <a:pt x="776062" y="1035543"/>
                  </a:lnTo>
                  <a:lnTo>
                    <a:pt x="772873" y="1038759"/>
                  </a:lnTo>
                  <a:lnTo>
                    <a:pt x="769652" y="1041975"/>
                  </a:lnTo>
                  <a:lnTo>
                    <a:pt x="766394" y="1045191"/>
                  </a:lnTo>
                  <a:lnTo>
                    <a:pt x="763088" y="1048407"/>
                  </a:lnTo>
                  <a:lnTo>
                    <a:pt x="759751" y="1051623"/>
                  </a:lnTo>
                  <a:lnTo>
                    <a:pt x="756384" y="1054839"/>
                  </a:lnTo>
                  <a:lnTo>
                    <a:pt x="752970" y="1058055"/>
                  </a:lnTo>
                  <a:lnTo>
                    <a:pt x="749523" y="1061271"/>
                  </a:lnTo>
                  <a:lnTo>
                    <a:pt x="746047" y="1064487"/>
                  </a:lnTo>
                  <a:lnTo>
                    <a:pt x="742537" y="1067703"/>
                  </a:lnTo>
                  <a:lnTo>
                    <a:pt x="738988" y="1070919"/>
                  </a:lnTo>
                  <a:lnTo>
                    <a:pt x="735414" y="1074135"/>
                  </a:lnTo>
                  <a:lnTo>
                    <a:pt x="731816" y="1077351"/>
                  </a:lnTo>
                  <a:lnTo>
                    <a:pt x="728182" y="1080567"/>
                  </a:lnTo>
                  <a:lnTo>
                    <a:pt x="724527" y="1083783"/>
                  </a:lnTo>
                  <a:lnTo>
                    <a:pt x="720852" y="1086999"/>
                  </a:lnTo>
                  <a:lnTo>
                    <a:pt x="717155" y="1090215"/>
                  </a:lnTo>
                  <a:lnTo>
                    <a:pt x="713438" y="1093431"/>
                  </a:lnTo>
                  <a:lnTo>
                    <a:pt x="709709" y="1096647"/>
                  </a:lnTo>
                  <a:lnTo>
                    <a:pt x="705970" y="1099863"/>
                  </a:lnTo>
                  <a:lnTo>
                    <a:pt x="702220" y="1103079"/>
                  </a:lnTo>
                  <a:lnTo>
                    <a:pt x="698467" y="1106295"/>
                  </a:lnTo>
                  <a:lnTo>
                    <a:pt x="694714" y="1109511"/>
                  </a:lnTo>
                  <a:lnTo>
                    <a:pt x="690965" y="1112727"/>
                  </a:lnTo>
                  <a:lnTo>
                    <a:pt x="687226" y="1115943"/>
                  </a:lnTo>
                  <a:lnTo>
                    <a:pt x="683499" y="1119159"/>
                  </a:lnTo>
                  <a:lnTo>
                    <a:pt x="679785" y="1122375"/>
                  </a:lnTo>
                  <a:lnTo>
                    <a:pt x="676106" y="1125591"/>
                  </a:lnTo>
                  <a:lnTo>
                    <a:pt x="672454" y="1128807"/>
                  </a:lnTo>
                  <a:lnTo>
                    <a:pt x="668831" y="1132023"/>
                  </a:lnTo>
                  <a:lnTo>
                    <a:pt x="665255" y="1135239"/>
                  </a:lnTo>
                  <a:lnTo>
                    <a:pt x="661736" y="1138455"/>
                  </a:lnTo>
                  <a:lnTo>
                    <a:pt x="658265" y="1141671"/>
                  </a:lnTo>
                  <a:lnTo>
                    <a:pt x="654849" y="1144887"/>
                  </a:lnTo>
                  <a:lnTo>
                    <a:pt x="651531" y="1148103"/>
                  </a:lnTo>
                  <a:lnTo>
                    <a:pt x="648284" y="1151319"/>
                  </a:lnTo>
                  <a:lnTo>
                    <a:pt x="645110" y="1154535"/>
                  </a:lnTo>
                  <a:lnTo>
                    <a:pt x="642053" y="1157751"/>
                  </a:lnTo>
                  <a:lnTo>
                    <a:pt x="639112" y="1160966"/>
                  </a:lnTo>
                  <a:lnTo>
                    <a:pt x="636271" y="1164182"/>
                  </a:lnTo>
                  <a:lnTo>
                    <a:pt x="633546" y="1167398"/>
                  </a:lnTo>
                  <a:lnTo>
                    <a:pt x="631005" y="1170614"/>
                  </a:lnTo>
                  <a:lnTo>
                    <a:pt x="628593" y="1173830"/>
                  </a:lnTo>
                  <a:lnTo>
                    <a:pt x="626314" y="1177046"/>
                  </a:lnTo>
                  <a:lnTo>
                    <a:pt x="624246" y="1180262"/>
                  </a:lnTo>
                  <a:lnTo>
                    <a:pt x="622368" y="1183478"/>
                  </a:lnTo>
                  <a:lnTo>
                    <a:pt x="620655" y="1186694"/>
                  </a:lnTo>
                  <a:lnTo>
                    <a:pt x="619141" y="1189910"/>
                  </a:lnTo>
                  <a:lnTo>
                    <a:pt x="617910" y="1193126"/>
                  </a:lnTo>
                  <a:lnTo>
                    <a:pt x="616876" y="1196342"/>
                  </a:lnTo>
                  <a:lnTo>
                    <a:pt x="616046" y="1199558"/>
                  </a:lnTo>
                  <a:lnTo>
                    <a:pt x="615544" y="1202774"/>
                  </a:lnTo>
                  <a:lnTo>
                    <a:pt x="615307" y="1205990"/>
                  </a:lnTo>
                  <a:lnTo>
                    <a:pt x="615306" y="1209206"/>
                  </a:lnTo>
                  <a:lnTo>
                    <a:pt x="615600" y="1212422"/>
                  </a:lnTo>
                  <a:lnTo>
                    <a:pt x="616272" y="1215638"/>
                  </a:lnTo>
                  <a:lnTo>
                    <a:pt x="617211" y="1218854"/>
                  </a:lnTo>
                  <a:lnTo>
                    <a:pt x="618421" y="1222070"/>
                  </a:lnTo>
                  <a:lnTo>
                    <a:pt x="620077" y="1225286"/>
                  </a:lnTo>
                  <a:lnTo>
                    <a:pt x="622055" y="1228502"/>
                  </a:lnTo>
                  <a:lnTo>
                    <a:pt x="624330" y="1231718"/>
                  </a:lnTo>
                  <a:lnTo>
                    <a:pt x="626986" y="1234934"/>
                  </a:lnTo>
                  <a:lnTo>
                    <a:pt x="630082" y="1238150"/>
                  </a:lnTo>
                  <a:lnTo>
                    <a:pt x="633493" y="1241366"/>
                  </a:lnTo>
                  <a:lnTo>
                    <a:pt x="637219" y="1244582"/>
                  </a:lnTo>
                  <a:lnTo>
                    <a:pt x="641467" y="1247798"/>
                  </a:lnTo>
                  <a:lnTo>
                    <a:pt x="646053" y="1251014"/>
                  </a:lnTo>
                  <a:lnTo>
                    <a:pt x="650960" y="1254230"/>
                  </a:lnTo>
                  <a:lnTo>
                    <a:pt x="656288" y="1257446"/>
                  </a:lnTo>
                  <a:lnTo>
                    <a:pt x="662050" y="1260662"/>
                  </a:lnTo>
                  <a:lnTo>
                    <a:pt x="668123" y="1263878"/>
                  </a:lnTo>
                  <a:lnTo>
                    <a:pt x="674507" y="1267094"/>
                  </a:lnTo>
                  <a:lnTo>
                    <a:pt x="681396" y="1270310"/>
                  </a:lnTo>
                  <a:lnTo>
                    <a:pt x="688573" y="1273526"/>
                  </a:lnTo>
                  <a:lnTo>
                    <a:pt x="696032" y="1276742"/>
                  </a:lnTo>
                  <a:lnTo>
                    <a:pt x="703861" y="1279958"/>
                  </a:lnTo>
                  <a:lnTo>
                    <a:pt x="712022" y="1283174"/>
                  </a:lnTo>
                  <a:lnTo>
                    <a:pt x="720419" y="1286390"/>
                  </a:lnTo>
                  <a:lnTo>
                    <a:pt x="729057" y="1289605"/>
                  </a:lnTo>
                  <a:lnTo>
                    <a:pt x="738025" y="1292821"/>
                  </a:lnTo>
                  <a:lnTo>
                    <a:pt x="747167" y="1296037"/>
                  </a:lnTo>
                  <a:lnTo>
                    <a:pt x="756473" y="1299253"/>
                  </a:lnTo>
                  <a:lnTo>
                    <a:pt x="765978" y="1302469"/>
                  </a:lnTo>
                  <a:lnTo>
                    <a:pt x="775615" y="1305685"/>
                  </a:lnTo>
                  <a:lnTo>
                    <a:pt x="785334" y="1308901"/>
                  </a:lnTo>
                  <a:lnTo>
                    <a:pt x="795127" y="1312117"/>
                  </a:lnTo>
                  <a:lnTo>
                    <a:pt x="804960" y="1315333"/>
                  </a:lnTo>
                  <a:lnTo>
                    <a:pt x="814781" y="1318549"/>
                  </a:lnTo>
                  <a:lnTo>
                    <a:pt x="824576" y="1321765"/>
                  </a:lnTo>
                  <a:lnTo>
                    <a:pt x="834283" y="1324981"/>
                  </a:lnTo>
                  <a:lnTo>
                    <a:pt x="843861" y="1328197"/>
                  </a:lnTo>
                  <a:lnTo>
                    <a:pt x="853309" y="1331413"/>
                  </a:lnTo>
                  <a:lnTo>
                    <a:pt x="862582" y="1334629"/>
                  </a:lnTo>
                  <a:lnTo>
                    <a:pt x="871553" y="1337845"/>
                  </a:lnTo>
                  <a:lnTo>
                    <a:pt x="880289" y="1341061"/>
                  </a:lnTo>
                  <a:lnTo>
                    <a:pt x="888774" y="1344277"/>
                  </a:lnTo>
                  <a:lnTo>
                    <a:pt x="896822" y="1347493"/>
                  </a:lnTo>
                  <a:lnTo>
                    <a:pt x="904487" y="1350709"/>
                  </a:lnTo>
                  <a:lnTo>
                    <a:pt x="911802" y="1353925"/>
                  </a:lnTo>
                  <a:lnTo>
                    <a:pt x="918669" y="1357141"/>
                  </a:lnTo>
                  <a:lnTo>
                    <a:pt x="924931" y="1360357"/>
                  </a:lnTo>
                  <a:lnTo>
                    <a:pt x="930756" y="1363573"/>
                  </a:lnTo>
                  <a:lnTo>
                    <a:pt x="936132" y="1366789"/>
                  </a:lnTo>
                  <a:lnTo>
                    <a:pt x="940759" y="1370005"/>
                  </a:lnTo>
                  <a:lnTo>
                    <a:pt x="944826" y="1373221"/>
                  </a:lnTo>
                  <a:lnTo>
                    <a:pt x="948379" y="1376437"/>
                  </a:lnTo>
                  <a:lnTo>
                    <a:pt x="951269" y="1379653"/>
                  </a:lnTo>
                  <a:lnTo>
                    <a:pt x="953380" y="1382869"/>
                  </a:lnTo>
                  <a:lnTo>
                    <a:pt x="954935" y="1386085"/>
                  </a:lnTo>
                  <a:lnTo>
                    <a:pt x="955930" y="1389301"/>
                  </a:lnTo>
                  <a:lnTo>
                    <a:pt x="956002" y="1392517"/>
                  </a:lnTo>
                  <a:lnTo>
                    <a:pt x="955905" y="1393102"/>
                  </a:lnTo>
                  <a:lnTo>
                    <a:pt x="955468" y="1395733"/>
                  </a:lnTo>
                  <a:lnTo>
                    <a:pt x="954364" y="1398949"/>
                  </a:lnTo>
                  <a:lnTo>
                    <a:pt x="952514" y="1402165"/>
                  </a:lnTo>
                  <a:lnTo>
                    <a:pt x="949890" y="1405381"/>
                  </a:lnTo>
                  <a:lnTo>
                    <a:pt x="946713" y="1408597"/>
                  </a:lnTo>
                  <a:lnTo>
                    <a:pt x="942985" y="1411813"/>
                  </a:lnTo>
                  <a:lnTo>
                    <a:pt x="938364" y="1415029"/>
                  </a:lnTo>
                  <a:lnTo>
                    <a:pt x="933226" y="1418245"/>
                  </a:lnTo>
                  <a:lnTo>
                    <a:pt x="927586" y="1421460"/>
                  </a:lnTo>
                  <a:lnTo>
                    <a:pt x="921286" y="1424676"/>
                  </a:lnTo>
                  <a:lnTo>
                    <a:pt x="914382" y="1427892"/>
                  </a:lnTo>
                  <a:lnTo>
                    <a:pt x="907044" y="1431108"/>
                  </a:lnTo>
                  <a:lnTo>
                    <a:pt x="899265" y="1434324"/>
                  </a:lnTo>
                  <a:lnTo>
                    <a:pt x="890853" y="1437540"/>
                  </a:lnTo>
                  <a:lnTo>
                    <a:pt x="882092" y="1440756"/>
                  </a:lnTo>
                  <a:lnTo>
                    <a:pt x="872995" y="1443972"/>
                  </a:lnTo>
                  <a:lnTo>
                    <a:pt x="863467" y="1447188"/>
                  </a:lnTo>
                  <a:lnTo>
                    <a:pt x="853602" y="1450404"/>
                  </a:lnTo>
                  <a:lnTo>
                    <a:pt x="843498" y="1453620"/>
                  </a:lnTo>
                  <a:lnTo>
                    <a:pt x="833153" y="1456836"/>
                  </a:lnTo>
                  <a:lnTo>
                    <a:pt x="822526" y="1460052"/>
                  </a:lnTo>
                  <a:lnTo>
                    <a:pt x="811761" y="1463268"/>
                  </a:lnTo>
                  <a:lnTo>
                    <a:pt x="800871" y="1466484"/>
                  </a:lnTo>
                  <a:lnTo>
                    <a:pt x="789848" y="1469700"/>
                  </a:lnTo>
                  <a:lnTo>
                    <a:pt x="778763" y="1472916"/>
                  </a:lnTo>
                  <a:lnTo>
                    <a:pt x="767650" y="1476132"/>
                  </a:lnTo>
                  <a:lnTo>
                    <a:pt x="756526" y="1479348"/>
                  </a:lnTo>
                  <a:lnTo>
                    <a:pt x="745444" y="1482564"/>
                  </a:lnTo>
                  <a:lnTo>
                    <a:pt x="734422" y="1485780"/>
                  </a:lnTo>
                  <a:lnTo>
                    <a:pt x="723468" y="1488996"/>
                  </a:lnTo>
                  <a:lnTo>
                    <a:pt x="712661" y="1492212"/>
                  </a:lnTo>
                  <a:lnTo>
                    <a:pt x="702003" y="1495428"/>
                  </a:lnTo>
                  <a:lnTo>
                    <a:pt x="691485" y="1498644"/>
                  </a:lnTo>
                  <a:lnTo>
                    <a:pt x="681153" y="1501860"/>
                  </a:lnTo>
                  <a:lnTo>
                    <a:pt x="671086" y="1505076"/>
                  </a:lnTo>
                  <a:lnTo>
                    <a:pt x="661215" y="1508292"/>
                  </a:lnTo>
                  <a:lnTo>
                    <a:pt x="651546" y="1511508"/>
                  </a:lnTo>
                  <a:lnTo>
                    <a:pt x="642219" y="1514724"/>
                  </a:lnTo>
                  <a:lnTo>
                    <a:pt x="633152" y="1517940"/>
                  </a:lnTo>
                  <a:lnTo>
                    <a:pt x="624322" y="1521156"/>
                  </a:lnTo>
                  <a:lnTo>
                    <a:pt x="615798" y="1524372"/>
                  </a:lnTo>
                  <a:lnTo>
                    <a:pt x="607638" y="1527588"/>
                  </a:lnTo>
                  <a:lnTo>
                    <a:pt x="599734" y="1530804"/>
                  </a:lnTo>
                  <a:lnTo>
                    <a:pt x="592091" y="1534020"/>
                  </a:lnTo>
                  <a:lnTo>
                    <a:pt x="584871" y="1537236"/>
                  </a:lnTo>
                  <a:lnTo>
                    <a:pt x="577932" y="1540452"/>
                  </a:lnTo>
                  <a:lnTo>
                    <a:pt x="571255" y="1543668"/>
                  </a:lnTo>
                  <a:lnTo>
                    <a:pt x="564918" y="1546884"/>
                  </a:lnTo>
                  <a:lnTo>
                    <a:pt x="558938" y="1550099"/>
                  </a:lnTo>
                  <a:lnTo>
                    <a:pt x="553212" y="1553315"/>
                  </a:lnTo>
                  <a:lnTo>
                    <a:pt x="547738" y="1556531"/>
                  </a:lnTo>
                  <a:lnTo>
                    <a:pt x="542674" y="1559747"/>
                  </a:lnTo>
                  <a:lnTo>
                    <a:pt x="537851" y="1562963"/>
                  </a:lnTo>
                  <a:lnTo>
                    <a:pt x="533262" y="1566179"/>
                  </a:lnTo>
                  <a:lnTo>
                    <a:pt x="528981" y="1569395"/>
                  </a:lnTo>
                  <a:lnTo>
                    <a:pt x="524989" y="1572611"/>
                  </a:lnTo>
                  <a:lnTo>
                    <a:pt x="521208" y="1575827"/>
                  </a:lnTo>
                  <a:lnTo>
                    <a:pt x="517641" y="1579043"/>
                  </a:lnTo>
                  <a:lnTo>
                    <a:pt x="514394" y="1582259"/>
                  </a:lnTo>
                  <a:lnTo>
                    <a:pt x="511332" y="1585475"/>
                  </a:lnTo>
                  <a:lnTo>
                    <a:pt x="508449" y="1588691"/>
                  </a:lnTo>
                  <a:lnTo>
                    <a:pt x="505806" y="1591907"/>
                  </a:lnTo>
                  <a:lnTo>
                    <a:pt x="503367" y="1595123"/>
                  </a:lnTo>
                  <a:lnTo>
                    <a:pt x="501080" y="1598339"/>
                  </a:lnTo>
                  <a:lnTo>
                    <a:pt x="498954" y="1601555"/>
                  </a:lnTo>
                  <a:lnTo>
                    <a:pt x="497044" y="1604771"/>
                  </a:lnTo>
                  <a:lnTo>
                    <a:pt x="495260" y="1607987"/>
                  </a:lnTo>
                  <a:lnTo>
                    <a:pt x="493598" y="1611203"/>
                  </a:lnTo>
                  <a:lnTo>
                    <a:pt x="492102" y="1614419"/>
                  </a:lnTo>
                  <a:lnTo>
                    <a:pt x="490734" y="1617635"/>
                  </a:lnTo>
                  <a:lnTo>
                    <a:pt x="489463" y="1620851"/>
                  </a:lnTo>
                  <a:lnTo>
                    <a:pt x="488299" y="1624067"/>
                  </a:lnTo>
                  <a:lnTo>
                    <a:pt x="487266" y="1627283"/>
                  </a:lnTo>
                  <a:lnTo>
                    <a:pt x="486311" y="1630499"/>
                  </a:lnTo>
                  <a:lnTo>
                    <a:pt x="485430" y="1633715"/>
                  </a:lnTo>
                  <a:lnTo>
                    <a:pt x="484651" y="1636931"/>
                  </a:lnTo>
                  <a:lnTo>
                    <a:pt x="483944" y="1640147"/>
                  </a:lnTo>
                  <a:lnTo>
                    <a:pt x="483294" y="1643363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295148" y="2197299"/>
              <a:ext cx="956002" cy="2140509"/>
            </a:xfrm>
            <a:custGeom>
              <a:avLst/>
              <a:pathLst>
                <a:path w="956002" h="2140509">
                  <a:moveTo>
                    <a:pt x="472708" y="2140509"/>
                  </a:moveTo>
                  <a:lnTo>
                    <a:pt x="472258" y="2136320"/>
                  </a:lnTo>
                  <a:lnTo>
                    <a:pt x="471771" y="2132131"/>
                  </a:lnTo>
                  <a:lnTo>
                    <a:pt x="471242" y="2127942"/>
                  </a:lnTo>
                  <a:lnTo>
                    <a:pt x="470687" y="2123753"/>
                  </a:lnTo>
                  <a:lnTo>
                    <a:pt x="470078" y="2119564"/>
                  </a:lnTo>
                  <a:lnTo>
                    <a:pt x="469429" y="2115375"/>
                  </a:lnTo>
                  <a:lnTo>
                    <a:pt x="468749" y="2111186"/>
                  </a:lnTo>
                  <a:lnTo>
                    <a:pt x="467996" y="2106998"/>
                  </a:lnTo>
                  <a:lnTo>
                    <a:pt x="467205" y="2102809"/>
                  </a:lnTo>
                  <a:lnTo>
                    <a:pt x="466369" y="2098620"/>
                  </a:lnTo>
                  <a:lnTo>
                    <a:pt x="465454" y="2094431"/>
                  </a:lnTo>
                  <a:lnTo>
                    <a:pt x="464497" y="2090242"/>
                  </a:lnTo>
                  <a:lnTo>
                    <a:pt x="463475" y="2086053"/>
                  </a:lnTo>
                  <a:lnTo>
                    <a:pt x="462374" y="2081864"/>
                  </a:lnTo>
                  <a:lnTo>
                    <a:pt x="461226" y="2077676"/>
                  </a:lnTo>
                  <a:lnTo>
                    <a:pt x="459987" y="2073487"/>
                  </a:lnTo>
                  <a:lnTo>
                    <a:pt x="458672" y="2069298"/>
                  </a:lnTo>
                  <a:lnTo>
                    <a:pt x="457306" y="2065109"/>
                  </a:lnTo>
                  <a:lnTo>
                    <a:pt x="455815" y="2060920"/>
                  </a:lnTo>
                  <a:lnTo>
                    <a:pt x="454259" y="2056731"/>
                  </a:lnTo>
                  <a:lnTo>
                    <a:pt x="452630" y="2052542"/>
                  </a:lnTo>
                  <a:lnTo>
                    <a:pt x="450867" y="2048354"/>
                  </a:lnTo>
                  <a:lnTo>
                    <a:pt x="449037" y="2044165"/>
                  </a:lnTo>
                  <a:lnTo>
                    <a:pt x="447104" y="2039976"/>
                  </a:lnTo>
                  <a:lnTo>
                    <a:pt x="445043" y="2035787"/>
                  </a:lnTo>
                  <a:lnTo>
                    <a:pt x="442908" y="2031598"/>
                  </a:lnTo>
                  <a:lnTo>
                    <a:pt x="440635" y="2027409"/>
                  </a:lnTo>
                  <a:lnTo>
                    <a:pt x="438244" y="2023220"/>
                  </a:lnTo>
                  <a:lnTo>
                    <a:pt x="435773" y="2019031"/>
                  </a:lnTo>
                  <a:lnTo>
                    <a:pt x="433123" y="2014843"/>
                  </a:lnTo>
                  <a:lnTo>
                    <a:pt x="430372" y="2010654"/>
                  </a:lnTo>
                  <a:lnTo>
                    <a:pt x="427520" y="2006465"/>
                  </a:lnTo>
                  <a:lnTo>
                    <a:pt x="424472" y="2002276"/>
                  </a:lnTo>
                  <a:lnTo>
                    <a:pt x="421331" y="1998087"/>
                  </a:lnTo>
                  <a:lnTo>
                    <a:pt x="418052" y="1993898"/>
                  </a:lnTo>
                  <a:lnTo>
                    <a:pt x="414592" y="1989709"/>
                  </a:lnTo>
                  <a:lnTo>
                    <a:pt x="411034" y="1985521"/>
                  </a:lnTo>
                  <a:lnTo>
                    <a:pt x="407298" y="1981332"/>
                  </a:lnTo>
                  <a:lnTo>
                    <a:pt x="403404" y="1977143"/>
                  </a:lnTo>
                  <a:lnTo>
                    <a:pt x="399406" y="1972954"/>
                  </a:lnTo>
                  <a:lnTo>
                    <a:pt x="395189" y="1968765"/>
                  </a:lnTo>
                  <a:lnTo>
                    <a:pt x="390841" y="1964576"/>
                  </a:lnTo>
                  <a:lnTo>
                    <a:pt x="386376" y="1960387"/>
                  </a:lnTo>
                  <a:lnTo>
                    <a:pt x="381672" y="1956199"/>
                  </a:lnTo>
                  <a:lnTo>
                    <a:pt x="376858" y="1952010"/>
                  </a:lnTo>
                  <a:lnTo>
                    <a:pt x="371891" y="1947821"/>
                  </a:lnTo>
                  <a:lnTo>
                    <a:pt x="366716" y="1943632"/>
                  </a:lnTo>
                  <a:lnTo>
                    <a:pt x="361431" y="1939443"/>
                  </a:lnTo>
                  <a:lnTo>
                    <a:pt x="355960" y="1935254"/>
                  </a:lnTo>
                  <a:lnTo>
                    <a:pt x="350317" y="1931065"/>
                  </a:lnTo>
                  <a:lnTo>
                    <a:pt x="344566" y="1926876"/>
                  </a:lnTo>
                  <a:lnTo>
                    <a:pt x="338600" y="1922688"/>
                  </a:lnTo>
                  <a:lnTo>
                    <a:pt x="332501" y="1918499"/>
                  </a:lnTo>
                  <a:lnTo>
                    <a:pt x="326295" y="1914310"/>
                  </a:lnTo>
                  <a:lnTo>
                    <a:pt x="319861" y="1910121"/>
                  </a:lnTo>
                  <a:lnTo>
                    <a:pt x="313330" y="1905932"/>
                  </a:lnTo>
                  <a:lnTo>
                    <a:pt x="306669" y="1901743"/>
                  </a:lnTo>
                  <a:lnTo>
                    <a:pt x="299829" y="1897554"/>
                  </a:lnTo>
                  <a:lnTo>
                    <a:pt x="292901" y="1893366"/>
                  </a:lnTo>
                  <a:lnTo>
                    <a:pt x="285830" y="1889177"/>
                  </a:lnTo>
                  <a:lnTo>
                    <a:pt x="278629" y="1884988"/>
                  </a:lnTo>
                  <a:lnTo>
                    <a:pt x="271350" y="1880799"/>
                  </a:lnTo>
                  <a:lnTo>
                    <a:pt x="263930" y="1876610"/>
                  </a:lnTo>
                  <a:lnTo>
                    <a:pt x="256425" y="1872421"/>
                  </a:lnTo>
                  <a:lnTo>
                    <a:pt x="248857" y="1868232"/>
                  </a:lnTo>
                  <a:lnTo>
                    <a:pt x="241163" y="1864044"/>
                  </a:lnTo>
                  <a:lnTo>
                    <a:pt x="233424" y="1859855"/>
                  </a:lnTo>
                  <a:lnTo>
                    <a:pt x="225627" y="1855666"/>
                  </a:lnTo>
                  <a:lnTo>
                    <a:pt x="217761" y="1851477"/>
                  </a:lnTo>
                  <a:lnTo>
                    <a:pt x="209869" y="1847288"/>
                  </a:lnTo>
                  <a:lnTo>
                    <a:pt x="201940" y="1843099"/>
                  </a:lnTo>
                  <a:lnTo>
                    <a:pt x="193992" y="1838910"/>
                  </a:lnTo>
                  <a:lnTo>
                    <a:pt x="186038" y="1834722"/>
                  </a:lnTo>
                  <a:lnTo>
                    <a:pt x="178087" y="1830533"/>
                  </a:lnTo>
                  <a:lnTo>
                    <a:pt x="170157" y="1826344"/>
                  </a:lnTo>
                  <a:lnTo>
                    <a:pt x="162243" y="1822155"/>
                  </a:lnTo>
                  <a:lnTo>
                    <a:pt x="154392" y="1817966"/>
                  </a:lnTo>
                  <a:lnTo>
                    <a:pt x="146586" y="1813777"/>
                  </a:lnTo>
                  <a:lnTo>
                    <a:pt x="138832" y="1809588"/>
                  </a:lnTo>
                  <a:lnTo>
                    <a:pt x="131195" y="1805399"/>
                  </a:lnTo>
                  <a:lnTo>
                    <a:pt x="123625" y="1801211"/>
                  </a:lnTo>
                  <a:lnTo>
                    <a:pt x="116165" y="1797022"/>
                  </a:lnTo>
                  <a:lnTo>
                    <a:pt x="108855" y="1792833"/>
                  </a:lnTo>
                  <a:lnTo>
                    <a:pt x="101636" y="1788644"/>
                  </a:lnTo>
                  <a:lnTo>
                    <a:pt x="94602" y="1784455"/>
                  </a:lnTo>
                  <a:lnTo>
                    <a:pt x="87733" y="1780266"/>
                  </a:lnTo>
                  <a:lnTo>
                    <a:pt x="80980" y="1776077"/>
                  </a:lnTo>
                  <a:lnTo>
                    <a:pt x="74504" y="1771889"/>
                  </a:lnTo>
                  <a:lnTo>
                    <a:pt x="68188" y="1767700"/>
                  </a:lnTo>
                  <a:lnTo>
                    <a:pt x="62039" y="1763511"/>
                  </a:lnTo>
                  <a:lnTo>
                    <a:pt x="56218" y="1759322"/>
                  </a:lnTo>
                  <a:lnTo>
                    <a:pt x="50562" y="1755133"/>
                  </a:lnTo>
                  <a:lnTo>
                    <a:pt x="45155" y="1750944"/>
                  </a:lnTo>
                  <a:lnTo>
                    <a:pt x="40071" y="1746755"/>
                  </a:lnTo>
                  <a:lnTo>
                    <a:pt x="35171" y="1742567"/>
                  </a:lnTo>
                  <a:lnTo>
                    <a:pt x="30614" y="1738378"/>
                  </a:lnTo>
                  <a:lnTo>
                    <a:pt x="26355" y="1734189"/>
                  </a:lnTo>
                  <a:lnTo>
                    <a:pt x="22297" y="1730000"/>
                  </a:lnTo>
                  <a:lnTo>
                    <a:pt x="18681" y="1725811"/>
                  </a:lnTo>
                  <a:lnTo>
                    <a:pt x="15320" y="1721622"/>
                  </a:lnTo>
                  <a:lnTo>
                    <a:pt x="12203" y="1717433"/>
                  </a:lnTo>
                  <a:lnTo>
                    <a:pt x="9571" y="1713244"/>
                  </a:lnTo>
                  <a:lnTo>
                    <a:pt x="7166" y="1709056"/>
                  </a:lnTo>
                  <a:lnTo>
                    <a:pt x="5089" y="1704867"/>
                  </a:lnTo>
                  <a:lnTo>
                    <a:pt x="3445" y="1700678"/>
                  </a:lnTo>
                  <a:lnTo>
                    <a:pt x="2034" y="1696489"/>
                  </a:lnTo>
                  <a:lnTo>
                    <a:pt x="1033" y="1692300"/>
                  </a:lnTo>
                  <a:lnTo>
                    <a:pt x="399" y="1688111"/>
                  </a:lnTo>
                  <a:lnTo>
                    <a:pt x="64" y="1684598"/>
                  </a:lnTo>
                  <a:lnTo>
                    <a:pt x="0" y="1683922"/>
                  </a:lnTo>
                  <a:lnTo>
                    <a:pt x="86" y="1679734"/>
                  </a:lnTo>
                  <a:lnTo>
                    <a:pt x="463" y="1675545"/>
                  </a:lnTo>
                  <a:lnTo>
                    <a:pt x="1090" y="1671356"/>
                  </a:lnTo>
                  <a:lnTo>
                    <a:pt x="2233" y="1667167"/>
                  </a:lnTo>
                  <a:lnTo>
                    <a:pt x="3601" y="1662978"/>
                  </a:lnTo>
                  <a:lnTo>
                    <a:pt x="5282" y="1658789"/>
                  </a:lnTo>
                  <a:lnTo>
                    <a:pt x="7387" y="1654600"/>
                  </a:lnTo>
                  <a:lnTo>
                    <a:pt x="9707" y="1650412"/>
                  </a:lnTo>
                  <a:lnTo>
                    <a:pt x="12387" y="1646223"/>
                  </a:lnTo>
                  <a:lnTo>
                    <a:pt x="15397" y="1642034"/>
                  </a:lnTo>
                  <a:lnTo>
                    <a:pt x="18608" y="1637845"/>
                  </a:lnTo>
                  <a:lnTo>
                    <a:pt x="22209" y="1633656"/>
                  </a:lnTo>
                  <a:lnTo>
                    <a:pt x="26049" y="1629467"/>
                  </a:lnTo>
                  <a:lnTo>
                    <a:pt x="30075" y="1625278"/>
                  </a:lnTo>
                  <a:lnTo>
                    <a:pt x="34495" y="1621089"/>
                  </a:lnTo>
                  <a:lnTo>
                    <a:pt x="39073" y="1616901"/>
                  </a:lnTo>
                  <a:lnTo>
                    <a:pt x="43861" y="1612712"/>
                  </a:lnTo>
                  <a:lnTo>
                    <a:pt x="48937" y="1608523"/>
                  </a:lnTo>
                  <a:lnTo>
                    <a:pt x="54147" y="1604334"/>
                  </a:lnTo>
                  <a:lnTo>
                    <a:pt x="59571" y="1600145"/>
                  </a:lnTo>
                  <a:lnTo>
                    <a:pt x="65187" y="1595956"/>
                  </a:lnTo>
                  <a:lnTo>
                    <a:pt x="70912" y="1591767"/>
                  </a:lnTo>
                  <a:lnTo>
                    <a:pt x="76831" y="1587579"/>
                  </a:lnTo>
                  <a:lnTo>
                    <a:pt x="82864" y="1583390"/>
                  </a:lnTo>
                  <a:lnTo>
                    <a:pt x="88978" y="1579201"/>
                  </a:lnTo>
                  <a:lnTo>
                    <a:pt x="95244" y="1575012"/>
                  </a:lnTo>
                  <a:lnTo>
                    <a:pt x="101563" y="1570823"/>
                  </a:lnTo>
                  <a:lnTo>
                    <a:pt x="107945" y="1566634"/>
                  </a:lnTo>
                  <a:lnTo>
                    <a:pt x="114396" y="1562445"/>
                  </a:lnTo>
                  <a:lnTo>
                    <a:pt x="120868" y="1558257"/>
                  </a:lnTo>
                  <a:lnTo>
                    <a:pt x="127368" y="1554068"/>
                  </a:lnTo>
                  <a:lnTo>
                    <a:pt x="133869" y="1549879"/>
                  </a:lnTo>
                  <a:lnTo>
                    <a:pt x="140364" y="1545690"/>
                  </a:lnTo>
                  <a:lnTo>
                    <a:pt x="146830" y="1541501"/>
                  </a:lnTo>
                  <a:lnTo>
                    <a:pt x="153253" y="1537312"/>
                  </a:lnTo>
                  <a:lnTo>
                    <a:pt x="159643" y="1533123"/>
                  </a:lnTo>
                  <a:lnTo>
                    <a:pt x="165931" y="1528935"/>
                  </a:lnTo>
                  <a:lnTo>
                    <a:pt x="172153" y="1524746"/>
                  </a:lnTo>
                  <a:lnTo>
                    <a:pt x="178302" y="1520557"/>
                  </a:lnTo>
                  <a:lnTo>
                    <a:pt x="184294" y="1516368"/>
                  </a:lnTo>
                  <a:lnTo>
                    <a:pt x="190202" y="1512179"/>
                  </a:lnTo>
                  <a:lnTo>
                    <a:pt x="195977" y="1507990"/>
                  </a:lnTo>
                  <a:lnTo>
                    <a:pt x="201573" y="1503801"/>
                  </a:lnTo>
                  <a:lnTo>
                    <a:pt x="207065" y="1499612"/>
                  </a:lnTo>
                  <a:lnTo>
                    <a:pt x="212352" y="1495424"/>
                  </a:lnTo>
                  <a:lnTo>
                    <a:pt x="217460" y="1491235"/>
                  </a:lnTo>
                  <a:lnTo>
                    <a:pt x="222445" y="1487046"/>
                  </a:lnTo>
                  <a:lnTo>
                    <a:pt x="227148" y="1482857"/>
                  </a:lnTo>
                  <a:lnTo>
                    <a:pt x="231690" y="1478668"/>
                  </a:lnTo>
                  <a:lnTo>
                    <a:pt x="236070" y="1474479"/>
                  </a:lnTo>
                  <a:lnTo>
                    <a:pt x="240134" y="1470290"/>
                  </a:lnTo>
                  <a:lnTo>
                    <a:pt x="244047" y="1466102"/>
                  </a:lnTo>
                  <a:lnTo>
                    <a:pt x="247733" y="1461913"/>
                  </a:lnTo>
                  <a:lnTo>
                    <a:pt x="251128" y="1457724"/>
                  </a:lnTo>
                  <a:lnTo>
                    <a:pt x="254363" y="1453535"/>
                  </a:lnTo>
                  <a:lnTo>
                    <a:pt x="257306" y="1449346"/>
                  </a:lnTo>
                  <a:lnTo>
                    <a:pt x="259997" y="1445157"/>
                  </a:lnTo>
                  <a:lnTo>
                    <a:pt x="262522" y="1440968"/>
                  </a:lnTo>
                  <a:lnTo>
                    <a:pt x="264694" y="1436780"/>
                  </a:lnTo>
                  <a:lnTo>
                    <a:pt x="266662" y="1432591"/>
                  </a:lnTo>
                  <a:lnTo>
                    <a:pt x="268444" y="1428402"/>
                  </a:lnTo>
                  <a:lnTo>
                    <a:pt x="269852" y="1424213"/>
                  </a:lnTo>
                  <a:lnTo>
                    <a:pt x="271092" y="1420024"/>
                  </a:lnTo>
                  <a:lnTo>
                    <a:pt x="272095" y="1415835"/>
                  </a:lnTo>
                  <a:lnTo>
                    <a:pt x="272783" y="1411646"/>
                  </a:lnTo>
                  <a:lnTo>
                    <a:pt x="273306" y="1407457"/>
                  </a:lnTo>
                  <a:lnTo>
                    <a:pt x="273547" y="1403269"/>
                  </a:lnTo>
                  <a:lnTo>
                    <a:pt x="273536" y="1399080"/>
                  </a:lnTo>
                  <a:lnTo>
                    <a:pt x="273367" y="1394891"/>
                  </a:lnTo>
                  <a:lnTo>
                    <a:pt x="272880" y="1390702"/>
                  </a:lnTo>
                  <a:lnTo>
                    <a:pt x="272205" y="1386513"/>
                  </a:lnTo>
                  <a:lnTo>
                    <a:pt x="271372" y="1382324"/>
                  </a:lnTo>
                  <a:lnTo>
                    <a:pt x="270214" y="1378135"/>
                  </a:lnTo>
                  <a:lnTo>
                    <a:pt x="268920" y="1373947"/>
                  </a:lnTo>
                  <a:lnTo>
                    <a:pt x="267438" y="1369758"/>
                  </a:lnTo>
                  <a:lnTo>
                    <a:pt x="265704" y="1365569"/>
                  </a:lnTo>
                  <a:lnTo>
                    <a:pt x="263846" y="1361380"/>
                  </a:lnTo>
                  <a:lnTo>
                    <a:pt x="261783" y="1357191"/>
                  </a:lnTo>
                  <a:lnTo>
                    <a:pt x="259535" y="1353002"/>
                  </a:lnTo>
                  <a:lnTo>
                    <a:pt x="257177" y="1348813"/>
                  </a:lnTo>
                  <a:lnTo>
                    <a:pt x="254611" y="1344625"/>
                  </a:lnTo>
                  <a:lnTo>
                    <a:pt x="251919" y="1340436"/>
                  </a:lnTo>
                  <a:lnTo>
                    <a:pt x="249131" y="1336247"/>
                  </a:lnTo>
                  <a:lnTo>
                    <a:pt x="246146" y="1332058"/>
                  </a:lnTo>
                  <a:lnTo>
                    <a:pt x="243085" y="1327869"/>
                  </a:lnTo>
                  <a:lnTo>
                    <a:pt x="239924" y="1323680"/>
                  </a:lnTo>
                  <a:lnTo>
                    <a:pt x="236631" y="1319491"/>
                  </a:lnTo>
                  <a:lnTo>
                    <a:pt x="233279" y="1315302"/>
                  </a:lnTo>
                  <a:lnTo>
                    <a:pt x="229836" y="1311114"/>
                  </a:lnTo>
                  <a:lnTo>
                    <a:pt x="226316" y="1306925"/>
                  </a:lnTo>
                  <a:lnTo>
                    <a:pt x="222755" y="1302736"/>
                  </a:lnTo>
                  <a:lnTo>
                    <a:pt x="219521" y="1299004"/>
                  </a:lnTo>
                  <a:lnTo>
                    <a:pt x="219125" y="1298547"/>
                  </a:lnTo>
                  <a:lnTo>
                    <a:pt x="215460" y="1294358"/>
                  </a:lnTo>
                  <a:lnTo>
                    <a:pt x="211771" y="1290169"/>
                  </a:lnTo>
                  <a:lnTo>
                    <a:pt x="208048" y="1285980"/>
                  </a:lnTo>
                  <a:lnTo>
                    <a:pt x="204320" y="1281792"/>
                  </a:lnTo>
                  <a:lnTo>
                    <a:pt x="200585" y="1277603"/>
                  </a:lnTo>
                  <a:lnTo>
                    <a:pt x="196860" y="1273414"/>
                  </a:lnTo>
                  <a:lnTo>
                    <a:pt x="193147" y="1269225"/>
                  </a:lnTo>
                  <a:lnTo>
                    <a:pt x="189456" y="1265036"/>
                  </a:lnTo>
                  <a:lnTo>
                    <a:pt x="185806" y="1260847"/>
                  </a:lnTo>
                  <a:lnTo>
                    <a:pt x="182184" y="1256658"/>
                  </a:lnTo>
                  <a:lnTo>
                    <a:pt x="178623" y="1252470"/>
                  </a:lnTo>
                  <a:lnTo>
                    <a:pt x="175120" y="1248281"/>
                  </a:lnTo>
                  <a:lnTo>
                    <a:pt x="171660" y="1244092"/>
                  </a:lnTo>
                  <a:lnTo>
                    <a:pt x="168307" y="1239903"/>
                  </a:lnTo>
                  <a:lnTo>
                    <a:pt x="165018" y="1235714"/>
                  </a:lnTo>
                  <a:lnTo>
                    <a:pt x="161797" y="1231525"/>
                  </a:lnTo>
                  <a:lnTo>
                    <a:pt x="158712" y="1227336"/>
                  </a:lnTo>
                  <a:lnTo>
                    <a:pt x="155696" y="1223148"/>
                  </a:lnTo>
                  <a:lnTo>
                    <a:pt x="152787" y="1218959"/>
                  </a:lnTo>
                  <a:lnTo>
                    <a:pt x="150017" y="1214770"/>
                  </a:lnTo>
                  <a:lnTo>
                    <a:pt x="147326" y="1210581"/>
                  </a:lnTo>
                  <a:lnTo>
                    <a:pt x="144786" y="1206392"/>
                  </a:lnTo>
                  <a:lnTo>
                    <a:pt x="142377" y="1202203"/>
                  </a:lnTo>
                  <a:lnTo>
                    <a:pt x="140055" y="1198014"/>
                  </a:lnTo>
                  <a:lnTo>
                    <a:pt x="137931" y="1193825"/>
                  </a:lnTo>
                  <a:lnTo>
                    <a:pt x="135920" y="1189637"/>
                  </a:lnTo>
                  <a:lnTo>
                    <a:pt x="134018" y="1185448"/>
                  </a:lnTo>
                  <a:lnTo>
                    <a:pt x="132332" y="1181259"/>
                  </a:lnTo>
                  <a:lnTo>
                    <a:pt x="130747" y="1177070"/>
                  </a:lnTo>
                  <a:lnTo>
                    <a:pt x="129310" y="1172881"/>
                  </a:lnTo>
                  <a:lnTo>
                    <a:pt x="128067" y="1168692"/>
                  </a:lnTo>
                  <a:lnTo>
                    <a:pt x="126929" y="1164503"/>
                  </a:lnTo>
                  <a:lnTo>
                    <a:pt x="125977" y="1160315"/>
                  </a:lnTo>
                  <a:lnTo>
                    <a:pt x="125190" y="1156126"/>
                  </a:lnTo>
                  <a:lnTo>
                    <a:pt x="124510" y="1151937"/>
                  </a:lnTo>
                  <a:lnTo>
                    <a:pt x="124242" y="1149488"/>
                  </a:lnTo>
                  <a:lnTo>
                    <a:pt x="124052" y="1147748"/>
                  </a:lnTo>
                  <a:lnTo>
                    <a:pt x="123726" y="1143559"/>
                  </a:lnTo>
                  <a:lnTo>
                    <a:pt x="123515" y="1139370"/>
                  </a:lnTo>
                  <a:lnTo>
                    <a:pt x="123541" y="1135181"/>
                  </a:lnTo>
                  <a:lnTo>
                    <a:pt x="123671" y="1130993"/>
                  </a:lnTo>
                  <a:lnTo>
                    <a:pt x="123949" y="1126804"/>
                  </a:lnTo>
                  <a:lnTo>
                    <a:pt x="124424" y="1122615"/>
                  </a:lnTo>
                  <a:lnTo>
                    <a:pt x="125002" y="1118426"/>
                  </a:lnTo>
                  <a:lnTo>
                    <a:pt x="125753" y="1114237"/>
                  </a:lnTo>
                  <a:lnTo>
                    <a:pt x="126662" y="1110048"/>
                  </a:lnTo>
                  <a:lnTo>
                    <a:pt x="127670" y="1105859"/>
                  </a:lnTo>
                  <a:lnTo>
                    <a:pt x="128872" y="1101670"/>
                  </a:lnTo>
                  <a:lnTo>
                    <a:pt x="130194" y="1097482"/>
                  </a:lnTo>
                  <a:lnTo>
                    <a:pt x="131611" y="1093293"/>
                  </a:lnTo>
                  <a:lnTo>
                    <a:pt x="133233" y="1089104"/>
                  </a:lnTo>
                  <a:lnTo>
                    <a:pt x="134941" y="1084915"/>
                  </a:lnTo>
                  <a:lnTo>
                    <a:pt x="136764" y="1080726"/>
                  </a:lnTo>
                  <a:lnTo>
                    <a:pt x="138749" y="1076537"/>
                  </a:lnTo>
                  <a:lnTo>
                    <a:pt x="140813" y="1072348"/>
                  </a:lnTo>
                  <a:lnTo>
                    <a:pt x="143006" y="1068160"/>
                  </a:lnTo>
                  <a:lnTo>
                    <a:pt x="145321" y="1063971"/>
                  </a:lnTo>
                  <a:lnTo>
                    <a:pt x="147708" y="1059782"/>
                  </a:lnTo>
                  <a:lnTo>
                    <a:pt x="150232" y="1055593"/>
                  </a:lnTo>
                  <a:lnTo>
                    <a:pt x="152842" y="1051404"/>
                  </a:lnTo>
                  <a:lnTo>
                    <a:pt x="155518" y="1047215"/>
                  </a:lnTo>
                  <a:lnTo>
                    <a:pt x="158332" y="1043026"/>
                  </a:lnTo>
                  <a:lnTo>
                    <a:pt x="161203" y="1038838"/>
                  </a:lnTo>
                  <a:lnTo>
                    <a:pt x="164145" y="1034649"/>
                  </a:lnTo>
                  <a:lnTo>
                    <a:pt x="167192" y="1030460"/>
                  </a:lnTo>
                  <a:lnTo>
                    <a:pt x="170287" y="1026271"/>
                  </a:lnTo>
                  <a:lnTo>
                    <a:pt x="173458" y="1022082"/>
                  </a:lnTo>
                  <a:lnTo>
                    <a:pt x="176701" y="1017893"/>
                  </a:lnTo>
                  <a:lnTo>
                    <a:pt x="179984" y="1013704"/>
                  </a:lnTo>
                  <a:lnTo>
                    <a:pt x="183341" y="1009515"/>
                  </a:lnTo>
                  <a:lnTo>
                    <a:pt x="186745" y="1005327"/>
                  </a:lnTo>
                  <a:lnTo>
                    <a:pt x="190183" y="1001138"/>
                  </a:lnTo>
                  <a:lnTo>
                    <a:pt x="193687" y="996949"/>
                  </a:lnTo>
                  <a:lnTo>
                    <a:pt x="197219" y="992760"/>
                  </a:lnTo>
                  <a:lnTo>
                    <a:pt x="200782" y="988571"/>
                  </a:lnTo>
                  <a:lnTo>
                    <a:pt x="204391" y="984382"/>
                  </a:lnTo>
                  <a:lnTo>
                    <a:pt x="208019" y="980193"/>
                  </a:lnTo>
                  <a:lnTo>
                    <a:pt x="211675" y="976005"/>
                  </a:lnTo>
                  <a:lnTo>
                    <a:pt x="215356" y="971816"/>
                  </a:lnTo>
                  <a:lnTo>
                    <a:pt x="219051" y="967627"/>
                  </a:lnTo>
                  <a:lnTo>
                    <a:pt x="222766" y="963438"/>
                  </a:lnTo>
                  <a:lnTo>
                    <a:pt x="226493" y="959249"/>
                  </a:lnTo>
                  <a:lnTo>
                    <a:pt x="230227" y="955060"/>
                  </a:lnTo>
                  <a:lnTo>
                    <a:pt x="233971" y="950871"/>
                  </a:lnTo>
                  <a:lnTo>
                    <a:pt x="237717" y="946683"/>
                  </a:lnTo>
                  <a:lnTo>
                    <a:pt x="241465" y="942494"/>
                  </a:lnTo>
                  <a:lnTo>
                    <a:pt x="245211" y="938305"/>
                  </a:lnTo>
                  <a:lnTo>
                    <a:pt x="248954" y="934116"/>
                  </a:lnTo>
                  <a:lnTo>
                    <a:pt x="252691" y="929927"/>
                  </a:lnTo>
                  <a:lnTo>
                    <a:pt x="256417" y="925738"/>
                  </a:lnTo>
                  <a:lnTo>
                    <a:pt x="260136" y="921549"/>
                  </a:lnTo>
                  <a:lnTo>
                    <a:pt x="263839" y="917361"/>
                  </a:lnTo>
                  <a:lnTo>
                    <a:pt x="267527" y="913172"/>
                  </a:lnTo>
                  <a:lnTo>
                    <a:pt x="271203" y="908983"/>
                  </a:lnTo>
                  <a:lnTo>
                    <a:pt x="274852" y="904794"/>
                  </a:lnTo>
                  <a:lnTo>
                    <a:pt x="278484" y="900605"/>
                  </a:lnTo>
                  <a:lnTo>
                    <a:pt x="282099" y="896416"/>
                  </a:lnTo>
                  <a:lnTo>
                    <a:pt x="285678" y="892227"/>
                  </a:lnTo>
                  <a:lnTo>
                    <a:pt x="289239" y="888038"/>
                  </a:lnTo>
                  <a:lnTo>
                    <a:pt x="292775" y="883850"/>
                  </a:lnTo>
                  <a:lnTo>
                    <a:pt x="296273" y="879661"/>
                  </a:lnTo>
                  <a:lnTo>
                    <a:pt x="299751" y="875472"/>
                  </a:lnTo>
                  <a:lnTo>
                    <a:pt x="303191" y="871283"/>
                  </a:lnTo>
                  <a:lnTo>
                    <a:pt x="306597" y="867094"/>
                  </a:lnTo>
                  <a:lnTo>
                    <a:pt x="309979" y="862905"/>
                  </a:lnTo>
                  <a:lnTo>
                    <a:pt x="313313" y="858716"/>
                  </a:lnTo>
                  <a:lnTo>
                    <a:pt x="316615" y="854528"/>
                  </a:lnTo>
                  <a:lnTo>
                    <a:pt x="319891" y="850339"/>
                  </a:lnTo>
                  <a:lnTo>
                    <a:pt x="323109" y="846150"/>
                  </a:lnTo>
                  <a:lnTo>
                    <a:pt x="326299" y="841961"/>
                  </a:lnTo>
                  <a:lnTo>
                    <a:pt x="329452" y="837772"/>
                  </a:lnTo>
                  <a:lnTo>
                    <a:pt x="332551" y="833583"/>
                  </a:lnTo>
                  <a:lnTo>
                    <a:pt x="335622" y="829394"/>
                  </a:lnTo>
                  <a:lnTo>
                    <a:pt x="338644" y="825206"/>
                  </a:lnTo>
                  <a:lnTo>
                    <a:pt x="341618" y="821017"/>
                  </a:lnTo>
                  <a:lnTo>
                    <a:pt x="344562" y="816828"/>
                  </a:lnTo>
                  <a:lnTo>
                    <a:pt x="347446" y="812639"/>
                  </a:lnTo>
                  <a:lnTo>
                    <a:pt x="350289" y="808450"/>
                  </a:lnTo>
                  <a:lnTo>
                    <a:pt x="353102" y="804261"/>
                  </a:lnTo>
                  <a:lnTo>
                    <a:pt x="355841" y="800072"/>
                  </a:lnTo>
                  <a:lnTo>
                    <a:pt x="358549" y="795883"/>
                  </a:lnTo>
                  <a:lnTo>
                    <a:pt x="361215" y="791695"/>
                  </a:lnTo>
                  <a:lnTo>
                    <a:pt x="363816" y="787506"/>
                  </a:lnTo>
                  <a:lnTo>
                    <a:pt x="366385" y="783317"/>
                  </a:lnTo>
                  <a:lnTo>
                    <a:pt x="368900" y="779128"/>
                  </a:lnTo>
                  <a:lnTo>
                    <a:pt x="371360" y="774939"/>
                  </a:lnTo>
                  <a:lnTo>
                    <a:pt x="373787" y="770750"/>
                  </a:lnTo>
                  <a:lnTo>
                    <a:pt x="376149" y="766561"/>
                  </a:lnTo>
                  <a:lnTo>
                    <a:pt x="378465" y="762373"/>
                  </a:lnTo>
                  <a:lnTo>
                    <a:pt x="380748" y="758184"/>
                  </a:lnTo>
                  <a:lnTo>
                    <a:pt x="382955" y="753995"/>
                  </a:lnTo>
                  <a:lnTo>
                    <a:pt x="385127" y="749806"/>
                  </a:lnTo>
                  <a:lnTo>
                    <a:pt x="387256" y="745617"/>
                  </a:lnTo>
                  <a:lnTo>
                    <a:pt x="389316" y="741428"/>
                  </a:lnTo>
                  <a:lnTo>
                    <a:pt x="391343" y="737239"/>
                  </a:lnTo>
                  <a:lnTo>
                    <a:pt x="393317" y="733051"/>
                  </a:lnTo>
                  <a:lnTo>
                    <a:pt x="395233" y="728862"/>
                  </a:lnTo>
                  <a:lnTo>
                    <a:pt x="397116" y="724673"/>
                  </a:lnTo>
                  <a:lnTo>
                    <a:pt x="398936" y="720484"/>
                  </a:lnTo>
                  <a:lnTo>
                    <a:pt x="400709" y="716295"/>
                  </a:lnTo>
                  <a:lnTo>
                    <a:pt x="402449" y="712106"/>
                  </a:lnTo>
                  <a:lnTo>
                    <a:pt x="404117" y="707917"/>
                  </a:lnTo>
                  <a:lnTo>
                    <a:pt x="405749" y="703728"/>
                  </a:lnTo>
                  <a:lnTo>
                    <a:pt x="407343" y="699540"/>
                  </a:lnTo>
                  <a:lnTo>
                    <a:pt x="408869" y="695351"/>
                  </a:lnTo>
                  <a:lnTo>
                    <a:pt x="410364" y="691162"/>
                  </a:lnTo>
                  <a:lnTo>
                    <a:pt x="411811" y="686973"/>
                  </a:lnTo>
                  <a:lnTo>
                    <a:pt x="413203" y="682784"/>
                  </a:lnTo>
                  <a:lnTo>
                    <a:pt x="414564" y="678595"/>
                  </a:lnTo>
                  <a:lnTo>
                    <a:pt x="415870" y="674406"/>
                  </a:lnTo>
                  <a:lnTo>
                    <a:pt x="417133" y="670218"/>
                  </a:lnTo>
                  <a:lnTo>
                    <a:pt x="418366" y="666029"/>
                  </a:lnTo>
                  <a:lnTo>
                    <a:pt x="419536" y="661840"/>
                  </a:lnTo>
                  <a:lnTo>
                    <a:pt x="420675" y="657651"/>
                  </a:lnTo>
                  <a:lnTo>
                    <a:pt x="421781" y="653462"/>
                  </a:lnTo>
                  <a:lnTo>
                    <a:pt x="422828" y="649273"/>
                  </a:lnTo>
                  <a:lnTo>
                    <a:pt x="423848" y="645084"/>
                  </a:lnTo>
                  <a:lnTo>
                    <a:pt x="424830" y="640896"/>
                  </a:lnTo>
                  <a:lnTo>
                    <a:pt x="425765" y="636707"/>
                  </a:lnTo>
                  <a:lnTo>
                    <a:pt x="426675" y="632518"/>
                  </a:lnTo>
                  <a:lnTo>
                    <a:pt x="427541" y="628329"/>
                  </a:lnTo>
                  <a:lnTo>
                    <a:pt x="428372" y="624140"/>
                  </a:lnTo>
                  <a:lnTo>
                    <a:pt x="429179" y="619951"/>
                  </a:lnTo>
                  <a:lnTo>
                    <a:pt x="429939" y="615762"/>
                  </a:lnTo>
                  <a:lnTo>
                    <a:pt x="430674" y="611574"/>
                  </a:lnTo>
                  <a:lnTo>
                    <a:pt x="431385" y="607385"/>
                  </a:lnTo>
                  <a:lnTo>
                    <a:pt x="432051" y="603196"/>
                  </a:lnTo>
                  <a:lnTo>
                    <a:pt x="432699" y="599007"/>
                  </a:lnTo>
                  <a:lnTo>
                    <a:pt x="433319" y="594818"/>
                  </a:lnTo>
                  <a:lnTo>
                    <a:pt x="433906" y="590629"/>
                  </a:lnTo>
                  <a:lnTo>
                    <a:pt x="434476" y="586440"/>
                  </a:lnTo>
                  <a:lnTo>
                    <a:pt x="435017" y="582251"/>
                  </a:lnTo>
                  <a:lnTo>
                    <a:pt x="435533" y="578063"/>
                  </a:lnTo>
                  <a:lnTo>
                    <a:pt x="436035" y="573874"/>
                  </a:lnTo>
                  <a:lnTo>
                    <a:pt x="436508" y="569685"/>
                  </a:lnTo>
                  <a:lnTo>
                    <a:pt x="436964" y="565496"/>
                  </a:lnTo>
                  <a:lnTo>
                    <a:pt x="437407" y="561307"/>
                  </a:lnTo>
                  <a:lnTo>
                    <a:pt x="437824" y="557118"/>
                  </a:lnTo>
                  <a:lnTo>
                    <a:pt x="438231" y="552929"/>
                  </a:lnTo>
                  <a:lnTo>
                    <a:pt x="438623" y="548741"/>
                  </a:lnTo>
                  <a:lnTo>
                    <a:pt x="438997" y="544552"/>
                  </a:lnTo>
                  <a:lnTo>
                    <a:pt x="439364" y="540363"/>
                  </a:lnTo>
                  <a:lnTo>
                    <a:pt x="439717" y="536174"/>
                  </a:lnTo>
                  <a:lnTo>
                    <a:pt x="440059" y="531985"/>
                  </a:lnTo>
                  <a:lnTo>
                    <a:pt x="440394" y="527796"/>
                  </a:lnTo>
                  <a:lnTo>
                    <a:pt x="440719" y="523607"/>
                  </a:lnTo>
                  <a:lnTo>
                    <a:pt x="441038" y="519419"/>
                  </a:lnTo>
                  <a:lnTo>
                    <a:pt x="441353" y="515230"/>
                  </a:lnTo>
                  <a:lnTo>
                    <a:pt x="441660" y="511041"/>
                  </a:lnTo>
                  <a:lnTo>
                    <a:pt x="441964" y="506852"/>
                  </a:lnTo>
                  <a:lnTo>
                    <a:pt x="442266" y="502663"/>
                  </a:lnTo>
                  <a:lnTo>
                    <a:pt x="442565" y="498474"/>
                  </a:lnTo>
                  <a:lnTo>
                    <a:pt x="442864" y="494285"/>
                  </a:lnTo>
                  <a:lnTo>
                    <a:pt x="443162" y="490096"/>
                  </a:lnTo>
                  <a:lnTo>
                    <a:pt x="443461" y="485908"/>
                  </a:lnTo>
                  <a:lnTo>
                    <a:pt x="443761" y="481719"/>
                  </a:lnTo>
                  <a:lnTo>
                    <a:pt x="444063" y="477530"/>
                  </a:lnTo>
                  <a:lnTo>
                    <a:pt x="444369" y="473341"/>
                  </a:lnTo>
                  <a:lnTo>
                    <a:pt x="444676" y="469152"/>
                  </a:lnTo>
                  <a:lnTo>
                    <a:pt x="444990" y="464963"/>
                  </a:lnTo>
                  <a:lnTo>
                    <a:pt x="445307" y="460774"/>
                  </a:lnTo>
                  <a:lnTo>
                    <a:pt x="445628" y="456586"/>
                  </a:lnTo>
                  <a:lnTo>
                    <a:pt x="445957" y="452397"/>
                  </a:lnTo>
                  <a:lnTo>
                    <a:pt x="446290" y="448208"/>
                  </a:lnTo>
                  <a:lnTo>
                    <a:pt x="446630" y="444019"/>
                  </a:lnTo>
                  <a:lnTo>
                    <a:pt x="446978" y="439830"/>
                  </a:lnTo>
                  <a:lnTo>
                    <a:pt x="447330" y="435641"/>
                  </a:lnTo>
                  <a:lnTo>
                    <a:pt x="447692" y="431452"/>
                  </a:lnTo>
                  <a:lnTo>
                    <a:pt x="448061" y="427264"/>
                  </a:lnTo>
                  <a:lnTo>
                    <a:pt x="448434" y="423075"/>
                  </a:lnTo>
                  <a:lnTo>
                    <a:pt x="448819" y="418886"/>
                  </a:lnTo>
                  <a:lnTo>
                    <a:pt x="449210" y="414697"/>
                  </a:lnTo>
                  <a:lnTo>
                    <a:pt x="449607" y="410508"/>
                  </a:lnTo>
                  <a:lnTo>
                    <a:pt x="450014" y="406319"/>
                  </a:lnTo>
                  <a:lnTo>
                    <a:pt x="450427" y="402130"/>
                  </a:lnTo>
                  <a:lnTo>
                    <a:pt x="450847" y="397941"/>
                  </a:lnTo>
                  <a:lnTo>
                    <a:pt x="451275" y="393753"/>
                  </a:lnTo>
                  <a:lnTo>
                    <a:pt x="451708" y="389564"/>
                  </a:lnTo>
                  <a:lnTo>
                    <a:pt x="452149" y="385375"/>
                  </a:lnTo>
                  <a:lnTo>
                    <a:pt x="452597" y="381186"/>
                  </a:lnTo>
                  <a:lnTo>
                    <a:pt x="453049" y="376997"/>
                  </a:lnTo>
                  <a:lnTo>
                    <a:pt x="453508" y="372808"/>
                  </a:lnTo>
                  <a:lnTo>
                    <a:pt x="453972" y="368619"/>
                  </a:lnTo>
                  <a:lnTo>
                    <a:pt x="454440" y="364431"/>
                  </a:lnTo>
                  <a:lnTo>
                    <a:pt x="454914" y="360242"/>
                  </a:lnTo>
                  <a:lnTo>
                    <a:pt x="455391" y="356053"/>
                  </a:lnTo>
                  <a:lnTo>
                    <a:pt x="455871" y="351864"/>
                  </a:lnTo>
                  <a:lnTo>
                    <a:pt x="456355" y="347675"/>
                  </a:lnTo>
                  <a:lnTo>
                    <a:pt x="456841" y="343486"/>
                  </a:lnTo>
                  <a:lnTo>
                    <a:pt x="457329" y="339297"/>
                  </a:lnTo>
                  <a:lnTo>
                    <a:pt x="457819" y="335109"/>
                  </a:lnTo>
                  <a:lnTo>
                    <a:pt x="458309" y="330920"/>
                  </a:lnTo>
                  <a:lnTo>
                    <a:pt x="458801" y="326731"/>
                  </a:lnTo>
                  <a:lnTo>
                    <a:pt x="459291" y="322542"/>
                  </a:lnTo>
                  <a:lnTo>
                    <a:pt x="459782" y="318353"/>
                  </a:lnTo>
                  <a:lnTo>
                    <a:pt x="460271" y="314164"/>
                  </a:lnTo>
                  <a:lnTo>
                    <a:pt x="460758" y="309975"/>
                  </a:lnTo>
                  <a:lnTo>
                    <a:pt x="461244" y="305787"/>
                  </a:lnTo>
                  <a:lnTo>
                    <a:pt x="461726" y="301598"/>
                  </a:lnTo>
                  <a:lnTo>
                    <a:pt x="462206" y="297409"/>
                  </a:lnTo>
                  <a:lnTo>
                    <a:pt x="462682" y="293220"/>
                  </a:lnTo>
                  <a:lnTo>
                    <a:pt x="463153" y="289031"/>
                  </a:lnTo>
                  <a:lnTo>
                    <a:pt x="463621" y="284842"/>
                  </a:lnTo>
                  <a:lnTo>
                    <a:pt x="464082" y="280653"/>
                  </a:lnTo>
                  <a:lnTo>
                    <a:pt x="464539" y="276464"/>
                  </a:lnTo>
                  <a:lnTo>
                    <a:pt x="464991" y="272276"/>
                  </a:lnTo>
                  <a:lnTo>
                    <a:pt x="465434" y="268087"/>
                  </a:lnTo>
                  <a:lnTo>
                    <a:pt x="465872" y="263898"/>
                  </a:lnTo>
                  <a:lnTo>
                    <a:pt x="466304" y="259709"/>
                  </a:lnTo>
                  <a:lnTo>
                    <a:pt x="466726" y="255520"/>
                  </a:lnTo>
                  <a:lnTo>
                    <a:pt x="467143" y="251331"/>
                  </a:lnTo>
                  <a:lnTo>
                    <a:pt x="467551" y="247142"/>
                  </a:lnTo>
                  <a:lnTo>
                    <a:pt x="467950" y="242954"/>
                  </a:lnTo>
                  <a:lnTo>
                    <a:pt x="468343" y="238765"/>
                  </a:lnTo>
                  <a:lnTo>
                    <a:pt x="468725" y="234576"/>
                  </a:lnTo>
                  <a:lnTo>
                    <a:pt x="469099" y="230387"/>
                  </a:lnTo>
                  <a:lnTo>
                    <a:pt x="469467" y="226198"/>
                  </a:lnTo>
                  <a:lnTo>
                    <a:pt x="469821" y="222009"/>
                  </a:lnTo>
                  <a:lnTo>
                    <a:pt x="470168" y="217820"/>
                  </a:lnTo>
                  <a:lnTo>
                    <a:pt x="470508" y="213632"/>
                  </a:lnTo>
                  <a:lnTo>
                    <a:pt x="470834" y="209443"/>
                  </a:lnTo>
                  <a:lnTo>
                    <a:pt x="471155" y="205254"/>
                  </a:lnTo>
                  <a:lnTo>
                    <a:pt x="471465" y="201065"/>
                  </a:lnTo>
                  <a:lnTo>
                    <a:pt x="471764" y="196876"/>
                  </a:lnTo>
                  <a:lnTo>
                    <a:pt x="472056" y="192687"/>
                  </a:lnTo>
                  <a:lnTo>
                    <a:pt x="472337" y="188498"/>
                  </a:lnTo>
                  <a:lnTo>
                    <a:pt x="472609" y="184309"/>
                  </a:lnTo>
                  <a:lnTo>
                    <a:pt x="472874" y="180121"/>
                  </a:lnTo>
                  <a:lnTo>
                    <a:pt x="473125" y="175932"/>
                  </a:lnTo>
                  <a:lnTo>
                    <a:pt x="473370" y="171743"/>
                  </a:lnTo>
                  <a:lnTo>
                    <a:pt x="473607" y="167554"/>
                  </a:lnTo>
                  <a:lnTo>
                    <a:pt x="473832" y="163365"/>
                  </a:lnTo>
                  <a:lnTo>
                    <a:pt x="474051" y="159176"/>
                  </a:lnTo>
                  <a:lnTo>
                    <a:pt x="474261" y="154987"/>
                  </a:lnTo>
                  <a:lnTo>
                    <a:pt x="474460" y="150799"/>
                  </a:lnTo>
                  <a:lnTo>
                    <a:pt x="474654" y="146610"/>
                  </a:lnTo>
                  <a:lnTo>
                    <a:pt x="474838" y="142421"/>
                  </a:lnTo>
                  <a:lnTo>
                    <a:pt x="475014" y="138232"/>
                  </a:lnTo>
                  <a:lnTo>
                    <a:pt x="475185" y="134043"/>
                  </a:lnTo>
                  <a:lnTo>
                    <a:pt x="475344" y="129854"/>
                  </a:lnTo>
                  <a:lnTo>
                    <a:pt x="475498" y="125665"/>
                  </a:lnTo>
                  <a:lnTo>
                    <a:pt x="475646" y="121477"/>
                  </a:lnTo>
                  <a:lnTo>
                    <a:pt x="475784" y="117288"/>
                  </a:lnTo>
                  <a:lnTo>
                    <a:pt x="475918" y="113099"/>
                  </a:lnTo>
                  <a:lnTo>
                    <a:pt x="476045" y="108910"/>
                  </a:lnTo>
                  <a:lnTo>
                    <a:pt x="476164" y="104721"/>
                  </a:lnTo>
                  <a:lnTo>
                    <a:pt x="476279" y="100532"/>
                  </a:lnTo>
                  <a:lnTo>
                    <a:pt x="476387" y="96343"/>
                  </a:lnTo>
                  <a:lnTo>
                    <a:pt x="476489" y="92154"/>
                  </a:lnTo>
                  <a:lnTo>
                    <a:pt x="476588" y="87966"/>
                  </a:lnTo>
                  <a:lnTo>
                    <a:pt x="476679" y="83777"/>
                  </a:lnTo>
                  <a:lnTo>
                    <a:pt x="476765" y="79588"/>
                  </a:lnTo>
                  <a:lnTo>
                    <a:pt x="476849" y="75399"/>
                  </a:lnTo>
                  <a:lnTo>
                    <a:pt x="476925" y="71210"/>
                  </a:lnTo>
                  <a:lnTo>
                    <a:pt x="476998" y="67021"/>
                  </a:lnTo>
                  <a:lnTo>
                    <a:pt x="477067" y="62832"/>
                  </a:lnTo>
                  <a:lnTo>
                    <a:pt x="477131" y="58644"/>
                  </a:lnTo>
                  <a:lnTo>
                    <a:pt x="477192" y="54455"/>
                  </a:lnTo>
                  <a:lnTo>
                    <a:pt x="477249" y="50266"/>
                  </a:lnTo>
                  <a:lnTo>
                    <a:pt x="477303" y="46077"/>
                  </a:lnTo>
                  <a:lnTo>
                    <a:pt x="477354" y="41888"/>
                  </a:lnTo>
                  <a:lnTo>
                    <a:pt x="477400" y="37699"/>
                  </a:lnTo>
                  <a:lnTo>
                    <a:pt x="477444" y="33510"/>
                  </a:lnTo>
                  <a:lnTo>
                    <a:pt x="477486" y="29322"/>
                  </a:lnTo>
                  <a:lnTo>
                    <a:pt x="477524" y="25133"/>
                  </a:lnTo>
                  <a:lnTo>
                    <a:pt x="477560" y="20944"/>
                  </a:lnTo>
                  <a:lnTo>
                    <a:pt x="477594" y="16755"/>
                  </a:lnTo>
                  <a:lnTo>
                    <a:pt x="477625" y="12566"/>
                  </a:lnTo>
                  <a:lnTo>
                    <a:pt x="477654" y="8377"/>
                  </a:lnTo>
                  <a:lnTo>
                    <a:pt x="477681" y="4188"/>
                  </a:lnTo>
                  <a:lnTo>
                    <a:pt x="477706" y="0"/>
                  </a:lnTo>
                  <a:lnTo>
                    <a:pt x="478295" y="0"/>
                  </a:lnTo>
                  <a:lnTo>
                    <a:pt x="478320" y="4188"/>
                  </a:lnTo>
                  <a:lnTo>
                    <a:pt x="478347" y="8377"/>
                  </a:lnTo>
                  <a:lnTo>
                    <a:pt x="478376" y="12566"/>
                  </a:lnTo>
                  <a:lnTo>
                    <a:pt x="478407" y="16755"/>
                  </a:lnTo>
                  <a:lnTo>
                    <a:pt x="478441" y="20944"/>
                  </a:lnTo>
                  <a:lnTo>
                    <a:pt x="478477" y="25133"/>
                  </a:lnTo>
                  <a:lnTo>
                    <a:pt x="478515" y="29322"/>
                  </a:lnTo>
                  <a:lnTo>
                    <a:pt x="478557" y="33510"/>
                  </a:lnTo>
                  <a:lnTo>
                    <a:pt x="478601" y="37699"/>
                  </a:lnTo>
                  <a:lnTo>
                    <a:pt x="478648" y="41888"/>
                  </a:lnTo>
                  <a:lnTo>
                    <a:pt x="478699" y="46077"/>
                  </a:lnTo>
                  <a:lnTo>
                    <a:pt x="478752" y="50266"/>
                  </a:lnTo>
                  <a:lnTo>
                    <a:pt x="478809" y="54455"/>
                  </a:lnTo>
                  <a:lnTo>
                    <a:pt x="478870" y="58644"/>
                  </a:lnTo>
                  <a:lnTo>
                    <a:pt x="478934" y="62832"/>
                  </a:lnTo>
                  <a:lnTo>
                    <a:pt x="479003" y="67021"/>
                  </a:lnTo>
                  <a:lnTo>
                    <a:pt x="479077" y="71210"/>
                  </a:lnTo>
                  <a:lnTo>
                    <a:pt x="479153" y="75399"/>
                  </a:lnTo>
                  <a:lnTo>
                    <a:pt x="479236" y="79588"/>
                  </a:lnTo>
                  <a:lnTo>
                    <a:pt x="479323" y="83777"/>
                  </a:lnTo>
                  <a:lnTo>
                    <a:pt x="479413" y="87966"/>
                  </a:lnTo>
                  <a:lnTo>
                    <a:pt x="479512" y="92154"/>
                  </a:lnTo>
                  <a:lnTo>
                    <a:pt x="479614" y="96343"/>
                  </a:lnTo>
                  <a:lnTo>
                    <a:pt x="479722" y="100532"/>
                  </a:lnTo>
                  <a:lnTo>
                    <a:pt x="479837" y="104721"/>
                  </a:lnTo>
                  <a:lnTo>
                    <a:pt x="479956" y="108910"/>
                  </a:lnTo>
                  <a:lnTo>
                    <a:pt x="480083" y="113099"/>
                  </a:lnTo>
                  <a:lnTo>
                    <a:pt x="480217" y="117288"/>
                  </a:lnTo>
                  <a:lnTo>
                    <a:pt x="480355" y="121477"/>
                  </a:lnTo>
                  <a:lnTo>
                    <a:pt x="480503" y="125665"/>
                  </a:lnTo>
                  <a:lnTo>
                    <a:pt x="480657" y="129854"/>
                  </a:lnTo>
                  <a:lnTo>
                    <a:pt x="480817" y="134043"/>
                  </a:lnTo>
                  <a:lnTo>
                    <a:pt x="480987" y="138232"/>
                  </a:lnTo>
                  <a:lnTo>
                    <a:pt x="481163" y="142421"/>
                  </a:lnTo>
                  <a:lnTo>
                    <a:pt x="481347" y="146610"/>
                  </a:lnTo>
                  <a:lnTo>
                    <a:pt x="481541" y="150799"/>
                  </a:lnTo>
                  <a:lnTo>
                    <a:pt x="481741" y="154987"/>
                  </a:lnTo>
                  <a:lnTo>
                    <a:pt x="481951" y="159176"/>
                  </a:lnTo>
                  <a:lnTo>
                    <a:pt x="482169" y="163365"/>
                  </a:lnTo>
                  <a:lnTo>
                    <a:pt x="482394" y="167554"/>
                  </a:lnTo>
                  <a:lnTo>
                    <a:pt x="482631" y="171743"/>
                  </a:lnTo>
                  <a:lnTo>
                    <a:pt x="482876" y="175932"/>
                  </a:lnTo>
                  <a:lnTo>
                    <a:pt x="483127" y="180121"/>
                  </a:lnTo>
                  <a:lnTo>
                    <a:pt x="483393" y="184309"/>
                  </a:lnTo>
                  <a:lnTo>
                    <a:pt x="483664" y="188498"/>
                  </a:lnTo>
                  <a:lnTo>
                    <a:pt x="483945" y="192687"/>
                  </a:lnTo>
                  <a:lnTo>
                    <a:pt x="484238" y="196876"/>
                  </a:lnTo>
                  <a:lnTo>
                    <a:pt x="484537" y="201065"/>
                  </a:lnTo>
                  <a:lnTo>
                    <a:pt x="484847" y="205254"/>
                  </a:lnTo>
                  <a:lnTo>
                    <a:pt x="485167" y="209443"/>
                  </a:lnTo>
                  <a:lnTo>
                    <a:pt x="485494" y="213632"/>
                  </a:lnTo>
                  <a:lnTo>
                    <a:pt x="485833" y="217820"/>
                  </a:lnTo>
                  <a:lnTo>
                    <a:pt x="486180" y="222009"/>
                  </a:lnTo>
                  <a:lnTo>
                    <a:pt x="486534" y="226198"/>
                  </a:lnTo>
                  <a:lnTo>
                    <a:pt x="486902" y="230387"/>
                  </a:lnTo>
                  <a:lnTo>
                    <a:pt x="487276" y="234576"/>
                  </a:lnTo>
                  <a:lnTo>
                    <a:pt x="487658" y="238765"/>
                  </a:lnTo>
                  <a:lnTo>
                    <a:pt x="488051" y="242954"/>
                  </a:lnTo>
                  <a:lnTo>
                    <a:pt x="488450" y="247142"/>
                  </a:lnTo>
                  <a:lnTo>
                    <a:pt x="488859" y="251331"/>
                  </a:lnTo>
                  <a:lnTo>
                    <a:pt x="489275" y="255520"/>
                  </a:lnTo>
                  <a:lnTo>
                    <a:pt x="489697" y="259709"/>
                  </a:lnTo>
                  <a:lnTo>
                    <a:pt x="490129" y="263898"/>
                  </a:lnTo>
                  <a:lnTo>
                    <a:pt x="490567" y="268087"/>
                  </a:lnTo>
                  <a:lnTo>
                    <a:pt x="491010" y="272276"/>
                  </a:lnTo>
                  <a:lnTo>
                    <a:pt x="491463" y="276464"/>
                  </a:lnTo>
                  <a:lnTo>
                    <a:pt x="491919" y="280653"/>
                  </a:lnTo>
                  <a:lnTo>
                    <a:pt x="492380" y="284842"/>
                  </a:lnTo>
                  <a:lnTo>
                    <a:pt x="492848" y="289031"/>
                  </a:lnTo>
                  <a:lnTo>
                    <a:pt x="493319" y="293220"/>
                  </a:lnTo>
                  <a:lnTo>
                    <a:pt x="493795" y="297409"/>
                  </a:lnTo>
                  <a:lnTo>
                    <a:pt x="494275" y="301598"/>
                  </a:lnTo>
                  <a:lnTo>
                    <a:pt x="494757" y="305787"/>
                  </a:lnTo>
                  <a:lnTo>
                    <a:pt x="495243" y="309975"/>
                  </a:lnTo>
                  <a:lnTo>
                    <a:pt x="495730" y="314164"/>
                  </a:lnTo>
                  <a:lnTo>
                    <a:pt x="496219" y="318353"/>
                  </a:lnTo>
                  <a:lnTo>
                    <a:pt x="496710" y="322542"/>
                  </a:lnTo>
                  <a:lnTo>
                    <a:pt x="497201" y="326731"/>
                  </a:lnTo>
                  <a:lnTo>
                    <a:pt x="497692" y="330920"/>
                  </a:lnTo>
                  <a:lnTo>
                    <a:pt x="498182" y="335109"/>
                  </a:lnTo>
                  <a:lnTo>
                    <a:pt x="498672" y="339297"/>
                  </a:lnTo>
                  <a:lnTo>
                    <a:pt x="499160" y="343486"/>
                  </a:lnTo>
                  <a:lnTo>
                    <a:pt x="499646" y="347675"/>
                  </a:lnTo>
                  <a:lnTo>
                    <a:pt x="500130" y="351864"/>
                  </a:lnTo>
                  <a:lnTo>
                    <a:pt x="500610" y="356053"/>
                  </a:lnTo>
                  <a:lnTo>
                    <a:pt x="501087" y="360242"/>
                  </a:lnTo>
                  <a:lnTo>
                    <a:pt x="501561" y="364431"/>
                  </a:lnTo>
                  <a:lnTo>
                    <a:pt x="502029" y="368619"/>
                  </a:lnTo>
                  <a:lnTo>
                    <a:pt x="502493" y="372808"/>
                  </a:lnTo>
                  <a:lnTo>
                    <a:pt x="502953" y="376997"/>
                  </a:lnTo>
                  <a:lnTo>
                    <a:pt x="503404" y="381186"/>
                  </a:lnTo>
                  <a:lnTo>
                    <a:pt x="503852" y="385375"/>
                  </a:lnTo>
                  <a:lnTo>
                    <a:pt x="504293" y="389564"/>
                  </a:lnTo>
                  <a:lnTo>
                    <a:pt x="504726" y="393753"/>
                  </a:lnTo>
                  <a:lnTo>
                    <a:pt x="505155" y="397941"/>
                  </a:lnTo>
                  <a:lnTo>
                    <a:pt x="505575" y="402130"/>
                  </a:lnTo>
                  <a:lnTo>
                    <a:pt x="505987" y="406319"/>
                  </a:lnTo>
                  <a:lnTo>
                    <a:pt x="506395" y="410508"/>
                  </a:lnTo>
                  <a:lnTo>
                    <a:pt x="506791" y="414697"/>
                  </a:lnTo>
                  <a:lnTo>
                    <a:pt x="507182" y="418886"/>
                  </a:lnTo>
                  <a:lnTo>
                    <a:pt x="507567" y="423075"/>
                  </a:lnTo>
                  <a:lnTo>
                    <a:pt x="507941" y="427264"/>
                  </a:lnTo>
                  <a:lnTo>
                    <a:pt x="508309" y="431452"/>
                  </a:lnTo>
                  <a:lnTo>
                    <a:pt x="508671" y="435641"/>
                  </a:lnTo>
                  <a:lnTo>
                    <a:pt x="509023" y="439830"/>
                  </a:lnTo>
                  <a:lnTo>
                    <a:pt x="509371" y="444019"/>
                  </a:lnTo>
                  <a:lnTo>
                    <a:pt x="509711" y="448208"/>
                  </a:lnTo>
                  <a:lnTo>
                    <a:pt x="510044" y="452397"/>
                  </a:lnTo>
                  <a:lnTo>
                    <a:pt x="510373" y="456586"/>
                  </a:lnTo>
                  <a:lnTo>
                    <a:pt x="510695" y="460774"/>
                  </a:lnTo>
                  <a:lnTo>
                    <a:pt x="511012" y="464963"/>
                  </a:lnTo>
                  <a:lnTo>
                    <a:pt x="511325" y="469152"/>
                  </a:lnTo>
                  <a:lnTo>
                    <a:pt x="511633" y="473341"/>
                  </a:lnTo>
                  <a:lnTo>
                    <a:pt x="511938" y="477530"/>
                  </a:lnTo>
                  <a:lnTo>
                    <a:pt x="512240" y="481719"/>
                  </a:lnTo>
                  <a:lnTo>
                    <a:pt x="512540" y="485908"/>
                  </a:lnTo>
                  <a:lnTo>
                    <a:pt x="512839" y="490096"/>
                  </a:lnTo>
                  <a:lnTo>
                    <a:pt x="513137" y="494285"/>
                  </a:lnTo>
                  <a:lnTo>
                    <a:pt x="513436" y="498474"/>
                  </a:lnTo>
                  <a:lnTo>
                    <a:pt x="513735" y="502663"/>
                  </a:lnTo>
                  <a:lnTo>
                    <a:pt x="514037" y="506852"/>
                  </a:lnTo>
                  <a:lnTo>
                    <a:pt x="514342" y="511041"/>
                  </a:lnTo>
                  <a:lnTo>
                    <a:pt x="514649" y="515230"/>
                  </a:lnTo>
                  <a:lnTo>
                    <a:pt x="514963" y="519419"/>
                  </a:lnTo>
                  <a:lnTo>
                    <a:pt x="515282" y="523607"/>
                  </a:lnTo>
                  <a:lnTo>
                    <a:pt x="515607" y="527796"/>
                  </a:lnTo>
                  <a:lnTo>
                    <a:pt x="515943" y="531985"/>
                  </a:lnTo>
                  <a:lnTo>
                    <a:pt x="516285" y="536174"/>
                  </a:lnTo>
                  <a:lnTo>
                    <a:pt x="516638" y="540363"/>
                  </a:lnTo>
                  <a:lnTo>
                    <a:pt x="517004" y="544552"/>
                  </a:lnTo>
                  <a:lnTo>
                    <a:pt x="517378" y="548741"/>
                  </a:lnTo>
                  <a:lnTo>
                    <a:pt x="517771" y="552929"/>
                  </a:lnTo>
                  <a:lnTo>
                    <a:pt x="518177" y="557118"/>
                  </a:lnTo>
                  <a:lnTo>
                    <a:pt x="518594" y="561307"/>
                  </a:lnTo>
                  <a:lnTo>
                    <a:pt x="519037" y="565496"/>
                  </a:lnTo>
                  <a:lnTo>
                    <a:pt x="519493" y="569685"/>
                  </a:lnTo>
                  <a:lnTo>
                    <a:pt x="519966" y="573874"/>
                  </a:lnTo>
                  <a:lnTo>
                    <a:pt x="520468" y="578063"/>
                  </a:lnTo>
                  <a:lnTo>
                    <a:pt x="520985" y="582251"/>
                  </a:lnTo>
                  <a:lnTo>
                    <a:pt x="521526" y="586440"/>
                  </a:lnTo>
                  <a:lnTo>
                    <a:pt x="522095" y="590629"/>
                  </a:lnTo>
                  <a:lnTo>
                    <a:pt x="522682" y="594818"/>
                  </a:lnTo>
                  <a:lnTo>
                    <a:pt x="523302" y="599007"/>
                  </a:lnTo>
                  <a:lnTo>
                    <a:pt x="523950" y="603196"/>
                  </a:lnTo>
                  <a:lnTo>
                    <a:pt x="524616" y="607385"/>
                  </a:lnTo>
                  <a:lnTo>
                    <a:pt x="525327" y="611574"/>
                  </a:lnTo>
                  <a:lnTo>
                    <a:pt x="526062" y="615762"/>
                  </a:lnTo>
                  <a:lnTo>
                    <a:pt x="526822" y="619951"/>
                  </a:lnTo>
                  <a:lnTo>
                    <a:pt x="527629" y="624140"/>
                  </a:lnTo>
                  <a:lnTo>
                    <a:pt x="528460" y="628329"/>
                  </a:lnTo>
                  <a:lnTo>
                    <a:pt x="529326" y="632518"/>
                  </a:lnTo>
                  <a:lnTo>
                    <a:pt x="530236" y="636707"/>
                  </a:lnTo>
                  <a:lnTo>
                    <a:pt x="531171" y="640896"/>
                  </a:lnTo>
                  <a:lnTo>
                    <a:pt x="532153" y="645084"/>
                  </a:lnTo>
                  <a:lnTo>
                    <a:pt x="533174" y="649273"/>
                  </a:lnTo>
                  <a:lnTo>
                    <a:pt x="534221" y="653462"/>
                  </a:lnTo>
                  <a:lnTo>
                    <a:pt x="535327" y="657651"/>
                  </a:lnTo>
                  <a:lnTo>
                    <a:pt x="536465" y="661840"/>
                  </a:lnTo>
                  <a:lnTo>
                    <a:pt x="537636" y="666029"/>
                  </a:lnTo>
                  <a:lnTo>
                    <a:pt x="538869" y="670218"/>
                  </a:lnTo>
                  <a:lnTo>
                    <a:pt x="540131" y="674406"/>
                  </a:lnTo>
                  <a:lnTo>
                    <a:pt x="541437" y="678595"/>
                  </a:lnTo>
                  <a:lnTo>
                    <a:pt x="542798" y="682784"/>
                  </a:lnTo>
                  <a:lnTo>
                    <a:pt x="544190" y="686973"/>
                  </a:lnTo>
                  <a:lnTo>
                    <a:pt x="545637" y="691162"/>
                  </a:lnTo>
                  <a:lnTo>
                    <a:pt x="547132" y="695351"/>
                  </a:lnTo>
                  <a:lnTo>
                    <a:pt x="548659" y="699540"/>
                  </a:lnTo>
                  <a:lnTo>
                    <a:pt x="550252" y="703728"/>
                  </a:lnTo>
                  <a:lnTo>
                    <a:pt x="551884" y="707917"/>
                  </a:lnTo>
                  <a:lnTo>
                    <a:pt x="553552" y="712106"/>
                  </a:lnTo>
                  <a:lnTo>
                    <a:pt x="555292" y="716295"/>
                  </a:lnTo>
                  <a:lnTo>
                    <a:pt x="557066" y="720484"/>
                  </a:lnTo>
                  <a:lnTo>
                    <a:pt x="558885" y="724673"/>
                  </a:lnTo>
                  <a:lnTo>
                    <a:pt x="560768" y="728862"/>
                  </a:lnTo>
                  <a:lnTo>
                    <a:pt x="562684" y="733051"/>
                  </a:lnTo>
                  <a:lnTo>
                    <a:pt x="564658" y="737239"/>
                  </a:lnTo>
                  <a:lnTo>
                    <a:pt x="566685" y="741428"/>
                  </a:lnTo>
                  <a:lnTo>
                    <a:pt x="568745" y="745617"/>
                  </a:lnTo>
                  <a:lnTo>
                    <a:pt x="570875" y="749806"/>
                  </a:lnTo>
                  <a:lnTo>
                    <a:pt x="573046" y="753995"/>
                  </a:lnTo>
                  <a:lnTo>
                    <a:pt x="575253" y="758184"/>
                  </a:lnTo>
                  <a:lnTo>
                    <a:pt x="577536" y="762373"/>
                  </a:lnTo>
                  <a:lnTo>
                    <a:pt x="579853" y="766561"/>
                  </a:lnTo>
                  <a:lnTo>
                    <a:pt x="582215" y="770750"/>
                  </a:lnTo>
                  <a:lnTo>
                    <a:pt x="584641" y="774939"/>
                  </a:lnTo>
                  <a:lnTo>
                    <a:pt x="587101" y="779128"/>
                  </a:lnTo>
                  <a:lnTo>
                    <a:pt x="589616" y="783317"/>
                  </a:lnTo>
                  <a:lnTo>
                    <a:pt x="592185" y="787506"/>
                  </a:lnTo>
                  <a:lnTo>
                    <a:pt x="594786" y="791695"/>
                  </a:lnTo>
                  <a:lnTo>
                    <a:pt x="597452" y="795883"/>
                  </a:lnTo>
                  <a:lnTo>
                    <a:pt x="600160" y="800072"/>
                  </a:lnTo>
                  <a:lnTo>
                    <a:pt x="602900" y="804261"/>
                  </a:lnTo>
                  <a:lnTo>
                    <a:pt x="605712" y="808450"/>
                  </a:lnTo>
                  <a:lnTo>
                    <a:pt x="608555" y="812639"/>
                  </a:lnTo>
                  <a:lnTo>
                    <a:pt x="611439" y="816828"/>
                  </a:lnTo>
                  <a:lnTo>
                    <a:pt x="614383" y="821017"/>
                  </a:lnTo>
                  <a:lnTo>
                    <a:pt x="617357" y="825206"/>
                  </a:lnTo>
                  <a:lnTo>
                    <a:pt x="620379" y="829394"/>
                  </a:lnTo>
                  <a:lnTo>
                    <a:pt x="623450" y="833583"/>
                  </a:lnTo>
                  <a:lnTo>
                    <a:pt x="626549" y="837772"/>
                  </a:lnTo>
                  <a:lnTo>
                    <a:pt x="629702" y="841961"/>
                  </a:lnTo>
                  <a:lnTo>
                    <a:pt x="632893" y="846150"/>
                  </a:lnTo>
                  <a:lnTo>
                    <a:pt x="636110" y="850339"/>
                  </a:lnTo>
                  <a:lnTo>
                    <a:pt x="639386" y="854528"/>
                  </a:lnTo>
                  <a:lnTo>
                    <a:pt x="642688" y="858716"/>
                  </a:lnTo>
                  <a:lnTo>
                    <a:pt x="646022" y="862905"/>
                  </a:lnTo>
                  <a:lnTo>
                    <a:pt x="649404" y="867094"/>
                  </a:lnTo>
                  <a:lnTo>
                    <a:pt x="652810" y="871283"/>
                  </a:lnTo>
                  <a:lnTo>
                    <a:pt x="656251" y="875472"/>
                  </a:lnTo>
                  <a:lnTo>
                    <a:pt x="659728" y="879661"/>
                  </a:lnTo>
                  <a:lnTo>
                    <a:pt x="663227" y="883850"/>
                  </a:lnTo>
                  <a:lnTo>
                    <a:pt x="666762" y="888038"/>
                  </a:lnTo>
                  <a:lnTo>
                    <a:pt x="670323" y="892227"/>
                  </a:lnTo>
                  <a:lnTo>
                    <a:pt x="673902" y="896416"/>
                  </a:lnTo>
                  <a:lnTo>
                    <a:pt x="677518" y="900605"/>
                  </a:lnTo>
                  <a:lnTo>
                    <a:pt x="681149" y="904794"/>
                  </a:lnTo>
                  <a:lnTo>
                    <a:pt x="684798" y="908983"/>
                  </a:lnTo>
                  <a:lnTo>
                    <a:pt x="688475" y="913172"/>
                  </a:lnTo>
                  <a:lnTo>
                    <a:pt x="692162" y="917361"/>
                  </a:lnTo>
                  <a:lnTo>
                    <a:pt x="695865" y="921549"/>
                  </a:lnTo>
                  <a:lnTo>
                    <a:pt x="699584" y="925738"/>
                  </a:lnTo>
                  <a:lnTo>
                    <a:pt x="703310" y="929927"/>
                  </a:lnTo>
                  <a:lnTo>
                    <a:pt x="707048" y="934116"/>
                  </a:lnTo>
                  <a:lnTo>
                    <a:pt x="710790" y="938305"/>
                  </a:lnTo>
                  <a:lnTo>
                    <a:pt x="714536" y="942494"/>
                  </a:lnTo>
                  <a:lnTo>
                    <a:pt x="718284" y="946683"/>
                  </a:lnTo>
                  <a:lnTo>
                    <a:pt x="722031" y="950871"/>
                  </a:lnTo>
                  <a:lnTo>
                    <a:pt x="725775" y="955060"/>
                  </a:lnTo>
                  <a:lnTo>
                    <a:pt x="729509" y="959249"/>
                  </a:lnTo>
                  <a:lnTo>
                    <a:pt x="733235" y="963438"/>
                  </a:lnTo>
                  <a:lnTo>
                    <a:pt x="736950" y="967627"/>
                  </a:lnTo>
                  <a:lnTo>
                    <a:pt x="740645" y="971816"/>
                  </a:lnTo>
                  <a:lnTo>
                    <a:pt x="744326" y="976005"/>
                  </a:lnTo>
                  <a:lnTo>
                    <a:pt x="747982" y="980193"/>
                  </a:lnTo>
                  <a:lnTo>
                    <a:pt x="751610" y="984382"/>
                  </a:lnTo>
                  <a:lnTo>
                    <a:pt x="755219" y="988571"/>
                  </a:lnTo>
                  <a:lnTo>
                    <a:pt x="758783" y="992760"/>
                  </a:lnTo>
                  <a:lnTo>
                    <a:pt x="762315" y="996949"/>
                  </a:lnTo>
                  <a:lnTo>
                    <a:pt x="765819" y="1001138"/>
                  </a:lnTo>
                  <a:lnTo>
                    <a:pt x="769256" y="1005327"/>
                  </a:lnTo>
                  <a:lnTo>
                    <a:pt x="772660" y="1009515"/>
                  </a:lnTo>
                  <a:lnTo>
                    <a:pt x="776017" y="1013704"/>
                  </a:lnTo>
                  <a:lnTo>
                    <a:pt x="779301" y="1017893"/>
                  </a:lnTo>
                  <a:lnTo>
                    <a:pt x="782544" y="1022082"/>
                  </a:lnTo>
                  <a:lnTo>
                    <a:pt x="785714" y="1026271"/>
                  </a:lnTo>
                  <a:lnTo>
                    <a:pt x="788809" y="1030460"/>
                  </a:lnTo>
                  <a:lnTo>
                    <a:pt x="791856" y="1034649"/>
                  </a:lnTo>
                  <a:lnTo>
                    <a:pt x="794799" y="1038838"/>
                  </a:lnTo>
                  <a:lnTo>
                    <a:pt x="797670" y="1043026"/>
                  </a:lnTo>
                  <a:lnTo>
                    <a:pt x="800483" y="1047215"/>
                  </a:lnTo>
                  <a:lnTo>
                    <a:pt x="803159" y="1051404"/>
                  </a:lnTo>
                  <a:lnTo>
                    <a:pt x="805770" y="1055593"/>
                  </a:lnTo>
                  <a:lnTo>
                    <a:pt x="808293" y="1059782"/>
                  </a:lnTo>
                  <a:lnTo>
                    <a:pt x="810681" y="1063971"/>
                  </a:lnTo>
                  <a:lnTo>
                    <a:pt x="812996" y="1068160"/>
                  </a:lnTo>
                  <a:lnTo>
                    <a:pt x="815189" y="1072348"/>
                  </a:lnTo>
                  <a:lnTo>
                    <a:pt x="817253" y="1076537"/>
                  </a:lnTo>
                  <a:lnTo>
                    <a:pt x="819237" y="1080726"/>
                  </a:lnTo>
                  <a:lnTo>
                    <a:pt x="821061" y="1084915"/>
                  </a:lnTo>
                  <a:lnTo>
                    <a:pt x="822768" y="1089104"/>
                  </a:lnTo>
                  <a:lnTo>
                    <a:pt x="824390" y="1093293"/>
                  </a:lnTo>
                  <a:lnTo>
                    <a:pt x="825808" y="1097482"/>
                  </a:lnTo>
                  <a:lnTo>
                    <a:pt x="827129" y="1101670"/>
                  </a:lnTo>
                  <a:lnTo>
                    <a:pt x="828332" y="1105859"/>
                  </a:lnTo>
                  <a:lnTo>
                    <a:pt x="829339" y="1110048"/>
                  </a:lnTo>
                  <a:lnTo>
                    <a:pt x="830248" y="1114237"/>
                  </a:lnTo>
                  <a:lnTo>
                    <a:pt x="830999" y="1118426"/>
                  </a:lnTo>
                  <a:lnTo>
                    <a:pt x="831577" y="1122615"/>
                  </a:lnTo>
                  <a:lnTo>
                    <a:pt x="832052" y="1126804"/>
                  </a:lnTo>
                  <a:lnTo>
                    <a:pt x="832330" y="1130993"/>
                  </a:lnTo>
                  <a:lnTo>
                    <a:pt x="832461" y="1135181"/>
                  </a:lnTo>
                  <a:lnTo>
                    <a:pt x="832487" y="1139370"/>
                  </a:lnTo>
                  <a:lnTo>
                    <a:pt x="832276" y="1143559"/>
                  </a:lnTo>
                  <a:lnTo>
                    <a:pt x="831949" y="1147748"/>
                  </a:lnTo>
                  <a:lnTo>
                    <a:pt x="831759" y="1149488"/>
                  </a:lnTo>
                  <a:lnTo>
                    <a:pt x="831491" y="1151937"/>
                  </a:lnTo>
                  <a:lnTo>
                    <a:pt x="830811" y="1156126"/>
                  </a:lnTo>
                  <a:lnTo>
                    <a:pt x="830024" y="1160315"/>
                  </a:lnTo>
                  <a:lnTo>
                    <a:pt x="829072" y="1164503"/>
                  </a:lnTo>
                  <a:lnTo>
                    <a:pt x="827934" y="1168692"/>
                  </a:lnTo>
                  <a:lnTo>
                    <a:pt x="826691" y="1172881"/>
                  </a:lnTo>
                  <a:lnTo>
                    <a:pt x="825254" y="1177070"/>
                  </a:lnTo>
                  <a:lnTo>
                    <a:pt x="823670" y="1181259"/>
                  </a:lnTo>
                  <a:lnTo>
                    <a:pt x="821983" y="1185448"/>
                  </a:lnTo>
                  <a:lnTo>
                    <a:pt x="820081" y="1189637"/>
                  </a:lnTo>
                  <a:lnTo>
                    <a:pt x="818070" y="1193825"/>
                  </a:lnTo>
                  <a:lnTo>
                    <a:pt x="815946" y="1198014"/>
                  </a:lnTo>
                  <a:lnTo>
                    <a:pt x="813625" y="1202203"/>
                  </a:lnTo>
                  <a:lnTo>
                    <a:pt x="811215" y="1206392"/>
                  </a:lnTo>
                  <a:lnTo>
                    <a:pt x="808675" y="1210581"/>
                  </a:lnTo>
                  <a:lnTo>
                    <a:pt x="805985" y="1214770"/>
                  </a:lnTo>
                  <a:lnTo>
                    <a:pt x="803215" y="1218959"/>
                  </a:lnTo>
                  <a:lnTo>
                    <a:pt x="800305" y="1223148"/>
                  </a:lnTo>
                  <a:lnTo>
                    <a:pt x="797290" y="1227336"/>
                  </a:lnTo>
                  <a:lnTo>
                    <a:pt x="794204" y="1231525"/>
                  </a:lnTo>
                  <a:lnTo>
                    <a:pt x="790983" y="1235714"/>
                  </a:lnTo>
                  <a:lnTo>
                    <a:pt x="787694" y="1239903"/>
                  </a:lnTo>
                  <a:lnTo>
                    <a:pt x="784342" y="1244092"/>
                  </a:lnTo>
                  <a:lnTo>
                    <a:pt x="780881" y="1248281"/>
                  </a:lnTo>
                  <a:lnTo>
                    <a:pt x="777379" y="1252470"/>
                  </a:lnTo>
                  <a:lnTo>
                    <a:pt x="773817" y="1256658"/>
                  </a:lnTo>
                  <a:lnTo>
                    <a:pt x="770195" y="1260847"/>
                  </a:lnTo>
                  <a:lnTo>
                    <a:pt x="766545" y="1265036"/>
                  </a:lnTo>
                  <a:lnTo>
                    <a:pt x="762854" y="1269225"/>
                  </a:lnTo>
                  <a:lnTo>
                    <a:pt x="759141" y="1273414"/>
                  </a:lnTo>
                  <a:lnTo>
                    <a:pt x="755416" y="1277603"/>
                  </a:lnTo>
                  <a:lnTo>
                    <a:pt x="751682" y="1281792"/>
                  </a:lnTo>
                  <a:lnTo>
                    <a:pt x="747953" y="1285980"/>
                  </a:lnTo>
                  <a:lnTo>
                    <a:pt x="744230" y="1290169"/>
                  </a:lnTo>
                  <a:lnTo>
                    <a:pt x="740541" y="1294358"/>
                  </a:lnTo>
                  <a:lnTo>
                    <a:pt x="736876" y="1298547"/>
                  </a:lnTo>
                  <a:lnTo>
                    <a:pt x="736480" y="1299004"/>
                  </a:lnTo>
                  <a:lnTo>
                    <a:pt x="733246" y="1302736"/>
                  </a:lnTo>
                  <a:lnTo>
                    <a:pt x="729685" y="1306925"/>
                  </a:lnTo>
                  <a:lnTo>
                    <a:pt x="726165" y="1311114"/>
                  </a:lnTo>
                  <a:lnTo>
                    <a:pt x="722722" y="1315302"/>
                  </a:lnTo>
                  <a:lnTo>
                    <a:pt x="719370" y="1319491"/>
                  </a:lnTo>
                  <a:lnTo>
                    <a:pt x="716077" y="1323680"/>
                  </a:lnTo>
                  <a:lnTo>
                    <a:pt x="712917" y="1327869"/>
                  </a:lnTo>
                  <a:lnTo>
                    <a:pt x="709855" y="1332058"/>
                  </a:lnTo>
                  <a:lnTo>
                    <a:pt x="706870" y="1336247"/>
                  </a:lnTo>
                  <a:lnTo>
                    <a:pt x="704083" y="1340436"/>
                  </a:lnTo>
                  <a:lnTo>
                    <a:pt x="701390" y="1344625"/>
                  </a:lnTo>
                  <a:lnTo>
                    <a:pt x="698824" y="1348813"/>
                  </a:lnTo>
                  <a:lnTo>
                    <a:pt x="696466" y="1353002"/>
                  </a:lnTo>
                  <a:lnTo>
                    <a:pt x="694218" y="1357191"/>
                  </a:lnTo>
                  <a:lnTo>
                    <a:pt x="692155" y="1361380"/>
                  </a:lnTo>
                  <a:lnTo>
                    <a:pt x="690297" y="1365569"/>
                  </a:lnTo>
                  <a:lnTo>
                    <a:pt x="688563" y="1369758"/>
                  </a:lnTo>
                  <a:lnTo>
                    <a:pt x="687082" y="1373947"/>
                  </a:lnTo>
                  <a:lnTo>
                    <a:pt x="685787" y="1378135"/>
                  </a:lnTo>
                  <a:lnTo>
                    <a:pt x="684629" y="1382324"/>
                  </a:lnTo>
                  <a:lnTo>
                    <a:pt x="683797" y="1386513"/>
                  </a:lnTo>
                  <a:lnTo>
                    <a:pt x="683121" y="1390702"/>
                  </a:lnTo>
                  <a:lnTo>
                    <a:pt x="682634" y="1394891"/>
                  </a:lnTo>
                  <a:lnTo>
                    <a:pt x="682465" y="1399080"/>
                  </a:lnTo>
                  <a:lnTo>
                    <a:pt x="682454" y="1403269"/>
                  </a:lnTo>
                  <a:lnTo>
                    <a:pt x="682695" y="1407457"/>
                  </a:lnTo>
                  <a:lnTo>
                    <a:pt x="683219" y="1411646"/>
                  </a:lnTo>
                  <a:lnTo>
                    <a:pt x="683907" y="1415835"/>
                  </a:lnTo>
                  <a:lnTo>
                    <a:pt x="684909" y="1420024"/>
                  </a:lnTo>
                  <a:lnTo>
                    <a:pt x="686149" y="1424213"/>
                  </a:lnTo>
                  <a:lnTo>
                    <a:pt x="687558" y="1428402"/>
                  </a:lnTo>
                  <a:lnTo>
                    <a:pt x="689339" y="1432591"/>
                  </a:lnTo>
                  <a:lnTo>
                    <a:pt x="691307" y="1436780"/>
                  </a:lnTo>
                  <a:lnTo>
                    <a:pt x="693479" y="1440968"/>
                  </a:lnTo>
                  <a:lnTo>
                    <a:pt x="696004" y="1445157"/>
                  </a:lnTo>
                  <a:lnTo>
                    <a:pt x="698695" y="1449346"/>
                  </a:lnTo>
                  <a:lnTo>
                    <a:pt x="701639" y="1453535"/>
                  </a:lnTo>
                  <a:lnTo>
                    <a:pt x="704873" y="1457724"/>
                  </a:lnTo>
                  <a:lnTo>
                    <a:pt x="708268" y="1461913"/>
                  </a:lnTo>
                  <a:lnTo>
                    <a:pt x="711955" y="1466102"/>
                  </a:lnTo>
                  <a:lnTo>
                    <a:pt x="715867" y="1470290"/>
                  </a:lnTo>
                  <a:lnTo>
                    <a:pt x="719931" y="1474479"/>
                  </a:lnTo>
                  <a:lnTo>
                    <a:pt x="724311" y="1478668"/>
                  </a:lnTo>
                  <a:lnTo>
                    <a:pt x="728853" y="1482857"/>
                  </a:lnTo>
                  <a:lnTo>
                    <a:pt x="733556" y="1487046"/>
                  </a:lnTo>
                  <a:lnTo>
                    <a:pt x="738541" y="1491235"/>
                  </a:lnTo>
                  <a:lnTo>
                    <a:pt x="743650" y="1495424"/>
                  </a:lnTo>
                  <a:lnTo>
                    <a:pt x="748936" y="1499612"/>
                  </a:lnTo>
                  <a:lnTo>
                    <a:pt x="754428" y="1503801"/>
                  </a:lnTo>
                  <a:lnTo>
                    <a:pt x="760025" y="1507990"/>
                  </a:lnTo>
                  <a:lnTo>
                    <a:pt x="765799" y="1512179"/>
                  </a:lnTo>
                  <a:lnTo>
                    <a:pt x="771707" y="1516368"/>
                  </a:lnTo>
                  <a:lnTo>
                    <a:pt x="777699" y="1520557"/>
                  </a:lnTo>
                  <a:lnTo>
                    <a:pt x="783848" y="1524746"/>
                  </a:lnTo>
                  <a:lnTo>
                    <a:pt x="790070" y="1528935"/>
                  </a:lnTo>
                  <a:lnTo>
                    <a:pt x="796358" y="1533123"/>
                  </a:lnTo>
                  <a:lnTo>
                    <a:pt x="802749" y="1537312"/>
                  </a:lnTo>
                  <a:lnTo>
                    <a:pt x="809171" y="1541501"/>
                  </a:lnTo>
                  <a:lnTo>
                    <a:pt x="815637" y="1545690"/>
                  </a:lnTo>
                  <a:lnTo>
                    <a:pt x="822133" y="1549879"/>
                  </a:lnTo>
                  <a:lnTo>
                    <a:pt x="828633" y="1554068"/>
                  </a:lnTo>
                  <a:lnTo>
                    <a:pt x="835133" y="1558257"/>
                  </a:lnTo>
                  <a:lnTo>
                    <a:pt x="841606" y="1562445"/>
                  </a:lnTo>
                  <a:lnTo>
                    <a:pt x="848056" y="1566634"/>
                  </a:lnTo>
                  <a:lnTo>
                    <a:pt x="854439" y="1570823"/>
                  </a:lnTo>
                  <a:lnTo>
                    <a:pt x="860757" y="1575012"/>
                  </a:lnTo>
                  <a:lnTo>
                    <a:pt x="867023" y="1579201"/>
                  </a:lnTo>
                  <a:lnTo>
                    <a:pt x="873138" y="1583390"/>
                  </a:lnTo>
                  <a:lnTo>
                    <a:pt x="879170" y="1587579"/>
                  </a:lnTo>
                  <a:lnTo>
                    <a:pt x="885089" y="1591767"/>
                  </a:lnTo>
                  <a:lnTo>
                    <a:pt x="890815" y="1595956"/>
                  </a:lnTo>
                  <a:lnTo>
                    <a:pt x="896430" y="1600145"/>
                  </a:lnTo>
                  <a:lnTo>
                    <a:pt x="901854" y="1604334"/>
                  </a:lnTo>
                  <a:lnTo>
                    <a:pt x="907065" y="1608523"/>
                  </a:lnTo>
                  <a:lnTo>
                    <a:pt x="912140" y="1612712"/>
                  </a:lnTo>
                  <a:lnTo>
                    <a:pt x="916929" y="1616901"/>
                  </a:lnTo>
                  <a:lnTo>
                    <a:pt x="921507" y="1621089"/>
                  </a:lnTo>
                  <a:lnTo>
                    <a:pt x="925926" y="1625278"/>
                  </a:lnTo>
                  <a:lnTo>
                    <a:pt x="929952" y="1629467"/>
                  </a:lnTo>
                  <a:lnTo>
                    <a:pt x="933792" y="1633656"/>
                  </a:lnTo>
                  <a:lnTo>
                    <a:pt x="937393" y="1637845"/>
                  </a:lnTo>
                  <a:lnTo>
                    <a:pt x="940604" y="1642034"/>
                  </a:lnTo>
                  <a:lnTo>
                    <a:pt x="943614" y="1646223"/>
                  </a:lnTo>
                  <a:lnTo>
                    <a:pt x="946295" y="1650412"/>
                  </a:lnTo>
                  <a:lnTo>
                    <a:pt x="948615" y="1654600"/>
                  </a:lnTo>
                  <a:lnTo>
                    <a:pt x="950719" y="1658789"/>
                  </a:lnTo>
                  <a:lnTo>
                    <a:pt x="952400" y="1662978"/>
                  </a:lnTo>
                  <a:lnTo>
                    <a:pt x="953769" y="1667167"/>
                  </a:lnTo>
                  <a:lnTo>
                    <a:pt x="954911" y="1671356"/>
                  </a:lnTo>
                  <a:lnTo>
                    <a:pt x="955538" y="1675545"/>
                  </a:lnTo>
                  <a:lnTo>
                    <a:pt x="955915" y="1679734"/>
                  </a:lnTo>
                  <a:lnTo>
                    <a:pt x="956002" y="1683922"/>
                  </a:lnTo>
                  <a:lnTo>
                    <a:pt x="955937" y="1684598"/>
                  </a:lnTo>
                  <a:lnTo>
                    <a:pt x="955603" y="1688111"/>
                  </a:lnTo>
                  <a:lnTo>
                    <a:pt x="954968" y="1692300"/>
                  </a:lnTo>
                  <a:lnTo>
                    <a:pt x="953968" y="1696489"/>
                  </a:lnTo>
                  <a:lnTo>
                    <a:pt x="952556" y="1700678"/>
                  </a:lnTo>
                  <a:lnTo>
                    <a:pt x="950913" y="1704867"/>
                  </a:lnTo>
                  <a:lnTo>
                    <a:pt x="948835" y="1709056"/>
                  </a:lnTo>
                  <a:lnTo>
                    <a:pt x="946430" y="1713244"/>
                  </a:lnTo>
                  <a:lnTo>
                    <a:pt x="943799" y="1717433"/>
                  </a:lnTo>
                  <a:lnTo>
                    <a:pt x="940681" y="1721622"/>
                  </a:lnTo>
                  <a:lnTo>
                    <a:pt x="937321" y="1725811"/>
                  </a:lnTo>
                  <a:lnTo>
                    <a:pt x="933704" y="1730000"/>
                  </a:lnTo>
                  <a:lnTo>
                    <a:pt x="929646" y="1734189"/>
                  </a:lnTo>
                  <a:lnTo>
                    <a:pt x="925388" y="1738378"/>
                  </a:lnTo>
                  <a:lnTo>
                    <a:pt x="920830" y="1742567"/>
                  </a:lnTo>
                  <a:lnTo>
                    <a:pt x="915930" y="1746755"/>
                  </a:lnTo>
                  <a:lnTo>
                    <a:pt x="910847" y="1750944"/>
                  </a:lnTo>
                  <a:lnTo>
                    <a:pt x="905439" y="1755133"/>
                  </a:lnTo>
                  <a:lnTo>
                    <a:pt x="899783" y="1759322"/>
                  </a:lnTo>
                  <a:lnTo>
                    <a:pt x="893962" y="1763511"/>
                  </a:lnTo>
                  <a:lnTo>
                    <a:pt x="887813" y="1767700"/>
                  </a:lnTo>
                  <a:lnTo>
                    <a:pt x="881497" y="1771889"/>
                  </a:lnTo>
                  <a:lnTo>
                    <a:pt x="875022" y="1776077"/>
                  </a:lnTo>
                  <a:lnTo>
                    <a:pt x="868268" y="1780266"/>
                  </a:lnTo>
                  <a:lnTo>
                    <a:pt x="861399" y="1784455"/>
                  </a:lnTo>
                  <a:lnTo>
                    <a:pt x="854366" y="1788644"/>
                  </a:lnTo>
                  <a:lnTo>
                    <a:pt x="847147" y="1792833"/>
                  </a:lnTo>
                  <a:lnTo>
                    <a:pt x="839836" y="1797022"/>
                  </a:lnTo>
                  <a:lnTo>
                    <a:pt x="832376" y="1801211"/>
                  </a:lnTo>
                  <a:lnTo>
                    <a:pt x="824806" y="1805399"/>
                  </a:lnTo>
                  <a:lnTo>
                    <a:pt x="817170" y="1809588"/>
                  </a:lnTo>
                  <a:lnTo>
                    <a:pt x="809416" y="1813777"/>
                  </a:lnTo>
                  <a:lnTo>
                    <a:pt x="801610" y="1817966"/>
                  </a:lnTo>
                  <a:lnTo>
                    <a:pt x="793758" y="1822155"/>
                  </a:lnTo>
                  <a:lnTo>
                    <a:pt x="785844" y="1826344"/>
                  </a:lnTo>
                  <a:lnTo>
                    <a:pt x="777914" y="1830533"/>
                  </a:lnTo>
                  <a:lnTo>
                    <a:pt x="769963" y="1834722"/>
                  </a:lnTo>
                  <a:lnTo>
                    <a:pt x="762009" y="1838910"/>
                  </a:lnTo>
                  <a:lnTo>
                    <a:pt x="754062" y="1843099"/>
                  </a:lnTo>
                  <a:lnTo>
                    <a:pt x="746133" y="1847288"/>
                  </a:lnTo>
                  <a:lnTo>
                    <a:pt x="738240" y="1851477"/>
                  </a:lnTo>
                  <a:lnTo>
                    <a:pt x="730374" y="1855666"/>
                  </a:lnTo>
                  <a:lnTo>
                    <a:pt x="722577" y="1859855"/>
                  </a:lnTo>
                  <a:lnTo>
                    <a:pt x="714838" y="1864044"/>
                  </a:lnTo>
                  <a:lnTo>
                    <a:pt x="707144" y="1868232"/>
                  </a:lnTo>
                  <a:lnTo>
                    <a:pt x="699576" y="1872421"/>
                  </a:lnTo>
                  <a:lnTo>
                    <a:pt x="692071" y="1876610"/>
                  </a:lnTo>
                  <a:lnTo>
                    <a:pt x="684651" y="1880799"/>
                  </a:lnTo>
                  <a:lnTo>
                    <a:pt x="677373" y="1884988"/>
                  </a:lnTo>
                  <a:lnTo>
                    <a:pt x="670171" y="1889177"/>
                  </a:lnTo>
                  <a:lnTo>
                    <a:pt x="663101" y="1893366"/>
                  </a:lnTo>
                  <a:lnTo>
                    <a:pt x="656173" y="1897554"/>
                  </a:lnTo>
                  <a:lnTo>
                    <a:pt x="649332" y="1901743"/>
                  </a:lnTo>
                  <a:lnTo>
                    <a:pt x="642671" y="1905932"/>
                  </a:lnTo>
                  <a:lnTo>
                    <a:pt x="636140" y="1910121"/>
                  </a:lnTo>
                  <a:lnTo>
                    <a:pt x="629706" y="1914310"/>
                  </a:lnTo>
                  <a:lnTo>
                    <a:pt x="623500" y="1918499"/>
                  </a:lnTo>
                  <a:lnTo>
                    <a:pt x="617401" y="1922688"/>
                  </a:lnTo>
                  <a:lnTo>
                    <a:pt x="611435" y="1926876"/>
                  </a:lnTo>
                  <a:lnTo>
                    <a:pt x="605685" y="1931065"/>
                  </a:lnTo>
                  <a:lnTo>
                    <a:pt x="600041" y="1935254"/>
                  </a:lnTo>
                  <a:lnTo>
                    <a:pt x="594570" y="1939443"/>
                  </a:lnTo>
                  <a:lnTo>
                    <a:pt x="589286" y="1943632"/>
                  </a:lnTo>
                  <a:lnTo>
                    <a:pt x="584110" y="1947821"/>
                  </a:lnTo>
                  <a:lnTo>
                    <a:pt x="579143" y="1952010"/>
                  </a:lnTo>
                  <a:lnTo>
                    <a:pt x="574330" y="1956199"/>
                  </a:lnTo>
                  <a:lnTo>
                    <a:pt x="569625" y="1960387"/>
                  </a:lnTo>
                  <a:lnTo>
                    <a:pt x="565160" y="1964576"/>
                  </a:lnTo>
                  <a:lnTo>
                    <a:pt x="560812" y="1968765"/>
                  </a:lnTo>
                  <a:lnTo>
                    <a:pt x="556595" y="1972954"/>
                  </a:lnTo>
                  <a:lnTo>
                    <a:pt x="552598" y="1977143"/>
                  </a:lnTo>
                  <a:lnTo>
                    <a:pt x="548703" y="1981332"/>
                  </a:lnTo>
                  <a:lnTo>
                    <a:pt x="544967" y="1985521"/>
                  </a:lnTo>
                  <a:lnTo>
                    <a:pt x="541409" y="1989709"/>
                  </a:lnTo>
                  <a:lnTo>
                    <a:pt x="537950" y="1993898"/>
                  </a:lnTo>
                  <a:lnTo>
                    <a:pt x="534670" y="1998087"/>
                  </a:lnTo>
                  <a:lnTo>
                    <a:pt x="531529" y="2002276"/>
                  </a:lnTo>
                  <a:lnTo>
                    <a:pt x="528481" y="2006465"/>
                  </a:lnTo>
                  <a:lnTo>
                    <a:pt x="525630" y="2010654"/>
                  </a:lnTo>
                  <a:lnTo>
                    <a:pt x="522878" y="2014843"/>
                  </a:lnTo>
                  <a:lnTo>
                    <a:pt x="520228" y="2019031"/>
                  </a:lnTo>
                  <a:lnTo>
                    <a:pt x="517757" y="2023220"/>
                  </a:lnTo>
                  <a:lnTo>
                    <a:pt x="515366" y="2027409"/>
                  </a:lnTo>
                  <a:lnTo>
                    <a:pt x="513093" y="2031598"/>
                  </a:lnTo>
                  <a:lnTo>
                    <a:pt x="510958" y="2035787"/>
                  </a:lnTo>
                  <a:lnTo>
                    <a:pt x="508897" y="2039976"/>
                  </a:lnTo>
                  <a:lnTo>
                    <a:pt x="506965" y="2044165"/>
                  </a:lnTo>
                  <a:lnTo>
                    <a:pt x="505135" y="2048354"/>
                  </a:lnTo>
                  <a:lnTo>
                    <a:pt x="503371" y="2052542"/>
                  </a:lnTo>
                  <a:lnTo>
                    <a:pt x="501743" y="2056731"/>
                  </a:lnTo>
                  <a:lnTo>
                    <a:pt x="500186" y="2060920"/>
                  </a:lnTo>
                  <a:lnTo>
                    <a:pt x="498696" y="2065109"/>
                  </a:lnTo>
                  <a:lnTo>
                    <a:pt x="497329" y="2069298"/>
                  </a:lnTo>
                  <a:lnTo>
                    <a:pt x="496015" y="2073487"/>
                  </a:lnTo>
                  <a:lnTo>
                    <a:pt x="494775" y="2077676"/>
                  </a:lnTo>
                  <a:lnTo>
                    <a:pt x="493627" y="2081864"/>
                  </a:lnTo>
                  <a:lnTo>
                    <a:pt x="492526" y="2086053"/>
                  </a:lnTo>
                  <a:lnTo>
                    <a:pt x="491504" y="2090242"/>
                  </a:lnTo>
                  <a:lnTo>
                    <a:pt x="490548" y="2094431"/>
                  </a:lnTo>
                  <a:lnTo>
                    <a:pt x="489632" y="2098620"/>
                  </a:lnTo>
                  <a:lnTo>
                    <a:pt x="488796" y="2102809"/>
                  </a:lnTo>
                  <a:lnTo>
                    <a:pt x="488005" y="2106998"/>
                  </a:lnTo>
                  <a:lnTo>
                    <a:pt x="487252" y="2111186"/>
                  </a:lnTo>
                  <a:lnTo>
                    <a:pt x="486572" y="2115375"/>
                  </a:lnTo>
                  <a:lnTo>
                    <a:pt x="485923" y="2119564"/>
                  </a:lnTo>
                  <a:lnTo>
                    <a:pt x="485315" y="2123753"/>
                  </a:lnTo>
                  <a:lnTo>
                    <a:pt x="484760" y="2127942"/>
                  </a:lnTo>
                  <a:lnTo>
                    <a:pt x="484230" y="2132131"/>
                  </a:lnTo>
                  <a:lnTo>
                    <a:pt x="483743" y="2136320"/>
                  </a:lnTo>
                  <a:lnTo>
                    <a:pt x="483293" y="2140509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86475" y="2542821"/>
              <a:ext cx="0" cy="782093"/>
            </a:xfrm>
            <a:custGeom>
              <a:avLst/>
              <a:pathLst>
                <a:path w="0" h="782093">
                  <a:moveTo>
                    <a:pt x="0" y="7820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06808" y="3324915"/>
              <a:ext cx="159333" cy="556983"/>
            </a:xfrm>
            <a:custGeom>
              <a:avLst/>
              <a:pathLst>
                <a:path w="159333" h="556983">
                  <a:moveTo>
                    <a:pt x="0" y="0"/>
                  </a:moveTo>
                  <a:lnTo>
                    <a:pt x="0" y="556983"/>
                  </a:lnTo>
                  <a:lnTo>
                    <a:pt x="159333" y="55698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06808" y="3881898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700" y="2577418"/>
              <a:ext cx="0" cy="747706"/>
            </a:xfrm>
            <a:custGeom>
              <a:avLst/>
              <a:pathLst>
                <a:path w="0" h="747706">
                  <a:moveTo>
                    <a:pt x="0" y="7477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69033" y="3325124"/>
              <a:ext cx="159333" cy="556774"/>
            </a:xfrm>
            <a:custGeom>
              <a:avLst/>
              <a:pathLst>
                <a:path w="159333" h="556774">
                  <a:moveTo>
                    <a:pt x="0" y="0"/>
                  </a:moveTo>
                  <a:lnTo>
                    <a:pt x="0" y="556774"/>
                  </a:lnTo>
                  <a:lnTo>
                    <a:pt x="159333" y="55677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033" y="3696490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0925" y="2739056"/>
              <a:ext cx="0" cy="540838"/>
            </a:xfrm>
            <a:custGeom>
              <a:avLst/>
              <a:pathLst>
                <a:path w="0" h="540838">
                  <a:moveTo>
                    <a:pt x="0" y="5408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31258" y="3279894"/>
              <a:ext cx="159333" cy="602003"/>
            </a:xfrm>
            <a:custGeom>
              <a:avLst/>
              <a:pathLst>
                <a:path w="159333" h="602003">
                  <a:moveTo>
                    <a:pt x="0" y="0"/>
                  </a:moveTo>
                  <a:lnTo>
                    <a:pt x="0" y="602003"/>
                  </a:lnTo>
                  <a:lnTo>
                    <a:pt x="159333" y="60200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1258" y="3474177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73149" y="2653209"/>
              <a:ext cx="0" cy="693578"/>
            </a:xfrm>
            <a:custGeom>
              <a:avLst/>
              <a:pathLst>
                <a:path w="0" h="693578">
                  <a:moveTo>
                    <a:pt x="0" y="6935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93482" y="3346788"/>
              <a:ext cx="159333" cy="535110"/>
            </a:xfrm>
            <a:custGeom>
              <a:avLst/>
              <a:pathLst>
                <a:path w="159333" h="535110">
                  <a:moveTo>
                    <a:pt x="0" y="0"/>
                  </a:moveTo>
                  <a:lnTo>
                    <a:pt x="0" y="535110"/>
                  </a:lnTo>
                  <a:lnTo>
                    <a:pt x="159333" y="535110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93482" y="349630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074" y="359351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15299" y="356332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77523" y="347272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39748" y="352808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224480" y="181488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710925" y="1942601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710925" y="1942601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3149" y="1942601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081423" y="197003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710925" y="2097744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8700" y="2097744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2097744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4773149" y="1477169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550310" y="1659743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710925" y="1787457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475" y="1787457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787457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62256" y="150459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773149" y="1632313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632313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32313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043795" y="2125174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648700" y="2252888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2252888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252888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24052" y="3827309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4052" y="272748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162766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877140" y="388189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140" y="278207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77140" y="168225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116868" y="533115"/>
              <a:ext cx="212588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Endothelial.cells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2026-05-26T22:09:07Z</dcterms:modified>
  <cp:category/>
</cp:coreProperties>
</file>