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457200"/>
            <a:ext cx="5029200" cy="4572000"/>
            <a:chOff x="457200" y="457200"/>
            <a:chExt cx="5029200" cy="4572000"/>
          </a:xfrm>
        </p:grpSpPr>
        <p:sp>
          <p:nvSpPr>
            <p:cNvPr id="3" name="rc3"/>
            <p:cNvSpPr/>
            <p:nvPr/>
          </p:nvSpPr>
          <p:spPr>
            <a:xfrm>
              <a:off x="457200" y="457200"/>
              <a:ext cx="5029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457200"/>
              <a:ext cx="5029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9140" y="762009"/>
              <a:ext cx="4461343" cy="37188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9140" y="4077760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9140" y="2912021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9140" y="1746283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586475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48700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10925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73149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1108474" y="2241960"/>
              <a:ext cx="956002" cy="1993799"/>
            </a:xfrm>
            <a:custGeom>
              <a:avLst/>
              <a:pathLst>
                <a:path w="956002" h="1993799">
                  <a:moveTo>
                    <a:pt x="472640" y="1993799"/>
                  </a:moveTo>
                  <a:lnTo>
                    <a:pt x="471327" y="1989897"/>
                  </a:lnTo>
                  <a:lnTo>
                    <a:pt x="469752" y="1985995"/>
                  </a:lnTo>
                  <a:lnTo>
                    <a:pt x="467878" y="1982093"/>
                  </a:lnTo>
                  <a:lnTo>
                    <a:pt x="465583" y="1978192"/>
                  </a:lnTo>
                  <a:lnTo>
                    <a:pt x="462837" y="1974290"/>
                  </a:lnTo>
                  <a:lnTo>
                    <a:pt x="459615" y="1970388"/>
                  </a:lnTo>
                  <a:lnTo>
                    <a:pt x="455860" y="1966486"/>
                  </a:lnTo>
                  <a:lnTo>
                    <a:pt x="451515" y="1962585"/>
                  </a:lnTo>
                  <a:lnTo>
                    <a:pt x="446520" y="1958683"/>
                  </a:lnTo>
                  <a:lnTo>
                    <a:pt x="440599" y="1954781"/>
                  </a:lnTo>
                  <a:lnTo>
                    <a:pt x="433857" y="1950879"/>
                  </a:lnTo>
                  <a:lnTo>
                    <a:pt x="426239" y="1946978"/>
                  </a:lnTo>
                  <a:lnTo>
                    <a:pt x="417689" y="1943076"/>
                  </a:lnTo>
                  <a:lnTo>
                    <a:pt x="408155" y="1939174"/>
                  </a:lnTo>
                  <a:lnTo>
                    <a:pt x="397516" y="1935272"/>
                  </a:lnTo>
                  <a:lnTo>
                    <a:pt x="385577" y="1931371"/>
                  </a:lnTo>
                  <a:lnTo>
                    <a:pt x="372528" y="1927469"/>
                  </a:lnTo>
                  <a:lnTo>
                    <a:pt x="358364" y="1923567"/>
                  </a:lnTo>
                  <a:lnTo>
                    <a:pt x="343092" y="1919665"/>
                  </a:lnTo>
                  <a:lnTo>
                    <a:pt x="326735" y="1915763"/>
                  </a:lnTo>
                  <a:lnTo>
                    <a:pt x="309195" y="1911862"/>
                  </a:lnTo>
                  <a:lnTo>
                    <a:pt x="290585" y="1907960"/>
                  </a:lnTo>
                  <a:lnTo>
                    <a:pt x="271136" y="1904058"/>
                  </a:lnTo>
                  <a:lnTo>
                    <a:pt x="250963" y="1900156"/>
                  </a:lnTo>
                  <a:lnTo>
                    <a:pt x="230198" y="1896255"/>
                  </a:lnTo>
                  <a:lnTo>
                    <a:pt x="208990" y="1892353"/>
                  </a:lnTo>
                  <a:lnTo>
                    <a:pt x="187513" y="1888451"/>
                  </a:lnTo>
                  <a:lnTo>
                    <a:pt x="166078" y="1884549"/>
                  </a:lnTo>
                  <a:lnTo>
                    <a:pt x="144910" y="1880648"/>
                  </a:lnTo>
                  <a:lnTo>
                    <a:pt x="124227" y="1876746"/>
                  </a:lnTo>
                  <a:lnTo>
                    <a:pt x="104252" y="1872844"/>
                  </a:lnTo>
                  <a:lnTo>
                    <a:pt x="85230" y="1868942"/>
                  </a:lnTo>
                  <a:lnTo>
                    <a:pt x="67769" y="1865041"/>
                  </a:lnTo>
                  <a:lnTo>
                    <a:pt x="51843" y="1861139"/>
                  </a:lnTo>
                  <a:lnTo>
                    <a:pt x="37650" y="1857237"/>
                  </a:lnTo>
                  <a:lnTo>
                    <a:pt x="25373" y="1853335"/>
                  </a:lnTo>
                  <a:lnTo>
                    <a:pt x="15178" y="1849434"/>
                  </a:lnTo>
                  <a:lnTo>
                    <a:pt x="7416" y="1845532"/>
                  </a:lnTo>
                  <a:lnTo>
                    <a:pt x="2474" y="1841630"/>
                  </a:lnTo>
                  <a:lnTo>
                    <a:pt x="0" y="1837728"/>
                  </a:lnTo>
                  <a:lnTo>
                    <a:pt x="9" y="1835799"/>
                  </a:lnTo>
                  <a:lnTo>
                    <a:pt x="19" y="1833827"/>
                  </a:lnTo>
                  <a:lnTo>
                    <a:pt x="2533" y="1829925"/>
                  </a:lnTo>
                  <a:lnTo>
                    <a:pt x="7513" y="1826023"/>
                  </a:lnTo>
                  <a:lnTo>
                    <a:pt x="15255" y="1822121"/>
                  </a:lnTo>
                  <a:lnTo>
                    <a:pt x="25487" y="1818219"/>
                  </a:lnTo>
                  <a:lnTo>
                    <a:pt x="37796" y="1814318"/>
                  </a:lnTo>
                  <a:lnTo>
                    <a:pt x="52017" y="1810416"/>
                  </a:lnTo>
                  <a:lnTo>
                    <a:pt x="67967" y="1806514"/>
                  </a:lnTo>
                  <a:lnTo>
                    <a:pt x="85446" y="1802612"/>
                  </a:lnTo>
                  <a:lnTo>
                    <a:pt x="104458" y="1798711"/>
                  </a:lnTo>
                  <a:lnTo>
                    <a:pt x="124448" y="1794809"/>
                  </a:lnTo>
                  <a:lnTo>
                    <a:pt x="145139" y="1790907"/>
                  </a:lnTo>
                  <a:lnTo>
                    <a:pt x="166310" y="1787005"/>
                  </a:lnTo>
                  <a:lnTo>
                    <a:pt x="187743" y="1783104"/>
                  </a:lnTo>
                  <a:lnTo>
                    <a:pt x="209218" y="1779202"/>
                  </a:lnTo>
                  <a:lnTo>
                    <a:pt x="230420" y="1775300"/>
                  </a:lnTo>
                  <a:lnTo>
                    <a:pt x="251174" y="1771398"/>
                  </a:lnTo>
                  <a:lnTo>
                    <a:pt x="271331" y="1767497"/>
                  </a:lnTo>
                  <a:lnTo>
                    <a:pt x="290761" y="1763595"/>
                  </a:lnTo>
                  <a:lnTo>
                    <a:pt x="309349" y="1759693"/>
                  </a:lnTo>
                  <a:lnTo>
                    <a:pt x="326889" y="1755791"/>
                  </a:lnTo>
                  <a:lnTo>
                    <a:pt x="343221" y="1751890"/>
                  </a:lnTo>
                  <a:lnTo>
                    <a:pt x="358464" y="1747988"/>
                  </a:lnTo>
                  <a:lnTo>
                    <a:pt x="372597" y="1744086"/>
                  </a:lnTo>
                  <a:lnTo>
                    <a:pt x="385613" y="1740184"/>
                  </a:lnTo>
                  <a:lnTo>
                    <a:pt x="397518" y="1736283"/>
                  </a:lnTo>
                  <a:lnTo>
                    <a:pt x="408144" y="1732381"/>
                  </a:lnTo>
                  <a:lnTo>
                    <a:pt x="417638" y="1728479"/>
                  </a:lnTo>
                  <a:lnTo>
                    <a:pt x="426146" y="1724577"/>
                  </a:lnTo>
                  <a:lnTo>
                    <a:pt x="433719" y="1720675"/>
                  </a:lnTo>
                  <a:lnTo>
                    <a:pt x="440414" y="1716774"/>
                  </a:lnTo>
                  <a:lnTo>
                    <a:pt x="446289" y="1712872"/>
                  </a:lnTo>
                  <a:lnTo>
                    <a:pt x="451241" y="1708970"/>
                  </a:lnTo>
                  <a:lnTo>
                    <a:pt x="455525" y="1705068"/>
                  </a:lnTo>
                  <a:lnTo>
                    <a:pt x="459216" y="1701167"/>
                  </a:lnTo>
                  <a:lnTo>
                    <a:pt x="462369" y="1697265"/>
                  </a:lnTo>
                  <a:lnTo>
                    <a:pt x="465040" y="1693363"/>
                  </a:lnTo>
                  <a:lnTo>
                    <a:pt x="467262" y="1689461"/>
                  </a:lnTo>
                  <a:lnTo>
                    <a:pt x="469045" y="1685560"/>
                  </a:lnTo>
                  <a:lnTo>
                    <a:pt x="470521" y="1681658"/>
                  </a:lnTo>
                  <a:lnTo>
                    <a:pt x="471728" y="1677756"/>
                  </a:lnTo>
                  <a:lnTo>
                    <a:pt x="472700" y="1673854"/>
                  </a:lnTo>
                  <a:lnTo>
                    <a:pt x="473468" y="1669953"/>
                  </a:lnTo>
                  <a:lnTo>
                    <a:pt x="474044" y="1666051"/>
                  </a:lnTo>
                  <a:lnTo>
                    <a:pt x="474458" y="1662149"/>
                  </a:lnTo>
                  <a:lnTo>
                    <a:pt x="474755" y="1658247"/>
                  </a:lnTo>
                  <a:lnTo>
                    <a:pt x="474951" y="1654346"/>
                  </a:lnTo>
                  <a:lnTo>
                    <a:pt x="475059" y="1650444"/>
                  </a:lnTo>
                  <a:lnTo>
                    <a:pt x="475092" y="1646542"/>
                  </a:lnTo>
                  <a:lnTo>
                    <a:pt x="475049" y="1642640"/>
                  </a:lnTo>
                  <a:lnTo>
                    <a:pt x="474951" y="1638739"/>
                  </a:lnTo>
                  <a:lnTo>
                    <a:pt x="474806" y="1634837"/>
                  </a:lnTo>
                  <a:lnTo>
                    <a:pt x="474619" y="1630935"/>
                  </a:lnTo>
                  <a:lnTo>
                    <a:pt x="474395" y="1627033"/>
                  </a:lnTo>
                  <a:lnTo>
                    <a:pt x="474136" y="1623132"/>
                  </a:lnTo>
                  <a:lnTo>
                    <a:pt x="473837" y="1619230"/>
                  </a:lnTo>
                  <a:lnTo>
                    <a:pt x="473507" y="1615328"/>
                  </a:lnTo>
                  <a:lnTo>
                    <a:pt x="473149" y="1611426"/>
                  </a:lnTo>
                  <a:lnTo>
                    <a:pt x="472761" y="1607524"/>
                  </a:lnTo>
                  <a:lnTo>
                    <a:pt x="472345" y="1603623"/>
                  </a:lnTo>
                  <a:lnTo>
                    <a:pt x="471898" y="1599721"/>
                  </a:lnTo>
                  <a:lnTo>
                    <a:pt x="471415" y="1595819"/>
                  </a:lnTo>
                  <a:lnTo>
                    <a:pt x="470902" y="1591917"/>
                  </a:lnTo>
                  <a:lnTo>
                    <a:pt x="470358" y="1588016"/>
                  </a:lnTo>
                  <a:lnTo>
                    <a:pt x="469783" y="1584114"/>
                  </a:lnTo>
                  <a:lnTo>
                    <a:pt x="469174" y="1580212"/>
                  </a:lnTo>
                  <a:lnTo>
                    <a:pt x="468527" y="1576310"/>
                  </a:lnTo>
                  <a:lnTo>
                    <a:pt x="467839" y="1572409"/>
                  </a:lnTo>
                  <a:lnTo>
                    <a:pt x="467115" y="1568507"/>
                  </a:lnTo>
                  <a:lnTo>
                    <a:pt x="466352" y="1564605"/>
                  </a:lnTo>
                  <a:lnTo>
                    <a:pt x="465550" y="1560703"/>
                  </a:lnTo>
                  <a:lnTo>
                    <a:pt x="464708" y="1556802"/>
                  </a:lnTo>
                  <a:lnTo>
                    <a:pt x="463814" y="1552900"/>
                  </a:lnTo>
                  <a:lnTo>
                    <a:pt x="462874" y="1548998"/>
                  </a:lnTo>
                  <a:lnTo>
                    <a:pt x="461890" y="1545096"/>
                  </a:lnTo>
                  <a:lnTo>
                    <a:pt x="460859" y="1541195"/>
                  </a:lnTo>
                  <a:lnTo>
                    <a:pt x="459780" y="1537293"/>
                  </a:lnTo>
                  <a:lnTo>
                    <a:pt x="458652" y="1533391"/>
                  </a:lnTo>
                  <a:lnTo>
                    <a:pt x="457461" y="1529489"/>
                  </a:lnTo>
                  <a:lnTo>
                    <a:pt x="456219" y="1525588"/>
                  </a:lnTo>
                  <a:lnTo>
                    <a:pt x="454924" y="1521686"/>
                  </a:lnTo>
                  <a:lnTo>
                    <a:pt x="453576" y="1517784"/>
                  </a:lnTo>
                  <a:lnTo>
                    <a:pt x="452174" y="1513882"/>
                  </a:lnTo>
                  <a:lnTo>
                    <a:pt x="450712" y="1509980"/>
                  </a:lnTo>
                  <a:lnTo>
                    <a:pt x="449185" y="1506079"/>
                  </a:lnTo>
                  <a:lnTo>
                    <a:pt x="447602" y="1502177"/>
                  </a:lnTo>
                  <a:lnTo>
                    <a:pt x="445963" y="1498275"/>
                  </a:lnTo>
                  <a:lnTo>
                    <a:pt x="444269" y="1494373"/>
                  </a:lnTo>
                  <a:lnTo>
                    <a:pt x="442518" y="1490472"/>
                  </a:lnTo>
                  <a:lnTo>
                    <a:pt x="440705" y="1486570"/>
                  </a:lnTo>
                  <a:lnTo>
                    <a:pt x="438832" y="1482668"/>
                  </a:lnTo>
                  <a:lnTo>
                    <a:pt x="436906" y="1478766"/>
                  </a:lnTo>
                  <a:lnTo>
                    <a:pt x="434930" y="1474865"/>
                  </a:lnTo>
                  <a:lnTo>
                    <a:pt x="432905" y="1470963"/>
                  </a:lnTo>
                  <a:lnTo>
                    <a:pt x="430832" y="1467061"/>
                  </a:lnTo>
                  <a:lnTo>
                    <a:pt x="428706" y="1463159"/>
                  </a:lnTo>
                  <a:lnTo>
                    <a:pt x="426538" y="1459258"/>
                  </a:lnTo>
                  <a:lnTo>
                    <a:pt x="424334" y="1455356"/>
                  </a:lnTo>
                  <a:lnTo>
                    <a:pt x="422097" y="1451454"/>
                  </a:lnTo>
                  <a:lnTo>
                    <a:pt x="419831" y="1447552"/>
                  </a:lnTo>
                  <a:lnTo>
                    <a:pt x="417540" y="1443651"/>
                  </a:lnTo>
                  <a:lnTo>
                    <a:pt x="415225" y="1439749"/>
                  </a:lnTo>
                  <a:lnTo>
                    <a:pt x="412899" y="1435847"/>
                  </a:lnTo>
                  <a:lnTo>
                    <a:pt x="410565" y="1431945"/>
                  </a:lnTo>
                  <a:lnTo>
                    <a:pt x="408230" y="1428044"/>
                  </a:lnTo>
                  <a:lnTo>
                    <a:pt x="405898" y="1424142"/>
                  </a:lnTo>
                  <a:lnTo>
                    <a:pt x="403578" y="1420240"/>
                  </a:lnTo>
                  <a:lnTo>
                    <a:pt x="401278" y="1416338"/>
                  </a:lnTo>
                  <a:lnTo>
                    <a:pt x="399003" y="1412436"/>
                  </a:lnTo>
                  <a:lnTo>
                    <a:pt x="396758" y="1408535"/>
                  </a:lnTo>
                  <a:lnTo>
                    <a:pt x="394549" y="1404633"/>
                  </a:lnTo>
                  <a:lnTo>
                    <a:pt x="392382" y="1400731"/>
                  </a:lnTo>
                  <a:lnTo>
                    <a:pt x="390271" y="1396829"/>
                  </a:lnTo>
                  <a:lnTo>
                    <a:pt x="388221" y="1392928"/>
                  </a:lnTo>
                  <a:lnTo>
                    <a:pt x="386230" y="1389026"/>
                  </a:lnTo>
                  <a:lnTo>
                    <a:pt x="384304" y="1385124"/>
                  </a:lnTo>
                  <a:lnTo>
                    <a:pt x="382448" y="1381222"/>
                  </a:lnTo>
                  <a:lnTo>
                    <a:pt x="380664" y="1377321"/>
                  </a:lnTo>
                  <a:lnTo>
                    <a:pt x="378977" y="1373419"/>
                  </a:lnTo>
                  <a:lnTo>
                    <a:pt x="377373" y="1369517"/>
                  </a:lnTo>
                  <a:lnTo>
                    <a:pt x="375852" y="1365615"/>
                  </a:lnTo>
                  <a:lnTo>
                    <a:pt x="374418" y="1361714"/>
                  </a:lnTo>
                  <a:lnTo>
                    <a:pt x="373071" y="1357812"/>
                  </a:lnTo>
                  <a:lnTo>
                    <a:pt x="371819" y="1353910"/>
                  </a:lnTo>
                  <a:lnTo>
                    <a:pt x="370676" y="1350008"/>
                  </a:lnTo>
                  <a:lnTo>
                    <a:pt x="369624" y="1346107"/>
                  </a:lnTo>
                  <a:lnTo>
                    <a:pt x="368663" y="1342205"/>
                  </a:lnTo>
                  <a:lnTo>
                    <a:pt x="367792" y="1338303"/>
                  </a:lnTo>
                  <a:lnTo>
                    <a:pt x="367010" y="1334401"/>
                  </a:lnTo>
                  <a:lnTo>
                    <a:pt x="366329" y="1330500"/>
                  </a:lnTo>
                  <a:lnTo>
                    <a:pt x="365746" y="1326598"/>
                  </a:lnTo>
                  <a:lnTo>
                    <a:pt x="365248" y="1322696"/>
                  </a:lnTo>
                  <a:lnTo>
                    <a:pt x="364832" y="1318794"/>
                  </a:lnTo>
                  <a:lnTo>
                    <a:pt x="364497" y="1314892"/>
                  </a:lnTo>
                  <a:lnTo>
                    <a:pt x="364240" y="1310991"/>
                  </a:lnTo>
                  <a:lnTo>
                    <a:pt x="364073" y="1307089"/>
                  </a:lnTo>
                  <a:lnTo>
                    <a:pt x="363981" y="1303187"/>
                  </a:lnTo>
                  <a:lnTo>
                    <a:pt x="363957" y="1299285"/>
                  </a:lnTo>
                  <a:lnTo>
                    <a:pt x="363998" y="1295384"/>
                  </a:lnTo>
                  <a:lnTo>
                    <a:pt x="364100" y="1291482"/>
                  </a:lnTo>
                  <a:lnTo>
                    <a:pt x="364260" y="1287580"/>
                  </a:lnTo>
                  <a:lnTo>
                    <a:pt x="364487" y="1283678"/>
                  </a:lnTo>
                  <a:lnTo>
                    <a:pt x="364763" y="1279777"/>
                  </a:lnTo>
                  <a:lnTo>
                    <a:pt x="365083" y="1275875"/>
                  </a:lnTo>
                  <a:lnTo>
                    <a:pt x="365445" y="1271973"/>
                  </a:lnTo>
                  <a:lnTo>
                    <a:pt x="365844" y="1268071"/>
                  </a:lnTo>
                  <a:lnTo>
                    <a:pt x="366279" y="1264170"/>
                  </a:lnTo>
                  <a:lnTo>
                    <a:pt x="366749" y="1260268"/>
                  </a:lnTo>
                  <a:lnTo>
                    <a:pt x="367242" y="1256366"/>
                  </a:lnTo>
                  <a:lnTo>
                    <a:pt x="367756" y="1252464"/>
                  </a:lnTo>
                  <a:lnTo>
                    <a:pt x="368287" y="1248563"/>
                  </a:lnTo>
                  <a:lnTo>
                    <a:pt x="368832" y="1244661"/>
                  </a:lnTo>
                  <a:lnTo>
                    <a:pt x="369389" y="1240759"/>
                  </a:lnTo>
                  <a:lnTo>
                    <a:pt x="369953" y="1236857"/>
                  </a:lnTo>
                  <a:lnTo>
                    <a:pt x="370520" y="1232956"/>
                  </a:lnTo>
                  <a:lnTo>
                    <a:pt x="371088" y="1229054"/>
                  </a:lnTo>
                  <a:lnTo>
                    <a:pt x="371655" y="1225152"/>
                  </a:lnTo>
                  <a:lnTo>
                    <a:pt x="372218" y="1221250"/>
                  </a:lnTo>
                  <a:lnTo>
                    <a:pt x="372776" y="1217349"/>
                  </a:lnTo>
                  <a:lnTo>
                    <a:pt x="372868" y="1216693"/>
                  </a:lnTo>
                  <a:lnTo>
                    <a:pt x="373326" y="1213447"/>
                  </a:lnTo>
                  <a:lnTo>
                    <a:pt x="373868" y="1209545"/>
                  </a:lnTo>
                  <a:lnTo>
                    <a:pt x="374401" y="1205643"/>
                  </a:lnTo>
                  <a:lnTo>
                    <a:pt x="374926" y="1201741"/>
                  </a:lnTo>
                  <a:lnTo>
                    <a:pt x="375441" y="1197840"/>
                  </a:lnTo>
                  <a:lnTo>
                    <a:pt x="375946" y="1193938"/>
                  </a:lnTo>
                  <a:lnTo>
                    <a:pt x="376442" y="1190036"/>
                  </a:lnTo>
                  <a:lnTo>
                    <a:pt x="376930" y="1186134"/>
                  </a:lnTo>
                  <a:lnTo>
                    <a:pt x="377412" y="1182233"/>
                  </a:lnTo>
                  <a:lnTo>
                    <a:pt x="377888" y="1178331"/>
                  </a:lnTo>
                  <a:lnTo>
                    <a:pt x="378358" y="1174429"/>
                  </a:lnTo>
                  <a:lnTo>
                    <a:pt x="378825" y="1170527"/>
                  </a:lnTo>
                  <a:lnTo>
                    <a:pt x="379291" y="1166626"/>
                  </a:lnTo>
                  <a:lnTo>
                    <a:pt x="379756" y="1162724"/>
                  </a:lnTo>
                  <a:lnTo>
                    <a:pt x="380222" y="1158822"/>
                  </a:lnTo>
                  <a:lnTo>
                    <a:pt x="380691" y="1154920"/>
                  </a:lnTo>
                  <a:lnTo>
                    <a:pt x="381165" y="1151019"/>
                  </a:lnTo>
                  <a:lnTo>
                    <a:pt x="381646" y="1147117"/>
                  </a:lnTo>
                  <a:lnTo>
                    <a:pt x="382134" y="1143215"/>
                  </a:lnTo>
                  <a:lnTo>
                    <a:pt x="382632" y="1139313"/>
                  </a:lnTo>
                  <a:lnTo>
                    <a:pt x="383140" y="1135412"/>
                  </a:lnTo>
                  <a:lnTo>
                    <a:pt x="383661" y="1131510"/>
                  </a:lnTo>
                  <a:lnTo>
                    <a:pt x="384198" y="1127608"/>
                  </a:lnTo>
                  <a:lnTo>
                    <a:pt x="384751" y="1123706"/>
                  </a:lnTo>
                  <a:lnTo>
                    <a:pt x="385320" y="1119805"/>
                  </a:lnTo>
                  <a:lnTo>
                    <a:pt x="385907" y="1115903"/>
                  </a:lnTo>
                  <a:lnTo>
                    <a:pt x="386513" y="1112001"/>
                  </a:lnTo>
                  <a:lnTo>
                    <a:pt x="387139" y="1108099"/>
                  </a:lnTo>
                  <a:lnTo>
                    <a:pt x="387791" y="1104197"/>
                  </a:lnTo>
                  <a:lnTo>
                    <a:pt x="388464" y="1100296"/>
                  </a:lnTo>
                  <a:lnTo>
                    <a:pt x="389159" y="1096394"/>
                  </a:lnTo>
                  <a:lnTo>
                    <a:pt x="389876" y="1092492"/>
                  </a:lnTo>
                  <a:lnTo>
                    <a:pt x="390616" y="1088590"/>
                  </a:lnTo>
                  <a:lnTo>
                    <a:pt x="391380" y="1084689"/>
                  </a:lnTo>
                  <a:lnTo>
                    <a:pt x="392169" y="1080787"/>
                  </a:lnTo>
                  <a:lnTo>
                    <a:pt x="392979" y="1076885"/>
                  </a:lnTo>
                  <a:lnTo>
                    <a:pt x="393810" y="1072983"/>
                  </a:lnTo>
                  <a:lnTo>
                    <a:pt x="394659" y="1069082"/>
                  </a:lnTo>
                  <a:lnTo>
                    <a:pt x="395527" y="1065180"/>
                  </a:lnTo>
                  <a:lnTo>
                    <a:pt x="396414" y="1061278"/>
                  </a:lnTo>
                  <a:lnTo>
                    <a:pt x="397317" y="1057376"/>
                  </a:lnTo>
                  <a:lnTo>
                    <a:pt x="398232" y="1053475"/>
                  </a:lnTo>
                  <a:lnTo>
                    <a:pt x="399159" y="1049573"/>
                  </a:lnTo>
                  <a:lnTo>
                    <a:pt x="400095" y="1045671"/>
                  </a:lnTo>
                  <a:lnTo>
                    <a:pt x="401039" y="1041769"/>
                  </a:lnTo>
                  <a:lnTo>
                    <a:pt x="401989" y="1037868"/>
                  </a:lnTo>
                  <a:lnTo>
                    <a:pt x="402943" y="1033966"/>
                  </a:lnTo>
                  <a:lnTo>
                    <a:pt x="403899" y="1030064"/>
                  </a:lnTo>
                  <a:lnTo>
                    <a:pt x="404855" y="1026162"/>
                  </a:lnTo>
                  <a:lnTo>
                    <a:pt x="405810" y="1022261"/>
                  </a:lnTo>
                  <a:lnTo>
                    <a:pt x="406763" y="1018359"/>
                  </a:lnTo>
                  <a:lnTo>
                    <a:pt x="407712" y="1014457"/>
                  </a:lnTo>
                  <a:lnTo>
                    <a:pt x="408656" y="1010555"/>
                  </a:lnTo>
                  <a:lnTo>
                    <a:pt x="409596" y="1006653"/>
                  </a:lnTo>
                  <a:lnTo>
                    <a:pt x="410531" y="1002752"/>
                  </a:lnTo>
                  <a:lnTo>
                    <a:pt x="411461" y="998850"/>
                  </a:lnTo>
                  <a:lnTo>
                    <a:pt x="412384" y="994948"/>
                  </a:lnTo>
                  <a:lnTo>
                    <a:pt x="413302" y="991046"/>
                  </a:lnTo>
                  <a:lnTo>
                    <a:pt x="414216" y="987145"/>
                  </a:lnTo>
                  <a:lnTo>
                    <a:pt x="415125" y="983243"/>
                  </a:lnTo>
                  <a:lnTo>
                    <a:pt x="416032" y="979341"/>
                  </a:lnTo>
                  <a:lnTo>
                    <a:pt x="416936" y="975439"/>
                  </a:lnTo>
                  <a:lnTo>
                    <a:pt x="417838" y="971538"/>
                  </a:lnTo>
                  <a:lnTo>
                    <a:pt x="418739" y="967636"/>
                  </a:lnTo>
                  <a:lnTo>
                    <a:pt x="419642" y="963734"/>
                  </a:lnTo>
                  <a:lnTo>
                    <a:pt x="420546" y="959832"/>
                  </a:lnTo>
                  <a:lnTo>
                    <a:pt x="421452" y="955931"/>
                  </a:lnTo>
                  <a:lnTo>
                    <a:pt x="422362" y="952029"/>
                  </a:lnTo>
                  <a:lnTo>
                    <a:pt x="423277" y="948127"/>
                  </a:lnTo>
                  <a:lnTo>
                    <a:pt x="424198" y="944225"/>
                  </a:lnTo>
                  <a:lnTo>
                    <a:pt x="425125" y="940324"/>
                  </a:lnTo>
                  <a:lnTo>
                    <a:pt x="426058" y="936422"/>
                  </a:lnTo>
                  <a:lnTo>
                    <a:pt x="426998" y="932520"/>
                  </a:lnTo>
                  <a:lnTo>
                    <a:pt x="427946" y="928618"/>
                  </a:lnTo>
                  <a:lnTo>
                    <a:pt x="428902" y="924717"/>
                  </a:lnTo>
                  <a:lnTo>
                    <a:pt x="429866" y="920815"/>
                  </a:lnTo>
                  <a:lnTo>
                    <a:pt x="430835" y="916913"/>
                  </a:lnTo>
                  <a:lnTo>
                    <a:pt x="431812" y="913011"/>
                  </a:lnTo>
                  <a:lnTo>
                    <a:pt x="432793" y="909109"/>
                  </a:lnTo>
                  <a:lnTo>
                    <a:pt x="433780" y="905208"/>
                  </a:lnTo>
                  <a:lnTo>
                    <a:pt x="434771" y="901306"/>
                  </a:lnTo>
                  <a:lnTo>
                    <a:pt x="435764" y="897404"/>
                  </a:lnTo>
                  <a:lnTo>
                    <a:pt x="436757" y="893502"/>
                  </a:lnTo>
                  <a:lnTo>
                    <a:pt x="437750" y="889601"/>
                  </a:lnTo>
                  <a:lnTo>
                    <a:pt x="438741" y="885699"/>
                  </a:lnTo>
                  <a:lnTo>
                    <a:pt x="439727" y="881797"/>
                  </a:lnTo>
                  <a:lnTo>
                    <a:pt x="440706" y="877895"/>
                  </a:lnTo>
                  <a:lnTo>
                    <a:pt x="441678" y="873994"/>
                  </a:lnTo>
                  <a:lnTo>
                    <a:pt x="442640" y="870092"/>
                  </a:lnTo>
                  <a:lnTo>
                    <a:pt x="443591" y="866190"/>
                  </a:lnTo>
                  <a:lnTo>
                    <a:pt x="444530" y="862288"/>
                  </a:lnTo>
                  <a:lnTo>
                    <a:pt x="445451" y="858387"/>
                  </a:lnTo>
                  <a:lnTo>
                    <a:pt x="446356" y="854485"/>
                  </a:lnTo>
                  <a:lnTo>
                    <a:pt x="447244" y="850583"/>
                  </a:lnTo>
                  <a:lnTo>
                    <a:pt x="448114" y="846681"/>
                  </a:lnTo>
                  <a:lnTo>
                    <a:pt x="448966" y="842780"/>
                  </a:lnTo>
                  <a:lnTo>
                    <a:pt x="449796" y="838878"/>
                  </a:lnTo>
                  <a:lnTo>
                    <a:pt x="450603" y="834976"/>
                  </a:lnTo>
                  <a:lnTo>
                    <a:pt x="451390" y="831074"/>
                  </a:lnTo>
                  <a:lnTo>
                    <a:pt x="452158" y="827173"/>
                  </a:lnTo>
                  <a:lnTo>
                    <a:pt x="452905" y="823271"/>
                  </a:lnTo>
                  <a:lnTo>
                    <a:pt x="453632" y="819369"/>
                  </a:lnTo>
                  <a:lnTo>
                    <a:pt x="454338" y="815467"/>
                  </a:lnTo>
                  <a:lnTo>
                    <a:pt x="455022" y="811566"/>
                  </a:lnTo>
                  <a:lnTo>
                    <a:pt x="455689" y="807664"/>
                  </a:lnTo>
                  <a:lnTo>
                    <a:pt x="456339" y="803762"/>
                  </a:lnTo>
                  <a:lnTo>
                    <a:pt x="456973" y="799860"/>
                  </a:lnTo>
                  <a:lnTo>
                    <a:pt x="457590" y="795958"/>
                  </a:lnTo>
                  <a:lnTo>
                    <a:pt x="458189" y="792057"/>
                  </a:lnTo>
                  <a:lnTo>
                    <a:pt x="458773" y="788155"/>
                  </a:lnTo>
                  <a:lnTo>
                    <a:pt x="459344" y="784253"/>
                  </a:lnTo>
                  <a:lnTo>
                    <a:pt x="459901" y="780351"/>
                  </a:lnTo>
                  <a:lnTo>
                    <a:pt x="460446" y="776450"/>
                  </a:lnTo>
                  <a:lnTo>
                    <a:pt x="460977" y="772548"/>
                  </a:lnTo>
                  <a:lnTo>
                    <a:pt x="461493" y="768646"/>
                  </a:lnTo>
                  <a:lnTo>
                    <a:pt x="461996" y="764744"/>
                  </a:lnTo>
                  <a:lnTo>
                    <a:pt x="462487" y="760843"/>
                  </a:lnTo>
                  <a:lnTo>
                    <a:pt x="462965" y="756941"/>
                  </a:lnTo>
                  <a:lnTo>
                    <a:pt x="463431" y="753039"/>
                  </a:lnTo>
                  <a:lnTo>
                    <a:pt x="463881" y="749137"/>
                  </a:lnTo>
                  <a:lnTo>
                    <a:pt x="464315" y="745236"/>
                  </a:lnTo>
                  <a:lnTo>
                    <a:pt x="464736" y="741334"/>
                  </a:lnTo>
                  <a:lnTo>
                    <a:pt x="465141" y="737432"/>
                  </a:lnTo>
                  <a:lnTo>
                    <a:pt x="465532" y="733530"/>
                  </a:lnTo>
                  <a:lnTo>
                    <a:pt x="465907" y="729629"/>
                  </a:lnTo>
                  <a:lnTo>
                    <a:pt x="466264" y="725727"/>
                  </a:lnTo>
                  <a:lnTo>
                    <a:pt x="466603" y="721825"/>
                  </a:lnTo>
                  <a:lnTo>
                    <a:pt x="466927" y="717923"/>
                  </a:lnTo>
                  <a:lnTo>
                    <a:pt x="467234" y="714022"/>
                  </a:lnTo>
                  <a:lnTo>
                    <a:pt x="467525" y="710120"/>
                  </a:lnTo>
                  <a:lnTo>
                    <a:pt x="467800" y="706218"/>
                  </a:lnTo>
                  <a:lnTo>
                    <a:pt x="468055" y="702316"/>
                  </a:lnTo>
                  <a:lnTo>
                    <a:pt x="468295" y="698414"/>
                  </a:lnTo>
                  <a:lnTo>
                    <a:pt x="468521" y="694513"/>
                  </a:lnTo>
                  <a:lnTo>
                    <a:pt x="468732" y="690611"/>
                  </a:lnTo>
                  <a:lnTo>
                    <a:pt x="468931" y="686709"/>
                  </a:lnTo>
                  <a:lnTo>
                    <a:pt x="469116" y="682807"/>
                  </a:lnTo>
                  <a:lnTo>
                    <a:pt x="469289" y="678906"/>
                  </a:lnTo>
                  <a:lnTo>
                    <a:pt x="469451" y="675004"/>
                  </a:lnTo>
                  <a:lnTo>
                    <a:pt x="469604" y="671102"/>
                  </a:lnTo>
                  <a:lnTo>
                    <a:pt x="469750" y="667200"/>
                  </a:lnTo>
                  <a:lnTo>
                    <a:pt x="469889" y="663299"/>
                  </a:lnTo>
                  <a:lnTo>
                    <a:pt x="470022" y="659397"/>
                  </a:lnTo>
                  <a:lnTo>
                    <a:pt x="470150" y="655495"/>
                  </a:lnTo>
                  <a:lnTo>
                    <a:pt x="470276" y="651593"/>
                  </a:lnTo>
                  <a:lnTo>
                    <a:pt x="470399" y="647692"/>
                  </a:lnTo>
                  <a:lnTo>
                    <a:pt x="470522" y="643790"/>
                  </a:lnTo>
                  <a:lnTo>
                    <a:pt x="470645" y="639888"/>
                  </a:lnTo>
                  <a:lnTo>
                    <a:pt x="470769" y="635986"/>
                  </a:lnTo>
                  <a:lnTo>
                    <a:pt x="470896" y="632085"/>
                  </a:lnTo>
                  <a:lnTo>
                    <a:pt x="471024" y="628183"/>
                  </a:lnTo>
                  <a:lnTo>
                    <a:pt x="471156" y="624281"/>
                  </a:lnTo>
                  <a:lnTo>
                    <a:pt x="471292" y="620379"/>
                  </a:lnTo>
                  <a:lnTo>
                    <a:pt x="471431" y="616478"/>
                  </a:lnTo>
                  <a:lnTo>
                    <a:pt x="471576" y="612576"/>
                  </a:lnTo>
                  <a:lnTo>
                    <a:pt x="471725" y="608674"/>
                  </a:lnTo>
                  <a:lnTo>
                    <a:pt x="471878" y="604772"/>
                  </a:lnTo>
                  <a:lnTo>
                    <a:pt x="472035" y="600870"/>
                  </a:lnTo>
                  <a:lnTo>
                    <a:pt x="472197" y="596969"/>
                  </a:lnTo>
                  <a:lnTo>
                    <a:pt x="472362" y="593067"/>
                  </a:lnTo>
                  <a:lnTo>
                    <a:pt x="472532" y="589165"/>
                  </a:lnTo>
                  <a:lnTo>
                    <a:pt x="472704" y="585263"/>
                  </a:lnTo>
                  <a:lnTo>
                    <a:pt x="472880" y="581362"/>
                  </a:lnTo>
                  <a:lnTo>
                    <a:pt x="473057" y="577460"/>
                  </a:lnTo>
                  <a:lnTo>
                    <a:pt x="473236" y="573558"/>
                  </a:lnTo>
                  <a:lnTo>
                    <a:pt x="473417" y="569656"/>
                  </a:lnTo>
                  <a:lnTo>
                    <a:pt x="473599" y="565755"/>
                  </a:lnTo>
                  <a:lnTo>
                    <a:pt x="473780" y="561853"/>
                  </a:lnTo>
                  <a:lnTo>
                    <a:pt x="473961" y="557951"/>
                  </a:lnTo>
                  <a:lnTo>
                    <a:pt x="474140" y="554049"/>
                  </a:lnTo>
                  <a:lnTo>
                    <a:pt x="474319" y="550148"/>
                  </a:lnTo>
                  <a:lnTo>
                    <a:pt x="474494" y="546246"/>
                  </a:lnTo>
                  <a:lnTo>
                    <a:pt x="474667" y="542344"/>
                  </a:lnTo>
                  <a:lnTo>
                    <a:pt x="474836" y="538442"/>
                  </a:lnTo>
                  <a:lnTo>
                    <a:pt x="475002" y="534541"/>
                  </a:lnTo>
                  <a:lnTo>
                    <a:pt x="475163" y="530639"/>
                  </a:lnTo>
                  <a:lnTo>
                    <a:pt x="475320" y="526737"/>
                  </a:lnTo>
                  <a:lnTo>
                    <a:pt x="475471" y="522835"/>
                  </a:lnTo>
                  <a:lnTo>
                    <a:pt x="475616" y="518934"/>
                  </a:lnTo>
                  <a:lnTo>
                    <a:pt x="475756" y="515032"/>
                  </a:lnTo>
                  <a:lnTo>
                    <a:pt x="475889" y="511130"/>
                  </a:lnTo>
                  <a:lnTo>
                    <a:pt x="476017" y="507228"/>
                  </a:lnTo>
                  <a:lnTo>
                    <a:pt x="476138" y="503326"/>
                  </a:lnTo>
                  <a:lnTo>
                    <a:pt x="476252" y="499425"/>
                  </a:lnTo>
                  <a:lnTo>
                    <a:pt x="476360" y="495523"/>
                  </a:lnTo>
                  <a:lnTo>
                    <a:pt x="476461" y="491621"/>
                  </a:lnTo>
                  <a:lnTo>
                    <a:pt x="476557" y="487719"/>
                  </a:lnTo>
                  <a:lnTo>
                    <a:pt x="476646" y="483818"/>
                  </a:lnTo>
                  <a:lnTo>
                    <a:pt x="476729" y="479916"/>
                  </a:lnTo>
                  <a:lnTo>
                    <a:pt x="476805" y="476014"/>
                  </a:lnTo>
                  <a:lnTo>
                    <a:pt x="476876" y="472112"/>
                  </a:lnTo>
                  <a:lnTo>
                    <a:pt x="476942" y="468211"/>
                  </a:lnTo>
                  <a:lnTo>
                    <a:pt x="477003" y="464309"/>
                  </a:lnTo>
                  <a:lnTo>
                    <a:pt x="477059" y="460407"/>
                  </a:lnTo>
                  <a:lnTo>
                    <a:pt x="477110" y="456505"/>
                  </a:lnTo>
                  <a:lnTo>
                    <a:pt x="477157" y="452604"/>
                  </a:lnTo>
                  <a:lnTo>
                    <a:pt x="477201" y="448702"/>
                  </a:lnTo>
                  <a:lnTo>
                    <a:pt x="477241" y="444800"/>
                  </a:lnTo>
                  <a:lnTo>
                    <a:pt x="477278" y="440898"/>
                  </a:lnTo>
                  <a:lnTo>
                    <a:pt x="477312" y="436997"/>
                  </a:lnTo>
                  <a:lnTo>
                    <a:pt x="477343" y="433095"/>
                  </a:lnTo>
                  <a:lnTo>
                    <a:pt x="477372" y="429193"/>
                  </a:lnTo>
                  <a:lnTo>
                    <a:pt x="477399" y="425291"/>
                  </a:lnTo>
                  <a:lnTo>
                    <a:pt x="477424" y="421390"/>
                  </a:lnTo>
                  <a:lnTo>
                    <a:pt x="477448" y="417488"/>
                  </a:lnTo>
                  <a:lnTo>
                    <a:pt x="477470" y="413586"/>
                  </a:lnTo>
                  <a:lnTo>
                    <a:pt x="477491" y="409684"/>
                  </a:lnTo>
                  <a:lnTo>
                    <a:pt x="477511" y="405783"/>
                  </a:lnTo>
                  <a:lnTo>
                    <a:pt x="477530" y="401881"/>
                  </a:lnTo>
                  <a:lnTo>
                    <a:pt x="477549" y="397979"/>
                  </a:lnTo>
                  <a:lnTo>
                    <a:pt x="477567" y="394077"/>
                  </a:lnTo>
                  <a:lnTo>
                    <a:pt x="477584" y="390175"/>
                  </a:lnTo>
                  <a:lnTo>
                    <a:pt x="477601" y="386274"/>
                  </a:lnTo>
                  <a:lnTo>
                    <a:pt x="477617" y="382372"/>
                  </a:lnTo>
                  <a:lnTo>
                    <a:pt x="477633" y="378470"/>
                  </a:lnTo>
                  <a:lnTo>
                    <a:pt x="477649" y="374568"/>
                  </a:lnTo>
                  <a:lnTo>
                    <a:pt x="477665" y="370667"/>
                  </a:lnTo>
                  <a:lnTo>
                    <a:pt x="477680" y="366765"/>
                  </a:lnTo>
                  <a:lnTo>
                    <a:pt x="477695" y="362863"/>
                  </a:lnTo>
                  <a:lnTo>
                    <a:pt x="477711" y="358961"/>
                  </a:lnTo>
                  <a:lnTo>
                    <a:pt x="477725" y="355060"/>
                  </a:lnTo>
                  <a:lnTo>
                    <a:pt x="477740" y="351158"/>
                  </a:lnTo>
                  <a:lnTo>
                    <a:pt x="477755" y="347256"/>
                  </a:lnTo>
                  <a:lnTo>
                    <a:pt x="477769" y="343354"/>
                  </a:lnTo>
                  <a:lnTo>
                    <a:pt x="477783" y="339453"/>
                  </a:lnTo>
                  <a:lnTo>
                    <a:pt x="477797" y="335551"/>
                  </a:lnTo>
                  <a:lnTo>
                    <a:pt x="477810" y="331649"/>
                  </a:lnTo>
                  <a:lnTo>
                    <a:pt x="477824" y="327747"/>
                  </a:lnTo>
                  <a:lnTo>
                    <a:pt x="477836" y="323846"/>
                  </a:lnTo>
                  <a:lnTo>
                    <a:pt x="477849" y="319944"/>
                  </a:lnTo>
                  <a:lnTo>
                    <a:pt x="477860" y="316042"/>
                  </a:lnTo>
                  <a:lnTo>
                    <a:pt x="477872" y="312140"/>
                  </a:lnTo>
                  <a:lnTo>
                    <a:pt x="477882" y="308239"/>
                  </a:lnTo>
                  <a:lnTo>
                    <a:pt x="477892" y="304337"/>
                  </a:lnTo>
                  <a:lnTo>
                    <a:pt x="477902" y="300435"/>
                  </a:lnTo>
                  <a:lnTo>
                    <a:pt x="477910" y="296533"/>
                  </a:lnTo>
                  <a:lnTo>
                    <a:pt x="477918" y="292631"/>
                  </a:lnTo>
                  <a:lnTo>
                    <a:pt x="477926" y="288730"/>
                  </a:lnTo>
                  <a:lnTo>
                    <a:pt x="477932" y="284828"/>
                  </a:lnTo>
                  <a:lnTo>
                    <a:pt x="477938" y="280926"/>
                  </a:lnTo>
                  <a:lnTo>
                    <a:pt x="477943" y="277024"/>
                  </a:lnTo>
                  <a:lnTo>
                    <a:pt x="477948" y="273123"/>
                  </a:lnTo>
                  <a:lnTo>
                    <a:pt x="477951" y="269221"/>
                  </a:lnTo>
                  <a:lnTo>
                    <a:pt x="477954" y="265319"/>
                  </a:lnTo>
                  <a:lnTo>
                    <a:pt x="477957" y="261417"/>
                  </a:lnTo>
                  <a:lnTo>
                    <a:pt x="477958" y="257516"/>
                  </a:lnTo>
                  <a:lnTo>
                    <a:pt x="477959" y="253614"/>
                  </a:lnTo>
                  <a:lnTo>
                    <a:pt x="477959" y="249712"/>
                  </a:lnTo>
                  <a:lnTo>
                    <a:pt x="477958" y="245810"/>
                  </a:lnTo>
                  <a:lnTo>
                    <a:pt x="477957" y="241909"/>
                  </a:lnTo>
                  <a:lnTo>
                    <a:pt x="477956" y="238007"/>
                  </a:lnTo>
                  <a:lnTo>
                    <a:pt x="477953" y="234105"/>
                  </a:lnTo>
                  <a:lnTo>
                    <a:pt x="477951" y="230203"/>
                  </a:lnTo>
                  <a:lnTo>
                    <a:pt x="477948" y="226302"/>
                  </a:lnTo>
                  <a:lnTo>
                    <a:pt x="477944" y="222400"/>
                  </a:lnTo>
                  <a:lnTo>
                    <a:pt x="477940" y="218498"/>
                  </a:lnTo>
                  <a:lnTo>
                    <a:pt x="477936" y="214596"/>
                  </a:lnTo>
                  <a:lnTo>
                    <a:pt x="477932" y="210695"/>
                  </a:lnTo>
                  <a:lnTo>
                    <a:pt x="477928" y="206793"/>
                  </a:lnTo>
                  <a:lnTo>
                    <a:pt x="477923" y="202891"/>
                  </a:lnTo>
                  <a:lnTo>
                    <a:pt x="477919" y="198989"/>
                  </a:lnTo>
                  <a:lnTo>
                    <a:pt x="477915" y="195087"/>
                  </a:lnTo>
                  <a:lnTo>
                    <a:pt x="477911" y="191186"/>
                  </a:lnTo>
                  <a:lnTo>
                    <a:pt x="477907" y="187284"/>
                  </a:lnTo>
                  <a:lnTo>
                    <a:pt x="477904" y="183382"/>
                  </a:lnTo>
                  <a:lnTo>
                    <a:pt x="477901" y="179480"/>
                  </a:lnTo>
                  <a:lnTo>
                    <a:pt x="477898" y="175579"/>
                  </a:lnTo>
                  <a:lnTo>
                    <a:pt x="477896" y="171677"/>
                  </a:lnTo>
                  <a:lnTo>
                    <a:pt x="477894" y="167775"/>
                  </a:lnTo>
                  <a:lnTo>
                    <a:pt x="477893" y="163873"/>
                  </a:lnTo>
                  <a:lnTo>
                    <a:pt x="477892" y="159972"/>
                  </a:lnTo>
                  <a:lnTo>
                    <a:pt x="477892" y="156070"/>
                  </a:lnTo>
                  <a:lnTo>
                    <a:pt x="477893" y="152168"/>
                  </a:lnTo>
                  <a:lnTo>
                    <a:pt x="477894" y="148266"/>
                  </a:lnTo>
                  <a:lnTo>
                    <a:pt x="477896" y="144365"/>
                  </a:lnTo>
                  <a:lnTo>
                    <a:pt x="477898" y="140463"/>
                  </a:lnTo>
                  <a:lnTo>
                    <a:pt x="477901" y="136561"/>
                  </a:lnTo>
                  <a:lnTo>
                    <a:pt x="477904" y="132659"/>
                  </a:lnTo>
                  <a:lnTo>
                    <a:pt x="477908" y="128758"/>
                  </a:lnTo>
                  <a:lnTo>
                    <a:pt x="477912" y="124856"/>
                  </a:lnTo>
                  <a:lnTo>
                    <a:pt x="477916" y="120954"/>
                  </a:lnTo>
                  <a:lnTo>
                    <a:pt x="477921" y="117052"/>
                  </a:lnTo>
                  <a:lnTo>
                    <a:pt x="477925" y="113151"/>
                  </a:lnTo>
                  <a:lnTo>
                    <a:pt x="477930" y="109249"/>
                  </a:lnTo>
                  <a:lnTo>
                    <a:pt x="477935" y="105347"/>
                  </a:lnTo>
                  <a:lnTo>
                    <a:pt x="477940" y="101445"/>
                  </a:lnTo>
                  <a:lnTo>
                    <a:pt x="477945" y="97543"/>
                  </a:lnTo>
                  <a:lnTo>
                    <a:pt x="477949" y="93642"/>
                  </a:lnTo>
                  <a:lnTo>
                    <a:pt x="477954" y="89740"/>
                  </a:lnTo>
                  <a:lnTo>
                    <a:pt x="477958" y="85838"/>
                  </a:lnTo>
                  <a:lnTo>
                    <a:pt x="477962" y="81936"/>
                  </a:lnTo>
                  <a:lnTo>
                    <a:pt x="477966" y="78035"/>
                  </a:lnTo>
                  <a:lnTo>
                    <a:pt x="477970" y="74133"/>
                  </a:lnTo>
                  <a:lnTo>
                    <a:pt x="477974" y="70231"/>
                  </a:lnTo>
                  <a:lnTo>
                    <a:pt x="477977" y="66329"/>
                  </a:lnTo>
                  <a:lnTo>
                    <a:pt x="477980" y="62428"/>
                  </a:lnTo>
                  <a:lnTo>
                    <a:pt x="477982" y="58526"/>
                  </a:lnTo>
                  <a:lnTo>
                    <a:pt x="477985" y="54624"/>
                  </a:lnTo>
                  <a:lnTo>
                    <a:pt x="477987" y="50722"/>
                  </a:lnTo>
                  <a:lnTo>
                    <a:pt x="477989" y="46821"/>
                  </a:lnTo>
                  <a:lnTo>
                    <a:pt x="477991" y="42919"/>
                  </a:lnTo>
                  <a:lnTo>
                    <a:pt x="477992" y="39017"/>
                  </a:lnTo>
                  <a:lnTo>
                    <a:pt x="477994" y="35115"/>
                  </a:lnTo>
                  <a:lnTo>
                    <a:pt x="477995" y="31214"/>
                  </a:lnTo>
                  <a:lnTo>
                    <a:pt x="477996" y="27312"/>
                  </a:lnTo>
                  <a:lnTo>
                    <a:pt x="477996" y="23410"/>
                  </a:lnTo>
                  <a:lnTo>
                    <a:pt x="477997" y="19508"/>
                  </a:lnTo>
                  <a:lnTo>
                    <a:pt x="477998" y="15607"/>
                  </a:lnTo>
                  <a:lnTo>
                    <a:pt x="477998" y="11705"/>
                  </a:lnTo>
                  <a:lnTo>
                    <a:pt x="477999" y="7803"/>
                  </a:lnTo>
                  <a:lnTo>
                    <a:pt x="477999" y="3901"/>
                  </a:lnTo>
                  <a:lnTo>
                    <a:pt x="478002" y="0"/>
                  </a:lnTo>
                  <a:lnTo>
                    <a:pt x="478002" y="3901"/>
                  </a:lnTo>
                  <a:lnTo>
                    <a:pt x="478003" y="7803"/>
                  </a:lnTo>
                  <a:lnTo>
                    <a:pt x="478003" y="11705"/>
                  </a:lnTo>
                  <a:lnTo>
                    <a:pt x="478003" y="15607"/>
                  </a:lnTo>
                  <a:lnTo>
                    <a:pt x="478004" y="19508"/>
                  </a:lnTo>
                  <a:lnTo>
                    <a:pt x="478005" y="23410"/>
                  </a:lnTo>
                  <a:lnTo>
                    <a:pt x="478006" y="27312"/>
                  </a:lnTo>
                  <a:lnTo>
                    <a:pt x="478007" y="31214"/>
                  </a:lnTo>
                  <a:lnTo>
                    <a:pt x="478008" y="35115"/>
                  </a:lnTo>
                  <a:lnTo>
                    <a:pt x="478009" y="39017"/>
                  </a:lnTo>
                  <a:lnTo>
                    <a:pt x="478011" y="42919"/>
                  </a:lnTo>
                  <a:lnTo>
                    <a:pt x="478012" y="46821"/>
                  </a:lnTo>
                  <a:lnTo>
                    <a:pt x="478014" y="50722"/>
                  </a:lnTo>
                  <a:lnTo>
                    <a:pt x="478016" y="54624"/>
                  </a:lnTo>
                  <a:lnTo>
                    <a:pt x="478019" y="58526"/>
                  </a:lnTo>
                  <a:lnTo>
                    <a:pt x="478022" y="62428"/>
                  </a:lnTo>
                  <a:lnTo>
                    <a:pt x="478025" y="66329"/>
                  </a:lnTo>
                  <a:lnTo>
                    <a:pt x="478028" y="70231"/>
                  </a:lnTo>
                  <a:lnTo>
                    <a:pt x="478031" y="74133"/>
                  </a:lnTo>
                  <a:lnTo>
                    <a:pt x="478035" y="78035"/>
                  </a:lnTo>
                  <a:lnTo>
                    <a:pt x="478039" y="81936"/>
                  </a:lnTo>
                  <a:lnTo>
                    <a:pt x="478043" y="85838"/>
                  </a:lnTo>
                  <a:lnTo>
                    <a:pt x="478047" y="89740"/>
                  </a:lnTo>
                  <a:lnTo>
                    <a:pt x="478052" y="93642"/>
                  </a:lnTo>
                  <a:lnTo>
                    <a:pt x="478057" y="97543"/>
                  </a:lnTo>
                  <a:lnTo>
                    <a:pt x="478062" y="101445"/>
                  </a:lnTo>
                  <a:lnTo>
                    <a:pt x="478066" y="105347"/>
                  </a:lnTo>
                  <a:lnTo>
                    <a:pt x="478071" y="109249"/>
                  </a:lnTo>
                  <a:lnTo>
                    <a:pt x="478076" y="113151"/>
                  </a:lnTo>
                  <a:lnTo>
                    <a:pt x="478081" y="117052"/>
                  </a:lnTo>
                  <a:lnTo>
                    <a:pt x="478085" y="120954"/>
                  </a:lnTo>
                  <a:lnTo>
                    <a:pt x="478090" y="124856"/>
                  </a:lnTo>
                  <a:lnTo>
                    <a:pt x="478093" y="128758"/>
                  </a:lnTo>
                  <a:lnTo>
                    <a:pt x="478097" y="132659"/>
                  </a:lnTo>
                  <a:lnTo>
                    <a:pt x="478100" y="136561"/>
                  </a:lnTo>
                  <a:lnTo>
                    <a:pt x="478103" y="140463"/>
                  </a:lnTo>
                  <a:lnTo>
                    <a:pt x="478105" y="144365"/>
                  </a:lnTo>
                  <a:lnTo>
                    <a:pt x="478107" y="148266"/>
                  </a:lnTo>
                  <a:lnTo>
                    <a:pt x="478108" y="152168"/>
                  </a:lnTo>
                  <a:lnTo>
                    <a:pt x="478109" y="156070"/>
                  </a:lnTo>
                  <a:lnTo>
                    <a:pt x="478109" y="159972"/>
                  </a:lnTo>
                  <a:lnTo>
                    <a:pt x="478108" y="163873"/>
                  </a:lnTo>
                  <a:lnTo>
                    <a:pt x="478107" y="167775"/>
                  </a:lnTo>
                  <a:lnTo>
                    <a:pt x="478106" y="171677"/>
                  </a:lnTo>
                  <a:lnTo>
                    <a:pt x="478103" y="175579"/>
                  </a:lnTo>
                  <a:lnTo>
                    <a:pt x="478101" y="179480"/>
                  </a:lnTo>
                  <a:lnTo>
                    <a:pt x="478098" y="183382"/>
                  </a:lnTo>
                  <a:lnTo>
                    <a:pt x="478094" y="187284"/>
                  </a:lnTo>
                  <a:lnTo>
                    <a:pt x="478090" y="191186"/>
                  </a:lnTo>
                  <a:lnTo>
                    <a:pt x="478086" y="195087"/>
                  </a:lnTo>
                  <a:lnTo>
                    <a:pt x="478082" y="198989"/>
                  </a:lnTo>
                  <a:lnTo>
                    <a:pt x="478078" y="202891"/>
                  </a:lnTo>
                  <a:lnTo>
                    <a:pt x="478073" y="206793"/>
                  </a:lnTo>
                  <a:lnTo>
                    <a:pt x="478069" y="210695"/>
                  </a:lnTo>
                  <a:lnTo>
                    <a:pt x="478065" y="214596"/>
                  </a:lnTo>
                  <a:lnTo>
                    <a:pt x="478061" y="218498"/>
                  </a:lnTo>
                  <a:lnTo>
                    <a:pt x="478057" y="222400"/>
                  </a:lnTo>
                  <a:lnTo>
                    <a:pt x="478054" y="226302"/>
                  </a:lnTo>
                  <a:lnTo>
                    <a:pt x="478051" y="230203"/>
                  </a:lnTo>
                  <a:lnTo>
                    <a:pt x="478048" y="234105"/>
                  </a:lnTo>
                  <a:lnTo>
                    <a:pt x="478046" y="238007"/>
                  </a:lnTo>
                  <a:lnTo>
                    <a:pt x="478044" y="241909"/>
                  </a:lnTo>
                  <a:lnTo>
                    <a:pt x="478043" y="245810"/>
                  </a:lnTo>
                  <a:lnTo>
                    <a:pt x="478042" y="249712"/>
                  </a:lnTo>
                  <a:lnTo>
                    <a:pt x="478043" y="253614"/>
                  </a:lnTo>
                  <a:lnTo>
                    <a:pt x="478043" y="257516"/>
                  </a:lnTo>
                  <a:lnTo>
                    <a:pt x="478045" y="261417"/>
                  </a:lnTo>
                  <a:lnTo>
                    <a:pt x="478047" y="265319"/>
                  </a:lnTo>
                  <a:lnTo>
                    <a:pt x="478050" y="269221"/>
                  </a:lnTo>
                  <a:lnTo>
                    <a:pt x="478054" y="273123"/>
                  </a:lnTo>
                  <a:lnTo>
                    <a:pt x="478058" y="277024"/>
                  </a:lnTo>
                  <a:lnTo>
                    <a:pt x="478063" y="280926"/>
                  </a:lnTo>
                  <a:lnTo>
                    <a:pt x="478069" y="284828"/>
                  </a:lnTo>
                  <a:lnTo>
                    <a:pt x="478075" y="288730"/>
                  </a:lnTo>
                  <a:lnTo>
                    <a:pt x="478083" y="292631"/>
                  </a:lnTo>
                  <a:lnTo>
                    <a:pt x="478091" y="296533"/>
                  </a:lnTo>
                  <a:lnTo>
                    <a:pt x="478100" y="300435"/>
                  </a:lnTo>
                  <a:lnTo>
                    <a:pt x="478109" y="304337"/>
                  </a:lnTo>
                  <a:lnTo>
                    <a:pt x="478119" y="308239"/>
                  </a:lnTo>
                  <a:lnTo>
                    <a:pt x="478130" y="312140"/>
                  </a:lnTo>
                  <a:lnTo>
                    <a:pt x="478141" y="316042"/>
                  </a:lnTo>
                  <a:lnTo>
                    <a:pt x="478153" y="319944"/>
                  </a:lnTo>
                  <a:lnTo>
                    <a:pt x="478165" y="323846"/>
                  </a:lnTo>
                  <a:lnTo>
                    <a:pt x="478178" y="327747"/>
                  </a:lnTo>
                  <a:lnTo>
                    <a:pt x="478191" y="331649"/>
                  </a:lnTo>
                  <a:lnTo>
                    <a:pt x="478204" y="335551"/>
                  </a:lnTo>
                  <a:lnTo>
                    <a:pt x="478218" y="339453"/>
                  </a:lnTo>
                  <a:lnTo>
                    <a:pt x="478232" y="343354"/>
                  </a:lnTo>
                  <a:lnTo>
                    <a:pt x="478246" y="347256"/>
                  </a:lnTo>
                  <a:lnTo>
                    <a:pt x="478261" y="351158"/>
                  </a:lnTo>
                  <a:lnTo>
                    <a:pt x="478276" y="355060"/>
                  </a:lnTo>
                  <a:lnTo>
                    <a:pt x="478291" y="358961"/>
                  </a:lnTo>
                  <a:lnTo>
                    <a:pt x="478306" y="362863"/>
                  </a:lnTo>
                  <a:lnTo>
                    <a:pt x="478321" y="366765"/>
                  </a:lnTo>
                  <a:lnTo>
                    <a:pt x="478337" y="370667"/>
                  </a:lnTo>
                  <a:lnTo>
                    <a:pt x="478352" y="374568"/>
                  </a:lnTo>
                  <a:lnTo>
                    <a:pt x="478368" y="378470"/>
                  </a:lnTo>
                  <a:lnTo>
                    <a:pt x="478384" y="382372"/>
                  </a:lnTo>
                  <a:lnTo>
                    <a:pt x="478401" y="386274"/>
                  </a:lnTo>
                  <a:lnTo>
                    <a:pt x="478417" y="390175"/>
                  </a:lnTo>
                  <a:lnTo>
                    <a:pt x="478435" y="394077"/>
                  </a:lnTo>
                  <a:lnTo>
                    <a:pt x="478452" y="397979"/>
                  </a:lnTo>
                  <a:lnTo>
                    <a:pt x="478471" y="401881"/>
                  </a:lnTo>
                  <a:lnTo>
                    <a:pt x="478490" y="405783"/>
                  </a:lnTo>
                  <a:lnTo>
                    <a:pt x="478510" y="409684"/>
                  </a:lnTo>
                  <a:lnTo>
                    <a:pt x="478531" y="413586"/>
                  </a:lnTo>
                  <a:lnTo>
                    <a:pt x="478553" y="417488"/>
                  </a:lnTo>
                  <a:lnTo>
                    <a:pt x="478577" y="421390"/>
                  </a:lnTo>
                  <a:lnTo>
                    <a:pt x="478602" y="425291"/>
                  </a:lnTo>
                  <a:lnTo>
                    <a:pt x="478629" y="429193"/>
                  </a:lnTo>
                  <a:lnTo>
                    <a:pt x="478658" y="433095"/>
                  </a:lnTo>
                  <a:lnTo>
                    <a:pt x="478689" y="436997"/>
                  </a:lnTo>
                  <a:lnTo>
                    <a:pt x="478723" y="440898"/>
                  </a:lnTo>
                  <a:lnTo>
                    <a:pt x="478761" y="444800"/>
                  </a:lnTo>
                  <a:lnTo>
                    <a:pt x="478801" y="448702"/>
                  </a:lnTo>
                  <a:lnTo>
                    <a:pt x="478844" y="452604"/>
                  </a:lnTo>
                  <a:lnTo>
                    <a:pt x="478891" y="456505"/>
                  </a:lnTo>
                  <a:lnTo>
                    <a:pt x="478942" y="460407"/>
                  </a:lnTo>
                  <a:lnTo>
                    <a:pt x="478998" y="464309"/>
                  </a:lnTo>
                  <a:lnTo>
                    <a:pt x="479059" y="468211"/>
                  </a:lnTo>
                  <a:lnTo>
                    <a:pt x="479125" y="472112"/>
                  </a:lnTo>
                  <a:lnTo>
                    <a:pt x="479196" y="476014"/>
                  </a:lnTo>
                  <a:lnTo>
                    <a:pt x="479273" y="479916"/>
                  </a:lnTo>
                  <a:lnTo>
                    <a:pt x="479355" y="483818"/>
                  </a:lnTo>
                  <a:lnTo>
                    <a:pt x="479444" y="487719"/>
                  </a:lnTo>
                  <a:lnTo>
                    <a:pt x="479540" y="491621"/>
                  </a:lnTo>
                  <a:lnTo>
                    <a:pt x="479641" y="495523"/>
                  </a:lnTo>
                  <a:lnTo>
                    <a:pt x="479749" y="499425"/>
                  </a:lnTo>
                  <a:lnTo>
                    <a:pt x="479863" y="503326"/>
                  </a:lnTo>
                  <a:lnTo>
                    <a:pt x="479984" y="507228"/>
                  </a:lnTo>
                  <a:lnTo>
                    <a:pt x="480112" y="511130"/>
                  </a:lnTo>
                  <a:lnTo>
                    <a:pt x="480246" y="515032"/>
                  </a:lnTo>
                  <a:lnTo>
                    <a:pt x="480385" y="518934"/>
                  </a:lnTo>
                  <a:lnTo>
                    <a:pt x="480531" y="522835"/>
                  </a:lnTo>
                  <a:lnTo>
                    <a:pt x="480681" y="526737"/>
                  </a:lnTo>
                  <a:lnTo>
                    <a:pt x="480838" y="530639"/>
                  </a:lnTo>
                  <a:lnTo>
                    <a:pt x="481000" y="534541"/>
                  </a:lnTo>
                  <a:lnTo>
                    <a:pt x="481165" y="538442"/>
                  </a:lnTo>
                  <a:lnTo>
                    <a:pt x="481334" y="542344"/>
                  </a:lnTo>
                  <a:lnTo>
                    <a:pt x="481507" y="546246"/>
                  </a:lnTo>
                  <a:lnTo>
                    <a:pt x="481683" y="550148"/>
                  </a:lnTo>
                  <a:lnTo>
                    <a:pt x="481861" y="554049"/>
                  </a:lnTo>
                  <a:lnTo>
                    <a:pt x="482041" y="557951"/>
                  </a:lnTo>
                  <a:lnTo>
                    <a:pt x="482221" y="561853"/>
                  </a:lnTo>
                  <a:lnTo>
                    <a:pt x="482403" y="565755"/>
                  </a:lnTo>
                  <a:lnTo>
                    <a:pt x="482584" y="569656"/>
                  </a:lnTo>
                  <a:lnTo>
                    <a:pt x="482765" y="573558"/>
                  </a:lnTo>
                  <a:lnTo>
                    <a:pt x="482944" y="577460"/>
                  </a:lnTo>
                  <a:lnTo>
                    <a:pt x="483122" y="581362"/>
                  </a:lnTo>
                  <a:lnTo>
                    <a:pt x="483297" y="585263"/>
                  </a:lnTo>
                  <a:lnTo>
                    <a:pt x="483470" y="589165"/>
                  </a:lnTo>
                  <a:lnTo>
                    <a:pt x="483639" y="593067"/>
                  </a:lnTo>
                  <a:lnTo>
                    <a:pt x="483805" y="596969"/>
                  </a:lnTo>
                  <a:lnTo>
                    <a:pt x="483966" y="600870"/>
                  </a:lnTo>
                  <a:lnTo>
                    <a:pt x="484123" y="604772"/>
                  </a:lnTo>
                  <a:lnTo>
                    <a:pt x="484276" y="608674"/>
                  </a:lnTo>
                  <a:lnTo>
                    <a:pt x="484425" y="612576"/>
                  </a:lnTo>
                  <a:lnTo>
                    <a:pt x="484570" y="616478"/>
                  </a:lnTo>
                  <a:lnTo>
                    <a:pt x="484709" y="620379"/>
                  </a:lnTo>
                  <a:lnTo>
                    <a:pt x="484845" y="624281"/>
                  </a:lnTo>
                  <a:lnTo>
                    <a:pt x="484977" y="628183"/>
                  </a:lnTo>
                  <a:lnTo>
                    <a:pt x="485106" y="632085"/>
                  </a:lnTo>
                  <a:lnTo>
                    <a:pt x="485232" y="635986"/>
                  </a:lnTo>
                  <a:lnTo>
                    <a:pt x="485356" y="639888"/>
                  </a:lnTo>
                  <a:lnTo>
                    <a:pt x="485479" y="643790"/>
                  </a:lnTo>
                  <a:lnTo>
                    <a:pt x="485602" y="647692"/>
                  </a:lnTo>
                  <a:lnTo>
                    <a:pt x="485726" y="651593"/>
                  </a:lnTo>
                  <a:lnTo>
                    <a:pt x="485851" y="655495"/>
                  </a:lnTo>
                  <a:lnTo>
                    <a:pt x="485980" y="659397"/>
                  </a:lnTo>
                  <a:lnTo>
                    <a:pt x="486112" y="663299"/>
                  </a:lnTo>
                  <a:lnTo>
                    <a:pt x="486251" y="667200"/>
                  </a:lnTo>
                  <a:lnTo>
                    <a:pt x="486397" y="671102"/>
                  </a:lnTo>
                  <a:lnTo>
                    <a:pt x="486550" y="675004"/>
                  </a:lnTo>
                  <a:lnTo>
                    <a:pt x="486713" y="678906"/>
                  </a:lnTo>
                  <a:lnTo>
                    <a:pt x="486885" y="682807"/>
                  </a:lnTo>
                  <a:lnTo>
                    <a:pt x="487070" y="686709"/>
                  </a:lnTo>
                  <a:lnTo>
                    <a:pt x="487269" y="690611"/>
                  </a:lnTo>
                  <a:lnTo>
                    <a:pt x="487481" y="694513"/>
                  </a:lnTo>
                  <a:lnTo>
                    <a:pt x="487706" y="698414"/>
                  </a:lnTo>
                  <a:lnTo>
                    <a:pt x="487946" y="702316"/>
                  </a:lnTo>
                  <a:lnTo>
                    <a:pt x="488202" y="706218"/>
                  </a:lnTo>
                  <a:lnTo>
                    <a:pt x="488477" y="710120"/>
                  </a:lnTo>
                  <a:lnTo>
                    <a:pt x="488767" y="714022"/>
                  </a:lnTo>
                  <a:lnTo>
                    <a:pt x="489075" y="717923"/>
                  </a:lnTo>
                  <a:lnTo>
                    <a:pt x="489398" y="721825"/>
                  </a:lnTo>
                  <a:lnTo>
                    <a:pt x="489737" y="725727"/>
                  </a:lnTo>
                  <a:lnTo>
                    <a:pt x="490094" y="729629"/>
                  </a:lnTo>
                  <a:lnTo>
                    <a:pt x="490469" y="733530"/>
                  </a:lnTo>
                  <a:lnTo>
                    <a:pt x="490860" y="737432"/>
                  </a:lnTo>
                  <a:lnTo>
                    <a:pt x="491266" y="741334"/>
                  </a:lnTo>
                  <a:lnTo>
                    <a:pt x="491686" y="745236"/>
                  </a:lnTo>
                  <a:lnTo>
                    <a:pt x="492120" y="749137"/>
                  </a:lnTo>
                  <a:lnTo>
                    <a:pt x="492571" y="753039"/>
                  </a:lnTo>
                  <a:lnTo>
                    <a:pt x="493036" y="756941"/>
                  </a:lnTo>
                  <a:lnTo>
                    <a:pt x="493514" y="760843"/>
                  </a:lnTo>
                  <a:lnTo>
                    <a:pt x="494005" y="764744"/>
                  </a:lnTo>
                  <a:lnTo>
                    <a:pt x="494509" y="768646"/>
                  </a:lnTo>
                  <a:lnTo>
                    <a:pt x="495025" y="772548"/>
                  </a:lnTo>
                  <a:lnTo>
                    <a:pt x="495556" y="776450"/>
                  </a:lnTo>
                  <a:lnTo>
                    <a:pt x="496100" y="780351"/>
                  </a:lnTo>
                  <a:lnTo>
                    <a:pt x="496657" y="784253"/>
                  </a:lnTo>
                  <a:lnTo>
                    <a:pt x="497228" y="788155"/>
                  </a:lnTo>
                  <a:lnTo>
                    <a:pt x="497812" y="792057"/>
                  </a:lnTo>
                  <a:lnTo>
                    <a:pt x="498411" y="795958"/>
                  </a:lnTo>
                  <a:lnTo>
                    <a:pt x="499029" y="799860"/>
                  </a:lnTo>
                  <a:lnTo>
                    <a:pt x="499662" y="803762"/>
                  </a:lnTo>
                  <a:lnTo>
                    <a:pt x="500312" y="807664"/>
                  </a:lnTo>
                  <a:lnTo>
                    <a:pt x="500979" y="811566"/>
                  </a:lnTo>
                  <a:lnTo>
                    <a:pt x="501664" y="815467"/>
                  </a:lnTo>
                  <a:lnTo>
                    <a:pt x="502369" y="819369"/>
                  </a:lnTo>
                  <a:lnTo>
                    <a:pt x="503096" y="823271"/>
                  </a:lnTo>
                  <a:lnTo>
                    <a:pt x="503844" y="827173"/>
                  </a:lnTo>
                  <a:lnTo>
                    <a:pt x="504611" y="831074"/>
                  </a:lnTo>
                  <a:lnTo>
                    <a:pt x="505398" y="834976"/>
                  </a:lnTo>
                  <a:lnTo>
                    <a:pt x="506205" y="838878"/>
                  </a:lnTo>
                  <a:lnTo>
                    <a:pt x="507036" y="842780"/>
                  </a:lnTo>
                  <a:lnTo>
                    <a:pt x="507887" y="846681"/>
                  </a:lnTo>
                  <a:lnTo>
                    <a:pt x="508757" y="850583"/>
                  </a:lnTo>
                  <a:lnTo>
                    <a:pt x="509646" y="854485"/>
                  </a:lnTo>
                  <a:lnTo>
                    <a:pt x="510551" y="858387"/>
                  </a:lnTo>
                  <a:lnTo>
                    <a:pt x="511471" y="862288"/>
                  </a:lnTo>
                  <a:lnTo>
                    <a:pt x="512410" y="866190"/>
                  </a:lnTo>
                  <a:lnTo>
                    <a:pt x="513361" y="870092"/>
                  </a:lnTo>
                  <a:lnTo>
                    <a:pt x="514323" y="873994"/>
                  </a:lnTo>
                  <a:lnTo>
                    <a:pt x="515295" y="877895"/>
                  </a:lnTo>
                  <a:lnTo>
                    <a:pt x="516274" y="881797"/>
                  </a:lnTo>
                  <a:lnTo>
                    <a:pt x="517260" y="885699"/>
                  </a:lnTo>
                  <a:lnTo>
                    <a:pt x="518251" y="889601"/>
                  </a:lnTo>
                  <a:lnTo>
                    <a:pt x="519244" y="893502"/>
                  </a:lnTo>
                  <a:lnTo>
                    <a:pt x="520237" y="897404"/>
                  </a:lnTo>
                  <a:lnTo>
                    <a:pt x="521230" y="901306"/>
                  </a:lnTo>
                  <a:lnTo>
                    <a:pt x="522221" y="905208"/>
                  </a:lnTo>
                  <a:lnTo>
                    <a:pt x="523208" y="909109"/>
                  </a:lnTo>
                  <a:lnTo>
                    <a:pt x="524190" y="913011"/>
                  </a:lnTo>
                  <a:lnTo>
                    <a:pt x="525166" y="916913"/>
                  </a:lnTo>
                  <a:lnTo>
                    <a:pt x="526136" y="920815"/>
                  </a:lnTo>
                  <a:lnTo>
                    <a:pt x="527099" y="924717"/>
                  </a:lnTo>
                  <a:lnTo>
                    <a:pt x="528055" y="928618"/>
                  </a:lnTo>
                  <a:lnTo>
                    <a:pt x="529003" y="932520"/>
                  </a:lnTo>
                  <a:lnTo>
                    <a:pt x="529943" y="936422"/>
                  </a:lnTo>
                  <a:lnTo>
                    <a:pt x="530876" y="940324"/>
                  </a:lnTo>
                  <a:lnTo>
                    <a:pt x="531803" y="944225"/>
                  </a:lnTo>
                  <a:lnTo>
                    <a:pt x="532724" y="948127"/>
                  </a:lnTo>
                  <a:lnTo>
                    <a:pt x="533639" y="952029"/>
                  </a:lnTo>
                  <a:lnTo>
                    <a:pt x="534549" y="955931"/>
                  </a:lnTo>
                  <a:lnTo>
                    <a:pt x="535456" y="959832"/>
                  </a:lnTo>
                  <a:lnTo>
                    <a:pt x="536359" y="963734"/>
                  </a:lnTo>
                  <a:lnTo>
                    <a:pt x="537262" y="967636"/>
                  </a:lnTo>
                  <a:lnTo>
                    <a:pt x="538164" y="971538"/>
                  </a:lnTo>
                  <a:lnTo>
                    <a:pt x="539066" y="975439"/>
                  </a:lnTo>
                  <a:lnTo>
                    <a:pt x="539969" y="979341"/>
                  </a:lnTo>
                  <a:lnTo>
                    <a:pt x="540876" y="983243"/>
                  </a:lnTo>
                  <a:lnTo>
                    <a:pt x="541785" y="987145"/>
                  </a:lnTo>
                  <a:lnTo>
                    <a:pt x="542699" y="991046"/>
                  </a:lnTo>
                  <a:lnTo>
                    <a:pt x="543617" y="994948"/>
                  </a:lnTo>
                  <a:lnTo>
                    <a:pt x="544541" y="998850"/>
                  </a:lnTo>
                  <a:lnTo>
                    <a:pt x="545470" y="1002752"/>
                  </a:lnTo>
                  <a:lnTo>
                    <a:pt x="546405" y="1006653"/>
                  </a:lnTo>
                  <a:lnTo>
                    <a:pt x="547345" y="1010555"/>
                  </a:lnTo>
                  <a:lnTo>
                    <a:pt x="548290" y="1014457"/>
                  </a:lnTo>
                  <a:lnTo>
                    <a:pt x="549238" y="1018359"/>
                  </a:lnTo>
                  <a:lnTo>
                    <a:pt x="550191" y="1022261"/>
                  </a:lnTo>
                  <a:lnTo>
                    <a:pt x="551147" y="1026162"/>
                  </a:lnTo>
                  <a:lnTo>
                    <a:pt x="552103" y="1030064"/>
                  </a:lnTo>
                  <a:lnTo>
                    <a:pt x="553058" y="1033966"/>
                  </a:lnTo>
                  <a:lnTo>
                    <a:pt x="554012" y="1037868"/>
                  </a:lnTo>
                  <a:lnTo>
                    <a:pt x="554963" y="1041769"/>
                  </a:lnTo>
                  <a:lnTo>
                    <a:pt x="555906" y="1045671"/>
                  </a:lnTo>
                  <a:lnTo>
                    <a:pt x="556842" y="1049573"/>
                  </a:lnTo>
                  <a:lnTo>
                    <a:pt x="557769" y="1053475"/>
                  </a:lnTo>
                  <a:lnTo>
                    <a:pt x="558685" y="1057376"/>
                  </a:lnTo>
                  <a:lnTo>
                    <a:pt x="559587" y="1061278"/>
                  </a:lnTo>
                  <a:lnTo>
                    <a:pt x="560475" y="1065180"/>
                  </a:lnTo>
                  <a:lnTo>
                    <a:pt x="561342" y="1069082"/>
                  </a:lnTo>
                  <a:lnTo>
                    <a:pt x="562192" y="1072983"/>
                  </a:lnTo>
                  <a:lnTo>
                    <a:pt x="563022" y="1076885"/>
                  </a:lnTo>
                  <a:lnTo>
                    <a:pt x="563832" y="1080787"/>
                  </a:lnTo>
                  <a:lnTo>
                    <a:pt x="564621" y="1084689"/>
                  </a:lnTo>
                  <a:lnTo>
                    <a:pt x="565386" y="1088590"/>
                  </a:lnTo>
                  <a:lnTo>
                    <a:pt x="566125" y="1092492"/>
                  </a:lnTo>
                  <a:lnTo>
                    <a:pt x="566842" y="1096394"/>
                  </a:lnTo>
                  <a:lnTo>
                    <a:pt x="567537" y="1100296"/>
                  </a:lnTo>
                  <a:lnTo>
                    <a:pt x="568210" y="1104197"/>
                  </a:lnTo>
                  <a:lnTo>
                    <a:pt x="568862" y="1108099"/>
                  </a:lnTo>
                  <a:lnTo>
                    <a:pt x="569488" y="1112001"/>
                  </a:lnTo>
                  <a:lnTo>
                    <a:pt x="570094" y="1115903"/>
                  </a:lnTo>
                  <a:lnTo>
                    <a:pt x="570681" y="1119805"/>
                  </a:lnTo>
                  <a:lnTo>
                    <a:pt x="571251" y="1123706"/>
                  </a:lnTo>
                  <a:lnTo>
                    <a:pt x="571804" y="1127608"/>
                  </a:lnTo>
                  <a:lnTo>
                    <a:pt x="572341" y="1131510"/>
                  </a:lnTo>
                  <a:lnTo>
                    <a:pt x="572861" y="1135412"/>
                  </a:lnTo>
                  <a:lnTo>
                    <a:pt x="573369" y="1139313"/>
                  </a:lnTo>
                  <a:lnTo>
                    <a:pt x="573867" y="1143215"/>
                  </a:lnTo>
                  <a:lnTo>
                    <a:pt x="574356" y="1147117"/>
                  </a:lnTo>
                  <a:lnTo>
                    <a:pt x="574836" y="1151019"/>
                  </a:lnTo>
                  <a:lnTo>
                    <a:pt x="575310" y="1154920"/>
                  </a:lnTo>
                  <a:lnTo>
                    <a:pt x="575779" y="1158822"/>
                  </a:lnTo>
                  <a:lnTo>
                    <a:pt x="576245" y="1162724"/>
                  </a:lnTo>
                  <a:lnTo>
                    <a:pt x="576711" y="1166626"/>
                  </a:lnTo>
                  <a:lnTo>
                    <a:pt x="577176" y="1170527"/>
                  </a:lnTo>
                  <a:lnTo>
                    <a:pt x="577643" y="1174429"/>
                  </a:lnTo>
                  <a:lnTo>
                    <a:pt x="578114" y="1178331"/>
                  </a:lnTo>
                  <a:lnTo>
                    <a:pt x="578589" y="1182233"/>
                  </a:lnTo>
                  <a:lnTo>
                    <a:pt x="579071" y="1186134"/>
                  </a:lnTo>
                  <a:lnTo>
                    <a:pt x="579559" y="1190036"/>
                  </a:lnTo>
                  <a:lnTo>
                    <a:pt x="580056" y="1193938"/>
                  </a:lnTo>
                  <a:lnTo>
                    <a:pt x="580560" y="1197840"/>
                  </a:lnTo>
                  <a:lnTo>
                    <a:pt x="581075" y="1201741"/>
                  </a:lnTo>
                  <a:lnTo>
                    <a:pt x="581600" y="1205643"/>
                  </a:lnTo>
                  <a:lnTo>
                    <a:pt x="582134" y="1209545"/>
                  </a:lnTo>
                  <a:lnTo>
                    <a:pt x="582676" y="1213447"/>
                  </a:lnTo>
                  <a:lnTo>
                    <a:pt x="583133" y="1216693"/>
                  </a:lnTo>
                  <a:lnTo>
                    <a:pt x="583226" y="1217349"/>
                  </a:lnTo>
                  <a:lnTo>
                    <a:pt x="583783" y="1221250"/>
                  </a:lnTo>
                  <a:lnTo>
                    <a:pt x="584346" y="1225152"/>
                  </a:lnTo>
                  <a:lnTo>
                    <a:pt x="584913" y="1229054"/>
                  </a:lnTo>
                  <a:lnTo>
                    <a:pt x="585481" y="1232956"/>
                  </a:lnTo>
                  <a:lnTo>
                    <a:pt x="586048" y="1236857"/>
                  </a:lnTo>
                  <a:lnTo>
                    <a:pt x="586612" y="1240759"/>
                  </a:lnTo>
                  <a:lnTo>
                    <a:pt x="587169" y="1244661"/>
                  </a:lnTo>
                  <a:lnTo>
                    <a:pt x="587714" y="1248563"/>
                  </a:lnTo>
                  <a:lnTo>
                    <a:pt x="588245" y="1252464"/>
                  </a:lnTo>
                  <a:lnTo>
                    <a:pt x="588759" y="1256366"/>
                  </a:lnTo>
                  <a:lnTo>
                    <a:pt x="589253" y="1260268"/>
                  </a:lnTo>
                  <a:lnTo>
                    <a:pt x="589722" y="1264170"/>
                  </a:lnTo>
                  <a:lnTo>
                    <a:pt x="590157" y="1268071"/>
                  </a:lnTo>
                  <a:lnTo>
                    <a:pt x="590556" y="1271973"/>
                  </a:lnTo>
                  <a:lnTo>
                    <a:pt x="590918" y="1275875"/>
                  </a:lnTo>
                  <a:lnTo>
                    <a:pt x="591239" y="1279777"/>
                  </a:lnTo>
                  <a:lnTo>
                    <a:pt x="591514" y="1283678"/>
                  </a:lnTo>
                  <a:lnTo>
                    <a:pt x="591742" y="1287580"/>
                  </a:lnTo>
                  <a:lnTo>
                    <a:pt x="591902" y="1291482"/>
                  </a:lnTo>
                  <a:lnTo>
                    <a:pt x="592004" y="1295384"/>
                  </a:lnTo>
                  <a:lnTo>
                    <a:pt x="592044" y="1299285"/>
                  </a:lnTo>
                  <a:lnTo>
                    <a:pt x="592020" y="1303187"/>
                  </a:lnTo>
                  <a:lnTo>
                    <a:pt x="591928" y="1307089"/>
                  </a:lnTo>
                  <a:lnTo>
                    <a:pt x="591761" y="1310991"/>
                  </a:lnTo>
                  <a:lnTo>
                    <a:pt x="591504" y="1314892"/>
                  </a:lnTo>
                  <a:lnTo>
                    <a:pt x="591169" y="1318794"/>
                  </a:lnTo>
                  <a:lnTo>
                    <a:pt x="590753" y="1322696"/>
                  </a:lnTo>
                  <a:lnTo>
                    <a:pt x="590255" y="1326598"/>
                  </a:lnTo>
                  <a:lnTo>
                    <a:pt x="589672" y="1330500"/>
                  </a:lnTo>
                  <a:lnTo>
                    <a:pt x="588991" y="1334401"/>
                  </a:lnTo>
                  <a:lnTo>
                    <a:pt x="588210" y="1338303"/>
                  </a:lnTo>
                  <a:lnTo>
                    <a:pt x="587339" y="1342205"/>
                  </a:lnTo>
                  <a:lnTo>
                    <a:pt x="586377" y="1346107"/>
                  </a:lnTo>
                  <a:lnTo>
                    <a:pt x="585325" y="1350008"/>
                  </a:lnTo>
                  <a:lnTo>
                    <a:pt x="584182" y="1353910"/>
                  </a:lnTo>
                  <a:lnTo>
                    <a:pt x="582930" y="1357812"/>
                  </a:lnTo>
                  <a:lnTo>
                    <a:pt x="581583" y="1361714"/>
                  </a:lnTo>
                  <a:lnTo>
                    <a:pt x="580149" y="1365615"/>
                  </a:lnTo>
                  <a:lnTo>
                    <a:pt x="578629" y="1369517"/>
                  </a:lnTo>
                  <a:lnTo>
                    <a:pt x="577024" y="1373419"/>
                  </a:lnTo>
                  <a:lnTo>
                    <a:pt x="575337" y="1377321"/>
                  </a:lnTo>
                  <a:lnTo>
                    <a:pt x="573554" y="1381222"/>
                  </a:lnTo>
                  <a:lnTo>
                    <a:pt x="571697" y="1385124"/>
                  </a:lnTo>
                  <a:lnTo>
                    <a:pt x="569771" y="1389026"/>
                  </a:lnTo>
                  <a:lnTo>
                    <a:pt x="567781" y="1392928"/>
                  </a:lnTo>
                  <a:lnTo>
                    <a:pt x="565730" y="1396829"/>
                  </a:lnTo>
                  <a:lnTo>
                    <a:pt x="563619" y="1400731"/>
                  </a:lnTo>
                  <a:lnTo>
                    <a:pt x="561452" y="1404633"/>
                  </a:lnTo>
                  <a:lnTo>
                    <a:pt x="559243" y="1408535"/>
                  </a:lnTo>
                  <a:lnTo>
                    <a:pt x="556999" y="1412436"/>
                  </a:lnTo>
                  <a:lnTo>
                    <a:pt x="554723" y="1416338"/>
                  </a:lnTo>
                  <a:lnTo>
                    <a:pt x="552424" y="1420240"/>
                  </a:lnTo>
                  <a:lnTo>
                    <a:pt x="550103" y="1424142"/>
                  </a:lnTo>
                  <a:lnTo>
                    <a:pt x="547771" y="1428044"/>
                  </a:lnTo>
                  <a:lnTo>
                    <a:pt x="545436" y="1431945"/>
                  </a:lnTo>
                  <a:lnTo>
                    <a:pt x="543103" y="1435847"/>
                  </a:lnTo>
                  <a:lnTo>
                    <a:pt x="540776" y="1439749"/>
                  </a:lnTo>
                  <a:lnTo>
                    <a:pt x="538462" y="1443651"/>
                  </a:lnTo>
                  <a:lnTo>
                    <a:pt x="536170" y="1447552"/>
                  </a:lnTo>
                  <a:lnTo>
                    <a:pt x="533904" y="1451454"/>
                  </a:lnTo>
                  <a:lnTo>
                    <a:pt x="531667" y="1455356"/>
                  </a:lnTo>
                  <a:lnTo>
                    <a:pt x="529463" y="1459258"/>
                  </a:lnTo>
                  <a:lnTo>
                    <a:pt x="527295" y="1463159"/>
                  </a:lnTo>
                  <a:lnTo>
                    <a:pt x="525169" y="1467061"/>
                  </a:lnTo>
                  <a:lnTo>
                    <a:pt x="523097" y="1470963"/>
                  </a:lnTo>
                  <a:lnTo>
                    <a:pt x="521071" y="1474865"/>
                  </a:lnTo>
                  <a:lnTo>
                    <a:pt x="519095" y="1478766"/>
                  </a:lnTo>
                  <a:lnTo>
                    <a:pt x="517170" y="1482668"/>
                  </a:lnTo>
                  <a:lnTo>
                    <a:pt x="515297" y="1486570"/>
                  </a:lnTo>
                  <a:lnTo>
                    <a:pt x="513483" y="1490472"/>
                  </a:lnTo>
                  <a:lnTo>
                    <a:pt x="511733" y="1494373"/>
                  </a:lnTo>
                  <a:lnTo>
                    <a:pt x="510038" y="1498275"/>
                  </a:lnTo>
                  <a:lnTo>
                    <a:pt x="508399" y="1502177"/>
                  </a:lnTo>
                  <a:lnTo>
                    <a:pt x="506816" y="1506079"/>
                  </a:lnTo>
                  <a:lnTo>
                    <a:pt x="505289" y="1509980"/>
                  </a:lnTo>
                  <a:lnTo>
                    <a:pt x="503827" y="1513882"/>
                  </a:lnTo>
                  <a:lnTo>
                    <a:pt x="502425" y="1517784"/>
                  </a:lnTo>
                  <a:lnTo>
                    <a:pt x="501077" y="1521686"/>
                  </a:lnTo>
                  <a:lnTo>
                    <a:pt x="499782" y="1525588"/>
                  </a:lnTo>
                  <a:lnTo>
                    <a:pt x="498540" y="1529489"/>
                  </a:lnTo>
                  <a:lnTo>
                    <a:pt x="497349" y="1533391"/>
                  </a:lnTo>
                  <a:lnTo>
                    <a:pt x="496221" y="1537293"/>
                  </a:lnTo>
                  <a:lnTo>
                    <a:pt x="495143" y="1541195"/>
                  </a:lnTo>
                  <a:lnTo>
                    <a:pt x="494112" y="1545096"/>
                  </a:lnTo>
                  <a:lnTo>
                    <a:pt x="493127" y="1548998"/>
                  </a:lnTo>
                  <a:lnTo>
                    <a:pt x="492187" y="1552900"/>
                  </a:lnTo>
                  <a:lnTo>
                    <a:pt x="491294" y="1556802"/>
                  </a:lnTo>
                  <a:lnTo>
                    <a:pt x="490451" y="1560703"/>
                  </a:lnTo>
                  <a:lnTo>
                    <a:pt x="489649" y="1564605"/>
                  </a:lnTo>
                  <a:lnTo>
                    <a:pt x="488887" y="1568507"/>
                  </a:lnTo>
                  <a:lnTo>
                    <a:pt x="488162" y="1572409"/>
                  </a:lnTo>
                  <a:lnTo>
                    <a:pt x="487475" y="1576310"/>
                  </a:lnTo>
                  <a:lnTo>
                    <a:pt x="486827" y="1580212"/>
                  </a:lnTo>
                  <a:lnTo>
                    <a:pt x="486219" y="1584114"/>
                  </a:lnTo>
                  <a:lnTo>
                    <a:pt x="485643" y="1588016"/>
                  </a:lnTo>
                  <a:lnTo>
                    <a:pt x="485099" y="1591917"/>
                  </a:lnTo>
                  <a:lnTo>
                    <a:pt x="484586" y="1595819"/>
                  </a:lnTo>
                  <a:lnTo>
                    <a:pt x="484104" y="1599721"/>
                  </a:lnTo>
                  <a:lnTo>
                    <a:pt x="483656" y="1603623"/>
                  </a:lnTo>
                  <a:lnTo>
                    <a:pt x="483240" y="1607524"/>
                  </a:lnTo>
                  <a:lnTo>
                    <a:pt x="482853" y="1611426"/>
                  </a:lnTo>
                  <a:lnTo>
                    <a:pt x="482494" y="1615328"/>
                  </a:lnTo>
                  <a:lnTo>
                    <a:pt x="482165" y="1619230"/>
                  </a:lnTo>
                  <a:lnTo>
                    <a:pt x="481865" y="1623132"/>
                  </a:lnTo>
                  <a:lnTo>
                    <a:pt x="481607" y="1627033"/>
                  </a:lnTo>
                  <a:lnTo>
                    <a:pt x="481382" y="1630935"/>
                  </a:lnTo>
                  <a:lnTo>
                    <a:pt x="481196" y="1634837"/>
                  </a:lnTo>
                  <a:lnTo>
                    <a:pt x="481051" y="1638739"/>
                  </a:lnTo>
                  <a:lnTo>
                    <a:pt x="480952" y="1642640"/>
                  </a:lnTo>
                  <a:lnTo>
                    <a:pt x="480909" y="1646542"/>
                  </a:lnTo>
                  <a:lnTo>
                    <a:pt x="480942" y="1650444"/>
                  </a:lnTo>
                  <a:lnTo>
                    <a:pt x="481050" y="1654346"/>
                  </a:lnTo>
                  <a:lnTo>
                    <a:pt x="481246" y="1658247"/>
                  </a:lnTo>
                  <a:lnTo>
                    <a:pt x="481543" y="1662149"/>
                  </a:lnTo>
                  <a:lnTo>
                    <a:pt x="481958" y="1666051"/>
                  </a:lnTo>
                  <a:lnTo>
                    <a:pt x="482533" y="1669953"/>
                  </a:lnTo>
                  <a:lnTo>
                    <a:pt x="483301" y="1673854"/>
                  </a:lnTo>
                  <a:lnTo>
                    <a:pt x="484273" y="1677756"/>
                  </a:lnTo>
                  <a:lnTo>
                    <a:pt x="485480" y="1681658"/>
                  </a:lnTo>
                  <a:lnTo>
                    <a:pt x="486956" y="1685560"/>
                  </a:lnTo>
                  <a:lnTo>
                    <a:pt x="488739" y="1689461"/>
                  </a:lnTo>
                  <a:lnTo>
                    <a:pt x="490962" y="1693363"/>
                  </a:lnTo>
                  <a:lnTo>
                    <a:pt x="493633" y="1697265"/>
                  </a:lnTo>
                  <a:lnTo>
                    <a:pt x="496786" y="1701167"/>
                  </a:lnTo>
                  <a:lnTo>
                    <a:pt x="500476" y="1705068"/>
                  </a:lnTo>
                  <a:lnTo>
                    <a:pt x="504760" y="1708970"/>
                  </a:lnTo>
                  <a:lnTo>
                    <a:pt x="509713" y="1712872"/>
                  </a:lnTo>
                  <a:lnTo>
                    <a:pt x="515587" y="1716774"/>
                  </a:lnTo>
                  <a:lnTo>
                    <a:pt x="522282" y="1720675"/>
                  </a:lnTo>
                  <a:lnTo>
                    <a:pt x="529855" y="1724577"/>
                  </a:lnTo>
                  <a:lnTo>
                    <a:pt x="538363" y="1728479"/>
                  </a:lnTo>
                  <a:lnTo>
                    <a:pt x="547857" y="1732381"/>
                  </a:lnTo>
                  <a:lnTo>
                    <a:pt x="558484" y="1736283"/>
                  </a:lnTo>
                  <a:lnTo>
                    <a:pt x="570388" y="1740184"/>
                  </a:lnTo>
                  <a:lnTo>
                    <a:pt x="583404" y="1744086"/>
                  </a:lnTo>
                  <a:lnTo>
                    <a:pt x="597537" y="1747988"/>
                  </a:lnTo>
                  <a:lnTo>
                    <a:pt x="612780" y="1751890"/>
                  </a:lnTo>
                  <a:lnTo>
                    <a:pt x="629112" y="1755791"/>
                  </a:lnTo>
                  <a:lnTo>
                    <a:pt x="646652" y="1759693"/>
                  </a:lnTo>
                  <a:lnTo>
                    <a:pt x="665240" y="1763595"/>
                  </a:lnTo>
                  <a:lnTo>
                    <a:pt x="684670" y="1767497"/>
                  </a:lnTo>
                  <a:lnTo>
                    <a:pt x="704827" y="1771398"/>
                  </a:lnTo>
                  <a:lnTo>
                    <a:pt x="725581" y="1775300"/>
                  </a:lnTo>
                  <a:lnTo>
                    <a:pt x="746783" y="1779202"/>
                  </a:lnTo>
                  <a:lnTo>
                    <a:pt x="768259" y="1783104"/>
                  </a:lnTo>
                  <a:lnTo>
                    <a:pt x="789691" y="1787005"/>
                  </a:lnTo>
                  <a:lnTo>
                    <a:pt x="810862" y="1790907"/>
                  </a:lnTo>
                  <a:lnTo>
                    <a:pt x="831554" y="1794809"/>
                  </a:lnTo>
                  <a:lnTo>
                    <a:pt x="851543" y="1798711"/>
                  </a:lnTo>
                  <a:lnTo>
                    <a:pt x="870556" y="1802612"/>
                  </a:lnTo>
                  <a:lnTo>
                    <a:pt x="888035" y="1806514"/>
                  </a:lnTo>
                  <a:lnTo>
                    <a:pt x="903984" y="1810416"/>
                  </a:lnTo>
                  <a:lnTo>
                    <a:pt x="918205" y="1814318"/>
                  </a:lnTo>
                  <a:lnTo>
                    <a:pt x="930515" y="1818219"/>
                  </a:lnTo>
                  <a:lnTo>
                    <a:pt x="940746" y="1822121"/>
                  </a:lnTo>
                  <a:lnTo>
                    <a:pt x="948488" y="1826023"/>
                  </a:lnTo>
                  <a:lnTo>
                    <a:pt x="953468" y="1829925"/>
                  </a:lnTo>
                  <a:lnTo>
                    <a:pt x="955982" y="1833827"/>
                  </a:lnTo>
                  <a:lnTo>
                    <a:pt x="955992" y="1835799"/>
                  </a:lnTo>
                  <a:lnTo>
                    <a:pt x="956002" y="1837728"/>
                  </a:lnTo>
                  <a:lnTo>
                    <a:pt x="953527" y="1841630"/>
                  </a:lnTo>
                  <a:lnTo>
                    <a:pt x="948585" y="1845532"/>
                  </a:lnTo>
                  <a:lnTo>
                    <a:pt x="940824" y="1849434"/>
                  </a:lnTo>
                  <a:lnTo>
                    <a:pt x="930628" y="1853335"/>
                  </a:lnTo>
                  <a:lnTo>
                    <a:pt x="918351" y="1857237"/>
                  </a:lnTo>
                  <a:lnTo>
                    <a:pt x="904158" y="1861139"/>
                  </a:lnTo>
                  <a:lnTo>
                    <a:pt x="888233" y="1865041"/>
                  </a:lnTo>
                  <a:lnTo>
                    <a:pt x="870772" y="1868942"/>
                  </a:lnTo>
                  <a:lnTo>
                    <a:pt x="851749" y="1872844"/>
                  </a:lnTo>
                  <a:lnTo>
                    <a:pt x="831774" y="1876746"/>
                  </a:lnTo>
                  <a:lnTo>
                    <a:pt x="811091" y="1880648"/>
                  </a:lnTo>
                  <a:lnTo>
                    <a:pt x="789923" y="1884549"/>
                  </a:lnTo>
                  <a:lnTo>
                    <a:pt x="768489" y="1888451"/>
                  </a:lnTo>
                  <a:lnTo>
                    <a:pt x="747011" y="1892353"/>
                  </a:lnTo>
                  <a:lnTo>
                    <a:pt x="725803" y="1896255"/>
                  </a:lnTo>
                  <a:lnTo>
                    <a:pt x="705038" y="1900156"/>
                  </a:lnTo>
                  <a:lnTo>
                    <a:pt x="684866" y="1904058"/>
                  </a:lnTo>
                  <a:lnTo>
                    <a:pt x="665417" y="1907960"/>
                  </a:lnTo>
                  <a:lnTo>
                    <a:pt x="646806" y="1911862"/>
                  </a:lnTo>
                  <a:lnTo>
                    <a:pt x="629267" y="1915763"/>
                  </a:lnTo>
                  <a:lnTo>
                    <a:pt x="612909" y="1919665"/>
                  </a:lnTo>
                  <a:lnTo>
                    <a:pt x="597637" y="1923567"/>
                  </a:lnTo>
                  <a:lnTo>
                    <a:pt x="583473" y="1927469"/>
                  </a:lnTo>
                  <a:lnTo>
                    <a:pt x="570424" y="1931371"/>
                  </a:lnTo>
                  <a:lnTo>
                    <a:pt x="558485" y="1935272"/>
                  </a:lnTo>
                  <a:lnTo>
                    <a:pt x="547847" y="1939174"/>
                  </a:lnTo>
                  <a:lnTo>
                    <a:pt x="538312" y="1943076"/>
                  </a:lnTo>
                  <a:lnTo>
                    <a:pt x="529762" y="1946978"/>
                  </a:lnTo>
                  <a:lnTo>
                    <a:pt x="522144" y="1950879"/>
                  </a:lnTo>
                  <a:lnTo>
                    <a:pt x="515402" y="1954781"/>
                  </a:lnTo>
                  <a:lnTo>
                    <a:pt x="509481" y="1958683"/>
                  </a:lnTo>
                  <a:lnTo>
                    <a:pt x="504486" y="1962585"/>
                  </a:lnTo>
                  <a:lnTo>
                    <a:pt x="500141" y="1966486"/>
                  </a:lnTo>
                  <a:lnTo>
                    <a:pt x="496386" y="1970388"/>
                  </a:lnTo>
                  <a:lnTo>
                    <a:pt x="493164" y="1974290"/>
                  </a:lnTo>
                  <a:lnTo>
                    <a:pt x="490418" y="1978192"/>
                  </a:lnTo>
                  <a:lnTo>
                    <a:pt x="488123" y="1982093"/>
                  </a:lnTo>
                  <a:lnTo>
                    <a:pt x="486249" y="1985995"/>
                  </a:lnTo>
                  <a:lnTo>
                    <a:pt x="484675" y="1989897"/>
                  </a:lnTo>
                  <a:lnTo>
                    <a:pt x="483362" y="1993799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2170699" y="2528463"/>
              <a:ext cx="956002" cy="1739289"/>
            </a:xfrm>
            <a:custGeom>
              <a:avLst/>
              <a:pathLst>
                <a:path w="956002" h="1739289">
                  <a:moveTo>
                    <a:pt x="472654" y="1739289"/>
                  </a:moveTo>
                  <a:lnTo>
                    <a:pt x="471728" y="1735885"/>
                  </a:lnTo>
                  <a:lnTo>
                    <a:pt x="470675" y="1732482"/>
                  </a:lnTo>
                  <a:lnTo>
                    <a:pt x="469475" y="1729078"/>
                  </a:lnTo>
                  <a:lnTo>
                    <a:pt x="468060" y="1725674"/>
                  </a:lnTo>
                  <a:lnTo>
                    <a:pt x="466464" y="1722271"/>
                  </a:lnTo>
                  <a:lnTo>
                    <a:pt x="464671" y="1718867"/>
                  </a:lnTo>
                  <a:lnTo>
                    <a:pt x="462666" y="1715463"/>
                  </a:lnTo>
                  <a:lnTo>
                    <a:pt x="460353" y="1712060"/>
                  </a:lnTo>
                  <a:lnTo>
                    <a:pt x="457745" y="1708656"/>
                  </a:lnTo>
                  <a:lnTo>
                    <a:pt x="454851" y="1705252"/>
                  </a:lnTo>
                  <a:lnTo>
                    <a:pt x="451651" y="1701849"/>
                  </a:lnTo>
                  <a:lnTo>
                    <a:pt x="448080" y="1698445"/>
                  </a:lnTo>
                  <a:lnTo>
                    <a:pt x="444045" y="1695041"/>
                  </a:lnTo>
                  <a:lnTo>
                    <a:pt x="439621" y="1691637"/>
                  </a:lnTo>
                  <a:lnTo>
                    <a:pt x="434789" y="1688234"/>
                  </a:lnTo>
                  <a:lnTo>
                    <a:pt x="429528" y="1684830"/>
                  </a:lnTo>
                  <a:lnTo>
                    <a:pt x="423646" y="1681426"/>
                  </a:lnTo>
                  <a:lnTo>
                    <a:pt x="417254" y="1678023"/>
                  </a:lnTo>
                  <a:lnTo>
                    <a:pt x="410359" y="1674619"/>
                  </a:lnTo>
                  <a:lnTo>
                    <a:pt x="402948" y="1671215"/>
                  </a:lnTo>
                  <a:lnTo>
                    <a:pt x="394907" y="1667812"/>
                  </a:lnTo>
                  <a:lnTo>
                    <a:pt x="386191" y="1664408"/>
                  </a:lnTo>
                  <a:lnTo>
                    <a:pt x="376917" y="1661004"/>
                  </a:lnTo>
                  <a:lnTo>
                    <a:pt x="367083" y="1657600"/>
                  </a:lnTo>
                  <a:lnTo>
                    <a:pt x="356683" y="1654197"/>
                  </a:lnTo>
                  <a:lnTo>
                    <a:pt x="345498" y="1650793"/>
                  </a:lnTo>
                  <a:lnTo>
                    <a:pt x="333771" y="1647389"/>
                  </a:lnTo>
                  <a:lnTo>
                    <a:pt x="321515" y="1643986"/>
                  </a:lnTo>
                  <a:lnTo>
                    <a:pt x="308745" y="1640582"/>
                  </a:lnTo>
                  <a:lnTo>
                    <a:pt x="295376" y="1637178"/>
                  </a:lnTo>
                  <a:lnTo>
                    <a:pt x="281493" y="1633775"/>
                  </a:lnTo>
                  <a:lnTo>
                    <a:pt x="267214" y="1630371"/>
                  </a:lnTo>
                  <a:lnTo>
                    <a:pt x="252578" y="1626967"/>
                  </a:lnTo>
                  <a:lnTo>
                    <a:pt x="237611" y="1623563"/>
                  </a:lnTo>
                  <a:lnTo>
                    <a:pt x="222326" y="1620160"/>
                  </a:lnTo>
                  <a:lnTo>
                    <a:pt x="206891" y="1616756"/>
                  </a:lnTo>
                  <a:lnTo>
                    <a:pt x="191364" y="1613352"/>
                  </a:lnTo>
                  <a:lnTo>
                    <a:pt x="175802" y="1609949"/>
                  </a:lnTo>
                  <a:lnTo>
                    <a:pt x="160317" y="1606545"/>
                  </a:lnTo>
                  <a:lnTo>
                    <a:pt x="145025" y="1603141"/>
                  </a:lnTo>
                  <a:lnTo>
                    <a:pt x="129989" y="1599738"/>
                  </a:lnTo>
                  <a:lnTo>
                    <a:pt x="115278" y="1596334"/>
                  </a:lnTo>
                  <a:lnTo>
                    <a:pt x="101025" y="1592930"/>
                  </a:lnTo>
                  <a:lnTo>
                    <a:pt x="87459" y="1589526"/>
                  </a:lnTo>
                  <a:lnTo>
                    <a:pt x="74528" y="1586123"/>
                  </a:lnTo>
                  <a:lnTo>
                    <a:pt x="62301" y="1582719"/>
                  </a:lnTo>
                  <a:lnTo>
                    <a:pt x="50842" y="1579315"/>
                  </a:lnTo>
                  <a:lnTo>
                    <a:pt x="40558" y="1575912"/>
                  </a:lnTo>
                  <a:lnTo>
                    <a:pt x="31301" y="1572508"/>
                  </a:lnTo>
                  <a:lnTo>
                    <a:pt x="23070" y="1569104"/>
                  </a:lnTo>
                  <a:lnTo>
                    <a:pt x="15911" y="1565701"/>
                  </a:lnTo>
                  <a:lnTo>
                    <a:pt x="10073" y="1562297"/>
                  </a:lnTo>
                  <a:lnTo>
                    <a:pt x="5706" y="1558893"/>
                  </a:lnTo>
                  <a:lnTo>
                    <a:pt x="2561" y="1555489"/>
                  </a:lnTo>
                  <a:lnTo>
                    <a:pt x="654" y="1552086"/>
                  </a:lnTo>
                  <a:lnTo>
                    <a:pt x="118" y="1549296"/>
                  </a:lnTo>
                  <a:lnTo>
                    <a:pt x="0" y="1548682"/>
                  </a:lnTo>
                  <a:lnTo>
                    <a:pt x="1113" y="1545278"/>
                  </a:lnTo>
                  <a:lnTo>
                    <a:pt x="3482" y="1541875"/>
                  </a:lnTo>
                  <a:lnTo>
                    <a:pt x="7082" y="1538471"/>
                  </a:lnTo>
                  <a:lnTo>
                    <a:pt x="11890" y="1535067"/>
                  </a:lnTo>
                  <a:lnTo>
                    <a:pt x="18133" y="1531664"/>
                  </a:lnTo>
                  <a:lnTo>
                    <a:pt x="25690" y="1528260"/>
                  </a:lnTo>
                  <a:lnTo>
                    <a:pt x="34294" y="1524856"/>
                  </a:lnTo>
                  <a:lnTo>
                    <a:pt x="43895" y="1521453"/>
                  </a:lnTo>
                  <a:lnTo>
                    <a:pt x="54481" y="1518049"/>
                  </a:lnTo>
                  <a:lnTo>
                    <a:pt x="66210" y="1514645"/>
                  </a:lnTo>
                  <a:lnTo>
                    <a:pt x="78673" y="1511241"/>
                  </a:lnTo>
                  <a:lnTo>
                    <a:pt x="91802" y="1507838"/>
                  </a:lnTo>
                  <a:lnTo>
                    <a:pt x="105527" y="1504434"/>
                  </a:lnTo>
                  <a:lnTo>
                    <a:pt x="119884" y="1501030"/>
                  </a:lnTo>
                  <a:lnTo>
                    <a:pt x="134661" y="1497627"/>
                  </a:lnTo>
                  <a:lnTo>
                    <a:pt x="149724" y="1494223"/>
                  </a:lnTo>
                  <a:lnTo>
                    <a:pt x="165002" y="1490819"/>
                  </a:lnTo>
                  <a:lnTo>
                    <a:pt x="180428" y="1487416"/>
                  </a:lnTo>
                  <a:lnTo>
                    <a:pt x="195884" y="1484012"/>
                  </a:lnTo>
                  <a:lnTo>
                    <a:pt x="211268" y="1480608"/>
                  </a:lnTo>
                  <a:lnTo>
                    <a:pt x="226522" y="1477204"/>
                  </a:lnTo>
                  <a:lnTo>
                    <a:pt x="241591" y="1473801"/>
                  </a:lnTo>
                  <a:lnTo>
                    <a:pt x="256304" y="1470397"/>
                  </a:lnTo>
                  <a:lnTo>
                    <a:pt x="270648" y="1466993"/>
                  </a:lnTo>
                  <a:lnTo>
                    <a:pt x="284604" y="1463590"/>
                  </a:lnTo>
                  <a:lnTo>
                    <a:pt x="298137" y="1460186"/>
                  </a:lnTo>
                  <a:lnTo>
                    <a:pt x="311133" y="1456782"/>
                  </a:lnTo>
                  <a:lnTo>
                    <a:pt x="323491" y="1453379"/>
                  </a:lnTo>
                  <a:lnTo>
                    <a:pt x="335314" y="1449975"/>
                  </a:lnTo>
                  <a:lnTo>
                    <a:pt x="346587" y="1446571"/>
                  </a:lnTo>
                  <a:lnTo>
                    <a:pt x="357295" y="1443167"/>
                  </a:lnTo>
                  <a:lnTo>
                    <a:pt x="367201" y="1439764"/>
                  </a:lnTo>
                  <a:lnTo>
                    <a:pt x="376515" y="1436360"/>
                  </a:lnTo>
                  <a:lnTo>
                    <a:pt x="385251" y="1432956"/>
                  </a:lnTo>
                  <a:lnTo>
                    <a:pt x="393412" y="1429553"/>
                  </a:lnTo>
                  <a:lnTo>
                    <a:pt x="400885" y="1426149"/>
                  </a:lnTo>
                  <a:lnTo>
                    <a:pt x="407699" y="1422745"/>
                  </a:lnTo>
                  <a:lnTo>
                    <a:pt x="413980" y="1419342"/>
                  </a:lnTo>
                  <a:lnTo>
                    <a:pt x="419741" y="1415938"/>
                  </a:lnTo>
                  <a:lnTo>
                    <a:pt x="424979" y="1412534"/>
                  </a:lnTo>
                  <a:lnTo>
                    <a:pt x="429561" y="1409130"/>
                  </a:lnTo>
                  <a:lnTo>
                    <a:pt x="433694" y="1405727"/>
                  </a:lnTo>
                  <a:lnTo>
                    <a:pt x="437396" y="1402323"/>
                  </a:lnTo>
                  <a:lnTo>
                    <a:pt x="440683" y="1398919"/>
                  </a:lnTo>
                  <a:lnTo>
                    <a:pt x="443480" y="1395516"/>
                  </a:lnTo>
                  <a:lnTo>
                    <a:pt x="445867" y="1392112"/>
                  </a:lnTo>
                  <a:lnTo>
                    <a:pt x="447917" y="1388708"/>
                  </a:lnTo>
                  <a:lnTo>
                    <a:pt x="449648" y="1385305"/>
                  </a:lnTo>
                  <a:lnTo>
                    <a:pt x="451049" y="1381901"/>
                  </a:lnTo>
                  <a:lnTo>
                    <a:pt x="452087" y="1378497"/>
                  </a:lnTo>
                  <a:lnTo>
                    <a:pt x="452871" y="1375094"/>
                  </a:lnTo>
                  <a:lnTo>
                    <a:pt x="453414" y="1371690"/>
                  </a:lnTo>
                  <a:lnTo>
                    <a:pt x="453730" y="1368286"/>
                  </a:lnTo>
                  <a:lnTo>
                    <a:pt x="453767" y="1364882"/>
                  </a:lnTo>
                  <a:lnTo>
                    <a:pt x="453595" y="1361479"/>
                  </a:lnTo>
                  <a:lnTo>
                    <a:pt x="453241" y="1358075"/>
                  </a:lnTo>
                  <a:lnTo>
                    <a:pt x="452713" y="1354671"/>
                  </a:lnTo>
                  <a:lnTo>
                    <a:pt x="451999" y="1351268"/>
                  </a:lnTo>
                  <a:lnTo>
                    <a:pt x="451092" y="1347864"/>
                  </a:lnTo>
                  <a:lnTo>
                    <a:pt x="450042" y="1344460"/>
                  </a:lnTo>
                  <a:lnTo>
                    <a:pt x="448854" y="1341057"/>
                  </a:lnTo>
                  <a:lnTo>
                    <a:pt x="447533" y="1337653"/>
                  </a:lnTo>
                  <a:lnTo>
                    <a:pt x="446038" y="1334249"/>
                  </a:lnTo>
                  <a:lnTo>
                    <a:pt x="444418" y="1330845"/>
                  </a:lnTo>
                  <a:lnTo>
                    <a:pt x="442681" y="1327442"/>
                  </a:lnTo>
                  <a:lnTo>
                    <a:pt x="440830" y="1324038"/>
                  </a:lnTo>
                  <a:lnTo>
                    <a:pt x="438845" y="1320634"/>
                  </a:lnTo>
                  <a:lnTo>
                    <a:pt x="436730" y="1317231"/>
                  </a:lnTo>
                  <a:lnTo>
                    <a:pt x="434511" y="1313827"/>
                  </a:lnTo>
                  <a:lnTo>
                    <a:pt x="432188" y="1310423"/>
                  </a:lnTo>
                  <a:lnTo>
                    <a:pt x="429763" y="1307020"/>
                  </a:lnTo>
                  <a:lnTo>
                    <a:pt x="427201" y="1303616"/>
                  </a:lnTo>
                  <a:lnTo>
                    <a:pt x="424543" y="1300212"/>
                  </a:lnTo>
                  <a:lnTo>
                    <a:pt x="421793" y="1296808"/>
                  </a:lnTo>
                  <a:lnTo>
                    <a:pt x="418951" y="1293405"/>
                  </a:lnTo>
                  <a:lnTo>
                    <a:pt x="415998" y="1290001"/>
                  </a:lnTo>
                  <a:lnTo>
                    <a:pt x="412946" y="1286597"/>
                  </a:lnTo>
                  <a:lnTo>
                    <a:pt x="409813" y="1283194"/>
                  </a:lnTo>
                  <a:lnTo>
                    <a:pt x="406601" y="1279790"/>
                  </a:lnTo>
                  <a:lnTo>
                    <a:pt x="403307" y="1276386"/>
                  </a:lnTo>
                  <a:lnTo>
                    <a:pt x="399917" y="1272983"/>
                  </a:lnTo>
                  <a:lnTo>
                    <a:pt x="396461" y="1269579"/>
                  </a:lnTo>
                  <a:lnTo>
                    <a:pt x="392942" y="1266175"/>
                  </a:lnTo>
                  <a:lnTo>
                    <a:pt x="389364" y="1262771"/>
                  </a:lnTo>
                  <a:lnTo>
                    <a:pt x="385714" y="1259368"/>
                  </a:lnTo>
                  <a:lnTo>
                    <a:pt x="382013" y="1255964"/>
                  </a:lnTo>
                  <a:lnTo>
                    <a:pt x="378270" y="1252560"/>
                  </a:lnTo>
                  <a:lnTo>
                    <a:pt x="374487" y="1249157"/>
                  </a:lnTo>
                  <a:lnTo>
                    <a:pt x="370668" y="1245753"/>
                  </a:lnTo>
                  <a:lnTo>
                    <a:pt x="366815" y="1242349"/>
                  </a:lnTo>
                  <a:lnTo>
                    <a:pt x="362943" y="1238946"/>
                  </a:lnTo>
                  <a:lnTo>
                    <a:pt x="359056" y="1235542"/>
                  </a:lnTo>
                  <a:lnTo>
                    <a:pt x="355159" y="1232138"/>
                  </a:lnTo>
                  <a:lnTo>
                    <a:pt x="351257" y="1228734"/>
                  </a:lnTo>
                  <a:lnTo>
                    <a:pt x="347360" y="1225331"/>
                  </a:lnTo>
                  <a:lnTo>
                    <a:pt x="343471" y="1221927"/>
                  </a:lnTo>
                  <a:lnTo>
                    <a:pt x="339595" y="1218523"/>
                  </a:lnTo>
                  <a:lnTo>
                    <a:pt x="335741" y="1215120"/>
                  </a:lnTo>
                  <a:lnTo>
                    <a:pt x="331917" y="1211716"/>
                  </a:lnTo>
                  <a:lnTo>
                    <a:pt x="328124" y="1208312"/>
                  </a:lnTo>
                  <a:lnTo>
                    <a:pt x="324364" y="1204909"/>
                  </a:lnTo>
                  <a:lnTo>
                    <a:pt x="320641" y="1201505"/>
                  </a:lnTo>
                  <a:lnTo>
                    <a:pt x="316978" y="1198101"/>
                  </a:lnTo>
                  <a:lnTo>
                    <a:pt x="313363" y="1194698"/>
                  </a:lnTo>
                  <a:lnTo>
                    <a:pt x="309798" y="1191294"/>
                  </a:lnTo>
                  <a:lnTo>
                    <a:pt x="306285" y="1187890"/>
                  </a:lnTo>
                  <a:lnTo>
                    <a:pt x="302843" y="1184486"/>
                  </a:lnTo>
                  <a:lnTo>
                    <a:pt x="299470" y="1181083"/>
                  </a:lnTo>
                  <a:lnTo>
                    <a:pt x="296159" y="1177679"/>
                  </a:lnTo>
                  <a:lnTo>
                    <a:pt x="292912" y="1174275"/>
                  </a:lnTo>
                  <a:lnTo>
                    <a:pt x="289735" y="1170872"/>
                  </a:lnTo>
                  <a:lnTo>
                    <a:pt x="286650" y="1167468"/>
                  </a:lnTo>
                  <a:lnTo>
                    <a:pt x="283635" y="1164064"/>
                  </a:lnTo>
                  <a:lnTo>
                    <a:pt x="280690" y="1160661"/>
                  </a:lnTo>
                  <a:lnTo>
                    <a:pt x="277818" y="1157257"/>
                  </a:lnTo>
                  <a:lnTo>
                    <a:pt x="275041" y="1153853"/>
                  </a:lnTo>
                  <a:lnTo>
                    <a:pt x="272346" y="1150449"/>
                  </a:lnTo>
                  <a:lnTo>
                    <a:pt x="269727" y="1147046"/>
                  </a:lnTo>
                  <a:lnTo>
                    <a:pt x="267184" y="1143642"/>
                  </a:lnTo>
                  <a:lnTo>
                    <a:pt x="266717" y="1142995"/>
                  </a:lnTo>
                  <a:lnTo>
                    <a:pt x="264726" y="1140238"/>
                  </a:lnTo>
                  <a:lnTo>
                    <a:pt x="262367" y="1136835"/>
                  </a:lnTo>
                  <a:lnTo>
                    <a:pt x="260087" y="1133431"/>
                  </a:lnTo>
                  <a:lnTo>
                    <a:pt x="257885" y="1130027"/>
                  </a:lnTo>
                  <a:lnTo>
                    <a:pt x="255760" y="1126624"/>
                  </a:lnTo>
                  <a:lnTo>
                    <a:pt x="253743" y="1123220"/>
                  </a:lnTo>
                  <a:lnTo>
                    <a:pt x="251809" y="1119816"/>
                  </a:lnTo>
                  <a:lnTo>
                    <a:pt x="249955" y="1116412"/>
                  </a:lnTo>
                  <a:lnTo>
                    <a:pt x="248180" y="1113009"/>
                  </a:lnTo>
                  <a:lnTo>
                    <a:pt x="246499" y="1109605"/>
                  </a:lnTo>
                  <a:lnTo>
                    <a:pt x="244917" y="1106201"/>
                  </a:lnTo>
                  <a:lnTo>
                    <a:pt x="243415" y="1102798"/>
                  </a:lnTo>
                  <a:lnTo>
                    <a:pt x="241992" y="1099394"/>
                  </a:lnTo>
                  <a:lnTo>
                    <a:pt x="240650" y="1095990"/>
                  </a:lnTo>
                  <a:lnTo>
                    <a:pt x="239419" y="1092587"/>
                  </a:lnTo>
                  <a:lnTo>
                    <a:pt x="238269" y="1089183"/>
                  </a:lnTo>
                  <a:lnTo>
                    <a:pt x="237197" y="1085779"/>
                  </a:lnTo>
                  <a:lnTo>
                    <a:pt x="236205" y="1082375"/>
                  </a:lnTo>
                  <a:lnTo>
                    <a:pt x="235309" y="1078972"/>
                  </a:lnTo>
                  <a:lnTo>
                    <a:pt x="234505" y="1075568"/>
                  </a:lnTo>
                  <a:lnTo>
                    <a:pt x="233778" y="1072164"/>
                  </a:lnTo>
                  <a:lnTo>
                    <a:pt x="233127" y="1068761"/>
                  </a:lnTo>
                  <a:lnTo>
                    <a:pt x="232557" y="1065357"/>
                  </a:lnTo>
                  <a:lnTo>
                    <a:pt x="232088" y="1061953"/>
                  </a:lnTo>
                  <a:lnTo>
                    <a:pt x="231693" y="1058550"/>
                  </a:lnTo>
                  <a:lnTo>
                    <a:pt x="231370" y="1055146"/>
                  </a:lnTo>
                  <a:lnTo>
                    <a:pt x="231119" y="1051742"/>
                  </a:lnTo>
                  <a:lnTo>
                    <a:pt x="230959" y="1048338"/>
                  </a:lnTo>
                  <a:lnTo>
                    <a:pt x="230877" y="1044935"/>
                  </a:lnTo>
                  <a:lnTo>
                    <a:pt x="230862" y="1041531"/>
                  </a:lnTo>
                  <a:lnTo>
                    <a:pt x="230914" y="1038127"/>
                  </a:lnTo>
                  <a:lnTo>
                    <a:pt x="231038" y="1034724"/>
                  </a:lnTo>
                  <a:lnTo>
                    <a:pt x="231246" y="1031320"/>
                  </a:lnTo>
                  <a:lnTo>
                    <a:pt x="231514" y="1027916"/>
                  </a:lnTo>
                  <a:lnTo>
                    <a:pt x="231844" y="1024513"/>
                  </a:lnTo>
                  <a:lnTo>
                    <a:pt x="232233" y="1021109"/>
                  </a:lnTo>
                  <a:lnTo>
                    <a:pt x="232700" y="1017705"/>
                  </a:lnTo>
                  <a:lnTo>
                    <a:pt x="233226" y="1014302"/>
                  </a:lnTo>
                  <a:lnTo>
                    <a:pt x="233806" y="1010898"/>
                  </a:lnTo>
                  <a:lnTo>
                    <a:pt x="234440" y="1007494"/>
                  </a:lnTo>
                  <a:lnTo>
                    <a:pt x="235135" y="1004090"/>
                  </a:lnTo>
                  <a:lnTo>
                    <a:pt x="235891" y="1000687"/>
                  </a:lnTo>
                  <a:lnTo>
                    <a:pt x="236697" y="997283"/>
                  </a:lnTo>
                  <a:lnTo>
                    <a:pt x="237549" y="993879"/>
                  </a:lnTo>
                  <a:lnTo>
                    <a:pt x="238448" y="990476"/>
                  </a:lnTo>
                  <a:lnTo>
                    <a:pt x="239408" y="987072"/>
                  </a:lnTo>
                  <a:lnTo>
                    <a:pt x="240412" y="983668"/>
                  </a:lnTo>
                  <a:lnTo>
                    <a:pt x="241457" y="980265"/>
                  </a:lnTo>
                  <a:lnTo>
                    <a:pt x="242543" y="976861"/>
                  </a:lnTo>
                  <a:lnTo>
                    <a:pt x="243677" y="973457"/>
                  </a:lnTo>
                  <a:lnTo>
                    <a:pt x="244855" y="970053"/>
                  </a:lnTo>
                  <a:lnTo>
                    <a:pt x="246069" y="966650"/>
                  </a:lnTo>
                  <a:lnTo>
                    <a:pt x="247319" y="963246"/>
                  </a:lnTo>
                  <a:lnTo>
                    <a:pt x="248604" y="959842"/>
                  </a:lnTo>
                  <a:lnTo>
                    <a:pt x="249933" y="956439"/>
                  </a:lnTo>
                  <a:lnTo>
                    <a:pt x="251294" y="953035"/>
                  </a:lnTo>
                  <a:lnTo>
                    <a:pt x="252684" y="949631"/>
                  </a:lnTo>
                  <a:lnTo>
                    <a:pt x="254104" y="946228"/>
                  </a:lnTo>
                  <a:lnTo>
                    <a:pt x="255559" y="942824"/>
                  </a:lnTo>
                  <a:lnTo>
                    <a:pt x="255668" y="942572"/>
                  </a:lnTo>
                  <a:lnTo>
                    <a:pt x="257044" y="939420"/>
                  </a:lnTo>
                  <a:lnTo>
                    <a:pt x="258554" y="936016"/>
                  </a:lnTo>
                  <a:lnTo>
                    <a:pt x="260088" y="932613"/>
                  </a:lnTo>
                  <a:lnTo>
                    <a:pt x="261648" y="929209"/>
                  </a:lnTo>
                  <a:lnTo>
                    <a:pt x="263238" y="925805"/>
                  </a:lnTo>
                  <a:lnTo>
                    <a:pt x="264848" y="922402"/>
                  </a:lnTo>
                  <a:lnTo>
                    <a:pt x="266478" y="918998"/>
                  </a:lnTo>
                  <a:lnTo>
                    <a:pt x="268128" y="915594"/>
                  </a:lnTo>
                  <a:lnTo>
                    <a:pt x="269803" y="912191"/>
                  </a:lnTo>
                  <a:lnTo>
                    <a:pt x="271497" y="908787"/>
                  </a:lnTo>
                  <a:lnTo>
                    <a:pt x="273208" y="905383"/>
                  </a:lnTo>
                  <a:lnTo>
                    <a:pt x="274935" y="901979"/>
                  </a:lnTo>
                  <a:lnTo>
                    <a:pt x="276681" y="898576"/>
                  </a:lnTo>
                  <a:lnTo>
                    <a:pt x="278447" y="895172"/>
                  </a:lnTo>
                  <a:lnTo>
                    <a:pt x="280227" y="891768"/>
                  </a:lnTo>
                  <a:lnTo>
                    <a:pt x="282022" y="888365"/>
                  </a:lnTo>
                  <a:lnTo>
                    <a:pt x="283832" y="884961"/>
                  </a:lnTo>
                  <a:lnTo>
                    <a:pt x="285662" y="881557"/>
                  </a:lnTo>
                  <a:lnTo>
                    <a:pt x="287506" y="878154"/>
                  </a:lnTo>
                  <a:lnTo>
                    <a:pt x="289364" y="874750"/>
                  </a:lnTo>
                  <a:lnTo>
                    <a:pt x="291236" y="871346"/>
                  </a:lnTo>
                  <a:lnTo>
                    <a:pt x="293125" y="867942"/>
                  </a:lnTo>
                  <a:lnTo>
                    <a:pt x="295031" y="864539"/>
                  </a:lnTo>
                  <a:lnTo>
                    <a:pt x="296951" y="861135"/>
                  </a:lnTo>
                  <a:lnTo>
                    <a:pt x="298885" y="857731"/>
                  </a:lnTo>
                  <a:lnTo>
                    <a:pt x="300833" y="854328"/>
                  </a:lnTo>
                  <a:lnTo>
                    <a:pt x="302801" y="850924"/>
                  </a:lnTo>
                  <a:lnTo>
                    <a:pt x="304783" y="847520"/>
                  </a:lnTo>
                  <a:lnTo>
                    <a:pt x="306778" y="844117"/>
                  </a:lnTo>
                  <a:lnTo>
                    <a:pt x="308788" y="840713"/>
                  </a:lnTo>
                  <a:lnTo>
                    <a:pt x="310814" y="837309"/>
                  </a:lnTo>
                  <a:lnTo>
                    <a:pt x="312855" y="833906"/>
                  </a:lnTo>
                  <a:lnTo>
                    <a:pt x="314908" y="830502"/>
                  </a:lnTo>
                  <a:lnTo>
                    <a:pt x="316974" y="827098"/>
                  </a:lnTo>
                  <a:lnTo>
                    <a:pt x="319052" y="823694"/>
                  </a:lnTo>
                  <a:lnTo>
                    <a:pt x="321144" y="820291"/>
                  </a:lnTo>
                  <a:lnTo>
                    <a:pt x="323245" y="816887"/>
                  </a:lnTo>
                  <a:lnTo>
                    <a:pt x="325355" y="813483"/>
                  </a:lnTo>
                  <a:lnTo>
                    <a:pt x="327472" y="810080"/>
                  </a:lnTo>
                  <a:lnTo>
                    <a:pt x="329598" y="806676"/>
                  </a:lnTo>
                  <a:lnTo>
                    <a:pt x="331729" y="803272"/>
                  </a:lnTo>
                  <a:lnTo>
                    <a:pt x="333862" y="799869"/>
                  </a:lnTo>
                  <a:lnTo>
                    <a:pt x="335998" y="796465"/>
                  </a:lnTo>
                  <a:lnTo>
                    <a:pt x="338134" y="793061"/>
                  </a:lnTo>
                  <a:lnTo>
                    <a:pt x="340268" y="789657"/>
                  </a:lnTo>
                  <a:lnTo>
                    <a:pt x="342398" y="786254"/>
                  </a:lnTo>
                  <a:lnTo>
                    <a:pt x="344523" y="782850"/>
                  </a:lnTo>
                  <a:lnTo>
                    <a:pt x="346641" y="779446"/>
                  </a:lnTo>
                  <a:lnTo>
                    <a:pt x="348747" y="776043"/>
                  </a:lnTo>
                  <a:lnTo>
                    <a:pt x="350841" y="772639"/>
                  </a:lnTo>
                  <a:lnTo>
                    <a:pt x="352923" y="769235"/>
                  </a:lnTo>
                  <a:lnTo>
                    <a:pt x="354990" y="765832"/>
                  </a:lnTo>
                  <a:lnTo>
                    <a:pt x="357039" y="762428"/>
                  </a:lnTo>
                  <a:lnTo>
                    <a:pt x="359066" y="759024"/>
                  </a:lnTo>
                  <a:lnTo>
                    <a:pt x="361073" y="755620"/>
                  </a:lnTo>
                  <a:lnTo>
                    <a:pt x="363059" y="752217"/>
                  </a:lnTo>
                  <a:lnTo>
                    <a:pt x="365023" y="748813"/>
                  </a:lnTo>
                  <a:lnTo>
                    <a:pt x="366955" y="745409"/>
                  </a:lnTo>
                  <a:lnTo>
                    <a:pt x="368861" y="742006"/>
                  </a:lnTo>
                  <a:lnTo>
                    <a:pt x="370743" y="738602"/>
                  </a:lnTo>
                  <a:lnTo>
                    <a:pt x="372598" y="735198"/>
                  </a:lnTo>
                  <a:lnTo>
                    <a:pt x="374421" y="731795"/>
                  </a:lnTo>
                  <a:lnTo>
                    <a:pt x="376211" y="728391"/>
                  </a:lnTo>
                  <a:lnTo>
                    <a:pt x="377974" y="724987"/>
                  </a:lnTo>
                  <a:lnTo>
                    <a:pt x="379710" y="721583"/>
                  </a:lnTo>
                  <a:lnTo>
                    <a:pt x="381417" y="718180"/>
                  </a:lnTo>
                  <a:lnTo>
                    <a:pt x="383087" y="714776"/>
                  </a:lnTo>
                  <a:lnTo>
                    <a:pt x="384731" y="711372"/>
                  </a:lnTo>
                  <a:lnTo>
                    <a:pt x="386348" y="707969"/>
                  </a:lnTo>
                  <a:lnTo>
                    <a:pt x="387941" y="704565"/>
                  </a:lnTo>
                  <a:lnTo>
                    <a:pt x="389501" y="701161"/>
                  </a:lnTo>
                  <a:lnTo>
                    <a:pt x="391036" y="697758"/>
                  </a:lnTo>
                  <a:lnTo>
                    <a:pt x="392548" y="694354"/>
                  </a:lnTo>
                  <a:lnTo>
                    <a:pt x="394040" y="690950"/>
                  </a:lnTo>
                  <a:lnTo>
                    <a:pt x="395509" y="687547"/>
                  </a:lnTo>
                  <a:lnTo>
                    <a:pt x="396955" y="684143"/>
                  </a:lnTo>
                  <a:lnTo>
                    <a:pt x="398385" y="680739"/>
                  </a:lnTo>
                  <a:lnTo>
                    <a:pt x="399799" y="677335"/>
                  </a:lnTo>
                  <a:lnTo>
                    <a:pt x="401200" y="673932"/>
                  </a:lnTo>
                  <a:lnTo>
                    <a:pt x="402583" y="670528"/>
                  </a:lnTo>
                  <a:lnTo>
                    <a:pt x="403956" y="667124"/>
                  </a:lnTo>
                  <a:lnTo>
                    <a:pt x="405319" y="663721"/>
                  </a:lnTo>
                  <a:lnTo>
                    <a:pt x="406675" y="660317"/>
                  </a:lnTo>
                  <a:lnTo>
                    <a:pt x="408022" y="656913"/>
                  </a:lnTo>
                  <a:lnTo>
                    <a:pt x="409363" y="653510"/>
                  </a:lnTo>
                  <a:lnTo>
                    <a:pt x="410700" y="650106"/>
                  </a:lnTo>
                  <a:lnTo>
                    <a:pt x="412034" y="646702"/>
                  </a:lnTo>
                  <a:lnTo>
                    <a:pt x="413365" y="643298"/>
                  </a:lnTo>
                  <a:lnTo>
                    <a:pt x="414695" y="639895"/>
                  </a:lnTo>
                  <a:lnTo>
                    <a:pt x="416024" y="636491"/>
                  </a:lnTo>
                  <a:lnTo>
                    <a:pt x="417352" y="633087"/>
                  </a:lnTo>
                  <a:lnTo>
                    <a:pt x="418681" y="629684"/>
                  </a:lnTo>
                  <a:lnTo>
                    <a:pt x="420010" y="626280"/>
                  </a:lnTo>
                  <a:lnTo>
                    <a:pt x="421339" y="622876"/>
                  </a:lnTo>
                  <a:lnTo>
                    <a:pt x="422669" y="619473"/>
                  </a:lnTo>
                  <a:lnTo>
                    <a:pt x="423999" y="616069"/>
                  </a:lnTo>
                  <a:lnTo>
                    <a:pt x="425329" y="612665"/>
                  </a:lnTo>
                  <a:lnTo>
                    <a:pt x="426657" y="609261"/>
                  </a:lnTo>
                  <a:lnTo>
                    <a:pt x="427985" y="605858"/>
                  </a:lnTo>
                  <a:lnTo>
                    <a:pt x="429310" y="602454"/>
                  </a:lnTo>
                  <a:lnTo>
                    <a:pt x="430633" y="599050"/>
                  </a:lnTo>
                  <a:lnTo>
                    <a:pt x="431951" y="595647"/>
                  </a:lnTo>
                  <a:lnTo>
                    <a:pt x="433263" y="592243"/>
                  </a:lnTo>
                  <a:lnTo>
                    <a:pt x="434569" y="588839"/>
                  </a:lnTo>
                  <a:lnTo>
                    <a:pt x="435869" y="585436"/>
                  </a:lnTo>
                  <a:lnTo>
                    <a:pt x="437160" y="582032"/>
                  </a:lnTo>
                  <a:lnTo>
                    <a:pt x="438439" y="578628"/>
                  </a:lnTo>
                  <a:lnTo>
                    <a:pt x="439707" y="575224"/>
                  </a:lnTo>
                  <a:lnTo>
                    <a:pt x="440963" y="571821"/>
                  </a:lnTo>
                  <a:lnTo>
                    <a:pt x="442206" y="568417"/>
                  </a:lnTo>
                  <a:lnTo>
                    <a:pt x="443430" y="565013"/>
                  </a:lnTo>
                  <a:lnTo>
                    <a:pt x="444637" y="561610"/>
                  </a:lnTo>
                  <a:lnTo>
                    <a:pt x="445826" y="558206"/>
                  </a:lnTo>
                  <a:lnTo>
                    <a:pt x="446998" y="554802"/>
                  </a:lnTo>
                  <a:lnTo>
                    <a:pt x="448146" y="551399"/>
                  </a:lnTo>
                  <a:lnTo>
                    <a:pt x="449269" y="547995"/>
                  </a:lnTo>
                  <a:lnTo>
                    <a:pt x="450369" y="544591"/>
                  </a:lnTo>
                  <a:lnTo>
                    <a:pt x="451447" y="541187"/>
                  </a:lnTo>
                  <a:lnTo>
                    <a:pt x="452500" y="537784"/>
                  </a:lnTo>
                  <a:lnTo>
                    <a:pt x="453518" y="534380"/>
                  </a:lnTo>
                  <a:lnTo>
                    <a:pt x="454509" y="530976"/>
                  </a:lnTo>
                  <a:lnTo>
                    <a:pt x="455472" y="527573"/>
                  </a:lnTo>
                  <a:lnTo>
                    <a:pt x="456408" y="524169"/>
                  </a:lnTo>
                  <a:lnTo>
                    <a:pt x="457308" y="520765"/>
                  </a:lnTo>
                  <a:lnTo>
                    <a:pt x="458173" y="517362"/>
                  </a:lnTo>
                  <a:lnTo>
                    <a:pt x="459008" y="513958"/>
                  </a:lnTo>
                  <a:lnTo>
                    <a:pt x="459812" y="510554"/>
                  </a:lnTo>
                  <a:lnTo>
                    <a:pt x="460584" y="507151"/>
                  </a:lnTo>
                  <a:lnTo>
                    <a:pt x="461312" y="503747"/>
                  </a:lnTo>
                  <a:lnTo>
                    <a:pt x="462009" y="500343"/>
                  </a:lnTo>
                  <a:lnTo>
                    <a:pt x="462674" y="496939"/>
                  </a:lnTo>
                  <a:lnTo>
                    <a:pt x="463307" y="493536"/>
                  </a:lnTo>
                  <a:lnTo>
                    <a:pt x="463900" y="490132"/>
                  </a:lnTo>
                  <a:lnTo>
                    <a:pt x="464457" y="486728"/>
                  </a:lnTo>
                  <a:lnTo>
                    <a:pt x="464984" y="483325"/>
                  </a:lnTo>
                  <a:lnTo>
                    <a:pt x="465480" y="479921"/>
                  </a:lnTo>
                  <a:lnTo>
                    <a:pt x="465944" y="476517"/>
                  </a:lnTo>
                  <a:lnTo>
                    <a:pt x="466369" y="473114"/>
                  </a:lnTo>
                  <a:lnTo>
                    <a:pt x="466766" y="469710"/>
                  </a:lnTo>
                  <a:lnTo>
                    <a:pt x="467137" y="466306"/>
                  </a:lnTo>
                  <a:lnTo>
                    <a:pt x="467481" y="462902"/>
                  </a:lnTo>
                  <a:lnTo>
                    <a:pt x="467792" y="459499"/>
                  </a:lnTo>
                  <a:lnTo>
                    <a:pt x="468078" y="456095"/>
                  </a:lnTo>
                  <a:lnTo>
                    <a:pt x="468342" y="452691"/>
                  </a:lnTo>
                  <a:lnTo>
                    <a:pt x="468584" y="449288"/>
                  </a:lnTo>
                  <a:lnTo>
                    <a:pt x="468805" y="445884"/>
                  </a:lnTo>
                  <a:lnTo>
                    <a:pt x="469003" y="442480"/>
                  </a:lnTo>
                  <a:lnTo>
                    <a:pt x="469186" y="439077"/>
                  </a:lnTo>
                  <a:lnTo>
                    <a:pt x="469353" y="435673"/>
                  </a:lnTo>
                  <a:lnTo>
                    <a:pt x="469508" y="432269"/>
                  </a:lnTo>
                  <a:lnTo>
                    <a:pt x="469646" y="428865"/>
                  </a:lnTo>
                  <a:lnTo>
                    <a:pt x="469774" y="425462"/>
                  </a:lnTo>
                  <a:lnTo>
                    <a:pt x="469894" y="422058"/>
                  </a:lnTo>
                  <a:lnTo>
                    <a:pt x="470007" y="418654"/>
                  </a:lnTo>
                  <a:lnTo>
                    <a:pt x="470113" y="415251"/>
                  </a:lnTo>
                  <a:lnTo>
                    <a:pt x="470213" y="411847"/>
                  </a:lnTo>
                  <a:lnTo>
                    <a:pt x="470311" y="408443"/>
                  </a:lnTo>
                  <a:lnTo>
                    <a:pt x="470407" y="405040"/>
                  </a:lnTo>
                  <a:lnTo>
                    <a:pt x="470501" y="401636"/>
                  </a:lnTo>
                  <a:lnTo>
                    <a:pt x="470595" y="398232"/>
                  </a:lnTo>
                  <a:lnTo>
                    <a:pt x="470690" y="394828"/>
                  </a:lnTo>
                  <a:lnTo>
                    <a:pt x="470786" y="391425"/>
                  </a:lnTo>
                  <a:lnTo>
                    <a:pt x="470885" y="388021"/>
                  </a:lnTo>
                  <a:lnTo>
                    <a:pt x="470986" y="384617"/>
                  </a:lnTo>
                  <a:lnTo>
                    <a:pt x="471090" y="381214"/>
                  </a:lnTo>
                  <a:lnTo>
                    <a:pt x="471198" y="377810"/>
                  </a:lnTo>
                  <a:lnTo>
                    <a:pt x="471309" y="374406"/>
                  </a:lnTo>
                  <a:lnTo>
                    <a:pt x="471424" y="371003"/>
                  </a:lnTo>
                  <a:lnTo>
                    <a:pt x="471543" y="367599"/>
                  </a:lnTo>
                  <a:lnTo>
                    <a:pt x="471665" y="364195"/>
                  </a:lnTo>
                  <a:lnTo>
                    <a:pt x="471790" y="360791"/>
                  </a:lnTo>
                  <a:lnTo>
                    <a:pt x="471918" y="357388"/>
                  </a:lnTo>
                  <a:lnTo>
                    <a:pt x="472049" y="353984"/>
                  </a:lnTo>
                  <a:lnTo>
                    <a:pt x="472182" y="350580"/>
                  </a:lnTo>
                  <a:lnTo>
                    <a:pt x="472317" y="347177"/>
                  </a:lnTo>
                  <a:lnTo>
                    <a:pt x="472454" y="343773"/>
                  </a:lnTo>
                  <a:lnTo>
                    <a:pt x="472591" y="340369"/>
                  </a:lnTo>
                  <a:lnTo>
                    <a:pt x="472729" y="336966"/>
                  </a:lnTo>
                  <a:lnTo>
                    <a:pt x="472867" y="333562"/>
                  </a:lnTo>
                  <a:lnTo>
                    <a:pt x="473004" y="330158"/>
                  </a:lnTo>
                  <a:lnTo>
                    <a:pt x="473140" y="326755"/>
                  </a:lnTo>
                  <a:lnTo>
                    <a:pt x="473274" y="323351"/>
                  </a:lnTo>
                  <a:lnTo>
                    <a:pt x="473406" y="319947"/>
                  </a:lnTo>
                  <a:lnTo>
                    <a:pt x="473536" y="316543"/>
                  </a:lnTo>
                  <a:lnTo>
                    <a:pt x="473663" y="313140"/>
                  </a:lnTo>
                  <a:lnTo>
                    <a:pt x="473787" y="309736"/>
                  </a:lnTo>
                  <a:lnTo>
                    <a:pt x="473907" y="306332"/>
                  </a:lnTo>
                  <a:lnTo>
                    <a:pt x="474023" y="302929"/>
                  </a:lnTo>
                  <a:lnTo>
                    <a:pt x="474136" y="299525"/>
                  </a:lnTo>
                  <a:lnTo>
                    <a:pt x="474245" y="296121"/>
                  </a:lnTo>
                  <a:lnTo>
                    <a:pt x="474349" y="292718"/>
                  </a:lnTo>
                  <a:lnTo>
                    <a:pt x="474448" y="289314"/>
                  </a:lnTo>
                  <a:lnTo>
                    <a:pt x="474544" y="285910"/>
                  </a:lnTo>
                  <a:lnTo>
                    <a:pt x="474635" y="282506"/>
                  </a:lnTo>
                  <a:lnTo>
                    <a:pt x="474722" y="279103"/>
                  </a:lnTo>
                  <a:lnTo>
                    <a:pt x="474804" y="275699"/>
                  </a:lnTo>
                  <a:lnTo>
                    <a:pt x="474883" y="272295"/>
                  </a:lnTo>
                  <a:lnTo>
                    <a:pt x="474958" y="268892"/>
                  </a:lnTo>
                  <a:lnTo>
                    <a:pt x="475030" y="265488"/>
                  </a:lnTo>
                  <a:lnTo>
                    <a:pt x="475097" y="262084"/>
                  </a:lnTo>
                  <a:lnTo>
                    <a:pt x="475161" y="258681"/>
                  </a:lnTo>
                  <a:lnTo>
                    <a:pt x="475223" y="255277"/>
                  </a:lnTo>
                  <a:lnTo>
                    <a:pt x="475283" y="251873"/>
                  </a:lnTo>
                  <a:lnTo>
                    <a:pt x="475339" y="248469"/>
                  </a:lnTo>
                  <a:lnTo>
                    <a:pt x="475394" y="245066"/>
                  </a:lnTo>
                  <a:lnTo>
                    <a:pt x="475447" y="241662"/>
                  </a:lnTo>
                  <a:lnTo>
                    <a:pt x="475499" y="238258"/>
                  </a:lnTo>
                  <a:lnTo>
                    <a:pt x="475550" y="234855"/>
                  </a:lnTo>
                  <a:lnTo>
                    <a:pt x="475600" y="231451"/>
                  </a:lnTo>
                  <a:lnTo>
                    <a:pt x="475649" y="228047"/>
                  </a:lnTo>
                  <a:lnTo>
                    <a:pt x="475698" y="224644"/>
                  </a:lnTo>
                  <a:lnTo>
                    <a:pt x="475747" y="221240"/>
                  </a:lnTo>
                  <a:lnTo>
                    <a:pt x="475797" y="217836"/>
                  </a:lnTo>
                  <a:lnTo>
                    <a:pt x="475846" y="214432"/>
                  </a:lnTo>
                  <a:lnTo>
                    <a:pt x="475896" y="211029"/>
                  </a:lnTo>
                  <a:lnTo>
                    <a:pt x="475947" y="207625"/>
                  </a:lnTo>
                  <a:lnTo>
                    <a:pt x="475998" y="204221"/>
                  </a:lnTo>
                  <a:lnTo>
                    <a:pt x="476051" y="200818"/>
                  </a:lnTo>
                  <a:lnTo>
                    <a:pt x="476104" y="197414"/>
                  </a:lnTo>
                  <a:lnTo>
                    <a:pt x="476158" y="194010"/>
                  </a:lnTo>
                  <a:lnTo>
                    <a:pt x="476213" y="190607"/>
                  </a:lnTo>
                  <a:lnTo>
                    <a:pt x="476269" y="187203"/>
                  </a:lnTo>
                  <a:lnTo>
                    <a:pt x="476325" y="183799"/>
                  </a:lnTo>
                  <a:lnTo>
                    <a:pt x="476383" y="180395"/>
                  </a:lnTo>
                  <a:lnTo>
                    <a:pt x="476441" y="176992"/>
                  </a:lnTo>
                  <a:lnTo>
                    <a:pt x="476500" y="173588"/>
                  </a:lnTo>
                  <a:lnTo>
                    <a:pt x="476559" y="170184"/>
                  </a:lnTo>
                  <a:lnTo>
                    <a:pt x="476618" y="166781"/>
                  </a:lnTo>
                  <a:lnTo>
                    <a:pt x="476677" y="163377"/>
                  </a:lnTo>
                  <a:lnTo>
                    <a:pt x="476737" y="159973"/>
                  </a:lnTo>
                  <a:lnTo>
                    <a:pt x="476796" y="156570"/>
                  </a:lnTo>
                  <a:lnTo>
                    <a:pt x="476855" y="153166"/>
                  </a:lnTo>
                  <a:lnTo>
                    <a:pt x="476913" y="149762"/>
                  </a:lnTo>
                  <a:lnTo>
                    <a:pt x="476971" y="146359"/>
                  </a:lnTo>
                  <a:lnTo>
                    <a:pt x="477027" y="142955"/>
                  </a:lnTo>
                  <a:lnTo>
                    <a:pt x="477083" y="139551"/>
                  </a:lnTo>
                  <a:lnTo>
                    <a:pt x="477137" y="136147"/>
                  </a:lnTo>
                  <a:lnTo>
                    <a:pt x="477190" y="132744"/>
                  </a:lnTo>
                  <a:lnTo>
                    <a:pt x="477242" y="129340"/>
                  </a:lnTo>
                  <a:lnTo>
                    <a:pt x="477292" y="125936"/>
                  </a:lnTo>
                  <a:lnTo>
                    <a:pt x="477340" y="122533"/>
                  </a:lnTo>
                  <a:lnTo>
                    <a:pt x="477386" y="119129"/>
                  </a:lnTo>
                  <a:lnTo>
                    <a:pt x="477431" y="115725"/>
                  </a:lnTo>
                  <a:lnTo>
                    <a:pt x="477474" y="112322"/>
                  </a:lnTo>
                  <a:lnTo>
                    <a:pt x="477514" y="108918"/>
                  </a:lnTo>
                  <a:lnTo>
                    <a:pt x="477553" y="105514"/>
                  </a:lnTo>
                  <a:lnTo>
                    <a:pt x="477589" y="102110"/>
                  </a:lnTo>
                  <a:lnTo>
                    <a:pt x="477624" y="98707"/>
                  </a:lnTo>
                  <a:lnTo>
                    <a:pt x="477656" y="95303"/>
                  </a:lnTo>
                  <a:lnTo>
                    <a:pt x="477687" y="91899"/>
                  </a:lnTo>
                  <a:lnTo>
                    <a:pt x="477715" y="88496"/>
                  </a:lnTo>
                  <a:lnTo>
                    <a:pt x="477742" y="85092"/>
                  </a:lnTo>
                  <a:lnTo>
                    <a:pt x="477767" y="81688"/>
                  </a:lnTo>
                  <a:lnTo>
                    <a:pt x="477790" y="78285"/>
                  </a:lnTo>
                  <a:lnTo>
                    <a:pt x="477811" y="74881"/>
                  </a:lnTo>
                  <a:lnTo>
                    <a:pt x="477830" y="71477"/>
                  </a:lnTo>
                  <a:lnTo>
                    <a:pt x="477848" y="68073"/>
                  </a:lnTo>
                  <a:lnTo>
                    <a:pt x="477865" y="64670"/>
                  </a:lnTo>
                  <a:lnTo>
                    <a:pt x="477879" y="61266"/>
                  </a:lnTo>
                  <a:lnTo>
                    <a:pt x="477893" y="57862"/>
                  </a:lnTo>
                  <a:lnTo>
                    <a:pt x="477906" y="54459"/>
                  </a:lnTo>
                  <a:lnTo>
                    <a:pt x="477917" y="51055"/>
                  </a:lnTo>
                  <a:lnTo>
                    <a:pt x="477927" y="47651"/>
                  </a:lnTo>
                  <a:lnTo>
                    <a:pt x="477936" y="44248"/>
                  </a:lnTo>
                  <a:lnTo>
                    <a:pt x="477944" y="40844"/>
                  </a:lnTo>
                  <a:lnTo>
                    <a:pt x="477951" y="37440"/>
                  </a:lnTo>
                  <a:lnTo>
                    <a:pt x="477957" y="34036"/>
                  </a:lnTo>
                  <a:lnTo>
                    <a:pt x="477963" y="30633"/>
                  </a:lnTo>
                  <a:lnTo>
                    <a:pt x="477968" y="27229"/>
                  </a:lnTo>
                  <a:lnTo>
                    <a:pt x="477972" y="23825"/>
                  </a:lnTo>
                  <a:lnTo>
                    <a:pt x="477976" y="20422"/>
                  </a:lnTo>
                  <a:lnTo>
                    <a:pt x="477980" y="17018"/>
                  </a:lnTo>
                  <a:lnTo>
                    <a:pt x="477983" y="13614"/>
                  </a:lnTo>
                  <a:lnTo>
                    <a:pt x="477985" y="10211"/>
                  </a:lnTo>
                  <a:lnTo>
                    <a:pt x="477988" y="6807"/>
                  </a:lnTo>
                  <a:lnTo>
                    <a:pt x="477990" y="3403"/>
                  </a:lnTo>
                  <a:lnTo>
                    <a:pt x="478010" y="0"/>
                  </a:lnTo>
                  <a:lnTo>
                    <a:pt x="478012" y="3403"/>
                  </a:lnTo>
                  <a:lnTo>
                    <a:pt x="478014" y="6807"/>
                  </a:lnTo>
                  <a:lnTo>
                    <a:pt x="478016" y="10211"/>
                  </a:lnTo>
                  <a:lnTo>
                    <a:pt x="478019" y="13614"/>
                  </a:lnTo>
                  <a:lnTo>
                    <a:pt x="478022" y="17018"/>
                  </a:lnTo>
                  <a:lnTo>
                    <a:pt x="478025" y="20422"/>
                  </a:lnTo>
                  <a:lnTo>
                    <a:pt x="478029" y="23825"/>
                  </a:lnTo>
                  <a:lnTo>
                    <a:pt x="478033" y="27229"/>
                  </a:lnTo>
                  <a:lnTo>
                    <a:pt x="478038" y="30633"/>
                  </a:lnTo>
                  <a:lnTo>
                    <a:pt x="478044" y="34036"/>
                  </a:lnTo>
                  <a:lnTo>
                    <a:pt x="478050" y="37440"/>
                  </a:lnTo>
                  <a:lnTo>
                    <a:pt x="478058" y="40844"/>
                  </a:lnTo>
                  <a:lnTo>
                    <a:pt x="478066" y="44248"/>
                  </a:lnTo>
                  <a:lnTo>
                    <a:pt x="478075" y="47651"/>
                  </a:lnTo>
                  <a:lnTo>
                    <a:pt x="478085" y="51055"/>
                  </a:lnTo>
                  <a:lnTo>
                    <a:pt x="478096" y="54459"/>
                  </a:lnTo>
                  <a:lnTo>
                    <a:pt x="478108" y="57862"/>
                  </a:lnTo>
                  <a:lnTo>
                    <a:pt x="478122" y="61266"/>
                  </a:lnTo>
                  <a:lnTo>
                    <a:pt x="478137" y="64670"/>
                  </a:lnTo>
                  <a:lnTo>
                    <a:pt x="478153" y="68073"/>
                  </a:lnTo>
                  <a:lnTo>
                    <a:pt x="478171" y="71477"/>
                  </a:lnTo>
                  <a:lnTo>
                    <a:pt x="478190" y="74881"/>
                  </a:lnTo>
                  <a:lnTo>
                    <a:pt x="478212" y="78285"/>
                  </a:lnTo>
                  <a:lnTo>
                    <a:pt x="478235" y="81688"/>
                  </a:lnTo>
                  <a:lnTo>
                    <a:pt x="478259" y="85092"/>
                  </a:lnTo>
                  <a:lnTo>
                    <a:pt x="478286" y="88496"/>
                  </a:lnTo>
                  <a:lnTo>
                    <a:pt x="478314" y="91899"/>
                  </a:lnTo>
                  <a:lnTo>
                    <a:pt x="478345" y="95303"/>
                  </a:lnTo>
                  <a:lnTo>
                    <a:pt x="478377" y="98707"/>
                  </a:lnTo>
                  <a:lnTo>
                    <a:pt x="478412" y="102110"/>
                  </a:lnTo>
                  <a:lnTo>
                    <a:pt x="478449" y="105514"/>
                  </a:lnTo>
                  <a:lnTo>
                    <a:pt x="478487" y="108918"/>
                  </a:lnTo>
                  <a:lnTo>
                    <a:pt x="478528" y="112322"/>
                  </a:lnTo>
                  <a:lnTo>
                    <a:pt x="478570" y="115725"/>
                  </a:lnTo>
                  <a:lnTo>
                    <a:pt x="478615" y="119129"/>
                  </a:lnTo>
                  <a:lnTo>
                    <a:pt x="478661" y="122533"/>
                  </a:lnTo>
                  <a:lnTo>
                    <a:pt x="478710" y="125936"/>
                  </a:lnTo>
                  <a:lnTo>
                    <a:pt x="478759" y="129340"/>
                  </a:lnTo>
                  <a:lnTo>
                    <a:pt x="478811" y="132744"/>
                  </a:lnTo>
                  <a:lnTo>
                    <a:pt x="478864" y="136147"/>
                  </a:lnTo>
                  <a:lnTo>
                    <a:pt x="478918" y="139551"/>
                  </a:lnTo>
                  <a:lnTo>
                    <a:pt x="478974" y="142955"/>
                  </a:lnTo>
                  <a:lnTo>
                    <a:pt x="479030" y="146359"/>
                  </a:lnTo>
                  <a:lnTo>
                    <a:pt x="479088" y="149762"/>
                  </a:lnTo>
                  <a:lnTo>
                    <a:pt x="479146" y="153166"/>
                  </a:lnTo>
                  <a:lnTo>
                    <a:pt x="479205" y="156570"/>
                  </a:lnTo>
                  <a:lnTo>
                    <a:pt x="479264" y="159973"/>
                  </a:lnTo>
                  <a:lnTo>
                    <a:pt x="479324" y="163377"/>
                  </a:lnTo>
                  <a:lnTo>
                    <a:pt x="479383" y="166781"/>
                  </a:lnTo>
                  <a:lnTo>
                    <a:pt x="479443" y="170184"/>
                  </a:lnTo>
                  <a:lnTo>
                    <a:pt x="479502" y="173588"/>
                  </a:lnTo>
                  <a:lnTo>
                    <a:pt x="479560" y="176992"/>
                  </a:lnTo>
                  <a:lnTo>
                    <a:pt x="479618" y="180395"/>
                  </a:lnTo>
                  <a:lnTo>
                    <a:pt x="479676" y="183799"/>
                  </a:lnTo>
                  <a:lnTo>
                    <a:pt x="479733" y="187203"/>
                  </a:lnTo>
                  <a:lnTo>
                    <a:pt x="479789" y="190607"/>
                  </a:lnTo>
                  <a:lnTo>
                    <a:pt x="479844" y="194010"/>
                  </a:lnTo>
                  <a:lnTo>
                    <a:pt x="479898" y="197414"/>
                  </a:lnTo>
                  <a:lnTo>
                    <a:pt x="479951" y="200818"/>
                  </a:lnTo>
                  <a:lnTo>
                    <a:pt x="480003" y="204221"/>
                  </a:lnTo>
                  <a:lnTo>
                    <a:pt x="480054" y="207625"/>
                  </a:lnTo>
                  <a:lnTo>
                    <a:pt x="480105" y="211029"/>
                  </a:lnTo>
                  <a:lnTo>
                    <a:pt x="480155" y="214432"/>
                  </a:lnTo>
                  <a:lnTo>
                    <a:pt x="480205" y="217836"/>
                  </a:lnTo>
                  <a:lnTo>
                    <a:pt x="480254" y="221240"/>
                  </a:lnTo>
                  <a:lnTo>
                    <a:pt x="480303" y="224644"/>
                  </a:lnTo>
                  <a:lnTo>
                    <a:pt x="480352" y="228047"/>
                  </a:lnTo>
                  <a:lnTo>
                    <a:pt x="480401" y="231451"/>
                  </a:lnTo>
                  <a:lnTo>
                    <a:pt x="480451" y="234855"/>
                  </a:lnTo>
                  <a:lnTo>
                    <a:pt x="480502" y="238258"/>
                  </a:lnTo>
                  <a:lnTo>
                    <a:pt x="480554" y="241662"/>
                  </a:lnTo>
                  <a:lnTo>
                    <a:pt x="480607" y="245066"/>
                  </a:lnTo>
                  <a:lnTo>
                    <a:pt x="480662" y="248469"/>
                  </a:lnTo>
                  <a:lnTo>
                    <a:pt x="480718" y="251873"/>
                  </a:lnTo>
                  <a:lnTo>
                    <a:pt x="480778" y="255277"/>
                  </a:lnTo>
                  <a:lnTo>
                    <a:pt x="480840" y="258681"/>
                  </a:lnTo>
                  <a:lnTo>
                    <a:pt x="480904" y="262084"/>
                  </a:lnTo>
                  <a:lnTo>
                    <a:pt x="480972" y="265488"/>
                  </a:lnTo>
                  <a:lnTo>
                    <a:pt x="481043" y="268892"/>
                  </a:lnTo>
                  <a:lnTo>
                    <a:pt x="481118" y="272295"/>
                  </a:lnTo>
                  <a:lnTo>
                    <a:pt x="481197" y="275699"/>
                  </a:lnTo>
                  <a:lnTo>
                    <a:pt x="481279" y="279103"/>
                  </a:lnTo>
                  <a:lnTo>
                    <a:pt x="481366" y="282506"/>
                  </a:lnTo>
                  <a:lnTo>
                    <a:pt x="481458" y="285910"/>
                  </a:lnTo>
                  <a:lnTo>
                    <a:pt x="481553" y="289314"/>
                  </a:lnTo>
                  <a:lnTo>
                    <a:pt x="481653" y="292718"/>
                  </a:lnTo>
                  <a:lnTo>
                    <a:pt x="481756" y="296121"/>
                  </a:lnTo>
                  <a:lnTo>
                    <a:pt x="481865" y="299525"/>
                  </a:lnTo>
                  <a:lnTo>
                    <a:pt x="481978" y="302929"/>
                  </a:lnTo>
                  <a:lnTo>
                    <a:pt x="482094" y="306332"/>
                  </a:lnTo>
                  <a:lnTo>
                    <a:pt x="482214" y="309736"/>
                  </a:lnTo>
                  <a:lnTo>
                    <a:pt x="482338" y="313140"/>
                  </a:lnTo>
                  <a:lnTo>
                    <a:pt x="482465" y="316543"/>
                  </a:lnTo>
                  <a:lnTo>
                    <a:pt x="482595" y="319947"/>
                  </a:lnTo>
                  <a:lnTo>
                    <a:pt x="482727" y="323351"/>
                  </a:lnTo>
                  <a:lnTo>
                    <a:pt x="482862" y="326755"/>
                  </a:lnTo>
                  <a:lnTo>
                    <a:pt x="482998" y="330158"/>
                  </a:lnTo>
                  <a:lnTo>
                    <a:pt x="483135" y="333562"/>
                  </a:lnTo>
                  <a:lnTo>
                    <a:pt x="483272" y="336966"/>
                  </a:lnTo>
                  <a:lnTo>
                    <a:pt x="483410" y="340369"/>
                  </a:lnTo>
                  <a:lnTo>
                    <a:pt x="483547" y="343773"/>
                  </a:lnTo>
                  <a:lnTo>
                    <a:pt x="483684" y="347177"/>
                  </a:lnTo>
                  <a:lnTo>
                    <a:pt x="483819" y="350580"/>
                  </a:lnTo>
                  <a:lnTo>
                    <a:pt x="483952" y="353984"/>
                  </a:lnTo>
                  <a:lnTo>
                    <a:pt x="484083" y="357388"/>
                  </a:lnTo>
                  <a:lnTo>
                    <a:pt x="484211" y="360791"/>
                  </a:lnTo>
                  <a:lnTo>
                    <a:pt x="484336" y="364195"/>
                  </a:lnTo>
                  <a:lnTo>
                    <a:pt x="484458" y="367599"/>
                  </a:lnTo>
                  <a:lnTo>
                    <a:pt x="484577" y="371003"/>
                  </a:lnTo>
                  <a:lnTo>
                    <a:pt x="484692" y="374406"/>
                  </a:lnTo>
                  <a:lnTo>
                    <a:pt x="484803" y="377810"/>
                  </a:lnTo>
                  <a:lnTo>
                    <a:pt x="484911" y="381214"/>
                  </a:lnTo>
                  <a:lnTo>
                    <a:pt x="485015" y="384617"/>
                  </a:lnTo>
                  <a:lnTo>
                    <a:pt x="485117" y="388021"/>
                  </a:lnTo>
                  <a:lnTo>
                    <a:pt x="485215" y="391425"/>
                  </a:lnTo>
                  <a:lnTo>
                    <a:pt x="485311" y="394828"/>
                  </a:lnTo>
                  <a:lnTo>
                    <a:pt x="485406" y="398232"/>
                  </a:lnTo>
                  <a:lnTo>
                    <a:pt x="485500" y="401636"/>
                  </a:lnTo>
                  <a:lnTo>
                    <a:pt x="485595" y="405040"/>
                  </a:lnTo>
                  <a:lnTo>
                    <a:pt x="485690" y="408443"/>
                  </a:lnTo>
                  <a:lnTo>
                    <a:pt x="485788" y="411847"/>
                  </a:lnTo>
                  <a:lnTo>
                    <a:pt x="485888" y="415251"/>
                  </a:lnTo>
                  <a:lnTo>
                    <a:pt x="485994" y="418654"/>
                  </a:lnTo>
                  <a:lnTo>
                    <a:pt x="486107" y="422058"/>
                  </a:lnTo>
                  <a:lnTo>
                    <a:pt x="486227" y="425462"/>
                  </a:lnTo>
                  <a:lnTo>
                    <a:pt x="486355" y="428865"/>
                  </a:lnTo>
                  <a:lnTo>
                    <a:pt x="486494" y="432269"/>
                  </a:lnTo>
                  <a:lnTo>
                    <a:pt x="486648" y="435673"/>
                  </a:lnTo>
                  <a:lnTo>
                    <a:pt x="486816" y="439077"/>
                  </a:lnTo>
                  <a:lnTo>
                    <a:pt x="486998" y="442480"/>
                  </a:lnTo>
                  <a:lnTo>
                    <a:pt x="487196" y="445884"/>
                  </a:lnTo>
                  <a:lnTo>
                    <a:pt x="487417" y="449288"/>
                  </a:lnTo>
                  <a:lnTo>
                    <a:pt x="487660" y="452691"/>
                  </a:lnTo>
                  <a:lnTo>
                    <a:pt x="487924" y="456095"/>
                  </a:lnTo>
                  <a:lnTo>
                    <a:pt x="488210" y="459499"/>
                  </a:lnTo>
                  <a:lnTo>
                    <a:pt x="488520" y="462902"/>
                  </a:lnTo>
                  <a:lnTo>
                    <a:pt x="488865" y="466306"/>
                  </a:lnTo>
                  <a:lnTo>
                    <a:pt x="489235" y="469710"/>
                  </a:lnTo>
                  <a:lnTo>
                    <a:pt x="489632" y="473114"/>
                  </a:lnTo>
                  <a:lnTo>
                    <a:pt x="490058" y="476517"/>
                  </a:lnTo>
                  <a:lnTo>
                    <a:pt x="490521" y="479921"/>
                  </a:lnTo>
                  <a:lnTo>
                    <a:pt x="491017" y="483325"/>
                  </a:lnTo>
                  <a:lnTo>
                    <a:pt x="491544" y="486728"/>
                  </a:lnTo>
                  <a:lnTo>
                    <a:pt x="492101" y="490132"/>
                  </a:lnTo>
                  <a:lnTo>
                    <a:pt x="492694" y="493536"/>
                  </a:lnTo>
                  <a:lnTo>
                    <a:pt x="493327" y="496939"/>
                  </a:lnTo>
                  <a:lnTo>
                    <a:pt x="493992" y="500343"/>
                  </a:lnTo>
                  <a:lnTo>
                    <a:pt x="494689" y="503747"/>
                  </a:lnTo>
                  <a:lnTo>
                    <a:pt x="495418" y="507151"/>
                  </a:lnTo>
                  <a:lnTo>
                    <a:pt x="496189" y="510554"/>
                  </a:lnTo>
                  <a:lnTo>
                    <a:pt x="496993" y="513958"/>
                  </a:lnTo>
                  <a:lnTo>
                    <a:pt x="497828" y="517362"/>
                  </a:lnTo>
                  <a:lnTo>
                    <a:pt x="498693" y="520765"/>
                  </a:lnTo>
                  <a:lnTo>
                    <a:pt x="499593" y="524169"/>
                  </a:lnTo>
                  <a:lnTo>
                    <a:pt x="500529" y="527573"/>
                  </a:lnTo>
                  <a:lnTo>
                    <a:pt x="501493" y="530976"/>
                  </a:lnTo>
                  <a:lnTo>
                    <a:pt x="502483" y="534380"/>
                  </a:lnTo>
                  <a:lnTo>
                    <a:pt x="503501" y="537784"/>
                  </a:lnTo>
                  <a:lnTo>
                    <a:pt x="504555" y="541187"/>
                  </a:lnTo>
                  <a:lnTo>
                    <a:pt x="505632" y="544591"/>
                  </a:lnTo>
                  <a:lnTo>
                    <a:pt x="506732" y="547995"/>
                  </a:lnTo>
                  <a:lnTo>
                    <a:pt x="507855" y="551399"/>
                  </a:lnTo>
                  <a:lnTo>
                    <a:pt x="509004" y="554802"/>
                  </a:lnTo>
                  <a:lnTo>
                    <a:pt x="510175" y="558206"/>
                  </a:lnTo>
                  <a:lnTo>
                    <a:pt x="511365" y="561610"/>
                  </a:lnTo>
                  <a:lnTo>
                    <a:pt x="512571" y="565013"/>
                  </a:lnTo>
                  <a:lnTo>
                    <a:pt x="513795" y="568417"/>
                  </a:lnTo>
                  <a:lnTo>
                    <a:pt x="515038" y="571821"/>
                  </a:lnTo>
                  <a:lnTo>
                    <a:pt x="516295" y="575224"/>
                  </a:lnTo>
                  <a:lnTo>
                    <a:pt x="517562" y="578628"/>
                  </a:lnTo>
                  <a:lnTo>
                    <a:pt x="518841" y="582032"/>
                  </a:lnTo>
                  <a:lnTo>
                    <a:pt x="520132" y="585436"/>
                  </a:lnTo>
                  <a:lnTo>
                    <a:pt x="521432" y="588839"/>
                  </a:lnTo>
                  <a:lnTo>
                    <a:pt x="522738" y="592243"/>
                  </a:lnTo>
                  <a:lnTo>
                    <a:pt x="524051" y="595647"/>
                  </a:lnTo>
                  <a:lnTo>
                    <a:pt x="525369" y="599050"/>
                  </a:lnTo>
                  <a:lnTo>
                    <a:pt x="526691" y="602454"/>
                  </a:lnTo>
                  <a:lnTo>
                    <a:pt x="528017" y="605858"/>
                  </a:lnTo>
                  <a:lnTo>
                    <a:pt x="529344" y="609261"/>
                  </a:lnTo>
                  <a:lnTo>
                    <a:pt x="530673" y="612665"/>
                  </a:lnTo>
                  <a:lnTo>
                    <a:pt x="532002" y="616069"/>
                  </a:lnTo>
                  <a:lnTo>
                    <a:pt x="533332" y="619473"/>
                  </a:lnTo>
                  <a:lnTo>
                    <a:pt x="534662" y="622876"/>
                  </a:lnTo>
                  <a:lnTo>
                    <a:pt x="535991" y="626280"/>
                  </a:lnTo>
                  <a:lnTo>
                    <a:pt x="537320" y="629684"/>
                  </a:lnTo>
                  <a:lnTo>
                    <a:pt x="538649" y="633087"/>
                  </a:lnTo>
                  <a:lnTo>
                    <a:pt x="539978" y="636491"/>
                  </a:lnTo>
                  <a:lnTo>
                    <a:pt x="541306" y="639895"/>
                  </a:lnTo>
                  <a:lnTo>
                    <a:pt x="542636" y="643298"/>
                  </a:lnTo>
                  <a:lnTo>
                    <a:pt x="543967" y="646702"/>
                  </a:lnTo>
                  <a:lnTo>
                    <a:pt x="545301" y="650106"/>
                  </a:lnTo>
                  <a:lnTo>
                    <a:pt x="546638" y="653510"/>
                  </a:lnTo>
                  <a:lnTo>
                    <a:pt x="547979" y="656913"/>
                  </a:lnTo>
                  <a:lnTo>
                    <a:pt x="549327" y="660317"/>
                  </a:lnTo>
                  <a:lnTo>
                    <a:pt x="550682" y="663721"/>
                  </a:lnTo>
                  <a:lnTo>
                    <a:pt x="552045" y="667124"/>
                  </a:lnTo>
                  <a:lnTo>
                    <a:pt x="553418" y="670528"/>
                  </a:lnTo>
                  <a:lnTo>
                    <a:pt x="554802" y="673932"/>
                  </a:lnTo>
                  <a:lnTo>
                    <a:pt x="556202" y="677335"/>
                  </a:lnTo>
                  <a:lnTo>
                    <a:pt x="557616" y="680739"/>
                  </a:lnTo>
                  <a:lnTo>
                    <a:pt x="559046" y="684143"/>
                  </a:lnTo>
                  <a:lnTo>
                    <a:pt x="560492" y="687547"/>
                  </a:lnTo>
                  <a:lnTo>
                    <a:pt x="561961" y="690950"/>
                  </a:lnTo>
                  <a:lnTo>
                    <a:pt x="563453" y="694354"/>
                  </a:lnTo>
                  <a:lnTo>
                    <a:pt x="564966" y="697758"/>
                  </a:lnTo>
                  <a:lnTo>
                    <a:pt x="566500" y="701161"/>
                  </a:lnTo>
                  <a:lnTo>
                    <a:pt x="568061" y="704565"/>
                  </a:lnTo>
                  <a:lnTo>
                    <a:pt x="569653" y="707969"/>
                  </a:lnTo>
                  <a:lnTo>
                    <a:pt x="571271" y="711372"/>
                  </a:lnTo>
                  <a:lnTo>
                    <a:pt x="572914" y="714776"/>
                  </a:lnTo>
                  <a:lnTo>
                    <a:pt x="574585" y="718180"/>
                  </a:lnTo>
                  <a:lnTo>
                    <a:pt x="576291" y="721583"/>
                  </a:lnTo>
                  <a:lnTo>
                    <a:pt x="578027" y="724987"/>
                  </a:lnTo>
                  <a:lnTo>
                    <a:pt x="579790" y="728391"/>
                  </a:lnTo>
                  <a:lnTo>
                    <a:pt x="581581" y="731795"/>
                  </a:lnTo>
                  <a:lnTo>
                    <a:pt x="583403" y="735198"/>
                  </a:lnTo>
                  <a:lnTo>
                    <a:pt x="585258" y="738602"/>
                  </a:lnTo>
                  <a:lnTo>
                    <a:pt x="587140" y="742006"/>
                  </a:lnTo>
                  <a:lnTo>
                    <a:pt x="589047" y="745409"/>
                  </a:lnTo>
                  <a:lnTo>
                    <a:pt x="590978" y="748813"/>
                  </a:lnTo>
                  <a:lnTo>
                    <a:pt x="592942" y="752217"/>
                  </a:lnTo>
                  <a:lnTo>
                    <a:pt x="594929" y="755620"/>
                  </a:lnTo>
                  <a:lnTo>
                    <a:pt x="596936" y="759024"/>
                  </a:lnTo>
                  <a:lnTo>
                    <a:pt x="598962" y="762428"/>
                  </a:lnTo>
                  <a:lnTo>
                    <a:pt x="601011" y="765832"/>
                  </a:lnTo>
                  <a:lnTo>
                    <a:pt x="603078" y="769235"/>
                  </a:lnTo>
                  <a:lnTo>
                    <a:pt x="605160" y="772639"/>
                  </a:lnTo>
                  <a:lnTo>
                    <a:pt x="607254" y="776043"/>
                  </a:lnTo>
                  <a:lnTo>
                    <a:pt x="609360" y="779446"/>
                  </a:lnTo>
                  <a:lnTo>
                    <a:pt x="611479" y="782850"/>
                  </a:lnTo>
                  <a:lnTo>
                    <a:pt x="613603" y="786254"/>
                  </a:lnTo>
                  <a:lnTo>
                    <a:pt x="615733" y="789657"/>
                  </a:lnTo>
                  <a:lnTo>
                    <a:pt x="617867" y="793061"/>
                  </a:lnTo>
                  <a:lnTo>
                    <a:pt x="620003" y="796465"/>
                  </a:lnTo>
                  <a:lnTo>
                    <a:pt x="622139" y="799869"/>
                  </a:lnTo>
                  <a:lnTo>
                    <a:pt x="624273" y="803272"/>
                  </a:lnTo>
                  <a:lnTo>
                    <a:pt x="626403" y="806676"/>
                  </a:lnTo>
                  <a:lnTo>
                    <a:pt x="628529" y="810080"/>
                  </a:lnTo>
                  <a:lnTo>
                    <a:pt x="630646" y="813483"/>
                  </a:lnTo>
                  <a:lnTo>
                    <a:pt x="632756" y="816887"/>
                  </a:lnTo>
                  <a:lnTo>
                    <a:pt x="634858" y="820291"/>
                  </a:lnTo>
                  <a:lnTo>
                    <a:pt x="636949" y="823694"/>
                  </a:lnTo>
                  <a:lnTo>
                    <a:pt x="639027" y="827098"/>
                  </a:lnTo>
                  <a:lnTo>
                    <a:pt x="641093" y="830502"/>
                  </a:lnTo>
                  <a:lnTo>
                    <a:pt x="643146" y="833906"/>
                  </a:lnTo>
                  <a:lnTo>
                    <a:pt x="645187" y="837309"/>
                  </a:lnTo>
                  <a:lnTo>
                    <a:pt x="647214" y="840713"/>
                  </a:lnTo>
                  <a:lnTo>
                    <a:pt x="649223" y="844117"/>
                  </a:lnTo>
                  <a:lnTo>
                    <a:pt x="651219" y="847520"/>
                  </a:lnTo>
                  <a:lnTo>
                    <a:pt x="653200" y="850924"/>
                  </a:lnTo>
                  <a:lnTo>
                    <a:pt x="655168" y="854328"/>
                  </a:lnTo>
                  <a:lnTo>
                    <a:pt x="657117" y="857731"/>
                  </a:lnTo>
                  <a:lnTo>
                    <a:pt x="659051" y="861135"/>
                  </a:lnTo>
                  <a:lnTo>
                    <a:pt x="660971" y="864539"/>
                  </a:lnTo>
                  <a:lnTo>
                    <a:pt x="662876" y="867942"/>
                  </a:lnTo>
                  <a:lnTo>
                    <a:pt x="664765" y="871346"/>
                  </a:lnTo>
                  <a:lnTo>
                    <a:pt x="666638" y="874750"/>
                  </a:lnTo>
                  <a:lnTo>
                    <a:pt x="668496" y="878154"/>
                  </a:lnTo>
                  <a:lnTo>
                    <a:pt x="670340" y="881557"/>
                  </a:lnTo>
                  <a:lnTo>
                    <a:pt x="672169" y="884961"/>
                  </a:lnTo>
                  <a:lnTo>
                    <a:pt x="673979" y="888365"/>
                  </a:lnTo>
                  <a:lnTo>
                    <a:pt x="675774" y="891768"/>
                  </a:lnTo>
                  <a:lnTo>
                    <a:pt x="677555" y="895172"/>
                  </a:lnTo>
                  <a:lnTo>
                    <a:pt x="679320" y="898576"/>
                  </a:lnTo>
                  <a:lnTo>
                    <a:pt x="681066" y="901979"/>
                  </a:lnTo>
                  <a:lnTo>
                    <a:pt x="682793" y="905383"/>
                  </a:lnTo>
                  <a:lnTo>
                    <a:pt x="684504" y="908787"/>
                  </a:lnTo>
                  <a:lnTo>
                    <a:pt x="686198" y="912191"/>
                  </a:lnTo>
                  <a:lnTo>
                    <a:pt x="687873" y="915594"/>
                  </a:lnTo>
                  <a:lnTo>
                    <a:pt x="689523" y="918998"/>
                  </a:lnTo>
                  <a:lnTo>
                    <a:pt x="691154" y="922402"/>
                  </a:lnTo>
                  <a:lnTo>
                    <a:pt x="692764" y="925805"/>
                  </a:lnTo>
                  <a:lnTo>
                    <a:pt x="694353" y="929209"/>
                  </a:lnTo>
                  <a:lnTo>
                    <a:pt x="695913" y="932613"/>
                  </a:lnTo>
                  <a:lnTo>
                    <a:pt x="697448" y="936016"/>
                  </a:lnTo>
                  <a:lnTo>
                    <a:pt x="698958" y="939420"/>
                  </a:lnTo>
                  <a:lnTo>
                    <a:pt x="700333" y="942572"/>
                  </a:lnTo>
                  <a:lnTo>
                    <a:pt x="700442" y="942824"/>
                  </a:lnTo>
                  <a:lnTo>
                    <a:pt x="701897" y="946228"/>
                  </a:lnTo>
                  <a:lnTo>
                    <a:pt x="703317" y="949631"/>
                  </a:lnTo>
                  <a:lnTo>
                    <a:pt x="704707" y="953035"/>
                  </a:lnTo>
                  <a:lnTo>
                    <a:pt x="706068" y="956439"/>
                  </a:lnTo>
                  <a:lnTo>
                    <a:pt x="707397" y="959842"/>
                  </a:lnTo>
                  <a:lnTo>
                    <a:pt x="708682" y="963246"/>
                  </a:lnTo>
                  <a:lnTo>
                    <a:pt x="709932" y="966650"/>
                  </a:lnTo>
                  <a:lnTo>
                    <a:pt x="711146" y="970053"/>
                  </a:lnTo>
                  <a:lnTo>
                    <a:pt x="712324" y="973457"/>
                  </a:lnTo>
                  <a:lnTo>
                    <a:pt x="713458" y="976861"/>
                  </a:lnTo>
                  <a:lnTo>
                    <a:pt x="714544" y="980265"/>
                  </a:lnTo>
                  <a:lnTo>
                    <a:pt x="715589" y="983668"/>
                  </a:lnTo>
                  <a:lnTo>
                    <a:pt x="716593" y="987072"/>
                  </a:lnTo>
                  <a:lnTo>
                    <a:pt x="717554" y="990476"/>
                  </a:lnTo>
                  <a:lnTo>
                    <a:pt x="718452" y="993879"/>
                  </a:lnTo>
                  <a:lnTo>
                    <a:pt x="719305" y="997283"/>
                  </a:lnTo>
                  <a:lnTo>
                    <a:pt x="720110" y="1000687"/>
                  </a:lnTo>
                  <a:lnTo>
                    <a:pt x="720866" y="1004090"/>
                  </a:lnTo>
                  <a:lnTo>
                    <a:pt x="721561" y="1007494"/>
                  </a:lnTo>
                  <a:lnTo>
                    <a:pt x="722195" y="1010898"/>
                  </a:lnTo>
                  <a:lnTo>
                    <a:pt x="722775" y="1014302"/>
                  </a:lnTo>
                  <a:lnTo>
                    <a:pt x="723302" y="1017705"/>
                  </a:lnTo>
                  <a:lnTo>
                    <a:pt x="723768" y="1021109"/>
                  </a:lnTo>
                  <a:lnTo>
                    <a:pt x="724157" y="1024513"/>
                  </a:lnTo>
                  <a:lnTo>
                    <a:pt x="724487" y="1027916"/>
                  </a:lnTo>
                  <a:lnTo>
                    <a:pt x="724756" y="1031320"/>
                  </a:lnTo>
                  <a:lnTo>
                    <a:pt x="724963" y="1034724"/>
                  </a:lnTo>
                  <a:lnTo>
                    <a:pt x="725087" y="1038127"/>
                  </a:lnTo>
                  <a:lnTo>
                    <a:pt x="725139" y="1041531"/>
                  </a:lnTo>
                  <a:lnTo>
                    <a:pt x="725124" y="1044935"/>
                  </a:lnTo>
                  <a:lnTo>
                    <a:pt x="725042" y="1048338"/>
                  </a:lnTo>
                  <a:lnTo>
                    <a:pt x="724882" y="1051742"/>
                  </a:lnTo>
                  <a:lnTo>
                    <a:pt x="724631" y="1055146"/>
                  </a:lnTo>
                  <a:lnTo>
                    <a:pt x="724309" y="1058550"/>
                  </a:lnTo>
                  <a:lnTo>
                    <a:pt x="723913" y="1061953"/>
                  </a:lnTo>
                  <a:lnTo>
                    <a:pt x="723444" y="1065357"/>
                  </a:lnTo>
                  <a:lnTo>
                    <a:pt x="722874" y="1068761"/>
                  </a:lnTo>
                  <a:lnTo>
                    <a:pt x="722223" y="1072164"/>
                  </a:lnTo>
                  <a:lnTo>
                    <a:pt x="721497" y="1075568"/>
                  </a:lnTo>
                  <a:lnTo>
                    <a:pt x="720692" y="1078972"/>
                  </a:lnTo>
                  <a:lnTo>
                    <a:pt x="719797" y="1082375"/>
                  </a:lnTo>
                  <a:lnTo>
                    <a:pt x="718804" y="1085779"/>
                  </a:lnTo>
                  <a:lnTo>
                    <a:pt x="717733" y="1089183"/>
                  </a:lnTo>
                  <a:lnTo>
                    <a:pt x="716582" y="1092587"/>
                  </a:lnTo>
                  <a:lnTo>
                    <a:pt x="715352" y="1095990"/>
                  </a:lnTo>
                  <a:lnTo>
                    <a:pt x="714009" y="1099394"/>
                  </a:lnTo>
                  <a:lnTo>
                    <a:pt x="712587" y="1102798"/>
                  </a:lnTo>
                  <a:lnTo>
                    <a:pt x="711084" y="1106201"/>
                  </a:lnTo>
                  <a:lnTo>
                    <a:pt x="709502" y="1109605"/>
                  </a:lnTo>
                  <a:lnTo>
                    <a:pt x="707821" y="1113009"/>
                  </a:lnTo>
                  <a:lnTo>
                    <a:pt x="706046" y="1116412"/>
                  </a:lnTo>
                  <a:lnTo>
                    <a:pt x="704192" y="1119816"/>
                  </a:lnTo>
                  <a:lnTo>
                    <a:pt x="702258" y="1123220"/>
                  </a:lnTo>
                  <a:lnTo>
                    <a:pt x="700241" y="1126624"/>
                  </a:lnTo>
                  <a:lnTo>
                    <a:pt x="698117" y="1130027"/>
                  </a:lnTo>
                  <a:lnTo>
                    <a:pt x="695914" y="1133431"/>
                  </a:lnTo>
                  <a:lnTo>
                    <a:pt x="693634" y="1136835"/>
                  </a:lnTo>
                  <a:lnTo>
                    <a:pt x="691276" y="1140238"/>
                  </a:lnTo>
                  <a:lnTo>
                    <a:pt x="689285" y="1142995"/>
                  </a:lnTo>
                  <a:lnTo>
                    <a:pt x="688818" y="1143642"/>
                  </a:lnTo>
                  <a:lnTo>
                    <a:pt x="686274" y="1147046"/>
                  </a:lnTo>
                  <a:lnTo>
                    <a:pt x="683655" y="1150449"/>
                  </a:lnTo>
                  <a:lnTo>
                    <a:pt x="680961" y="1153853"/>
                  </a:lnTo>
                  <a:lnTo>
                    <a:pt x="678183" y="1157257"/>
                  </a:lnTo>
                  <a:lnTo>
                    <a:pt x="675311" y="1160661"/>
                  </a:lnTo>
                  <a:lnTo>
                    <a:pt x="672367" y="1164064"/>
                  </a:lnTo>
                  <a:lnTo>
                    <a:pt x="669351" y="1167468"/>
                  </a:lnTo>
                  <a:lnTo>
                    <a:pt x="666266" y="1170872"/>
                  </a:lnTo>
                  <a:lnTo>
                    <a:pt x="663089" y="1174275"/>
                  </a:lnTo>
                  <a:lnTo>
                    <a:pt x="659842" y="1177679"/>
                  </a:lnTo>
                  <a:lnTo>
                    <a:pt x="656531" y="1181083"/>
                  </a:lnTo>
                  <a:lnTo>
                    <a:pt x="653159" y="1184486"/>
                  </a:lnTo>
                  <a:lnTo>
                    <a:pt x="649716" y="1187890"/>
                  </a:lnTo>
                  <a:lnTo>
                    <a:pt x="646204" y="1191294"/>
                  </a:lnTo>
                  <a:lnTo>
                    <a:pt x="642638" y="1194698"/>
                  </a:lnTo>
                  <a:lnTo>
                    <a:pt x="639023" y="1198101"/>
                  </a:lnTo>
                  <a:lnTo>
                    <a:pt x="635360" y="1201505"/>
                  </a:lnTo>
                  <a:lnTo>
                    <a:pt x="631638" y="1204909"/>
                  </a:lnTo>
                  <a:lnTo>
                    <a:pt x="627878" y="1208312"/>
                  </a:lnTo>
                  <a:lnTo>
                    <a:pt x="624084" y="1211716"/>
                  </a:lnTo>
                  <a:lnTo>
                    <a:pt x="620261" y="1215120"/>
                  </a:lnTo>
                  <a:lnTo>
                    <a:pt x="616406" y="1218523"/>
                  </a:lnTo>
                  <a:lnTo>
                    <a:pt x="612530" y="1221927"/>
                  </a:lnTo>
                  <a:lnTo>
                    <a:pt x="608642" y="1225331"/>
                  </a:lnTo>
                  <a:lnTo>
                    <a:pt x="604744" y="1228734"/>
                  </a:lnTo>
                  <a:lnTo>
                    <a:pt x="600842" y="1232138"/>
                  </a:lnTo>
                  <a:lnTo>
                    <a:pt x="596945" y="1235542"/>
                  </a:lnTo>
                  <a:lnTo>
                    <a:pt x="593058" y="1238946"/>
                  </a:lnTo>
                  <a:lnTo>
                    <a:pt x="589186" y="1242349"/>
                  </a:lnTo>
                  <a:lnTo>
                    <a:pt x="585333" y="1245753"/>
                  </a:lnTo>
                  <a:lnTo>
                    <a:pt x="581514" y="1249157"/>
                  </a:lnTo>
                  <a:lnTo>
                    <a:pt x="577732" y="1252560"/>
                  </a:lnTo>
                  <a:lnTo>
                    <a:pt x="573988" y="1255964"/>
                  </a:lnTo>
                  <a:lnTo>
                    <a:pt x="570287" y="1259368"/>
                  </a:lnTo>
                  <a:lnTo>
                    <a:pt x="566638" y="1262771"/>
                  </a:lnTo>
                  <a:lnTo>
                    <a:pt x="563059" y="1266175"/>
                  </a:lnTo>
                  <a:lnTo>
                    <a:pt x="559540" y="1269579"/>
                  </a:lnTo>
                  <a:lnTo>
                    <a:pt x="556084" y="1272983"/>
                  </a:lnTo>
                  <a:lnTo>
                    <a:pt x="552695" y="1276386"/>
                  </a:lnTo>
                  <a:lnTo>
                    <a:pt x="549400" y="1279790"/>
                  </a:lnTo>
                  <a:lnTo>
                    <a:pt x="546188" y="1283194"/>
                  </a:lnTo>
                  <a:lnTo>
                    <a:pt x="543055" y="1286597"/>
                  </a:lnTo>
                  <a:lnTo>
                    <a:pt x="540004" y="1290001"/>
                  </a:lnTo>
                  <a:lnTo>
                    <a:pt x="537050" y="1293405"/>
                  </a:lnTo>
                  <a:lnTo>
                    <a:pt x="534208" y="1296808"/>
                  </a:lnTo>
                  <a:lnTo>
                    <a:pt x="531458" y="1300212"/>
                  </a:lnTo>
                  <a:lnTo>
                    <a:pt x="528801" y="1303616"/>
                  </a:lnTo>
                  <a:lnTo>
                    <a:pt x="526239" y="1307020"/>
                  </a:lnTo>
                  <a:lnTo>
                    <a:pt x="523813" y="1310423"/>
                  </a:lnTo>
                  <a:lnTo>
                    <a:pt x="521490" y="1313827"/>
                  </a:lnTo>
                  <a:lnTo>
                    <a:pt x="519271" y="1317231"/>
                  </a:lnTo>
                  <a:lnTo>
                    <a:pt x="517156" y="1320634"/>
                  </a:lnTo>
                  <a:lnTo>
                    <a:pt x="515172" y="1324038"/>
                  </a:lnTo>
                  <a:lnTo>
                    <a:pt x="513320" y="1327442"/>
                  </a:lnTo>
                  <a:lnTo>
                    <a:pt x="511583" y="1330845"/>
                  </a:lnTo>
                  <a:lnTo>
                    <a:pt x="509964" y="1334249"/>
                  </a:lnTo>
                  <a:lnTo>
                    <a:pt x="508468" y="1337653"/>
                  </a:lnTo>
                  <a:lnTo>
                    <a:pt x="507147" y="1341057"/>
                  </a:lnTo>
                  <a:lnTo>
                    <a:pt x="505959" y="1344460"/>
                  </a:lnTo>
                  <a:lnTo>
                    <a:pt x="504909" y="1347864"/>
                  </a:lnTo>
                  <a:lnTo>
                    <a:pt x="504002" y="1351268"/>
                  </a:lnTo>
                  <a:lnTo>
                    <a:pt x="503288" y="1354671"/>
                  </a:lnTo>
                  <a:lnTo>
                    <a:pt x="502760" y="1358075"/>
                  </a:lnTo>
                  <a:lnTo>
                    <a:pt x="502406" y="1361479"/>
                  </a:lnTo>
                  <a:lnTo>
                    <a:pt x="502234" y="1364882"/>
                  </a:lnTo>
                  <a:lnTo>
                    <a:pt x="502272" y="1368286"/>
                  </a:lnTo>
                  <a:lnTo>
                    <a:pt x="502587" y="1371690"/>
                  </a:lnTo>
                  <a:lnTo>
                    <a:pt x="503130" y="1375094"/>
                  </a:lnTo>
                  <a:lnTo>
                    <a:pt x="503914" y="1378497"/>
                  </a:lnTo>
                  <a:lnTo>
                    <a:pt x="504952" y="1381901"/>
                  </a:lnTo>
                  <a:lnTo>
                    <a:pt x="506354" y="1385305"/>
                  </a:lnTo>
                  <a:lnTo>
                    <a:pt x="508084" y="1388708"/>
                  </a:lnTo>
                  <a:lnTo>
                    <a:pt x="510135" y="1392112"/>
                  </a:lnTo>
                  <a:lnTo>
                    <a:pt x="512522" y="1395516"/>
                  </a:lnTo>
                  <a:lnTo>
                    <a:pt x="515318" y="1398919"/>
                  </a:lnTo>
                  <a:lnTo>
                    <a:pt x="518606" y="1402323"/>
                  </a:lnTo>
                  <a:lnTo>
                    <a:pt x="522307" y="1405727"/>
                  </a:lnTo>
                  <a:lnTo>
                    <a:pt x="526440" y="1409130"/>
                  </a:lnTo>
                  <a:lnTo>
                    <a:pt x="531022" y="1412534"/>
                  </a:lnTo>
                  <a:lnTo>
                    <a:pt x="536261" y="1415938"/>
                  </a:lnTo>
                  <a:lnTo>
                    <a:pt x="542021" y="1419342"/>
                  </a:lnTo>
                  <a:lnTo>
                    <a:pt x="548302" y="1422745"/>
                  </a:lnTo>
                  <a:lnTo>
                    <a:pt x="555116" y="1426149"/>
                  </a:lnTo>
                  <a:lnTo>
                    <a:pt x="562590" y="1429553"/>
                  </a:lnTo>
                  <a:lnTo>
                    <a:pt x="570750" y="1432956"/>
                  </a:lnTo>
                  <a:lnTo>
                    <a:pt x="579486" y="1436360"/>
                  </a:lnTo>
                  <a:lnTo>
                    <a:pt x="588800" y="1439764"/>
                  </a:lnTo>
                  <a:lnTo>
                    <a:pt x="598706" y="1443167"/>
                  </a:lnTo>
                  <a:lnTo>
                    <a:pt x="609415" y="1446571"/>
                  </a:lnTo>
                  <a:lnTo>
                    <a:pt x="620687" y="1449975"/>
                  </a:lnTo>
                  <a:lnTo>
                    <a:pt x="632510" y="1453379"/>
                  </a:lnTo>
                  <a:lnTo>
                    <a:pt x="644869" y="1456782"/>
                  </a:lnTo>
                  <a:lnTo>
                    <a:pt x="657864" y="1460186"/>
                  </a:lnTo>
                  <a:lnTo>
                    <a:pt x="671397" y="1463590"/>
                  </a:lnTo>
                  <a:lnTo>
                    <a:pt x="685354" y="1466993"/>
                  </a:lnTo>
                  <a:lnTo>
                    <a:pt x="699697" y="1470397"/>
                  </a:lnTo>
                  <a:lnTo>
                    <a:pt x="714410" y="1473801"/>
                  </a:lnTo>
                  <a:lnTo>
                    <a:pt x="729479" y="1477204"/>
                  </a:lnTo>
                  <a:lnTo>
                    <a:pt x="744734" y="1480608"/>
                  </a:lnTo>
                  <a:lnTo>
                    <a:pt x="760118" y="1484012"/>
                  </a:lnTo>
                  <a:lnTo>
                    <a:pt x="775574" y="1487416"/>
                  </a:lnTo>
                  <a:lnTo>
                    <a:pt x="791000" y="1490819"/>
                  </a:lnTo>
                  <a:lnTo>
                    <a:pt x="806278" y="1494223"/>
                  </a:lnTo>
                  <a:lnTo>
                    <a:pt x="821340" y="1497627"/>
                  </a:lnTo>
                  <a:lnTo>
                    <a:pt x="836117" y="1501030"/>
                  </a:lnTo>
                  <a:lnTo>
                    <a:pt x="850474" y="1504434"/>
                  </a:lnTo>
                  <a:lnTo>
                    <a:pt x="864200" y="1507838"/>
                  </a:lnTo>
                  <a:lnTo>
                    <a:pt x="877328" y="1511241"/>
                  </a:lnTo>
                  <a:lnTo>
                    <a:pt x="889791" y="1514645"/>
                  </a:lnTo>
                  <a:lnTo>
                    <a:pt x="901520" y="1518049"/>
                  </a:lnTo>
                  <a:lnTo>
                    <a:pt x="912106" y="1521453"/>
                  </a:lnTo>
                  <a:lnTo>
                    <a:pt x="921707" y="1524856"/>
                  </a:lnTo>
                  <a:lnTo>
                    <a:pt x="930311" y="1528260"/>
                  </a:lnTo>
                  <a:lnTo>
                    <a:pt x="937868" y="1531664"/>
                  </a:lnTo>
                  <a:lnTo>
                    <a:pt x="944111" y="1535067"/>
                  </a:lnTo>
                  <a:lnTo>
                    <a:pt x="948919" y="1538471"/>
                  </a:lnTo>
                  <a:lnTo>
                    <a:pt x="952519" y="1541875"/>
                  </a:lnTo>
                  <a:lnTo>
                    <a:pt x="954889" y="1545278"/>
                  </a:lnTo>
                  <a:lnTo>
                    <a:pt x="956002" y="1548682"/>
                  </a:lnTo>
                  <a:lnTo>
                    <a:pt x="955884" y="1549296"/>
                  </a:lnTo>
                  <a:lnTo>
                    <a:pt x="955348" y="1552086"/>
                  </a:lnTo>
                  <a:lnTo>
                    <a:pt x="953441" y="1555489"/>
                  </a:lnTo>
                  <a:lnTo>
                    <a:pt x="950295" y="1558893"/>
                  </a:lnTo>
                  <a:lnTo>
                    <a:pt x="945929" y="1562297"/>
                  </a:lnTo>
                  <a:lnTo>
                    <a:pt x="940090" y="1565701"/>
                  </a:lnTo>
                  <a:lnTo>
                    <a:pt x="932931" y="1569104"/>
                  </a:lnTo>
                  <a:lnTo>
                    <a:pt x="924700" y="1572508"/>
                  </a:lnTo>
                  <a:lnTo>
                    <a:pt x="915444" y="1575912"/>
                  </a:lnTo>
                  <a:lnTo>
                    <a:pt x="905159" y="1579315"/>
                  </a:lnTo>
                  <a:lnTo>
                    <a:pt x="893701" y="1582719"/>
                  </a:lnTo>
                  <a:lnTo>
                    <a:pt x="881473" y="1586123"/>
                  </a:lnTo>
                  <a:lnTo>
                    <a:pt x="868542" y="1589526"/>
                  </a:lnTo>
                  <a:lnTo>
                    <a:pt x="854976" y="1592930"/>
                  </a:lnTo>
                  <a:lnTo>
                    <a:pt x="840723" y="1596334"/>
                  </a:lnTo>
                  <a:lnTo>
                    <a:pt x="826012" y="1599738"/>
                  </a:lnTo>
                  <a:lnTo>
                    <a:pt x="810976" y="1603141"/>
                  </a:lnTo>
                  <a:lnTo>
                    <a:pt x="795684" y="1606545"/>
                  </a:lnTo>
                  <a:lnTo>
                    <a:pt x="780200" y="1609949"/>
                  </a:lnTo>
                  <a:lnTo>
                    <a:pt x="764638" y="1613352"/>
                  </a:lnTo>
                  <a:lnTo>
                    <a:pt x="749110" y="1616756"/>
                  </a:lnTo>
                  <a:lnTo>
                    <a:pt x="733675" y="1620160"/>
                  </a:lnTo>
                  <a:lnTo>
                    <a:pt x="718391" y="1623563"/>
                  </a:lnTo>
                  <a:lnTo>
                    <a:pt x="703423" y="1626967"/>
                  </a:lnTo>
                  <a:lnTo>
                    <a:pt x="688787" y="1630371"/>
                  </a:lnTo>
                  <a:lnTo>
                    <a:pt x="674509" y="1633775"/>
                  </a:lnTo>
                  <a:lnTo>
                    <a:pt x="660625" y="1637178"/>
                  </a:lnTo>
                  <a:lnTo>
                    <a:pt x="647256" y="1640582"/>
                  </a:lnTo>
                  <a:lnTo>
                    <a:pt x="634487" y="1643986"/>
                  </a:lnTo>
                  <a:lnTo>
                    <a:pt x="622230" y="1647389"/>
                  </a:lnTo>
                  <a:lnTo>
                    <a:pt x="610503" y="1650793"/>
                  </a:lnTo>
                  <a:lnTo>
                    <a:pt x="599319" y="1654197"/>
                  </a:lnTo>
                  <a:lnTo>
                    <a:pt x="588918" y="1657600"/>
                  </a:lnTo>
                  <a:lnTo>
                    <a:pt x="579084" y="1661004"/>
                  </a:lnTo>
                  <a:lnTo>
                    <a:pt x="569810" y="1664408"/>
                  </a:lnTo>
                  <a:lnTo>
                    <a:pt x="561094" y="1667812"/>
                  </a:lnTo>
                  <a:lnTo>
                    <a:pt x="553053" y="1671215"/>
                  </a:lnTo>
                  <a:lnTo>
                    <a:pt x="545642" y="1674619"/>
                  </a:lnTo>
                  <a:lnTo>
                    <a:pt x="538748" y="1678023"/>
                  </a:lnTo>
                  <a:lnTo>
                    <a:pt x="532355" y="1681426"/>
                  </a:lnTo>
                  <a:lnTo>
                    <a:pt x="526473" y="1684830"/>
                  </a:lnTo>
                  <a:lnTo>
                    <a:pt x="521213" y="1688234"/>
                  </a:lnTo>
                  <a:lnTo>
                    <a:pt x="516380" y="1691637"/>
                  </a:lnTo>
                  <a:lnTo>
                    <a:pt x="511956" y="1695041"/>
                  </a:lnTo>
                  <a:lnTo>
                    <a:pt x="507922" y="1698445"/>
                  </a:lnTo>
                  <a:lnTo>
                    <a:pt x="504351" y="1701849"/>
                  </a:lnTo>
                  <a:lnTo>
                    <a:pt x="501150" y="1705252"/>
                  </a:lnTo>
                  <a:lnTo>
                    <a:pt x="498256" y="1708656"/>
                  </a:lnTo>
                  <a:lnTo>
                    <a:pt x="495649" y="1712060"/>
                  </a:lnTo>
                  <a:lnTo>
                    <a:pt x="493335" y="1715463"/>
                  </a:lnTo>
                  <a:lnTo>
                    <a:pt x="491330" y="1718867"/>
                  </a:lnTo>
                  <a:lnTo>
                    <a:pt x="489537" y="1722271"/>
                  </a:lnTo>
                  <a:lnTo>
                    <a:pt x="487941" y="1725674"/>
                  </a:lnTo>
                  <a:lnTo>
                    <a:pt x="486527" y="1729078"/>
                  </a:lnTo>
                  <a:lnTo>
                    <a:pt x="485326" y="1732482"/>
                  </a:lnTo>
                  <a:lnTo>
                    <a:pt x="484274" y="1735885"/>
                  </a:lnTo>
                  <a:lnTo>
                    <a:pt x="483347" y="1739289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3232923" y="2707593"/>
              <a:ext cx="956002" cy="1550981"/>
            </a:xfrm>
            <a:custGeom>
              <a:avLst/>
              <a:pathLst>
                <a:path w="956002" h="1550981">
                  <a:moveTo>
                    <a:pt x="472665" y="1550981"/>
                  </a:moveTo>
                  <a:lnTo>
                    <a:pt x="471804" y="1547946"/>
                  </a:lnTo>
                  <a:lnTo>
                    <a:pt x="470836" y="1544911"/>
                  </a:lnTo>
                  <a:lnTo>
                    <a:pt x="469722" y="1541875"/>
                  </a:lnTo>
                  <a:lnTo>
                    <a:pt x="468440" y="1538840"/>
                  </a:lnTo>
                  <a:lnTo>
                    <a:pt x="467006" y="1535805"/>
                  </a:lnTo>
                  <a:lnTo>
                    <a:pt x="465409" y="1532770"/>
                  </a:lnTo>
                  <a:lnTo>
                    <a:pt x="463613" y="1529735"/>
                  </a:lnTo>
                  <a:lnTo>
                    <a:pt x="461552" y="1526699"/>
                  </a:lnTo>
                  <a:lnTo>
                    <a:pt x="459271" y="1523664"/>
                  </a:lnTo>
                  <a:lnTo>
                    <a:pt x="456756" y="1520629"/>
                  </a:lnTo>
                  <a:lnTo>
                    <a:pt x="453985" y="1517594"/>
                  </a:lnTo>
                  <a:lnTo>
                    <a:pt x="450825" y="1514559"/>
                  </a:lnTo>
                  <a:lnTo>
                    <a:pt x="447363" y="1511524"/>
                  </a:lnTo>
                  <a:lnTo>
                    <a:pt x="443587" y="1508488"/>
                  </a:lnTo>
                  <a:lnTo>
                    <a:pt x="439480" y="1505453"/>
                  </a:lnTo>
                  <a:lnTo>
                    <a:pt x="434882" y="1502418"/>
                  </a:lnTo>
                  <a:lnTo>
                    <a:pt x="429877" y="1499383"/>
                  </a:lnTo>
                  <a:lnTo>
                    <a:pt x="424475" y="1496348"/>
                  </a:lnTo>
                  <a:lnTo>
                    <a:pt x="418664" y="1493312"/>
                  </a:lnTo>
                  <a:lnTo>
                    <a:pt x="412300" y="1490277"/>
                  </a:lnTo>
                  <a:lnTo>
                    <a:pt x="405413" y="1487242"/>
                  </a:lnTo>
                  <a:lnTo>
                    <a:pt x="398065" y="1484207"/>
                  </a:lnTo>
                  <a:lnTo>
                    <a:pt x="390248" y="1481172"/>
                  </a:lnTo>
                  <a:lnTo>
                    <a:pt x="381862" y="1478136"/>
                  </a:lnTo>
                  <a:lnTo>
                    <a:pt x="372861" y="1475101"/>
                  </a:lnTo>
                  <a:lnTo>
                    <a:pt x="363374" y="1472066"/>
                  </a:lnTo>
                  <a:lnTo>
                    <a:pt x="353399" y="1469031"/>
                  </a:lnTo>
                  <a:lnTo>
                    <a:pt x="342898" y="1465996"/>
                  </a:lnTo>
                  <a:lnTo>
                    <a:pt x="331756" y="1462961"/>
                  </a:lnTo>
                  <a:lnTo>
                    <a:pt x="320160" y="1459925"/>
                  </a:lnTo>
                  <a:lnTo>
                    <a:pt x="308126" y="1456890"/>
                  </a:lnTo>
                  <a:lnTo>
                    <a:pt x="295668" y="1453855"/>
                  </a:lnTo>
                  <a:lnTo>
                    <a:pt x="282652" y="1450820"/>
                  </a:lnTo>
                  <a:lnTo>
                    <a:pt x="269291" y="1447785"/>
                  </a:lnTo>
                  <a:lnTo>
                    <a:pt x="255619" y="1444749"/>
                  </a:lnTo>
                  <a:lnTo>
                    <a:pt x="241667" y="1441714"/>
                  </a:lnTo>
                  <a:lnTo>
                    <a:pt x="227412" y="1438679"/>
                  </a:lnTo>
                  <a:lnTo>
                    <a:pt x="212987" y="1435644"/>
                  </a:lnTo>
                  <a:lnTo>
                    <a:pt x="198460" y="1432609"/>
                  </a:lnTo>
                  <a:lnTo>
                    <a:pt x="183875" y="1429573"/>
                  </a:lnTo>
                  <a:lnTo>
                    <a:pt x="169302" y="1426538"/>
                  </a:lnTo>
                  <a:lnTo>
                    <a:pt x="154851" y="1423503"/>
                  </a:lnTo>
                  <a:lnTo>
                    <a:pt x="140572" y="1420468"/>
                  </a:lnTo>
                  <a:lnTo>
                    <a:pt x="126518" y="1417433"/>
                  </a:lnTo>
                  <a:lnTo>
                    <a:pt x="112802" y="1414397"/>
                  </a:lnTo>
                  <a:lnTo>
                    <a:pt x="99597" y="1411362"/>
                  </a:lnTo>
                  <a:lnTo>
                    <a:pt x="86870" y="1408327"/>
                  </a:lnTo>
                  <a:lnTo>
                    <a:pt x="74673" y="1405292"/>
                  </a:lnTo>
                  <a:lnTo>
                    <a:pt x="63096" y="1402257"/>
                  </a:lnTo>
                  <a:lnTo>
                    <a:pt x="52472" y="1399222"/>
                  </a:lnTo>
                  <a:lnTo>
                    <a:pt x="42612" y="1396186"/>
                  </a:lnTo>
                  <a:lnTo>
                    <a:pt x="33560" y="1393151"/>
                  </a:lnTo>
                  <a:lnTo>
                    <a:pt x="25360" y="1390116"/>
                  </a:lnTo>
                  <a:lnTo>
                    <a:pt x="18450" y="1387081"/>
                  </a:lnTo>
                  <a:lnTo>
                    <a:pt x="12562" y="1384046"/>
                  </a:lnTo>
                  <a:lnTo>
                    <a:pt x="7681" y="1381010"/>
                  </a:lnTo>
                  <a:lnTo>
                    <a:pt x="3830" y="1377975"/>
                  </a:lnTo>
                  <a:lnTo>
                    <a:pt x="1367" y="1374940"/>
                  </a:lnTo>
                  <a:lnTo>
                    <a:pt x="140" y="1371905"/>
                  </a:lnTo>
                  <a:lnTo>
                    <a:pt x="60" y="1370167"/>
                  </a:lnTo>
                  <a:lnTo>
                    <a:pt x="0" y="1368870"/>
                  </a:lnTo>
                  <a:lnTo>
                    <a:pt x="946" y="1365834"/>
                  </a:lnTo>
                  <a:lnTo>
                    <a:pt x="3201" y="1362799"/>
                  </a:lnTo>
                  <a:lnTo>
                    <a:pt x="6771" y="1359764"/>
                  </a:lnTo>
                  <a:lnTo>
                    <a:pt x="11373" y="1356729"/>
                  </a:lnTo>
                  <a:lnTo>
                    <a:pt x="16983" y="1353694"/>
                  </a:lnTo>
                  <a:lnTo>
                    <a:pt x="23678" y="1350659"/>
                  </a:lnTo>
                  <a:lnTo>
                    <a:pt x="31600" y="1347623"/>
                  </a:lnTo>
                  <a:lnTo>
                    <a:pt x="40373" y="1344588"/>
                  </a:lnTo>
                  <a:lnTo>
                    <a:pt x="49956" y="1341553"/>
                  </a:lnTo>
                  <a:lnTo>
                    <a:pt x="60314" y="1338518"/>
                  </a:lnTo>
                  <a:lnTo>
                    <a:pt x="71642" y="1335483"/>
                  </a:lnTo>
                  <a:lnTo>
                    <a:pt x="83553" y="1332447"/>
                  </a:lnTo>
                  <a:lnTo>
                    <a:pt x="95992" y="1329412"/>
                  </a:lnTo>
                  <a:lnTo>
                    <a:pt x="108906" y="1326377"/>
                  </a:lnTo>
                  <a:lnTo>
                    <a:pt x="122342" y="1323342"/>
                  </a:lnTo>
                  <a:lnTo>
                    <a:pt x="136081" y="1320307"/>
                  </a:lnTo>
                  <a:lnTo>
                    <a:pt x="150038" y="1317271"/>
                  </a:lnTo>
                  <a:lnTo>
                    <a:pt x="164156" y="1314236"/>
                  </a:lnTo>
                  <a:lnTo>
                    <a:pt x="178378" y="1311201"/>
                  </a:lnTo>
                  <a:lnTo>
                    <a:pt x="192587" y="1308166"/>
                  </a:lnTo>
                  <a:lnTo>
                    <a:pt x="206719" y="1305131"/>
                  </a:lnTo>
                  <a:lnTo>
                    <a:pt x="220729" y="1302096"/>
                  </a:lnTo>
                  <a:lnTo>
                    <a:pt x="234526" y="1299060"/>
                  </a:lnTo>
                  <a:lnTo>
                    <a:pt x="247995" y="1296025"/>
                  </a:lnTo>
                  <a:lnTo>
                    <a:pt x="261154" y="1292990"/>
                  </a:lnTo>
                  <a:lnTo>
                    <a:pt x="273968" y="1289955"/>
                  </a:lnTo>
                  <a:lnTo>
                    <a:pt x="286374" y="1286920"/>
                  </a:lnTo>
                  <a:lnTo>
                    <a:pt x="298189" y="1283884"/>
                  </a:lnTo>
                  <a:lnTo>
                    <a:pt x="309538" y="1280849"/>
                  </a:lnTo>
                  <a:lnTo>
                    <a:pt x="320403" y="1277814"/>
                  </a:lnTo>
                  <a:lnTo>
                    <a:pt x="330766" y="1274779"/>
                  </a:lnTo>
                  <a:lnTo>
                    <a:pt x="340380" y="1271744"/>
                  </a:lnTo>
                  <a:lnTo>
                    <a:pt x="349442" y="1268708"/>
                  </a:lnTo>
                  <a:lnTo>
                    <a:pt x="357959" y="1265673"/>
                  </a:lnTo>
                  <a:lnTo>
                    <a:pt x="365928" y="1262638"/>
                  </a:lnTo>
                  <a:lnTo>
                    <a:pt x="373166" y="1259603"/>
                  </a:lnTo>
                  <a:lnTo>
                    <a:pt x="379792" y="1256568"/>
                  </a:lnTo>
                  <a:lnTo>
                    <a:pt x="385881" y="1253532"/>
                  </a:lnTo>
                  <a:lnTo>
                    <a:pt x="391436" y="1250497"/>
                  </a:lnTo>
                  <a:lnTo>
                    <a:pt x="396349" y="1247462"/>
                  </a:lnTo>
                  <a:lnTo>
                    <a:pt x="400647" y="1244427"/>
                  </a:lnTo>
                  <a:lnTo>
                    <a:pt x="404458" y="1241392"/>
                  </a:lnTo>
                  <a:lnTo>
                    <a:pt x="407793" y="1238357"/>
                  </a:lnTo>
                  <a:lnTo>
                    <a:pt x="410605" y="1235321"/>
                  </a:lnTo>
                  <a:lnTo>
                    <a:pt x="412843" y="1232286"/>
                  </a:lnTo>
                  <a:lnTo>
                    <a:pt x="414667" y="1229251"/>
                  </a:lnTo>
                  <a:lnTo>
                    <a:pt x="416092" y="1226216"/>
                  </a:lnTo>
                  <a:lnTo>
                    <a:pt x="417117" y="1223181"/>
                  </a:lnTo>
                  <a:lnTo>
                    <a:pt x="417635" y="1220145"/>
                  </a:lnTo>
                  <a:lnTo>
                    <a:pt x="417819" y="1217110"/>
                  </a:lnTo>
                  <a:lnTo>
                    <a:pt x="417683" y="1214075"/>
                  </a:lnTo>
                  <a:lnTo>
                    <a:pt x="417239" y="1211040"/>
                  </a:lnTo>
                  <a:lnTo>
                    <a:pt x="416400" y="1208005"/>
                  </a:lnTo>
                  <a:lnTo>
                    <a:pt x="415284" y="1204969"/>
                  </a:lnTo>
                  <a:lnTo>
                    <a:pt x="413920" y="1201934"/>
                  </a:lnTo>
                  <a:lnTo>
                    <a:pt x="412319" y="1198899"/>
                  </a:lnTo>
                  <a:lnTo>
                    <a:pt x="410435" y="1195864"/>
                  </a:lnTo>
                  <a:lnTo>
                    <a:pt x="408318" y="1192829"/>
                  </a:lnTo>
                  <a:lnTo>
                    <a:pt x="406014" y="1189794"/>
                  </a:lnTo>
                  <a:lnTo>
                    <a:pt x="403531" y="1186758"/>
                  </a:lnTo>
                  <a:lnTo>
                    <a:pt x="400850" y="1183723"/>
                  </a:lnTo>
                  <a:lnTo>
                    <a:pt x="397979" y="1180688"/>
                  </a:lnTo>
                  <a:lnTo>
                    <a:pt x="394968" y="1177653"/>
                  </a:lnTo>
                  <a:lnTo>
                    <a:pt x="391824" y="1174618"/>
                  </a:lnTo>
                  <a:lnTo>
                    <a:pt x="388545" y="1171582"/>
                  </a:lnTo>
                  <a:lnTo>
                    <a:pt x="385113" y="1168547"/>
                  </a:lnTo>
                  <a:lnTo>
                    <a:pt x="381579" y="1165512"/>
                  </a:lnTo>
                  <a:lnTo>
                    <a:pt x="377949" y="1162477"/>
                  </a:lnTo>
                  <a:lnTo>
                    <a:pt x="374227" y="1159442"/>
                  </a:lnTo>
                  <a:lnTo>
                    <a:pt x="370388" y="1156406"/>
                  </a:lnTo>
                  <a:lnTo>
                    <a:pt x="366476" y="1153371"/>
                  </a:lnTo>
                  <a:lnTo>
                    <a:pt x="362496" y="1150336"/>
                  </a:lnTo>
                  <a:lnTo>
                    <a:pt x="358454" y="1147301"/>
                  </a:lnTo>
                  <a:lnTo>
                    <a:pt x="354335" y="1144266"/>
                  </a:lnTo>
                  <a:lnTo>
                    <a:pt x="350163" y="1141230"/>
                  </a:lnTo>
                  <a:lnTo>
                    <a:pt x="345948" y="1138195"/>
                  </a:lnTo>
                  <a:lnTo>
                    <a:pt x="341693" y="1135160"/>
                  </a:lnTo>
                  <a:lnTo>
                    <a:pt x="337395" y="1132125"/>
                  </a:lnTo>
                  <a:lnTo>
                    <a:pt x="333065" y="1129090"/>
                  </a:lnTo>
                  <a:lnTo>
                    <a:pt x="328713" y="1126055"/>
                  </a:lnTo>
                  <a:lnTo>
                    <a:pt x="324342" y="1123019"/>
                  </a:lnTo>
                  <a:lnTo>
                    <a:pt x="319954" y="1119984"/>
                  </a:lnTo>
                  <a:lnTo>
                    <a:pt x="315556" y="1116949"/>
                  </a:lnTo>
                  <a:lnTo>
                    <a:pt x="311156" y="1113914"/>
                  </a:lnTo>
                  <a:lnTo>
                    <a:pt x="306756" y="1110879"/>
                  </a:lnTo>
                  <a:lnTo>
                    <a:pt x="302361" y="1107843"/>
                  </a:lnTo>
                  <a:lnTo>
                    <a:pt x="297979" y="1104808"/>
                  </a:lnTo>
                  <a:lnTo>
                    <a:pt x="293613" y="1101773"/>
                  </a:lnTo>
                  <a:lnTo>
                    <a:pt x="289265" y="1098738"/>
                  </a:lnTo>
                  <a:lnTo>
                    <a:pt x="284938" y="1095703"/>
                  </a:lnTo>
                  <a:lnTo>
                    <a:pt x="280648" y="1092667"/>
                  </a:lnTo>
                  <a:lnTo>
                    <a:pt x="276390" y="1089632"/>
                  </a:lnTo>
                  <a:lnTo>
                    <a:pt x="272166" y="1086597"/>
                  </a:lnTo>
                  <a:lnTo>
                    <a:pt x="267977" y="1083562"/>
                  </a:lnTo>
                  <a:lnTo>
                    <a:pt x="263842" y="1080527"/>
                  </a:lnTo>
                  <a:lnTo>
                    <a:pt x="259756" y="1077492"/>
                  </a:lnTo>
                  <a:lnTo>
                    <a:pt x="255717" y="1074456"/>
                  </a:lnTo>
                  <a:lnTo>
                    <a:pt x="251726" y="1071421"/>
                  </a:lnTo>
                  <a:lnTo>
                    <a:pt x="247796" y="1068386"/>
                  </a:lnTo>
                  <a:lnTo>
                    <a:pt x="243934" y="1065351"/>
                  </a:lnTo>
                  <a:lnTo>
                    <a:pt x="240127" y="1062316"/>
                  </a:lnTo>
                  <a:lnTo>
                    <a:pt x="236376" y="1059280"/>
                  </a:lnTo>
                  <a:lnTo>
                    <a:pt x="232692" y="1056245"/>
                  </a:lnTo>
                  <a:lnTo>
                    <a:pt x="229088" y="1053210"/>
                  </a:lnTo>
                  <a:lnTo>
                    <a:pt x="225545" y="1050175"/>
                  </a:lnTo>
                  <a:lnTo>
                    <a:pt x="222065" y="1047140"/>
                  </a:lnTo>
                  <a:lnTo>
                    <a:pt x="218648" y="1044104"/>
                  </a:lnTo>
                  <a:lnTo>
                    <a:pt x="215323" y="1041069"/>
                  </a:lnTo>
                  <a:lnTo>
                    <a:pt x="212062" y="1038034"/>
                  </a:lnTo>
                  <a:lnTo>
                    <a:pt x="208865" y="1034999"/>
                  </a:lnTo>
                  <a:lnTo>
                    <a:pt x="205733" y="1031964"/>
                  </a:lnTo>
                  <a:lnTo>
                    <a:pt x="202689" y="1028929"/>
                  </a:lnTo>
                  <a:lnTo>
                    <a:pt x="199714" y="1025893"/>
                  </a:lnTo>
                  <a:lnTo>
                    <a:pt x="196804" y="1022858"/>
                  </a:lnTo>
                  <a:lnTo>
                    <a:pt x="193957" y="1019823"/>
                  </a:lnTo>
                  <a:lnTo>
                    <a:pt x="191192" y="1016788"/>
                  </a:lnTo>
                  <a:lnTo>
                    <a:pt x="188501" y="1013753"/>
                  </a:lnTo>
                  <a:lnTo>
                    <a:pt x="185872" y="1010717"/>
                  </a:lnTo>
                  <a:lnTo>
                    <a:pt x="183305" y="1007682"/>
                  </a:lnTo>
                  <a:lnTo>
                    <a:pt x="180812" y="1004647"/>
                  </a:lnTo>
                  <a:lnTo>
                    <a:pt x="178396" y="1001612"/>
                  </a:lnTo>
                  <a:lnTo>
                    <a:pt x="176041" y="998577"/>
                  </a:lnTo>
                  <a:lnTo>
                    <a:pt x="173747" y="995541"/>
                  </a:lnTo>
                  <a:lnTo>
                    <a:pt x="171517" y="992506"/>
                  </a:lnTo>
                  <a:lnTo>
                    <a:pt x="169369" y="989471"/>
                  </a:lnTo>
                  <a:lnTo>
                    <a:pt x="167280" y="986436"/>
                  </a:lnTo>
                  <a:lnTo>
                    <a:pt x="165250" y="983401"/>
                  </a:lnTo>
                  <a:lnTo>
                    <a:pt x="163278" y="980365"/>
                  </a:lnTo>
                  <a:lnTo>
                    <a:pt x="161388" y="977330"/>
                  </a:lnTo>
                  <a:lnTo>
                    <a:pt x="159557" y="974295"/>
                  </a:lnTo>
                  <a:lnTo>
                    <a:pt x="157782" y="971260"/>
                  </a:lnTo>
                  <a:lnTo>
                    <a:pt x="156063" y="968225"/>
                  </a:lnTo>
                  <a:lnTo>
                    <a:pt x="154419" y="965190"/>
                  </a:lnTo>
                  <a:lnTo>
                    <a:pt x="152835" y="962154"/>
                  </a:lnTo>
                  <a:lnTo>
                    <a:pt x="151306" y="959119"/>
                  </a:lnTo>
                  <a:lnTo>
                    <a:pt x="149829" y="956084"/>
                  </a:lnTo>
                  <a:lnTo>
                    <a:pt x="148418" y="953049"/>
                  </a:lnTo>
                  <a:lnTo>
                    <a:pt x="147068" y="950014"/>
                  </a:lnTo>
                  <a:lnTo>
                    <a:pt x="145769" y="946978"/>
                  </a:lnTo>
                  <a:lnTo>
                    <a:pt x="144518" y="943943"/>
                  </a:lnTo>
                  <a:lnTo>
                    <a:pt x="143322" y="940908"/>
                  </a:lnTo>
                  <a:lnTo>
                    <a:pt x="142187" y="937873"/>
                  </a:lnTo>
                  <a:lnTo>
                    <a:pt x="141456" y="935839"/>
                  </a:lnTo>
                  <a:lnTo>
                    <a:pt x="141096" y="934838"/>
                  </a:lnTo>
                  <a:lnTo>
                    <a:pt x="140048" y="931802"/>
                  </a:lnTo>
                  <a:lnTo>
                    <a:pt x="139045" y="928767"/>
                  </a:lnTo>
                  <a:lnTo>
                    <a:pt x="138098" y="925732"/>
                  </a:lnTo>
                  <a:lnTo>
                    <a:pt x="137189" y="922697"/>
                  </a:lnTo>
                  <a:lnTo>
                    <a:pt x="136318" y="919662"/>
                  </a:lnTo>
                  <a:lnTo>
                    <a:pt x="135482" y="916627"/>
                  </a:lnTo>
                  <a:lnTo>
                    <a:pt x="134694" y="913591"/>
                  </a:lnTo>
                  <a:lnTo>
                    <a:pt x="133940" y="910556"/>
                  </a:lnTo>
                  <a:lnTo>
                    <a:pt x="133216" y="907521"/>
                  </a:lnTo>
                  <a:lnTo>
                    <a:pt x="132523" y="904486"/>
                  </a:lnTo>
                  <a:lnTo>
                    <a:pt x="131868" y="901451"/>
                  </a:lnTo>
                  <a:lnTo>
                    <a:pt x="131244" y="898415"/>
                  </a:lnTo>
                  <a:lnTo>
                    <a:pt x="130647" y="895380"/>
                  </a:lnTo>
                  <a:lnTo>
                    <a:pt x="130077" y="892345"/>
                  </a:lnTo>
                  <a:lnTo>
                    <a:pt x="129539" y="889310"/>
                  </a:lnTo>
                  <a:lnTo>
                    <a:pt x="129032" y="886275"/>
                  </a:lnTo>
                  <a:lnTo>
                    <a:pt x="128552" y="883239"/>
                  </a:lnTo>
                  <a:lnTo>
                    <a:pt x="128098" y="880204"/>
                  </a:lnTo>
                  <a:lnTo>
                    <a:pt x="127674" y="877169"/>
                  </a:lnTo>
                  <a:lnTo>
                    <a:pt x="127287" y="874134"/>
                  </a:lnTo>
                  <a:lnTo>
                    <a:pt x="126928" y="871099"/>
                  </a:lnTo>
                  <a:lnTo>
                    <a:pt x="126600" y="868064"/>
                  </a:lnTo>
                  <a:lnTo>
                    <a:pt x="126302" y="865028"/>
                  </a:lnTo>
                  <a:lnTo>
                    <a:pt x="126052" y="861993"/>
                  </a:lnTo>
                  <a:lnTo>
                    <a:pt x="125836" y="858958"/>
                  </a:lnTo>
                  <a:lnTo>
                    <a:pt x="125657" y="855923"/>
                  </a:lnTo>
                  <a:lnTo>
                    <a:pt x="125516" y="852888"/>
                  </a:lnTo>
                  <a:lnTo>
                    <a:pt x="125430" y="849852"/>
                  </a:lnTo>
                  <a:lnTo>
                    <a:pt x="125390" y="846817"/>
                  </a:lnTo>
                  <a:lnTo>
                    <a:pt x="125397" y="843782"/>
                  </a:lnTo>
                  <a:lnTo>
                    <a:pt x="125449" y="840747"/>
                  </a:lnTo>
                  <a:lnTo>
                    <a:pt x="125564" y="837712"/>
                  </a:lnTo>
                  <a:lnTo>
                    <a:pt x="125741" y="834676"/>
                  </a:lnTo>
                  <a:lnTo>
                    <a:pt x="125973" y="831641"/>
                  </a:lnTo>
                  <a:lnTo>
                    <a:pt x="126260" y="828606"/>
                  </a:lnTo>
                  <a:lnTo>
                    <a:pt x="126614" y="825571"/>
                  </a:lnTo>
                  <a:lnTo>
                    <a:pt x="127046" y="822536"/>
                  </a:lnTo>
                  <a:lnTo>
                    <a:pt x="127540" y="819500"/>
                  </a:lnTo>
                  <a:lnTo>
                    <a:pt x="128097" y="816465"/>
                  </a:lnTo>
                  <a:lnTo>
                    <a:pt x="128723" y="813430"/>
                  </a:lnTo>
                  <a:lnTo>
                    <a:pt x="129441" y="810395"/>
                  </a:lnTo>
                  <a:lnTo>
                    <a:pt x="130227" y="807360"/>
                  </a:lnTo>
                  <a:lnTo>
                    <a:pt x="131081" y="804325"/>
                  </a:lnTo>
                  <a:lnTo>
                    <a:pt x="132003" y="801289"/>
                  </a:lnTo>
                  <a:lnTo>
                    <a:pt x="133025" y="798254"/>
                  </a:lnTo>
                  <a:lnTo>
                    <a:pt x="134118" y="795219"/>
                  </a:lnTo>
                  <a:lnTo>
                    <a:pt x="135282" y="792184"/>
                  </a:lnTo>
                  <a:lnTo>
                    <a:pt x="136516" y="789149"/>
                  </a:lnTo>
                  <a:lnTo>
                    <a:pt x="137842" y="786113"/>
                  </a:lnTo>
                  <a:lnTo>
                    <a:pt x="139247" y="783078"/>
                  </a:lnTo>
                  <a:lnTo>
                    <a:pt x="140720" y="780043"/>
                  </a:lnTo>
                  <a:lnTo>
                    <a:pt x="142263" y="777008"/>
                  </a:lnTo>
                  <a:lnTo>
                    <a:pt x="143888" y="773973"/>
                  </a:lnTo>
                  <a:lnTo>
                    <a:pt x="145596" y="770937"/>
                  </a:lnTo>
                  <a:lnTo>
                    <a:pt x="147369" y="767902"/>
                  </a:lnTo>
                  <a:lnTo>
                    <a:pt x="149208" y="764867"/>
                  </a:lnTo>
                  <a:lnTo>
                    <a:pt x="151118" y="761832"/>
                  </a:lnTo>
                  <a:lnTo>
                    <a:pt x="153112" y="758797"/>
                  </a:lnTo>
                  <a:lnTo>
                    <a:pt x="155168" y="755762"/>
                  </a:lnTo>
                  <a:lnTo>
                    <a:pt x="157283" y="752726"/>
                  </a:lnTo>
                  <a:lnTo>
                    <a:pt x="159460" y="749691"/>
                  </a:lnTo>
                  <a:lnTo>
                    <a:pt x="159591" y="749515"/>
                  </a:lnTo>
                  <a:lnTo>
                    <a:pt x="161720" y="746656"/>
                  </a:lnTo>
                  <a:lnTo>
                    <a:pt x="164035" y="743621"/>
                  </a:lnTo>
                  <a:lnTo>
                    <a:pt x="166406" y="740586"/>
                  </a:lnTo>
                  <a:lnTo>
                    <a:pt x="168832" y="737550"/>
                  </a:lnTo>
                  <a:lnTo>
                    <a:pt x="171330" y="734515"/>
                  </a:lnTo>
                  <a:lnTo>
                    <a:pt x="173883" y="731480"/>
                  </a:lnTo>
                  <a:lnTo>
                    <a:pt x="176486" y="728445"/>
                  </a:lnTo>
                  <a:lnTo>
                    <a:pt x="179138" y="725410"/>
                  </a:lnTo>
                  <a:lnTo>
                    <a:pt x="181851" y="722374"/>
                  </a:lnTo>
                  <a:lnTo>
                    <a:pt x="184617" y="719339"/>
                  </a:lnTo>
                  <a:lnTo>
                    <a:pt x="187427" y="716304"/>
                  </a:lnTo>
                  <a:lnTo>
                    <a:pt x="190281" y="713269"/>
                  </a:lnTo>
                  <a:lnTo>
                    <a:pt x="193183" y="710234"/>
                  </a:lnTo>
                  <a:lnTo>
                    <a:pt x="196134" y="707198"/>
                  </a:lnTo>
                  <a:lnTo>
                    <a:pt x="199123" y="704163"/>
                  </a:lnTo>
                  <a:lnTo>
                    <a:pt x="202146" y="701128"/>
                  </a:lnTo>
                  <a:lnTo>
                    <a:pt x="205207" y="698093"/>
                  </a:lnTo>
                  <a:lnTo>
                    <a:pt x="208310" y="695058"/>
                  </a:lnTo>
                  <a:lnTo>
                    <a:pt x="211440" y="692023"/>
                  </a:lnTo>
                  <a:lnTo>
                    <a:pt x="214596" y="688987"/>
                  </a:lnTo>
                  <a:lnTo>
                    <a:pt x="217776" y="685952"/>
                  </a:lnTo>
                  <a:lnTo>
                    <a:pt x="220985" y="682917"/>
                  </a:lnTo>
                  <a:lnTo>
                    <a:pt x="224211" y="679882"/>
                  </a:lnTo>
                  <a:lnTo>
                    <a:pt x="227450" y="676847"/>
                  </a:lnTo>
                  <a:lnTo>
                    <a:pt x="230701" y="673811"/>
                  </a:lnTo>
                  <a:lnTo>
                    <a:pt x="233962" y="670776"/>
                  </a:lnTo>
                  <a:lnTo>
                    <a:pt x="237225" y="667741"/>
                  </a:lnTo>
                  <a:lnTo>
                    <a:pt x="240488" y="664706"/>
                  </a:lnTo>
                  <a:lnTo>
                    <a:pt x="243747" y="661671"/>
                  </a:lnTo>
                  <a:lnTo>
                    <a:pt x="246997" y="658635"/>
                  </a:lnTo>
                  <a:lnTo>
                    <a:pt x="250233" y="655600"/>
                  </a:lnTo>
                  <a:lnTo>
                    <a:pt x="253452" y="652565"/>
                  </a:lnTo>
                  <a:lnTo>
                    <a:pt x="256652" y="649530"/>
                  </a:lnTo>
                  <a:lnTo>
                    <a:pt x="259827" y="646495"/>
                  </a:lnTo>
                  <a:lnTo>
                    <a:pt x="262967" y="643460"/>
                  </a:lnTo>
                  <a:lnTo>
                    <a:pt x="266075" y="640424"/>
                  </a:lnTo>
                  <a:lnTo>
                    <a:pt x="269150" y="637389"/>
                  </a:lnTo>
                  <a:lnTo>
                    <a:pt x="272188" y="634354"/>
                  </a:lnTo>
                  <a:lnTo>
                    <a:pt x="275170" y="631319"/>
                  </a:lnTo>
                  <a:lnTo>
                    <a:pt x="278109" y="628284"/>
                  </a:lnTo>
                  <a:lnTo>
                    <a:pt x="281003" y="625248"/>
                  </a:lnTo>
                  <a:lnTo>
                    <a:pt x="283851" y="622213"/>
                  </a:lnTo>
                  <a:lnTo>
                    <a:pt x="286631" y="619178"/>
                  </a:lnTo>
                  <a:lnTo>
                    <a:pt x="289359" y="616143"/>
                  </a:lnTo>
                  <a:lnTo>
                    <a:pt x="292035" y="613108"/>
                  </a:lnTo>
                  <a:lnTo>
                    <a:pt x="294660" y="610072"/>
                  </a:lnTo>
                  <a:lnTo>
                    <a:pt x="297217" y="607037"/>
                  </a:lnTo>
                  <a:lnTo>
                    <a:pt x="299714" y="604002"/>
                  </a:lnTo>
                  <a:lnTo>
                    <a:pt x="302160" y="600967"/>
                  </a:lnTo>
                  <a:lnTo>
                    <a:pt x="304554" y="597932"/>
                  </a:lnTo>
                  <a:lnTo>
                    <a:pt x="306888" y="594897"/>
                  </a:lnTo>
                  <a:lnTo>
                    <a:pt x="309162" y="591861"/>
                  </a:lnTo>
                  <a:lnTo>
                    <a:pt x="311388" y="588826"/>
                  </a:lnTo>
                  <a:lnTo>
                    <a:pt x="313569" y="585791"/>
                  </a:lnTo>
                  <a:lnTo>
                    <a:pt x="315702" y="582756"/>
                  </a:lnTo>
                  <a:lnTo>
                    <a:pt x="317779" y="579721"/>
                  </a:lnTo>
                  <a:lnTo>
                    <a:pt x="319819" y="576685"/>
                  </a:lnTo>
                  <a:lnTo>
                    <a:pt x="321823" y="573650"/>
                  </a:lnTo>
                  <a:lnTo>
                    <a:pt x="323793" y="570615"/>
                  </a:lnTo>
                  <a:lnTo>
                    <a:pt x="325718" y="567580"/>
                  </a:lnTo>
                  <a:lnTo>
                    <a:pt x="327616" y="564545"/>
                  </a:lnTo>
                  <a:lnTo>
                    <a:pt x="329490" y="561509"/>
                  </a:lnTo>
                  <a:lnTo>
                    <a:pt x="331340" y="558474"/>
                  </a:lnTo>
                  <a:lnTo>
                    <a:pt x="333162" y="555439"/>
                  </a:lnTo>
                  <a:lnTo>
                    <a:pt x="334967" y="552404"/>
                  </a:lnTo>
                  <a:lnTo>
                    <a:pt x="336756" y="549369"/>
                  </a:lnTo>
                  <a:lnTo>
                    <a:pt x="338533" y="546333"/>
                  </a:lnTo>
                  <a:lnTo>
                    <a:pt x="340295" y="543298"/>
                  </a:lnTo>
                  <a:lnTo>
                    <a:pt x="342047" y="540263"/>
                  </a:lnTo>
                  <a:lnTo>
                    <a:pt x="343791" y="537228"/>
                  </a:lnTo>
                  <a:lnTo>
                    <a:pt x="345529" y="534193"/>
                  </a:lnTo>
                  <a:lnTo>
                    <a:pt x="347261" y="531158"/>
                  </a:lnTo>
                  <a:lnTo>
                    <a:pt x="348988" y="528122"/>
                  </a:lnTo>
                  <a:lnTo>
                    <a:pt x="350711" y="525087"/>
                  </a:lnTo>
                  <a:lnTo>
                    <a:pt x="352431" y="522052"/>
                  </a:lnTo>
                  <a:lnTo>
                    <a:pt x="354148" y="519017"/>
                  </a:lnTo>
                  <a:lnTo>
                    <a:pt x="355860" y="515982"/>
                  </a:lnTo>
                  <a:lnTo>
                    <a:pt x="357569" y="512946"/>
                  </a:lnTo>
                  <a:lnTo>
                    <a:pt x="359275" y="509911"/>
                  </a:lnTo>
                  <a:lnTo>
                    <a:pt x="360976" y="506876"/>
                  </a:lnTo>
                  <a:lnTo>
                    <a:pt x="362670" y="503841"/>
                  </a:lnTo>
                  <a:lnTo>
                    <a:pt x="364357" y="500806"/>
                  </a:lnTo>
                  <a:lnTo>
                    <a:pt x="366038" y="497770"/>
                  </a:lnTo>
                  <a:lnTo>
                    <a:pt x="367710" y="494735"/>
                  </a:lnTo>
                  <a:lnTo>
                    <a:pt x="369371" y="491700"/>
                  </a:lnTo>
                  <a:lnTo>
                    <a:pt x="371019" y="488665"/>
                  </a:lnTo>
                  <a:lnTo>
                    <a:pt x="372656" y="485630"/>
                  </a:lnTo>
                  <a:lnTo>
                    <a:pt x="374281" y="482595"/>
                  </a:lnTo>
                  <a:lnTo>
                    <a:pt x="375888" y="479559"/>
                  </a:lnTo>
                  <a:lnTo>
                    <a:pt x="377476" y="476524"/>
                  </a:lnTo>
                  <a:lnTo>
                    <a:pt x="379048" y="473489"/>
                  </a:lnTo>
                  <a:lnTo>
                    <a:pt x="380604" y="470454"/>
                  </a:lnTo>
                  <a:lnTo>
                    <a:pt x="382138" y="467419"/>
                  </a:lnTo>
                  <a:lnTo>
                    <a:pt x="383648" y="464383"/>
                  </a:lnTo>
                  <a:lnTo>
                    <a:pt x="385139" y="461348"/>
                  </a:lnTo>
                  <a:lnTo>
                    <a:pt x="386609" y="458313"/>
                  </a:lnTo>
                  <a:lnTo>
                    <a:pt x="388058" y="455278"/>
                  </a:lnTo>
                  <a:lnTo>
                    <a:pt x="389477" y="452243"/>
                  </a:lnTo>
                  <a:lnTo>
                    <a:pt x="390876" y="449207"/>
                  </a:lnTo>
                  <a:lnTo>
                    <a:pt x="392253" y="446172"/>
                  </a:lnTo>
                  <a:lnTo>
                    <a:pt x="393609" y="443137"/>
                  </a:lnTo>
                  <a:lnTo>
                    <a:pt x="394937" y="440102"/>
                  </a:lnTo>
                  <a:lnTo>
                    <a:pt x="396243" y="437067"/>
                  </a:lnTo>
                  <a:lnTo>
                    <a:pt x="397530" y="434032"/>
                  </a:lnTo>
                  <a:lnTo>
                    <a:pt x="398797" y="430996"/>
                  </a:lnTo>
                  <a:lnTo>
                    <a:pt x="400040" y="427961"/>
                  </a:lnTo>
                  <a:lnTo>
                    <a:pt x="401262" y="424926"/>
                  </a:lnTo>
                  <a:lnTo>
                    <a:pt x="402468" y="421891"/>
                  </a:lnTo>
                  <a:lnTo>
                    <a:pt x="403657" y="418856"/>
                  </a:lnTo>
                  <a:lnTo>
                    <a:pt x="404828" y="415820"/>
                  </a:lnTo>
                  <a:lnTo>
                    <a:pt x="405981" y="412785"/>
                  </a:lnTo>
                  <a:lnTo>
                    <a:pt x="407122" y="409750"/>
                  </a:lnTo>
                  <a:lnTo>
                    <a:pt x="408250" y="406715"/>
                  </a:lnTo>
                  <a:lnTo>
                    <a:pt x="409366" y="403680"/>
                  </a:lnTo>
                  <a:lnTo>
                    <a:pt x="410468" y="400644"/>
                  </a:lnTo>
                  <a:lnTo>
                    <a:pt x="411562" y="397609"/>
                  </a:lnTo>
                  <a:lnTo>
                    <a:pt x="412648" y="394574"/>
                  </a:lnTo>
                  <a:lnTo>
                    <a:pt x="413726" y="391539"/>
                  </a:lnTo>
                  <a:lnTo>
                    <a:pt x="414796" y="388504"/>
                  </a:lnTo>
                  <a:lnTo>
                    <a:pt x="415860" y="385468"/>
                  </a:lnTo>
                  <a:lnTo>
                    <a:pt x="416921" y="382433"/>
                  </a:lnTo>
                  <a:lnTo>
                    <a:pt x="417977" y="379398"/>
                  </a:lnTo>
                  <a:lnTo>
                    <a:pt x="419030" y="376363"/>
                  </a:lnTo>
                  <a:lnTo>
                    <a:pt x="420080" y="373328"/>
                  </a:lnTo>
                  <a:lnTo>
                    <a:pt x="421128" y="370293"/>
                  </a:lnTo>
                  <a:lnTo>
                    <a:pt x="422175" y="367257"/>
                  </a:lnTo>
                  <a:lnTo>
                    <a:pt x="423221" y="364222"/>
                  </a:lnTo>
                  <a:lnTo>
                    <a:pt x="424267" y="361187"/>
                  </a:lnTo>
                  <a:lnTo>
                    <a:pt x="425312" y="358152"/>
                  </a:lnTo>
                  <a:lnTo>
                    <a:pt x="426357" y="355117"/>
                  </a:lnTo>
                  <a:lnTo>
                    <a:pt x="427402" y="352081"/>
                  </a:lnTo>
                  <a:lnTo>
                    <a:pt x="428446" y="349046"/>
                  </a:lnTo>
                  <a:lnTo>
                    <a:pt x="429491" y="346011"/>
                  </a:lnTo>
                  <a:lnTo>
                    <a:pt x="430536" y="342976"/>
                  </a:lnTo>
                  <a:lnTo>
                    <a:pt x="431581" y="339941"/>
                  </a:lnTo>
                  <a:lnTo>
                    <a:pt x="432625" y="336905"/>
                  </a:lnTo>
                  <a:lnTo>
                    <a:pt x="433669" y="333870"/>
                  </a:lnTo>
                  <a:lnTo>
                    <a:pt x="434711" y="330835"/>
                  </a:lnTo>
                  <a:lnTo>
                    <a:pt x="435752" y="327800"/>
                  </a:lnTo>
                  <a:lnTo>
                    <a:pt x="436790" y="324765"/>
                  </a:lnTo>
                  <a:lnTo>
                    <a:pt x="437826" y="321730"/>
                  </a:lnTo>
                  <a:lnTo>
                    <a:pt x="438859" y="318694"/>
                  </a:lnTo>
                  <a:lnTo>
                    <a:pt x="439889" y="315659"/>
                  </a:lnTo>
                  <a:lnTo>
                    <a:pt x="440914" y="312624"/>
                  </a:lnTo>
                  <a:lnTo>
                    <a:pt x="441934" y="309589"/>
                  </a:lnTo>
                  <a:lnTo>
                    <a:pt x="442948" y="306554"/>
                  </a:lnTo>
                  <a:lnTo>
                    <a:pt x="443957" y="303518"/>
                  </a:lnTo>
                  <a:lnTo>
                    <a:pt x="444959" y="300483"/>
                  </a:lnTo>
                  <a:lnTo>
                    <a:pt x="445951" y="297448"/>
                  </a:lnTo>
                  <a:lnTo>
                    <a:pt x="446936" y="294413"/>
                  </a:lnTo>
                  <a:lnTo>
                    <a:pt x="447913" y="291378"/>
                  </a:lnTo>
                  <a:lnTo>
                    <a:pt x="448879" y="288342"/>
                  </a:lnTo>
                  <a:lnTo>
                    <a:pt x="449833" y="285307"/>
                  </a:lnTo>
                  <a:lnTo>
                    <a:pt x="450776" y="282272"/>
                  </a:lnTo>
                  <a:lnTo>
                    <a:pt x="451708" y="279237"/>
                  </a:lnTo>
                  <a:lnTo>
                    <a:pt x="452629" y="276202"/>
                  </a:lnTo>
                  <a:lnTo>
                    <a:pt x="453531" y="273166"/>
                  </a:lnTo>
                  <a:lnTo>
                    <a:pt x="454421" y="270131"/>
                  </a:lnTo>
                  <a:lnTo>
                    <a:pt x="455297" y="267096"/>
                  </a:lnTo>
                  <a:lnTo>
                    <a:pt x="456159" y="264061"/>
                  </a:lnTo>
                  <a:lnTo>
                    <a:pt x="457001" y="261026"/>
                  </a:lnTo>
                  <a:lnTo>
                    <a:pt x="457827" y="257991"/>
                  </a:lnTo>
                  <a:lnTo>
                    <a:pt x="458637" y="254955"/>
                  </a:lnTo>
                  <a:lnTo>
                    <a:pt x="459431" y="251920"/>
                  </a:lnTo>
                  <a:lnTo>
                    <a:pt x="460204" y="248885"/>
                  </a:lnTo>
                  <a:lnTo>
                    <a:pt x="460957" y="245850"/>
                  </a:lnTo>
                  <a:lnTo>
                    <a:pt x="461693" y="242815"/>
                  </a:lnTo>
                  <a:lnTo>
                    <a:pt x="462411" y="239779"/>
                  </a:lnTo>
                  <a:lnTo>
                    <a:pt x="463109" y="236744"/>
                  </a:lnTo>
                  <a:lnTo>
                    <a:pt x="463784" y="233709"/>
                  </a:lnTo>
                  <a:lnTo>
                    <a:pt x="464441" y="230674"/>
                  </a:lnTo>
                  <a:lnTo>
                    <a:pt x="465080" y="227639"/>
                  </a:lnTo>
                  <a:lnTo>
                    <a:pt x="465699" y="224603"/>
                  </a:lnTo>
                  <a:lnTo>
                    <a:pt x="466293" y="221568"/>
                  </a:lnTo>
                  <a:lnTo>
                    <a:pt x="466869" y="218533"/>
                  </a:lnTo>
                  <a:lnTo>
                    <a:pt x="467427" y="215498"/>
                  </a:lnTo>
                  <a:lnTo>
                    <a:pt x="467968" y="212463"/>
                  </a:lnTo>
                  <a:lnTo>
                    <a:pt x="468482" y="209428"/>
                  </a:lnTo>
                  <a:lnTo>
                    <a:pt x="468979" y="206392"/>
                  </a:lnTo>
                  <a:lnTo>
                    <a:pt x="469459" y="203357"/>
                  </a:lnTo>
                  <a:lnTo>
                    <a:pt x="469921" y="200322"/>
                  </a:lnTo>
                  <a:lnTo>
                    <a:pt x="470361" y="197287"/>
                  </a:lnTo>
                  <a:lnTo>
                    <a:pt x="470783" y="194252"/>
                  </a:lnTo>
                  <a:lnTo>
                    <a:pt x="471188" y="191216"/>
                  </a:lnTo>
                  <a:lnTo>
                    <a:pt x="471578" y="188181"/>
                  </a:lnTo>
                  <a:lnTo>
                    <a:pt x="471949" y="185146"/>
                  </a:lnTo>
                  <a:lnTo>
                    <a:pt x="472301" y="182111"/>
                  </a:lnTo>
                  <a:lnTo>
                    <a:pt x="472639" y="179076"/>
                  </a:lnTo>
                  <a:lnTo>
                    <a:pt x="472963" y="176040"/>
                  </a:lnTo>
                  <a:lnTo>
                    <a:pt x="473271" y="173005"/>
                  </a:lnTo>
                  <a:lnTo>
                    <a:pt x="473561" y="169970"/>
                  </a:lnTo>
                  <a:lnTo>
                    <a:pt x="473839" y="166935"/>
                  </a:lnTo>
                  <a:lnTo>
                    <a:pt x="474104" y="163900"/>
                  </a:lnTo>
                  <a:lnTo>
                    <a:pt x="474357" y="160865"/>
                  </a:lnTo>
                  <a:lnTo>
                    <a:pt x="474593" y="157829"/>
                  </a:lnTo>
                  <a:lnTo>
                    <a:pt x="474818" y="154794"/>
                  </a:lnTo>
                  <a:lnTo>
                    <a:pt x="475032" y="151759"/>
                  </a:lnTo>
                  <a:lnTo>
                    <a:pt x="475236" y="148724"/>
                  </a:lnTo>
                  <a:lnTo>
                    <a:pt x="475426" y="145689"/>
                  </a:lnTo>
                  <a:lnTo>
                    <a:pt x="475606" y="142653"/>
                  </a:lnTo>
                  <a:lnTo>
                    <a:pt x="475777" y="139618"/>
                  </a:lnTo>
                  <a:lnTo>
                    <a:pt x="475939" y="136583"/>
                  </a:lnTo>
                  <a:lnTo>
                    <a:pt x="476090" y="133548"/>
                  </a:lnTo>
                  <a:lnTo>
                    <a:pt x="476231" y="130513"/>
                  </a:lnTo>
                  <a:lnTo>
                    <a:pt x="476365" y="127477"/>
                  </a:lnTo>
                  <a:lnTo>
                    <a:pt x="476492" y="124442"/>
                  </a:lnTo>
                  <a:lnTo>
                    <a:pt x="476610" y="121407"/>
                  </a:lnTo>
                  <a:lnTo>
                    <a:pt x="476719" y="118372"/>
                  </a:lnTo>
                  <a:lnTo>
                    <a:pt x="476822" y="115337"/>
                  </a:lnTo>
                  <a:lnTo>
                    <a:pt x="476919" y="112301"/>
                  </a:lnTo>
                  <a:lnTo>
                    <a:pt x="477010" y="109266"/>
                  </a:lnTo>
                  <a:lnTo>
                    <a:pt x="477093" y="106231"/>
                  </a:lnTo>
                  <a:lnTo>
                    <a:pt x="477171" y="103196"/>
                  </a:lnTo>
                  <a:lnTo>
                    <a:pt x="477243" y="100161"/>
                  </a:lnTo>
                  <a:lnTo>
                    <a:pt x="477311" y="97126"/>
                  </a:lnTo>
                  <a:lnTo>
                    <a:pt x="477373" y="94090"/>
                  </a:lnTo>
                  <a:lnTo>
                    <a:pt x="477430" y="91055"/>
                  </a:lnTo>
                  <a:lnTo>
                    <a:pt x="477484" y="88020"/>
                  </a:lnTo>
                  <a:lnTo>
                    <a:pt x="477533" y="84985"/>
                  </a:lnTo>
                  <a:lnTo>
                    <a:pt x="477578" y="81950"/>
                  </a:lnTo>
                  <a:lnTo>
                    <a:pt x="477619" y="78914"/>
                  </a:lnTo>
                  <a:lnTo>
                    <a:pt x="477657" y="75879"/>
                  </a:lnTo>
                  <a:lnTo>
                    <a:pt x="477692" y="72844"/>
                  </a:lnTo>
                  <a:lnTo>
                    <a:pt x="477724" y="69809"/>
                  </a:lnTo>
                  <a:lnTo>
                    <a:pt x="477753" y="66774"/>
                  </a:lnTo>
                  <a:lnTo>
                    <a:pt x="477779" y="63738"/>
                  </a:lnTo>
                  <a:lnTo>
                    <a:pt x="477803" y="60703"/>
                  </a:lnTo>
                  <a:lnTo>
                    <a:pt x="477825" y="57668"/>
                  </a:lnTo>
                  <a:lnTo>
                    <a:pt x="477844" y="54633"/>
                  </a:lnTo>
                  <a:lnTo>
                    <a:pt x="477862" y="51598"/>
                  </a:lnTo>
                  <a:lnTo>
                    <a:pt x="477878" y="48563"/>
                  </a:lnTo>
                  <a:lnTo>
                    <a:pt x="477893" y="45527"/>
                  </a:lnTo>
                  <a:lnTo>
                    <a:pt x="477905" y="42492"/>
                  </a:lnTo>
                  <a:lnTo>
                    <a:pt x="477917" y="39457"/>
                  </a:lnTo>
                  <a:lnTo>
                    <a:pt x="477927" y="36422"/>
                  </a:lnTo>
                  <a:lnTo>
                    <a:pt x="477936" y="33387"/>
                  </a:lnTo>
                  <a:lnTo>
                    <a:pt x="477944" y="30351"/>
                  </a:lnTo>
                  <a:lnTo>
                    <a:pt x="477951" y="27316"/>
                  </a:lnTo>
                  <a:lnTo>
                    <a:pt x="477958" y="24281"/>
                  </a:lnTo>
                  <a:lnTo>
                    <a:pt x="477964" y="21246"/>
                  </a:lnTo>
                  <a:lnTo>
                    <a:pt x="477968" y="18211"/>
                  </a:lnTo>
                  <a:lnTo>
                    <a:pt x="477973" y="15175"/>
                  </a:lnTo>
                  <a:lnTo>
                    <a:pt x="477977" y="12140"/>
                  </a:lnTo>
                  <a:lnTo>
                    <a:pt x="477980" y="9105"/>
                  </a:lnTo>
                  <a:lnTo>
                    <a:pt x="477983" y="6070"/>
                  </a:lnTo>
                  <a:lnTo>
                    <a:pt x="477985" y="3035"/>
                  </a:lnTo>
                  <a:lnTo>
                    <a:pt x="478014" y="0"/>
                  </a:lnTo>
                  <a:lnTo>
                    <a:pt x="478016" y="3035"/>
                  </a:lnTo>
                  <a:lnTo>
                    <a:pt x="478018" y="6070"/>
                  </a:lnTo>
                  <a:lnTo>
                    <a:pt x="478021" y="9105"/>
                  </a:lnTo>
                  <a:lnTo>
                    <a:pt x="478025" y="12140"/>
                  </a:lnTo>
                  <a:lnTo>
                    <a:pt x="478028" y="15175"/>
                  </a:lnTo>
                  <a:lnTo>
                    <a:pt x="478033" y="18211"/>
                  </a:lnTo>
                  <a:lnTo>
                    <a:pt x="478038" y="21246"/>
                  </a:lnTo>
                  <a:lnTo>
                    <a:pt x="478043" y="24281"/>
                  </a:lnTo>
                  <a:lnTo>
                    <a:pt x="478050" y="27316"/>
                  </a:lnTo>
                  <a:lnTo>
                    <a:pt x="478057" y="30351"/>
                  </a:lnTo>
                  <a:lnTo>
                    <a:pt x="478065" y="33387"/>
                  </a:lnTo>
                  <a:lnTo>
                    <a:pt x="478074" y="36422"/>
                  </a:lnTo>
                  <a:lnTo>
                    <a:pt x="478085" y="39457"/>
                  </a:lnTo>
                  <a:lnTo>
                    <a:pt x="478096" y="42492"/>
                  </a:lnTo>
                  <a:lnTo>
                    <a:pt x="478109" y="45527"/>
                  </a:lnTo>
                  <a:lnTo>
                    <a:pt x="478123" y="48563"/>
                  </a:lnTo>
                  <a:lnTo>
                    <a:pt x="478139" y="51598"/>
                  </a:lnTo>
                  <a:lnTo>
                    <a:pt x="478157" y="54633"/>
                  </a:lnTo>
                  <a:lnTo>
                    <a:pt x="478176" y="57668"/>
                  </a:lnTo>
                  <a:lnTo>
                    <a:pt x="478198" y="60703"/>
                  </a:lnTo>
                  <a:lnTo>
                    <a:pt x="478222" y="63738"/>
                  </a:lnTo>
                  <a:lnTo>
                    <a:pt x="478249" y="66774"/>
                  </a:lnTo>
                  <a:lnTo>
                    <a:pt x="478277" y="69809"/>
                  </a:lnTo>
                  <a:lnTo>
                    <a:pt x="478309" y="72844"/>
                  </a:lnTo>
                  <a:lnTo>
                    <a:pt x="478344" y="75879"/>
                  </a:lnTo>
                  <a:lnTo>
                    <a:pt x="478382" y="78914"/>
                  </a:lnTo>
                  <a:lnTo>
                    <a:pt x="478423" y="81950"/>
                  </a:lnTo>
                  <a:lnTo>
                    <a:pt x="478468" y="84985"/>
                  </a:lnTo>
                  <a:lnTo>
                    <a:pt x="478518" y="88020"/>
                  </a:lnTo>
                  <a:lnTo>
                    <a:pt x="478571" y="91055"/>
                  </a:lnTo>
                  <a:lnTo>
                    <a:pt x="478628" y="94090"/>
                  </a:lnTo>
                  <a:lnTo>
                    <a:pt x="478690" y="97126"/>
                  </a:lnTo>
                  <a:lnTo>
                    <a:pt x="478758" y="100161"/>
                  </a:lnTo>
                  <a:lnTo>
                    <a:pt x="478831" y="103196"/>
                  </a:lnTo>
                  <a:lnTo>
                    <a:pt x="478908" y="106231"/>
                  </a:lnTo>
                  <a:lnTo>
                    <a:pt x="478992" y="109266"/>
                  </a:lnTo>
                  <a:lnTo>
                    <a:pt x="479082" y="112301"/>
                  </a:lnTo>
                  <a:lnTo>
                    <a:pt x="479179" y="115337"/>
                  </a:lnTo>
                  <a:lnTo>
                    <a:pt x="479282" y="118372"/>
                  </a:lnTo>
                  <a:lnTo>
                    <a:pt x="479392" y="121407"/>
                  </a:lnTo>
                  <a:lnTo>
                    <a:pt x="479510" y="124442"/>
                  </a:lnTo>
                  <a:lnTo>
                    <a:pt x="479636" y="127477"/>
                  </a:lnTo>
                  <a:lnTo>
                    <a:pt x="479770" y="130513"/>
                  </a:lnTo>
                  <a:lnTo>
                    <a:pt x="479912" y="133548"/>
                  </a:lnTo>
                  <a:lnTo>
                    <a:pt x="480063" y="136583"/>
                  </a:lnTo>
                  <a:lnTo>
                    <a:pt x="480224" y="139618"/>
                  </a:lnTo>
                  <a:lnTo>
                    <a:pt x="480395" y="142653"/>
                  </a:lnTo>
                  <a:lnTo>
                    <a:pt x="480575" y="145689"/>
                  </a:lnTo>
                  <a:lnTo>
                    <a:pt x="480765" y="148724"/>
                  </a:lnTo>
                  <a:lnTo>
                    <a:pt x="480969" y="151759"/>
                  </a:lnTo>
                  <a:lnTo>
                    <a:pt x="481183" y="154794"/>
                  </a:lnTo>
                  <a:lnTo>
                    <a:pt x="481408" y="157829"/>
                  </a:lnTo>
                  <a:lnTo>
                    <a:pt x="481645" y="160865"/>
                  </a:lnTo>
                  <a:lnTo>
                    <a:pt x="481897" y="163900"/>
                  </a:lnTo>
                  <a:lnTo>
                    <a:pt x="482162" y="166935"/>
                  </a:lnTo>
                  <a:lnTo>
                    <a:pt x="482440" y="169970"/>
                  </a:lnTo>
                  <a:lnTo>
                    <a:pt x="482731" y="173005"/>
                  </a:lnTo>
                  <a:lnTo>
                    <a:pt x="483039" y="176040"/>
                  </a:lnTo>
                  <a:lnTo>
                    <a:pt x="483362" y="179076"/>
                  </a:lnTo>
                  <a:lnTo>
                    <a:pt x="483700" y="182111"/>
                  </a:lnTo>
                  <a:lnTo>
                    <a:pt x="484053" y="185146"/>
                  </a:lnTo>
                  <a:lnTo>
                    <a:pt x="484423" y="188181"/>
                  </a:lnTo>
                  <a:lnTo>
                    <a:pt x="484813" y="191216"/>
                  </a:lnTo>
                  <a:lnTo>
                    <a:pt x="485219" y="194252"/>
                  </a:lnTo>
                  <a:lnTo>
                    <a:pt x="485640" y="197287"/>
                  </a:lnTo>
                  <a:lnTo>
                    <a:pt x="486080" y="200322"/>
                  </a:lnTo>
                  <a:lnTo>
                    <a:pt x="486543" y="203357"/>
                  </a:lnTo>
                  <a:lnTo>
                    <a:pt x="487022" y="206392"/>
                  </a:lnTo>
                  <a:lnTo>
                    <a:pt x="487519" y="209428"/>
                  </a:lnTo>
                  <a:lnTo>
                    <a:pt x="488034" y="212463"/>
                  </a:lnTo>
                  <a:lnTo>
                    <a:pt x="488574" y="215498"/>
                  </a:lnTo>
                  <a:lnTo>
                    <a:pt x="489132" y="218533"/>
                  </a:lnTo>
                  <a:lnTo>
                    <a:pt x="489708" y="221568"/>
                  </a:lnTo>
                  <a:lnTo>
                    <a:pt x="490302" y="224603"/>
                  </a:lnTo>
                  <a:lnTo>
                    <a:pt x="490922" y="227639"/>
                  </a:lnTo>
                  <a:lnTo>
                    <a:pt x="491560" y="230674"/>
                  </a:lnTo>
                  <a:lnTo>
                    <a:pt x="492217" y="233709"/>
                  </a:lnTo>
                  <a:lnTo>
                    <a:pt x="492892" y="236744"/>
                  </a:lnTo>
                  <a:lnTo>
                    <a:pt x="493590" y="239779"/>
                  </a:lnTo>
                  <a:lnTo>
                    <a:pt x="494308" y="242815"/>
                  </a:lnTo>
                  <a:lnTo>
                    <a:pt x="495044" y="245850"/>
                  </a:lnTo>
                  <a:lnTo>
                    <a:pt x="495797" y="248885"/>
                  </a:lnTo>
                  <a:lnTo>
                    <a:pt x="496570" y="251920"/>
                  </a:lnTo>
                  <a:lnTo>
                    <a:pt x="497364" y="254955"/>
                  </a:lnTo>
                  <a:lnTo>
                    <a:pt x="498174" y="257991"/>
                  </a:lnTo>
                  <a:lnTo>
                    <a:pt x="499000" y="261026"/>
                  </a:lnTo>
                  <a:lnTo>
                    <a:pt x="499842" y="264061"/>
                  </a:lnTo>
                  <a:lnTo>
                    <a:pt x="500704" y="267096"/>
                  </a:lnTo>
                  <a:lnTo>
                    <a:pt x="501580" y="270131"/>
                  </a:lnTo>
                  <a:lnTo>
                    <a:pt x="502470" y="273166"/>
                  </a:lnTo>
                  <a:lnTo>
                    <a:pt x="503373" y="276202"/>
                  </a:lnTo>
                  <a:lnTo>
                    <a:pt x="504293" y="279237"/>
                  </a:lnTo>
                  <a:lnTo>
                    <a:pt x="505225" y="282272"/>
                  </a:lnTo>
                  <a:lnTo>
                    <a:pt x="506168" y="285307"/>
                  </a:lnTo>
                  <a:lnTo>
                    <a:pt x="507122" y="288342"/>
                  </a:lnTo>
                  <a:lnTo>
                    <a:pt x="508088" y="291378"/>
                  </a:lnTo>
                  <a:lnTo>
                    <a:pt x="509065" y="294413"/>
                  </a:lnTo>
                  <a:lnTo>
                    <a:pt x="510050" y="297448"/>
                  </a:lnTo>
                  <a:lnTo>
                    <a:pt x="511043" y="300483"/>
                  </a:lnTo>
                  <a:lnTo>
                    <a:pt x="512044" y="303518"/>
                  </a:lnTo>
                  <a:lnTo>
                    <a:pt x="513053" y="306554"/>
                  </a:lnTo>
                  <a:lnTo>
                    <a:pt x="514067" y="309589"/>
                  </a:lnTo>
                  <a:lnTo>
                    <a:pt x="515087" y="312624"/>
                  </a:lnTo>
                  <a:lnTo>
                    <a:pt x="516112" y="315659"/>
                  </a:lnTo>
                  <a:lnTo>
                    <a:pt x="517142" y="318694"/>
                  </a:lnTo>
                  <a:lnTo>
                    <a:pt x="518175" y="321730"/>
                  </a:lnTo>
                  <a:lnTo>
                    <a:pt x="519211" y="324765"/>
                  </a:lnTo>
                  <a:lnTo>
                    <a:pt x="520249" y="327800"/>
                  </a:lnTo>
                  <a:lnTo>
                    <a:pt x="521290" y="330835"/>
                  </a:lnTo>
                  <a:lnTo>
                    <a:pt x="522333" y="333870"/>
                  </a:lnTo>
                  <a:lnTo>
                    <a:pt x="523376" y="336905"/>
                  </a:lnTo>
                  <a:lnTo>
                    <a:pt x="524420" y="339941"/>
                  </a:lnTo>
                  <a:lnTo>
                    <a:pt x="525465" y="342976"/>
                  </a:lnTo>
                  <a:lnTo>
                    <a:pt x="526510" y="346011"/>
                  </a:lnTo>
                  <a:lnTo>
                    <a:pt x="527555" y="349046"/>
                  </a:lnTo>
                  <a:lnTo>
                    <a:pt x="528600" y="352081"/>
                  </a:lnTo>
                  <a:lnTo>
                    <a:pt x="529645" y="355117"/>
                  </a:lnTo>
                  <a:lnTo>
                    <a:pt x="530690" y="358152"/>
                  </a:lnTo>
                  <a:lnTo>
                    <a:pt x="531735" y="361187"/>
                  </a:lnTo>
                  <a:lnTo>
                    <a:pt x="532780" y="364222"/>
                  </a:lnTo>
                  <a:lnTo>
                    <a:pt x="533826" y="367257"/>
                  </a:lnTo>
                  <a:lnTo>
                    <a:pt x="534873" y="370293"/>
                  </a:lnTo>
                  <a:lnTo>
                    <a:pt x="535921" y="373328"/>
                  </a:lnTo>
                  <a:lnTo>
                    <a:pt x="536971" y="376363"/>
                  </a:lnTo>
                  <a:lnTo>
                    <a:pt x="538024" y="379398"/>
                  </a:lnTo>
                  <a:lnTo>
                    <a:pt x="539081" y="382433"/>
                  </a:lnTo>
                  <a:lnTo>
                    <a:pt x="540141" y="385468"/>
                  </a:lnTo>
                  <a:lnTo>
                    <a:pt x="541206" y="388504"/>
                  </a:lnTo>
                  <a:lnTo>
                    <a:pt x="542275" y="391539"/>
                  </a:lnTo>
                  <a:lnTo>
                    <a:pt x="543354" y="394574"/>
                  </a:lnTo>
                  <a:lnTo>
                    <a:pt x="544439" y="397609"/>
                  </a:lnTo>
                  <a:lnTo>
                    <a:pt x="545533" y="400644"/>
                  </a:lnTo>
                  <a:lnTo>
                    <a:pt x="546636" y="403680"/>
                  </a:lnTo>
                  <a:lnTo>
                    <a:pt x="547751" y="406715"/>
                  </a:lnTo>
                  <a:lnTo>
                    <a:pt x="548880" y="409750"/>
                  </a:lnTo>
                  <a:lnTo>
                    <a:pt x="550020" y="412785"/>
                  </a:lnTo>
                  <a:lnTo>
                    <a:pt x="551174" y="415820"/>
                  </a:lnTo>
                  <a:lnTo>
                    <a:pt x="552344" y="418856"/>
                  </a:lnTo>
                  <a:lnTo>
                    <a:pt x="553534" y="421891"/>
                  </a:lnTo>
                  <a:lnTo>
                    <a:pt x="554739" y="424926"/>
                  </a:lnTo>
                  <a:lnTo>
                    <a:pt x="555962" y="427961"/>
                  </a:lnTo>
                  <a:lnTo>
                    <a:pt x="557204" y="430996"/>
                  </a:lnTo>
                  <a:lnTo>
                    <a:pt x="558472" y="434032"/>
                  </a:lnTo>
                  <a:lnTo>
                    <a:pt x="559758" y="437067"/>
                  </a:lnTo>
                  <a:lnTo>
                    <a:pt x="561064" y="440102"/>
                  </a:lnTo>
                  <a:lnTo>
                    <a:pt x="562392" y="443137"/>
                  </a:lnTo>
                  <a:lnTo>
                    <a:pt x="563748" y="446172"/>
                  </a:lnTo>
                  <a:lnTo>
                    <a:pt x="565126" y="449207"/>
                  </a:lnTo>
                  <a:lnTo>
                    <a:pt x="566524" y="452243"/>
                  </a:lnTo>
                  <a:lnTo>
                    <a:pt x="567944" y="455278"/>
                  </a:lnTo>
                  <a:lnTo>
                    <a:pt x="569393" y="458313"/>
                  </a:lnTo>
                  <a:lnTo>
                    <a:pt x="570863" y="461348"/>
                  </a:lnTo>
                  <a:lnTo>
                    <a:pt x="572353" y="464383"/>
                  </a:lnTo>
                  <a:lnTo>
                    <a:pt x="573863" y="467419"/>
                  </a:lnTo>
                  <a:lnTo>
                    <a:pt x="575398" y="470454"/>
                  </a:lnTo>
                  <a:lnTo>
                    <a:pt x="576953" y="473489"/>
                  </a:lnTo>
                  <a:lnTo>
                    <a:pt x="578525" y="476524"/>
                  </a:lnTo>
                  <a:lnTo>
                    <a:pt x="580114" y="479559"/>
                  </a:lnTo>
                  <a:lnTo>
                    <a:pt x="581721" y="482595"/>
                  </a:lnTo>
                  <a:lnTo>
                    <a:pt x="583345" y="485630"/>
                  </a:lnTo>
                  <a:lnTo>
                    <a:pt x="584982" y="488665"/>
                  </a:lnTo>
                  <a:lnTo>
                    <a:pt x="586630" y="491700"/>
                  </a:lnTo>
                  <a:lnTo>
                    <a:pt x="588291" y="494735"/>
                  </a:lnTo>
                  <a:lnTo>
                    <a:pt x="589964" y="497770"/>
                  </a:lnTo>
                  <a:lnTo>
                    <a:pt x="591644" y="500806"/>
                  </a:lnTo>
                  <a:lnTo>
                    <a:pt x="593332" y="503841"/>
                  </a:lnTo>
                  <a:lnTo>
                    <a:pt x="595026" y="506876"/>
                  </a:lnTo>
                  <a:lnTo>
                    <a:pt x="596727" y="509911"/>
                  </a:lnTo>
                  <a:lnTo>
                    <a:pt x="598432" y="512946"/>
                  </a:lnTo>
                  <a:lnTo>
                    <a:pt x="600141" y="515982"/>
                  </a:lnTo>
                  <a:lnTo>
                    <a:pt x="601854" y="519017"/>
                  </a:lnTo>
                  <a:lnTo>
                    <a:pt x="603570" y="522052"/>
                  </a:lnTo>
                  <a:lnTo>
                    <a:pt x="605290" y="525087"/>
                  </a:lnTo>
                  <a:lnTo>
                    <a:pt x="607013" y="528122"/>
                  </a:lnTo>
                  <a:lnTo>
                    <a:pt x="608740" y="531158"/>
                  </a:lnTo>
                  <a:lnTo>
                    <a:pt x="610472" y="534193"/>
                  </a:lnTo>
                  <a:lnTo>
                    <a:pt x="612210" y="537228"/>
                  </a:lnTo>
                  <a:lnTo>
                    <a:pt x="613955" y="540263"/>
                  </a:lnTo>
                  <a:lnTo>
                    <a:pt x="615706" y="543298"/>
                  </a:lnTo>
                  <a:lnTo>
                    <a:pt x="617469" y="546333"/>
                  </a:lnTo>
                  <a:lnTo>
                    <a:pt x="619245" y="549369"/>
                  </a:lnTo>
                  <a:lnTo>
                    <a:pt x="621034" y="552404"/>
                  </a:lnTo>
                  <a:lnTo>
                    <a:pt x="622839" y="555439"/>
                  </a:lnTo>
                  <a:lnTo>
                    <a:pt x="624662" y="558474"/>
                  </a:lnTo>
                  <a:lnTo>
                    <a:pt x="626512" y="561509"/>
                  </a:lnTo>
                  <a:lnTo>
                    <a:pt x="628385" y="564545"/>
                  </a:lnTo>
                  <a:lnTo>
                    <a:pt x="630283" y="567580"/>
                  </a:lnTo>
                  <a:lnTo>
                    <a:pt x="632209" y="570615"/>
                  </a:lnTo>
                  <a:lnTo>
                    <a:pt x="634178" y="573650"/>
                  </a:lnTo>
                  <a:lnTo>
                    <a:pt x="636182" y="576685"/>
                  </a:lnTo>
                  <a:lnTo>
                    <a:pt x="638222" y="579721"/>
                  </a:lnTo>
                  <a:lnTo>
                    <a:pt x="640300" y="582756"/>
                  </a:lnTo>
                  <a:lnTo>
                    <a:pt x="642432" y="585791"/>
                  </a:lnTo>
                  <a:lnTo>
                    <a:pt x="644613" y="588826"/>
                  </a:lnTo>
                  <a:lnTo>
                    <a:pt x="646840" y="591861"/>
                  </a:lnTo>
                  <a:lnTo>
                    <a:pt x="649113" y="594897"/>
                  </a:lnTo>
                  <a:lnTo>
                    <a:pt x="651447" y="597932"/>
                  </a:lnTo>
                  <a:lnTo>
                    <a:pt x="653841" y="600967"/>
                  </a:lnTo>
                  <a:lnTo>
                    <a:pt x="656287" y="604002"/>
                  </a:lnTo>
                  <a:lnTo>
                    <a:pt x="658784" y="607037"/>
                  </a:lnTo>
                  <a:lnTo>
                    <a:pt x="661341" y="610072"/>
                  </a:lnTo>
                  <a:lnTo>
                    <a:pt x="663966" y="613108"/>
                  </a:lnTo>
                  <a:lnTo>
                    <a:pt x="666642" y="616143"/>
                  </a:lnTo>
                  <a:lnTo>
                    <a:pt x="669370" y="619178"/>
                  </a:lnTo>
                  <a:lnTo>
                    <a:pt x="672150" y="622213"/>
                  </a:lnTo>
                  <a:lnTo>
                    <a:pt x="674998" y="625248"/>
                  </a:lnTo>
                  <a:lnTo>
                    <a:pt x="677892" y="628284"/>
                  </a:lnTo>
                  <a:lnTo>
                    <a:pt x="680831" y="631319"/>
                  </a:lnTo>
                  <a:lnTo>
                    <a:pt x="683813" y="634354"/>
                  </a:lnTo>
                  <a:lnTo>
                    <a:pt x="686851" y="637389"/>
                  </a:lnTo>
                  <a:lnTo>
                    <a:pt x="689926" y="640424"/>
                  </a:lnTo>
                  <a:lnTo>
                    <a:pt x="693035" y="643460"/>
                  </a:lnTo>
                  <a:lnTo>
                    <a:pt x="696174" y="646495"/>
                  </a:lnTo>
                  <a:lnTo>
                    <a:pt x="699349" y="649530"/>
                  </a:lnTo>
                  <a:lnTo>
                    <a:pt x="702549" y="652565"/>
                  </a:lnTo>
                  <a:lnTo>
                    <a:pt x="705769" y="655600"/>
                  </a:lnTo>
                  <a:lnTo>
                    <a:pt x="709004" y="658635"/>
                  </a:lnTo>
                  <a:lnTo>
                    <a:pt x="712254" y="661671"/>
                  </a:lnTo>
                  <a:lnTo>
                    <a:pt x="715514" y="664706"/>
                  </a:lnTo>
                  <a:lnTo>
                    <a:pt x="718776" y="667741"/>
                  </a:lnTo>
                  <a:lnTo>
                    <a:pt x="722040" y="670776"/>
                  </a:lnTo>
                  <a:lnTo>
                    <a:pt x="725300" y="673811"/>
                  </a:lnTo>
                  <a:lnTo>
                    <a:pt x="728551" y="676847"/>
                  </a:lnTo>
                  <a:lnTo>
                    <a:pt x="731790" y="679882"/>
                  </a:lnTo>
                  <a:lnTo>
                    <a:pt x="735016" y="682917"/>
                  </a:lnTo>
                  <a:lnTo>
                    <a:pt x="738225" y="685952"/>
                  </a:lnTo>
                  <a:lnTo>
                    <a:pt x="741405" y="688987"/>
                  </a:lnTo>
                  <a:lnTo>
                    <a:pt x="744561" y="692023"/>
                  </a:lnTo>
                  <a:lnTo>
                    <a:pt x="747692" y="695058"/>
                  </a:lnTo>
                  <a:lnTo>
                    <a:pt x="750794" y="698093"/>
                  </a:lnTo>
                  <a:lnTo>
                    <a:pt x="753855" y="701128"/>
                  </a:lnTo>
                  <a:lnTo>
                    <a:pt x="756879" y="704163"/>
                  </a:lnTo>
                  <a:lnTo>
                    <a:pt x="759867" y="707198"/>
                  </a:lnTo>
                  <a:lnTo>
                    <a:pt x="762819" y="710234"/>
                  </a:lnTo>
                  <a:lnTo>
                    <a:pt x="765721" y="713269"/>
                  </a:lnTo>
                  <a:lnTo>
                    <a:pt x="768574" y="716304"/>
                  </a:lnTo>
                  <a:lnTo>
                    <a:pt x="771384" y="719339"/>
                  </a:lnTo>
                  <a:lnTo>
                    <a:pt x="774150" y="722374"/>
                  </a:lnTo>
                  <a:lnTo>
                    <a:pt x="776863" y="725410"/>
                  </a:lnTo>
                  <a:lnTo>
                    <a:pt x="779515" y="728445"/>
                  </a:lnTo>
                  <a:lnTo>
                    <a:pt x="782118" y="731480"/>
                  </a:lnTo>
                  <a:lnTo>
                    <a:pt x="784671" y="734515"/>
                  </a:lnTo>
                  <a:lnTo>
                    <a:pt x="787170" y="737550"/>
                  </a:lnTo>
                  <a:lnTo>
                    <a:pt x="789595" y="740586"/>
                  </a:lnTo>
                  <a:lnTo>
                    <a:pt x="791966" y="743621"/>
                  </a:lnTo>
                  <a:lnTo>
                    <a:pt x="794282" y="746656"/>
                  </a:lnTo>
                  <a:lnTo>
                    <a:pt x="796410" y="749515"/>
                  </a:lnTo>
                  <a:lnTo>
                    <a:pt x="796541" y="749691"/>
                  </a:lnTo>
                  <a:lnTo>
                    <a:pt x="798718" y="752726"/>
                  </a:lnTo>
                  <a:lnTo>
                    <a:pt x="800834" y="755762"/>
                  </a:lnTo>
                  <a:lnTo>
                    <a:pt x="802889" y="758797"/>
                  </a:lnTo>
                  <a:lnTo>
                    <a:pt x="804883" y="761832"/>
                  </a:lnTo>
                  <a:lnTo>
                    <a:pt x="806794" y="764867"/>
                  </a:lnTo>
                  <a:lnTo>
                    <a:pt x="808632" y="767902"/>
                  </a:lnTo>
                  <a:lnTo>
                    <a:pt x="810405" y="770937"/>
                  </a:lnTo>
                  <a:lnTo>
                    <a:pt x="812113" y="773973"/>
                  </a:lnTo>
                  <a:lnTo>
                    <a:pt x="813738" y="777008"/>
                  </a:lnTo>
                  <a:lnTo>
                    <a:pt x="815281" y="780043"/>
                  </a:lnTo>
                  <a:lnTo>
                    <a:pt x="816755" y="783078"/>
                  </a:lnTo>
                  <a:lnTo>
                    <a:pt x="818159" y="786113"/>
                  </a:lnTo>
                  <a:lnTo>
                    <a:pt x="819486" y="789149"/>
                  </a:lnTo>
                  <a:lnTo>
                    <a:pt x="820719" y="792184"/>
                  </a:lnTo>
                  <a:lnTo>
                    <a:pt x="821883" y="795219"/>
                  </a:lnTo>
                  <a:lnTo>
                    <a:pt x="822976" y="798254"/>
                  </a:lnTo>
                  <a:lnTo>
                    <a:pt x="823998" y="801289"/>
                  </a:lnTo>
                  <a:lnTo>
                    <a:pt x="824921" y="804325"/>
                  </a:lnTo>
                  <a:lnTo>
                    <a:pt x="825774" y="807360"/>
                  </a:lnTo>
                  <a:lnTo>
                    <a:pt x="826560" y="810395"/>
                  </a:lnTo>
                  <a:lnTo>
                    <a:pt x="827278" y="813430"/>
                  </a:lnTo>
                  <a:lnTo>
                    <a:pt x="827904" y="816465"/>
                  </a:lnTo>
                  <a:lnTo>
                    <a:pt x="828462" y="819500"/>
                  </a:lnTo>
                  <a:lnTo>
                    <a:pt x="828956" y="822536"/>
                  </a:lnTo>
                  <a:lnTo>
                    <a:pt x="829387" y="825571"/>
                  </a:lnTo>
                  <a:lnTo>
                    <a:pt x="829742" y="828606"/>
                  </a:lnTo>
                  <a:lnTo>
                    <a:pt x="830029" y="831641"/>
                  </a:lnTo>
                  <a:lnTo>
                    <a:pt x="830260" y="834676"/>
                  </a:lnTo>
                  <a:lnTo>
                    <a:pt x="830437" y="837712"/>
                  </a:lnTo>
                  <a:lnTo>
                    <a:pt x="830552" y="840747"/>
                  </a:lnTo>
                  <a:lnTo>
                    <a:pt x="830605" y="843782"/>
                  </a:lnTo>
                  <a:lnTo>
                    <a:pt x="830611" y="846817"/>
                  </a:lnTo>
                  <a:lnTo>
                    <a:pt x="830572" y="849852"/>
                  </a:lnTo>
                  <a:lnTo>
                    <a:pt x="830485" y="852888"/>
                  </a:lnTo>
                  <a:lnTo>
                    <a:pt x="830344" y="855923"/>
                  </a:lnTo>
                  <a:lnTo>
                    <a:pt x="830165" y="858958"/>
                  </a:lnTo>
                  <a:lnTo>
                    <a:pt x="829950" y="861993"/>
                  </a:lnTo>
                  <a:lnTo>
                    <a:pt x="829699" y="865028"/>
                  </a:lnTo>
                  <a:lnTo>
                    <a:pt x="829401" y="868064"/>
                  </a:lnTo>
                  <a:lnTo>
                    <a:pt x="829073" y="871099"/>
                  </a:lnTo>
                  <a:lnTo>
                    <a:pt x="828715" y="874134"/>
                  </a:lnTo>
                  <a:lnTo>
                    <a:pt x="828327" y="877169"/>
                  </a:lnTo>
                  <a:lnTo>
                    <a:pt x="827903" y="880204"/>
                  </a:lnTo>
                  <a:lnTo>
                    <a:pt x="827449" y="883239"/>
                  </a:lnTo>
                  <a:lnTo>
                    <a:pt x="826969" y="886275"/>
                  </a:lnTo>
                  <a:lnTo>
                    <a:pt x="826463" y="889310"/>
                  </a:lnTo>
                  <a:lnTo>
                    <a:pt x="825924" y="892345"/>
                  </a:lnTo>
                  <a:lnTo>
                    <a:pt x="825354" y="895380"/>
                  </a:lnTo>
                  <a:lnTo>
                    <a:pt x="824757" y="898415"/>
                  </a:lnTo>
                  <a:lnTo>
                    <a:pt x="824134" y="901451"/>
                  </a:lnTo>
                  <a:lnTo>
                    <a:pt x="823478" y="904486"/>
                  </a:lnTo>
                  <a:lnTo>
                    <a:pt x="822785" y="907521"/>
                  </a:lnTo>
                  <a:lnTo>
                    <a:pt x="822062" y="910556"/>
                  </a:lnTo>
                  <a:lnTo>
                    <a:pt x="821307" y="913591"/>
                  </a:lnTo>
                  <a:lnTo>
                    <a:pt x="820519" y="916627"/>
                  </a:lnTo>
                  <a:lnTo>
                    <a:pt x="819683" y="919662"/>
                  </a:lnTo>
                  <a:lnTo>
                    <a:pt x="818812" y="922697"/>
                  </a:lnTo>
                  <a:lnTo>
                    <a:pt x="817903" y="925732"/>
                  </a:lnTo>
                  <a:lnTo>
                    <a:pt x="816956" y="928767"/>
                  </a:lnTo>
                  <a:lnTo>
                    <a:pt x="815953" y="931802"/>
                  </a:lnTo>
                  <a:lnTo>
                    <a:pt x="814905" y="934838"/>
                  </a:lnTo>
                  <a:lnTo>
                    <a:pt x="814546" y="935839"/>
                  </a:lnTo>
                  <a:lnTo>
                    <a:pt x="813815" y="937873"/>
                  </a:lnTo>
                  <a:lnTo>
                    <a:pt x="812679" y="940908"/>
                  </a:lnTo>
                  <a:lnTo>
                    <a:pt x="811483" y="943943"/>
                  </a:lnTo>
                  <a:lnTo>
                    <a:pt x="810233" y="946978"/>
                  </a:lnTo>
                  <a:lnTo>
                    <a:pt x="808933" y="950014"/>
                  </a:lnTo>
                  <a:lnTo>
                    <a:pt x="807583" y="953049"/>
                  </a:lnTo>
                  <a:lnTo>
                    <a:pt x="806172" y="956084"/>
                  </a:lnTo>
                  <a:lnTo>
                    <a:pt x="804696" y="959119"/>
                  </a:lnTo>
                  <a:lnTo>
                    <a:pt x="803166" y="962154"/>
                  </a:lnTo>
                  <a:lnTo>
                    <a:pt x="801582" y="965190"/>
                  </a:lnTo>
                  <a:lnTo>
                    <a:pt x="799938" y="968225"/>
                  </a:lnTo>
                  <a:lnTo>
                    <a:pt x="798219" y="971260"/>
                  </a:lnTo>
                  <a:lnTo>
                    <a:pt x="796445" y="974295"/>
                  </a:lnTo>
                  <a:lnTo>
                    <a:pt x="794613" y="977330"/>
                  </a:lnTo>
                  <a:lnTo>
                    <a:pt x="792724" y="980365"/>
                  </a:lnTo>
                  <a:lnTo>
                    <a:pt x="790751" y="983401"/>
                  </a:lnTo>
                  <a:lnTo>
                    <a:pt x="788721" y="986436"/>
                  </a:lnTo>
                  <a:lnTo>
                    <a:pt x="786632" y="989471"/>
                  </a:lnTo>
                  <a:lnTo>
                    <a:pt x="784484" y="992506"/>
                  </a:lnTo>
                  <a:lnTo>
                    <a:pt x="782254" y="995541"/>
                  </a:lnTo>
                  <a:lnTo>
                    <a:pt x="779960" y="998577"/>
                  </a:lnTo>
                  <a:lnTo>
                    <a:pt x="777605" y="1001612"/>
                  </a:lnTo>
                  <a:lnTo>
                    <a:pt x="775190" y="1004647"/>
                  </a:lnTo>
                  <a:lnTo>
                    <a:pt x="772696" y="1007682"/>
                  </a:lnTo>
                  <a:lnTo>
                    <a:pt x="770130" y="1010717"/>
                  </a:lnTo>
                  <a:lnTo>
                    <a:pt x="767501" y="1013753"/>
                  </a:lnTo>
                  <a:lnTo>
                    <a:pt x="764809" y="1016788"/>
                  </a:lnTo>
                  <a:lnTo>
                    <a:pt x="762044" y="1019823"/>
                  </a:lnTo>
                  <a:lnTo>
                    <a:pt x="759197" y="1022858"/>
                  </a:lnTo>
                  <a:lnTo>
                    <a:pt x="756287" y="1025893"/>
                  </a:lnTo>
                  <a:lnTo>
                    <a:pt x="753312" y="1028929"/>
                  </a:lnTo>
                  <a:lnTo>
                    <a:pt x="750268" y="1031964"/>
                  </a:lnTo>
                  <a:lnTo>
                    <a:pt x="747136" y="1034999"/>
                  </a:lnTo>
                  <a:lnTo>
                    <a:pt x="743939" y="1038034"/>
                  </a:lnTo>
                  <a:lnTo>
                    <a:pt x="740678" y="1041069"/>
                  </a:lnTo>
                  <a:lnTo>
                    <a:pt x="737353" y="1044104"/>
                  </a:lnTo>
                  <a:lnTo>
                    <a:pt x="733937" y="1047140"/>
                  </a:lnTo>
                  <a:lnTo>
                    <a:pt x="730456" y="1050175"/>
                  </a:lnTo>
                  <a:lnTo>
                    <a:pt x="726914" y="1053210"/>
                  </a:lnTo>
                  <a:lnTo>
                    <a:pt x="723309" y="1056245"/>
                  </a:lnTo>
                  <a:lnTo>
                    <a:pt x="719625" y="1059280"/>
                  </a:lnTo>
                  <a:lnTo>
                    <a:pt x="715875" y="1062316"/>
                  </a:lnTo>
                  <a:lnTo>
                    <a:pt x="712068" y="1065351"/>
                  </a:lnTo>
                  <a:lnTo>
                    <a:pt x="708205" y="1068386"/>
                  </a:lnTo>
                  <a:lnTo>
                    <a:pt x="704276" y="1071421"/>
                  </a:lnTo>
                  <a:lnTo>
                    <a:pt x="700285" y="1074456"/>
                  </a:lnTo>
                  <a:lnTo>
                    <a:pt x="696245" y="1077492"/>
                  </a:lnTo>
                  <a:lnTo>
                    <a:pt x="692159" y="1080527"/>
                  </a:lnTo>
                  <a:lnTo>
                    <a:pt x="688024" y="1083562"/>
                  </a:lnTo>
                  <a:lnTo>
                    <a:pt x="683836" y="1086597"/>
                  </a:lnTo>
                  <a:lnTo>
                    <a:pt x="679611" y="1089632"/>
                  </a:lnTo>
                  <a:lnTo>
                    <a:pt x="675353" y="1092667"/>
                  </a:lnTo>
                  <a:lnTo>
                    <a:pt x="671063" y="1095703"/>
                  </a:lnTo>
                  <a:lnTo>
                    <a:pt x="666736" y="1098738"/>
                  </a:lnTo>
                  <a:lnTo>
                    <a:pt x="662388" y="1101773"/>
                  </a:lnTo>
                  <a:lnTo>
                    <a:pt x="658022" y="1104808"/>
                  </a:lnTo>
                  <a:lnTo>
                    <a:pt x="653640" y="1107843"/>
                  </a:lnTo>
                  <a:lnTo>
                    <a:pt x="649245" y="1110879"/>
                  </a:lnTo>
                  <a:lnTo>
                    <a:pt x="644845" y="1113914"/>
                  </a:lnTo>
                  <a:lnTo>
                    <a:pt x="640445" y="1116949"/>
                  </a:lnTo>
                  <a:lnTo>
                    <a:pt x="636047" y="1119984"/>
                  </a:lnTo>
                  <a:lnTo>
                    <a:pt x="631660" y="1123019"/>
                  </a:lnTo>
                  <a:lnTo>
                    <a:pt x="627289" y="1126055"/>
                  </a:lnTo>
                  <a:lnTo>
                    <a:pt x="622936" y="1129090"/>
                  </a:lnTo>
                  <a:lnTo>
                    <a:pt x="618606" y="1132125"/>
                  </a:lnTo>
                  <a:lnTo>
                    <a:pt x="614308" y="1135160"/>
                  </a:lnTo>
                  <a:lnTo>
                    <a:pt x="610053" y="1138195"/>
                  </a:lnTo>
                  <a:lnTo>
                    <a:pt x="605838" y="1141230"/>
                  </a:lnTo>
                  <a:lnTo>
                    <a:pt x="601666" y="1144266"/>
                  </a:lnTo>
                  <a:lnTo>
                    <a:pt x="597548" y="1147301"/>
                  </a:lnTo>
                  <a:lnTo>
                    <a:pt x="593505" y="1150336"/>
                  </a:lnTo>
                  <a:lnTo>
                    <a:pt x="589525" y="1153371"/>
                  </a:lnTo>
                  <a:lnTo>
                    <a:pt x="585613" y="1156406"/>
                  </a:lnTo>
                  <a:lnTo>
                    <a:pt x="581774" y="1159442"/>
                  </a:lnTo>
                  <a:lnTo>
                    <a:pt x="578053" y="1162477"/>
                  </a:lnTo>
                  <a:lnTo>
                    <a:pt x="574422" y="1165512"/>
                  </a:lnTo>
                  <a:lnTo>
                    <a:pt x="570888" y="1168547"/>
                  </a:lnTo>
                  <a:lnTo>
                    <a:pt x="567457" y="1171582"/>
                  </a:lnTo>
                  <a:lnTo>
                    <a:pt x="564177" y="1174618"/>
                  </a:lnTo>
                  <a:lnTo>
                    <a:pt x="561033" y="1177653"/>
                  </a:lnTo>
                  <a:lnTo>
                    <a:pt x="558022" y="1180688"/>
                  </a:lnTo>
                  <a:lnTo>
                    <a:pt x="555151" y="1183723"/>
                  </a:lnTo>
                  <a:lnTo>
                    <a:pt x="552470" y="1186758"/>
                  </a:lnTo>
                  <a:lnTo>
                    <a:pt x="549987" y="1189794"/>
                  </a:lnTo>
                  <a:lnTo>
                    <a:pt x="547683" y="1192829"/>
                  </a:lnTo>
                  <a:lnTo>
                    <a:pt x="545566" y="1195864"/>
                  </a:lnTo>
                  <a:lnTo>
                    <a:pt x="543682" y="1198899"/>
                  </a:lnTo>
                  <a:lnTo>
                    <a:pt x="542081" y="1201934"/>
                  </a:lnTo>
                  <a:lnTo>
                    <a:pt x="540717" y="1204969"/>
                  </a:lnTo>
                  <a:lnTo>
                    <a:pt x="539601" y="1208005"/>
                  </a:lnTo>
                  <a:lnTo>
                    <a:pt x="538762" y="1211040"/>
                  </a:lnTo>
                  <a:lnTo>
                    <a:pt x="538319" y="1214075"/>
                  </a:lnTo>
                  <a:lnTo>
                    <a:pt x="538182" y="1217110"/>
                  </a:lnTo>
                  <a:lnTo>
                    <a:pt x="538366" y="1220145"/>
                  </a:lnTo>
                  <a:lnTo>
                    <a:pt x="538884" y="1223181"/>
                  </a:lnTo>
                  <a:lnTo>
                    <a:pt x="539910" y="1226216"/>
                  </a:lnTo>
                  <a:lnTo>
                    <a:pt x="541334" y="1229251"/>
                  </a:lnTo>
                  <a:lnTo>
                    <a:pt x="543158" y="1232286"/>
                  </a:lnTo>
                  <a:lnTo>
                    <a:pt x="545396" y="1235321"/>
                  </a:lnTo>
                  <a:lnTo>
                    <a:pt x="548208" y="1238357"/>
                  </a:lnTo>
                  <a:lnTo>
                    <a:pt x="551543" y="1241392"/>
                  </a:lnTo>
                  <a:lnTo>
                    <a:pt x="555354" y="1244427"/>
                  </a:lnTo>
                  <a:lnTo>
                    <a:pt x="559653" y="1247462"/>
                  </a:lnTo>
                  <a:lnTo>
                    <a:pt x="564565" y="1250497"/>
                  </a:lnTo>
                  <a:lnTo>
                    <a:pt x="570121" y="1253532"/>
                  </a:lnTo>
                  <a:lnTo>
                    <a:pt x="576209" y="1256568"/>
                  </a:lnTo>
                  <a:lnTo>
                    <a:pt x="582836" y="1259603"/>
                  </a:lnTo>
                  <a:lnTo>
                    <a:pt x="590073" y="1262638"/>
                  </a:lnTo>
                  <a:lnTo>
                    <a:pt x="598042" y="1265673"/>
                  </a:lnTo>
                  <a:lnTo>
                    <a:pt x="606560" y="1268708"/>
                  </a:lnTo>
                  <a:lnTo>
                    <a:pt x="615621" y="1271744"/>
                  </a:lnTo>
                  <a:lnTo>
                    <a:pt x="625235" y="1274779"/>
                  </a:lnTo>
                  <a:lnTo>
                    <a:pt x="635598" y="1277814"/>
                  </a:lnTo>
                  <a:lnTo>
                    <a:pt x="646463" y="1280849"/>
                  </a:lnTo>
                  <a:lnTo>
                    <a:pt x="657812" y="1283884"/>
                  </a:lnTo>
                  <a:lnTo>
                    <a:pt x="669627" y="1286920"/>
                  </a:lnTo>
                  <a:lnTo>
                    <a:pt x="682033" y="1289955"/>
                  </a:lnTo>
                  <a:lnTo>
                    <a:pt x="694848" y="1292990"/>
                  </a:lnTo>
                  <a:lnTo>
                    <a:pt x="708006" y="1296025"/>
                  </a:lnTo>
                  <a:lnTo>
                    <a:pt x="721476" y="1299060"/>
                  </a:lnTo>
                  <a:lnTo>
                    <a:pt x="735272" y="1302096"/>
                  </a:lnTo>
                  <a:lnTo>
                    <a:pt x="749282" y="1305131"/>
                  </a:lnTo>
                  <a:lnTo>
                    <a:pt x="763414" y="1308166"/>
                  </a:lnTo>
                  <a:lnTo>
                    <a:pt x="777623" y="1311201"/>
                  </a:lnTo>
                  <a:lnTo>
                    <a:pt x="791845" y="1314236"/>
                  </a:lnTo>
                  <a:lnTo>
                    <a:pt x="805964" y="1317271"/>
                  </a:lnTo>
                  <a:lnTo>
                    <a:pt x="819920" y="1320307"/>
                  </a:lnTo>
                  <a:lnTo>
                    <a:pt x="833659" y="1323342"/>
                  </a:lnTo>
                  <a:lnTo>
                    <a:pt x="847095" y="1326377"/>
                  </a:lnTo>
                  <a:lnTo>
                    <a:pt x="860009" y="1329412"/>
                  </a:lnTo>
                  <a:lnTo>
                    <a:pt x="872448" y="1332447"/>
                  </a:lnTo>
                  <a:lnTo>
                    <a:pt x="884359" y="1335483"/>
                  </a:lnTo>
                  <a:lnTo>
                    <a:pt x="895687" y="1338518"/>
                  </a:lnTo>
                  <a:lnTo>
                    <a:pt x="906045" y="1341553"/>
                  </a:lnTo>
                  <a:lnTo>
                    <a:pt x="915628" y="1344588"/>
                  </a:lnTo>
                  <a:lnTo>
                    <a:pt x="924402" y="1347623"/>
                  </a:lnTo>
                  <a:lnTo>
                    <a:pt x="932323" y="1350659"/>
                  </a:lnTo>
                  <a:lnTo>
                    <a:pt x="939018" y="1353694"/>
                  </a:lnTo>
                  <a:lnTo>
                    <a:pt x="944628" y="1356729"/>
                  </a:lnTo>
                  <a:lnTo>
                    <a:pt x="949230" y="1359764"/>
                  </a:lnTo>
                  <a:lnTo>
                    <a:pt x="952800" y="1362799"/>
                  </a:lnTo>
                  <a:lnTo>
                    <a:pt x="955055" y="1365834"/>
                  </a:lnTo>
                  <a:lnTo>
                    <a:pt x="956002" y="1368870"/>
                  </a:lnTo>
                  <a:lnTo>
                    <a:pt x="955942" y="1370167"/>
                  </a:lnTo>
                  <a:lnTo>
                    <a:pt x="955861" y="1371905"/>
                  </a:lnTo>
                  <a:lnTo>
                    <a:pt x="954634" y="1374940"/>
                  </a:lnTo>
                  <a:lnTo>
                    <a:pt x="952171" y="1377975"/>
                  </a:lnTo>
                  <a:lnTo>
                    <a:pt x="948320" y="1381010"/>
                  </a:lnTo>
                  <a:lnTo>
                    <a:pt x="943439" y="1384046"/>
                  </a:lnTo>
                  <a:lnTo>
                    <a:pt x="937551" y="1387081"/>
                  </a:lnTo>
                  <a:lnTo>
                    <a:pt x="930642" y="1390116"/>
                  </a:lnTo>
                  <a:lnTo>
                    <a:pt x="922441" y="1393151"/>
                  </a:lnTo>
                  <a:lnTo>
                    <a:pt x="913389" y="1396186"/>
                  </a:lnTo>
                  <a:lnTo>
                    <a:pt x="903529" y="1399222"/>
                  </a:lnTo>
                  <a:lnTo>
                    <a:pt x="892905" y="1402257"/>
                  </a:lnTo>
                  <a:lnTo>
                    <a:pt x="881328" y="1405292"/>
                  </a:lnTo>
                  <a:lnTo>
                    <a:pt x="869131" y="1408327"/>
                  </a:lnTo>
                  <a:lnTo>
                    <a:pt x="856404" y="1411362"/>
                  </a:lnTo>
                  <a:lnTo>
                    <a:pt x="843199" y="1414397"/>
                  </a:lnTo>
                  <a:lnTo>
                    <a:pt x="829483" y="1417433"/>
                  </a:lnTo>
                  <a:lnTo>
                    <a:pt x="815430" y="1420468"/>
                  </a:lnTo>
                  <a:lnTo>
                    <a:pt x="801150" y="1423503"/>
                  </a:lnTo>
                  <a:lnTo>
                    <a:pt x="786699" y="1426538"/>
                  </a:lnTo>
                  <a:lnTo>
                    <a:pt x="772126" y="1429573"/>
                  </a:lnTo>
                  <a:lnTo>
                    <a:pt x="757541" y="1432609"/>
                  </a:lnTo>
                  <a:lnTo>
                    <a:pt x="743014" y="1435644"/>
                  </a:lnTo>
                  <a:lnTo>
                    <a:pt x="728590" y="1438679"/>
                  </a:lnTo>
                  <a:lnTo>
                    <a:pt x="714335" y="1441714"/>
                  </a:lnTo>
                  <a:lnTo>
                    <a:pt x="700382" y="1444749"/>
                  </a:lnTo>
                  <a:lnTo>
                    <a:pt x="686710" y="1447785"/>
                  </a:lnTo>
                  <a:lnTo>
                    <a:pt x="673350" y="1450820"/>
                  </a:lnTo>
                  <a:lnTo>
                    <a:pt x="660333" y="1453855"/>
                  </a:lnTo>
                  <a:lnTo>
                    <a:pt x="647875" y="1456890"/>
                  </a:lnTo>
                  <a:lnTo>
                    <a:pt x="635841" y="1459925"/>
                  </a:lnTo>
                  <a:lnTo>
                    <a:pt x="624245" y="1462961"/>
                  </a:lnTo>
                  <a:lnTo>
                    <a:pt x="613103" y="1465996"/>
                  </a:lnTo>
                  <a:lnTo>
                    <a:pt x="602602" y="1469031"/>
                  </a:lnTo>
                  <a:lnTo>
                    <a:pt x="592628" y="1472066"/>
                  </a:lnTo>
                  <a:lnTo>
                    <a:pt x="583140" y="1475101"/>
                  </a:lnTo>
                  <a:lnTo>
                    <a:pt x="574140" y="1478136"/>
                  </a:lnTo>
                  <a:lnTo>
                    <a:pt x="565754" y="1481172"/>
                  </a:lnTo>
                  <a:lnTo>
                    <a:pt x="557936" y="1484207"/>
                  </a:lnTo>
                  <a:lnTo>
                    <a:pt x="550588" y="1487242"/>
                  </a:lnTo>
                  <a:lnTo>
                    <a:pt x="543701" y="1490277"/>
                  </a:lnTo>
                  <a:lnTo>
                    <a:pt x="537338" y="1493312"/>
                  </a:lnTo>
                  <a:lnTo>
                    <a:pt x="531526" y="1496348"/>
                  </a:lnTo>
                  <a:lnTo>
                    <a:pt x="526124" y="1499383"/>
                  </a:lnTo>
                  <a:lnTo>
                    <a:pt x="521119" y="1502418"/>
                  </a:lnTo>
                  <a:lnTo>
                    <a:pt x="516521" y="1505453"/>
                  </a:lnTo>
                  <a:lnTo>
                    <a:pt x="512415" y="1508488"/>
                  </a:lnTo>
                  <a:lnTo>
                    <a:pt x="508638" y="1511524"/>
                  </a:lnTo>
                  <a:lnTo>
                    <a:pt x="505177" y="1514559"/>
                  </a:lnTo>
                  <a:lnTo>
                    <a:pt x="502016" y="1517594"/>
                  </a:lnTo>
                  <a:lnTo>
                    <a:pt x="499245" y="1520629"/>
                  </a:lnTo>
                  <a:lnTo>
                    <a:pt x="496730" y="1523664"/>
                  </a:lnTo>
                  <a:lnTo>
                    <a:pt x="494449" y="1526699"/>
                  </a:lnTo>
                  <a:lnTo>
                    <a:pt x="492388" y="1529735"/>
                  </a:lnTo>
                  <a:lnTo>
                    <a:pt x="490592" y="1532770"/>
                  </a:lnTo>
                  <a:lnTo>
                    <a:pt x="488995" y="1535805"/>
                  </a:lnTo>
                  <a:lnTo>
                    <a:pt x="487561" y="1538840"/>
                  </a:lnTo>
                  <a:lnTo>
                    <a:pt x="486279" y="1541875"/>
                  </a:lnTo>
                  <a:lnTo>
                    <a:pt x="485165" y="1544911"/>
                  </a:lnTo>
                  <a:lnTo>
                    <a:pt x="484197" y="1547946"/>
                  </a:lnTo>
                  <a:lnTo>
                    <a:pt x="483337" y="1550981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4295148" y="2876153"/>
              <a:ext cx="956002" cy="1461655"/>
            </a:xfrm>
            <a:custGeom>
              <a:avLst/>
              <a:pathLst>
                <a:path w="956002" h="1461655">
                  <a:moveTo>
                    <a:pt x="473280" y="1461655"/>
                  </a:moveTo>
                  <a:lnTo>
                    <a:pt x="472795" y="1458794"/>
                  </a:lnTo>
                  <a:lnTo>
                    <a:pt x="472256" y="1455934"/>
                  </a:lnTo>
                  <a:lnTo>
                    <a:pt x="471678" y="1453073"/>
                  </a:lnTo>
                  <a:lnTo>
                    <a:pt x="471055" y="1450213"/>
                  </a:lnTo>
                  <a:lnTo>
                    <a:pt x="470359" y="1447353"/>
                  </a:lnTo>
                  <a:lnTo>
                    <a:pt x="469617" y="1444492"/>
                  </a:lnTo>
                  <a:lnTo>
                    <a:pt x="468823" y="1441632"/>
                  </a:lnTo>
                  <a:lnTo>
                    <a:pt x="467936" y="1438772"/>
                  </a:lnTo>
                  <a:lnTo>
                    <a:pt x="466992" y="1435911"/>
                  </a:lnTo>
                  <a:lnTo>
                    <a:pt x="465991" y="1433051"/>
                  </a:lnTo>
                  <a:lnTo>
                    <a:pt x="464873" y="1430190"/>
                  </a:lnTo>
                  <a:lnTo>
                    <a:pt x="463687" y="1427330"/>
                  </a:lnTo>
                  <a:lnTo>
                    <a:pt x="462433" y="1424470"/>
                  </a:lnTo>
                  <a:lnTo>
                    <a:pt x="461045" y="1421609"/>
                  </a:lnTo>
                  <a:lnTo>
                    <a:pt x="459571" y="1418749"/>
                  </a:lnTo>
                  <a:lnTo>
                    <a:pt x="458017" y="1415888"/>
                  </a:lnTo>
                  <a:lnTo>
                    <a:pt x="456315" y="1413028"/>
                  </a:lnTo>
                  <a:lnTo>
                    <a:pt x="454504" y="1410168"/>
                  </a:lnTo>
                  <a:lnTo>
                    <a:pt x="452599" y="1407307"/>
                  </a:lnTo>
                  <a:lnTo>
                    <a:pt x="450535" y="1404447"/>
                  </a:lnTo>
                  <a:lnTo>
                    <a:pt x="448335" y="1401587"/>
                  </a:lnTo>
                  <a:lnTo>
                    <a:pt x="446029" y="1398726"/>
                  </a:lnTo>
                  <a:lnTo>
                    <a:pt x="443552" y="1395866"/>
                  </a:lnTo>
                  <a:lnTo>
                    <a:pt x="440913" y="1393005"/>
                  </a:lnTo>
                  <a:lnTo>
                    <a:pt x="438153" y="1390145"/>
                  </a:lnTo>
                  <a:lnTo>
                    <a:pt x="435216" y="1387285"/>
                  </a:lnTo>
                  <a:lnTo>
                    <a:pt x="432086" y="1384424"/>
                  </a:lnTo>
                  <a:lnTo>
                    <a:pt x="428823" y="1381564"/>
                  </a:lnTo>
                  <a:lnTo>
                    <a:pt x="425378" y="1378704"/>
                  </a:lnTo>
                  <a:lnTo>
                    <a:pt x="421712" y="1375843"/>
                  </a:lnTo>
                  <a:lnTo>
                    <a:pt x="417901" y="1372983"/>
                  </a:lnTo>
                  <a:lnTo>
                    <a:pt x="413909" y="1370122"/>
                  </a:lnTo>
                  <a:lnTo>
                    <a:pt x="409666" y="1367262"/>
                  </a:lnTo>
                  <a:lnTo>
                    <a:pt x="405270" y="1364402"/>
                  </a:lnTo>
                  <a:lnTo>
                    <a:pt x="400699" y="1361541"/>
                  </a:lnTo>
                  <a:lnTo>
                    <a:pt x="395851" y="1358681"/>
                  </a:lnTo>
                  <a:lnTo>
                    <a:pt x="390844" y="1355820"/>
                  </a:lnTo>
                  <a:lnTo>
                    <a:pt x="385673" y="1352960"/>
                  </a:lnTo>
                  <a:lnTo>
                    <a:pt x="380204" y="1350100"/>
                  </a:lnTo>
                  <a:lnTo>
                    <a:pt x="374576" y="1347239"/>
                  </a:lnTo>
                  <a:lnTo>
                    <a:pt x="368789" y="1344379"/>
                  </a:lnTo>
                  <a:lnTo>
                    <a:pt x="362711" y="1341519"/>
                  </a:lnTo>
                  <a:lnTo>
                    <a:pt x="356469" y="1338658"/>
                  </a:lnTo>
                  <a:lnTo>
                    <a:pt x="350072" y="1335798"/>
                  </a:lnTo>
                  <a:lnTo>
                    <a:pt x="343411" y="1332937"/>
                  </a:lnTo>
                  <a:lnTo>
                    <a:pt x="336582" y="1330077"/>
                  </a:lnTo>
                  <a:lnTo>
                    <a:pt x="329609" y="1327217"/>
                  </a:lnTo>
                  <a:lnTo>
                    <a:pt x="322408" y="1324356"/>
                  </a:lnTo>
                  <a:lnTo>
                    <a:pt x="315044" y="1321496"/>
                  </a:lnTo>
                  <a:lnTo>
                    <a:pt x="307553" y="1318636"/>
                  </a:lnTo>
                  <a:lnTo>
                    <a:pt x="299877" y="1315775"/>
                  </a:lnTo>
                  <a:lnTo>
                    <a:pt x="292053" y="1312915"/>
                  </a:lnTo>
                  <a:lnTo>
                    <a:pt x="284128" y="1310054"/>
                  </a:lnTo>
                  <a:lnTo>
                    <a:pt x="276064" y="1307194"/>
                  </a:lnTo>
                  <a:lnTo>
                    <a:pt x="267883" y="1304334"/>
                  </a:lnTo>
                  <a:lnTo>
                    <a:pt x="259631" y="1301473"/>
                  </a:lnTo>
                  <a:lnTo>
                    <a:pt x="251291" y="1298613"/>
                  </a:lnTo>
                  <a:lnTo>
                    <a:pt x="242879" y="1295752"/>
                  </a:lnTo>
                  <a:lnTo>
                    <a:pt x="234431" y="1292892"/>
                  </a:lnTo>
                  <a:lnTo>
                    <a:pt x="225949" y="1290032"/>
                  </a:lnTo>
                  <a:lnTo>
                    <a:pt x="217453" y="1287171"/>
                  </a:lnTo>
                  <a:lnTo>
                    <a:pt x="208965" y="1284311"/>
                  </a:lnTo>
                  <a:lnTo>
                    <a:pt x="200491" y="1281451"/>
                  </a:lnTo>
                  <a:lnTo>
                    <a:pt x="192079" y="1278590"/>
                  </a:lnTo>
                  <a:lnTo>
                    <a:pt x="183720" y="1275730"/>
                  </a:lnTo>
                  <a:lnTo>
                    <a:pt x="175422" y="1272869"/>
                  </a:lnTo>
                  <a:lnTo>
                    <a:pt x="167272" y="1270009"/>
                  </a:lnTo>
                  <a:lnTo>
                    <a:pt x="159225" y="1267149"/>
                  </a:lnTo>
                  <a:lnTo>
                    <a:pt x="151282" y="1264288"/>
                  </a:lnTo>
                  <a:lnTo>
                    <a:pt x="143578" y="1261428"/>
                  </a:lnTo>
                  <a:lnTo>
                    <a:pt x="136030" y="1258567"/>
                  </a:lnTo>
                  <a:lnTo>
                    <a:pt x="128636" y="1255707"/>
                  </a:lnTo>
                  <a:lnTo>
                    <a:pt x="121551" y="1252847"/>
                  </a:lnTo>
                  <a:lnTo>
                    <a:pt x="114687" y="1249986"/>
                  </a:lnTo>
                  <a:lnTo>
                    <a:pt x="108024" y="1247126"/>
                  </a:lnTo>
                  <a:lnTo>
                    <a:pt x="101727" y="1244266"/>
                  </a:lnTo>
                  <a:lnTo>
                    <a:pt x="95722" y="1241405"/>
                  </a:lnTo>
                  <a:lnTo>
                    <a:pt x="89962" y="1238545"/>
                  </a:lnTo>
                  <a:lnTo>
                    <a:pt x="84608" y="1235684"/>
                  </a:lnTo>
                  <a:lnTo>
                    <a:pt x="79618" y="1232824"/>
                  </a:lnTo>
                  <a:lnTo>
                    <a:pt x="74911" y="1229964"/>
                  </a:lnTo>
                  <a:lnTo>
                    <a:pt x="70634" y="1227103"/>
                  </a:lnTo>
                  <a:lnTo>
                    <a:pt x="66790" y="1224243"/>
                  </a:lnTo>
                  <a:lnTo>
                    <a:pt x="63256" y="1221383"/>
                  </a:lnTo>
                  <a:lnTo>
                    <a:pt x="60162" y="1218522"/>
                  </a:lnTo>
                  <a:lnTo>
                    <a:pt x="57561" y="1215662"/>
                  </a:lnTo>
                  <a:lnTo>
                    <a:pt x="55291" y="1212801"/>
                  </a:lnTo>
                  <a:lnTo>
                    <a:pt x="53449" y="1209941"/>
                  </a:lnTo>
                  <a:lnTo>
                    <a:pt x="52152" y="1207081"/>
                  </a:lnTo>
                  <a:lnTo>
                    <a:pt x="51193" y="1204220"/>
                  </a:lnTo>
                  <a:lnTo>
                    <a:pt x="50686" y="1201606"/>
                  </a:lnTo>
                  <a:lnTo>
                    <a:pt x="50638" y="1201360"/>
                  </a:lnTo>
                  <a:lnTo>
                    <a:pt x="50663" y="1198499"/>
                  </a:lnTo>
                  <a:lnTo>
                    <a:pt x="51023" y="1195639"/>
                  </a:lnTo>
                  <a:lnTo>
                    <a:pt x="51750" y="1192779"/>
                  </a:lnTo>
                  <a:lnTo>
                    <a:pt x="53071" y="1189918"/>
                  </a:lnTo>
                  <a:lnTo>
                    <a:pt x="54714" y="1187058"/>
                  </a:lnTo>
                  <a:lnTo>
                    <a:pt x="56677" y="1184198"/>
                  </a:lnTo>
                  <a:lnTo>
                    <a:pt x="59228" y="1181337"/>
                  </a:lnTo>
                  <a:lnTo>
                    <a:pt x="62075" y="1178477"/>
                  </a:lnTo>
                  <a:lnTo>
                    <a:pt x="65216" y="1175616"/>
                  </a:lnTo>
                  <a:lnTo>
                    <a:pt x="68861" y="1172756"/>
                  </a:lnTo>
                  <a:lnTo>
                    <a:pt x="72794" y="1169896"/>
                  </a:lnTo>
                  <a:lnTo>
                    <a:pt x="76986" y="1167035"/>
                  </a:lnTo>
                  <a:lnTo>
                    <a:pt x="81590" y="1164175"/>
                  </a:lnTo>
                  <a:lnTo>
                    <a:pt x="86458" y="1161315"/>
                  </a:lnTo>
                  <a:lnTo>
                    <a:pt x="91540" y="1158454"/>
                  </a:lnTo>
                  <a:lnTo>
                    <a:pt x="96939" y="1155594"/>
                  </a:lnTo>
                  <a:lnTo>
                    <a:pt x="102562" y="1152733"/>
                  </a:lnTo>
                  <a:lnTo>
                    <a:pt x="108348" y="1149873"/>
                  </a:lnTo>
                  <a:lnTo>
                    <a:pt x="114356" y="1147013"/>
                  </a:lnTo>
                  <a:lnTo>
                    <a:pt x="120533" y="1144152"/>
                  </a:lnTo>
                  <a:lnTo>
                    <a:pt x="126819" y="1141292"/>
                  </a:lnTo>
                  <a:lnTo>
                    <a:pt x="133237" y="1138431"/>
                  </a:lnTo>
                  <a:lnTo>
                    <a:pt x="139756" y="1135571"/>
                  </a:lnTo>
                  <a:lnTo>
                    <a:pt x="146326" y="1132711"/>
                  </a:lnTo>
                  <a:lnTo>
                    <a:pt x="152949" y="1129850"/>
                  </a:lnTo>
                  <a:lnTo>
                    <a:pt x="159593" y="1126990"/>
                  </a:lnTo>
                  <a:lnTo>
                    <a:pt x="166232" y="1124130"/>
                  </a:lnTo>
                  <a:lnTo>
                    <a:pt x="172855" y="1121269"/>
                  </a:lnTo>
                  <a:lnTo>
                    <a:pt x="179412" y="1118409"/>
                  </a:lnTo>
                  <a:lnTo>
                    <a:pt x="185910" y="1115548"/>
                  </a:lnTo>
                  <a:lnTo>
                    <a:pt x="192335" y="1112688"/>
                  </a:lnTo>
                  <a:lnTo>
                    <a:pt x="198604" y="1109828"/>
                  </a:lnTo>
                  <a:lnTo>
                    <a:pt x="204764" y="1106967"/>
                  </a:lnTo>
                  <a:lnTo>
                    <a:pt x="210811" y="1104107"/>
                  </a:lnTo>
                  <a:lnTo>
                    <a:pt x="216609" y="1101246"/>
                  </a:lnTo>
                  <a:lnTo>
                    <a:pt x="222255" y="1098386"/>
                  </a:lnTo>
                  <a:lnTo>
                    <a:pt x="227747" y="1095526"/>
                  </a:lnTo>
                  <a:lnTo>
                    <a:pt x="232927" y="1092665"/>
                  </a:lnTo>
                  <a:lnTo>
                    <a:pt x="237907" y="1089805"/>
                  </a:lnTo>
                  <a:lnTo>
                    <a:pt x="242697" y="1086945"/>
                  </a:lnTo>
                  <a:lnTo>
                    <a:pt x="247138" y="1084084"/>
                  </a:lnTo>
                  <a:lnTo>
                    <a:pt x="251327" y="1081224"/>
                  </a:lnTo>
                  <a:lnTo>
                    <a:pt x="255298" y="1078363"/>
                  </a:lnTo>
                  <a:lnTo>
                    <a:pt x="258901" y="1075503"/>
                  </a:lnTo>
                  <a:lnTo>
                    <a:pt x="262205" y="1072643"/>
                  </a:lnTo>
                  <a:lnTo>
                    <a:pt x="265272" y="1069782"/>
                  </a:lnTo>
                  <a:lnTo>
                    <a:pt x="267967" y="1066922"/>
                  </a:lnTo>
                  <a:lnTo>
                    <a:pt x="270324" y="1064062"/>
                  </a:lnTo>
                  <a:lnTo>
                    <a:pt x="272432" y="1061201"/>
                  </a:lnTo>
                  <a:lnTo>
                    <a:pt x="274178" y="1058341"/>
                  </a:lnTo>
                  <a:lnTo>
                    <a:pt x="275554" y="1055480"/>
                  </a:lnTo>
                  <a:lnTo>
                    <a:pt x="276677" y="1052620"/>
                  </a:lnTo>
                  <a:lnTo>
                    <a:pt x="277461" y="1049760"/>
                  </a:lnTo>
                  <a:lnTo>
                    <a:pt x="277852" y="1046899"/>
                  </a:lnTo>
                  <a:lnTo>
                    <a:pt x="277995" y="1044039"/>
                  </a:lnTo>
                  <a:lnTo>
                    <a:pt x="277827" y="1041178"/>
                  </a:lnTo>
                  <a:lnTo>
                    <a:pt x="277256" y="1038318"/>
                  </a:lnTo>
                  <a:lnTo>
                    <a:pt x="276446" y="1035458"/>
                  </a:lnTo>
                  <a:lnTo>
                    <a:pt x="275363" y="1032597"/>
                  </a:lnTo>
                  <a:lnTo>
                    <a:pt x="273875" y="1029737"/>
                  </a:lnTo>
                  <a:lnTo>
                    <a:pt x="272163" y="1026877"/>
                  </a:lnTo>
                  <a:lnTo>
                    <a:pt x="270218" y="1024016"/>
                  </a:lnTo>
                  <a:lnTo>
                    <a:pt x="267879" y="1021156"/>
                  </a:lnTo>
                  <a:lnTo>
                    <a:pt x="265337" y="1018295"/>
                  </a:lnTo>
                  <a:lnTo>
                    <a:pt x="262592" y="1015435"/>
                  </a:lnTo>
                  <a:lnTo>
                    <a:pt x="259493" y="1012575"/>
                  </a:lnTo>
                  <a:lnTo>
                    <a:pt x="256205" y="1009714"/>
                  </a:lnTo>
                  <a:lnTo>
                    <a:pt x="252740" y="1006854"/>
                  </a:lnTo>
                  <a:lnTo>
                    <a:pt x="248980" y="1003994"/>
                  </a:lnTo>
                  <a:lnTo>
                    <a:pt x="245044" y="1001133"/>
                  </a:lnTo>
                  <a:lnTo>
                    <a:pt x="240958" y="998273"/>
                  </a:lnTo>
                  <a:lnTo>
                    <a:pt x="236637" y="995412"/>
                  </a:lnTo>
                  <a:lnTo>
                    <a:pt x="232158" y="992552"/>
                  </a:lnTo>
                  <a:lnTo>
                    <a:pt x="227557" y="989692"/>
                  </a:lnTo>
                  <a:lnTo>
                    <a:pt x="222778" y="986831"/>
                  </a:lnTo>
                  <a:lnTo>
                    <a:pt x="217865" y="983971"/>
                  </a:lnTo>
                  <a:lnTo>
                    <a:pt x="212860" y="981110"/>
                  </a:lnTo>
                  <a:lnTo>
                    <a:pt x="207728" y="978250"/>
                  </a:lnTo>
                  <a:lnTo>
                    <a:pt x="202493" y="975390"/>
                  </a:lnTo>
                  <a:lnTo>
                    <a:pt x="197194" y="972529"/>
                  </a:lnTo>
                  <a:lnTo>
                    <a:pt x="191815" y="969669"/>
                  </a:lnTo>
                  <a:lnTo>
                    <a:pt x="186367" y="966809"/>
                  </a:lnTo>
                  <a:lnTo>
                    <a:pt x="180882" y="963948"/>
                  </a:lnTo>
                  <a:lnTo>
                    <a:pt x="175357" y="961088"/>
                  </a:lnTo>
                  <a:lnTo>
                    <a:pt x="169801" y="958227"/>
                  </a:lnTo>
                  <a:lnTo>
                    <a:pt x="164234" y="955367"/>
                  </a:lnTo>
                  <a:lnTo>
                    <a:pt x="158660" y="952507"/>
                  </a:lnTo>
                  <a:lnTo>
                    <a:pt x="153094" y="949646"/>
                  </a:lnTo>
                  <a:lnTo>
                    <a:pt x="147543" y="946786"/>
                  </a:lnTo>
                  <a:lnTo>
                    <a:pt x="142008" y="943925"/>
                  </a:lnTo>
                  <a:lnTo>
                    <a:pt x="136523" y="941065"/>
                  </a:lnTo>
                  <a:lnTo>
                    <a:pt x="131074" y="938205"/>
                  </a:lnTo>
                  <a:lnTo>
                    <a:pt x="125662" y="935344"/>
                  </a:lnTo>
                  <a:lnTo>
                    <a:pt x="120337" y="932484"/>
                  </a:lnTo>
                  <a:lnTo>
                    <a:pt x="115068" y="929624"/>
                  </a:lnTo>
                  <a:lnTo>
                    <a:pt x="109855" y="926763"/>
                  </a:lnTo>
                  <a:lnTo>
                    <a:pt x="104754" y="923903"/>
                  </a:lnTo>
                  <a:lnTo>
                    <a:pt x="99732" y="921042"/>
                  </a:lnTo>
                  <a:lnTo>
                    <a:pt x="94781" y="918182"/>
                  </a:lnTo>
                  <a:lnTo>
                    <a:pt x="89960" y="915322"/>
                  </a:lnTo>
                  <a:lnTo>
                    <a:pt x="85240" y="912461"/>
                  </a:lnTo>
                  <a:lnTo>
                    <a:pt x="80604" y="909601"/>
                  </a:lnTo>
                  <a:lnTo>
                    <a:pt x="76108" y="906741"/>
                  </a:lnTo>
                  <a:lnTo>
                    <a:pt x="71734" y="903880"/>
                  </a:lnTo>
                  <a:lnTo>
                    <a:pt x="67453" y="901020"/>
                  </a:lnTo>
                  <a:lnTo>
                    <a:pt x="63316" y="898159"/>
                  </a:lnTo>
                  <a:lnTo>
                    <a:pt x="59319" y="895299"/>
                  </a:lnTo>
                  <a:lnTo>
                    <a:pt x="55423" y="892439"/>
                  </a:lnTo>
                  <a:lnTo>
                    <a:pt x="51669" y="889578"/>
                  </a:lnTo>
                  <a:lnTo>
                    <a:pt x="48072" y="886718"/>
                  </a:lnTo>
                  <a:lnTo>
                    <a:pt x="44579" y="883857"/>
                  </a:lnTo>
                  <a:lnTo>
                    <a:pt x="41224" y="880997"/>
                  </a:lnTo>
                  <a:lnTo>
                    <a:pt x="38038" y="878137"/>
                  </a:lnTo>
                  <a:lnTo>
                    <a:pt x="34959" y="875276"/>
                  </a:lnTo>
                  <a:lnTo>
                    <a:pt x="32007" y="872416"/>
                  </a:lnTo>
                  <a:lnTo>
                    <a:pt x="29237" y="869556"/>
                  </a:lnTo>
                  <a:lnTo>
                    <a:pt x="26572" y="866695"/>
                  </a:lnTo>
                  <a:lnTo>
                    <a:pt x="24025" y="863835"/>
                  </a:lnTo>
                  <a:lnTo>
                    <a:pt x="21666" y="860974"/>
                  </a:lnTo>
                  <a:lnTo>
                    <a:pt x="19411" y="858114"/>
                  </a:lnTo>
                  <a:lnTo>
                    <a:pt x="17261" y="855254"/>
                  </a:lnTo>
                  <a:lnTo>
                    <a:pt x="15305" y="852393"/>
                  </a:lnTo>
                  <a:lnTo>
                    <a:pt x="13449" y="849533"/>
                  </a:lnTo>
                  <a:lnTo>
                    <a:pt x="11694" y="846673"/>
                  </a:lnTo>
                  <a:lnTo>
                    <a:pt x="10118" y="843812"/>
                  </a:lnTo>
                  <a:lnTo>
                    <a:pt x="8648" y="840952"/>
                  </a:lnTo>
                  <a:lnTo>
                    <a:pt x="7274" y="838091"/>
                  </a:lnTo>
                  <a:lnTo>
                    <a:pt x="6062" y="835231"/>
                  </a:lnTo>
                  <a:lnTo>
                    <a:pt x="4959" y="832371"/>
                  </a:lnTo>
                  <a:lnTo>
                    <a:pt x="3949" y="829510"/>
                  </a:lnTo>
                  <a:lnTo>
                    <a:pt x="3816" y="829070"/>
                  </a:lnTo>
                  <a:lnTo>
                    <a:pt x="3084" y="826650"/>
                  </a:lnTo>
                  <a:lnTo>
                    <a:pt x="2331" y="823789"/>
                  </a:lnTo>
                  <a:lnTo>
                    <a:pt x="1665" y="820929"/>
                  </a:lnTo>
                  <a:lnTo>
                    <a:pt x="1129" y="818069"/>
                  </a:lnTo>
                  <a:lnTo>
                    <a:pt x="708" y="815208"/>
                  </a:lnTo>
                  <a:lnTo>
                    <a:pt x="368" y="812348"/>
                  </a:lnTo>
                  <a:lnTo>
                    <a:pt x="142" y="809488"/>
                  </a:lnTo>
                  <a:lnTo>
                    <a:pt x="32" y="806627"/>
                  </a:lnTo>
                  <a:lnTo>
                    <a:pt x="0" y="803767"/>
                  </a:lnTo>
                  <a:lnTo>
                    <a:pt x="67" y="800906"/>
                  </a:lnTo>
                  <a:lnTo>
                    <a:pt x="251" y="798046"/>
                  </a:lnTo>
                  <a:lnTo>
                    <a:pt x="506" y="795186"/>
                  </a:lnTo>
                  <a:lnTo>
                    <a:pt x="849" y="792325"/>
                  </a:lnTo>
                  <a:lnTo>
                    <a:pt x="1308" y="789465"/>
                  </a:lnTo>
                  <a:lnTo>
                    <a:pt x="1834" y="786604"/>
                  </a:lnTo>
                  <a:lnTo>
                    <a:pt x="2436" y="783744"/>
                  </a:lnTo>
                  <a:lnTo>
                    <a:pt x="3153" y="780884"/>
                  </a:lnTo>
                  <a:lnTo>
                    <a:pt x="3933" y="778023"/>
                  </a:lnTo>
                  <a:lnTo>
                    <a:pt x="4777" y="775163"/>
                  </a:lnTo>
                  <a:lnTo>
                    <a:pt x="5734" y="772303"/>
                  </a:lnTo>
                  <a:lnTo>
                    <a:pt x="6750" y="769442"/>
                  </a:lnTo>
                  <a:lnTo>
                    <a:pt x="7824" y="766582"/>
                  </a:lnTo>
                  <a:lnTo>
                    <a:pt x="9001" y="763721"/>
                  </a:lnTo>
                  <a:lnTo>
                    <a:pt x="10236" y="760861"/>
                  </a:lnTo>
                  <a:lnTo>
                    <a:pt x="11524" y="758001"/>
                  </a:lnTo>
                  <a:lnTo>
                    <a:pt x="12903" y="755140"/>
                  </a:lnTo>
                  <a:lnTo>
                    <a:pt x="14339" y="752280"/>
                  </a:lnTo>
                  <a:lnTo>
                    <a:pt x="15825" y="749420"/>
                  </a:lnTo>
                  <a:lnTo>
                    <a:pt x="17388" y="746559"/>
                  </a:lnTo>
                  <a:lnTo>
                    <a:pt x="19008" y="743699"/>
                  </a:lnTo>
                  <a:lnTo>
                    <a:pt x="20672" y="740838"/>
                  </a:lnTo>
                  <a:lnTo>
                    <a:pt x="22402" y="737978"/>
                  </a:lnTo>
                  <a:lnTo>
                    <a:pt x="24187" y="735118"/>
                  </a:lnTo>
                  <a:lnTo>
                    <a:pt x="26011" y="732257"/>
                  </a:lnTo>
                  <a:lnTo>
                    <a:pt x="27890" y="729397"/>
                  </a:lnTo>
                  <a:lnTo>
                    <a:pt x="29820" y="726536"/>
                  </a:lnTo>
                  <a:lnTo>
                    <a:pt x="31785" y="723676"/>
                  </a:lnTo>
                  <a:lnTo>
                    <a:pt x="33793" y="720816"/>
                  </a:lnTo>
                  <a:lnTo>
                    <a:pt x="35849" y="717955"/>
                  </a:lnTo>
                  <a:lnTo>
                    <a:pt x="37933" y="715095"/>
                  </a:lnTo>
                  <a:lnTo>
                    <a:pt x="40052" y="712235"/>
                  </a:lnTo>
                  <a:lnTo>
                    <a:pt x="42212" y="709374"/>
                  </a:lnTo>
                  <a:lnTo>
                    <a:pt x="44395" y="706514"/>
                  </a:lnTo>
                  <a:lnTo>
                    <a:pt x="46605" y="703653"/>
                  </a:lnTo>
                  <a:lnTo>
                    <a:pt x="48849" y="700793"/>
                  </a:lnTo>
                  <a:lnTo>
                    <a:pt x="51111" y="697933"/>
                  </a:lnTo>
                  <a:lnTo>
                    <a:pt x="53392" y="695072"/>
                  </a:lnTo>
                  <a:lnTo>
                    <a:pt x="55700" y="692212"/>
                  </a:lnTo>
                  <a:lnTo>
                    <a:pt x="58021" y="689352"/>
                  </a:lnTo>
                  <a:lnTo>
                    <a:pt x="60354" y="686491"/>
                  </a:lnTo>
                  <a:lnTo>
                    <a:pt x="62705" y="683631"/>
                  </a:lnTo>
                  <a:lnTo>
                    <a:pt x="65065" y="680770"/>
                  </a:lnTo>
                  <a:lnTo>
                    <a:pt x="67433" y="677910"/>
                  </a:lnTo>
                  <a:lnTo>
                    <a:pt x="69810" y="675050"/>
                  </a:lnTo>
                  <a:lnTo>
                    <a:pt x="72192" y="672189"/>
                  </a:lnTo>
                  <a:lnTo>
                    <a:pt x="74577" y="669329"/>
                  </a:lnTo>
                  <a:lnTo>
                    <a:pt x="76964" y="666468"/>
                  </a:lnTo>
                  <a:lnTo>
                    <a:pt x="79352" y="663608"/>
                  </a:lnTo>
                  <a:lnTo>
                    <a:pt x="81739" y="660748"/>
                  </a:lnTo>
                  <a:lnTo>
                    <a:pt x="84123" y="657887"/>
                  </a:lnTo>
                  <a:lnTo>
                    <a:pt x="86503" y="655027"/>
                  </a:lnTo>
                  <a:lnTo>
                    <a:pt x="88880" y="652167"/>
                  </a:lnTo>
                  <a:lnTo>
                    <a:pt x="91250" y="649306"/>
                  </a:lnTo>
                  <a:lnTo>
                    <a:pt x="92794" y="647436"/>
                  </a:lnTo>
                  <a:lnTo>
                    <a:pt x="93612" y="646446"/>
                  </a:lnTo>
                  <a:lnTo>
                    <a:pt x="95969" y="643585"/>
                  </a:lnTo>
                  <a:lnTo>
                    <a:pt x="98317" y="640725"/>
                  </a:lnTo>
                  <a:lnTo>
                    <a:pt x="100654" y="637865"/>
                  </a:lnTo>
                  <a:lnTo>
                    <a:pt x="102984" y="635004"/>
                  </a:lnTo>
                  <a:lnTo>
                    <a:pt x="105305" y="632144"/>
                  </a:lnTo>
                  <a:lnTo>
                    <a:pt x="107613" y="629283"/>
                  </a:lnTo>
                  <a:lnTo>
                    <a:pt x="109913" y="626423"/>
                  </a:lnTo>
                  <a:lnTo>
                    <a:pt x="112204" y="623563"/>
                  </a:lnTo>
                  <a:lnTo>
                    <a:pt x="114482" y="620702"/>
                  </a:lnTo>
                  <a:lnTo>
                    <a:pt x="116753" y="617842"/>
                  </a:lnTo>
                  <a:lnTo>
                    <a:pt x="119015" y="614982"/>
                  </a:lnTo>
                  <a:lnTo>
                    <a:pt x="121265" y="612121"/>
                  </a:lnTo>
                  <a:lnTo>
                    <a:pt x="123508" y="609261"/>
                  </a:lnTo>
                  <a:lnTo>
                    <a:pt x="125746" y="606400"/>
                  </a:lnTo>
                  <a:lnTo>
                    <a:pt x="127972" y="603540"/>
                  </a:lnTo>
                  <a:lnTo>
                    <a:pt x="130194" y="600680"/>
                  </a:lnTo>
                  <a:lnTo>
                    <a:pt x="132412" y="597819"/>
                  </a:lnTo>
                  <a:lnTo>
                    <a:pt x="134623" y="594959"/>
                  </a:lnTo>
                  <a:lnTo>
                    <a:pt x="136832" y="592099"/>
                  </a:lnTo>
                  <a:lnTo>
                    <a:pt x="139038" y="589238"/>
                  </a:lnTo>
                  <a:lnTo>
                    <a:pt x="141243" y="586378"/>
                  </a:lnTo>
                  <a:lnTo>
                    <a:pt x="143447" y="583517"/>
                  </a:lnTo>
                  <a:lnTo>
                    <a:pt x="145653" y="580657"/>
                  </a:lnTo>
                  <a:lnTo>
                    <a:pt x="147860" y="577797"/>
                  </a:lnTo>
                  <a:lnTo>
                    <a:pt x="150072" y="574936"/>
                  </a:lnTo>
                  <a:lnTo>
                    <a:pt x="152287" y="572076"/>
                  </a:lnTo>
                  <a:lnTo>
                    <a:pt x="154509" y="569215"/>
                  </a:lnTo>
                  <a:lnTo>
                    <a:pt x="156739" y="566355"/>
                  </a:lnTo>
                  <a:lnTo>
                    <a:pt x="158976" y="563495"/>
                  </a:lnTo>
                  <a:lnTo>
                    <a:pt x="161223" y="560634"/>
                  </a:lnTo>
                  <a:lnTo>
                    <a:pt x="163483" y="557774"/>
                  </a:lnTo>
                  <a:lnTo>
                    <a:pt x="165753" y="554914"/>
                  </a:lnTo>
                  <a:lnTo>
                    <a:pt x="168036" y="552053"/>
                  </a:lnTo>
                  <a:lnTo>
                    <a:pt x="170337" y="549193"/>
                  </a:lnTo>
                  <a:lnTo>
                    <a:pt x="172650" y="546332"/>
                  </a:lnTo>
                  <a:lnTo>
                    <a:pt x="174978" y="543472"/>
                  </a:lnTo>
                  <a:lnTo>
                    <a:pt x="177330" y="540612"/>
                  </a:lnTo>
                  <a:lnTo>
                    <a:pt x="179696" y="537751"/>
                  </a:lnTo>
                  <a:lnTo>
                    <a:pt x="182078" y="534891"/>
                  </a:lnTo>
                  <a:lnTo>
                    <a:pt x="184489" y="532031"/>
                  </a:lnTo>
                  <a:lnTo>
                    <a:pt x="186916" y="529170"/>
                  </a:lnTo>
                  <a:lnTo>
                    <a:pt x="189359" y="526310"/>
                  </a:lnTo>
                  <a:lnTo>
                    <a:pt x="191835" y="523449"/>
                  </a:lnTo>
                  <a:lnTo>
                    <a:pt x="194329" y="520589"/>
                  </a:lnTo>
                  <a:lnTo>
                    <a:pt x="196840" y="517729"/>
                  </a:lnTo>
                  <a:lnTo>
                    <a:pt x="199385" y="514868"/>
                  </a:lnTo>
                  <a:lnTo>
                    <a:pt x="201949" y="512008"/>
                  </a:lnTo>
                  <a:lnTo>
                    <a:pt x="204531" y="509147"/>
                  </a:lnTo>
                  <a:lnTo>
                    <a:pt x="207146" y="506287"/>
                  </a:lnTo>
                  <a:lnTo>
                    <a:pt x="209782" y="503427"/>
                  </a:lnTo>
                  <a:lnTo>
                    <a:pt x="212437" y="500566"/>
                  </a:lnTo>
                  <a:lnTo>
                    <a:pt x="215122" y="497706"/>
                  </a:lnTo>
                  <a:lnTo>
                    <a:pt x="217830" y="494846"/>
                  </a:lnTo>
                  <a:lnTo>
                    <a:pt x="220556" y="491985"/>
                  </a:lnTo>
                  <a:lnTo>
                    <a:pt x="223310" y="489125"/>
                  </a:lnTo>
                  <a:lnTo>
                    <a:pt x="226087" y="486264"/>
                  </a:lnTo>
                  <a:lnTo>
                    <a:pt x="228881" y="483404"/>
                  </a:lnTo>
                  <a:lnTo>
                    <a:pt x="231700" y="480544"/>
                  </a:lnTo>
                  <a:lnTo>
                    <a:pt x="234542" y="477683"/>
                  </a:lnTo>
                  <a:lnTo>
                    <a:pt x="237399" y="474823"/>
                  </a:lnTo>
                  <a:lnTo>
                    <a:pt x="240278" y="471962"/>
                  </a:lnTo>
                  <a:lnTo>
                    <a:pt x="243179" y="469102"/>
                  </a:lnTo>
                  <a:lnTo>
                    <a:pt x="246094" y="466242"/>
                  </a:lnTo>
                  <a:lnTo>
                    <a:pt x="249026" y="463381"/>
                  </a:lnTo>
                  <a:lnTo>
                    <a:pt x="251979" y="460521"/>
                  </a:lnTo>
                  <a:lnTo>
                    <a:pt x="254944" y="457661"/>
                  </a:lnTo>
                  <a:lnTo>
                    <a:pt x="257923" y="454800"/>
                  </a:lnTo>
                  <a:lnTo>
                    <a:pt x="260920" y="451940"/>
                  </a:lnTo>
                  <a:lnTo>
                    <a:pt x="263926" y="449079"/>
                  </a:lnTo>
                  <a:lnTo>
                    <a:pt x="266943" y="446219"/>
                  </a:lnTo>
                  <a:lnTo>
                    <a:pt x="269974" y="443359"/>
                  </a:lnTo>
                  <a:lnTo>
                    <a:pt x="273014" y="440498"/>
                  </a:lnTo>
                  <a:lnTo>
                    <a:pt x="276060" y="437638"/>
                  </a:lnTo>
                  <a:lnTo>
                    <a:pt x="279117" y="434778"/>
                  </a:lnTo>
                  <a:lnTo>
                    <a:pt x="282179" y="431917"/>
                  </a:lnTo>
                  <a:lnTo>
                    <a:pt x="285245" y="429057"/>
                  </a:lnTo>
                  <a:lnTo>
                    <a:pt x="288318" y="426196"/>
                  </a:lnTo>
                  <a:lnTo>
                    <a:pt x="291393" y="423336"/>
                  </a:lnTo>
                  <a:lnTo>
                    <a:pt x="294470" y="420476"/>
                  </a:lnTo>
                  <a:lnTo>
                    <a:pt x="297548" y="417615"/>
                  </a:lnTo>
                  <a:lnTo>
                    <a:pt x="300626" y="414755"/>
                  </a:lnTo>
                  <a:lnTo>
                    <a:pt x="303703" y="411894"/>
                  </a:lnTo>
                  <a:lnTo>
                    <a:pt x="306777" y="409034"/>
                  </a:lnTo>
                  <a:lnTo>
                    <a:pt x="309847" y="406174"/>
                  </a:lnTo>
                  <a:lnTo>
                    <a:pt x="312914" y="403313"/>
                  </a:lnTo>
                  <a:lnTo>
                    <a:pt x="315974" y="400453"/>
                  </a:lnTo>
                  <a:lnTo>
                    <a:pt x="319027" y="397593"/>
                  </a:lnTo>
                  <a:lnTo>
                    <a:pt x="322073" y="394732"/>
                  </a:lnTo>
                  <a:lnTo>
                    <a:pt x="325109" y="391872"/>
                  </a:lnTo>
                  <a:lnTo>
                    <a:pt x="328132" y="389011"/>
                  </a:lnTo>
                  <a:lnTo>
                    <a:pt x="331147" y="386151"/>
                  </a:lnTo>
                  <a:lnTo>
                    <a:pt x="334149" y="383291"/>
                  </a:lnTo>
                  <a:lnTo>
                    <a:pt x="337133" y="380430"/>
                  </a:lnTo>
                  <a:lnTo>
                    <a:pt x="340105" y="377570"/>
                  </a:lnTo>
                  <a:lnTo>
                    <a:pt x="343062" y="374710"/>
                  </a:lnTo>
                  <a:lnTo>
                    <a:pt x="345996" y="371849"/>
                  </a:lnTo>
                  <a:lnTo>
                    <a:pt x="348915" y="368989"/>
                  </a:lnTo>
                  <a:lnTo>
                    <a:pt x="351818" y="366128"/>
                  </a:lnTo>
                  <a:lnTo>
                    <a:pt x="354691" y="363268"/>
                  </a:lnTo>
                  <a:lnTo>
                    <a:pt x="357547" y="360408"/>
                  </a:lnTo>
                  <a:lnTo>
                    <a:pt x="360384" y="357547"/>
                  </a:lnTo>
                  <a:lnTo>
                    <a:pt x="363187" y="354687"/>
                  </a:lnTo>
                  <a:lnTo>
                    <a:pt x="365968" y="351826"/>
                  </a:lnTo>
                  <a:lnTo>
                    <a:pt x="368729" y="348966"/>
                  </a:lnTo>
                  <a:lnTo>
                    <a:pt x="371452" y="346106"/>
                  </a:lnTo>
                  <a:lnTo>
                    <a:pt x="374150" y="343245"/>
                  </a:lnTo>
                  <a:lnTo>
                    <a:pt x="376825" y="340385"/>
                  </a:lnTo>
                  <a:lnTo>
                    <a:pt x="379459" y="337525"/>
                  </a:lnTo>
                  <a:lnTo>
                    <a:pt x="382064" y="334664"/>
                  </a:lnTo>
                  <a:lnTo>
                    <a:pt x="384643" y="331804"/>
                  </a:lnTo>
                  <a:lnTo>
                    <a:pt x="387180" y="328943"/>
                  </a:lnTo>
                  <a:lnTo>
                    <a:pt x="389683" y="326083"/>
                  </a:lnTo>
                  <a:lnTo>
                    <a:pt x="392158" y="323223"/>
                  </a:lnTo>
                  <a:lnTo>
                    <a:pt x="394591" y="320362"/>
                  </a:lnTo>
                  <a:lnTo>
                    <a:pt x="396984" y="317502"/>
                  </a:lnTo>
                  <a:lnTo>
                    <a:pt x="399348" y="314641"/>
                  </a:lnTo>
                  <a:lnTo>
                    <a:pt x="401671" y="311781"/>
                  </a:lnTo>
                  <a:lnTo>
                    <a:pt x="403948" y="308921"/>
                  </a:lnTo>
                  <a:lnTo>
                    <a:pt x="406194" y="306060"/>
                  </a:lnTo>
                  <a:lnTo>
                    <a:pt x="408400" y="303200"/>
                  </a:lnTo>
                  <a:lnTo>
                    <a:pt x="410556" y="300340"/>
                  </a:lnTo>
                  <a:lnTo>
                    <a:pt x="412681" y="297479"/>
                  </a:lnTo>
                  <a:lnTo>
                    <a:pt x="414767" y="294619"/>
                  </a:lnTo>
                  <a:lnTo>
                    <a:pt x="416798" y="291758"/>
                  </a:lnTo>
                  <a:lnTo>
                    <a:pt x="418796" y="288898"/>
                  </a:lnTo>
                  <a:lnTo>
                    <a:pt x="420759" y="286038"/>
                  </a:lnTo>
                  <a:lnTo>
                    <a:pt x="422664" y="283177"/>
                  </a:lnTo>
                  <a:lnTo>
                    <a:pt x="424535" y="280317"/>
                  </a:lnTo>
                  <a:lnTo>
                    <a:pt x="426374" y="277457"/>
                  </a:lnTo>
                  <a:lnTo>
                    <a:pt x="428150" y="274596"/>
                  </a:lnTo>
                  <a:lnTo>
                    <a:pt x="429894" y="271736"/>
                  </a:lnTo>
                  <a:lnTo>
                    <a:pt x="431605" y="268875"/>
                  </a:lnTo>
                  <a:lnTo>
                    <a:pt x="433257" y="266015"/>
                  </a:lnTo>
                  <a:lnTo>
                    <a:pt x="434874" y="263155"/>
                  </a:lnTo>
                  <a:lnTo>
                    <a:pt x="436459" y="260294"/>
                  </a:lnTo>
                  <a:lnTo>
                    <a:pt x="437989" y="257434"/>
                  </a:lnTo>
                  <a:lnTo>
                    <a:pt x="439482" y="254573"/>
                  </a:lnTo>
                  <a:lnTo>
                    <a:pt x="440943" y="251713"/>
                  </a:lnTo>
                  <a:lnTo>
                    <a:pt x="442354" y="248853"/>
                  </a:lnTo>
                  <a:lnTo>
                    <a:pt x="443725" y="245992"/>
                  </a:lnTo>
                  <a:lnTo>
                    <a:pt x="445066" y="243132"/>
                  </a:lnTo>
                  <a:lnTo>
                    <a:pt x="446361" y="240272"/>
                  </a:lnTo>
                  <a:lnTo>
                    <a:pt x="447616" y="237411"/>
                  </a:lnTo>
                  <a:lnTo>
                    <a:pt x="448842" y="234551"/>
                  </a:lnTo>
                  <a:lnTo>
                    <a:pt x="450026" y="231690"/>
                  </a:lnTo>
                  <a:lnTo>
                    <a:pt x="451169" y="228830"/>
                  </a:lnTo>
                  <a:lnTo>
                    <a:pt x="452284" y="225970"/>
                  </a:lnTo>
                  <a:lnTo>
                    <a:pt x="453363" y="223109"/>
                  </a:lnTo>
                  <a:lnTo>
                    <a:pt x="454400" y="220249"/>
                  </a:lnTo>
                  <a:lnTo>
                    <a:pt x="455410" y="217389"/>
                  </a:lnTo>
                  <a:lnTo>
                    <a:pt x="456389" y="214528"/>
                  </a:lnTo>
                  <a:lnTo>
                    <a:pt x="457326" y="211668"/>
                  </a:lnTo>
                  <a:lnTo>
                    <a:pt x="458238" y="208807"/>
                  </a:lnTo>
                  <a:lnTo>
                    <a:pt x="459122" y="205947"/>
                  </a:lnTo>
                  <a:lnTo>
                    <a:pt x="459965" y="203087"/>
                  </a:lnTo>
                  <a:lnTo>
                    <a:pt x="460784" y="200226"/>
                  </a:lnTo>
                  <a:lnTo>
                    <a:pt x="461580" y="197366"/>
                  </a:lnTo>
                  <a:lnTo>
                    <a:pt x="462335" y="194505"/>
                  </a:lnTo>
                  <a:lnTo>
                    <a:pt x="463069" y="191645"/>
                  </a:lnTo>
                  <a:lnTo>
                    <a:pt x="463781" y="188785"/>
                  </a:lnTo>
                  <a:lnTo>
                    <a:pt x="464456" y="185924"/>
                  </a:lnTo>
                  <a:lnTo>
                    <a:pt x="465110" y="183064"/>
                  </a:lnTo>
                  <a:lnTo>
                    <a:pt x="465744" y="180204"/>
                  </a:lnTo>
                  <a:lnTo>
                    <a:pt x="466345" y="177343"/>
                  </a:lnTo>
                  <a:lnTo>
                    <a:pt x="466925" y="174483"/>
                  </a:lnTo>
                  <a:lnTo>
                    <a:pt x="467488" y="171622"/>
                  </a:lnTo>
                  <a:lnTo>
                    <a:pt x="468021" y="168762"/>
                  </a:lnTo>
                  <a:lnTo>
                    <a:pt x="468533" y="165902"/>
                  </a:lnTo>
                  <a:lnTo>
                    <a:pt x="469029" y="163041"/>
                  </a:lnTo>
                  <a:lnTo>
                    <a:pt x="469500" y="160181"/>
                  </a:lnTo>
                  <a:lnTo>
                    <a:pt x="469951" y="157320"/>
                  </a:lnTo>
                  <a:lnTo>
                    <a:pt x="470386" y="154460"/>
                  </a:lnTo>
                  <a:lnTo>
                    <a:pt x="470800" y="151600"/>
                  </a:lnTo>
                  <a:lnTo>
                    <a:pt x="471194" y="148739"/>
                  </a:lnTo>
                  <a:lnTo>
                    <a:pt x="471574" y="145879"/>
                  </a:lnTo>
                  <a:lnTo>
                    <a:pt x="471936" y="143019"/>
                  </a:lnTo>
                  <a:lnTo>
                    <a:pt x="472278" y="140158"/>
                  </a:lnTo>
                  <a:lnTo>
                    <a:pt x="472608" y="137298"/>
                  </a:lnTo>
                  <a:lnTo>
                    <a:pt x="472923" y="134437"/>
                  </a:lnTo>
                  <a:lnTo>
                    <a:pt x="473219" y="131577"/>
                  </a:lnTo>
                  <a:lnTo>
                    <a:pt x="473504" y="128717"/>
                  </a:lnTo>
                  <a:lnTo>
                    <a:pt x="473777" y="125856"/>
                  </a:lnTo>
                  <a:lnTo>
                    <a:pt x="474031" y="122996"/>
                  </a:lnTo>
                  <a:lnTo>
                    <a:pt x="474275" y="120136"/>
                  </a:lnTo>
                  <a:lnTo>
                    <a:pt x="474509" y="117275"/>
                  </a:lnTo>
                  <a:lnTo>
                    <a:pt x="474726" y="114415"/>
                  </a:lnTo>
                  <a:lnTo>
                    <a:pt x="474935" y="111554"/>
                  </a:lnTo>
                  <a:lnTo>
                    <a:pt x="475134" y="108694"/>
                  </a:lnTo>
                  <a:lnTo>
                    <a:pt x="475318" y="105834"/>
                  </a:lnTo>
                  <a:lnTo>
                    <a:pt x="475495" y="102973"/>
                  </a:lnTo>
                  <a:lnTo>
                    <a:pt x="475663" y="100113"/>
                  </a:lnTo>
                  <a:lnTo>
                    <a:pt x="475819" y="97252"/>
                  </a:lnTo>
                  <a:lnTo>
                    <a:pt x="475967" y="94392"/>
                  </a:lnTo>
                  <a:lnTo>
                    <a:pt x="476108" y="91532"/>
                  </a:lnTo>
                  <a:lnTo>
                    <a:pt x="476239" y="88671"/>
                  </a:lnTo>
                  <a:lnTo>
                    <a:pt x="476363" y="85811"/>
                  </a:lnTo>
                  <a:lnTo>
                    <a:pt x="476480" y="82951"/>
                  </a:lnTo>
                  <a:lnTo>
                    <a:pt x="476589" y="80090"/>
                  </a:lnTo>
                  <a:lnTo>
                    <a:pt x="476691" y="77230"/>
                  </a:lnTo>
                  <a:lnTo>
                    <a:pt x="476788" y="74369"/>
                  </a:lnTo>
                  <a:lnTo>
                    <a:pt x="476878" y="71509"/>
                  </a:lnTo>
                  <a:lnTo>
                    <a:pt x="476962" y="68649"/>
                  </a:lnTo>
                  <a:lnTo>
                    <a:pt x="477041" y="65788"/>
                  </a:lnTo>
                  <a:lnTo>
                    <a:pt x="477115" y="62928"/>
                  </a:lnTo>
                  <a:lnTo>
                    <a:pt x="477183" y="60068"/>
                  </a:lnTo>
                  <a:lnTo>
                    <a:pt x="477248" y="57207"/>
                  </a:lnTo>
                  <a:lnTo>
                    <a:pt x="477308" y="54347"/>
                  </a:lnTo>
                  <a:lnTo>
                    <a:pt x="477363" y="51486"/>
                  </a:lnTo>
                  <a:lnTo>
                    <a:pt x="477415" y="48626"/>
                  </a:lnTo>
                  <a:lnTo>
                    <a:pt x="477463" y="45766"/>
                  </a:lnTo>
                  <a:lnTo>
                    <a:pt x="477507" y="42905"/>
                  </a:lnTo>
                  <a:lnTo>
                    <a:pt x="477548" y="40045"/>
                  </a:lnTo>
                  <a:lnTo>
                    <a:pt x="477587" y="37184"/>
                  </a:lnTo>
                  <a:lnTo>
                    <a:pt x="477622" y="34324"/>
                  </a:lnTo>
                  <a:lnTo>
                    <a:pt x="477654" y="31464"/>
                  </a:lnTo>
                  <a:lnTo>
                    <a:pt x="477685" y="28603"/>
                  </a:lnTo>
                  <a:lnTo>
                    <a:pt x="477712" y="25743"/>
                  </a:lnTo>
                  <a:lnTo>
                    <a:pt x="477738" y="22883"/>
                  </a:lnTo>
                  <a:lnTo>
                    <a:pt x="477762" y="20022"/>
                  </a:lnTo>
                  <a:lnTo>
                    <a:pt x="477783" y="17162"/>
                  </a:lnTo>
                  <a:lnTo>
                    <a:pt x="477803" y="14301"/>
                  </a:lnTo>
                  <a:lnTo>
                    <a:pt x="477822" y="11441"/>
                  </a:lnTo>
                  <a:lnTo>
                    <a:pt x="477838" y="8581"/>
                  </a:lnTo>
                  <a:lnTo>
                    <a:pt x="477853" y="5720"/>
                  </a:lnTo>
                  <a:lnTo>
                    <a:pt x="477867" y="2860"/>
                  </a:lnTo>
                  <a:lnTo>
                    <a:pt x="477880" y="0"/>
                  </a:lnTo>
                  <a:lnTo>
                    <a:pt x="478121" y="0"/>
                  </a:lnTo>
                  <a:lnTo>
                    <a:pt x="478134" y="2860"/>
                  </a:lnTo>
                  <a:lnTo>
                    <a:pt x="478148" y="5720"/>
                  </a:lnTo>
                  <a:lnTo>
                    <a:pt x="478163" y="8581"/>
                  </a:lnTo>
                  <a:lnTo>
                    <a:pt x="478180" y="11441"/>
                  </a:lnTo>
                  <a:lnTo>
                    <a:pt x="478198" y="14301"/>
                  </a:lnTo>
                  <a:lnTo>
                    <a:pt x="478218" y="17162"/>
                  </a:lnTo>
                  <a:lnTo>
                    <a:pt x="478239" y="20022"/>
                  </a:lnTo>
                  <a:lnTo>
                    <a:pt x="478263" y="22883"/>
                  </a:lnTo>
                  <a:lnTo>
                    <a:pt x="478289" y="25743"/>
                  </a:lnTo>
                  <a:lnTo>
                    <a:pt x="478316" y="28603"/>
                  </a:lnTo>
                  <a:lnTo>
                    <a:pt x="478347" y="31464"/>
                  </a:lnTo>
                  <a:lnTo>
                    <a:pt x="478380" y="34324"/>
                  </a:lnTo>
                  <a:lnTo>
                    <a:pt x="478414" y="37184"/>
                  </a:lnTo>
                  <a:lnTo>
                    <a:pt x="478453" y="40045"/>
                  </a:lnTo>
                  <a:lnTo>
                    <a:pt x="478494" y="42905"/>
                  </a:lnTo>
                  <a:lnTo>
                    <a:pt x="478538" y="45766"/>
                  </a:lnTo>
                  <a:lnTo>
                    <a:pt x="478587" y="48626"/>
                  </a:lnTo>
                  <a:lnTo>
                    <a:pt x="478639" y="51486"/>
                  </a:lnTo>
                  <a:lnTo>
                    <a:pt x="478693" y="54347"/>
                  </a:lnTo>
                  <a:lnTo>
                    <a:pt x="478753" y="57207"/>
                  </a:lnTo>
                  <a:lnTo>
                    <a:pt x="478818" y="60068"/>
                  </a:lnTo>
                  <a:lnTo>
                    <a:pt x="478886" y="62928"/>
                  </a:lnTo>
                  <a:lnTo>
                    <a:pt x="478960" y="65788"/>
                  </a:lnTo>
                  <a:lnTo>
                    <a:pt x="479039" y="68649"/>
                  </a:lnTo>
                  <a:lnTo>
                    <a:pt x="479123" y="71509"/>
                  </a:lnTo>
                  <a:lnTo>
                    <a:pt x="479213" y="74369"/>
                  </a:lnTo>
                  <a:lnTo>
                    <a:pt x="479310" y="77230"/>
                  </a:lnTo>
                  <a:lnTo>
                    <a:pt x="479412" y="80090"/>
                  </a:lnTo>
                  <a:lnTo>
                    <a:pt x="479521" y="82951"/>
                  </a:lnTo>
                  <a:lnTo>
                    <a:pt x="479639" y="85811"/>
                  </a:lnTo>
                  <a:lnTo>
                    <a:pt x="479762" y="88671"/>
                  </a:lnTo>
                  <a:lnTo>
                    <a:pt x="479893" y="91532"/>
                  </a:lnTo>
                  <a:lnTo>
                    <a:pt x="480034" y="94392"/>
                  </a:lnTo>
                  <a:lnTo>
                    <a:pt x="480182" y="97252"/>
                  </a:lnTo>
                  <a:lnTo>
                    <a:pt x="480338" y="100113"/>
                  </a:lnTo>
                  <a:lnTo>
                    <a:pt x="480507" y="102973"/>
                  </a:lnTo>
                  <a:lnTo>
                    <a:pt x="480683" y="105834"/>
                  </a:lnTo>
                  <a:lnTo>
                    <a:pt x="480867" y="108694"/>
                  </a:lnTo>
                  <a:lnTo>
                    <a:pt x="481067" y="111554"/>
                  </a:lnTo>
                  <a:lnTo>
                    <a:pt x="481275" y="114415"/>
                  </a:lnTo>
                  <a:lnTo>
                    <a:pt x="481492" y="117275"/>
                  </a:lnTo>
                  <a:lnTo>
                    <a:pt x="481726" y="120136"/>
                  </a:lnTo>
                  <a:lnTo>
                    <a:pt x="481970" y="122996"/>
                  </a:lnTo>
                  <a:lnTo>
                    <a:pt x="482225" y="125856"/>
                  </a:lnTo>
                  <a:lnTo>
                    <a:pt x="482497" y="128717"/>
                  </a:lnTo>
                  <a:lnTo>
                    <a:pt x="482782" y="131577"/>
                  </a:lnTo>
                  <a:lnTo>
                    <a:pt x="483078" y="134437"/>
                  </a:lnTo>
                  <a:lnTo>
                    <a:pt x="483393" y="137298"/>
                  </a:lnTo>
                  <a:lnTo>
                    <a:pt x="483723" y="140158"/>
                  </a:lnTo>
                  <a:lnTo>
                    <a:pt x="484065" y="143019"/>
                  </a:lnTo>
                  <a:lnTo>
                    <a:pt x="484427" y="145879"/>
                  </a:lnTo>
                  <a:lnTo>
                    <a:pt x="484807" y="148739"/>
                  </a:lnTo>
                  <a:lnTo>
                    <a:pt x="485201" y="151600"/>
                  </a:lnTo>
                  <a:lnTo>
                    <a:pt x="485615" y="154460"/>
                  </a:lnTo>
                  <a:lnTo>
                    <a:pt x="486051" y="157320"/>
                  </a:lnTo>
                  <a:lnTo>
                    <a:pt x="486501" y="160181"/>
                  </a:lnTo>
                  <a:lnTo>
                    <a:pt x="486972" y="163041"/>
                  </a:lnTo>
                  <a:lnTo>
                    <a:pt x="487468" y="165902"/>
                  </a:lnTo>
                  <a:lnTo>
                    <a:pt x="487980" y="168762"/>
                  </a:lnTo>
                  <a:lnTo>
                    <a:pt x="488514" y="171622"/>
                  </a:lnTo>
                  <a:lnTo>
                    <a:pt x="489076" y="174483"/>
                  </a:lnTo>
                  <a:lnTo>
                    <a:pt x="489656" y="177343"/>
                  </a:lnTo>
                  <a:lnTo>
                    <a:pt x="490257" y="180204"/>
                  </a:lnTo>
                  <a:lnTo>
                    <a:pt x="490891" y="183064"/>
                  </a:lnTo>
                  <a:lnTo>
                    <a:pt x="491545" y="185924"/>
                  </a:lnTo>
                  <a:lnTo>
                    <a:pt x="492220" y="188785"/>
                  </a:lnTo>
                  <a:lnTo>
                    <a:pt x="492932" y="191645"/>
                  </a:lnTo>
                  <a:lnTo>
                    <a:pt x="493666" y="194505"/>
                  </a:lnTo>
                  <a:lnTo>
                    <a:pt x="494421" y="197366"/>
                  </a:lnTo>
                  <a:lnTo>
                    <a:pt x="495217" y="200226"/>
                  </a:lnTo>
                  <a:lnTo>
                    <a:pt x="496037" y="203087"/>
                  </a:lnTo>
                  <a:lnTo>
                    <a:pt x="496879" y="205947"/>
                  </a:lnTo>
                  <a:lnTo>
                    <a:pt x="497764" y="208807"/>
                  </a:lnTo>
                  <a:lnTo>
                    <a:pt x="498676" y="211668"/>
                  </a:lnTo>
                  <a:lnTo>
                    <a:pt x="499612" y="214528"/>
                  </a:lnTo>
                  <a:lnTo>
                    <a:pt x="500591" y="217389"/>
                  </a:lnTo>
                  <a:lnTo>
                    <a:pt x="501602" y="220249"/>
                  </a:lnTo>
                  <a:lnTo>
                    <a:pt x="502638" y="223109"/>
                  </a:lnTo>
                  <a:lnTo>
                    <a:pt x="503717" y="225970"/>
                  </a:lnTo>
                  <a:lnTo>
                    <a:pt x="504832" y="228830"/>
                  </a:lnTo>
                  <a:lnTo>
                    <a:pt x="505975" y="231690"/>
                  </a:lnTo>
                  <a:lnTo>
                    <a:pt x="507160" y="234551"/>
                  </a:lnTo>
                  <a:lnTo>
                    <a:pt x="508385" y="237411"/>
                  </a:lnTo>
                  <a:lnTo>
                    <a:pt x="509640" y="240272"/>
                  </a:lnTo>
                  <a:lnTo>
                    <a:pt x="510935" y="243132"/>
                  </a:lnTo>
                  <a:lnTo>
                    <a:pt x="512276" y="245992"/>
                  </a:lnTo>
                  <a:lnTo>
                    <a:pt x="513648" y="248853"/>
                  </a:lnTo>
                  <a:lnTo>
                    <a:pt x="515059" y="251713"/>
                  </a:lnTo>
                  <a:lnTo>
                    <a:pt x="516520" y="254573"/>
                  </a:lnTo>
                  <a:lnTo>
                    <a:pt x="518012" y="257434"/>
                  </a:lnTo>
                  <a:lnTo>
                    <a:pt x="519542" y="260294"/>
                  </a:lnTo>
                  <a:lnTo>
                    <a:pt x="521127" y="263155"/>
                  </a:lnTo>
                  <a:lnTo>
                    <a:pt x="522744" y="266015"/>
                  </a:lnTo>
                  <a:lnTo>
                    <a:pt x="524396" y="268875"/>
                  </a:lnTo>
                  <a:lnTo>
                    <a:pt x="526108" y="271736"/>
                  </a:lnTo>
                  <a:lnTo>
                    <a:pt x="527851" y="274596"/>
                  </a:lnTo>
                  <a:lnTo>
                    <a:pt x="529628" y="277457"/>
                  </a:lnTo>
                  <a:lnTo>
                    <a:pt x="531466" y="280317"/>
                  </a:lnTo>
                  <a:lnTo>
                    <a:pt x="533338" y="283177"/>
                  </a:lnTo>
                  <a:lnTo>
                    <a:pt x="535242" y="286038"/>
                  </a:lnTo>
                  <a:lnTo>
                    <a:pt x="537205" y="288898"/>
                  </a:lnTo>
                  <a:lnTo>
                    <a:pt x="539204" y="291758"/>
                  </a:lnTo>
                  <a:lnTo>
                    <a:pt x="541235" y="294619"/>
                  </a:lnTo>
                  <a:lnTo>
                    <a:pt x="543321" y="297479"/>
                  </a:lnTo>
                  <a:lnTo>
                    <a:pt x="545445" y="300340"/>
                  </a:lnTo>
                  <a:lnTo>
                    <a:pt x="547601" y="303200"/>
                  </a:lnTo>
                  <a:lnTo>
                    <a:pt x="549807" y="306060"/>
                  </a:lnTo>
                  <a:lnTo>
                    <a:pt x="552054" y="308921"/>
                  </a:lnTo>
                  <a:lnTo>
                    <a:pt x="554331" y="311781"/>
                  </a:lnTo>
                  <a:lnTo>
                    <a:pt x="556653" y="314641"/>
                  </a:lnTo>
                  <a:lnTo>
                    <a:pt x="559017" y="317502"/>
                  </a:lnTo>
                  <a:lnTo>
                    <a:pt x="561410" y="320362"/>
                  </a:lnTo>
                  <a:lnTo>
                    <a:pt x="563843" y="323223"/>
                  </a:lnTo>
                  <a:lnTo>
                    <a:pt x="566318" y="326083"/>
                  </a:lnTo>
                  <a:lnTo>
                    <a:pt x="568821" y="328943"/>
                  </a:lnTo>
                  <a:lnTo>
                    <a:pt x="571359" y="331804"/>
                  </a:lnTo>
                  <a:lnTo>
                    <a:pt x="573938" y="334664"/>
                  </a:lnTo>
                  <a:lnTo>
                    <a:pt x="576542" y="337525"/>
                  </a:lnTo>
                  <a:lnTo>
                    <a:pt x="579177" y="340385"/>
                  </a:lnTo>
                  <a:lnTo>
                    <a:pt x="581851" y="343245"/>
                  </a:lnTo>
                  <a:lnTo>
                    <a:pt x="584549" y="346106"/>
                  </a:lnTo>
                  <a:lnTo>
                    <a:pt x="587272" y="348966"/>
                  </a:lnTo>
                  <a:lnTo>
                    <a:pt x="590033" y="351826"/>
                  </a:lnTo>
                  <a:lnTo>
                    <a:pt x="592815" y="354687"/>
                  </a:lnTo>
                  <a:lnTo>
                    <a:pt x="595617" y="357547"/>
                  </a:lnTo>
                  <a:lnTo>
                    <a:pt x="598455" y="360408"/>
                  </a:lnTo>
                  <a:lnTo>
                    <a:pt x="601310" y="363268"/>
                  </a:lnTo>
                  <a:lnTo>
                    <a:pt x="604183" y="366128"/>
                  </a:lnTo>
                  <a:lnTo>
                    <a:pt x="607086" y="368989"/>
                  </a:lnTo>
                  <a:lnTo>
                    <a:pt x="610005" y="371849"/>
                  </a:lnTo>
                  <a:lnTo>
                    <a:pt x="612939" y="374710"/>
                  </a:lnTo>
                  <a:lnTo>
                    <a:pt x="615897" y="377570"/>
                  </a:lnTo>
                  <a:lnTo>
                    <a:pt x="618869" y="380430"/>
                  </a:lnTo>
                  <a:lnTo>
                    <a:pt x="621853" y="383291"/>
                  </a:lnTo>
                  <a:lnTo>
                    <a:pt x="624855" y="386151"/>
                  </a:lnTo>
                  <a:lnTo>
                    <a:pt x="627869" y="389011"/>
                  </a:lnTo>
                  <a:lnTo>
                    <a:pt x="630892" y="391872"/>
                  </a:lnTo>
                  <a:lnTo>
                    <a:pt x="633929" y="394732"/>
                  </a:lnTo>
                  <a:lnTo>
                    <a:pt x="636975" y="397593"/>
                  </a:lnTo>
                  <a:lnTo>
                    <a:pt x="640027" y="400453"/>
                  </a:lnTo>
                  <a:lnTo>
                    <a:pt x="643087" y="403313"/>
                  </a:lnTo>
                  <a:lnTo>
                    <a:pt x="646154" y="406174"/>
                  </a:lnTo>
                  <a:lnTo>
                    <a:pt x="649224" y="409034"/>
                  </a:lnTo>
                  <a:lnTo>
                    <a:pt x="652298" y="411894"/>
                  </a:lnTo>
                  <a:lnTo>
                    <a:pt x="655375" y="414755"/>
                  </a:lnTo>
                  <a:lnTo>
                    <a:pt x="658453" y="417615"/>
                  </a:lnTo>
                  <a:lnTo>
                    <a:pt x="661532" y="420476"/>
                  </a:lnTo>
                  <a:lnTo>
                    <a:pt x="664608" y="423336"/>
                  </a:lnTo>
                  <a:lnTo>
                    <a:pt x="667683" y="426196"/>
                  </a:lnTo>
                  <a:lnTo>
                    <a:pt x="670756" y="429057"/>
                  </a:lnTo>
                  <a:lnTo>
                    <a:pt x="673823" y="431917"/>
                  </a:lnTo>
                  <a:lnTo>
                    <a:pt x="676885" y="434778"/>
                  </a:lnTo>
                  <a:lnTo>
                    <a:pt x="679942" y="437638"/>
                  </a:lnTo>
                  <a:lnTo>
                    <a:pt x="682988" y="440498"/>
                  </a:lnTo>
                  <a:lnTo>
                    <a:pt x="686027" y="443359"/>
                  </a:lnTo>
                  <a:lnTo>
                    <a:pt x="689059" y="446219"/>
                  </a:lnTo>
                  <a:lnTo>
                    <a:pt x="692075" y="449079"/>
                  </a:lnTo>
                  <a:lnTo>
                    <a:pt x="695082" y="451940"/>
                  </a:lnTo>
                  <a:lnTo>
                    <a:pt x="698079" y="454800"/>
                  </a:lnTo>
                  <a:lnTo>
                    <a:pt x="701057" y="457661"/>
                  </a:lnTo>
                  <a:lnTo>
                    <a:pt x="704022" y="460521"/>
                  </a:lnTo>
                  <a:lnTo>
                    <a:pt x="706975" y="463381"/>
                  </a:lnTo>
                  <a:lnTo>
                    <a:pt x="709907" y="466242"/>
                  </a:lnTo>
                  <a:lnTo>
                    <a:pt x="712822" y="469102"/>
                  </a:lnTo>
                  <a:lnTo>
                    <a:pt x="715723" y="471962"/>
                  </a:lnTo>
                  <a:lnTo>
                    <a:pt x="718602" y="474823"/>
                  </a:lnTo>
                  <a:lnTo>
                    <a:pt x="721460" y="477683"/>
                  </a:lnTo>
                  <a:lnTo>
                    <a:pt x="724302" y="480544"/>
                  </a:lnTo>
                  <a:lnTo>
                    <a:pt x="727120" y="483404"/>
                  </a:lnTo>
                  <a:lnTo>
                    <a:pt x="729914" y="486264"/>
                  </a:lnTo>
                  <a:lnTo>
                    <a:pt x="732692" y="489125"/>
                  </a:lnTo>
                  <a:lnTo>
                    <a:pt x="735445" y="491985"/>
                  </a:lnTo>
                  <a:lnTo>
                    <a:pt x="738171" y="494846"/>
                  </a:lnTo>
                  <a:lnTo>
                    <a:pt x="740879" y="497706"/>
                  </a:lnTo>
                  <a:lnTo>
                    <a:pt x="743564" y="500566"/>
                  </a:lnTo>
                  <a:lnTo>
                    <a:pt x="746219" y="503427"/>
                  </a:lnTo>
                  <a:lnTo>
                    <a:pt x="748855" y="506287"/>
                  </a:lnTo>
                  <a:lnTo>
                    <a:pt x="751470" y="509147"/>
                  </a:lnTo>
                  <a:lnTo>
                    <a:pt x="754052" y="512008"/>
                  </a:lnTo>
                  <a:lnTo>
                    <a:pt x="756617" y="514868"/>
                  </a:lnTo>
                  <a:lnTo>
                    <a:pt x="759161" y="517729"/>
                  </a:lnTo>
                  <a:lnTo>
                    <a:pt x="761672" y="520589"/>
                  </a:lnTo>
                  <a:lnTo>
                    <a:pt x="764166" y="523449"/>
                  </a:lnTo>
                  <a:lnTo>
                    <a:pt x="766642" y="526310"/>
                  </a:lnTo>
                  <a:lnTo>
                    <a:pt x="769085" y="529170"/>
                  </a:lnTo>
                  <a:lnTo>
                    <a:pt x="771512" y="532031"/>
                  </a:lnTo>
                  <a:lnTo>
                    <a:pt x="773923" y="534891"/>
                  </a:lnTo>
                  <a:lnTo>
                    <a:pt x="776305" y="537751"/>
                  </a:lnTo>
                  <a:lnTo>
                    <a:pt x="778672" y="540612"/>
                  </a:lnTo>
                  <a:lnTo>
                    <a:pt x="781023" y="543472"/>
                  </a:lnTo>
                  <a:lnTo>
                    <a:pt x="783352" y="546332"/>
                  </a:lnTo>
                  <a:lnTo>
                    <a:pt x="785665" y="549193"/>
                  </a:lnTo>
                  <a:lnTo>
                    <a:pt x="787966" y="552053"/>
                  </a:lnTo>
                  <a:lnTo>
                    <a:pt x="790248" y="554914"/>
                  </a:lnTo>
                  <a:lnTo>
                    <a:pt x="792518" y="557774"/>
                  </a:lnTo>
                  <a:lnTo>
                    <a:pt x="794778" y="560634"/>
                  </a:lnTo>
                  <a:lnTo>
                    <a:pt x="797025" y="563495"/>
                  </a:lnTo>
                  <a:lnTo>
                    <a:pt x="799262" y="566355"/>
                  </a:lnTo>
                  <a:lnTo>
                    <a:pt x="801492" y="569215"/>
                  </a:lnTo>
                  <a:lnTo>
                    <a:pt x="803714" y="572076"/>
                  </a:lnTo>
                  <a:lnTo>
                    <a:pt x="805929" y="574936"/>
                  </a:lnTo>
                  <a:lnTo>
                    <a:pt x="808141" y="577797"/>
                  </a:lnTo>
                  <a:lnTo>
                    <a:pt x="810349" y="580657"/>
                  </a:lnTo>
                  <a:lnTo>
                    <a:pt x="812554" y="583517"/>
                  </a:lnTo>
                  <a:lnTo>
                    <a:pt x="814759" y="586378"/>
                  </a:lnTo>
                  <a:lnTo>
                    <a:pt x="816963" y="589238"/>
                  </a:lnTo>
                  <a:lnTo>
                    <a:pt x="819169" y="592099"/>
                  </a:lnTo>
                  <a:lnTo>
                    <a:pt x="821378" y="594959"/>
                  </a:lnTo>
                  <a:lnTo>
                    <a:pt x="823589" y="597819"/>
                  </a:lnTo>
                  <a:lnTo>
                    <a:pt x="825807" y="600680"/>
                  </a:lnTo>
                  <a:lnTo>
                    <a:pt x="828029" y="603540"/>
                  </a:lnTo>
                  <a:lnTo>
                    <a:pt x="830256" y="606400"/>
                  </a:lnTo>
                  <a:lnTo>
                    <a:pt x="832493" y="609261"/>
                  </a:lnTo>
                  <a:lnTo>
                    <a:pt x="834736" y="612121"/>
                  </a:lnTo>
                  <a:lnTo>
                    <a:pt x="836986" y="614982"/>
                  </a:lnTo>
                  <a:lnTo>
                    <a:pt x="839249" y="617842"/>
                  </a:lnTo>
                  <a:lnTo>
                    <a:pt x="841519" y="620702"/>
                  </a:lnTo>
                  <a:lnTo>
                    <a:pt x="843797" y="623563"/>
                  </a:lnTo>
                  <a:lnTo>
                    <a:pt x="846088" y="626423"/>
                  </a:lnTo>
                  <a:lnTo>
                    <a:pt x="848388" y="629283"/>
                  </a:lnTo>
                  <a:lnTo>
                    <a:pt x="850697" y="632144"/>
                  </a:lnTo>
                  <a:lnTo>
                    <a:pt x="853017" y="635004"/>
                  </a:lnTo>
                  <a:lnTo>
                    <a:pt x="855347" y="637865"/>
                  </a:lnTo>
                  <a:lnTo>
                    <a:pt x="857685" y="640725"/>
                  </a:lnTo>
                  <a:lnTo>
                    <a:pt x="860032" y="643585"/>
                  </a:lnTo>
                  <a:lnTo>
                    <a:pt x="862389" y="646446"/>
                  </a:lnTo>
                  <a:lnTo>
                    <a:pt x="863207" y="647436"/>
                  </a:lnTo>
                  <a:lnTo>
                    <a:pt x="864751" y="649306"/>
                  </a:lnTo>
                  <a:lnTo>
                    <a:pt x="867122" y="652167"/>
                  </a:lnTo>
                  <a:lnTo>
                    <a:pt x="869498" y="655027"/>
                  </a:lnTo>
                  <a:lnTo>
                    <a:pt x="871878" y="657887"/>
                  </a:lnTo>
                  <a:lnTo>
                    <a:pt x="874263" y="660748"/>
                  </a:lnTo>
                  <a:lnTo>
                    <a:pt x="876650" y="663608"/>
                  </a:lnTo>
                  <a:lnTo>
                    <a:pt x="879037" y="666468"/>
                  </a:lnTo>
                  <a:lnTo>
                    <a:pt x="881425" y="669329"/>
                  </a:lnTo>
                  <a:lnTo>
                    <a:pt x="883809" y="672189"/>
                  </a:lnTo>
                  <a:lnTo>
                    <a:pt x="886191" y="675050"/>
                  </a:lnTo>
                  <a:lnTo>
                    <a:pt x="888568" y="677910"/>
                  </a:lnTo>
                  <a:lnTo>
                    <a:pt x="890936" y="680770"/>
                  </a:lnTo>
                  <a:lnTo>
                    <a:pt x="893296" y="683631"/>
                  </a:lnTo>
                  <a:lnTo>
                    <a:pt x="895648" y="686491"/>
                  </a:lnTo>
                  <a:lnTo>
                    <a:pt x="897981" y="689352"/>
                  </a:lnTo>
                  <a:lnTo>
                    <a:pt x="900301" y="692212"/>
                  </a:lnTo>
                  <a:lnTo>
                    <a:pt x="902609" y="695072"/>
                  </a:lnTo>
                  <a:lnTo>
                    <a:pt x="904890" y="697933"/>
                  </a:lnTo>
                  <a:lnTo>
                    <a:pt x="907152" y="700793"/>
                  </a:lnTo>
                  <a:lnTo>
                    <a:pt x="909396" y="703653"/>
                  </a:lnTo>
                  <a:lnTo>
                    <a:pt x="911606" y="706514"/>
                  </a:lnTo>
                  <a:lnTo>
                    <a:pt x="913789" y="709374"/>
                  </a:lnTo>
                  <a:lnTo>
                    <a:pt x="915949" y="712235"/>
                  </a:lnTo>
                  <a:lnTo>
                    <a:pt x="918068" y="715095"/>
                  </a:lnTo>
                  <a:lnTo>
                    <a:pt x="920153" y="717955"/>
                  </a:lnTo>
                  <a:lnTo>
                    <a:pt x="922208" y="720816"/>
                  </a:lnTo>
                  <a:lnTo>
                    <a:pt x="924217" y="723676"/>
                  </a:lnTo>
                  <a:lnTo>
                    <a:pt x="926181" y="726536"/>
                  </a:lnTo>
                  <a:lnTo>
                    <a:pt x="928111" y="729397"/>
                  </a:lnTo>
                  <a:lnTo>
                    <a:pt x="929990" y="732257"/>
                  </a:lnTo>
                  <a:lnTo>
                    <a:pt x="931814" y="735118"/>
                  </a:lnTo>
                  <a:lnTo>
                    <a:pt x="933599" y="737978"/>
                  </a:lnTo>
                  <a:lnTo>
                    <a:pt x="935329" y="740838"/>
                  </a:lnTo>
                  <a:lnTo>
                    <a:pt x="936993" y="743699"/>
                  </a:lnTo>
                  <a:lnTo>
                    <a:pt x="938613" y="746559"/>
                  </a:lnTo>
                  <a:lnTo>
                    <a:pt x="940176" y="749420"/>
                  </a:lnTo>
                  <a:lnTo>
                    <a:pt x="941662" y="752280"/>
                  </a:lnTo>
                  <a:lnTo>
                    <a:pt x="943098" y="755140"/>
                  </a:lnTo>
                  <a:lnTo>
                    <a:pt x="944477" y="758001"/>
                  </a:lnTo>
                  <a:lnTo>
                    <a:pt x="945765" y="760861"/>
                  </a:lnTo>
                  <a:lnTo>
                    <a:pt x="947000" y="763721"/>
                  </a:lnTo>
                  <a:lnTo>
                    <a:pt x="948177" y="766582"/>
                  </a:lnTo>
                  <a:lnTo>
                    <a:pt x="949251" y="769442"/>
                  </a:lnTo>
                  <a:lnTo>
                    <a:pt x="950267" y="772303"/>
                  </a:lnTo>
                  <a:lnTo>
                    <a:pt x="951224" y="775163"/>
                  </a:lnTo>
                  <a:lnTo>
                    <a:pt x="952069" y="778023"/>
                  </a:lnTo>
                  <a:lnTo>
                    <a:pt x="952848" y="780884"/>
                  </a:lnTo>
                  <a:lnTo>
                    <a:pt x="953565" y="783744"/>
                  </a:lnTo>
                  <a:lnTo>
                    <a:pt x="954167" y="786604"/>
                  </a:lnTo>
                  <a:lnTo>
                    <a:pt x="954693" y="789465"/>
                  </a:lnTo>
                  <a:lnTo>
                    <a:pt x="955152" y="792325"/>
                  </a:lnTo>
                  <a:lnTo>
                    <a:pt x="955495" y="795186"/>
                  </a:lnTo>
                  <a:lnTo>
                    <a:pt x="955751" y="798046"/>
                  </a:lnTo>
                  <a:lnTo>
                    <a:pt x="955934" y="800906"/>
                  </a:lnTo>
                  <a:lnTo>
                    <a:pt x="956002" y="803767"/>
                  </a:lnTo>
                  <a:lnTo>
                    <a:pt x="955969" y="806627"/>
                  </a:lnTo>
                  <a:lnTo>
                    <a:pt x="955859" y="809488"/>
                  </a:lnTo>
                  <a:lnTo>
                    <a:pt x="955634" y="812348"/>
                  </a:lnTo>
                  <a:lnTo>
                    <a:pt x="955294" y="815208"/>
                  </a:lnTo>
                  <a:lnTo>
                    <a:pt x="954872" y="818069"/>
                  </a:lnTo>
                  <a:lnTo>
                    <a:pt x="954336" y="820929"/>
                  </a:lnTo>
                  <a:lnTo>
                    <a:pt x="953670" y="823789"/>
                  </a:lnTo>
                  <a:lnTo>
                    <a:pt x="952918" y="826650"/>
                  </a:lnTo>
                  <a:lnTo>
                    <a:pt x="952186" y="829070"/>
                  </a:lnTo>
                  <a:lnTo>
                    <a:pt x="952053" y="829510"/>
                  </a:lnTo>
                  <a:lnTo>
                    <a:pt x="951042" y="832371"/>
                  </a:lnTo>
                  <a:lnTo>
                    <a:pt x="949940" y="835231"/>
                  </a:lnTo>
                  <a:lnTo>
                    <a:pt x="948728" y="838091"/>
                  </a:lnTo>
                  <a:lnTo>
                    <a:pt x="947353" y="840952"/>
                  </a:lnTo>
                  <a:lnTo>
                    <a:pt x="945883" y="843812"/>
                  </a:lnTo>
                  <a:lnTo>
                    <a:pt x="944307" y="846673"/>
                  </a:lnTo>
                  <a:lnTo>
                    <a:pt x="942552" y="849533"/>
                  </a:lnTo>
                  <a:lnTo>
                    <a:pt x="940697" y="852393"/>
                  </a:lnTo>
                  <a:lnTo>
                    <a:pt x="938740" y="855254"/>
                  </a:lnTo>
                  <a:lnTo>
                    <a:pt x="936590" y="858114"/>
                  </a:lnTo>
                  <a:lnTo>
                    <a:pt x="934335" y="860974"/>
                  </a:lnTo>
                  <a:lnTo>
                    <a:pt x="931977" y="863835"/>
                  </a:lnTo>
                  <a:lnTo>
                    <a:pt x="929429" y="866695"/>
                  </a:lnTo>
                  <a:lnTo>
                    <a:pt x="926764" y="869556"/>
                  </a:lnTo>
                  <a:lnTo>
                    <a:pt x="923994" y="872416"/>
                  </a:lnTo>
                  <a:lnTo>
                    <a:pt x="921043" y="875276"/>
                  </a:lnTo>
                  <a:lnTo>
                    <a:pt x="917963" y="878137"/>
                  </a:lnTo>
                  <a:lnTo>
                    <a:pt x="914778" y="880997"/>
                  </a:lnTo>
                  <a:lnTo>
                    <a:pt x="911422" y="883857"/>
                  </a:lnTo>
                  <a:lnTo>
                    <a:pt x="907929" y="886718"/>
                  </a:lnTo>
                  <a:lnTo>
                    <a:pt x="904332" y="889578"/>
                  </a:lnTo>
                  <a:lnTo>
                    <a:pt x="900578" y="892439"/>
                  </a:lnTo>
                  <a:lnTo>
                    <a:pt x="896682" y="895299"/>
                  </a:lnTo>
                  <a:lnTo>
                    <a:pt x="892685" y="898159"/>
                  </a:lnTo>
                  <a:lnTo>
                    <a:pt x="888548" y="901020"/>
                  </a:lnTo>
                  <a:lnTo>
                    <a:pt x="884268" y="903880"/>
                  </a:lnTo>
                  <a:lnTo>
                    <a:pt x="879893" y="906741"/>
                  </a:lnTo>
                  <a:lnTo>
                    <a:pt x="875397" y="909601"/>
                  </a:lnTo>
                  <a:lnTo>
                    <a:pt x="870761" y="912461"/>
                  </a:lnTo>
                  <a:lnTo>
                    <a:pt x="866041" y="915322"/>
                  </a:lnTo>
                  <a:lnTo>
                    <a:pt x="861220" y="918182"/>
                  </a:lnTo>
                  <a:lnTo>
                    <a:pt x="856270" y="921042"/>
                  </a:lnTo>
                  <a:lnTo>
                    <a:pt x="851247" y="923903"/>
                  </a:lnTo>
                  <a:lnTo>
                    <a:pt x="846147" y="926763"/>
                  </a:lnTo>
                  <a:lnTo>
                    <a:pt x="840934" y="929624"/>
                  </a:lnTo>
                  <a:lnTo>
                    <a:pt x="835665" y="932484"/>
                  </a:lnTo>
                  <a:lnTo>
                    <a:pt x="830339" y="935344"/>
                  </a:lnTo>
                  <a:lnTo>
                    <a:pt x="824927" y="938205"/>
                  </a:lnTo>
                  <a:lnTo>
                    <a:pt x="819478" y="941065"/>
                  </a:lnTo>
                  <a:lnTo>
                    <a:pt x="813993" y="943925"/>
                  </a:lnTo>
                  <a:lnTo>
                    <a:pt x="808459" y="946786"/>
                  </a:lnTo>
                  <a:lnTo>
                    <a:pt x="802907" y="949646"/>
                  </a:lnTo>
                  <a:lnTo>
                    <a:pt x="797341" y="952507"/>
                  </a:lnTo>
                  <a:lnTo>
                    <a:pt x="791767" y="955367"/>
                  </a:lnTo>
                  <a:lnTo>
                    <a:pt x="786200" y="958227"/>
                  </a:lnTo>
                  <a:lnTo>
                    <a:pt x="780644" y="961088"/>
                  </a:lnTo>
                  <a:lnTo>
                    <a:pt x="775119" y="963948"/>
                  </a:lnTo>
                  <a:lnTo>
                    <a:pt x="769635" y="966809"/>
                  </a:lnTo>
                  <a:lnTo>
                    <a:pt x="764187" y="969669"/>
                  </a:lnTo>
                  <a:lnTo>
                    <a:pt x="758807" y="972529"/>
                  </a:lnTo>
                  <a:lnTo>
                    <a:pt x="753508" y="975390"/>
                  </a:lnTo>
                  <a:lnTo>
                    <a:pt x="748273" y="978250"/>
                  </a:lnTo>
                  <a:lnTo>
                    <a:pt x="743142" y="981110"/>
                  </a:lnTo>
                  <a:lnTo>
                    <a:pt x="738136" y="983971"/>
                  </a:lnTo>
                  <a:lnTo>
                    <a:pt x="733224" y="986831"/>
                  </a:lnTo>
                  <a:lnTo>
                    <a:pt x="728445" y="989692"/>
                  </a:lnTo>
                  <a:lnTo>
                    <a:pt x="723843" y="992552"/>
                  </a:lnTo>
                  <a:lnTo>
                    <a:pt x="719364" y="995412"/>
                  </a:lnTo>
                  <a:lnTo>
                    <a:pt x="715044" y="998273"/>
                  </a:lnTo>
                  <a:lnTo>
                    <a:pt x="710957" y="1001133"/>
                  </a:lnTo>
                  <a:lnTo>
                    <a:pt x="707021" y="1003994"/>
                  </a:lnTo>
                  <a:lnTo>
                    <a:pt x="703262" y="1006854"/>
                  </a:lnTo>
                  <a:lnTo>
                    <a:pt x="699796" y="1009714"/>
                  </a:lnTo>
                  <a:lnTo>
                    <a:pt x="696509" y="1012575"/>
                  </a:lnTo>
                  <a:lnTo>
                    <a:pt x="693409" y="1015435"/>
                  </a:lnTo>
                  <a:lnTo>
                    <a:pt x="690665" y="1018295"/>
                  </a:lnTo>
                  <a:lnTo>
                    <a:pt x="688122" y="1021156"/>
                  </a:lnTo>
                  <a:lnTo>
                    <a:pt x="685783" y="1024016"/>
                  </a:lnTo>
                  <a:lnTo>
                    <a:pt x="683838" y="1026877"/>
                  </a:lnTo>
                  <a:lnTo>
                    <a:pt x="682126" y="1029737"/>
                  </a:lnTo>
                  <a:lnTo>
                    <a:pt x="680639" y="1032597"/>
                  </a:lnTo>
                  <a:lnTo>
                    <a:pt x="679555" y="1035458"/>
                  </a:lnTo>
                  <a:lnTo>
                    <a:pt x="678745" y="1038318"/>
                  </a:lnTo>
                  <a:lnTo>
                    <a:pt x="678174" y="1041178"/>
                  </a:lnTo>
                  <a:lnTo>
                    <a:pt x="678007" y="1044039"/>
                  </a:lnTo>
                  <a:lnTo>
                    <a:pt x="678149" y="1046899"/>
                  </a:lnTo>
                  <a:lnTo>
                    <a:pt x="678540" y="1049760"/>
                  </a:lnTo>
                  <a:lnTo>
                    <a:pt x="679324" y="1052620"/>
                  </a:lnTo>
                  <a:lnTo>
                    <a:pt x="680447" y="1055480"/>
                  </a:lnTo>
                  <a:lnTo>
                    <a:pt x="681823" y="1058341"/>
                  </a:lnTo>
                  <a:lnTo>
                    <a:pt x="683570" y="1061201"/>
                  </a:lnTo>
                  <a:lnTo>
                    <a:pt x="685677" y="1064062"/>
                  </a:lnTo>
                  <a:lnTo>
                    <a:pt x="688034" y="1066922"/>
                  </a:lnTo>
                  <a:lnTo>
                    <a:pt x="690729" y="1069782"/>
                  </a:lnTo>
                  <a:lnTo>
                    <a:pt x="693796" y="1072643"/>
                  </a:lnTo>
                  <a:lnTo>
                    <a:pt x="697101" y="1075503"/>
                  </a:lnTo>
                  <a:lnTo>
                    <a:pt x="700703" y="1078363"/>
                  </a:lnTo>
                  <a:lnTo>
                    <a:pt x="704675" y="1081224"/>
                  </a:lnTo>
                  <a:lnTo>
                    <a:pt x="708864" y="1084084"/>
                  </a:lnTo>
                  <a:lnTo>
                    <a:pt x="713304" y="1086945"/>
                  </a:lnTo>
                  <a:lnTo>
                    <a:pt x="718094" y="1089805"/>
                  </a:lnTo>
                  <a:lnTo>
                    <a:pt x="723074" y="1092665"/>
                  </a:lnTo>
                  <a:lnTo>
                    <a:pt x="728254" y="1095526"/>
                  </a:lnTo>
                  <a:lnTo>
                    <a:pt x="733747" y="1098386"/>
                  </a:lnTo>
                  <a:lnTo>
                    <a:pt x="739393" y="1101246"/>
                  </a:lnTo>
                  <a:lnTo>
                    <a:pt x="745191" y="1104107"/>
                  </a:lnTo>
                  <a:lnTo>
                    <a:pt x="751237" y="1106967"/>
                  </a:lnTo>
                  <a:lnTo>
                    <a:pt x="757397" y="1109828"/>
                  </a:lnTo>
                  <a:lnTo>
                    <a:pt x="763666" y="1112688"/>
                  </a:lnTo>
                  <a:lnTo>
                    <a:pt x="770092" y="1115548"/>
                  </a:lnTo>
                  <a:lnTo>
                    <a:pt x="776590" y="1118409"/>
                  </a:lnTo>
                  <a:lnTo>
                    <a:pt x="783146" y="1121269"/>
                  </a:lnTo>
                  <a:lnTo>
                    <a:pt x="789769" y="1124130"/>
                  </a:lnTo>
                  <a:lnTo>
                    <a:pt x="796408" y="1126990"/>
                  </a:lnTo>
                  <a:lnTo>
                    <a:pt x="803052" y="1129850"/>
                  </a:lnTo>
                  <a:lnTo>
                    <a:pt x="809675" y="1132711"/>
                  </a:lnTo>
                  <a:lnTo>
                    <a:pt x="816245" y="1135571"/>
                  </a:lnTo>
                  <a:lnTo>
                    <a:pt x="822764" y="1138431"/>
                  </a:lnTo>
                  <a:lnTo>
                    <a:pt x="829183" y="1141292"/>
                  </a:lnTo>
                  <a:lnTo>
                    <a:pt x="835468" y="1144152"/>
                  </a:lnTo>
                  <a:lnTo>
                    <a:pt x="841645" y="1147013"/>
                  </a:lnTo>
                  <a:lnTo>
                    <a:pt x="847654" y="1149873"/>
                  </a:lnTo>
                  <a:lnTo>
                    <a:pt x="853439" y="1152733"/>
                  </a:lnTo>
                  <a:lnTo>
                    <a:pt x="859062" y="1155594"/>
                  </a:lnTo>
                  <a:lnTo>
                    <a:pt x="864461" y="1158454"/>
                  </a:lnTo>
                  <a:lnTo>
                    <a:pt x="869543" y="1161315"/>
                  </a:lnTo>
                  <a:lnTo>
                    <a:pt x="874411" y="1164175"/>
                  </a:lnTo>
                  <a:lnTo>
                    <a:pt x="879015" y="1167035"/>
                  </a:lnTo>
                  <a:lnTo>
                    <a:pt x="883207" y="1169896"/>
                  </a:lnTo>
                  <a:lnTo>
                    <a:pt x="887140" y="1172756"/>
                  </a:lnTo>
                  <a:lnTo>
                    <a:pt x="890786" y="1175616"/>
                  </a:lnTo>
                  <a:lnTo>
                    <a:pt x="893927" y="1178477"/>
                  </a:lnTo>
                  <a:lnTo>
                    <a:pt x="896774" y="1181337"/>
                  </a:lnTo>
                  <a:lnTo>
                    <a:pt x="899324" y="1184198"/>
                  </a:lnTo>
                  <a:lnTo>
                    <a:pt x="901287" y="1187058"/>
                  </a:lnTo>
                  <a:lnTo>
                    <a:pt x="902930" y="1189918"/>
                  </a:lnTo>
                  <a:lnTo>
                    <a:pt x="904252" y="1192779"/>
                  </a:lnTo>
                  <a:lnTo>
                    <a:pt x="904978" y="1195639"/>
                  </a:lnTo>
                  <a:lnTo>
                    <a:pt x="905338" y="1198499"/>
                  </a:lnTo>
                  <a:lnTo>
                    <a:pt x="905363" y="1201360"/>
                  </a:lnTo>
                  <a:lnTo>
                    <a:pt x="905315" y="1201606"/>
                  </a:lnTo>
                  <a:lnTo>
                    <a:pt x="904808" y="1204220"/>
                  </a:lnTo>
                  <a:lnTo>
                    <a:pt x="903850" y="1207081"/>
                  </a:lnTo>
                  <a:lnTo>
                    <a:pt x="902553" y="1209941"/>
                  </a:lnTo>
                  <a:lnTo>
                    <a:pt x="900711" y="1212801"/>
                  </a:lnTo>
                  <a:lnTo>
                    <a:pt x="898440" y="1215662"/>
                  </a:lnTo>
                  <a:lnTo>
                    <a:pt x="895840" y="1218522"/>
                  </a:lnTo>
                  <a:lnTo>
                    <a:pt x="892745" y="1221383"/>
                  </a:lnTo>
                  <a:lnTo>
                    <a:pt x="889212" y="1224243"/>
                  </a:lnTo>
                  <a:lnTo>
                    <a:pt x="885367" y="1227103"/>
                  </a:lnTo>
                  <a:lnTo>
                    <a:pt x="881091" y="1229964"/>
                  </a:lnTo>
                  <a:lnTo>
                    <a:pt x="876383" y="1232824"/>
                  </a:lnTo>
                  <a:lnTo>
                    <a:pt x="871393" y="1235684"/>
                  </a:lnTo>
                  <a:lnTo>
                    <a:pt x="866040" y="1238545"/>
                  </a:lnTo>
                  <a:lnTo>
                    <a:pt x="860279" y="1241405"/>
                  </a:lnTo>
                  <a:lnTo>
                    <a:pt x="854274" y="1244266"/>
                  </a:lnTo>
                  <a:lnTo>
                    <a:pt x="847977" y="1247126"/>
                  </a:lnTo>
                  <a:lnTo>
                    <a:pt x="841314" y="1249986"/>
                  </a:lnTo>
                  <a:lnTo>
                    <a:pt x="834451" y="1252847"/>
                  </a:lnTo>
                  <a:lnTo>
                    <a:pt x="827365" y="1255707"/>
                  </a:lnTo>
                  <a:lnTo>
                    <a:pt x="819971" y="1258567"/>
                  </a:lnTo>
                  <a:lnTo>
                    <a:pt x="812423" y="1261428"/>
                  </a:lnTo>
                  <a:lnTo>
                    <a:pt x="804719" y="1264288"/>
                  </a:lnTo>
                  <a:lnTo>
                    <a:pt x="796776" y="1267149"/>
                  </a:lnTo>
                  <a:lnTo>
                    <a:pt x="788729" y="1270009"/>
                  </a:lnTo>
                  <a:lnTo>
                    <a:pt x="780579" y="1272869"/>
                  </a:lnTo>
                  <a:lnTo>
                    <a:pt x="772282" y="1275730"/>
                  </a:lnTo>
                  <a:lnTo>
                    <a:pt x="763923" y="1278590"/>
                  </a:lnTo>
                  <a:lnTo>
                    <a:pt x="755510" y="1281451"/>
                  </a:lnTo>
                  <a:lnTo>
                    <a:pt x="747037" y="1284311"/>
                  </a:lnTo>
                  <a:lnTo>
                    <a:pt x="738548" y="1287171"/>
                  </a:lnTo>
                  <a:lnTo>
                    <a:pt x="730052" y="1290032"/>
                  </a:lnTo>
                  <a:lnTo>
                    <a:pt x="721570" y="1292892"/>
                  </a:lnTo>
                  <a:lnTo>
                    <a:pt x="713123" y="1295752"/>
                  </a:lnTo>
                  <a:lnTo>
                    <a:pt x="704710" y="1298613"/>
                  </a:lnTo>
                  <a:lnTo>
                    <a:pt x="696371" y="1301473"/>
                  </a:lnTo>
                  <a:lnTo>
                    <a:pt x="688118" y="1304334"/>
                  </a:lnTo>
                  <a:lnTo>
                    <a:pt x="679938" y="1307194"/>
                  </a:lnTo>
                  <a:lnTo>
                    <a:pt x="671873" y="1310054"/>
                  </a:lnTo>
                  <a:lnTo>
                    <a:pt x="663948" y="1312915"/>
                  </a:lnTo>
                  <a:lnTo>
                    <a:pt x="656125" y="1315775"/>
                  </a:lnTo>
                  <a:lnTo>
                    <a:pt x="648448" y="1318636"/>
                  </a:lnTo>
                  <a:lnTo>
                    <a:pt x="640957" y="1321496"/>
                  </a:lnTo>
                  <a:lnTo>
                    <a:pt x="633593" y="1324356"/>
                  </a:lnTo>
                  <a:lnTo>
                    <a:pt x="626392" y="1327217"/>
                  </a:lnTo>
                  <a:lnTo>
                    <a:pt x="619419" y="1330077"/>
                  </a:lnTo>
                  <a:lnTo>
                    <a:pt x="612590" y="1332937"/>
                  </a:lnTo>
                  <a:lnTo>
                    <a:pt x="605930" y="1335798"/>
                  </a:lnTo>
                  <a:lnTo>
                    <a:pt x="599533" y="1338658"/>
                  </a:lnTo>
                  <a:lnTo>
                    <a:pt x="593290" y="1341519"/>
                  </a:lnTo>
                  <a:lnTo>
                    <a:pt x="587212" y="1344379"/>
                  </a:lnTo>
                  <a:lnTo>
                    <a:pt x="581425" y="1347239"/>
                  </a:lnTo>
                  <a:lnTo>
                    <a:pt x="575797" y="1350100"/>
                  </a:lnTo>
                  <a:lnTo>
                    <a:pt x="570328" y="1352960"/>
                  </a:lnTo>
                  <a:lnTo>
                    <a:pt x="565157" y="1355820"/>
                  </a:lnTo>
                  <a:lnTo>
                    <a:pt x="560150" y="1358681"/>
                  </a:lnTo>
                  <a:lnTo>
                    <a:pt x="555302" y="1361541"/>
                  </a:lnTo>
                  <a:lnTo>
                    <a:pt x="550731" y="1364402"/>
                  </a:lnTo>
                  <a:lnTo>
                    <a:pt x="546335" y="1367262"/>
                  </a:lnTo>
                  <a:lnTo>
                    <a:pt x="542092" y="1370122"/>
                  </a:lnTo>
                  <a:lnTo>
                    <a:pt x="538101" y="1372983"/>
                  </a:lnTo>
                  <a:lnTo>
                    <a:pt x="534289" y="1375843"/>
                  </a:lnTo>
                  <a:lnTo>
                    <a:pt x="530623" y="1378704"/>
                  </a:lnTo>
                  <a:lnTo>
                    <a:pt x="527179" y="1381564"/>
                  </a:lnTo>
                  <a:lnTo>
                    <a:pt x="523915" y="1384424"/>
                  </a:lnTo>
                  <a:lnTo>
                    <a:pt x="520786" y="1387285"/>
                  </a:lnTo>
                  <a:lnTo>
                    <a:pt x="517848" y="1390145"/>
                  </a:lnTo>
                  <a:lnTo>
                    <a:pt x="515088" y="1393005"/>
                  </a:lnTo>
                  <a:lnTo>
                    <a:pt x="512449" y="1395866"/>
                  </a:lnTo>
                  <a:lnTo>
                    <a:pt x="509972" y="1398726"/>
                  </a:lnTo>
                  <a:lnTo>
                    <a:pt x="507666" y="1401587"/>
                  </a:lnTo>
                  <a:lnTo>
                    <a:pt x="505467" y="1404447"/>
                  </a:lnTo>
                  <a:lnTo>
                    <a:pt x="503402" y="1407307"/>
                  </a:lnTo>
                  <a:lnTo>
                    <a:pt x="501497" y="1410168"/>
                  </a:lnTo>
                  <a:lnTo>
                    <a:pt x="499687" y="1413028"/>
                  </a:lnTo>
                  <a:lnTo>
                    <a:pt x="497985" y="1415888"/>
                  </a:lnTo>
                  <a:lnTo>
                    <a:pt x="496430" y="1418749"/>
                  </a:lnTo>
                  <a:lnTo>
                    <a:pt x="494956" y="1421609"/>
                  </a:lnTo>
                  <a:lnTo>
                    <a:pt x="493568" y="1424470"/>
                  </a:lnTo>
                  <a:lnTo>
                    <a:pt x="492314" y="1427330"/>
                  </a:lnTo>
                  <a:lnTo>
                    <a:pt x="491128" y="1430190"/>
                  </a:lnTo>
                  <a:lnTo>
                    <a:pt x="490010" y="1433051"/>
                  </a:lnTo>
                  <a:lnTo>
                    <a:pt x="489009" y="1435911"/>
                  </a:lnTo>
                  <a:lnTo>
                    <a:pt x="488066" y="1438772"/>
                  </a:lnTo>
                  <a:lnTo>
                    <a:pt x="487178" y="1441632"/>
                  </a:lnTo>
                  <a:lnTo>
                    <a:pt x="486384" y="1444492"/>
                  </a:lnTo>
                  <a:lnTo>
                    <a:pt x="485642" y="1447353"/>
                  </a:lnTo>
                  <a:lnTo>
                    <a:pt x="484946" y="1450213"/>
                  </a:lnTo>
                  <a:lnTo>
                    <a:pt x="484323" y="1453073"/>
                  </a:lnTo>
                  <a:lnTo>
                    <a:pt x="483746" y="1455934"/>
                  </a:lnTo>
                  <a:lnTo>
                    <a:pt x="483206" y="1458794"/>
                  </a:lnTo>
                  <a:lnTo>
                    <a:pt x="482722" y="1461655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586475" y="2597467"/>
              <a:ext cx="0" cy="861186"/>
            </a:xfrm>
            <a:custGeom>
              <a:avLst/>
              <a:pathLst>
                <a:path w="0" h="861186">
                  <a:moveTo>
                    <a:pt x="0" y="86118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586475" y="407776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506808" y="3458654"/>
              <a:ext cx="159333" cy="619106"/>
            </a:xfrm>
            <a:custGeom>
              <a:avLst/>
              <a:pathLst>
                <a:path w="159333" h="619106">
                  <a:moveTo>
                    <a:pt x="0" y="0"/>
                  </a:moveTo>
                  <a:lnTo>
                    <a:pt x="0" y="619106"/>
                  </a:lnTo>
                  <a:lnTo>
                    <a:pt x="159333" y="619106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506808" y="4077760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48700" y="2718456"/>
              <a:ext cx="0" cy="752579"/>
            </a:xfrm>
            <a:custGeom>
              <a:avLst/>
              <a:pathLst>
                <a:path w="0" h="752579">
                  <a:moveTo>
                    <a:pt x="0" y="75257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48700" y="407776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2569033" y="3471036"/>
              <a:ext cx="159333" cy="606723"/>
            </a:xfrm>
            <a:custGeom>
              <a:avLst/>
              <a:pathLst>
                <a:path w="159333" h="606723">
                  <a:moveTo>
                    <a:pt x="0" y="0"/>
                  </a:moveTo>
                  <a:lnTo>
                    <a:pt x="0" y="606723"/>
                  </a:lnTo>
                  <a:lnTo>
                    <a:pt x="159333" y="606723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69033" y="3671459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10925" y="2888407"/>
              <a:ext cx="0" cy="568701"/>
            </a:xfrm>
            <a:custGeom>
              <a:avLst/>
              <a:pathLst>
                <a:path w="0" h="568701">
                  <a:moveTo>
                    <a:pt x="0" y="56870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10925" y="407776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3631258" y="3457108"/>
              <a:ext cx="159333" cy="620651"/>
            </a:xfrm>
            <a:custGeom>
              <a:avLst/>
              <a:pathLst>
                <a:path w="159333" h="620651">
                  <a:moveTo>
                    <a:pt x="0" y="0"/>
                  </a:moveTo>
                  <a:lnTo>
                    <a:pt x="0" y="620651"/>
                  </a:lnTo>
                  <a:lnTo>
                    <a:pt x="159333" y="620651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631258" y="3643432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773149" y="3136202"/>
              <a:ext cx="0" cy="387388"/>
            </a:xfrm>
            <a:custGeom>
              <a:avLst/>
              <a:pathLst>
                <a:path w="0" h="387388">
                  <a:moveTo>
                    <a:pt x="0" y="38738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773149" y="407776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4693482" y="3523590"/>
              <a:ext cx="159333" cy="554169"/>
            </a:xfrm>
            <a:custGeom>
              <a:avLst/>
              <a:pathLst>
                <a:path w="159333" h="554169">
                  <a:moveTo>
                    <a:pt x="0" y="0"/>
                  </a:moveTo>
                  <a:lnTo>
                    <a:pt x="0" y="554169"/>
                  </a:lnTo>
                  <a:lnTo>
                    <a:pt x="159333" y="554169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693482" y="3705223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1553074" y="3729398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2615299" y="3688188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677523" y="3642112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739748" y="3692051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4217440" y="1852795"/>
              <a:ext cx="4919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38" name="pl38"/>
            <p:cNvSpPr/>
            <p:nvPr/>
          </p:nvSpPr>
          <p:spPr>
            <a:xfrm>
              <a:off x="3710925" y="1980509"/>
              <a:ext cx="0" cy="33556"/>
            </a:xfrm>
            <a:custGeom>
              <a:avLst/>
              <a:pathLst>
                <a:path w="0" h="33556">
                  <a:moveTo>
                    <a:pt x="0" y="3355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710925" y="1980509"/>
              <a:ext cx="1062224" cy="0"/>
            </a:xfrm>
            <a:custGeom>
              <a:avLst/>
              <a:pathLst>
                <a:path w="1062224" h="0">
                  <a:moveTo>
                    <a:pt x="0" y="0"/>
                  </a:moveTo>
                  <a:lnTo>
                    <a:pt x="1062224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4773149" y="1980509"/>
              <a:ext cx="0" cy="33556"/>
            </a:xfrm>
            <a:custGeom>
              <a:avLst/>
              <a:pathLst>
                <a:path w="0" h="33556">
                  <a:moveTo>
                    <a:pt x="0" y="0"/>
                  </a:moveTo>
                  <a:lnTo>
                    <a:pt x="0" y="33556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3081423" y="2020575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42" name="pl42"/>
            <p:cNvSpPr/>
            <p:nvPr/>
          </p:nvSpPr>
          <p:spPr>
            <a:xfrm>
              <a:off x="3710925" y="2148289"/>
              <a:ext cx="0" cy="33556"/>
            </a:xfrm>
            <a:custGeom>
              <a:avLst/>
              <a:pathLst>
                <a:path w="0" h="33556">
                  <a:moveTo>
                    <a:pt x="0" y="3355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48700" y="2148289"/>
              <a:ext cx="1062224" cy="0"/>
            </a:xfrm>
            <a:custGeom>
              <a:avLst/>
              <a:pathLst>
                <a:path w="1062224" h="0">
                  <a:moveTo>
                    <a:pt x="106222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48700" y="2148289"/>
              <a:ext cx="0" cy="33556"/>
            </a:xfrm>
            <a:custGeom>
              <a:avLst/>
              <a:pathLst>
                <a:path w="0" h="33556">
                  <a:moveTo>
                    <a:pt x="0" y="0"/>
                  </a:moveTo>
                  <a:lnTo>
                    <a:pt x="0" y="33556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3693368" y="1349455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46" name="pl46"/>
            <p:cNvSpPr/>
            <p:nvPr/>
          </p:nvSpPr>
          <p:spPr>
            <a:xfrm>
              <a:off x="4773149" y="1477169"/>
              <a:ext cx="0" cy="33556"/>
            </a:xfrm>
            <a:custGeom>
              <a:avLst/>
              <a:pathLst>
                <a:path w="0" h="33556">
                  <a:moveTo>
                    <a:pt x="0" y="3355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48700" y="1477169"/>
              <a:ext cx="2124449" cy="0"/>
            </a:xfrm>
            <a:custGeom>
              <a:avLst/>
              <a:pathLst>
                <a:path w="2124449" h="0">
                  <a:moveTo>
                    <a:pt x="2124449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48700" y="1477169"/>
              <a:ext cx="0" cy="33556"/>
            </a:xfrm>
            <a:custGeom>
              <a:avLst/>
              <a:pathLst>
                <a:path w="0" h="33556">
                  <a:moveTo>
                    <a:pt x="0" y="0"/>
                  </a:moveTo>
                  <a:lnTo>
                    <a:pt x="0" y="33556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2550310" y="1685015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50" name="pl50"/>
            <p:cNvSpPr/>
            <p:nvPr/>
          </p:nvSpPr>
          <p:spPr>
            <a:xfrm>
              <a:off x="3710925" y="1812729"/>
              <a:ext cx="0" cy="33556"/>
            </a:xfrm>
            <a:custGeom>
              <a:avLst/>
              <a:pathLst>
                <a:path w="0" h="33556">
                  <a:moveTo>
                    <a:pt x="0" y="3355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586475" y="1812729"/>
              <a:ext cx="2124449" cy="0"/>
            </a:xfrm>
            <a:custGeom>
              <a:avLst/>
              <a:pathLst>
                <a:path w="2124449" h="0">
                  <a:moveTo>
                    <a:pt x="2124449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586475" y="1812729"/>
              <a:ext cx="0" cy="33556"/>
            </a:xfrm>
            <a:custGeom>
              <a:avLst/>
              <a:pathLst>
                <a:path w="0" h="33556">
                  <a:moveTo>
                    <a:pt x="0" y="0"/>
                  </a:moveTo>
                  <a:lnTo>
                    <a:pt x="0" y="33556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3162256" y="1517235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54" name="pl54"/>
            <p:cNvSpPr/>
            <p:nvPr/>
          </p:nvSpPr>
          <p:spPr>
            <a:xfrm>
              <a:off x="4773149" y="1644949"/>
              <a:ext cx="0" cy="33556"/>
            </a:xfrm>
            <a:custGeom>
              <a:avLst/>
              <a:pathLst>
                <a:path w="0" h="33556">
                  <a:moveTo>
                    <a:pt x="0" y="3355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1586475" y="1644949"/>
              <a:ext cx="3186674" cy="0"/>
            </a:xfrm>
            <a:custGeom>
              <a:avLst/>
              <a:pathLst>
                <a:path w="3186674" h="0">
                  <a:moveTo>
                    <a:pt x="318667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1586475" y="1644949"/>
              <a:ext cx="0" cy="33556"/>
            </a:xfrm>
            <a:custGeom>
              <a:avLst/>
              <a:pathLst>
                <a:path w="0" h="33556">
                  <a:moveTo>
                    <a:pt x="0" y="0"/>
                  </a:moveTo>
                  <a:lnTo>
                    <a:pt x="0" y="33556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tx57"/>
            <p:cNvSpPr/>
            <p:nvPr/>
          </p:nvSpPr>
          <p:spPr>
            <a:xfrm>
              <a:off x="2019198" y="2188355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2648700" y="2316069"/>
              <a:ext cx="0" cy="33556"/>
            </a:xfrm>
            <a:custGeom>
              <a:avLst/>
              <a:pathLst>
                <a:path w="0" h="33556">
                  <a:moveTo>
                    <a:pt x="0" y="3355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586475" y="2316069"/>
              <a:ext cx="1062224" cy="0"/>
            </a:xfrm>
            <a:custGeom>
              <a:avLst/>
              <a:pathLst>
                <a:path w="1062224" h="0">
                  <a:moveTo>
                    <a:pt x="106222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586475" y="2316069"/>
              <a:ext cx="0" cy="33556"/>
            </a:xfrm>
            <a:custGeom>
              <a:avLst/>
              <a:pathLst>
                <a:path w="0" h="33556">
                  <a:moveTo>
                    <a:pt x="0" y="0"/>
                  </a:moveTo>
                  <a:lnTo>
                    <a:pt x="0" y="33556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949140" y="762009"/>
              <a:ext cx="4461343" cy="3718831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724052" y="4023170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24052" y="2857431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24052" y="1691693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5" name="pl65"/>
            <p:cNvSpPr/>
            <p:nvPr/>
          </p:nvSpPr>
          <p:spPr>
            <a:xfrm>
              <a:off x="877140" y="4077760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877140" y="2912021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877140" y="1746283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1586475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648700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710925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773149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1489046" y="46211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2555477" y="4621164"/>
              <a:ext cx="18644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605037" y="4621164"/>
              <a:ext cx="21177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675720" y="46211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950389" y="4800305"/>
              <a:ext cx="45884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77" name="tx77"/>
            <p:cNvSpPr/>
            <p:nvPr/>
          </p:nvSpPr>
          <p:spPr>
            <a:xfrm rot="-5400000">
              <a:off x="-117526" y="2562309"/>
              <a:ext cx="141951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Expression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323431" y="533115"/>
              <a:ext cx="1712762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— Fibroblasts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2026-05-26T22:09:11Z</dcterms:modified>
  <cp:category/>
</cp:coreProperties>
</file>