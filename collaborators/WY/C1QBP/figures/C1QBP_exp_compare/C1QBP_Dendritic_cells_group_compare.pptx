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457200"/>
            <a:ext cx="5029200" cy="4572000"/>
            <a:chOff x="457200" y="457200"/>
            <a:chExt cx="5029200" cy="4572000"/>
          </a:xfrm>
        </p:grpSpPr>
        <p:sp>
          <p:nvSpPr>
            <p:cNvPr id="3" name="rc3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9140" y="3877415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9140" y="3221017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9140" y="2564620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9140" y="1908222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9140" y="1251825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58647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48700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1092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73149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1108474" y="1979416"/>
              <a:ext cx="956002" cy="2358392"/>
            </a:xfrm>
            <a:custGeom>
              <a:avLst/>
              <a:pathLst>
                <a:path w="956002" h="2358392">
                  <a:moveTo>
                    <a:pt x="472801" y="2358392"/>
                  </a:moveTo>
                  <a:lnTo>
                    <a:pt x="472319" y="2353777"/>
                  </a:lnTo>
                  <a:lnTo>
                    <a:pt x="471789" y="2349162"/>
                  </a:lnTo>
                  <a:lnTo>
                    <a:pt x="471213" y="2344546"/>
                  </a:lnTo>
                  <a:lnTo>
                    <a:pt x="470605" y="2339931"/>
                  </a:lnTo>
                  <a:lnTo>
                    <a:pt x="469935" y="2335316"/>
                  </a:lnTo>
                  <a:lnTo>
                    <a:pt x="469213" y="2330701"/>
                  </a:lnTo>
                  <a:lnTo>
                    <a:pt x="468452" y="2326085"/>
                  </a:lnTo>
                  <a:lnTo>
                    <a:pt x="467613" y="2321470"/>
                  </a:lnTo>
                  <a:lnTo>
                    <a:pt x="466716" y="2316855"/>
                  </a:lnTo>
                  <a:lnTo>
                    <a:pt x="465772" y="2312240"/>
                  </a:lnTo>
                  <a:lnTo>
                    <a:pt x="464731" y="2307624"/>
                  </a:lnTo>
                  <a:lnTo>
                    <a:pt x="463627" y="2303009"/>
                  </a:lnTo>
                  <a:lnTo>
                    <a:pt x="462467" y="2298394"/>
                  </a:lnTo>
                  <a:lnTo>
                    <a:pt x="461187" y="2293779"/>
                  </a:lnTo>
                  <a:lnTo>
                    <a:pt x="459840" y="2289163"/>
                  </a:lnTo>
                  <a:lnTo>
                    <a:pt x="458426" y="2284548"/>
                  </a:lnTo>
                  <a:lnTo>
                    <a:pt x="456871" y="2279933"/>
                  </a:lnTo>
                  <a:lnTo>
                    <a:pt x="455241" y="2275318"/>
                  </a:lnTo>
                  <a:lnTo>
                    <a:pt x="453529" y="2270702"/>
                  </a:lnTo>
                  <a:lnTo>
                    <a:pt x="451661" y="2266087"/>
                  </a:lnTo>
                  <a:lnTo>
                    <a:pt x="449708" y="2261472"/>
                  </a:lnTo>
                  <a:lnTo>
                    <a:pt x="447655" y="2256857"/>
                  </a:lnTo>
                  <a:lnTo>
                    <a:pt x="445433" y="2252241"/>
                  </a:lnTo>
                  <a:lnTo>
                    <a:pt x="443116" y="2247626"/>
                  </a:lnTo>
                  <a:lnTo>
                    <a:pt x="440678" y="2243011"/>
                  </a:lnTo>
                  <a:lnTo>
                    <a:pt x="438059" y="2238396"/>
                  </a:lnTo>
                  <a:lnTo>
                    <a:pt x="435336" y="2233780"/>
                  </a:lnTo>
                  <a:lnTo>
                    <a:pt x="432469" y="2229165"/>
                  </a:lnTo>
                  <a:lnTo>
                    <a:pt x="429412" y="2224550"/>
                  </a:lnTo>
                  <a:lnTo>
                    <a:pt x="426242" y="2219935"/>
                  </a:lnTo>
                  <a:lnTo>
                    <a:pt x="422905" y="2215319"/>
                  </a:lnTo>
                  <a:lnTo>
                    <a:pt x="419373" y="2210704"/>
                  </a:lnTo>
                  <a:lnTo>
                    <a:pt x="415718" y="2206089"/>
                  </a:lnTo>
                  <a:lnTo>
                    <a:pt x="411874" y="2201474"/>
                  </a:lnTo>
                  <a:lnTo>
                    <a:pt x="407832" y="2196858"/>
                  </a:lnTo>
                  <a:lnTo>
                    <a:pt x="403661" y="2192243"/>
                  </a:lnTo>
                  <a:lnTo>
                    <a:pt x="399277" y="2187628"/>
                  </a:lnTo>
                  <a:lnTo>
                    <a:pt x="394699" y="2183013"/>
                  </a:lnTo>
                  <a:lnTo>
                    <a:pt x="389986" y="2178397"/>
                  </a:lnTo>
                  <a:lnTo>
                    <a:pt x="385041" y="2173782"/>
                  </a:lnTo>
                  <a:lnTo>
                    <a:pt x="379908" y="2169167"/>
                  </a:lnTo>
                  <a:lnTo>
                    <a:pt x="374638" y="2164552"/>
                  </a:lnTo>
                  <a:lnTo>
                    <a:pt x="369121" y="2159936"/>
                  </a:lnTo>
                  <a:lnTo>
                    <a:pt x="363426" y="2155321"/>
                  </a:lnTo>
                  <a:lnTo>
                    <a:pt x="357594" y="2150706"/>
                  </a:lnTo>
                  <a:lnTo>
                    <a:pt x="351506" y="2146091"/>
                  </a:lnTo>
                  <a:lnTo>
                    <a:pt x="345255" y="2141475"/>
                  </a:lnTo>
                  <a:lnTo>
                    <a:pt x="338871" y="2136860"/>
                  </a:lnTo>
                  <a:lnTo>
                    <a:pt x="332230" y="2132245"/>
                  </a:lnTo>
                  <a:lnTo>
                    <a:pt x="325445" y="2127630"/>
                  </a:lnTo>
                  <a:lnTo>
                    <a:pt x="318535" y="2123014"/>
                  </a:lnTo>
                  <a:lnTo>
                    <a:pt x="311374" y="2118399"/>
                  </a:lnTo>
                  <a:lnTo>
                    <a:pt x="304094" y="2113784"/>
                  </a:lnTo>
                  <a:lnTo>
                    <a:pt x="296693" y="2109169"/>
                  </a:lnTo>
                  <a:lnTo>
                    <a:pt x="289073" y="2104553"/>
                  </a:lnTo>
                  <a:lnTo>
                    <a:pt x="281353" y="2099938"/>
                  </a:lnTo>
                  <a:lnTo>
                    <a:pt x="273521" y="2095323"/>
                  </a:lnTo>
                  <a:lnTo>
                    <a:pt x="265515" y="2090708"/>
                  </a:lnTo>
                  <a:lnTo>
                    <a:pt x="257429" y="2086092"/>
                  </a:lnTo>
                  <a:lnTo>
                    <a:pt x="249248" y="2081477"/>
                  </a:lnTo>
                  <a:lnTo>
                    <a:pt x="240944" y="2076862"/>
                  </a:lnTo>
                  <a:lnTo>
                    <a:pt x="232585" y="2072247"/>
                  </a:lnTo>
                  <a:lnTo>
                    <a:pt x="224156" y="2067631"/>
                  </a:lnTo>
                  <a:lnTo>
                    <a:pt x="215659" y="2063016"/>
                  </a:lnTo>
                  <a:lnTo>
                    <a:pt x="207134" y="2058401"/>
                  </a:lnTo>
                  <a:lnTo>
                    <a:pt x="198576" y="2053786"/>
                  </a:lnTo>
                  <a:lnTo>
                    <a:pt x="190006" y="2049170"/>
                  </a:lnTo>
                  <a:lnTo>
                    <a:pt x="181439" y="2044555"/>
                  </a:lnTo>
                  <a:lnTo>
                    <a:pt x="172886" y="2039940"/>
                  </a:lnTo>
                  <a:lnTo>
                    <a:pt x="164376" y="2035325"/>
                  </a:lnTo>
                  <a:lnTo>
                    <a:pt x="155902" y="2030709"/>
                  </a:lnTo>
                  <a:lnTo>
                    <a:pt x="147498" y="2026094"/>
                  </a:lnTo>
                  <a:lnTo>
                    <a:pt x="139190" y="2021479"/>
                  </a:lnTo>
                  <a:lnTo>
                    <a:pt x="130953" y="2016864"/>
                  </a:lnTo>
                  <a:lnTo>
                    <a:pt x="122850" y="2012248"/>
                  </a:lnTo>
                  <a:lnTo>
                    <a:pt x="114891" y="2007633"/>
                  </a:lnTo>
                  <a:lnTo>
                    <a:pt x="107039" y="2003018"/>
                  </a:lnTo>
                  <a:lnTo>
                    <a:pt x="99392" y="1998403"/>
                  </a:lnTo>
                  <a:lnTo>
                    <a:pt x="91929" y="1993787"/>
                  </a:lnTo>
                  <a:lnTo>
                    <a:pt x="84608" y="1989172"/>
                  </a:lnTo>
                  <a:lnTo>
                    <a:pt x="77568" y="1984557"/>
                  </a:lnTo>
                  <a:lnTo>
                    <a:pt x="70745" y="1979942"/>
                  </a:lnTo>
                  <a:lnTo>
                    <a:pt x="64096" y="1975326"/>
                  </a:lnTo>
                  <a:lnTo>
                    <a:pt x="57805" y="1970711"/>
                  </a:lnTo>
                  <a:lnTo>
                    <a:pt x="51754" y="1966096"/>
                  </a:lnTo>
                  <a:lnTo>
                    <a:pt x="45907" y="1961481"/>
                  </a:lnTo>
                  <a:lnTo>
                    <a:pt x="40493" y="1956865"/>
                  </a:lnTo>
                  <a:lnTo>
                    <a:pt x="35331" y="1952250"/>
                  </a:lnTo>
                  <a:lnTo>
                    <a:pt x="30399" y="1947635"/>
                  </a:lnTo>
                  <a:lnTo>
                    <a:pt x="25970" y="1943020"/>
                  </a:lnTo>
                  <a:lnTo>
                    <a:pt x="21795" y="1938404"/>
                  </a:lnTo>
                  <a:lnTo>
                    <a:pt x="17891" y="1933789"/>
                  </a:lnTo>
                  <a:lnTo>
                    <a:pt x="14509" y="1929174"/>
                  </a:lnTo>
                  <a:lnTo>
                    <a:pt x="11393" y="1924559"/>
                  </a:lnTo>
                  <a:lnTo>
                    <a:pt x="8588" y="1919943"/>
                  </a:lnTo>
                  <a:lnTo>
                    <a:pt x="6304" y="1915328"/>
                  </a:lnTo>
                  <a:lnTo>
                    <a:pt x="4293" y="1910713"/>
                  </a:lnTo>
                  <a:lnTo>
                    <a:pt x="2626" y="1906098"/>
                  </a:lnTo>
                  <a:lnTo>
                    <a:pt x="1463" y="1901482"/>
                  </a:lnTo>
                  <a:lnTo>
                    <a:pt x="791" y="1897999"/>
                  </a:lnTo>
                  <a:lnTo>
                    <a:pt x="573" y="1896867"/>
                  </a:lnTo>
                  <a:lnTo>
                    <a:pt x="50" y="1892252"/>
                  </a:lnTo>
                  <a:lnTo>
                    <a:pt x="0" y="1887637"/>
                  </a:lnTo>
                  <a:lnTo>
                    <a:pt x="216" y="1883021"/>
                  </a:lnTo>
                  <a:lnTo>
                    <a:pt x="810" y="1878406"/>
                  </a:lnTo>
                  <a:lnTo>
                    <a:pt x="1834" y="1873791"/>
                  </a:lnTo>
                  <a:lnTo>
                    <a:pt x="3110" y="1869176"/>
                  </a:lnTo>
                  <a:lnTo>
                    <a:pt x="4762" y="1864560"/>
                  </a:lnTo>
                  <a:lnTo>
                    <a:pt x="6791" y="1859945"/>
                  </a:lnTo>
                  <a:lnTo>
                    <a:pt x="9052" y="1855330"/>
                  </a:lnTo>
                  <a:lnTo>
                    <a:pt x="11673" y="1850715"/>
                  </a:lnTo>
                  <a:lnTo>
                    <a:pt x="14611" y="1846099"/>
                  </a:lnTo>
                  <a:lnTo>
                    <a:pt x="17754" y="1841484"/>
                  </a:lnTo>
                  <a:lnTo>
                    <a:pt x="21228" y="1836869"/>
                  </a:lnTo>
                  <a:lnTo>
                    <a:pt x="24954" y="1832254"/>
                  </a:lnTo>
                  <a:lnTo>
                    <a:pt x="28854" y="1827638"/>
                  </a:lnTo>
                  <a:lnTo>
                    <a:pt x="33041" y="1823023"/>
                  </a:lnTo>
                  <a:lnTo>
                    <a:pt x="37417" y="1818408"/>
                  </a:lnTo>
                  <a:lnTo>
                    <a:pt x="41931" y="1813793"/>
                  </a:lnTo>
                  <a:lnTo>
                    <a:pt x="46675" y="1809177"/>
                  </a:lnTo>
                  <a:lnTo>
                    <a:pt x="51546" y="1804562"/>
                  </a:lnTo>
                  <a:lnTo>
                    <a:pt x="56518" y="1799947"/>
                  </a:lnTo>
                  <a:lnTo>
                    <a:pt x="61651" y="1795332"/>
                  </a:lnTo>
                  <a:lnTo>
                    <a:pt x="66856" y="1790716"/>
                  </a:lnTo>
                  <a:lnTo>
                    <a:pt x="72122" y="1786101"/>
                  </a:lnTo>
                  <a:lnTo>
                    <a:pt x="77473" y="1781486"/>
                  </a:lnTo>
                  <a:lnTo>
                    <a:pt x="82847" y="1776871"/>
                  </a:lnTo>
                  <a:lnTo>
                    <a:pt x="88242" y="1772255"/>
                  </a:lnTo>
                  <a:lnTo>
                    <a:pt x="93640" y="1767640"/>
                  </a:lnTo>
                  <a:lnTo>
                    <a:pt x="99021" y="1763025"/>
                  </a:lnTo>
                  <a:lnTo>
                    <a:pt x="104382" y="1758410"/>
                  </a:lnTo>
                  <a:lnTo>
                    <a:pt x="109669" y="1753794"/>
                  </a:lnTo>
                  <a:lnTo>
                    <a:pt x="114904" y="1749179"/>
                  </a:lnTo>
                  <a:lnTo>
                    <a:pt x="120073" y="1744564"/>
                  </a:lnTo>
                  <a:lnTo>
                    <a:pt x="125106" y="1739949"/>
                  </a:lnTo>
                  <a:lnTo>
                    <a:pt x="130055" y="1735333"/>
                  </a:lnTo>
                  <a:lnTo>
                    <a:pt x="134892" y="1730718"/>
                  </a:lnTo>
                  <a:lnTo>
                    <a:pt x="139545" y="1726103"/>
                  </a:lnTo>
                  <a:lnTo>
                    <a:pt x="144087" y="1721488"/>
                  </a:lnTo>
                  <a:lnTo>
                    <a:pt x="148471" y="1716872"/>
                  </a:lnTo>
                  <a:lnTo>
                    <a:pt x="152636" y="1712257"/>
                  </a:lnTo>
                  <a:lnTo>
                    <a:pt x="156669" y="1707642"/>
                  </a:lnTo>
                  <a:lnTo>
                    <a:pt x="160502" y="1703027"/>
                  </a:lnTo>
                  <a:lnTo>
                    <a:pt x="164096" y="1698411"/>
                  </a:lnTo>
                  <a:lnTo>
                    <a:pt x="167540" y="1693796"/>
                  </a:lnTo>
                  <a:lnTo>
                    <a:pt x="170748" y="1689181"/>
                  </a:lnTo>
                  <a:lnTo>
                    <a:pt x="173711" y="1684566"/>
                  </a:lnTo>
                  <a:lnTo>
                    <a:pt x="176511" y="1679950"/>
                  </a:lnTo>
                  <a:lnTo>
                    <a:pt x="179047" y="1675335"/>
                  </a:lnTo>
                  <a:lnTo>
                    <a:pt x="181340" y="1670720"/>
                  </a:lnTo>
                  <a:lnTo>
                    <a:pt x="183465" y="1666105"/>
                  </a:lnTo>
                  <a:lnTo>
                    <a:pt x="185305" y="1661489"/>
                  </a:lnTo>
                  <a:lnTo>
                    <a:pt x="186913" y="1656874"/>
                  </a:lnTo>
                  <a:lnTo>
                    <a:pt x="188355" y="1652259"/>
                  </a:lnTo>
                  <a:lnTo>
                    <a:pt x="189498" y="1647644"/>
                  </a:lnTo>
                  <a:lnTo>
                    <a:pt x="190430" y="1643028"/>
                  </a:lnTo>
                  <a:lnTo>
                    <a:pt x="191198" y="1638413"/>
                  </a:lnTo>
                  <a:lnTo>
                    <a:pt x="191666" y="1633798"/>
                  </a:lnTo>
                  <a:lnTo>
                    <a:pt x="191946" y="1629183"/>
                  </a:lnTo>
                  <a:lnTo>
                    <a:pt x="192071" y="1624567"/>
                  </a:lnTo>
                  <a:lnTo>
                    <a:pt x="191901" y="1619952"/>
                  </a:lnTo>
                  <a:lnTo>
                    <a:pt x="191571" y="1615337"/>
                  </a:lnTo>
                  <a:lnTo>
                    <a:pt x="191097" y="1610722"/>
                  </a:lnTo>
                  <a:lnTo>
                    <a:pt x="190343" y="1606106"/>
                  </a:lnTo>
                  <a:lnTo>
                    <a:pt x="189457" y="1601491"/>
                  </a:lnTo>
                  <a:lnTo>
                    <a:pt x="188434" y="1596876"/>
                  </a:lnTo>
                  <a:lnTo>
                    <a:pt x="187166" y="1592261"/>
                  </a:lnTo>
                  <a:lnTo>
                    <a:pt x="185785" y="1587645"/>
                  </a:lnTo>
                  <a:lnTo>
                    <a:pt x="184276" y="1583030"/>
                  </a:lnTo>
                  <a:lnTo>
                    <a:pt x="182566" y="1578415"/>
                  </a:lnTo>
                  <a:lnTo>
                    <a:pt x="180760" y="1573800"/>
                  </a:lnTo>
                  <a:lnTo>
                    <a:pt x="178837" y="1569184"/>
                  </a:lnTo>
                  <a:lnTo>
                    <a:pt x="176755" y="1564569"/>
                  </a:lnTo>
                  <a:lnTo>
                    <a:pt x="174594" y="1559954"/>
                  </a:lnTo>
                  <a:lnTo>
                    <a:pt x="172332" y="1555339"/>
                  </a:lnTo>
                  <a:lnTo>
                    <a:pt x="169949" y="1550723"/>
                  </a:lnTo>
                  <a:lnTo>
                    <a:pt x="167504" y="1546108"/>
                  </a:lnTo>
                  <a:lnTo>
                    <a:pt x="164975" y="1541493"/>
                  </a:lnTo>
                  <a:lnTo>
                    <a:pt x="162359" y="1536878"/>
                  </a:lnTo>
                  <a:lnTo>
                    <a:pt x="159697" y="1532262"/>
                  </a:lnTo>
                  <a:lnTo>
                    <a:pt x="156971" y="1527647"/>
                  </a:lnTo>
                  <a:lnTo>
                    <a:pt x="154187" y="1523032"/>
                  </a:lnTo>
                  <a:lnTo>
                    <a:pt x="151371" y="1518417"/>
                  </a:lnTo>
                  <a:lnTo>
                    <a:pt x="148510" y="1513801"/>
                  </a:lnTo>
                  <a:lnTo>
                    <a:pt x="145616" y="1509186"/>
                  </a:lnTo>
                  <a:lnTo>
                    <a:pt x="142703" y="1504571"/>
                  </a:lnTo>
                  <a:lnTo>
                    <a:pt x="139764" y="1499956"/>
                  </a:lnTo>
                  <a:lnTo>
                    <a:pt x="136812" y="1495340"/>
                  </a:lnTo>
                  <a:lnTo>
                    <a:pt x="133852" y="1490725"/>
                  </a:lnTo>
                  <a:lnTo>
                    <a:pt x="130886" y="1486110"/>
                  </a:lnTo>
                  <a:lnTo>
                    <a:pt x="127920" y="1481495"/>
                  </a:lnTo>
                  <a:lnTo>
                    <a:pt x="124957" y="1476879"/>
                  </a:lnTo>
                  <a:lnTo>
                    <a:pt x="122005" y="1472264"/>
                  </a:lnTo>
                  <a:lnTo>
                    <a:pt x="119064" y="1467649"/>
                  </a:lnTo>
                  <a:lnTo>
                    <a:pt x="116134" y="1463034"/>
                  </a:lnTo>
                  <a:lnTo>
                    <a:pt x="113231" y="1458418"/>
                  </a:lnTo>
                  <a:lnTo>
                    <a:pt x="110347" y="1453803"/>
                  </a:lnTo>
                  <a:lnTo>
                    <a:pt x="107481" y="1449188"/>
                  </a:lnTo>
                  <a:lnTo>
                    <a:pt x="104656" y="1444573"/>
                  </a:lnTo>
                  <a:lnTo>
                    <a:pt x="101856" y="1439957"/>
                  </a:lnTo>
                  <a:lnTo>
                    <a:pt x="99079" y="1435342"/>
                  </a:lnTo>
                  <a:lnTo>
                    <a:pt x="96356" y="1430727"/>
                  </a:lnTo>
                  <a:lnTo>
                    <a:pt x="93661" y="1426112"/>
                  </a:lnTo>
                  <a:lnTo>
                    <a:pt x="90997" y="1421496"/>
                  </a:lnTo>
                  <a:lnTo>
                    <a:pt x="90588" y="1420772"/>
                  </a:lnTo>
                  <a:lnTo>
                    <a:pt x="88394" y="1416881"/>
                  </a:lnTo>
                  <a:lnTo>
                    <a:pt x="85824" y="1412266"/>
                  </a:lnTo>
                  <a:lnTo>
                    <a:pt x="83292" y="1407651"/>
                  </a:lnTo>
                  <a:lnTo>
                    <a:pt x="80825" y="1403035"/>
                  </a:lnTo>
                  <a:lnTo>
                    <a:pt x="78396" y="1398420"/>
                  </a:lnTo>
                  <a:lnTo>
                    <a:pt x="76011" y="1393805"/>
                  </a:lnTo>
                  <a:lnTo>
                    <a:pt x="73697" y="1389190"/>
                  </a:lnTo>
                  <a:lnTo>
                    <a:pt x="71423" y="1384574"/>
                  </a:lnTo>
                  <a:lnTo>
                    <a:pt x="69202" y="1379959"/>
                  </a:lnTo>
                  <a:lnTo>
                    <a:pt x="67054" y="1375344"/>
                  </a:lnTo>
                  <a:lnTo>
                    <a:pt x="64949" y="1370729"/>
                  </a:lnTo>
                  <a:lnTo>
                    <a:pt x="62906" y="1366113"/>
                  </a:lnTo>
                  <a:lnTo>
                    <a:pt x="60937" y="1361498"/>
                  </a:lnTo>
                  <a:lnTo>
                    <a:pt x="59016" y="1356883"/>
                  </a:lnTo>
                  <a:lnTo>
                    <a:pt x="57165" y="1352268"/>
                  </a:lnTo>
                  <a:lnTo>
                    <a:pt x="55391" y="1347652"/>
                  </a:lnTo>
                  <a:lnTo>
                    <a:pt x="53666" y="1343037"/>
                  </a:lnTo>
                  <a:lnTo>
                    <a:pt x="52021" y="1338422"/>
                  </a:lnTo>
                  <a:lnTo>
                    <a:pt x="50455" y="1333807"/>
                  </a:lnTo>
                  <a:lnTo>
                    <a:pt x="48940" y="1329191"/>
                  </a:lnTo>
                  <a:lnTo>
                    <a:pt x="47517" y="1324576"/>
                  </a:lnTo>
                  <a:lnTo>
                    <a:pt x="46170" y="1319961"/>
                  </a:lnTo>
                  <a:lnTo>
                    <a:pt x="44880" y="1315346"/>
                  </a:lnTo>
                  <a:lnTo>
                    <a:pt x="43690" y="1310730"/>
                  </a:lnTo>
                  <a:lnTo>
                    <a:pt x="42577" y="1306115"/>
                  </a:lnTo>
                  <a:lnTo>
                    <a:pt x="41522" y="1301500"/>
                  </a:lnTo>
                  <a:lnTo>
                    <a:pt x="40579" y="1296885"/>
                  </a:lnTo>
                  <a:lnTo>
                    <a:pt x="39710" y="1292269"/>
                  </a:lnTo>
                  <a:lnTo>
                    <a:pt x="38903" y="1287654"/>
                  </a:lnTo>
                  <a:lnTo>
                    <a:pt x="38216" y="1283039"/>
                  </a:lnTo>
                  <a:lnTo>
                    <a:pt x="37601" y="1278424"/>
                  </a:lnTo>
                  <a:lnTo>
                    <a:pt x="37049" y="1273808"/>
                  </a:lnTo>
                  <a:lnTo>
                    <a:pt x="36627" y="1269193"/>
                  </a:lnTo>
                  <a:lnTo>
                    <a:pt x="36273" y="1264578"/>
                  </a:lnTo>
                  <a:lnTo>
                    <a:pt x="35985" y="1259963"/>
                  </a:lnTo>
                  <a:lnTo>
                    <a:pt x="35830" y="1255347"/>
                  </a:lnTo>
                  <a:lnTo>
                    <a:pt x="35740" y="1250732"/>
                  </a:lnTo>
                  <a:lnTo>
                    <a:pt x="35722" y="1246117"/>
                  </a:lnTo>
                  <a:lnTo>
                    <a:pt x="35832" y="1241502"/>
                  </a:lnTo>
                  <a:lnTo>
                    <a:pt x="36007" y="1236886"/>
                  </a:lnTo>
                  <a:lnTo>
                    <a:pt x="36258" y="1232271"/>
                  </a:lnTo>
                  <a:lnTo>
                    <a:pt x="36630" y="1227656"/>
                  </a:lnTo>
                  <a:lnTo>
                    <a:pt x="37065" y="1223041"/>
                  </a:lnTo>
                  <a:lnTo>
                    <a:pt x="37581" y="1218425"/>
                  </a:lnTo>
                  <a:lnTo>
                    <a:pt x="38208" y="1213810"/>
                  </a:lnTo>
                  <a:lnTo>
                    <a:pt x="38895" y="1209195"/>
                  </a:lnTo>
                  <a:lnTo>
                    <a:pt x="39666" y="1204580"/>
                  </a:lnTo>
                  <a:lnTo>
                    <a:pt x="40537" y="1199964"/>
                  </a:lnTo>
                  <a:lnTo>
                    <a:pt x="41466" y="1195349"/>
                  </a:lnTo>
                  <a:lnTo>
                    <a:pt x="42478" y="1190734"/>
                  </a:lnTo>
                  <a:lnTo>
                    <a:pt x="43580" y="1186119"/>
                  </a:lnTo>
                  <a:lnTo>
                    <a:pt x="44735" y="1181503"/>
                  </a:lnTo>
                  <a:lnTo>
                    <a:pt x="45971" y="1176888"/>
                  </a:lnTo>
                  <a:lnTo>
                    <a:pt x="47285" y="1172273"/>
                  </a:lnTo>
                  <a:lnTo>
                    <a:pt x="48648" y="1167658"/>
                  </a:lnTo>
                  <a:lnTo>
                    <a:pt x="50089" y="1163042"/>
                  </a:lnTo>
                  <a:lnTo>
                    <a:pt x="51596" y="1158427"/>
                  </a:lnTo>
                  <a:lnTo>
                    <a:pt x="53146" y="1153812"/>
                  </a:lnTo>
                  <a:lnTo>
                    <a:pt x="54770" y="1149197"/>
                  </a:lnTo>
                  <a:lnTo>
                    <a:pt x="56447" y="1144581"/>
                  </a:lnTo>
                  <a:lnTo>
                    <a:pt x="58164" y="1139966"/>
                  </a:lnTo>
                  <a:lnTo>
                    <a:pt x="59946" y="1135351"/>
                  </a:lnTo>
                  <a:lnTo>
                    <a:pt x="61772" y="1130736"/>
                  </a:lnTo>
                  <a:lnTo>
                    <a:pt x="63632" y="1126120"/>
                  </a:lnTo>
                  <a:lnTo>
                    <a:pt x="65550" y="1121505"/>
                  </a:lnTo>
                  <a:lnTo>
                    <a:pt x="67502" y="1116890"/>
                  </a:lnTo>
                  <a:lnTo>
                    <a:pt x="69042" y="1113300"/>
                  </a:lnTo>
                  <a:lnTo>
                    <a:pt x="69482" y="1112275"/>
                  </a:lnTo>
                  <a:lnTo>
                    <a:pt x="71513" y="1107659"/>
                  </a:lnTo>
                  <a:lnTo>
                    <a:pt x="73570" y="1103044"/>
                  </a:lnTo>
                  <a:lnTo>
                    <a:pt x="75650" y="1098429"/>
                  </a:lnTo>
                  <a:lnTo>
                    <a:pt x="77772" y="1093814"/>
                  </a:lnTo>
                  <a:lnTo>
                    <a:pt x="79914" y="1089198"/>
                  </a:lnTo>
                  <a:lnTo>
                    <a:pt x="82075" y="1084583"/>
                  </a:lnTo>
                  <a:lnTo>
                    <a:pt x="84270" y="1079968"/>
                  </a:lnTo>
                  <a:lnTo>
                    <a:pt x="86479" y="1075353"/>
                  </a:lnTo>
                  <a:lnTo>
                    <a:pt x="88705" y="1070737"/>
                  </a:lnTo>
                  <a:lnTo>
                    <a:pt x="90957" y="1066122"/>
                  </a:lnTo>
                  <a:lnTo>
                    <a:pt x="93221" y="1061507"/>
                  </a:lnTo>
                  <a:lnTo>
                    <a:pt x="95499" y="1056892"/>
                  </a:lnTo>
                  <a:lnTo>
                    <a:pt x="97796" y="1052276"/>
                  </a:lnTo>
                  <a:lnTo>
                    <a:pt x="100103" y="1047661"/>
                  </a:lnTo>
                  <a:lnTo>
                    <a:pt x="102424" y="1043046"/>
                  </a:lnTo>
                  <a:lnTo>
                    <a:pt x="104760" y="1038431"/>
                  </a:lnTo>
                  <a:lnTo>
                    <a:pt x="107105" y="1033815"/>
                  </a:lnTo>
                  <a:lnTo>
                    <a:pt x="109462" y="1029200"/>
                  </a:lnTo>
                  <a:lnTo>
                    <a:pt x="111834" y="1024585"/>
                  </a:lnTo>
                  <a:lnTo>
                    <a:pt x="114214" y="1019970"/>
                  </a:lnTo>
                  <a:lnTo>
                    <a:pt x="116608" y="1015354"/>
                  </a:lnTo>
                  <a:lnTo>
                    <a:pt x="119016" y="1010739"/>
                  </a:lnTo>
                  <a:lnTo>
                    <a:pt x="121433" y="1006124"/>
                  </a:lnTo>
                  <a:lnTo>
                    <a:pt x="123866" y="1001509"/>
                  </a:lnTo>
                  <a:lnTo>
                    <a:pt x="126316" y="996893"/>
                  </a:lnTo>
                  <a:lnTo>
                    <a:pt x="128776" y="992278"/>
                  </a:lnTo>
                  <a:lnTo>
                    <a:pt x="131255" y="987663"/>
                  </a:lnTo>
                  <a:lnTo>
                    <a:pt x="133753" y="983048"/>
                  </a:lnTo>
                  <a:lnTo>
                    <a:pt x="136265" y="978432"/>
                  </a:lnTo>
                  <a:lnTo>
                    <a:pt x="138801" y="973817"/>
                  </a:lnTo>
                  <a:lnTo>
                    <a:pt x="141359" y="969202"/>
                  </a:lnTo>
                  <a:lnTo>
                    <a:pt x="143932" y="964587"/>
                  </a:lnTo>
                  <a:lnTo>
                    <a:pt x="146537" y="959971"/>
                  </a:lnTo>
                  <a:lnTo>
                    <a:pt x="149167" y="955356"/>
                  </a:lnTo>
                  <a:lnTo>
                    <a:pt x="151815" y="950741"/>
                  </a:lnTo>
                  <a:lnTo>
                    <a:pt x="154504" y="946126"/>
                  </a:lnTo>
                  <a:lnTo>
                    <a:pt x="157219" y="941510"/>
                  </a:lnTo>
                  <a:lnTo>
                    <a:pt x="159956" y="936895"/>
                  </a:lnTo>
                  <a:lnTo>
                    <a:pt x="162742" y="932280"/>
                  </a:lnTo>
                  <a:lnTo>
                    <a:pt x="165556" y="927665"/>
                  </a:lnTo>
                  <a:lnTo>
                    <a:pt x="168396" y="923049"/>
                  </a:lnTo>
                  <a:lnTo>
                    <a:pt x="171293" y="918434"/>
                  </a:lnTo>
                  <a:lnTo>
                    <a:pt x="174219" y="913819"/>
                  </a:lnTo>
                  <a:lnTo>
                    <a:pt x="177177" y="909204"/>
                  </a:lnTo>
                  <a:lnTo>
                    <a:pt x="180195" y="904588"/>
                  </a:lnTo>
                  <a:lnTo>
                    <a:pt x="183245" y="899973"/>
                  </a:lnTo>
                  <a:lnTo>
                    <a:pt x="186331" y="895358"/>
                  </a:lnTo>
                  <a:lnTo>
                    <a:pt x="189480" y="890743"/>
                  </a:lnTo>
                  <a:lnTo>
                    <a:pt x="192661" y="886127"/>
                  </a:lnTo>
                  <a:lnTo>
                    <a:pt x="195885" y="881512"/>
                  </a:lnTo>
                  <a:lnTo>
                    <a:pt x="199169" y="876897"/>
                  </a:lnTo>
                  <a:lnTo>
                    <a:pt x="202488" y="872282"/>
                  </a:lnTo>
                  <a:lnTo>
                    <a:pt x="205853" y="867666"/>
                  </a:lnTo>
                  <a:lnTo>
                    <a:pt x="209276" y="863051"/>
                  </a:lnTo>
                  <a:lnTo>
                    <a:pt x="212733" y="858436"/>
                  </a:lnTo>
                  <a:lnTo>
                    <a:pt x="216238" y="853821"/>
                  </a:lnTo>
                  <a:lnTo>
                    <a:pt x="219798" y="849205"/>
                  </a:lnTo>
                  <a:lnTo>
                    <a:pt x="223390" y="844590"/>
                  </a:lnTo>
                  <a:lnTo>
                    <a:pt x="227030" y="839975"/>
                  </a:lnTo>
                  <a:lnTo>
                    <a:pt x="230719" y="835360"/>
                  </a:lnTo>
                  <a:lnTo>
                    <a:pt x="234437" y="830744"/>
                  </a:lnTo>
                  <a:lnTo>
                    <a:pt x="238202" y="826129"/>
                  </a:lnTo>
                  <a:lnTo>
                    <a:pt x="242008" y="821514"/>
                  </a:lnTo>
                  <a:lnTo>
                    <a:pt x="245840" y="816899"/>
                  </a:lnTo>
                  <a:lnTo>
                    <a:pt x="249714" y="812283"/>
                  </a:lnTo>
                  <a:lnTo>
                    <a:pt x="253619" y="807668"/>
                  </a:lnTo>
                  <a:lnTo>
                    <a:pt x="257546" y="803053"/>
                  </a:lnTo>
                  <a:lnTo>
                    <a:pt x="261508" y="798438"/>
                  </a:lnTo>
                  <a:lnTo>
                    <a:pt x="265492" y="793822"/>
                  </a:lnTo>
                  <a:lnTo>
                    <a:pt x="269492" y="789207"/>
                  </a:lnTo>
                  <a:lnTo>
                    <a:pt x="273516" y="784592"/>
                  </a:lnTo>
                  <a:lnTo>
                    <a:pt x="277553" y="779977"/>
                  </a:lnTo>
                  <a:lnTo>
                    <a:pt x="281600" y="775361"/>
                  </a:lnTo>
                  <a:lnTo>
                    <a:pt x="285658" y="770746"/>
                  </a:lnTo>
                  <a:lnTo>
                    <a:pt x="289720" y="766131"/>
                  </a:lnTo>
                  <a:lnTo>
                    <a:pt x="293783" y="761516"/>
                  </a:lnTo>
                  <a:lnTo>
                    <a:pt x="297844" y="756900"/>
                  </a:lnTo>
                  <a:lnTo>
                    <a:pt x="301898" y="752285"/>
                  </a:lnTo>
                  <a:lnTo>
                    <a:pt x="305947" y="747670"/>
                  </a:lnTo>
                  <a:lnTo>
                    <a:pt x="309977" y="743055"/>
                  </a:lnTo>
                  <a:lnTo>
                    <a:pt x="313992" y="738439"/>
                  </a:lnTo>
                  <a:lnTo>
                    <a:pt x="317993" y="733824"/>
                  </a:lnTo>
                  <a:lnTo>
                    <a:pt x="321958" y="729209"/>
                  </a:lnTo>
                  <a:lnTo>
                    <a:pt x="325902" y="724594"/>
                  </a:lnTo>
                  <a:lnTo>
                    <a:pt x="329819" y="719978"/>
                  </a:lnTo>
                  <a:lnTo>
                    <a:pt x="333689" y="715363"/>
                  </a:lnTo>
                  <a:lnTo>
                    <a:pt x="337529" y="710748"/>
                  </a:lnTo>
                  <a:lnTo>
                    <a:pt x="341331" y="706133"/>
                  </a:lnTo>
                  <a:lnTo>
                    <a:pt x="345073" y="701517"/>
                  </a:lnTo>
                  <a:lnTo>
                    <a:pt x="348780" y="696902"/>
                  </a:lnTo>
                  <a:lnTo>
                    <a:pt x="352436" y="692287"/>
                  </a:lnTo>
                  <a:lnTo>
                    <a:pt x="356024" y="687672"/>
                  </a:lnTo>
                  <a:lnTo>
                    <a:pt x="359569" y="683056"/>
                  </a:lnTo>
                  <a:lnTo>
                    <a:pt x="363052" y="678441"/>
                  </a:lnTo>
                  <a:lnTo>
                    <a:pt x="366460" y="673826"/>
                  </a:lnTo>
                  <a:lnTo>
                    <a:pt x="369821" y="669211"/>
                  </a:lnTo>
                  <a:lnTo>
                    <a:pt x="373107" y="664595"/>
                  </a:lnTo>
                  <a:lnTo>
                    <a:pt x="376316" y="659980"/>
                  </a:lnTo>
                  <a:lnTo>
                    <a:pt x="379473" y="655365"/>
                  </a:lnTo>
                  <a:lnTo>
                    <a:pt x="382544" y="650750"/>
                  </a:lnTo>
                  <a:lnTo>
                    <a:pt x="385537" y="646134"/>
                  </a:lnTo>
                  <a:lnTo>
                    <a:pt x="388475" y="641519"/>
                  </a:lnTo>
                  <a:lnTo>
                    <a:pt x="391318" y="636904"/>
                  </a:lnTo>
                  <a:lnTo>
                    <a:pt x="394085" y="632289"/>
                  </a:lnTo>
                  <a:lnTo>
                    <a:pt x="396795" y="627673"/>
                  </a:lnTo>
                  <a:lnTo>
                    <a:pt x="399402" y="623058"/>
                  </a:lnTo>
                  <a:lnTo>
                    <a:pt x="401936" y="618443"/>
                  </a:lnTo>
                  <a:lnTo>
                    <a:pt x="404414" y="613828"/>
                  </a:lnTo>
                  <a:lnTo>
                    <a:pt x="406783" y="609212"/>
                  </a:lnTo>
                  <a:lnTo>
                    <a:pt x="409085" y="604597"/>
                  </a:lnTo>
                  <a:lnTo>
                    <a:pt x="411330" y="599982"/>
                  </a:lnTo>
                  <a:lnTo>
                    <a:pt x="413464" y="595367"/>
                  </a:lnTo>
                  <a:lnTo>
                    <a:pt x="415537" y="590751"/>
                  </a:lnTo>
                  <a:lnTo>
                    <a:pt x="417555" y="586136"/>
                  </a:lnTo>
                  <a:lnTo>
                    <a:pt x="419461" y="581521"/>
                  </a:lnTo>
                  <a:lnTo>
                    <a:pt x="421314" y="576906"/>
                  </a:lnTo>
                  <a:lnTo>
                    <a:pt x="423111" y="572290"/>
                  </a:lnTo>
                  <a:lnTo>
                    <a:pt x="424805" y="567675"/>
                  </a:lnTo>
                  <a:lnTo>
                    <a:pt x="426450" y="563060"/>
                  </a:lnTo>
                  <a:lnTo>
                    <a:pt x="428038" y="558445"/>
                  </a:lnTo>
                  <a:lnTo>
                    <a:pt x="429535" y="553829"/>
                  </a:lnTo>
                  <a:lnTo>
                    <a:pt x="430987" y="549214"/>
                  </a:lnTo>
                  <a:lnTo>
                    <a:pt x="432383" y="544599"/>
                  </a:lnTo>
                  <a:lnTo>
                    <a:pt x="433700" y="539984"/>
                  </a:lnTo>
                  <a:lnTo>
                    <a:pt x="434976" y="535368"/>
                  </a:lnTo>
                  <a:lnTo>
                    <a:pt x="436198" y="530753"/>
                  </a:lnTo>
                  <a:lnTo>
                    <a:pt x="437354" y="526138"/>
                  </a:lnTo>
                  <a:lnTo>
                    <a:pt x="438473" y="521523"/>
                  </a:lnTo>
                  <a:lnTo>
                    <a:pt x="439543" y="516907"/>
                  </a:lnTo>
                  <a:lnTo>
                    <a:pt x="440557" y="512292"/>
                  </a:lnTo>
                  <a:lnTo>
                    <a:pt x="441539" y="507677"/>
                  </a:lnTo>
                  <a:lnTo>
                    <a:pt x="442475" y="503062"/>
                  </a:lnTo>
                  <a:lnTo>
                    <a:pt x="443367" y="498446"/>
                  </a:lnTo>
                  <a:lnTo>
                    <a:pt x="444232" y="493831"/>
                  </a:lnTo>
                  <a:lnTo>
                    <a:pt x="445056" y="489216"/>
                  </a:lnTo>
                  <a:lnTo>
                    <a:pt x="445845" y="484601"/>
                  </a:lnTo>
                  <a:lnTo>
                    <a:pt x="446611" y="479985"/>
                  </a:lnTo>
                  <a:lnTo>
                    <a:pt x="447342" y="475370"/>
                  </a:lnTo>
                  <a:lnTo>
                    <a:pt x="448046" y="470755"/>
                  </a:lnTo>
                  <a:lnTo>
                    <a:pt x="448732" y="466140"/>
                  </a:lnTo>
                  <a:lnTo>
                    <a:pt x="449388" y="461524"/>
                  </a:lnTo>
                  <a:lnTo>
                    <a:pt x="450024" y="456909"/>
                  </a:lnTo>
                  <a:lnTo>
                    <a:pt x="450645" y="452294"/>
                  </a:lnTo>
                  <a:lnTo>
                    <a:pt x="451242" y="447679"/>
                  </a:lnTo>
                  <a:lnTo>
                    <a:pt x="451825" y="443063"/>
                  </a:lnTo>
                  <a:lnTo>
                    <a:pt x="452396" y="438448"/>
                  </a:lnTo>
                  <a:lnTo>
                    <a:pt x="452948" y="433833"/>
                  </a:lnTo>
                  <a:lnTo>
                    <a:pt x="453490" y="429218"/>
                  </a:lnTo>
                  <a:lnTo>
                    <a:pt x="454024" y="424602"/>
                  </a:lnTo>
                  <a:lnTo>
                    <a:pt x="454542" y="419987"/>
                  </a:lnTo>
                  <a:lnTo>
                    <a:pt x="455054" y="415372"/>
                  </a:lnTo>
                  <a:lnTo>
                    <a:pt x="455559" y="410757"/>
                  </a:lnTo>
                  <a:lnTo>
                    <a:pt x="456053" y="406141"/>
                  </a:lnTo>
                  <a:lnTo>
                    <a:pt x="456542" y="401526"/>
                  </a:lnTo>
                  <a:lnTo>
                    <a:pt x="457026" y="396911"/>
                  </a:lnTo>
                  <a:lnTo>
                    <a:pt x="457503" y="392296"/>
                  </a:lnTo>
                  <a:lnTo>
                    <a:pt x="457976" y="387680"/>
                  </a:lnTo>
                  <a:lnTo>
                    <a:pt x="458445" y="383065"/>
                  </a:lnTo>
                  <a:lnTo>
                    <a:pt x="458909" y="378450"/>
                  </a:lnTo>
                  <a:lnTo>
                    <a:pt x="459370" y="373835"/>
                  </a:lnTo>
                  <a:lnTo>
                    <a:pt x="459827" y="369219"/>
                  </a:lnTo>
                  <a:lnTo>
                    <a:pt x="460280" y="364604"/>
                  </a:lnTo>
                  <a:lnTo>
                    <a:pt x="460731" y="359989"/>
                  </a:lnTo>
                  <a:lnTo>
                    <a:pt x="461179" y="355374"/>
                  </a:lnTo>
                  <a:lnTo>
                    <a:pt x="461623" y="350758"/>
                  </a:lnTo>
                  <a:lnTo>
                    <a:pt x="462065" y="346143"/>
                  </a:lnTo>
                  <a:lnTo>
                    <a:pt x="462503" y="341528"/>
                  </a:lnTo>
                  <a:lnTo>
                    <a:pt x="462938" y="336913"/>
                  </a:lnTo>
                  <a:lnTo>
                    <a:pt x="463369" y="332297"/>
                  </a:lnTo>
                  <a:lnTo>
                    <a:pt x="463798" y="327682"/>
                  </a:lnTo>
                  <a:lnTo>
                    <a:pt x="464221" y="323067"/>
                  </a:lnTo>
                  <a:lnTo>
                    <a:pt x="464642" y="318452"/>
                  </a:lnTo>
                  <a:lnTo>
                    <a:pt x="465058" y="313836"/>
                  </a:lnTo>
                  <a:lnTo>
                    <a:pt x="465470" y="309221"/>
                  </a:lnTo>
                  <a:lnTo>
                    <a:pt x="465878" y="304606"/>
                  </a:lnTo>
                  <a:lnTo>
                    <a:pt x="466280" y="299991"/>
                  </a:lnTo>
                  <a:lnTo>
                    <a:pt x="466676" y="295375"/>
                  </a:lnTo>
                  <a:lnTo>
                    <a:pt x="467069" y="290760"/>
                  </a:lnTo>
                  <a:lnTo>
                    <a:pt x="467454" y="286145"/>
                  </a:lnTo>
                  <a:lnTo>
                    <a:pt x="467834" y="281530"/>
                  </a:lnTo>
                  <a:lnTo>
                    <a:pt x="468209" y="276914"/>
                  </a:lnTo>
                  <a:lnTo>
                    <a:pt x="468576" y="272299"/>
                  </a:lnTo>
                  <a:lnTo>
                    <a:pt x="468936" y="267684"/>
                  </a:lnTo>
                  <a:lnTo>
                    <a:pt x="469291" y="263069"/>
                  </a:lnTo>
                  <a:lnTo>
                    <a:pt x="469637" y="258453"/>
                  </a:lnTo>
                  <a:lnTo>
                    <a:pt x="469976" y="253838"/>
                  </a:lnTo>
                  <a:lnTo>
                    <a:pt x="470310" y="249223"/>
                  </a:lnTo>
                  <a:lnTo>
                    <a:pt x="470632" y="244608"/>
                  </a:lnTo>
                  <a:lnTo>
                    <a:pt x="470948" y="239992"/>
                  </a:lnTo>
                  <a:lnTo>
                    <a:pt x="471258" y="235377"/>
                  </a:lnTo>
                  <a:lnTo>
                    <a:pt x="471556" y="230762"/>
                  </a:lnTo>
                  <a:lnTo>
                    <a:pt x="471849" y="226147"/>
                  </a:lnTo>
                  <a:lnTo>
                    <a:pt x="472134" y="221531"/>
                  </a:lnTo>
                  <a:lnTo>
                    <a:pt x="472407" y="216916"/>
                  </a:lnTo>
                  <a:lnTo>
                    <a:pt x="472675" y="212301"/>
                  </a:lnTo>
                  <a:lnTo>
                    <a:pt x="472935" y="207686"/>
                  </a:lnTo>
                  <a:lnTo>
                    <a:pt x="473183" y="203070"/>
                  </a:lnTo>
                  <a:lnTo>
                    <a:pt x="473425" y="198455"/>
                  </a:lnTo>
                  <a:lnTo>
                    <a:pt x="473659" y="193840"/>
                  </a:lnTo>
                  <a:lnTo>
                    <a:pt x="473883" y="189225"/>
                  </a:lnTo>
                  <a:lnTo>
                    <a:pt x="474100" y="184609"/>
                  </a:lnTo>
                  <a:lnTo>
                    <a:pt x="474309" y="179994"/>
                  </a:lnTo>
                  <a:lnTo>
                    <a:pt x="474509" y="175379"/>
                  </a:lnTo>
                  <a:lnTo>
                    <a:pt x="474702" y="170764"/>
                  </a:lnTo>
                  <a:lnTo>
                    <a:pt x="474887" y="166148"/>
                  </a:lnTo>
                  <a:lnTo>
                    <a:pt x="475062" y="161533"/>
                  </a:lnTo>
                  <a:lnTo>
                    <a:pt x="475233" y="156918"/>
                  </a:lnTo>
                  <a:lnTo>
                    <a:pt x="475394" y="152303"/>
                  </a:lnTo>
                  <a:lnTo>
                    <a:pt x="475548" y="147687"/>
                  </a:lnTo>
                  <a:lnTo>
                    <a:pt x="475696" y="143072"/>
                  </a:lnTo>
                  <a:lnTo>
                    <a:pt x="475836" y="138457"/>
                  </a:lnTo>
                  <a:lnTo>
                    <a:pt x="475969" y="133842"/>
                  </a:lnTo>
                  <a:lnTo>
                    <a:pt x="476098" y="129226"/>
                  </a:lnTo>
                  <a:lnTo>
                    <a:pt x="476218" y="124611"/>
                  </a:lnTo>
                  <a:lnTo>
                    <a:pt x="476332" y="119996"/>
                  </a:lnTo>
                  <a:lnTo>
                    <a:pt x="476442" y="115381"/>
                  </a:lnTo>
                  <a:lnTo>
                    <a:pt x="476544" y="110765"/>
                  </a:lnTo>
                  <a:lnTo>
                    <a:pt x="476641" y="106150"/>
                  </a:lnTo>
                  <a:lnTo>
                    <a:pt x="476734" y="101535"/>
                  </a:lnTo>
                  <a:lnTo>
                    <a:pt x="476820" y="96920"/>
                  </a:lnTo>
                  <a:lnTo>
                    <a:pt x="476901" y="92304"/>
                  </a:lnTo>
                  <a:lnTo>
                    <a:pt x="476979" y="87689"/>
                  </a:lnTo>
                  <a:lnTo>
                    <a:pt x="477051" y="83074"/>
                  </a:lnTo>
                  <a:lnTo>
                    <a:pt x="477119" y="78459"/>
                  </a:lnTo>
                  <a:lnTo>
                    <a:pt x="477184" y="73843"/>
                  </a:lnTo>
                  <a:lnTo>
                    <a:pt x="477243" y="69228"/>
                  </a:lnTo>
                  <a:lnTo>
                    <a:pt x="477299" y="64613"/>
                  </a:lnTo>
                  <a:lnTo>
                    <a:pt x="477353" y="59998"/>
                  </a:lnTo>
                  <a:lnTo>
                    <a:pt x="477401" y="55382"/>
                  </a:lnTo>
                  <a:lnTo>
                    <a:pt x="477447" y="50767"/>
                  </a:lnTo>
                  <a:lnTo>
                    <a:pt x="477491" y="46152"/>
                  </a:lnTo>
                  <a:lnTo>
                    <a:pt x="477530" y="41537"/>
                  </a:lnTo>
                  <a:lnTo>
                    <a:pt x="477567" y="36921"/>
                  </a:lnTo>
                  <a:lnTo>
                    <a:pt x="477602" y="32306"/>
                  </a:lnTo>
                  <a:lnTo>
                    <a:pt x="477634" y="27691"/>
                  </a:lnTo>
                  <a:lnTo>
                    <a:pt x="477664" y="23076"/>
                  </a:lnTo>
                  <a:lnTo>
                    <a:pt x="477692" y="18460"/>
                  </a:lnTo>
                  <a:lnTo>
                    <a:pt x="477718" y="13845"/>
                  </a:lnTo>
                  <a:lnTo>
                    <a:pt x="477742" y="9230"/>
                  </a:lnTo>
                  <a:lnTo>
                    <a:pt x="477764" y="4615"/>
                  </a:lnTo>
                  <a:lnTo>
                    <a:pt x="477784" y="0"/>
                  </a:lnTo>
                  <a:lnTo>
                    <a:pt x="478217" y="0"/>
                  </a:lnTo>
                  <a:lnTo>
                    <a:pt x="478237" y="4615"/>
                  </a:lnTo>
                  <a:lnTo>
                    <a:pt x="478260" y="9230"/>
                  </a:lnTo>
                  <a:lnTo>
                    <a:pt x="478284" y="13845"/>
                  </a:lnTo>
                  <a:lnTo>
                    <a:pt x="478309" y="18460"/>
                  </a:lnTo>
                  <a:lnTo>
                    <a:pt x="478337" y="23076"/>
                  </a:lnTo>
                  <a:lnTo>
                    <a:pt x="478367" y="27691"/>
                  </a:lnTo>
                  <a:lnTo>
                    <a:pt x="478399" y="32306"/>
                  </a:lnTo>
                  <a:lnTo>
                    <a:pt x="478434" y="36921"/>
                  </a:lnTo>
                  <a:lnTo>
                    <a:pt x="478471" y="41537"/>
                  </a:lnTo>
                  <a:lnTo>
                    <a:pt x="478511" y="46152"/>
                  </a:lnTo>
                  <a:lnTo>
                    <a:pt x="478554" y="50767"/>
                  </a:lnTo>
                  <a:lnTo>
                    <a:pt x="478600" y="55382"/>
                  </a:lnTo>
                  <a:lnTo>
                    <a:pt x="478649" y="59998"/>
                  </a:lnTo>
                  <a:lnTo>
                    <a:pt x="478702" y="64613"/>
                  </a:lnTo>
                  <a:lnTo>
                    <a:pt x="478758" y="69228"/>
                  </a:lnTo>
                  <a:lnTo>
                    <a:pt x="478817" y="73843"/>
                  </a:lnTo>
                  <a:lnTo>
                    <a:pt x="478882" y="78459"/>
                  </a:lnTo>
                  <a:lnTo>
                    <a:pt x="478950" y="83074"/>
                  </a:lnTo>
                  <a:lnTo>
                    <a:pt x="479022" y="87689"/>
                  </a:lnTo>
                  <a:lnTo>
                    <a:pt x="479100" y="92304"/>
                  </a:lnTo>
                  <a:lnTo>
                    <a:pt x="479182" y="96920"/>
                  </a:lnTo>
                  <a:lnTo>
                    <a:pt x="479268" y="101535"/>
                  </a:lnTo>
                  <a:lnTo>
                    <a:pt x="479361" y="106150"/>
                  </a:lnTo>
                  <a:lnTo>
                    <a:pt x="479458" y="110765"/>
                  </a:lnTo>
                  <a:lnTo>
                    <a:pt x="479560" y="115381"/>
                  </a:lnTo>
                  <a:lnTo>
                    <a:pt x="479669" y="119996"/>
                  </a:lnTo>
                  <a:lnTo>
                    <a:pt x="479784" y="124611"/>
                  </a:lnTo>
                  <a:lnTo>
                    <a:pt x="479904" y="129226"/>
                  </a:lnTo>
                  <a:lnTo>
                    <a:pt x="480032" y="133842"/>
                  </a:lnTo>
                  <a:lnTo>
                    <a:pt x="480165" y="138457"/>
                  </a:lnTo>
                  <a:lnTo>
                    <a:pt x="480305" y="143072"/>
                  </a:lnTo>
                  <a:lnTo>
                    <a:pt x="480453" y="147687"/>
                  </a:lnTo>
                  <a:lnTo>
                    <a:pt x="480607" y="152303"/>
                  </a:lnTo>
                  <a:lnTo>
                    <a:pt x="480769" y="156918"/>
                  </a:lnTo>
                  <a:lnTo>
                    <a:pt x="480939" y="161533"/>
                  </a:lnTo>
                  <a:lnTo>
                    <a:pt x="481115" y="166148"/>
                  </a:lnTo>
                  <a:lnTo>
                    <a:pt x="481299" y="170764"/>
                  </a:lnTo>
                  <a:lnTo>
                    <a:pt x="481493" y="175379"/>
                  </a:lnTo>
                  <a:lnTo>
                    <a:pt x="481692" y="179994"/>
                  </a:lnTo>
                  <a:lnTo>
                    <a:pt x="481901" y="184609"/>
                  </a:lnTo>
                  <a:lnTo>
                    <a:pt x="482118" y="189225"/>
                  </a:lnTo>
                  <a:lnTo>
                    <a:pt x="482342" y="193840"/>
                  </a:lnTo>
                  <a:lnTo>
                    <a:pt x="482576" y="198455"/>
                  </a:lnTo>
                  <a:lnTo>
                    <a:pt x="482818" y="203070"/>
                  </a:lnTo>
                  <a:lnTo>
                    <a:pt x="483067" y="207686"/>
                  </a:lnTo>
                  <a:lnTo>
                    <a:pt x="483327" y="212301"/>
                  </a:lnTo>
                  <a:lnTo>
                    <a:pt x="483594" y="216916"/>
                  </a:lnTo>
                  <a:lnTo>
                    <a:pt x="483867" y="221531"/>
                  </a:lnTo>
                  <a:lnTo>
                    <a:pt x="484153" y="226147"/>
                  </a:lnTo>
                  <a:lnTo>
                    <a:pt x="484445" y="230762"/>
                  </a:lnTo>
                  <a:lnTo>
                    <a:pt x="484743" y="235377"/>
                  </a:lnTo>
                  <a:lnTo>
                    <a:pt x="485053" y="239992"/>
                  </a:lnTo>
                  <a:lnTo>
                    <a:pt x="485369" y="244608"/>
                  </a:lnTo>
                  <a:lnTo>
                    <a:pt x="485692" y="249223"/>
                  </a:lnTo>
                  <a:lnTo>
                    <a:pt x="486025" y="253838"/>
                  </a:lnTo>
                  <a:lnTo>
                    <a:pt x="486365" y="258453"/>
                  </a:lnTo>
                  <a:lnTo>
                    <a:pt x="486710" y="263069"/>
                  </a:lnTo>
                  <a:lnTo>
                    <a:pt x="487065" y="267684"/>
                  </a:lnTo>
                  <a:lnTo>
                    <a:pt x="487426" y="272299"/>
                  </a:lnTo>
                  <a:lnTo>
                    <a:pt x="487792" y="276914"/>
                  </a:lnTo>
                  <a:lnTo>
                    <a:pt x="488167" y="281530"/>
                  </a:lnTo>
                  <a:lnTo>
                    <a:pt x="488547" y="286145"/>
                  </a:lnTo>
                  <a:lnTo>
                    <a:pt x="488932" y="290760"/>
                  </a:lnTo>
                  <a:lnTo>
                    <a:pt x="489325" y="295375"/>
                  </a:lnTo>
                  <a:lnTo>
                    <a:pt x="489722" y="299991"/>
                  </a:lnTo>
                  <a:lnTo>
                    <a:pt x="490124" y="304606"/>
                  </a:lnTo>
                  <a:lnTo>
                    <a:pt x="490532" y="309221"/>
                  </a:lnTo>
                  <a:lnTo>
                    <a:pt x="490943" y="313836"/>
                  </a:lnTo>
                  <a:lnTo>
                    <a:pt x="491359" y="318452"/>
                  </a:lnTo>
                  <a:lnTo>
                    <a:pt x="491780" y="323067"/>
                  </a:lnTo>
                  <a:lnTo>
                    <a:pt x="492204" y="327682"/>
                  </a:lnTo>
                  <a:lnTo>
                    <a:pt x="492632" y="332297"/>
                  </a:lnTo>
                  <a:lnTo>
                    <a:pt x="493064" y="336913"/>
                  </a:lnTo>
                  <a:lnTo>
                    <a:pt x="493498" y="341528"/>
                  </a:lnTo>
                  <a:lnTo>
                    <a:pt x="493937" y="346143"/>
                  </a:lnTo>
                  <a:lnTo>
                    <a:pt x="494378" y="350758"/>
                  </a:lnTo>
                  <a:lnTo>
                    <a:pt x="494822" y="355374"/>
                  </a:lnTo>
                  <a:lnTo>
                    <a:pt x="495270" y="359989"/>
                  </a:lnTo>
                  <a:lnTo>
                    <a:pt x="495721" y="364604"/>
                  </a:lnTo>
                  <a:lnTo>
                    <a:pt x="496174" y="369219"/>
                  </a:lnTo>
                  <a:lnTo>
                    <a:pt x="496632" y="373835"/>
                  </a:lnTo>
                  <a:lnTo>
                    <a:pt x="497093" y="378450"/>
                  </a:lnTo>
                  <a:lnTo>
                    <a:pt x="497556" y="383065"/>
                  </a:lnTo>
                  <a:lnTo>
                    <a:pt x="498025" y="387680"/>
                  </a:lnTo>
                  <a:lnTo>
                    <a:pt x="498498" y="392296"/>
                  </a:lnTo>
                  <a:lnTo>
                    <a:pt x="498975" y="396911"/>
                  </a:lnTo>
                  <a:lnTo>
                    <a:pt x="499459" y="401526"/>
                  </a:lnTo>
                  <a:lnTo>
                    <a:pt x="499949" y="406141"/>
                  </a:lnTo>
                  <a:lnTo>
                    <a:pt x="500443" y="410757"/>
                  </a:lnTo>
                  <a:lnTo>
                    <a:pt x="500948" y="415372"/>
                  </a:lnTo>
                  <a:lnTo>
                    <a:pt x="501459" y="419987"/>
                  </a:lnTo>
                  <a:lnTo>
                    <a:pt x="501978" y="424602"/>
                  </a:lnTo>
                  <a:lnTo>
                    <a:pt x="502511" y="429218"/>
                  </a:lnTo>
                  <a:lnTo>
                    <a:pt x="503053" y="433833"/>
                  </a:lnTo>
                  <a:lnTo>
                    <a:pt x="503605" y="438448"/>
                  </a:lnTo>
                  <a:lnTo>
                    <a:pt x="504176" y="443063"/>
                  </a:lnTo>
                  <a:lnTo>
                    <a:pt x="504759" y="447679"/>
                  </a:lnTo>
                  <a:lnTo>
                    <a:pt x="505356" y="452294"/>
                  </a:lnTo>
                  <a:lnTo>
                    <a:pt x="505977" y="456909"/>
                  </a:lnTo>
                  <a:lnTo>
                    <a:pt x="506613" y="461524"/>
                  </a:lnTo>
                  <a:lnTo>
                    <a:pt x="507269" y="466140"/>
                  </a:lnTo>
                  <a:lnTo>
                    <a:pt x="507955" y="470755"/>
                  </a:lnTo>
                  <a:lnTo>
                    <a:pt x="508659" y="475370"/>
                  </a:lnTo>
                  <a:lnTo>
                    <a:pt x="509390" y="479985"/>
                  </a:lnTo>
                  <a:lnTo>
                    <a:pt x="510157" y="484601"/>
                  </a:lnTo>
                  <a:lnTo>
                    <a:pt x="510945" y="489216"/>
                  </a:lnTo>
                  <a:lnTo>
                    <a:pt x="511770" y="493831"/>
                  </a:lnTo>
                  <a:lnTo>
                    <a:pt x="512634" y="498446"/>
                  </a:lnTo>
                  <a:lnTo>
                    <a:pt x="513526" y="503062"/>
                  </a:lnTo>
                  <a:lnTo>
                    <a:pt x="514463" y="507677"/>
                  </a:lnTo>
                  <a:lnTo>
                    <a:pt x="515445" y="512292"/>
                  </a:lnTo>
                  <a:lnTo>
                    <a:pt x="516459" y="516907"/>
                  </a:lnTo>
                  <a:lnTo>
                    <a:pt x="517528" y="521523"/>
                  </a:lnTo>
                  <a:lnTo>
                    <a:pt x="518647" y="526138"/>
                  </a:lnTo>
                  <a:lnTo>
                    <a:pt x="519803" y="530753"/>
                  </a:lnTo>
                  <a:lnTo>
                    <a:pt x="521026" y="535368"/>
                  </a:lnTo>
                  <a:lnTo>
                    <a:pt x="522302" y="539984"/>
                  </a:lnTo>
                  <a:lnTo>
                    <a:pt x="523619" y="544599"/>
                  </a:lnTo>
                  <a:lnTo>
                    <a:pt x="525015" y="549214"/>
                  </a:lnTo>
                  <a:lnTo>
                    <a:pt x="526466" y="553829"/>
                  </a:lnTo>
                  <a:lnTo>
                    <a:pt x="527963" y="558445"/>
                  </a:lnTo>
                  <a:lnTo>
                    <a:pt x="529552" y="563060"/>
                  </a:lnTo>
                  <a:lnTo>
                    <a:pt x="531196" y="567675"/>
                  </a:lnTo>
                  <a:lnTo>
                    <a:pt x="532890" y="572290"/>
                  </a:lnTo>
                  <a:lnTo>
                    <a:pt x="534687" y="576906"/>
                  </a:lnTo>
                  <a:lnTo>
                    <a:pt x="536540" y="581521"/>
                  </a:lnTo>
                  <a:lnTo>
                    <a:pt x="538447" y="586136"/>
                  </a:lnTo>
                  <a:lnTo>
                    <a:pt x="540464" y="590751"/>
                  </a:lnTo>
                  <a:lnTo>
                    <a:pt x="542537" y="595367"/>
                  </a:lnTo>
                  <a:lnTo>
                    <a:pt x="544672" y="599982"/>
                  </a:lnTo>
                  <a:lnTo>
                    <a:pt x="546917" y="604597"/>
                  </a:lnTo>
                  <a:lnTo>
                    <a:pt x="549218" y="609212"/>
                  </a:lnTo>
                  <a:lnTo>
                    <a:pt x="551588" y="613828"/>
                  </a:lnTo>
                  <a:lnTo>
                    <a:pt x="554065" y="618443"/>
                  </a:lnTo>
                  <a:lnTo>
                    <a:pt x="556599" y="623058"/>
                  </a:lnTo>
                  <a:lnTo>
                    <a:pt x="559207" y="627673"/>
                  </a:lnTo>
                  <a:lnTo>
                    <a:pt x="561917" y="632289"/>
                  </a:lnTo>
                  <a:lnTo>
                    <a:pt x="564683" y="636904"/>
                  </a:lnTo>
                  <a:lnTo>
                    <a:pt x="567526" y="641519"/>
                  </a:lnTo>
                  <a:lnTo>
                    <a:pt x="570465" y="646134"/>
                  </a:lnTo>
                  <a:lnTo>
                    <a:pt x="573457" y="650750"/>
                  </a:lnTo>
                  <a:lnTo>
                    <a:pt x="576529" y="655365"/>
                  </a:lnTo>
                  <a:lnTo>
                    <a:pt x="579685" y="659980"/>
                  </a:lnTo>
                  <a:lnTo>
                    <a:pt x="582894" y="664595"/>
                  </a:lnTo>
                  <a:lnTo>
                    <a:pt x="586180" y="669211"/>
                  </a:lnTo>
                  <a:lnTo>
                    <a:pt x="589541" y="673826"/>
                  </a:lnTo>
                  <a:lnTo>
                    <a:pt x="592949" y="678441"/>
                  </a:lnTo>
                  <a:lnTo>
                    <a:pt x="596432" y="683056"/>
                  </a:lnTo>
                  <a:lnTo>
                    <a:pt x="599977" y="687672"/>
                  </a:lnTo>
                  <a:lnTo>
                    <a:pt x="603565" y="692287"/>
                  </a:lnTo>
                  <a:lnTo>
                    <a:pt x="607221" y="696902"/>
                  </a:lnTo>
                  <a:lnTo>
                    <a:pt x="610928" y="701517"/>
                  </a:lnTo>
                  <a:lnTo>
                    <a:pt x="614670" y="706133"/>
                  </a:lnTo>
                  <a:lnTo>
                    <a:pt x="618472" y="710748"/>
                  </a:lnTo>
                  <a:lnTo>
                    <a:pt x="622313" y="715363"/>
                  </a:lnTo>
                  <a:lnTo>
                    <a:pt x="626182" y="719978"/>
                  </a:lnTo>
                  <a:lnTo>
                    <a:pt x="630099" y="724594"/>
                  </a:lnTo>
                  <a:lnTo>
                    <a:pt x="634043" y="729209"/>
                  </a:lnTo>
                  <a:lnTo>
                    <a:pt x="638009" y="733824"/>
                  </a:lnTo>
                  <a:lnTo>
                    <a:pt x="642009" y="738439"/>
                  </a:lnTo>
                  <a:lnTo>
                    <a:pt x="646025" y="743055"/>
                  </a:lnTo>
                  <a:lnTo>
                    <a:pt x="650054" y="747670"/>
                  </a:lnTo>
                  <a:lnTo>
                    <a:pt x="654103" y="752285"/>
                  </a:lnTo>
                  <a:lnTo>
                    <a:pt x="658158" y="756900"/>
                  </a:lnTo>
                  <a:lnTo>
                    <a:pt x="662218" y="761516"/>
                  </a:lnTo>
                  <a:lnTo>
                    <a:pt x="666282" y="766131"/>
                  </a:lnTo>
                  <a:lnTo>
                    <a:pt x="670343" y="770746"/>
                  </a:lnTo>
                  <a:lnTo>
                    <a:pt x="674402" y="775361"/>
                  </a:lnTo>
                  <a:lnTo>
                    <a:pt x="678448" y="779977"/>
                  </a:lnTo>
                  <a:lnTo>
                    <a:pt x="682485" y="784592"/>
                  </a:lnTo>
                  <a:lnTo>
                    <a:pt x="686510" y="789207"/>
                  </a:lnTo>
                  <a:lnTo>
                    <a:pt x="690509" y="793822"/>
                  </a:lnTo>
                  <a:lnTo>
                    <a:pt x="694493" y="798438"/>
                  </a:lnTo>
                  <a:lnTo>
                    <a:pt x="698455" y="803053"/>
                  </a:lnTo>
                  <a:lnTo>
                    <a:pt x="702382" y="807668"/>
                  </a:lnTo>
                  <a:lnTo>
                    <a:pt x="706288" y="812283"/>
                  </a:lnTo>
                  <a:lnTo>
                    <a:pt x="710162" y="816899"/>
                  </a:lnTo>
                  <a:lnTo>
                    <a:pt x="713993" y="821514"/>
                  </a:lnTo>
                  <a:lnTo>
                    <a:pt x="717799" y="826129"/>
                  </a:lnTo>
                  <a:lnTo>
                    <a:pt x="721564" y="830744"/>
                  </a:lnTo>
                  <a:lnTo>
                    <a:pt x="725282" y="835360"/>
                  </a:lnTo>
                  <a:lnTo>
                    <a:pt x="728971" y="839975"/>
                  </a:lnTo>
                  <a:lnTo>
                    <a:pt x="732611" y="844590"/>
                  </a:lnTo>
                  <a:lnTo>
                    <a:pt x="736203" y="849205"/>
                  </a:lnTo>
                  <a:lnTo>
                    <a:pt x="739763" y="853821"/>
                  </a:lnTo>
                  <a:lnTo>
                    <a:pt x="743268" y="858436"/>
                  </a:lnTo>
                  <a:lnTo>
                    <a:pt x="746725" y="863051"/>
                  </a:lnTo>
                  <a:lnTo>
                    <a:pt x="750149" y="867666"/>
                  </a:lnTo>
                  <a:lnTo>
                    <a:pt x="753513" y="872282"/>
                  </a:lnTo>
                  <a:lnTo>
                    <a:pt x="756832" y="876897"/>
                  </a:lnTo>
                  <a:lnTo>
                    <a:pt x="760117" y="881512"/>
                  </a:lnTo>
                  <a:lnTo>
                    <a:pt x="763340" y="886127"/>
                  </a:lnTo>
                  <a:lnTo>
                    <a:pt x="766522" y="890743"/>
                  </a:lnTo>
                  <a:lnTo>
                    <a:pt x="769670" y="895358"/>
                  </a:lnTo>
                  <a:lnTo>
                    <a:pt x="772757" y="899973"/>
                  </a:lnTo>
                  <a:lnTo>
                    <a:pt x="775806" y="904588"/>
                  </a:lnTo>
                  <a:lnTo>
                    <a:pt x="778824" y="909204"/>
                  </a:lnTo>
                  <a:lnTo>
                    <a:pt x="781782" y="913819"/>
                  </a:lnTo>
                  <a:lnTo>
                    <a:pt x="784708" y="918434"/>
                  </a:lnTo>
                  <a:lnTo>
                    <a:pt x="787605" y="923049"/>
                  </a:lnTo>
                  <a:lnTo>
                    <a:pt x="790445" y="927665"/>
                  </a:lnTo>
                  <a:lnTo>
                    <a:pt x="793259" y="932280"/>
                  </a:lnTo>
                  <a:lnTo>
                    <a:pt x="796045" y="936895"/>
                  </a:lnTo>
                  <a:lnTo>
                    <a:pt x="798783" y="941510"/>
                  </a:lnTo>
                  <a:lnTo>
                    <a:pt x="801497" y="946126"/>
                  </a:lnTo>
                  <a:lnTo>
                    <a:pt x="804186" y="950741"/>
                  </a:lnTo>
                  <a:lnTo>
                    <a:pt x="806834" y="955356"/>
                  </a:lnTo>
                  <a:lnTo>
                    <a:pt x="809464" y="959971"/>
                  </a:lnTo>
                  <a:lnTo>
                    <a:pt x="812069" y="964587"/>
                  </a:lnTo>
                  <a:lnTo>
                    <a:pt x="814643" y="969202"/>
                  </a:lnTo>
                  <a:lnTo>
                    <a:pt x="817200" y="973817"/>
                  </a:lnTo>
                  <a:lnTo>
                    <a:pt x="819736" y="978432"/>
                  </a:lnTo>
                  <a:lnTo>
                    <a:pt x="822248" y="983048"/>
                  </a:lnTo>
                  <a:lnTo>
                    <a:pt x="824746" y="987663"/>
                  </a:lnTo>
                  <a:lnTo>
                    <a:pt x="827225" y="992278"/>
                  </a:lnTo>
                  <a:lnTo>
                    <a:pt x="829686" y="996893"/>
                  </a:lnTo>
                  <a:lnTo>
                    <a:pt x="832135" y="1001509"/>
                  </a:lnTo>
                  <a:lnTo>
                    <a:pt x="834568" y="1006124"/>
                  </a:lnTo>
                  <a:lnTo>
                    <a:pt x="836985" y="1010739"/>
                  </a:lnTo>
                  <a:lnTo>
                    <a:pt x="839394" y="1015354"/>
                  </a:lnTo>
                  <a:lnTo>
                    <a:pt x="841787" y="1019970"/>
                  </a:lnTo>
                  <a:lnTo>
                    <a:pt x="844168" y="1024585"/>
                  </a:lnTo>
                  <a:lnTo>
                    <a:pt x="846539" y="1029200"/>
                  </a:lnTo>
                  <a:lnTo>
                    <a:pt x="848897" y="1033815"/>
                  </a:lnTo>
                  <a:lnTo>
                    <a:pt x="851242" y="1038431"/>
                  </a:lnTo>
                  <a:lnTo>
                    <a:pt x="853578" y="1043046"/>
                  </a:lnTo>
                  <a:lnTo>
                    <a:pt x="855898" y="1047661"/>
                  </a:lnTo>
                  <a:lnTo>
                    <a:pt x="858205" y="1052276"/>
                  </a:lnTo>
                  <a:lnTo>
                    <a:pt x="860503" y="1056892"/>
                  </a:lnTo>
                  <a:lnTo>
                    <a:pt x="862781" y="1061507"/>
                  </a:lnTo>
                  <a:lnTo>
                    <a:pt x="865044" y="1066122"/>
                  </a:lnTo>
                  <a:lnTo>
                    <a:pt x="867296" y="1070737"/>
                  </a:lnTo>
                  <a:lnTo>
                    <a:pt x="869522" y="1075353"/>
                  </a:lnTo>
                  <a:lnTo>
                    <a:pt x="871732" y="1079968"/>
                  </a:lnTo>
                  <a:lnTo>
                    <a:pt x="873926" y="1084583"/>
                  </a:lnTo>
                  <a:lnTo>
                    <a:pt x="876088" y="1089198"/>
                  </a:lnTo>
                  <a:lnTo>
                    <a:pt x="878229" y="1093814"/>
                  </a:lnTo>
                  <a:lnTo>
                    <a:pt x="880352" y="1098429"/>
                  </a:lnTo>
                  <a:lnTo>
                    <a:pt x="882431" y="1103044"/>
                  </a:lnTo>
                  <a:lnTo>
                    <a:pt x="884488" y="1107659"/>
                  </a:lnTo>
                  <a:lnTo>
                    <a:pt x="886519" y="1112275"/>
                  </a:lnTo>
                  <a:lnTo>
                    <a:pt x="886959" y="1113300"/>
                  </a:lnTo>
                  <a:lnTo>
                    <a:pt x="888499" y="1116890"/>
                  </a:lnTo>
                  <a:lnTo>
                    <a:pt x="890451" y="1121505"/>
                  </a:lnTo>
                  <a:lnTo>
                    <a:pt x="892369" y="1126120"/>
                  </a:lnTo>
                  <a:lnTo>
                    <a:pt x="894229" y="1130736"/>
                  </a:lnTo>
                  <a:lnTo>
                    <a:pt x="896055" y="1135351"/>
                  </a:lnTo>
                  <a:lnTo>
                    <a:pt x="897837" y="1139966"/>
                  </a:lnTo>
                  <a:lnTo>
                    <a:pt x="899554" y="1144581"/>
                  </a:lnTo>
                  <a:lnTo>
                    <a:pt x="901231" y="1149197"/>
                  </a:lnTo>
                  <a:lnTo>
                    <a:pt x="902855" y="1153812"/>
                  </a:lnTo>
                  <a:lnTo>
                    <a:pt x="904406" y="1158427"/>
                  </a:lnTo>
                  <a:lnTo>
                    <a:pt x="905912" y="1163042"/>
                  </a:lnTo>
                  <a:lnTo>
                    <a:pt x="907353" y="1167658"/>
                  </a:lnTo>
                  <a:lnTo>
                    <a:pt x="908716" y="1172273"/>
                  </a:lnTo>
                  <a:lnTo>
                    <a:pt x="910030" y="1176888"/>
                  </a:lnTo>
                  <a:lnTo>
                    <a:pt x="911267" y="1181503"/>
                  </a:lnTo>
                  <a:lnTo>
                    <a:pt x="912422" y="1186119"/>
                  </a:lnTo>
                  <a:lnTo>
                    <a:pt x="913523" y="1190734"/>
                  </a:lnTo>
                  <a:lnTo>
                    <a:pt x="914535" y="1195349"/>
                  </a:lnTo>
                  <a:lnTo>
                    <a:pt x="915464" y="1199964"/>
                  </a:lnTo>
                  <a:lnTo>
                    <a:pt x="916335" y="1204580"/>
                  </a:lnTo>
                  <a:lnTo>
                    <a:pt x="917106" y="1209195"/>
                  </a:lnTo>
                  <a:lnTo>
                    <a:pt x="917794" y="1213810"/>
                  </a:lnTo>
                  <a:lnTo>
                    <a:pt x="918421" y="1218425"/>
                  </a:lnTo>
                  <a:lnTo>
                    <a:pt x="918936" y="1223041"/>
                  </a:lnTo>
                  <a:lnTo>
                    <a:pt x="919371" y="1227656"/>
                  </a:lnTo>
                  <a:lnTo>
                    <a:pt x="919743" y="1232271"/>
                  </a:lnTo>
                  <a:lnTo>
                    <a:pt x="919995" y="1236886"/>
                  </a:lnTo>
                  <a:lnTo>
                    <a:pt x="920169" y="1241502"/>
                  </a:lnTo>
                  <a:lnTo>
                    <a:pt x="920279" y="1246117"/>
                  </a:lnTo>
                  <a:lnTo>
                    <a:pt x="920261" y="1250732"/>
                  </a:lnTo>
                  <a:lnTo>
                    <a:pt x="920171" y="1255347"/>
                  </a:lnTo>
                  <a:lnTo>
                    <a:pt x="920016" y="1259963"/>
                  </a:lnTo>
                  <a:lnTo>
                    <a:pt x="919728" y="1264578"/>
                  </a:lnTo>
                  <a:lnTo>
                    <a:pt x="919374" y="1269193"/>
                  </a:lnTo>
                  <a:lnTo>
                    <a:pt x="918952" y="1273808"/>
                  </a:lnTo>
                  <a:lnTo>
                    <a:pt x="918400" y="1278424"/>
                  </a:lnTo>
                  <a:lnTo>
                    <a:pt x="917785" y="1283039"/>
                  </a:lnTo>
                  <a:lnTo>
                    <a:pt x="917098" y="1287654"/>
                  </a:lnTo>
                  <a:lnTo>
                    <a:pt x="916291" y="1292269"/>
                  </a:lnTo>
                  <a:lnTo>
                    <a:pt x="915422" y="1296885"/>
                  </a:lnTo>
                  <a:lnTo>
                    <a:pt x="914479" y="1301500"/>
                  </a:lnTo>
                  <a:lnTo>
                    <a:pt x="913424" y="1306115"/>
                  </a:lnTo>
                  <a:lnTo>
                    <a:pt x="912311" y="1310730"/>
                  </a:lnTo>
                  <a:lnTo>
                    <a:pt x="911122" y="1315346"/>
                  </a:lnTo>
                  <a:lnTo>
                    <a:pt x="909831" y="1319961"/>
                  </a:lnTo>
                  <a:lnTo>
                    <a:pt x="908485" y="1324576"/>
                  </a:lnTo>
                  <a:lnTo>
                    <a:pt x="907061" y="1329191"/>
                  </a:lnTo>
                  <a:lnTo>
                    <a:pt x="905547" y="1333807"/>
                  </a:lnTo>
                  <a:lnTo>
                    <a:pt x="903980" y="1338422"/>
                  </a:lnTo>
                  <a:lnTo>
                    <a:pt x="902336" y="1343037"/>
                  </a:lnTo>
                  <a:lnTo>
                    <a:pt x="900611" y="1347652"/>
                  </a:lnTo>
                  <a:lnTo>
                    <a:pt x="898836" y="1352268"/>
                  </a:lnTo>
                  <a:lnTo>
                    <a:pt x="896986" y="1356883"/>
                  </a:lnTo>
                  <a:lnTo>
                    <a:pt x="895064" y="1361498"/>
                  </a:lnTo>
                  <a:lnTo>
                    <a:pt x="893096" y="1366113"/>
                  </a:lnTo>
                  <a:lnTo>
                    <a:pt x="891053" y="1370729"/>
                  </a:lnTo>
                  <a:lnTo>
                    <a:pt x="888948" y="1375344"/>
                  </a:lnTo>
                  <a:lnTo>
                    <a:pt x="886800" y="1379959"/>
                  </a:lnTo>
                  <a:lnTo>
                    <a:pt x="884579" y="1384574"/>
                  </a:lnTo>
                  <a:lnTo>
                    <a:pt x="882304" y="1389190"/>
                  </a:lnTo>
                  <a:lnTo>
                    <a:pt x="879990" y="1393805"/>
                  </a:lnTo>
                  <a:lnTo>
                    <a:pt x="877606" y="1398420"/>
                  </a:lnTo>
                  <a:lnTo>
                    <a:pt x="875176" y="1403035"/>
                  </a:lnTo>
                  <a:lnTo>
                    <a:pt x="872710" y="1407651"/>
                  </a:lnTo>
                  <a:lnTo>
                    <a:pt x="870177" y="1412266"/>
                  </a:lnTo>
                  <a:lnTo>
                    <a:pt x="867607" y="1416881"/>
                  </a:lnTo>
                  <a:lnTo>
                    <a:pt x="865413" y="1420772"/>
                  </a:lnTo>
                  <a:lnTo>
                    <a:pt x="865004" y="1421496"/>
                  </a:lnTo>
                  <a:lnTo>
                    <a:pt x="862340" y="1426112"/>
                  </a:lnTo>
                  <a:lnTo>
                    <a:pt x="859645" y="1430727"/>
                  </a:lnTo>
                  <a:lnTo>
                    <a:pt x="856922" y="1435342"/>
                  </a:lnTo>
                  <a:lnTo>
                    <a:pt x="854146" y="1439957"/>
                  </a:lnTo>
                  <a:lnTo>
                    <a:pt x="851345" y="1444573"/>
                  </a:lnTo>
                  <a:lnTo>
                    <a:pt x="848520" y="1449188"/>
                  </a:lnTo>
                  <a:lnTo>
                    <a:pt x="845654" y="1453803"/>
                  </a:lnTo>
                  <a:lnTo>
                    <a:pt x="842771" y="1458418"/>
                  </a:lnTo>
                  <a:lnTo>
                    <a:pt x="839867" y="1463034"/>
                  </a:lnTo>
                  <a:lnTo>
                    <a:pt x="836937" y="1467649"/>
                  </a:lnTo>
                  <a:lnTo>
                    <a:pt x="833997" y="1472264"/>
                  </a:lnTo>
                  <a:lnTo>
                    <a:pt x="831044" y="1476879"/>
                  </a:lnTo>
                  <a:lnTo>
                    <a:pt x="828081" y="1481495"/>
                  </a:lnTo>
                  <a:lnTo>
                    <a:pt x="825115" y="1486110"/>
                  </a:lnTo>
                  <a:lnTo>
                    <a:pt x="822149" y="1490725"/>
                  </a:lnTo>
                  <a:lnTo>
                    <a:pt x="819189" y="1495340"/>
                  </a:lnTo>
                  <a:lnTo>
                    <a:pt x="816237" y="1499956"/>
                  </a:lnTo>
                  <a:lnTo>
                    <a:pt x="813298" y="1504571"/>
                  </a:lnTo>
                  <a:lnTo>
                    <a:pt x="810385" y="1509186"/>
                  </a:lnTo>
                  <a:lnTo>
                    <a:pt x="807491" y="1513801"/>
                  </a:lnTo>
                  <a:lnTo>
                    <a:pt x="804631" y="1518417"/>
                  </a:lnTo>
                  <a:lnTo>
                    <a:pt x="801815" y="1523032"/>
                  </a:lnTo>
                  <a:lnTo>
                    <a:pt x="799031" y="1527647"/>
                  </a:lnTo>
                  <a:lnTo>
                    <a:pt x="796304" y="1532262"/>
                  </a:lnTo>
                  <a:lnTo>
                    <a:pt x="793642" y="1536878"/>
                  </a:lnTo>
                  <a:lnTo>
                    <a:pt x="791026" y="1541493"/>
                  </a:lnTo>
                  <a:lnTo>
                    <a:pt x="788497" y="1546108"/>
                  </a:lnTo>
                  <a:lnTo>
                    <a:pt x="786052" y="1550723"/>
                  </a:lnTo>
                  <a:lnTo>
                    <a:pt x="783669" y="1555339"/>
                  </a:lnTo>
                  <a:lnTo>
                    <a:pt x="781407" y="1559954"/>
                  </a:lnTo>
                  <a:lnTo>
                    <a:pt x="779246" y="1564569"/>
                  </a:lnTo>
                  <a:lnTo>
                    <a:pt x="777164" y="1569184"/>
                  </a:lnTo>
                  <a:lnTo>
                    <a:pt x="775242" y="1573800"/>
                  </a:lnTo>
                  <a:lnTo>
                    <a:pt x="773435" y="1578415"/>
                  </a:lnTo>
                  <a:lnTo>
                    <a:pt x="771725" y="1583030"/>
                  </a:lnTo>
                  <a:lnTo>
                    <a:pt x="770216" y="1587645"/>
                  </a:lnTo>
                  <a:lnTo>
                    <a:pt x="768835" y="1592261"/>
                  </a:lnTo>
                  <a:lnTo>
                    <a:pt x="767567" y="1596876"/>
                  </a:lnTo>
                  <a:lnTo>
                    <a:pt x="766545" y="1601491"/>
                  </a:lnTo>
                  <a:lnTo>
                    <a:pt x="765658" y="1606106"/>
                  </a:lnTo>
                  <a:lnTo>
                    <a:pt x="764904" y="1610722"/>
                  </a:lnTo>
                  <a:lnTo>
                    <a:pt x="764430" y="1615337"/>
                  </a:lnTo>
                  <a:lnTo>
                    <a:pt x="764100" y="1619952"/>
                  </a:lnTo>
                  <a:lnTo>
                    <a:pt x="763930" y="1624567"/>
                  </a:lnTo>
                  <a:lnTo>
                    <a:pt x="764056" y="1629183"/>
                  </a:lnTo>
                  <a:lnTo>
                    <a:pt x="764336" y="1633798"/>
                  </a:lnTo>
                  <a:lnTo>
                    <a:pt x="764803" y="1638413"/>
                  </a:lnTo>
                  <a:lnTo>
                    <a:pt x="765572" y="1643028"/>
                  </a:lnTo>
                  <a:lnTo>
                    <a:pt x="766503" y="1647644"/>
                  </a:lnTo>
                  <a:lnTo>
                    <a:pt x="767646" y="1652259"/>
                  </a:lnTo>
                  <a:lnTo>
                    <a:pt x="769088" y="1656874"/>
                  </a:lnTo>
                  <a:lnTo>
                    <a:pt x="770697" y="1661489"/>
                  </a:lnTo>
                  <a:lnTo>
                    <a:pt x="772536" y="1666105"/>
                  </a:lnTo>
                  <a:lnTo>
                    <a:pt x="774662" y="1670720"/>
                  </a:lnTo>
                  <a:lnTo>
                    <a:pt x="776954" y="1675335"/>
                  </a:lnTo>
                  <a:lnTo>
                    <a:pt x="779490" y="1679950"/>
                  </a:lnTo>
                  <a:lnTo>
                    <a:pt x="782291" y="1684566"/>
                  </a:lnTo>
                  <a:lnTo>
                    <a:pt x="785253" y="1689181"/>
                  </a:lnTo>
                  <a:lnTo>
                    <a:pt x="788461" y="1693796"/>
                  </a:lnTo>
                  <a:lnTo>
                    <a:pt x="791905" y="1698411"/>
                  </a:lnTo>
                  <a:lnTo>
                    <a:pt x="795500" y="1703027"/>
                  </a:lnTo>
                  <a:lnTo>
                    <a:pt x="799333" y="1707642"/>
                  </a:lnTo>
                  <a:lnTo>
                    <a:pt x="803365" y="1712257"/>
                  </a:lnTo>
                  <a:lnTo>
                    <a:pt x="807531" y="1716872"/>
                  </a:lnTo>
                  <a:lnTo>
                    <a:pt x="811915" y="1721488"/>
                  </a:lnTo>
                  <a:lnTo>
                    <a:pt x="816456" y="1726103"/>
                  </a:lnTo>
                  <a:lnTo>
                    <a:pt x="821109" y="1730718"/>
                  </a:lnTo>
                  <a:lnTo>
                    <a:pt x="825946" y="1735333"/>
                  </a:lnTo>
                  <a:lnTo>
                    <a:pt x="830895" y="1739949"/>
                  </a:lnTo>
                  <a:lnTo>
                    <a:pt x="835929" y="1744564"/>
                  </a:lnTo>
                  <a:lnTo>
                    <a:pt x="841098" y="1749179"/>
                  </a:lnTo>
                  <a:lnTo>
                    <a:pt x="846332" y="1753794"/>
                  </a:lnTo>
                  <a:lnTo>
                    <a:pt x="851620" y="1758410"/>
                  </a:lnTo>
                  <a:lnTo>
                    <a:pt x="856980" y="1763025"/>
                  </a:lnTo>
                  <a:lnTo>
                    <a:pt x="862361" y="1767640"/>
                  </a:lnTo>
                  <a:lnTo>
                    <a:pt x="867759" y="1772255"/>
                  </a:lnTo>
                  <a:lnTo>
                    <a:pt x="873155" y="1776871"/>
                  </a:lnTo>
                  <a:lnTo>
                    <a:pt x="878528" y="1781486"/>
                  </a:lnTo>
                  <a:lnTo>
                    <a:pt x="883879" y="1786101"/>
                  </a:lnTo>
                  <a:lnTo>
                    <a:pt x="889145" y="1790716"/>
                  </a:lnTo>
                  <a:lnTo>
                    <a:pt x="894350" y="1795332"/>
                  </a:lnTo>
                  <a:lnTo>
                    <a:pt x="899483" y="1799947"/>
                  </a:lnTo>
                  <a:lnTo>
                    <a:pt x="904455" y="1804562"/>
                  </a:lnTo>
                  <a:lnTo>
                    <a:pt x="909326" y="1809177"/>
                  </a:lnTo>
                  <a:lnTo>
                    <a:pt x="914070" y="1813793"/>
                  </a:lnTo>
                  <a:lnTo>
                    <a:pt x="918584" y="1818408"/>
                  </a:lnTo>
                  <a:lnTo>
                    <a:pt x="922960" y="1823023"/>
                  </a:lnTo>
                  <a:lnTo>
                    <a:pt x="927147" y="1827638"/>
                  </a:lnTo>
                  <a:lnTo>
                    <a:pt x="931047" y="1832254"/>
                  </a:lnTo>
                  <a:lnTo>
                    <a:pt x="934774" y="1836869"/>
                  </a:lnTo>
                  <a:lnTo>
                    <a:pt x="938247" y="1841484"/>
                  </a:lnTo>
                  <a:lnTo>
                    <a:pt x="941391" y="1846099"/>
                  </a:lnTo>
                  <a:lnTo>
                    <a:pt x="944328" y="1850715"/>
                  </a:lnTo>
                  <a:lnTo>
                    <a:pt x="946949" y="1855330"/>
                  </a:lnTo>
                  <a:lnTo>
                    <a:pt x="949210" y="1859945"/>
                  </a:lnTo>
                  <a:lnTo>
                    <a:pt x="951239" y="1864560"/>
                  </a:lnTo>
                  <a:lnTo>
                    <a:pt x="952891" y="1869176"/>
                  </a:lnTo>
                  <a:lnTo>
                    <a:pt x="954168" y="1873791"/>
                  </a:lnTo>
                  <a:lnTo>
                    <a:pt x="955191" y="1878406"/>
                  </a:lnTo>
                  <a:lnTo>
                    <a:pt x="955785" y="1883021"/>
                  </a:lnTo>
                  <a:lnTo>
                    <a:pt x="956002" y="1887637"/>
                  </a:lnTo>
                  <a:lnTo>
                    <a:pt x="955951" y="1892252"/>
                  </a:lnTo>
                  <a:lnTo>
                    <a:pt x="955428" y="1896867"/>
                  </a:lnTo>
                  <a:lnTo>
                    <a:pt x="955210" y="1897999"/>
                  </a:lnTo>
                  <a:lnTo>
                    <a:pt x="954539" y="1901482"/>
                  </a:lnTo>
                  <a:lnTo>
                    <a:pt x="953375" y="1906098"/>
                  </a:lnTo>
                  <a:lnTo>
                    <a:pt x="951708" y="1910713"/>
                  </a:lnTo>
                  <a:lnTo>
                    <a:pt x="949697" y="1915328"/>
                  </a:lnTo>
                  <a:lnTo>
                    <a:pt x="947413" y="1919943"/>
                  </a:lnTo>
                  <a:lnTo>
                    <a:pt x="944608" y="1924559"/>
                  </a:lnTo>
                  <a:lnTo>
                    <a:pt x="941492" y="1929174"/>
                  </a:lnTo>
                  <a:lnTo>
                    <a:pt x="938110" y="1933789"/>
                  </a:lnTo>
                  <a:lnTo>
                    <a:pt x="934207" y="1938404"/>
                  </a:lnTo>
                  <a:lnTo>
                    <a:pt x="930031" y="1943020"/>
                  </a:lnTo>
                  <a:lnTo>
                    <a:pt x="925602" y="1947635"/>
                  </a:lnTo>
                  <a:lnTo>
                    <a:pt x="920670" y="1952250"/>
                  </a:lnTo>
                  <a:lnTo>
                    <a:pt x="915508" y="1956865"/>
                  </a:lnTo>
                  <a:lnTo>
                    <a:pt x="910094" y="1961481"/>
                  </a:lnTo>
                  <a:lnTo>
                    <a:pt x="904247" y="1966096"/>
                  </a:lnTo>
                  <a:lnTo>
                    <a:pt x="898196" y="1970711"/>
                  </a:lnTo>
                  <a:lnTo>
                    <a:pt x="891905" y="1975326"/>
                  </a:lnTo>
                  <a:lnTo>
                    <a:pt x="885256" y="1979942"/>
                  </a:lnTo>
                  <a:lnTo>
                    <a:pt x="878433" y="1984557"/>
                  </a:lnTo>
                  <a:lnTo>
                    <a:pt x="871393" y="1989172"/>
                  </a:lnTo>
                  <a:lnTo>
                    <a:pt x="864072" y="1993787"/>
                  </a:lnTo>
                  <a:lnTo>
                    <a:pt x="856609" y="1998403"/>
                  </a:lnTo>
                  <a:lnTo>
                    <a:pt x="848963" y="2003018"/>
                  </a:lnTo>
                  <a:lnTo>
                    <a:pt x="841110" y="2007633"/>
                  </a:lnTo>
                  <a:lnTo>
                    <a:pt x="833151" y="2012248"/>
                  </a:lnTo>
                  <a:lnTo>
                    <a:pt x="825048" y="2016864"/>
                  </a:lnTo>
                  <a:lnTo>
                    <a:pt x="816811" y="2021479"/>
                  </a:lnTo>
                  <a:lnTo>
                    <a:pt x="808503" y="2026094"/>
                  </a:lnTo>
                  <a:lnTo>
                    <a:pt x="800099" y="2030709"/>
                  </a:lnTo>
                  <a:lnTo>
                    <a:pt x="791625" y="2035325"/>
                  </a:lnTo>
                  <a:lnTo>
                    <a:pt x="783115" y="2039940"/>
                  </a:lnTo>
                  <a:lnTo>
                    <a:pt x="774562" y="2044555"/>
                  </a:lnTo>
                  <a:lnTo>
                    <a:pt x="765995" y="2049170"/>
                  </a:lnTo>
                  <a:lnTo>
                    <a:pt x="757425" y="2053786"/>
                  </a:lnTo>
                  <a:lnTo>
                    <a:pt x="748867" y="2058401"/>
                  </a:lnTo>
                  <a:lnTo>
                    <a:pt x="740342" y="2063016"/>
                  </a:lnTo>
                  <a:lnTo>
                    <a:pt x="731845" y="2067631"/>
                  </a:lnTo>
                  <a:lnTo>
                    <a:pt x="723417" y="2072247"/>
                  </a:lnTo>
                  <a:lnTo>
                    <a:pt x="715057" y="2076862"/>
                  </a:lnTo>
                  <a:lnTo>
                    <a:pt x="706753" y="2081477"/>
                  </a:lnTo>
                  <a:lnTo>
                    <a:pt x="698572" y="2086092"/>
                  </a:lnTo>
                  <a:lnTo>
                    <a:pt x="690486" y="2090708"/>
                  </a:lnTo>
                  <a:lnTo>
                    <a:pt x="682480" y="2095323"/>
                  </a:lnTo>
                  <a:lnTo>
                    <a:pt x="674648" y="2099938"/>
                  </a:lnTo>
                  <a:lnTo>
                    <a:pt x="666928" y="2104553"/>
                  </a:lnTo>
                  <a:lnTo>
                    <a:pt x="659308" y="2109169"/>
                  </a:lnTo>
                  <a:lnTo>
                    <a:pt x="651907" y="2113784"/>
                  </a:lnTo>
                  <a:lnTo>
                    <a:pt x="644627" y="2118399"/>
                  </a:lnTo>
                  <a:lnTo>
                    <a:pt x="637467" y="2123014"/>
                  </a:lnTo>
                  <a:lnTo>
                    <a:pt x="630556" y="2127630"/>
                  </a:lnTo>
                  <a:lnTo>
                    <a:pt x="623772" y="2132245"/>
                  </a:lnTo>
                  <a:lnTo>
                    <a:pt x="617130" y="2136860"/>
                  </a:lnTo>
                  <a:lnTo>
                    <a:pt x="610746" y="2141475"/>
                  </a:lnTo>
                  <a:lnTo>
                    <a:pt x="604496" y="2146091"/>
                  </a:lnTo>
                  <a:lnTo>
                    <a:pt x="598408" y="2150706"/>
                  </a:lnTo>
                  <a:lnTo>
                    <a:pt x="592576" y="2155321"/>
                  </a:lnTo>
                  <a:lnTo>
                    <a:pt x="586881" y="2159936"/>
                  </a:lnTo>
                  <a:lnTo>
                    <a:pt x="581364" y="2164552"/>
                  </a:lnTo>
                  <a:lnTo>
                    <a:pt x="576093" y="2169167"/>
                  </a:lnTo>
                  <a:lnTo>
                    <a:pt x="570960" y="2173782"/>
                  </a:lnTo>
                  <a:lnTo>
                    <a:pt x="566015" y="2178397"/>
                  </a:lnTo>
                  <a:lnTo>
                    <a:pt x="561302" y="2183013"/>
                  </a:lnTo>
                  <a:lnTo>
                    <a:pt x="556724" y="2187628"/>
                  </a:lnTo>
                  <a:lnTo>
                    <a:pt x="552341" y="2192243"/>
                  </a:lnTo>
                  <a:lnTo>
                    <a:pt x="548170" y="2196858"/>
                  </a:lnTo>
                  <a:lnTo>
                    <a:pt x="544128" y="2201474"/>
                  </a:lnTo>
                  <a:lnTo>
                    <a:pt x="540283" y="2206089"/>
                  </a:lnTo>
                  <a:lnTo>
                    <a:pt x="536629" y="2210704"/>
                  </a:lnTo>
                  <a:lnTo>
                    <a:pt x="533096" y="2215319"/>
                  </a:lnTo>
                  <a:lnTo>
                    <a:pt x="529759" y="2219935"/>
                  </a:lnTo>
                  <a:lnTo>
                    <a:pt x="526589" y="2224550"/>
                  </a:lnTo>
                  <a:lnTo>
                    <a:pt x="523533" y="2229165"/>
                  </a:lnTo>
                  <a:lnTo>
                    <a:pt x="520666" y="2233780"/>
                  </a:lnTo>
                  <a:lnTo>
                    <a:pt x="517943" y="2238396"/>
                  </a:lnTo>
                  <a:lnTo>
                    <a:pt x="515323" y="2243011"/>
                  </a:lnTo>
                  <a:lnTo>
                    <a:pt x="512885" y="2247626"/>
                  </a:lnTo>
                  <a:lnTo>
                    <a:pt x="510569" y="2252241"/>
                  </a:lnTo>
                  <a:lnTo>
                    <a:pt x="508346" y="2256857"/>
                  </a:lnTo>
                  <a:lnTo>
                    <a:pt x="506293" y="2261472"/>
                  </a:lnTo>
                  <a:lnTo>
                    <a:pt x="504341" y="2266087"/>
                  </a:lnTo>
                  <a:lnTo>
                    <a:pt x="502472" y="2270702"/>
                  </a:lnTo>
                  <a:lnTo>
                    <a:pt x="500761" y="2275318"/>
                  </a:lnTo>
                  <a:lnTo>
                    <a:pt x="499131" y="2279933"/>
                  </a:lnTo>
                  <a:lnTo>
                    <a:pt x="497575" y="2284548"/>
                  </a:lnTo>
                  <a:lnTo>
                    <a:pt x="496162" y="2289163"/>
                  </a:lnTo>
                  <a:lnTo>
                    <a:pt x="494814" y="2293779"/>
                  </a:lnTo>
                  <a:lnTo>
                    <a:pt x="493534" y="2298394"/>
                  </a:lnTo>
                  <a:lnTo>
                    <a:pt x="492375" y="2303009"/>
                  </a:lnTo>
                  <a:lnTo>
                    <a:pt x="491270" y="2307624"/>
                  </a:lnTo>
                  <a:lnTo>
                    <a:pt x="490229" y="2312240"/>
                  </a:lnTo>
                  <a:lnTo>
                    <a:pt x="489285" y="2316855"/>
                  </a:lnTo>
                  <a:lnTo>
                    <a:pt x="488388" y="2321470"/>
                  </a:lnTo>
                  <a:lnTo>
                    <a:pt x="487549" y="2326085"/>
                  </a:lnTo>
                  <a:lnTo>
                    <a:pt x="486788" y="2330701"/>
                  </a:lnTo>
                  <a:lnTo>
                    <a:pt x="486066" y="2335316"/>
                  </a:lnTo>
                  <a:lnTo>
                    <a:pt x="485396" y="2339931"/>
                  </a:lnTo>
                  <a:lnTo>
                    <a:pt x="484788" y="2344546"/>
                  </a:lnTo>
                  <a:lnTo>
                    <a:pt x="484213" y="2349162"/>
                  </a:lnTo>
                  <a:lnTo>
                    <a:pt x="483682" y="2353777"/>
                  </a:lnTo>
                  <a:lnTo>
                    <a:pt x="483201" y="2358392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2170699" y="2043744"/>
              <a:ext cx="956002" cy="2243886"/>
            </a:xfrm>
            <a:custGeom>
              <a:avLst/>
              <a:pathLst>
                <a:path w="956002" h="2243886">
                  <a:moveTo>
                    <a:pt x="473643" y="2243886"/>
                  </a:moveTo>
                  <a:lnTo>
                    <a:pt x="473202" y="2239494"/>
                  </a:lnTo>
                  <a:lnTo>
                    <a:pt x="472733" y="2235103"/>
                  </a:lnTo>
                  <a:lnTo>
                    <a:pt x="472211" y="2230712"/>
                  </a:lnTo>
                  <a:lnTo>
                    <a:pt x="471645" y="2226321"/>
                  </a:lnTo>
                  <a:lnTo>
                    <a:pt x="471044" y="2221930"/>
                  </a:lnTo>
                  <a:lnTo>
                    <a:pt x="470380" y="2217539"/>
                  </a:lnTo>
                  <a:lnTo>
                    <a:pt x="469661" y="2213147"/>
                  </a:lnTo>
                  <a:lnTo>
                    <a:pt x="468899" y="2208756"/>
                  </a:lnTo>
                  <a:lnTo>
                    <a:pt x="468062" y="2204365"/>
                  </a:lnTo>
                  <a:lnTo>
                    <a:pt x="467158" y="2199974"/>
                  </a:lnTo>
                  <a:lnTo>
                    <a:pt x="466201" y="2195583"/>
                  </a:lnTo>
                  <a:lnTo>
                    <a:pt x="465158" y="2191192"/>
                  </a:lnTo>
                  <a:lnTo>
                    <a:pt x="464033" y="2186800"/>
                  </a:lnTo>
                  <a:lnTo>
                    <a:pt x="462846" y="2182409"/>
                  </a:lnTo>
                  <a:lnTo>
                    <a:pt x="461560" y="2178018"/>
                  </a:lnTo>
                  <a:lnTo>
                    <a:pt x="460174" y="2173627"/>
                  </a:lnTo>
                  <a:lnTo>
                    <a:pt x="458716" y="2169236"/>
                  </a:lnTo>
                  <a:lnTo>
                    <a:pt x="457147" y="2164845"/>
                  </a:lnTo>
                  <a:lnTo>
                    <a:pt x="455459" y="2160453"/>
                  </a:lnTo>
                  <a:lnTo>
                    <a:pt x="453687" y="2156062"/>
                  </a:lnTo>
                  <a:lnTo>
                    <a:pt x="451793" y="2151671"/>
                  </a:lnTo>
                  <a:lnTo>
                    <a:pt x="449758" y="2147280"/>
                  </a:lnTo>
                  <a:lnTo>
                    <a:pt x="447630" y="2142889"/>
                  </a:lnTo>
                  <a:lnTo>
                    <a:pt x="445367" y="2138498"/>
                  </a:lnTo>
                  <a:lnTo>
                    <a:pt x="442943" y="2134106"/>
                  </a:lnTo>
                  <a:lnTo>
                    <a:pt x="440413" y="2129715"/>
                  </a:lnTo>
                  <a:lnTo>
                    <a:pt x="437740" y="2125324"/>
                  </a:lnTo>
                  <a:lnTo>
                    <a:pt x="434884" y="2120933"/>
                  </a:lnTo>
                  <a:lnTo>
                    <a:pt x="431911" y="2116542"/>
                  </a:lnTo>
                  <a:lnTo>
                    <a:pt x="428788" y="2112151"/>
                  </a:lnTo>
                  <a:lnTo>
                    <a:pt x="425460" y="2107759"/>
                  </a:lnTo>
                  <a:lnTo>
                    <a:pt x="422006" y="2103368"/>
                  </a:lnTo>
                  <a:lnTo>
                    <a:pt x="418398" y="2098977"/>
                  </a:lnTo>
                  <a:lnTo>
                    <a:pt x="414565" y="2094586"/>
                  </a:lnTo>
                  <a:lnTo>
                    <a:pt x="410600" y="2090195"/>
                  </a:lnTo>
                  <a:lnTo>
                    <a:pt x="406478" y="2085804"/>
                  </a:lnTo>
                  <a:lnTo>
                    <a:pt x="402115" y="2081412"/>
                  </a:lnTo>
                  <a:lnTo>
                    <a:pt x="397617" y="2077021"/>
                  </a:lnTo>
                  <a:lnTo>
                    <a:pt x="392962" y="2072630"/>
                  </a:lnTo>
                  <a:lnTo>
                    <a:pt x="388057" y="2068239"/>
                  </a:lnTo>
                  <a:lnTo>
                    <a:pt x="383014" y="2063848"/>
                  </a:lnTo>
                  <a:lnTo>
                    <a:pt x="377821" y="2059457"/>
                  </a:lnTo>
                  <a:lnTo>
                    <a:pt x="372373" y="2055065"/>
                  </a:lnTo>
                  <a:lnTo>
                    <a:pt x="366789" y="2050674"/>
                  </a:lnTo>
                  <a:lnTo>
                    <a:pt x="361066" y="2046283"/>
                  </a:lnTo>
                  <a:lnTo>
                    <a:pt x="355091" y="2041892"/>
                  </a:lnTo>
                  <a:lnTo>
                    <a:pt x="348988" y="2037501"/>
                  </a:lnTo>
                  <a:lnTo>
                    <a:pt x="342758" y="2033110"/>
                  </a:lnTo>
                  <a:lnTo>
                    <a:pt x="336292" y="2028718"/>
                  </a:lnTo>
                  <a:lnTo>
                    <a:pt x="329709" y="2024327"/>
                  </a:lnTo>
                  <a:lnTo>
                    <a:pt x="323012" y="2019936"/>
                  </a:lnTo>
                  <a:lnTo>
                    <a:pt x="316112" y="2015545"/>
                  </a:lnTo>
                  <a:lnTo>
                    <a:pt x="309109" y="2011154"/>
                  </a:lnTo>
                  <a:lnTo>
                    <a:pt x="302009" y="2006763"/>
                  </a:lnTo>
                  <a:lnTo>
                    <a:pt x="294748" y="2002371"/>
                  </a:lnTo>
                  <a:lnTo>
                    <a:pt x="287403" y="1997980"/>
                  </a:lnTo>
                  <a:lnTo>
                    <a:pt x="279985" y="1993589"/>
                  </a:lnTo>
                  <a:lnTo>
                    <a:pt x="272454" y="1989198"/>
                  </a:lnTo>
                  <a:lnTo>
                    <a:pt x="264867" y="1984807"/>
                  </a:lnTo>
                  <a:lnTo>
                    <a:pt x="257235" y="1980416"/>
                  </a:lnTo>
                  <a:lnTo>
                    <a:pt x="249544" y="1976024"/>
                  </a:lnTo>
                  <a:lnTo>
                    <a:pt x="241832" y="1971633"/>
                  </a:lnTo>
                  <a:lnTo>
                    <a:pt x="234107" y="1967242"/>
                  </a:lnTo>
                  <a:lnTo>
                    <a:pt x="226381" y="1962851"/>
                  </a:lnTo>
                  <a:lnTo>
                    <a:pt x="218676" y="1958460"/>
                  </a:lnTo>
                  <a:lnTo>
                    <a:pt x="210994" y="1954069"/>
                  </a:lnTo>
                  <a:lnTo>
                    <a:pt x="203370" y="1949677"/>
                  </a:lnTo>
                  <a:lnTo>
                    <a:pt x="195817" y="1945286"/>
                  </a:lnTo>
                  <a:lnTo>
                    <a:pt x="188324" y="1940895"/>
                  </a:lnTo>
                  <a:lnTo>
                    <a:pt x="180948" y="1936504"/>
                  </a:lnTo>
                  <a:lnTo>
                    <a:pt x="173696" y="1932113"/>
                  </a:lnTo>
                  <a:lnTo>
                    <a:pt x="166544" y="1927722"/>
                  </a:lnTo>
                  <a:lnTo>
                    <a:pt x="159564" y="1923330"/>
                  </a:lnTo>
                  <a:lnTo>
                    <a:pt x="152765" y="1918939"/>
                  </a:lnTo>
                  <a:lnTo>
                    <a:pt x="146105" y="1914548"/>
                  </a:lnTo>
                  <a:lnTo>
                    <a:pt x="139666" y="1910157"/>
                  </a:lnTo>
                  <a:lnTo>
                    <a:pt x="133468" y="1905766"/>
                  </a:lnTo>
                  <a:lnTo>
                    <a:pt x="127443" y="1901375"/>
                  </a:lnTo>
                  <a:lnTo>
                    <a:pt x="121683" y="1896983"/>
                  </a:lnTo>
                  <a:lnTo>
                    <a:pt x="116219" y="1892592"/>
                  </a:lnTo>
                  <a:lnTo>
                    <a:pt x="110962" y="1888201"/>
                  </a:lnTo>
                  <a:lnTo>
                    <a:pt x="106002" y="1883810"/>
                  </a:lnTo>
                  <a:lnTo>
                    <a:pt x="101392" y="1879419"/>
                  </a:lnTo>
                  <a:lnTo>
                    <a:pt x="97014" y="1875028"/>
                  </a:lnTo>
                  <a:lnTo>
                    <a:pt x="92957" y="1870636"/>
                  </a:lnTo>
                  <a:lnTo>
                    <a:pt x="89294" y="1866245"/>
                  </a:lnTo>
                  <a:lnTo>
                    <a:pt x="85883" y="1861854"/>
                  </a:lnTo>
                  <a:lnTo>
                    <a:pt x="82805" y="1857463"/>
                  </a:lnTo>
                  <a:lnTo>
                    <a:pt x="80156" y="1853072"/>
                  </a:lnTo>
                  <a:lnTo>
                    <a:pt x="77771" y="1848681"/>
                  </a:lnTo>
                  <a:lnTo>
                    <a:pt x="75719" y="1844289"/>
                  </a:lnTo>
                  <a:lnTo>
                    <a:pt x="74119" y="1839898"/>
                  </a:lnTo>
                  <a:lnTo>
                    <a:pt x="72786" y="1835507"/>
                  </a:lnTo>
                  <a:lnTo>
                    <a:pt x="72363" y="1833671"/>
                  </a:lnTo>
                  <a:lnTo>
                    <a:pt x="71775" y="1831116"/>
                  </a:lnTo>
                  <a:lnTo>
                    <a:pt x="71225" y="1826725"/>
                  </a:lnTo>
                  <a:lnTo>
                    <a:pt x="70936" y="1822334"/>
                  </a:lnTo>
                  <a:lnTo>
                    <a:pt x="70947" y="1817942"/>
                  </a:lnTo>
                  <a:lnTo>
                    <a:pt x="71413" y="1813551"/>
                  </a:lnTo>
                  <a:lnTo>
                    <a:pt x="72126" y="1809160"/>
                  </a:lnTo>
                  <a:lnTo>
                    <a:pt x="73109" y="1804769"/>
                  </a:lnTo>
                  <a:lnTo>
                    <a:pt x="74523" y="1800378"/>
                  </a:lnTo>
                  <a:lnTo>
                    <a:pt x="76161" y="1795987"/>
                  </a:lnTo>
                  <a:lnTo>
                    <a:pt x="78033" y="1791595"/>
                  </a:lnTo>
                  <a:lnTo>
                    <a:pt x="80296" y="1787204"/>
                  </a:lnTo>
                  <a:lnTo>
                    <a:pt x="82753" y="1782813"/>
                  </a:lnTo>
                  <a:lnTo>
                    <a:pt x="85402" y="1778422"/>
                  </a:lnTo>
                  <a:lnTo>
                    <a:pt x="88389" y="1774031"/>
                  </a:lnTo>
                  <a:lnTo>
                    <a:pt x="91532" y="1769640"/>
                  </a:lnTo>
                  <a:lnTo>
                    <a:pt x="94830" y="1765248"/>
                  </a:lnTo>
                  <a:lnTo>
                    <a:pt x="98386" y="1760857"/>
                  </a:lnTo>
                  <a:lnTo>
                    <a:pt x="102063" y="1756466"/>
                  </a:lnTo>
                  <a:lnTo>
                    <a:pt x="105852" y="1752075"/>
                  </a:lnTo>
                  <a:lnTo>
                    <a:pt x="109816" y="1747684"/>
                  </a:lnTo>
                  <a:lnTo>
                    <a:pt x="113858" y="1743293"/>
                  </a:lnTo>
                  <a:lnTo>
                    <a:pt x="117969" y="1738901"/>
                  </a:lnTo>
                  <a:lnTo>
                    <a:pt x="122171" y="1734510"/>
                  </a:lnTo>
                  <a:lnTo>
                    <a:pt x="126404" y="1730119"/>
                  </a:lnTo>
                  <a:lnTo>
                    <a:pt x="130661" y="1725728"/>
                  </a:lnTo>
                  <a:lnTo>
                    <a:pt x="134928" y="1721337"/>
                  </a:lnTo>
                  <a:lnTo>
                    <a:pt x="139176" y="1716946"/>
                  </a:lnTo>
                  <a:lnTo>
                    <a:pt x="143403" y="1712554"/>
                  </a:lnTo>
                  <a:lnTo>
                    <a:pt x="147567" y="1708163"/>
                  </a:lnTo>
                  <a:lnTo>
                    <a:pt x="151660" y="1703772"/>
                  </a:lnTo>
                  <a:lnTo>
                    <a:pt x="155690" y="1699381"/>
                  </a:lnTo>
                  <a:lnTo>
                    <a:pt x="159592" y="1694990"/>
                  </a:lnTo>
                  <a:lnTo>
                    <a:pt x="163372" y="1690599"/>
                  </a:lnTo>
                  <a:lnTo>
                    <a:pt x="167052" y="1686207"/>
                  </a:lnTo>
                  <a:lnTo>
                    <a:pt x="170548" y="1681816"/>
                  </a:lnTo>
                  <a:lnTo>
                    <a:pt x="173874" y="1677425"/>
                  </a:lnTo>
                  <a:lnTo>
                    <a:pt x="177066" y="1673034"/>
                  </a:lnTo>
                  <a:lnTo>
                    <a:pt x="180034" y="1668643"/>
                  </a:lnTo>
                  <a:lnTo>
                    <a:pt x="182787" y="1664252"/>
                  </a:lnTo>
                  <a:lnTo>
                    <a:pt x="185378" y="1659860"/>
                  </a:lnTo>
                  <a:lnTo>
                    <a:pt x="187715" y="1655469"/>
                  </a:lnTo>
                  <a:lnTo>
                    <a:pt x="189800" y="1651078"/>
                  </a:lnTo>
                  <a:lnTo>
                    <a:pt x="191703" y="1646687"/>
                  </a:lnTo>
                  <a:lnTo>
                    <a:pt x="193334" y="1642296"/>
                  </a:lnTo>
                  <a:lnTo>
                    <a:pt x="194682" y="1637905"/>
                  </a:lnTo>
                  <a:lnTo>
                    <a:pt x="195836" y="1633513"/>
                  </a:lnTo>
                  <a:lnTo>
                    <a:pt x="196710" y="1629122"/>
                  </a:lnTo>
                  <a:lnTo>
                    <a:pt x="197281" y="1624731"/>
                  </a:lnTo>
                  <a:lnTo>
                    <a:pt x="197651" y="1620340"/>
                  </a:lnTo>
                  <a:lnTo>
                    <a:pt x="197745" y="1615949"/>
                  </a:lnTo>
                  <a:lnTo>
                    <a:pt x="197525" y="1611558"/>
                  </a:lnTo>
                  <a:lnTo>
                    <a:pt x="197105" y="1607166"/>
                  </a:lnTo>
                  <a:lnTo>
                    <a:pt x="196421" y="1602775"/>
                  </a:lnTo>
                  <a:lnTo>
                    <a:pt x="195421" y="1598384"/>
                  </a:lnTo>
                  <a:lnTo>
                    <a:pt x="194228" y="1593993"/>
                  </a:lnTo>
                  <a:lnTo>
                    <a:pt x="192792" y="1589602"/>
                  </a:lnTo>
                  <a:lnTo>
                    <a:pt x="191047" y="1585211"/>
                  </a:lnTo>
                  <a:lnTo>
                    <a:pt x="189123" y="1580819"/>
                  </a:lnTo>
                  <a:lnTo>
                    <a:pt x="186981" y="1576428"/>
                  </a:lnTo>
                  <a:lnTo>
                    <a:pt x="184549" y="1572037"/>
                  </a:lnTo>
                  <a:lnTo>
                    <a:pt x="181955" y="1567646"/>
                  </a:lnTo>
                  <a:lnTo>
                    <a:pt x="179172" y="1563255"/>
                  </a:lnTo>
                  <a:lnTo>
                    <a:pt x="176125" y="1558864"/>
                  </a:lnTo>
                  <a:lnTo>
                    <a:pt x="172938" y="1554472"/>
                  </a:lnTo>
                  <a:lnTo>
                    <a:pt x="169595" y="1550081"/>
                  </a:lnTo>
                  <a:lnTo>
                    <a:pt x="166022" y="1545690"/>
                  </a:lnTo>
                  <a:lnTo>
                    <a:pt x="162333" y="1541299"/>
                  </a:lnTo>
                  <a:lnTo>
                    <a:pt x="158520" y="1536908"/>
                  </a:lnTo>
                  <a:lnTo>
                    <a:pt x="154519" y="1532517"/>
                  </a:lnTo>
                  <a:lnTo>
                    <a:pt x="150428" y="1528125"/>
                  </a:lnTo>
                  <a:lnTo>
                    <a:pt x="146246" y="1523734"/>
                  </a:lnTo>
                  <a:lnTo>
                    <a:pt x="141921" y="1519343"/>
                  </a:lnTo>
                  <a:lnTo>
                    <a:pt x="137534" y="1514952"/>
                  </a:lnTo>
                  <a:lnTo>
                    <a:pt x="133086" y="1510561"/>
                  </a:lnTo>
                  <a:lnTo>
                    <a:pt x="128545" y="1506170"/>
                  </a:lnTo>
                  <a:lnTo>
                    <a:pt x="123969" y="1501778"/>
                  </a:lnTo>
                  <a:lnTo>
                    <a:pt x="119360" y="1497387"/>
                  </a:lnTo>
                  <a:lnTo>
                    <a:pt x="114711" y="1492996"/>
                  </a:lnTo>
                  <a:lnTo>
                    <a:pt x="110054" y="1488605"/>
                  </a:lnTo>
                  <a:lnTo>
                    <a:pt x="105389" y="1484214"/>
                  </a:lnTo>
                  <a:lnTo>
                    <a:pt x="100733" y="1479823"/>
                  </a:lnTo>
                  <a:lnTo>
                    <a:pt x="96096" y="1475431"/>
                  </a:lnTo>
                  <a:lnTo>
                    <a:pt x="91477" y="1471040"/>
                  </a:lnTo>
                  <a:lnTo>
                    <a:pt x="86909" y="1466649"/>
                  </a:lnTo>
                  <a:lnTo>
                    <a:pt x="82387" y="1462258"/>
                  </a:lnTo>
                  <a:lnTo>
                    <a:pt x="77907" y="1457867"/>
                  </a:lnTo>
                  <a:lnTo>
                    <a:pt x="73514" y="1453476"/>
                  </a:lnTo>
                  <a:lnTo>
                    <a:pt x="69194" y="1449084"/>
                  </a:lnTo>
                  <a:lnTo>
                    <a:pt x="64936" y="1444693"/>
                  </a:lnTo>
                  <a:lnTo>
                    <a:pt x="60795" y="1440302"/>
                  </a:lnTo>
                  <a:lnTo>
                    <a:pt x="56753" y="1435911"/>
                  </a:lnTo>
                  <a:lnTo>
                    <a:pt x="52790" y="1431520"/>
                  </a:lnTo>
                  <a:lnTo>
                    <a:pt x="48968" y="1427129"/>
                  </a:lnTo>
                  <a:lnTo>
                    <a:pt x="45266" y="1422737"/>
                  </a:lnTo>
                  <a:lnTo>
                    <a:pt x="41659" y="1418346"/>
                  </a:lnTo>
                  <a:lnTo>
                    <a:pt x="38209" y="1413955"/>
                  </a:lnTo>
                  <a:lnTo>
                    <a:pt x="34900" y="1409564"/>
                  </a:lnTo>
                  <a:lnTo>
                    <a:pt x="31697" y="1405173"/>
                  </a:lnTo>
                  <a:lnTo>
                    <a:pt x="28661" y="1400782"/>
                  </a:lnTo>
                  <a:lnTo>
                    <a:pt x="25783" y="1396390"/>
                  </a:lnTo>
                  <a:lnTo>
                    <a:pt x="23019" y="1391999"/>
                  </a:lnTo>
                  <a:lnTo>
                    <a:pt x="20427" y="1387608"/>
                  </a:lnTo>
                  <a:lnTo>
                    <a:pt x="18006" y="1383217"/>
                  </a:lnTo>
                  <a:lnTo>
                    <a:pt x="15703" y="1378826"/>
                  </a:lnTo>
                  <a:lnTo>
                    <a:pt x="13572" y="1374435"/>
                  </a:lnTo>
                  <a:lnTo>
                    <a:pt x="11622" y="1370043"/>
                  </a:lnTo>
                  <a:lnTo>
                    <a:pt x="10194" y="1366617"/>
                  </a:lnTo>
                  <a:lnTo>
                    <a:pt x="9792" y="1365652"/>
                  </a:lnTo>
                  <a:lnTo>
                    <a:pt x="8130" y="1361261"/>
                  </a:lnTo>
                  <a:lnTo>
                    <a:pt x="6653" y="1356870"/>
                  </a:lnTo>
                  <a:lnTo>
                    <a:pt x="5296" y="1352479"/>
                  </a:lnTo>
                  <a:lnTo>
                    <a:pt x="4100" y="1348088"/>
                  </a:lnTo>
                  <a:lnTo>
                    <a:pt x="3091" y="1343696"/>
                  </a:lnTo>
                  <a:lnTo>
                    <a:pt x="2198" y="1339305"/>
                  </a:lnTo>
                  <a:lnTo>
                    <a:pt x="1455" y="1334914"/>
                  </a:lnTo>
                  <a:lnTo>
                    <a:pt x="899" y="1330523"/>
                  </a:lnTo>
                  <a:lnTo>
                    <a:pt x="454" y="1326132"/>
                  </a:lnTo>
                  <a:lnTo>
                    <a:pt x="146" y="1321741"/>
                  </a:lnTo>
                  <a:lnTo>
                    <a:pt x="21" y="1317349"/>
                  </a:lnTo>
                  <a:lnTo>
                    <a:pt x="0" y="1312958"/>
                  </a:lnTo>
                  <a:lnTo>
                    <a:pt x="103" y="1308567"/>
                  </a:lnTo>
                  <a:lnTo>
                    <a:pt x="381" y="1304176"/>
                  </a:lnTo>
                  <a:lnTo>
                    <a:pt x="756" y="1299785"/>
                  </a:lnTo>
                  <a:lnTo>
                    <a:pt x="1242" y="1295394"/>
                  </a:lnTo>
                  <a:lnTo>
                    <a:pt x="1893" y="1291002"/>
                  </a:lnTo>
                  <a:lnTo>
                    <a:pt x="2633" y="1286611"/>
                  </a:lnTo>
                  <a:lnTo>
                    <a:pt x="3469" y="1282220"/>
                  </a:lnTo>
                  <a:lnTo>
                    <a:pt x="4459" y="1277829"/>
                  </a:lnTo>
                  <a:lnTo>
                    <a:pt x="5529" y="1273438"/>
                  </a:lnTo>
                  <a:lnTo>
                    <a:pt x="6683" y="1269047"/>
                  </a:lnTo>
                  <a:lnTo>
                    <a:pt x="7977" y="1264655"/>
                  </a:lnTo>
                  <a:lnTo>
                    <a:pt x="9342" y="1260264"/>
                  </a:lnTo>
                  <a:lnTo>
                    <a:pt x="10778" y="1255873"/>
                  </a:lnTo>
                  <a:lnTo>
                    <a:pt x="12342" y="1251482"/>
                  </a:lnTo>
                  <a:lnTo>
                    <a:pt x="13967" y="1247091"/>
                  </a:lnTo>
                  <a:lnTo>
                    <a:pt x="15653" y="1242700"/>
                  </a:lnTo>
                  <a:lnTo>
                    <a:pt x="17449" y="1238308"/>
                  </a:lnTo>
                  <a:lnTo>
                    <a:pt x="19299" y="1233917"/>
                  </a:lnTo>
                  <a:lnTo>
                    <a:pt x="21201" y="1229526"/>
                  </a:lnTo>
                  <a:lnTo>
                    <a:pt x="23194" y="1225135"/>
                  </a:lnTo>
                  <a:lnTo>
                    <a:pt x="25235" y="1220744"/>
                  </a:lnTo>
                  <a:lnTo>
                    <a:pt x="27321" y="1216353"/>
                  </a:lnTo>
                  <a:lnTo>
                    <a:pt x="29479" y="1211961"/>
                  </a:lnTo>
                  <a:lnTo>
                    <a:pt x="31679" y="1207570"/>
                  </a:lnTo>
                  <a:lnTo>
                    <a:pt x="33915" y="1203179"/>
                  </a:lnTo>
                  <a:lnTo>
                    <a:pt x="36209" y="1198788"/>
                  </a:lnTo>
                  <a:lnTo>
                    <a:pt x="38537" y="1194397"/>
                  </a:lnTo>
                  <a:lnTo>
                    <a:pt x="40893" y="1190006"/>
                  </a:lnTo>
                  <a:lnTo>
                    <a:pt x="43294" y="1185614"/>
                  </a:lnTo>
                  <a:lnTo>
                    <a:pt x="45722" y="1181223"/>
                  </a:lnTo>
                  <a:lnTo>
                    <a:pt x="48171" y="1176832"/>
                  </a:lnTo>
                  <a:lnTo>
                    <a:pt x="50652" y="1172441"/>
                  </a:lnTo>
                  <a:lnTo>
                    <a:pt x="53153" y="1168050"/>
                  </a:lnTo>
                  <a:lnTo>
                    <a:pt x="55669" y="1163659"/>
                  </a:lnTo>
                  <a:lnTo>
                    <a:pt x="58207" y="1159267"/>
                  </a:lnTo>
                  <a:lnTo>
                    <a:pt x="60758" y="1154876"/>
                  </a:lnTo>
                  <a:lnTo>
                    <a:pt x="63318" y="1150485"/>
                  </a:lnTo>
                  <a:lnTo>
                    <a:pt x="65891" y="1146094"/>
                  </a:lnTo>
                  <a:lnTo>
                    <a:pt x="68471" y="1141703"/>
                  </a:lnTo>
                  <a:lnTo>
                    <a:pt x="71056" y="1137312"/>
                  </a:lnTo>
                  <a:lnTo>
                    <a:pt x="73646" y="1132920"/>
                  </a:lnTo>
                  <a:lnTo>
                    <a:pt x="76238" y="1128529"/>
                  </a:lnTo>
                  <a:lnTo>
                    <a:pt x="78830" y="1124138"/>
                  </a:lnTo>
                  <a:lnTo>
                    <a:pt x="81422" y="1119747"/>
                  </a:lnTo>
                  <a:lnTo>
                    <a:pt x="84011" y="1115356"/>
                  </a:lnTo>
                  <a:lnTo>
                    <a:pt x="86597" y="1110965"/>
                  </a:lnTo>
                  <a:lnTo>
                    <a:pt x="89180" y="1106573"/>
                  </a:lnTo>
                  <a:lnTo>
                    <a:pt x="91755" y="1102182"/>
                  </a:lnTo>
                  <a:lnTo>
                    <a:pt x="94326" y="1097791"/>
                  </a:lnTo>
                  <a:lnTo>
                    <a:pt x="96890" y="1093400"/>
                  </a:lnTo>
                  <a:lnTo>
                    <a:pt x="99446" y="1089009"/>
                  </a:lnTo>
                  <a:lnTo>
                    <a:pt x="101078" y="1086197"/>
                  </a:lnTo>
                  <a:lnTo>
                    <a:pt x="101995" y="1084618"/>
                  </a:lnTo>
                  <a:lnTo>
                    <a:pt x="104536" y="1080226"/>
                  </a:lnTo>
                  <a:lnTo>
                    <a:pt x="107068" y="1075835"/>
                  </a:lnTo>
                  <a:lnTo>
                    <a:pt x="109593" y="1071444"/>
                  </a:lnTo>
                  <a:lnTo>
                    <a:pt x="112110" y="1067053"/>
                  </a:lnTo>
                  <a:lnTo>
                    <a:pt x="114618" y="1062662"/>
                  </a:lnTo>
                  <a:lnTo>
                    <a:pt x="117120" y="1058271"/>
                  </a:lnTo>
                  <a:lnTo>
                    <a:pt x="119616" y="1053879"/>
                  </a:lnTo>
                  <a:lnTo>
                    <a:pt x="122103" y="1049488"/>
                  </a:lnTo>
                  <a:lnTo>
                    <a:pt x="124587" y="1045097"/>
                  </a:lnTo>
                  <a:lnTo>
                    <a:pt x="127065" y="1040706"/>
                  </a:lnTo>
                  <a:lnTo>
                    <a:pt x="129538" y="1036315"/>
                  </a:lnTo>
                  <a:lnTo>
                    <a:pt x="132009" y="1031924"/>
                  </a:lnTo>
                  <a:lnTo>
                    <a:pt x="134478" y="1027532"/>
                  </a:lnTo>
                  <a:lnTo>
                    <a:pt x="136945" y="1023141"/>
                  </a:lnTo>
                  <a:lnTo>
                    <a:pt x="139412" y="1018750"/>
                  </a:lnTo>
                  <a:lnTo>
                    <a:pt x="141879" y="1014359"/>
                  </a:lnTo>
                  <a:lnTo>
                    <a:pt x="144349" y="1009968"/>
                  </a:lnTo>
                  <a:lnTo>
                    <a:pt x="146822" y="1005577"/>
                  </a:lnTo>
                  <a:lnTo>
                    <a:pt x="149298" y="1001185"/>
                  </a:lnTo>
                  <a:lnTo>
                    <a:pt x="151782" y="996794"/>
                  </a:lnTo>
                  <a:lnTo>
                    <a:pt x="154270" y="992403"/>
                  </a:lnTo>
                  <a:lnTo>
                    <a:pt x="156764" y="988012"/>
                  </a:lnTo>
                  <a:lnTo>
                    <a:pt x="159271" y="983621"/>
                  </a:lnTo>
                  <a:lnTo>
                    <a:pt x="161784" y="979230"/>
                  </a:lnTo>
                  <a:lnTo>
                    <a:pt x="164305" y="974838"/>
                  </a:lnTo>
                  <a:lnTo>
                    <a:pt x="166842" y="970447"/>
                  </a:lnTo>
                  <a:lnTo>
                    <a:pt x="169389" y="966056"/>
                  </a:lnTo>
                  <a:lnTo>
                    <a:pt x="171945" y="961665"/>
                  </a:lnTo>
                  <a:lnTo>
                    <a:pt x="174519" y="957274"/>
                  </a:lnTo>
                  <a:lnTo>
                    <a:pt x="177104" y="952883"/>
                  </a:lnTo>
                  <a:lnTo>
                    <a:pt x="179700" y="948491"/>
                  </a:lnTo>
                  <a:lnTo>
                    <a:pt x="182315" y="944100"/>
                  </a:lnTo>
                  <a:lnTo>
                    <a:pt x="184942" y="939709"/>
                  </a:lnTo>
                  <a:lnTo>
                    <a:pt x="187580" y="935318"/>
                  </a:lnTo>
                  <a:lnTo>
                    <a:pt x="190237" y="930927"/>
                  </a:lnTo>
                  <a:lnTo>
                    <a:pt x="192906" y="926536"/>
                  </a:lnTo>
                  <a:lnTo>
                    <a:pt x="195586" y="922144"/>
                  </a:lnTo>
                  <a:lnTo>
                    <a:pt x="198282" y="917753"/>
                  </a:lnTo>
                  <a:lnTo>
                    <a:pt x="200991" y="913362"/>
                  </a:lnTo>
                  <a:lnTo>
                    <a:pt x="203709" y="908971"/>
                  </a:lnTo>
                  <a:lnTo>
                    <a:pt x="206441" y="904580"/>
                  </a:lnTo>
                  <a:lnTo>
                    <a:pt x="209183" y="900189"/>
                  </a:lnTo>
                  <a:lnTo>
                    <a:pt x="211932" y="895797"/>
                  </a:lnTo>
                  <a:lnTo>
                    <a:pt x="214692" y="891406"/>
                  </a:lnTo>
                  <a:lnTo>
                    <a:pt x="217460" y="887015"/>
                  </a:lnTo>
                  <a:lnTo>
                    <a:pt x="220232" y="882624"/>
                  </a:lnTo>
                  <a:lnTo>
                    <a:pt x="223010" y="878233"/>
                  </a:lnTo>
                  <a:lnTo>
                    <a:pt x="225793" y="873842"/>
                  </a:lnTo>
                  <a:lnTo>
                    <a:pt x="228578" y="869450"/>
                  </a:lnTo>
                  <a:lnTo>
                    <a:pt x="231364" y="865059"/>
                  </a:lnTo>
                  <a:lnTo>
                    <a:pt x="234150" y="860668"/>
                  </a:lnTo>
                  <a:lnTo>
                    <a:pt x="236936" y="856277"/>
                  </a:lnTo>
                  <a:lnTo>
                    <a:pt x="239718" y="851886"/>
                  </a:lnTo>
                  <a:lnTo>
                    <a:pt x="242496" y="847495"/>
                  </a:lnTo>
                  <a:lnTo>
                    <a:pt x="245270" y="843103"/>
                  </a:lnTo>
                  <a:lnTo>
                    <a:pt x="248038" y="838712"/>
                  </a:lnTo>
                  <a:lnTo>
                    <a:pt x="250796" y="834321"/>
                  </a:lnTo>
                  <a:lnTo>
                    <a:pt x="253547" y="829930"/>
                  </a:lnTo>
                  <a:lnTo>
                    <a:pt x="256288" y="825539"/>
                  </a:lnTo>
                  <a:lnTo>
                    <a:pt x="259016" y="821148"/>
                  </a:lnTo>
                  <a:lnTo>
                    <a:pt x="261734" y="816756"/>
                  </a:lnTo>
                  <a:lnTo>
                    <a:pt x="264439" y="812365"/>
                  </a:lnTo>
                  <a:lnTo>
                    <a:pt x="267127" y="807974"/>
                  </a:lnTo>
                  <a:lnTo>
                    <a:pt x="269803" y="803583"/>
                  </a:lnTo>
                  <a:lnTo>
                    <a:pt x="272465" y="799192"/>
                  </a:lnTo>
                  <a:lnTo>
                    <a:pt x="275106" y="794801"/>
                  </a:lnTo>
                  <a:lnTo>
                    <a:pt x="277734" y="790409"/>
                  </a:lnTo>
                  <a:lnTo>
                    <a:pt x="280347" y="786018"/>
                  </a:lnTo>
                  <a:lnTo>
                    <a:pt x="282936" y="781627"/>
                  </a:lnTo>
                  <a:lnTo>
                    <a:pt x="285512" y="777236"/>
                  </a:lnTo>
                  <a:lnTo>
                    <a:pt x="288072" y="772845"/>
                  </a:lnTo>
                  <a:lnTo>
                    <a:pt x="290608" y="768454"/>
                  </a:lnTo>
                  <a:lnTo>
                    <a:pt x="293130" y="764062"/>
                  </a:lnTo>
                  <a:lnTo>
                    <a:pt x="295636" y="759671"/>
                  </a:lnTo>
                  <a:lnTo>
                    <a:pt x="298118" y="755280"/>
                  </a:lnTo>
                  <a:lnTo>
                    <a:pt x="300586" y="750889"/>
                  </a:lnTo>
                  <a:lnTo>
                    <a:pt x="303040" y="746498"/>
                  </a:lnTo>
                  <a:lnTo>
                    <a:pt x="305470" y="742107"/>
                  </a:lnTo>
                  <a:lnTo>
                    <a:pt x="307887" y="737715"/>
                  </a:lnTo>
                  <a:lnTo>
                    <a:pt x="310292" y="733324"/>
                  </a:lnTo>
                  <a:lnTo>
                    <a:pt x="312673" y="728933"/>
                  </a:lnTo>
                  <a:lnTo>
                    <a:pt x="315043" y="724542"/>
                  </a:lnTo>
                  <a:lnTo>
                    <a:pt x="317402" y="720151"/>
                  </a:lnTo>
                  <a:lnTo>
                    <a:pt x="319739" y="715760"/>
                  </a:lnTo>
                  <a:lnTo>
                    <a:pt x="322066" y="711368"/>
                  </a:lnTo>
                  <a:lnTo>
                    <a:pt x="324383" y="706977"/>
                  </a:lnTo>
                  <a:lnTo>
                    <a:pt x="326682" y="702586"/>
                  </a:lnTo>
                  <a:lnTo>
                    <a:pt x="328971" y="698195"/>
                  </a:lnTo>
                  <a:lnTo>
                    <a:pt x="331251" y="693804"/>
                  </a:lnTo>
                  <a:lnTo>
                    <a:pt x="333516" y="689413"/>
                  </a:lnTo>
                  <a:lnTo>
                    <a:pt x="335772" y="685021"/>
                  </a:lnTo>
                  <a:lnTo>
                    <a:pt x="338020" y="680630"/>
                  </a:lnTo>
                  <a:lnTo>
                    <a:pt x="340255" y="676239"/>
                  </a:lnTo>
                  <a:lnTo>
                    <a:pt x="342481" y="671848"/>
                  </a:lnTo>
                  <a:lnTo>
                    <a:pt x="344700" y="667457"/>
                  </a:lnTo>
                  <a:lnTo>
                    <a:pt x="346907" y="663066"/>
                  </a:lnTo>
                  <a:lnTo>
                    <a:pt x="349105" y="658674"/>
                  </a:lnTo>
                  <a:lnTo>
                    <a:pt x="351297" y="654283"/>
                  </a:lnTo>
                  <a:lnTo>
                    <a:pt x="353478" y="649892"/>
                  </a:lnTo>
                  <a:lnTo>
                    <a:pt x="355650" y="645501"/>
                  </a:lnTo>
                  <a:lnTo>
                    <a:pt x="357816" y="641110"/>
                  </a:lnTo>
                  <a:lnTo>
                    <a:pt x="359970" y="636719"/>
                  </a:lnTo>
                  <a:lnTo>
                    <a:pt x="362114" y="632327"/>
                  </a:lnTo>
                  <a:lnTo>
                    <a:pt x="364251" y="627936"/>
                  </a:lnTo>
                  <a:lnTo>
                    <a:pt x="366377" y="623545"/>
                  </a:lnTo>
                  <a:lnTo>
                    <a:pt x="368491" y="619154"/>
                  </a:lnTo>
                  <a:lnTo>
                    <a:pt x="370597" y="614763"/>
                  </a:lnTo>
                  <a:lnTo>
                    <a:pt x="372690" y="610372"/>
                  </a:lnTo>
                  <a:lnTo>
                    <a:pt x="374769" y="605980"/>
                  </a:lnTo>
                  <a:lnTo>
                    <a:pt x="376839" y="601589"/>
                  </a:lnTo>
                  <a:lnTo>
                    <a:pt x="378894" y="597198"/>
                  </a:lnTo>
                  <a:lnTo>
                    <a:pt x="380933" y="592807"/>
                  </a:lnTo>
                  <a:lnTo>
                    <a:pt x="382961" y="588416"/>
                  </a:lnTo>
                  <a:lnTo>
                    <a:pt x="384972" y="584025"/>
                  </a:lnTo>
                  <a:lnTo>
                    <a:pt x="386964" y="579633"/>
                  </a:lnTo>
                  <a:lnTo>
                    <a:pt x="388942" y="575242"/>
                  </a:lnTo>
                  <a:lnTo>
                    <a:pt x="390902" y="570851"/>
                  </a:lnTo>
                  <a:lnTo>
                    <a:pt x="392840" y="566460"/>
                  </a:lnTo>
                  <a:lnTo>
                    <a:pt x="394762" y="562069"/>
                  </a:lnTo>
                  <a:lnTo>
                    <a:pt x="396663" y="557678"/>
                  </a:lnTo>
                  <a:lnTo>
                    <a:pt x="398538" y="553286"/>
                  </a:lnTo>
                  <a:lnTo>
                    <a:pt x="400397" y="548895"/>
                  </a:lnTo>
                  <a:lnTo>
                    <a:pt x="402233" y="544504"/>
                  </a:lnTo>
                  <a:lnTo>
                    <a:pt x="404038" y="540113"/>
                  </a:lnTo>
                  <a:lnTo>
                    <a:pt x="405826" y="535722"/>
                  </a:lnTo>
                  <a:lnTo>
                    <a:pt x="407589" y="531331"/>
                  </a:lnTo>
                  <a:lnTo>
                    <a:pt x="409320" y="526939"/>
                  </a:lnTo>
                  <a:lnTo>
                    <a:pt x="411030" y="522548"/>
                  </a:lnTo>
                  <a:lnTo>
                    <a:pt x="412716" y="518157"/>
                  </a:lnTo>
                  <a:lnTo>
                    <a:pt x="414365" y="513766"/>
                  </a:lnTo>
                  <a:lnTo>
                    <a:pt x="415993" y="509375"/>
                  </a:lnTo>
                  <a:lnTo>
                    <a:pt x="417596" y="504984"/>
                  </a:lnTo>
                  <a:lnTo>
                    <a:pt x="419161" y="500592"/>
                  </a:lnTo>
                  <a:lnTo>
                    <a:pt x="420703" y="496201"/>
                  </a:lnTo>
                  <a:lnTo>
                    <a:pt x="422221" y="491810"/>
                  </a:lnTo>
                  <a:lnTo>
                    <a:pt x="423698" y="487419"/>
                  </a:lnTo>
                  <a:lnTo>
                    <a:pt x="425152" y="483028"/>
                  </a:lnTo>
                  <a:lnTo>
                    <a:pt x="426583" y="478637"/>
                  </a:lnTo>
                  <a:lnTo>
                    <a:pt x="427972" y="474245"/>
                  </a:lnTo>
                  <a:lnTo>
                    <a:pt x="429338" y="469854"/>
                  </a:lnTo>
                  <a:lnTo>
                    <a:pt x="430682" y="465463"/>
                  </a:lnTo>
                  <a:lnTo>
                    <a:pt x="431983" y="461072"/>
                  </a:lnTo>
                  <a:lnTo>
                    <a:pt x="433262" y="456681"/>
                  </a:lnTo>
                  <a:lnTo>
                    <a:pt x="434519" y="452290"/>
                  </a:lnTo>
                  <a:lnTo>
                    <a:pt x="435736" y="447898"/>
                  </a:lnTo>
                  <a:lnTo>
                    <a:pt x="436930" y="443507"/>
                  </a:lnTo>
                  <a:lnTo>
                    <a:pt x="438103" y="439116"/>
                  </a:lnTo>
                  <a:lnTo>
                    <a:pt x="439238" y="434725"/>
                  </a:lnTo>
                  <a:lnTo>
                    <a:pt x="440350" y="430334"/>
                  </a:lnTo>
                  <a:lnTo>
                    <a:pt x="441443" y="425943"/>
                  </a:lnTo>
                  <a:lnTo>
                    <a:pt x="442501" y="421551"/>
                  </a:lnTo>
                  <a:lnTo>
                    <a:pt x="443536" y="417160"/>
                  </a:lnTo>
                  <a:lnTo>
                    <a:pt x="444553" y="412769"/>
                  </a:lnTo>
                  <a:lnTo>
                    <a:pt x="445537" y="408378"/>
                  </a:lnTo>
                  <a:lnTo>
                    <a:pt x="446501" y="403987"/>
                  </a:lnTo>
                  <a:lnTo>
                    <a:pt x="447446" y="399596"/>
                  </a:lnTo>
                  <a:lnTo>
                    <a:pt x="448363" y="395204"/>
                  </a:lnTo>
                  <a:lnTo>
                    <a:pt x="449259" y="390813"/>
                  </a:lnTo>
                  <a:lnTo>
                    <a:pt x="450138" y="386422"/>
                  </a:lnTo>
                  <a:lnTo>
                    <a:pt x="450992" y="382031"/>
                  </a:lnTo>
                  <a:lnTo>
                    <a:pt x="451826" y="377640"/>
                  </a:lnTo>
                  <a:lnTo>
                    <a:pt x="452644" y="373249"/>
                  </a:lnTo>
                  <a:lnTo>
                    <a:pt x="453440" y="368857"/>
                  </a:lnTo>
                  <a:lnTo>
                    <a:pt x="454216" y="364466"/>
                  </a:lnTo>
                  <a:lnTo>
                    <a:pt x="454979" y="360075"/>
                  </a:lnTo>
                  <a:lnTo>
                    <a:pt x="455720" y="355684"/>
                  </a:lnTo>
                  <a:lnTo>
                    <a:pt x="456443" y="351293"/>
                  </a:lnTo>
                  <a:lnTo>
                    <a:pt x="457154" y="346902"/>
                  </a:lnTo>
                  <a:lnTo>
                    <a:pt x="457846" y="342510"/>
                  </a:lnTo>
                  <a:lnTo>
                    <a:pt x="458520" y="338119"/>
                  </a:lnTo>
                  <a:lnTo>
                    <a:pt x="459182" y="333728"/>
                  </a:lnTo>
                  <a:lnTo>
                    <a:pt x="459827" y="329337"/>
                  </a:lnTo>
                  <a:lnTo>
                    <a:pt x="460456" y="324946"/>
                  </a:lnTo>
                  <a:lnTo>
                    <a:pt x="461073" y="320555"/>
                  </a:lnTo>
                  <a:lnTo>
                    <a:pt x="461674" y="316163"/>
                  </a:lnTo>
                  <a:lnTo>
                    <a:pt x="462259" y="311772"/>
                  </a:lnTo>
                  <a:lnTo>
                    <a:pt x="462834" y="307381"/>
                  </a:lnTo>
                  <a:lnTo>
                    <a:pt x="463394" y="302990"/>
                  </a:lnTo>
                  <a:lnTo>
                    <a:pt x="463938" y="298599"/>
                  </a:lnTo>
                  <a:lnTo>
                    <a:pt x="464471" y="294208"/>
                  </a:lnTo>
                  <a:lnTo>
                    <a:pt x="464992" y="289816"/>
                  </a:lnTo>
                  <a:lnTo>
                    <a:pt x="465496" y="285425"/>
                  </a:lnTo>
                  <a:lnTo>
                    <a:pt x="465991" y="281034"/>
                  </a:lnTo>
                  <a:lnTo>
                    <a:pt x="466473" y="276643"/>
                  </a:lnTo>
                  <a:lnTo>
                    <a:pt x="466939" y="272252"/>
                  </a:lnTo>
                  <a:lnTo>
                    <a:pt x="467396" y="267861"/>
                  </a:lnTo>
                  <a:lnTo>
                    <a:pt x="467841" y="263469"/>
                  </a:lnTo>
                  <a:lnTo>
                    <a:pt x="468270" y="259078"/>
                  </a:lnTo>
                  <a:lnTo>
                    <a:pt x="468690" y="254687"/>
                  </a:lnTo>
                  <a:lnTo>
                    <a:pt x="469099" y="250296"/>
                  </a:lnTo>
                  <a:lnTo>
                    <a:pt x="469492" y="245905"/>
                  </a:lnTo>
                  <a:lnTo>
                    <a:pt x="469876" y="241514"/>
                  </a:lnTo>
                  <a:lnTo>
                    <a:pt x="470250" y="237122"/>
                  </a:lnTo>
                  <a:lnTo>
                    <a:pt x="470608" y="232731"/>
                  </a:lnTo>
                  <a:lnTo>
                    <a:pt x="470957" y="228340"/>
                  </a:lnTo>
                  <a:lnTo>
                    <a:pt x="471296" y="223949"/>
                  </a:lnTo>
                  <a:lnTo>
                    <a:pt x="471620" y="219558"/>
                  </a:lnTo>
                  <a:lnTo>
                    <a:pt x="471935" y="215167"/>
                  </a:lnTo>
                  <a:lnTo>
                    <a:pt x="472241" y="210775"/>
                  </a:lnTo>
                  <a:lnTo>
                    <a:pt x="472532" y="206384"/>
                  </a:lnTo>
                  <a:lnTo>
                    <a:pt x="472814" y="201993"/>
                  </a:lnTo>
                  <a:lnTo>
                    <a:pt x="473088" y="197602"/>
                  </a:lnTo>
                  <a:lnTo>
                    <a:pt x="473347" y="193211"/>
                  </a:lnTo>
                  <a:lnTo>
                    <a:pt x="473598" y="188820"/>
                  </a:lnTo>
                  <a:lnTo>
                    <a:pt x="473841" y="184428"/>
                  </a:lnTo>
                  <a:lnTo>
                    <a:pt x="474071" y="180037"/>
                  </a:lnTo>
                  <a:lnTo>
                    <a:pt x="474292" y="175646"/>
                  </a:lnTo>
                  <a:lnTo>
                    <a:pt x="474506" y="171255"/>
                  </a:lnTo>
                  <a:lnTo>
                    <a:pt x="474707" y="166864"/>
                  </a:lnTo>
                  <a:lnTo>
                    <a:pt x="474901" y="162473"/>
                  </a:lnTo>
                  <a:lnTo>
                    <a:pt x="475087" y="158081"/>
                  </a:lnTo>
                  <a:lnTo>
                    <a:pt x="475262" y="153690"/>
                  </a:lnTo>
                  <a:lnTo>
                    <a:pt x="475430" y="149299"/>
                  </a:lnTo>
                  <a:lnTo>
                    <a:pt x="475592" y="144908"/>
                  </a:lnTo>
                  <a:lnTo>
                    <a:pt x="475743" y="140517"/>
                  </a:lnTo>
                  <a:lnTo>
                    <a:pt x="475887" y="136126"/>
                  </a:lnTo>
                  <a:lnTo>
                    <a:pt x="476025" y="131734"/>
                  </a:lnTo>
                  <a:lnTo>
                    <a:pt x="476154" y="127343"/>
                  </a:lnTo>
                  <a:lnTo>
                    <a:pt x="476276" y="122952"/>
                  </a:lnTo>
                  <a:lnTo>
                    <a:pt x="476394" y="118561"/>
                  </a:lnTo>
                  <a:lnTo>
                    <a:pt x="476503" y="114170"/>
                  </a:lnTo>
                  <a:lnTo>
                    <a:pt x="476606" y="109779"/>
                  </a:lnTo>
                  <a:lnTo>
                    <a:pt x="476704" y="105387"/>
                  </a:lnTo>
                  <a:lnTo>
                    <a:pt x="476796" y="100996"/>
                  </a:lnTo>
                  <a:lnTo>
                    <a:pt x="476882" y="96605"/>
                  </a:lnTo>
                  <a:lnTo>
                    <a:pt x="476964" y="92214"/>
                  </a:lnTo>
                  <a:lnTo>
                    <a:pt x="477040" y="87823"/>
                  </a:lnTo>
                  <a:lnTo>
                    <a:pt x="477111" y="83432"/>
                  </a:lnTo>
                  <a:lnTo>
                    <a:pt x="477179" y="79040"/>
                  </a:lnTo>
                  <a:lnTo>
                    <a:pt x="477242" y="74649"/>
                  </a:lnTo>
                  <a:lnTo>
                    <a:pt x="477300" y="70258"/>
                  </a:lnTo>
                  <a:lnTo>
                    <a:pt x="477355" y="65867"/>
                  </a:lnTo>
                  <a:lnTo>
                    <a:pt x="477406" y="61476"/>
                  </a:lnTo>
                  <a:lnTo>
                    <a:pt x="477453" y="57085"/>
                  </a:lnTo>
                  <a:lnTo>
                    <a:pt x="477498" y="52693"/>
                  </a:lnTo>
                  <a:lnTo>
                    <a:pt x="477539" y="48302"/>
                  </a:lnTo>
                  <a:lnTo>
                    <a:pt x="477577" y="43911"/>
                  </a:lnTo>
                  <a:lnTo>
                    <a:pt x="477612" y="39520"/>
                  </a:lnTo>
                  <a:lnTo>
                    <a:pt x="477645" y="35129"/>
                  </a:lnTo>
                  <a:lnTo>
                    <a:pt x="477675" y="30738"/>
                  </a:lnTo>
                  <a:lnTo>
                    <a:pt x="477704" y="26346"/>
                  </a:lnTo>
                  <a:lnTo>
                    <a:pt x="477730" y="21955"/>
                  </a:lnTo>
                  <a:lnTo>
                    <a:pt x="477753" y="17564"/>
                  </a:lnTo>
                  <a:lnTo>
                    <a:pt x="477775" y="13173"/>
                  </a:lnTo>
                  <a:lnTo>
                    <a:pt x="477796" y="8782"/>
                  </a:lnTo>
                  <a:lnTo>
                    <a:pt x="477814" y="4391"/>
                  </a:lnTo>
                  <a:lnTo>
                    <a:pt x="477831" y="0"/>
                  </a:lnTo>
                  <a:lnTo>
                    <a:pt x="478170" y="0"/>
                  </a:lnTo>
                  <a:lnTo>
                    <a:pt x="478187" y="4391"/>
                  </a:lnTo>
                  <a:lnTo>
                    <a:pt x="478205" y="8782"/>
                  </a:lnTo>
                  <a:lnTo>
                    <a:pt x="478226" y="13173"/>
                  </a:lnTo>
                  <a:lnTo>
                    <a:pt x="478248" y="17564"/>
                  </a:lnTo>
                  <a:lnTo>
                    <a:pt x="478272" y="21955"/>
                  </a:lnTo>
                  <a:lnTo>
                    <a:pt x="478298" y="26346"/>
                  </a:lnTo>
                  <a:lnTo>
                    <a:pt x="478326" y="30738"/>
                  </a:lnTo>
                  <a:lnTo>
                    <a:pt x="478356" y="35129"/>
                  </a:lnTo>
                  <a:lnTo>
                    <a:pt x="478389" y="39520"/>
                  </a:lnTo>
                  <a:lnTo>
                    <a:pt x="478425" y="43911"/>
                  </a:lnTo>
                  <a:lnTo>
                    <a:pt x="478462" y="48302"/>
                  </a:lnTo>
                  <a:lnTo>
                    <a:pt x="478504" y="52693"/>
                  </a:lnTo>
                  <a:lnTo>
                    <a:pt x="478548" y="57085"/>
                  </a:lnTo>
                  <a:lnTo>
                    <a:pt x="478595" y="61476"/>
                  </a:lnTo>
                  <a:lnTo>
                    <a:pt x="478646" y="65867"/>
                  </a:lnTo>
                  <a:lnTo>
                    <a:pt x="478701" y="70258"/>
                  </a:lnTo>
                  <a:lnTo>
                    <a:pt x="478760" y="74649"/>
                  </a:lnTo>
                  <a:lnTo>
                    <a:pt x="478822" y="79040"/>
                  </a:lnTo>
                  <a:lnTo>
                    <a:pt x="478890" y="83432"/>
                  </a:lnTo>
                  <a:lnTo>
                    <a:pt x="478961" y="87823"/>
                  </a:lnTo>
                  <a:lnTo>
                    <a:pt x="479037" y="92214"/>
                  </a:lnTo>
                  <a:lnTo>
                    <a:pt x="479119" y="96605"/>
                  </a:lnTo>
                  <a:lnTo>
                    <a:pt x="479205" y="100996"/>
                  </a:lnTo>
                  <a:lnTo>
                    <a:pt x="479297" y="105387"/>
                  </a:lnTo>
                  <a:lnTo>
                    <a:pt x="479395" y="109779"/>
                  </a:lnTo>
                  <a:lnTo>
                    <a:pt x="479498" y="114170"/>
                  </a:lnTo>
                  <a:lnTo>
                    <a:pt x="479608" y="118561"/>
                  </a:lnTo>
                  <a:lnTo>
                    <a:pt x="479725" y="122952"/>
                  </a:lnTo>
                  <a:lnTo>
                    <a:pt x="479847" y="127343"/>
                  </a:lnTo>
                  <a:lnTo>
                    <a:pt x="479977" y="131734"/>
                  </a:lnTo>
                  <a:lnTo>
                    <a:pt x="480115" y="136126"/>
                  </a:lnTo>
                  <a:lnTo>
                    <a:pt x="480259" y="140517"/>
                  </a:lnTo>
                  <a:lnTo>
                    <a:pt x="480410" y="144908"/>
                  </a:lnTo>
                  <a:lnTo>
                    <a:pt x="480571" y="149299"/>
                  </a:lnTo>
                  <a:lnTo>
                    <a:pt x="480739" y="153690"/>
                  </a:lnTo>
                  <a:lnTo>
                    <a:pt x="480914" y="158081"/>
                  </a:lnTo>
                  <a:lnTo>
                    <a:pt x="481101" y="162473"/>
                  </a:lnTo>
                  <a:lnTo>
                    <a:pt x="481294" y="166864"/>
                  </a:lnTo>
                  <a:lnTo>
                    <a:pt x="481495" y="171255"/>
                  </a:lnTo>
                  <a:lnTo>
                    <a:pt x="481709" y="175646"/>
                  </a:lnTo>
                  <a:lnTo>
                    <a:pt x="481931" y="180037"/>
                  </a:lnTo>
                  <a:lnTo>
                    <a:pt x="482160" y="184428"/>
                  </a:lnTo>
                  <a:lnTo>
                    <a:pt x="482403" y="188820"/>
                  </a:lnTo>
                  <a:lnTo>
                    <a:pt x="482654" y="193211"/>
                  </a:lnTo>
                  <a:lnTo>
                    <a:pt x="482913" y="197602"/>
                  </a:lnTo>
                  <a:lnTo>
                    <a:pt x="483187" y="201993"/>
                  </a:lnTo>
                  <a:lnTo>
                    <a:pt x="483470" y="206384"/>
                  </a:lnTo>
                  <a:lnTo>
                    <a:pt x="483760" y="210775"/>
                  </a:lnTo>
                  <a:lnTo>
                    <a:pt x="484067" y="215167"/>
                  </a:lnTo>
                  <a:lnTo>
                    <a:pt x="484382" y="219558"/>
                  </a:lnTo>
                  <a:lnTo>
                    <a:pt x="484705" y="223949"/>
                  </a:lnTo>
                  <a:lnTo>
                    <a:pt x="485045" y="228340"/>
                  </a:lnTo>
                  <a:lnTo>
                    <a:pt x="485394" y="232731"/>
                  </a:lnTo>
                  <a:lnTo>
                    <a:pt x="485751" y="237122"/>
                  </a:lnTo>
                  <a:lnTo>
                    <a:pt x="486125" y="241514"/>
                  </a:lnTo>
                  <a:lnTo>
                    <a:pt x="486509" y="245905"/>
                  </a:lnTo>
                  <a:lnTo>
                    <a:pt x="486902" y="250296"/>
                  </a:lnTo>
                  <a:lnTo>
                    <a:pt x="487311" y="254687"/>
                  </a:lnTo>
                  <a:lnTo>
                    <a:pt x="487731" y="259078"/>
                  </a:lnTo>
                  <a:lnTo>
                    <a:pt x="488160" y="263469"/>
                  </a:lnTo>
                  <a:lnTo>
                    <a:pt x="488605" y="267861"/>
                  </a:lnTo>
                  <a:lnTo>
                    <a:pt x="489062" y="272252"/>
                  </a:lnTo>
                  <a:lnTo>
                    <a:pt x="489528" y="276643"/>
                  </a:lnTo>
                  <a:lnTo>
                    <a:pt x="490010" y="281034"/>
                  </a:lnTo>
                  <a:lnTo>
                    <a:pt x="490505" y="285425"/>
                  </a:lnTo>
                  <a:lnTo>
                    <a:pt x="491009" y="289816"/>
                  </a:lnTo>
                  <a:lnTo>
                    <a:pt x="491530" y="294208"/>
                  </a:lnTo>
                  <a:lnTo>
                    <a:pt x="492064" y="298599"/>
                  </a:lnTo>
                  <a:lnTo>
                    <a:pt x="492608" y="302990"/>
                  </a:lnTo>
                  <a:lnTo>
                    <a:pt x="493168" y="307381"/>
                  </a:lnTo>
                  <a:lnTo>
                    <a:pt x="493742" y="311772"/>
                  </a:lnTo>
                  <a:lnTo>
                    <a:pt x="494327" y="316163"/>
                  </a:lnTo>
                  <a:lnTo>
                    <a:pt x="494929" y="320555"/>
                  </a:lnTo>
                  <a:lnTo>
                    <a:pt x="495546" y="324946"/>
                  </a:lnTo>
                  <a:lnTo>
                    <a:pt x="496174" y="329337"/>
                  </a:lnTo>
                  <a:lnTo>
                    <a:pt x="496819" y="333728"/>
                  </a:lnTo>
                  <a:lnTo>
                    <a:pt x="497481" y="338119"/>
                  </a:lnTo>
                  <a:lnTo>
                    <a:pt x="498156" y="342510"/>
                  </a:lnTo>
                  <a:lnTo>
                    <a:pt x="498847" y="346902"/>
                  </a:lnTo>
                  <a:lnTo>
                    <a:pt x="499558" y="351293"/>
                  </a:lnTo>
                  <a:lnTo>
                    <a:pt x="500281" y="355684"/>
                  </a:lnTo>
                  <a:lnTo>
                    <a:pt x="501023" y="360075"/>
                  </a:lnTo>
                  <a:lnTo>
                    <a:pt x="501785" y="364466"/>
                  </a:lnTo>
                  <a:lnTo>
                    <a:pt x="502562" y="368857"/>
                  </a:lnTo>
                  <a:lnTo>
                    <a:pt x="503357" y="373249"/>
                  </a:lnTo>
                  <a:lnTo>
                    <a:pt x="504176" y="377640"/>
                  </a:lnTo>
                  <a:lnTo>
                    <a:pt x="505009" y="382031"/>
                  </a:lnTo>
                  <a:lnTo>
                    <a:pt x="505863" y="386422"/>
                  </a:lnTo>
                  <a:lnTo>
                    <a:pt x="506743" y="390813"/>
                  </a:lnTo>
                  <a:lnTo>
                    <a:pt x="507639" y="395204"/>
                  </a:lnTo>
                  <a:lnTo>
                    <a:pt x="508555" y="399596"/>
                  </a:lnTo>
                  <a:lnTo>
                    <a:pt x="509501" y="403987"/>
                  </a:lnTo>
                  <a:lnTo>
                    <a:pt x="510464" y="408378"/>
                  </a:lnTo>
                  <a:lnTo>
                    <a:pt x="511449" y="412769"/>
                  </a:lnTo>
                  <a:lnTo>
                    <a:pt x="512465" y="417160"/>
                  </a:lnTo>
                  <a:lnTo>
                    <a:pt x="513501" y="421551"/>
                  </a:lnTo>
                  <a:lnTo>
                    <a:pt x="514558" y="425943"/>
                  </a:lnTo>
                  <a:lnTo>
                    <a:pt x="515651" y="430334"/>
                  </a:lnTo>
                  <a:lnTo>
                    <a:pt x="516764" y="434725"/>
                  </a:lnTo>
                  <a:lnTo>
                    <a:pt x="517899" y="439116"/>
                  </a:lnTo>
                  <a:lnTo>
                    <a:pt x="519072" y="443507"/>
                  </a:lnTo>
                  <a:lnTo>
                    <a:pt x="520266" y="447898"/>
                  </a:lnTo>
                  <a:lnTo>
                    <a:pt x="521482" y="452290"/>
                  </a:lnTo>
                  <a:lnTo>
                    <a:pt x="522739" y="456681"/>
                  </a:lnTo>
                  <a:lnTo>
                    <a:pt x="524018" y="461072"/>
                  </a:lnTo>
                  <a:lnTo>
                    <a:pt x="525319" y="465463"/>
                  </a:lnTo>
                  <a:lnTo>
                    <a:pt x="526663" y="469854"/>
                  </a:lnTo>
                  <a:lnTo>
                    <a:pt x="528029" y="474245"/>
                  </a:lnTo>
                  <a:lnTo>
                    <a:pt x="529418" y="478637"/>
                  </a:lnTo>
                  <a:lnTo>
                    <a:pt x="530849" y="483028"/>
                  </a:lnTo>
                  <a:lnTo>
                    <a:pt x="532304" y="487419"/>
                  </a:lnTo>
                  <a:lnTo>
                    <a:pt x="533780" y="491810"/>
                  </a:lnTo>
                  <a:lnTo>
                    <a:pt x="535299" y="496201"/>
                  </a:lnTo>
                  <a:lnTo>
                    <a:pt x="536841" y="500592"/>
                  </a:lnTo>
                  <a:lnTo>
                    <a:pt x="538405" y="504984"/>
                  </a:lnTo>
                  <a:lnTo>
                    <a:pt x="540009" y="509375"/>
                  </a:lnTo>
                  <a:lnTo>
                    <a:pt x="541636" y="513766"/>
                  </a:lnTo>
                  <a:lnTo>
                    <a:pt x="543286" y="518157"/>
                  </a:lnTo>
                  <a:lnTo>
                    <a:pt x="544972" y="522548"/>
                  </a:lnTo>
                  <a:lnTo>
                    <a:pt x="546682" y="526939"/>
                  </a:lnTo>
                  <a:lnTo>
                    <a:pt x="548412" y="531331"/>
                  </a:lnTo>
                  <a:lnTo>
                    <a:pt x="550176" y="535722"/>
                  </a:lnTo>
                  <a:lnTo>
                    <a:pt x="551963" y="540113"/>
                  </a:lnTo>
                  <a:lnTo>
                    <a:pt x="553769" y="544504"/>
                  </a:lnTo>
                  <a:lnTo>
                    <a:pt x="555605" y="548895"/>
                  </a:lnTo>
                  <a:lnTo>
                    <a:pt x="557463" y="553286"/>
                  </a:lnTo>
                  <a:lnTo>
                    <a:pt x="559338" y="557678"/>
                  </a:lnTo>
                  <a:lnTo>
                    <a:pt x="561240" y="562069"/>
                  </a:lnTo>
                  <a:lnTo>
                    <a:pt x="563162" y="566460"/>
                  </a:lnTo>
                  <a:lnTo>
                    <a:pt x="565099" y="570851"/>
                  </a:lnTo>
                  <a:lnTo>
                    <a:pt x="567059" y="575242"/>
                  </a:lnTo>
                  <a:lnTo>
                    <a:pt x="569037" y="579633"/>
                  </a:lnTo>
                  <a:lnTo>
                    <a:pt x="571029" y="584025"/>
                  </a:lnTo>
                  <a:lnTo>
                    <a:pt x="573040" y="588416"/>
                  </a:lnTo>
                  <a:lnTo>
                    <a:pt x="575068" y="592807"/>
                  </a:lnTo>
                  <a:lnTo>
                    <a:pt x="577107" y="597198"/>
                  </a:lnTo>
                  <a:lnTo>
                    <a:pt x="579162" y="601589"/>
                  </a:lnTo>
                  <a:lnTo>
                    <a:pt x="581232" y="605980"/>
                  </a:lnTo>
                  <a:lnTo>
                    <a:pt x="583311" y="610372"/>
                  </a:lnTo>
                  <a:lnTo>
                    <a:pt x="585404" y="614763"/>
                  </a:lnTo>
                  <a:lnTo>
                    <a:pt x="587510" y="619154"/>
                  </a:lnTo>
                  <a:lnTo>
                    <a:pt x="589624" y="623545"/>
                  </a:lnTo>
                  <a:lnTo>
                    <a:pt x="591750" y="627936"/>
                  </a:lnTo>
                  <a:lnTo>
                    <a:pt x="593887" y="632327"/>
                  </a:lnTo>
                  <a:lnTo>
                    <a:pt x="596032" y="636719"/>
                  </a:lnTo>
                  <a:lnTo>
                    <a:pt x="598186" y="641110"/>
                  </a:lnTo>
                  <a:lnTo>
                    <a:pt x="600351" y="645501"/>
                  </a:lnTo>
                  <a:lnTo>
                    <a:pt x="602523" y="649892"/>
                  </a:lnTo>
                  <a:lnTo>
                    <a:pt x="604704" y="654283"/>
                  </a:lnTo>
                  <a:lnTo>
                    <a:pt x="606896" y="658674"/>
                  </a:lnTo>
                  <a:lnTo>
                    <a:pt x="609095" y="663066"/>
                  </a:lnTo>
                  <a:lnTo>
                    <a:pt x="611302" y="667457"/>
                  </a:lnTo>
                  <a:lnTo>
                    <a:pt x="613521" y="671848"/>
                  </a:lnTo>
                  <a:lnTo>
                    <a:pt x="615747" y="676239"/>
                  </a:lnTo>
                  <a:lnTo>
                    <a:pt x="617981" y="680630"/>
                  </a:lnTo>
                  <a:lnTo>
                    <a:pt x="620229" y="685021"/>
                  </a:lnTo>
                  <a:lnTo>
                    <a:pt x="622485" y="689413"/>
                  </a:lnTo>
                  <a:lnTo>
                    <a:pt x="624750" y="693804"/>
                  </a:lnTo>
                  <a:lnTo>
                    <a:pt x="627030" y="698195"/>
                  </a:lnTo>
                  <a:lnTo>
                    <a:pt x="629319" y="702586"/>
                  </a:lnTo>
                  <a:lnTo>
                    <a:pt x="631618" y="706977"/>
                  </a:lnTo>
                  <a:lnTo>
                    <a:pt x="633935" y="711368"/>
                  </a:lnTo>
                  <a:lnTo>
                    <a:pt x="636262" y="715760"/>
                  </a:lnTo>
                  <a:lnTo>
                    <a:pt x="638600" y="720151"/>
                  </a:lnTo>
                  <a:lnTo>
                    <a:pt x="640958" y="724542"/>
                  </a:lnTo>
                  <a:lnTo>
                    <a:pt x="643328" y="728933"/>
                  </a:lnTo>
                  <a:lnTo>
                    <a:pt x="645709" y="733324"/>
                  </a:lnTo>
                  <a:lnTo>
                    <a:pt x="648114" y="737715"/>
                  </a:lnTo>
                  <a:lnTo>
                    <a:pt x="650531" y="742107"/>
                  </a:lnTo>
                  <a:lnTo>
                    <a:pt x="652961" y="746498"/>
                  </a:lnTo>
                  <a:lnTo>
                    <a:pt x="655415" y="750889"/>
                  </a:lnTo>
                  <a:lnTo>
                    <a:pt x="657883" y="755280"/>
                  </a:lnTo>
                  <a:lnTo>
                    <a:pt x="660365" y="759671"/>
                  </a:lnTo>
                  <a:lnTo>
                    <a:pt x="662872" y="764062"/>
                  </a:lnTo>
                  <a:lnTo>
                    <a:pt x="665394" y="768454"/>
                  </a:lnTo>
                  <a:lnTo>
                    <a:pt x="667929" y="772845"/>
                  </a:lnTo>
                  <a:lnTo>
                    <a:pt x="670489" y="777236"/>
                  </a:lnTo>
                  <a:lnTo>
                    <a:pt x="673065" y="781627"/>
                  </a:lnTo>
                  <a:lnTo>
                    <a:pt x="675655" y="786018"/>
                  </a:lnTo>
                  <a:lnTo>
                    <a:pt x="678267" y="790409"/>
                  </a:lnTo>
                  <a:lnTo>
                    <a:pt x="680895" y="794801"/>
                  </a:lnTo>
                  <a:lnTo>
                    <a:pt x="683536" y="799192"/>
                  </a:lnTo>
                  <a:lnTo>
                    <a:pt x="686198" y="803583"/>
                  </a:lnTo>
                  <a:lnTo>
                    <a:pt x="688875" y="807974"/>
                  </a:lnTo>
                  <a:lnTo>
                    <a:pt x="691562" y="812365"/>
                  </a:lnTo>
                  <a:lnTo>
                    <a:pt x="694268" y="816756"/>
                  </a:lnTo>
                  <a:lnTo>
                    <a:pt x="696986" y="821148"/>
                  </a:lnTo>
                  <a:lnTo>
                    <a:pt x="699713" y="825539"/>
                  </a:lnTo>
                  <a:lnTo>
                    <a:pt x="702454" y="829930"/>
                  </a:lnTo>
                  <a:lnTo>
                    <a:pt x="705205" y="834321"/>
                  </a:lnTo>
                  <a:lnTo>
                    <a:pt x="707964" y="838712"/>
                  </a:lnTo>
                  <a:lnTo>
                    <a:pt x="710731" y="843103"/>
                  </a:lnTo>
                  <a:lnTo>
                    <a:pt x="713505" y="847495"/>
                  </a:lnTo>
                  <a:lnTo>
                    <a:pt x="716283" y="851886"/>
                  </a:lnTo>
                  <a:lnTo>
                    <a:pt x="719066" y="856277"/>
                  </a:lnTo>
                  <a:lnTo>
                    <a:pt x="721851" y="860668"/>
                  </a:lnTo>
                  <a:lnTo>
                    <a:pt x="724637" y="865059"/>
                  </a:lnTo>
                  <a:lnTo>
                    <a:pt x="727424" y="869450"/>
                  </a:lnTo>
                  <a:lnTo>
                    <a:pt x="730208" y="873842"/>
                  </a:lnTo>
                  <a:lnTo>
                    <a:pt x="732991" y="878233"/>
                  </a:lnTo>
                  <a:lnTo>
                    <a:pt x="735769" y="882624"/>
                  </a:lnTo>
                  <a:lnTo>
                    <a:pt x="738542" y="887015"/>
                  </a:lnTo>
                  <a:lnTo>
                    <a:pt x="741309" y="891406"/>
                  </a:lnTo>
                  <a:lnTo>
                    <a:pt x="744069" y="895797"/>
                  </a:lnTo>
                  <a:lnTo>
                    <a:pt x="746819" y="900189"/>
                  </a:lnTo>
                  <a:lnTo>
                    <a:pt x="749561" y="904580"/>
                  </a:lnTo>
                  <a:lnTo>
                    <a:pt x="752293" y="908971"/>
                  </a:lnTo>
                  <a:lnTo>
                    <a:pt x="755010" y="913362"/>
                  </a:lnTo>
                  <a:lnTo>
                    <a:pt x="757719" y="917753"/>
                  </a:lnTo>
                  <a:lnTo>
                    <a:pt x="760416" y="922144"/>
                  </a:lnTo>
                  <a:lnTo>
                    <a:pt x="763095" y="926536"/>
                  </a:lnTo>
                  <a:lnTo>
                    <a:pt x="765764" y="930927"/>
                  </a:lnTo>
                  <a:lnTo>
                    <a:pt x="768421" y="935318"/>
                  </a:lnTo>
                  <a:lnTo>
                    <a:pt x="771059" y="939709"/>
                  </a:lnTo>
                  <a:lnTo>
                    <a:pt x="773686" y="944100"/>
                  </a:lnTo>
                  <a:lnTo>
                    <a:pt x="776301" y="948491"/>
                  </a:lnTo>
                  <a:lnTo>
                    <a:pt x="778897" y="952883"/>
                  </a:lnTo>
                  <a:lnTo>
                    <a:pt x="781482" y="957274"/>
                  </a:lnTo>
                  <a:lnTo>
                    <a:pt x="784056" y="961665"/>
                  </a:lnTo>
                  <a:lnTo>
                    <a:pt x="786612" y="966056"/>
                  </a:lnTo>
                  <a:lnTo>
                    <a:pt x="789159" y="970447"/>
                  </a:lnTo>
                  <a:lnTo>
                    <a:pt x="791696" y="974838"/>
                  </a:lnTo>
                  <a:lnTo>
                    <a:pt x="794217" y="979230"/>
                  </a:lnTo>
                  <a:lnTo>
                    <a:pt x="796731" y="983621"/>
                  </a:lnTo>
                  <a:lnTo>
                    <a:pt x="799237" y="988012"/>
                  </a:lnTo>
                  <a:lnTo>
                    <a:pt x="801731" y="992403"/>
                  </a:lnTo>
                  <a:lnTo>
                    <a:pt x="804220" y="996794"/>
                  </a:lnTo>
                  <a:lnTo>
                    <a:pt x="806703" y="1001185"/>
                  </a:lnTo>
                  <a:lnTo>
                    <a:pt x="809179" y="1005577"/>
                  </a:lnTo>
                  <a:lnTo>
                    <a:pt x="811652" y="1009968"/>
                  </a:lnTo>
                  <a:lnTo>
                    <a:pt x="814122" y="1014359"/>
                  </a:lnTo>
                  <a:lnTo>
                    <a:pt x="816590" y="1018750"/>
                  </a:lnTo>
                  <a:lnTo>
                    <a:pt x="819057" y="1023141"/>
                  </a:lnTo>
                  <a:lnTo>
                    <a:pt x="821524" y="1027532"/>
                  </a:lnTo>
                  <a:lnTo>
                    <a:pt x="823992" y="1031924"/>
                  </a:lnTo>
                  <a:lnTo>
                    <a:pt x="826463" y="1036315"/>
                  </a:lnTo>
                  <a:lnTo>
                    <a:pt x="828936" y="1040706"/>
                  </a:lnTo>
                  <a:lnTo>
                    <a:pt x="831415" y="1045097"/>
                  </a:lnTo>
                  <a:lnTo>
                    <a:pt x="833898" y="1049488"/>
                  </a:lnTo>
                  <a:lnTo>
                    <a:pt x="836385" y="1053879"/>
                  </a:lnTo>
                  <a:lnTo>
                    <a:pt x="838881" y="1058271"/>
                  </a:lnTo>
                  <a:lnTo>
                    <a:pt x="841383" y="1062662"/>
                  </a:lnTo>
                  <a:lnTo>
                    <a:pt x="843891" y="1067053"/>
                  </a:lnTo>
                  <a:lnTo>
                    <a:pt x="846408" y="1071444"/>
                  </a:lnTo>
                  <a:lnTo>
                    <a:pt x="848934" y="1075835"/>
                  </a:lnTo>
                  <a:lnTo>
                    <a:pt x="851465" y="1080226"/>
                  </a:lnTo>
                  <a:lnTo>
                    <a:pt x="854006" y="1084618"/>
                  </a:lnTo>
                  <a:lnTo>
                    <a:pt x="854924" y="1086197"/>
                  </a:lnTo>
                  <a:lnTo>
                    <a:pt x="856556" y="1089009"/>
                  </a:lnTo>
                  <a:lnTo>
                    <a:pt x="859111" y="1093400"/>
                  </a:lnTo>
                  <a:lnTo>
                    <a:pt x="861675" y="1097791"/>
                  </a:lnTo>
                  <a:lnTo>
                    <a:pt x="864246" y="1102182"/>
                  </a:lnTo>
                  <a:lnTo>
                    <a:pt x="866822" y="1106573"/>
                  </a:lnTo>
                  <a:lnTo>
                    <a:pt x="869404" y="1110965"/>
                  </a:lnTo>
                  <a:lnTo>
                    <a:pt x="871990" y="1115356"/>
                  </a:lnTo>
                  <a:lnTo>
                    <a:pt x="874579" y="1119747"/>
                  </a:lnTo>
                  <a:lnTo>
                    <a:pt x="877171" y="1124138"/>
                  </a:lnTo>
                  <a:lnTo>
                    <a:pt x="879764" y="1128529"/>
                  </a:lnTo>
                  <a:lnTo>
                    <a:pt x="882355" y="1132920"/>
                  </a:lnTo>
                  <a:lnTo>
                    <a:pt x="884945" y="1137312"/>
                  </a:lnTo>
                  <a:lnTo>
                    <a:pt x="887530" y="1141703"/>
                  </a:lnTo>
                  <a:lnTo>
                    <a:pt x="890110" y="1146094"/>
                  </a:lnTo>
                  <a:lnTo>
                    <a:pt x="892683" y="1150485"/>
                  </a:lnTo>
                  <a:lnTo>
                    <a:pt x="895244" y="1154876"/>
                  </a:lnTo>
                  <a:lnTo>
                    <a:pt x="897795" y="1159267"/>
                  </a:lnTo>
                  <a:lnTo>
                    <a:pt x="900332" y="1163659"/>
                  </a:lnTo>
                  <a:lnTo>
                    <a:pt x="902848" y="1168050"/>
                  </a:lnTo>
                  <a:lnTo>
                    <a:pt x="905350" y="1172441"/>
                  </a:lnTo>
                  <a:lnTo>
                    <a:pt x="907830" y="1176832"/>
                  </a:lnTo>
                  <a:lnTo>
                    <a:pt x="910280" y="1181223"/>
                  </a:lnTo>
                  <a:lnTo>
                    <a:pt x="912707" y="1185614"/>
                  </a:lnTo>
                  <a:lnTo>
                    <a:pt x="915108" y="1190006"/>
                  </a:lnTo>
                  <a:lnTo>
                    <a:pt x="917464" y="1194397"/>
                  </a:lnTo>
                  <a:lnTo>
                    <a:pt x="919792" y="1198788"/>
                  </a:lnTo>
                  <a:lnTo>
                    <a:pt x="922086" y="1203179"/>
                  </a:lnTo>
                  <a:lnTo>
                    <a:pt x="924322" y="1207570"/>
                  </a:lnTo>
                  <a:lnTo>
                    <a:pt x="926522" y="1211961"/>
                  </a:lnTo>
                  <a:lnTo>
                    <a:pt x="928681" y="1216353"/>
                  </a:lnTo>
                  <a:lnTo>
                    <a:pt x="930766" y="1220744"/>
                  </a:lnTo>
                  <a:lnTo>
                    <a:pt x="932807" y="1225135"/>
                  </a:lnTo>
                  <a:lnTo>
                    <a:pt x="934800" y="1229526"/>
                  </a:lnTo>
                  <a:lnTo>
                    <a:pt x="936703" y="1233917"/>
                  </a:lnTo>
                  <a:lnTo>
                    <a:pt x="938553" y="1238308"/>
                  </a:lnTo>
                  <a:lnTo>
                    <a:pt x="940348" y="1242700"/>
                  </a:lnTo>
                  <a:lnTo>
                    <a:pt x="942034" y="1247091"/>
                  </a:lnTo>
                  <a:lnTo>
                    <a:pt x="943659" y="1251482"/>
                  </a:lnTo>
                  <a:lnTo>
                    <a:pt x="945223" y="1255873"/>
                  </a:lnTo>
                  <a:lnTo>
                    <a:pt x="946659" y="1260264"/>
                  </a:lnTo>
                  <a:lnTo>
                    <a:pt x="948024" y="1264655"/>
                  </a:lnTo>
                  <a:lnTo>
                    <a:pt x="949319" y="1269047"/>
                  </a:lnTo>
                  <a:lnTo>
                    <a:pt x="950472" y="1273438"/>
                  </a:lnTo>
                  <a:lnTo>
                    <a:pt x="951542" y="1277829"/>
                  </a:lnTo>
                  <a:lnTo>
                    <a:pt x="952532" y="1282220"/>
                  </a:lnTo>
                  <a:lnTo>
                    <a:pt x="953369" y="1286611"/>
                  </a:lnTo>
                  <a:lnTo>
                    <a:pt x="954108" y="1291002"/>
                  </a:lnTo>
                  <a:lnTo>
                    <a:pt x="954759" y="1295394"/>
                  </a:lnTo>
                  <a:lnTo>
                    <a:pt x="955245" y="1299785"/>
                  </a:lnTo>
                  <a:lnTo>
                    <a:pt x="955620" y="1304176"/>
                  </a:lnTo>
                  <a:lnTo>
                    <a:pt x="955898" y="1308567"/>
                  </a:lnTo>
                  <a:lnTo>
                    <a:pt x="956002" y="1312958"/>
                  </a:lnTo>
                  <a:lnTo>
                    <a:pt x="955981" y="1317349"/>
                  </a:lnTo>
                  <a:lnTo>
                    <a:pt x="955855" y="1321741"/>
                  </a:lnTo>
                  <a:lnTo>
                    <a:pt x="955548" y="1326132"/>
                  </a:lnTo>
                  <a:lnTo>
                    <a:pt x="955102" y="1330523"/>
                  </a:lnTo>
                  <a:lnTo>
                    <a:pt x="954546" y="1334914"/>
                  </a:lnTo>
                  <a:lnTo>
                    <a:pt x="953803" y="1339305"/>
                  </a:lnTo>
                  <a:lnTo>
                    <a:pt x="952910" y="1343696"/>
                  </a:lnTo>
                  <a:lnTo>
                    <a:pt x="951902" y="1348088"/>
                  </a:lnTo>
                  <a:lnTo>
                    <a:pt x="950705" y="1352479"/>
                  </a:lnTo>
                  <a:lnTo>
                    <a:pt x="949348" y="1356870"/>
                  </a:lnTo>
                  <a:lnTo>
                    <a:pt x="947872" y="1361261"/>
                  </a:lnTo>
                  <a:lnTo>
                    <a:pt x="946210" y="1365652"/>
                  </a:lnTo>
                  <a:lnTo>
                    <a:pt x="945808" y="1366617"/>
                  </a:lnTo>
                  <a:lnTo>
                    <a:pt x="944379" y="1370043"/>
                  </a:lnTo>
                  <a:lnTo>
                    <a:pt x="942429" y="1374435"/>
                  </a:lnTo>
                  <a:lnTo>
                    <a:pt x="940299" y="1378826"/>
                  </a:lnTo>
                  <a:lnTo>
                    <a:pt x="937996" y="1383217"/>
                  </a:lnTo>
                  <a:lnTo>
                    <a:pt x="935574" y="1387608"/>
                  </a:lnTo>
                  <a:lnTo>
                    <a:pt x="932983" y="1391999"/>
                  </a:lnTo>
                  <a:lnTo>
                    <a:pt x="930218" y="1396390"/>
                  </a:lnTo>
                  <a:lnTo>
                    <a:pt x="927340" y="1400782"/>
                  </a:lnTo>
                  <a:lnTo>
                    <a:pt x="924304" y="1405173"/>
                  </a:lnTo>
                  <a:lnTo>
                    <a:pt x="921101" y="1409564"/>
                  </a:lnTo>
                  <a:lnTo>
                    <a:pt x="917792" y="1413955"/>
                  </a:lnTo>
                  <a:lnTo>
                    <a:pt x="914342" y="1418346"/>
                  </a:lnTo>
                  <a:lnTo>
                    <a:pt x="910735" y="1422737"/>
                  </a:lnTo>
                  <a:lnTo>
                    <a:pt x="907033" y="1427129"/>
                  </a:lnTo>
                  <a:lnTo>
                    <a:pt x="903211" y="1431520"/>
                  </a:lnTo>
                  <a:lnTo>
                    <a:pt x="899249" y="1435911"/>
                  </a:lnTo>
                  <a:lnTo>
                    <a:pt x="895206" y="1440302"/>
                  </a:lnTo>
                  <a:lnTo>
                    <a:pt x="891065" y="1444693"/>
                  </a:lnTo>
                  <a:lnTo>
                    <a:pt x="886808" y="1449084"/>
                  </a:lnTo>
                  <a:lnTo>
                    <a:pt x="882487" y="1453476"/>
                  </a:lnTo>
                  <a:lnTo>
                    <a:pt x="878094" y="1457867"/>
                  </a:lnTo>
                  <a:lnTo>
                    <a:pt x="873614" y="1462258"/>
                  </a:lnTo>
                  <a:lnTo>
                    <a:pt x="869092" y="1466649"/>
                  </a:lnTo>
                  <a:lnTo>
                    <a:pt x="864524" y="1471040"/>
                  </a:lnTo>
                  <a:lnTo>
                    <a:pt x="859905" y="1475431"/>
                  </a:lnTo>
                  <a:lnTo>
                    <a:pt x="855268" y="1479823"/>
                  </a:lnTo>
                  <a:lnTo>
                    <a:pt x="850612" y="1484214"/>
                  </a:lnTo>
                  <a:lnTo>
                    <a:pt x="845947" y="1488605"/>
                  </a:lnTo>
                  <a:lnTo>
                    <a:pt x="841290" y="1492996"/>
                  </a:lnTo>
                  <a:lnTo>
                    <a:pt x="836641" y="1497387"/>
                  </a:lnTo>
                  <a:lnTo>
                    <a:pt x="832032" y="1501778"/>
                  </a:lnTo>
                  <a:lnTo>
                    <a:pt x="827456" y="1506170"/>
                  </a:lnTo>
                  <a:lnTo>
                    <a:pt x="822916" y="1510561"/>
                  </a:lnTo>
                  <a:lnTo>
                    <a:pt x="818467" y="1514952"/>
                  </a:lnTo>
                  <a:lnTo>
                    <a:pt x="814081" y="1519343"/>
                  </a:lnTo>
                  <a:lnTo>
                    <a:pt x="809755" y="1523734"/>
                  </a:lnTo>
                  <a:lnTo>
                    <a:pt x="805573" y="1528125"/>
                  </a:lnTo>
                  <a:lnTo>
                    <a:pt x="801483" y="1532517"/>
                  </a:lnTo>
                  <a:lnTo>
                    <a:pt x="797481" y="1536908"/>
                  </a:lnTo>
                  <a:lnTo>
                    <a:pt x="793668" y="1541299"/>
                  </a:lnTo>
                  <a:lnTo>
                    <a:pt x="789980" y="1545690"/>
                  </a:lnTo>
                  <a:lnTo>
                    <a:pt x="786406" y="1550081"/>
                  </a:lnTo>
                  <a:lnTo>
                    <a:pt x="783063" y="1554472"/>
                  </a:lnTo>
                  <a:lnTo>
                    <a:pt x="779876" y="1558864"/>
                  </a:lnTo>
                  <a:lnTo>
                    <a:pt x="776829" y="1563255"/>
                  </a:lnTo>
                  <a:lnTo>
                    <a:pt x="774047" y="1567646"/>
                  </a:lnTo>
                  <a:lnTo>
                    <a:pt x="771452" y="1572037"/>
                  </a:lnTo>
                  <a:lnTo>
                    <a:pt x="769020" y="1576428"/>
                  </a:lnTo>
                  <a:lnTo>
                    <a:pt x="766878" y="1580819"/>
                  </a:lnTo>
                  <a:lnTo>
                    <a:pt x="764954" y="1585211"/>
                  </a:lnTo>
                  <a:lnTo>
                    <a:pt x="763209" y="1589602"/>
                  </a:lnTo>
                  <a:lnTo>
                    <a:pt x="761773" y="1593993"/>
                  </a:lnTo>
                  <a:lnTo>
                    <a:pt x="760581" y="1598384"/>
                  </a:lnTo>
                  <a:lnTo>
                    <a:pt x="759580" y="1602775"/>
                  </a:lnTo>
                  <a:lnTo>
                    <a:pt x="758897" y="1607166"/>
                  </a:lnTo>
                  <a:lnTo>
                    <a:pt x="758477" y="1611558"/>
                  </a:lnTo>
                  <a:lnTo>
                    <a:pt x="758256" y="1615949"/>
                  </a:lnTo>
                  <a:lnTo>
                    <a:pt x="758350" y="1620340"/>
                  </a:lnTo>
                  <a:lnTo>
                    <a:pt x="758721" y="1624731"/>
                  </a:lnTo>
                  <a:lnTo>
                    <a:pt x="759291" y="1629122"/>
                  </a:lnTo>
                  <a:lnTo>
                    <a:pt x="760165" y="1633513"/>
                  </a:lnTo>
                  <a:lnTo>
                    <a:pt x="761319" y="1637905"/>
                  </a:lnTo>
                  <a:lnTo>
                    <a:pt x="762667" y="1642296"/>
                  </a:lnTo>
                  <a:lnTo>
                    <a:pt x="764298" y="1646687"/>
                  </a:lnTo>
                  <a:lnTo>
                    <a:pt x="766201" y="1651078"/>
                  </a:lnTo>
                  <a:lnTo>
                    <a:pt x="768286" y="1655469"/>
                  </a:lnTo>
                  <a:lnTo>
                    <a:pt x="770623" y="1659860"/>
                  </a:lnTo>
                  <a:lnTo>
                    <a:pt x="773215" y="1664252"/>
                  </a:lnTo>
                  <a:lnTo>
                    <a:pt x="775967" y="1668643"/>
                  </a:lnTo>
                  <a:lnTo>
                    <a:pt x="778935" y="1673034"/>
                  </a:lnTo>
                  <a:lnTo>
                    <a:pt x="782127" y="1677425"/>
                  </a:lnTo>
                  <a:lnTo>
                    <a:pt x="785453" y="1681816"/>
                  </a:lnTo>
                  <a:lnTo>
                    <a:pt x="788950" y="1686207"/>
                  </a:lnTo>
                  <a:lnTo>
                    <a:pt x="792629" y="1690599"/>
                  </a:lnTo>
                  <a:lnTo>
                    <a:pt x="796409" y="1694990"/>
                  </a:lnTo>
                  <a:lnTo>
                    <a:pt x="800311" y="1699381"/>
                  </a:lnTo>
                  <a:lnTo>
                    <a:pt x="804341" y="1703772"/>
                  </a:lnTo>
                  <a:lnTo>
                    <a:pt x="808434" y="1708163"/>
                  </a:lnTo>
                  <a:lnTo>
                    <a:pt x="812598" y="1712554"/>
                  </a:lnTo>
                  <a:lnTo>
                    <a:pt x="816825" y="1716946"/>
                  </a:lnTo>
                  <a:lnTo>
                    <a:pt x="821074" y="1721337"/>
                  </a:lnTo>
                  <a:lnTo>
                    <a:pt x="825340" y="1725728"/>
                  </a:lnTo>
                  <a:lnTo>
                    <a:pt x="829597" y="1730119"/>
                  </a:lnTo>
                  <a:lnTo>
                    <a:pt x="833830" y="1734510"/>
                  </a:lnTo>
                  <a:lnTo>
                    <a:pt x="838032" y="1738901"/>
                  </a:lnTo>
                  <a:lnTo>
                    <a:pt x="842143" y="1743293"/>
                  </a:lnTo>
                  <a:lnTo>
                    <a:pt x="846185" y="1747684"/>
                  </a:lnTo>
                  <a:lnTo>
                    <a:pt x="850149" y="1752075"/>
                  </a:lnTo>
                  <a:lnTo>
                    <a:pt x="853939" y="1756466"/>
                  </a:lnTo>
                  <a:lnTo>
                    <a:pt x="857615" y="1760857"/>
                  </a:lnTo>
                  <a:lnTo>
                    <a:pt x="861172" y="1765248"/>
                  </a:lnTo>
                  <a:lnTo>
                    <a:pt x="864469" y="1769640"/>
                  </a:lnTo>
                  <a:lnTo>
                    <a:pt x="867612" y="1774031"/>
                  </a:lnTo>
                  <a:lnTo>
                    <a:pt x="870599" y="1778422"/>
                  </a:lnTo>
                  <a:lnTo>
                    <a:pt x="873249" y="1782813"/>
                  </a:lnTo>
                  <a:lnTo>
                    <a:pt x="875705" y="1787204"/>
                  </a:lnTo>
                  <a:lnTo>
                    <a:pt x="877969" y="1791595"/>
                  </a:lnTo>
                  <a:lnTo>
                    <a:pt x="879841" y="1795987"/>
                  </a:lnTo>
                  <a:lnTo>
                    <a:pt x="881478" y="1800378"/>
                  </a:lnTo>
                  <a:lnTo>
                    <a:pt x="882892" y="1804769"/>
                  </a:lnTo>
                  <a:lnTo>
                    <a:pt x="883876" y="1809160"/>
                  </a:lnTo>
                  <a:lnTo>
                    <a:pt x="884588" y="1813551"/>
                  </a:lnTo>
                  <a:lnTo>
                    <a:pt x="885054" y="1817942"/>
                  </a:lnTo>
                  <a:lnTo>
                    <a:pt x="885066" y="1822334"/>
                  </a:lnTo>
                  <a:lnTo>
                    <a:pt x="884776" y="1826725"/>
                  </a:lnTo>
                  <a:lnTo>
                    <a:pt x="884226" y="1831116"/>
                  </a:lnTo>
                  <a:lnTo>
                    <a:pt x="883638" y="1833671"/>
                  </a:lnTo>
                  <a:lnTo>
                    <a:pt x="883215" y="1835507"/>
                  </a:lnTo>
                  <a:lnTo>
                    <a:pt x="881882" y="1839898"/>
                  </a:lnTo>
                  <a:lnTo>
                    <a:pt x="880282" y="1844289"/>
                  </a:lnTo>
                  <a:lnTo>
                    <a:pt x="878230" y="1848681"/>
                  </a:lnTo>
                  <a:lnTo>
                    <a:pt x="875845" y="1853072"/>
                  </a:lnTo>
                  <a:lnTo>
                    <a:pt x="873196" y="1857463"/>
                  </a:lnTo>
                  <a:lnTo>
                    <a:pt x="870118" y="1861854"/>
                  </a:lnTo>
                  <a:lnTo>
                    <a:pt x="866707" y="1866245"/>
                  </a:lnTo>
                  <a:lnTo>
                    <a:pt x="863044" y="1870636"/>
                  </a:lnTo>
                  <a:lnTo>
                    <a:pt x="858987" y="1875028"/>
                  </a:lnTo>
                  <a:lnTo>
                    <a:pt x="854609" y="1879419"/>
                  </a:lnTo>
                  <a:lnTo>
                    <a:pt x="849999" y="1883810"/>
                  </a:lnTo>
                  <a:lnTo>
                    <a:pt x="845039" y="1888201"/>
                  </a:lnTo>
                  <a:lnTo>
                    <a:pt x="839782" y="1892592"/>
                  </a:lnTo>
                  <a:lnTo>
                    <a:pt x="834319" y="1896983"/>
                  </a:lnTo>
                  <a:lnTo>
                    <a:pt x="828558" y="1901375"/>
                  </a:lnTo>
                  <a:lnTo>
                    <a:pt x="822534" y="1905766"/>
                  </a:lnTo>
                  <a:lnTo>
                    <a:pt x="816335" y="1910157"/>
                  </a:lnTo>
                  <a:lnTo>
                    <a:pt x="809896" y="1914548"/>
                  </a:lnTo>
                  <a:lnTo>
                    <a:pt x="803236" y="1918939"/>
                  </a:lnTo>
                  <a:lnTo>
                    <a:pt x="796438" y="1923330"/>
                  </a:lnTo>
                  <a:lnTo>
                    <a:pt x="789457" y="1927722"/>
                  </a:lnTo>
                  <a:lnTo>
                    <a:pt x="782305" y="1932113"/>
                  </a:lnTo>
                  <a:lnTo>
                    <a:pt x="775054" y="1936504"/>
                  </a:lnTo>
                  <a:lnTo>
                    <a:pt x="767677" y="1940895"/>
                  </a:lnTo>
                  <a:lnTo>
                    <a:pt x="760184" y="1945286"/>
                  </a:lnTo>
                  <a:lnTo>
                    <a:pt x="752631" y="1949677"/>
                  </a:lnTo>
                  <a:lnTo>
                    <a:pt x="745007" y="1954069"/>
                  </a:lnTo>
                  <a:lnTo>
                    <a:pt x="737325" y="1958460"/>
                  </a:lnTo>
                  <a:lnTo>
                    <a:pt x="729620" y="1962851"/>
                  </a:lnTo>
                  <a:lnTo>
                    <a:pt x="721894" y="1967242"/>
                  </a:lnTo>
                  <a:lnTo>
                    <a:pt x="714169" y="1971633"/>
                  </a:lnTo>
                  <a:lnTo>
                    <a:pt x="706457" y="1976024"/>
                  </a:lnTo>
                  <a:lnTo>
                    <a:pt x="698766" y="1980416"/>
                  </a:lnTo>
                  <a:lnTo>
                    <a:pt x="691134" y="1984807"/>
                  </a:lnTo>
                  <a:lnTo>
                    <a:pt x="683547" y="1989198"/>
                  </a:lnTo>
                  <a:lnTo>
                    <a:pt x="676016" y="1993589"/>
                  </a:lnTo>
                  <a:lnTo>
                    <a:pt x="668598" y="1997980"/>
                  </a:lnTo>
                  <a:lnTo>
                    <a:pt x="661253" y="2002371"/>
                  </a:lnTo>
                  <a:lnTo>
                    <a:pt x="653993" y="2006763"/>
                  </a:lnTo>
                  <a:lnTo>
                    <a:pt x="646892" y="2011154"/>
                  </a:lnTo>
                  <a:lnTo>
                    <a:pt x="639889" y="2015545"/>
                  </a:lnTo>
                  <a:lnTo>
                    <a:pt x="632989" y="2019936"/>
                  </a:lnTo>
                  <a:lnTo>
                    <a:pt x="626292" y="2024327"/>
                  </a:lnTo>
                  <a:lnTo>
                    <a:pt x="619709" y="2028718"/>
                  </a:lnTo>
                  <a:lnTo>
                    <a:pt x="613243" y="2033110"/>
                  </a:lnTo>
                  <a:lnTo>
                    <a:pt x="607013" y="2037501"/>
                  </a:lnTo>
                  <a:lnTo>
                    <a:pt x="600910" y="2041892"/>
                  </a:lnTo>
                  <a:lnTo>
                    <a:pt x="594935" y="2046283"/>
                  </a:lnTo>
                  <a:lnTo>
                    <a:pt x="589212" y="2050674"/>
                  </a:lnTo>
                  <a:lnTo>
                    <a:pt x="583629" y="2055065"/>
                  </a:lnTo>
                  <a:lnTo>
                    <a:pt x="578180" y="2059457"/>
                  </a:lnTo>
                  <a:lnTo>
                    <a:pt x="572988" y="2063848"/>
                  </a:lnTo>
                  <a:lnTo>
                    <a:pt x="567944" y="2068239"/>
                  </a:lnTo>
                  <a:lnTo>
                    <a:pt x="563039" y="2072630"/>
                  </a:lnTo>
                  <a:lnTo>
                    <a:pt x="558385" y="2077021"/>
                  </a:lnTo>
                  <a:lnTo>
                    <a:pt x="553886" y="2081412"/>
                  </a:lnTo>
                  <a:lnTo>
                    <a:pt x="549524" y="2085804"/>
                  </a:lnTo>
                  <a:lnTo>
                    <a:pt x="545401" y="2090195"/>
                  </a:lnTo>
                  <a:lnTo>
                    <a:pt x="541436" y="2094586"/>
                  </a:lnTo>
                  <a:lnTo>
                    <a:pt x="537604" y="2098977"/>
                  </a:lnTo>
                  <a:lnTo>
                    <a:pt x="533995" y="2103368"/>
                  </a:lnTo>
                  <a:lnTo>
                    <a:pt x="530542" y="2107759"/>
                  </a:lnTo>
                  <a:lnTo>
                    <a:pt x="527214" y="2112151"/>
                  </a:lnTo>
                  <a:lnTo>
                    <a:pt x="524090" y="2116542"/>
                  </a:lnTo>
                  <a:lnTo>
                    <a:pt x="521118" y="2120933"/>
                  </a:lnTo>
                  <a:lnTo>
                    <a:pt x="518261" y="2125324"/>
                  </a:lnTo>
                  <a:lnTo>
                    <a:pt x="515588" y="2129715"/>
                  </a:lnTo>
                  <a:lnTo>
                    <a:pt x="513058" y="2134106"/>
                  </a:lnTo>
                  <a:lnTo>
                    <a:pt x="510634" y="2138498"/>
                  </a:lnTo>
                  <a:lnTo>
                    <a:pt x="508372" y="2142889"/>
                  </a:lnTo>
                  <a:lnTo>
                    <a:pt x="506243" y="2147280"/>
                  </a:lnTo>
                  <a:lnTo>
                    <a:pt x="504209" y="2151671"/>
                  </a:lnTo>
                  <a:lnTo>
                    <a:pt x="502314" y="2156062"/>
                  </a:lnTo>
                  <a:lnTo>
                    <a:pt x="500543" y="2160453"/>
                  </a:lnTo>
                  <a:lnTo>
                    <a:pt x="498855" y="2164845"/>
                  </a:lnTo>
                  <a:lnTo>
                    <a:pt x="497285" y="2169236"/>
                  </a:lnTo>
                  <a:lnTo>
                    <a:pt x="495827" y="2173627"/>
                  </a:lnTo>
                  <a:lnTo>
                    <a:pt x="494441" y="2178018"/>
                  </a:lnTo>
                  <a:lnTo>
                    <a:pt x="493156" y="2182409"/>
                  </a:lnTo>
                  <a:lnTo>
                    <a:pt x="491968" y="2186800"/>
                  </a:lnTo>
                  <a:lnTo>
                    <a:pt x="490843" y="2191192"/>
                  </a:lnTo>
                  <a:lnTo>
                    <a:pt x="489800" y="2195583"/>
                  </a:lnTo>
                  <a:lnTo>
                    <a:pt x="488844" y="2199974"/>
                  </a:lnTo>
                  <a:lnTo>
                    <a:pt x="487939" y="2204365"/>
                  </a:lnTo>
                  <a:lnTo>
                    <a:pt x="487103" y="2208756"/>
                  </a:lnTo>
                  <a:lnTo>
                    <a:pt x="486340" y="2213147"/>
                  </a:lnTo>
                  <a:lnTo>
                    <a:pt x="485622" y="2217539"/>
                  </a:lnTo>
                  <a:lnTo>
                    <a:pt x="484957" y="2221930"/>
                  </a:lnTo>
                  <a:lnTo>
                    <a:pt x="484356" y="2226321"/>
                  </a:lnTo>
                  <a:lnTo>
                    <a:pt x="483790" y="2230712"/>
                  </a:lnTo>
                  <a:lnTo>
                    <a:pt x="483268" y="2235103"/>
                  </a:lnTo>
                  <a:lnTo>
                    <a:pt x="482799" y="2239494"/>
                  </a:lnTo>
                  <a:lnTo>
                    <a:pt x="482359" y="2243886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3232923" y="2132573"/>
              <a:ext cx="956002" cy="2008935"/>
            </a:xfrm>
            <a:custGeom>
              <a:avLst/>
              <a:pathLst>
                <a:path w="956002" h="2008935">
                  <a:moveTo>
                    <a:pt x="472672" y="2008935"/>
                  </a:moveTo>
                  <a:lnTo>
                    <a:pt x="471929" y="2005004"/>
                  </a:lnTo>
                  <a:lnTo>
                    <a:pt x="471070" y="2001073"/>
                  </a:lnTo>
                  <a:lnTo>
                    <a:pt x="470108" y="1997141"/>
                  </a:lnTo>
                  <a:lnTo>
                    <a:pt x="469045" y="1993210"/>
                  </a:lnTo>
                  <a:lnTo>
                    <a:pt x="467876" y="1989279"/>
                  </a:lnTo>
                  <a:lnTo>
                    <a:pt x="466530" y="1985347"/>
                  </a:lnTo>
                  <a:lnTo>
                    <a:pt x="465046" y="1981416"/>
                  </a:lnTo>
                  <a:lnTo>
                    <a:pt x="463420" y="1977484"/>
                  </a:lnTo>
                  <a:lnTo>
                    <a:pt x="461641" y="1973553"/>
                  </a:lnTo>
                  <a:lnTo>
                    <a:pt x="459614" y="1969622"/>
                  </a:lnTo>
                  <a:lnTo>
                    <a:pt x="457405" y="1965690"/>
                  </a:lnTo>
                  <a:lnTo>
                    <a:pt x="455007" y="1961759"/>
                  </a:lnTo>
                  <a:lnTo>
                    <a:pt x="452386" y="1957828"/>
                  </a:lnTo>
                  <a:lnTo>
                    <a:pt x="449453" y="1953896"/>
                  </a:lnTo>
                  <a:lnTo>
                    <a:pt x="446286" y="1949965"/>
                  </a:lnTo>
                  <a:lnTo>
                    <a:pt x="442875" y="1946033"/>
                  </a:lnTo>
                  <a:lnTo>
                    <a:pt x="439159" y="1942102"/>
                  </a:lnTo>
                  <a:lnTo>
                    <a:pt x="435073" y="1938171"/>
                  </a:lnTo>
                  <a:lnTo>
                    <a:pt x="430697" y="1934239"/>
                  </a:lnTo>
                  <a:lnTo>
                    <a:pt x="426025" y="1930308"/>
                  </a:lnTo>
                  <a:lnTo>
                    <a:pt x="420957" y="1926376"/>
                  </a:lnTo>
                  <a:lnTo>
                    <a:pt x="415476" y="1922445"/>
                  </a:lnTo>
                  <a:lnTo>
                    <a:pt x="409659" y="1918514"/>
                  </a:lnTo>
                  <a:lnTo>
                    <a:pt x="403499" y="1914582"/>
                  </a:lnTo>
                  <a:lnTo>
                    <a:pt x="396862" y="1910651"/>
                  </a:lnTo>
                  <a:lnTo>
                    <a:pt x="389795" y="1906720"/>
                  </a:lnTo>
                  <a:lnTo>
                    <a:pt x="382361" y="1902788"/>
                  </a:lnTo>
                  <a:lnTo>
                    <a:pt x="374558" y="1898857"/>
                  </a:lnTo>
                  <a:lnTo>
                    <a:pt x="366221" y="1894925"/>
                  </a:lnTo>
                  <a:lnTo>
                    <a:pt x="357473" y="1890994"/>
                  </a:lnTo>
                  <a:lnTo>
                    <a:pt x="348356" y="1887063"/>
                  </a:lnTo>
                  <a:lnTo>
                    <a:pt x="338873" y="1883131"/>
                  </a:lnTo>
                  <a:lnTo>
                    <a:pt x="328850" y="1879200"/>
                  </a:lnTo>
                  <a:lnTo>
                    <a:pt x="318476" y="1875269"/>
                  </a:lnTo>
                  <a:lnTo>
                    <a:pt x="307769" y="1871337"/>
                  </a:lnTo>
                  <a:lnTo>
                    <a:pt x="296724" y="1867406"/>
                  </a:lnTo>
                  <a:lnTo>
                    <a:pt x="285238" y="1863474"/>
                  </a:lnTo>
                  <a:lnTo>
                    <a:pt x="273486" y="1859543"/>
                  </a:lnTo>
                  <a:lnTo>
                    <a:pt x="261483" y="1855612"/>
                  </a:lnTo>
                  <a:lnTo>
                    <a:pt x="249222" y="1851680"/>
                  </a:lnTo>
                  <a:lnTo>
                    <a:pt x="236699" y="1847749"/>
                  </a:lnTo>
                  <a:lnTo>
                    <a:pt x="224032" y="1843817"/>
                  </a:lnTo>
                  <a:lnTo>
                    <a:pt x="211243" y="1839886"/>
                  </a:lnTo>
                  <a:lnTo>
                    <a:pt x="198350" y="1835955"/>
                  </a:lnTo>
                  <a:lnTo>
                    <a:pt x="185420" y="1832023"/>
                  </a:lnTo>
                  <a:lnTo>
                    <a:pt x="172508" y="1828092"/>
                  </a:lnTo>
                  <a:lnTo>
                    <a:pt x="159646" y="1824161"/>
                  </a:lnTo>
                  <a:lnTo>
                    <a:pt x="146908" y="1820229"/>
                  </a:lnTo>
                  <a:lnTo>
                    <a:pt x="134374" y="1816298"/>
                  </a:lnTo>
                  <a:lnTo>
                    <a:pt x="122052" y="1812366"/>
                  </a:lnTo>
                  <a:lnTo>
                    <a:pt x="109975" y="1808435"/>
                  </a:lnTo>
                  <a:lnTo>
                    <a:pt x="98310" y="1804504"/>
                  </a:lnTo>
                  <a:lnTo>
                    <a:pt x="87079" y="1800572"/>
                  </a:lnTo>
                  <a:lnTo>
                    <a:pt x="76260" y="1796641"/>
                  </a:lnTo>
                  <a:lnTo>
                    <a:pt x="65886" y="1792710"/>
                  </a:lnTo>
                  <a:lnTo>
                    <a:pt x="56241" y="1788778"/>
                  </a:lnTo>
                  <a:lnTo>
                    <a:pt x="47213" y="1784847"/>
                  </a:lnTo>
                  <a:lnTo>
                    <a:pt x="38781" y="1780915"/>
                  </a:lnTo>
                  <a:lnTo>
                    <a:pt x="30972" y="1776984"/>
                  </a:lnTo>
                  <a:lnTo>
                    <a:pt x="24196" y="1773053"/>
                  </a:lnTo>
                  <a:lnTo>
                    <a:pt x="18146" y="1769121"/>
                  </a:lnTo>
                  <a:lnTo>
                    <a:pt x="12836" y="1765190"/>
                  </a:lnTo>
                  <a:lnTo>
                    <a:pt x="8337" y="1761258"/>
                  </a:lnTo>
                  <a:lnTo>
                    <a:pt x="4999" y="1757327"/>
                  </a:lnTo>
                  <a:lnTo>
                    <a:pt x="2472" y="1753396"/>
                  </a:lnTo>
                  <a:lnTo>
                    <a:pt x="761" y="1749464"/>
                  </a:lnTo>
                  <a:lnTo>
                    <a:pt x="0" y="1745533"/>
                  </a:lnTo>
                  <a:lnTo>
                    <a:pt x="69" y="1744841"/>
                  </a:lnTo>
                  <a:lnTo>
                    <a:pt x="392" y="1741602"/>
                  </a:lnTo>
                  <a:lnTo>
                    <a:pt x="1610" y="1737670"/>
                  </a:lnTo>
                  <a:lnTo>
                    <a:pt x="3649" y="1733739"/>
                  </a:lnTo>
                  <a:lnTo>
                    <a:pt x="6686" y="1729807"/>
                  </a:lnTo>
                  <a:lnTo>
                    <a:pt x="10756" y="1725876"/>
                  </a:lnTo>
                  <a:lnTo>
                    <a:pt x="15592" y="1721945"/>
                  </a:lnTo>
                  <a:lnTo>
                    <a:pt x="21175" y="1718013"/>
                  </a:lnTo>
                  <a:lnTo>
                    <a:pt x="27700" y="1714082"/>
                  </a:lnTo>
                  <a:lnTo>
                    <a:pt x="35052" y="1710150"/>
                  </a:lnTo>
                  <a:lnTo>
                    <a:pt x="43040" y="1706219"/>
                  </a:lnTo>
                  <a:lnTo>
                    <a:pt x="51638" y="1702288"/>
                  </a:lnTo>
                  <a:lnTo>
                    <a:pt x="61015" y="1698356"/>
                  </a:lnTo>
                  <a:lnTo>
                    <a:pt x="70966" y="1694425"/>
                  </a:lnTo>
                  <a:lnTo>
                    <a:pt x="81374" y="1690494"/>
                  </a:lnTo>
                  <a:lnTo>
                    <a:pt x="92208" y="1686562"/>
                  </a:lnTo>
                  <a:lnTo>
                    <a:pt x="103574" y="1682631"/>
                  </a:lnTo>
                  <a:lnTo>
                    <a:pt x="115252" y="1678699"/>
                  </a:lnTo>
                  <a:lnTo>
                    <a:pt x="127183" y="1674768"/>
                  </a:lnTo>
                  <a:lnTo>
                    <a:pt x="139336" y="1670837"/>
                  </a:lnTo>
                  <a:lnTo>
                    <a:pt x="151718" y="1666905"/>
                  </a:lnTo>
                  <a:lnTo>
                    <a:pt x="164180" y="1662974"/>
                  </a:lnTo>
                  <a:lnTo>
                    <a:pt x="176692" y="1659043"/>
                  </a:lnTo>
                  <a:lnTo>
                    <a:pt x="189218" y="1655111"/>
                  </a:lnTo>
                  <a:lnTo>
                    <a:pt x="201671" y="1651180"/>
                  </a:lnTo>
                  <a:lnTo>
                    <a:pt x="214017" y="1647248"/>
                  </a:lnTo>
                  <a:lnTo>
                    <a:pt x="226232" y="1643317"/>
                  </a:lnTo>
                  <a:lnTo>
                    <a:pt x="238253" y="1639386"/>
                  </a:lnTo>
                  <a:lnTo>
                    <a:pt x="249976" y="1635454"/>
                  </a:lnTo>
                  <a:lnTo>
                    <a:pt x="261443" y="1631523"/>
                  </a:lnTo>
                  <a:lnTo>
                    <a:pt x="272635" y="1627591"/>
                  </a:lnTo>
                  <a:lnTo>
                    <a:pt x="283451" y="1623660"/>
                  </a:lnTo>
                  <a:lnTo>
                    <a:pt x="293829" y="1619729"/>
                  </a:lnTo>
                  <a:lnTo>
                    <a:pt x="303848" y="1615797"/>
                  </a:lnTo>
                  <a:lnTo>
                    <a:pt x="313495" y="1611866"/>
                  </a:lnTo>
                  <a:lnTo>
                    <a:pt x="322625" y="1607935"/>
                  </a:lnTo>
                  <a:lnTo>
                    <a:pt x="331260" y="1604003"/>
                  </a:lnTo>
                  <a:lnTo>
                    <a:pt x="339477" y="1600072"/>
                  </a:lnTo>
                  <a:lnTo>
                    <a:pt x="347272" y="1596140"/>
                  </a:lnTo>
                  <a:lnTo>
                    <a:pt x="354463" y="1592209"/>
                  </a:lnTo>
                  <a:lnTo>
                    <a:pt x="361163" y="1588278"/>
                  </a:lnTo>
                  <a:lnTo>
                    <a:pt x="367429" y="1584346"/>
                  </a:lnTo>
                  <a:lnTo>
                    <a:pt x="373261" y="1580415"/>
                  </a:lnTo>
                  <a:lnTo>
                    <a:pt x="378456" y="1576484"/>
                  </a:lnTo>
                  <a:lnTo>
                    <a:pt x="383206" y="1572552"/>
                  </a:lnTo>
                  <a:lnTo>
                    <a:pt x="387537" y="1568621"/>
                  </a:lnTo>
                  <a:lnTo>
                    <a:pt x="391445" y="1564689"/>
                  </a:lnTo>
                  <a:lnTo>
                    <a:pt x="394746" y="1560758"/>
                  </a:lnTo>
                  <a:lnTo>
                    <a:pt x="397659" y="1556827"/>
                  </a:lnTo>
                  <a:lnTo>
                    <a:pt x="400191" y="1552895"/>
                  </a:lnTo>
                  <a:lnTo>
                    <a:pt x="402313" y="1548964"/>
                  </a:lnTo>
                  <a:lnTo>
                    <a:pt x="403923" y="1545032"/>
                  </a:lnTo>
                  <a:lnTo>
                    <a:pt x="405193" y="1541101"/>
                  </a:lnTo>
                  <a:lnTo>
                    <a:pt x="406131" y="1537170"/>
                  </a:lnTo>
                  <a:lnTo>
                    <a:pt x="406687" y="1533238"/>
                  </a:lnTo>
                  <a:lnTo>
                    <a:pt x="406831" y="1529307"/>
                  </a:lnTo>
                  <a:lnTo>
                    <a:pt x="406685" y="1525376"/>
                  </a:lnTo>
                  <a:lnTo>
                    <a:pt x="406257" y="1521444"/>
                  </a:lnTo>
                  <a:lnTo>
                    <a:pt x="405489" y="1517513"/>
                  </a:lnTo>
                  <a:lnTo>
                    <a:pt x="404397" y="1513581"/>
                  </a:lnTo>
                  <a:lnTo>
                    <a:pt x="403063" y="1509650"/>
                  </a:lnTo>
                  <a:lnTo>
                    <a:pt x="401494" y="1505719"/>
                  </a:lnTo>
                  <a:lnTo>
                    <a:pt x="399627" y="1501787"/>
                  </a:lnTo>
                  <a:lnTo>
                    <a:pt x="397511" y="1497856"/>
                  </a:lnTo>
                  <a:lnTo>
                    <a:pt x="395195" y="1493925"/>
                  </a:lnTo>
                  <a:lnTo>
                    <a:pt x="392686" y="1489993"/>
                  </a:lnTo>
                  <a:lnTo>
                    <a:pt x="389918" y="1486062"/>
                  </a:lnTo>
                  <a:lnTo>
                    <a:pt x="386959" y="1482130"/>
                  </a:lnTo>
                  <a:lnTo>
                    <a:pt x="383836" y="1478199"/>
                  </a:lnTo>
                  <a:lnTo>
                    <a:pt x="380554" y="1474268"/>
                  </a:lnTo>
                  <a:lnTo>
                    <a:pt x="377046" y="1470336"/>
                  </a:lnTo>
                  <a:lnTo>
                    <a:pt x="373393" y="1466405"/>
                  </a:lnTo>
                  <a:lnTo>
                    <a:pt x="369603" y="1462473"/>
                  </a:lnTo>
                  <a:lnTo>
                    <a:pt x="365676" y="1458542"/>
                  </a:lnTo>
                  <a:lnTo>
                    <a:pt x="361563" y="1454611"/>
                  </a:lnTo>
                  <a:lnTo>
                    <a:pt x="357333" y="1450679"/>
                  </a:lnTo>
                  <a:lnTo>
                    <a:pt x="352989" y="1446748"/>
                  </a:lnTo>
                  <a:lnTo>
                    <a:pt x="348522" y="1442817"/>
                  </a:lnTo>
                  <a:lnTo>
                    <a:pt x="343908" y="1438885"/>
                  </a:lnTo>
                  <a:lnTo>
                    <a:pt x="339197" y="1434954"/>
                  </a:lnTo>
                  <a:lnTo>
                    <a:pt x="334391" y="1431022"/>
                  </a:lnTo>
                  <a:lnTo>
                    <a:pt x="329476" y="1427091"/>
                  </a:lnTo>
                  <a:lnTo>
                    <a:pt x="324447" y="1423160"/>
                  </a:lnTo>
                  <a:lnTo>
                    <a:pt x="319337" y="1419228"/>
                  </a:lnTo>
                  <a:lnTo>
                    <a:pt x="314150" y="1415297"/>
                  </a:lnTo>
                  <a:lnTo>
                    <a:pt x="308870" y="1411365"/>
                  </a:lnTo>
                  <a:lnTo>
                    <a:pt x="303505" y="1407434"/>
                  </a:lnTo>
                  <a:lnTo>
                    <a:pt x="298077" y="1403503"/>
                  </a:lnTo>
                  <a:lnTo>
                    <a:pt x="292590" y="1399571"/>
                  </a:lnTo>
                  <a:lnTo>
                    <a:pt x="287029" y="1395640"/>
                  </a:lnTo>
                  <a:lnTo>
                    <a:pt x="281411" y="1391709"/>
                  </a:lnTo>
                  <a:lnTo>
                    <a:pt x="275751" y="1387777"/>
                  </a:lnTo>
                  <a:lnTo>
                    <a:pt x="270052" y="1383846"/>
                  </a:lnTo>
                  <a:lnTo>
                    <a:pt x="264305" y="1379914"/>
                  </a:lnTo>
                  <a:lnTo>
                    <a:pt x="258532" y="1375983"/>
                  </a:lnTo>
                  <a:lnTo>
                    <a:pt x="252739" y="1372052"/>
                  </a:lnTo>
                  <a:lnTo>
                    <a:pt x="246930" y="1368120"/>
                  </a:lnTo>
                  <a:lnTo>
                    <a:pt x="241111" y="1364189"/>
                  </a:lnTo>
                  <a:lnTo>
                    <a:pt x="235294" y="1360258"/>
                  </a:lnTo>
                  <a:lnTo>
                    <a:pt x="229484" y="1356326"/>
                  </a:lnTo>
                  <a:lnTo>
                    <a:pt x="223689" y="1352395"/>
                  </a:lnTo>
                  <a:lnTo>
                    <a:pt x="217927" y="1348463"/>
                  </a:lnTo>
                  <a:lnTo>
                    <a:pt x="212199" y="1344532"/>
                  </a:lnTo>
                  <a:lnTo>
                    <a:pt x="206510" y="1340601"/>
                  </a:lnTo>
                  <a:lnTo>
                    <a:pt x="200873" y="1336669"/>
                  </a:lnTo>
                  <a:lnTo>
                    <a:pt x="195316" y="1332738"/>
                  </a:lnTo>
                  <a:lnTo>
                    <a:pt x="189826" y="1328806"/>
                  </a:lnTo>
                  <a:lnTo>
                    <a:pt x="184410" y="1324875"/>
                  </a:lnTo>
                  <a:lnTo>
                    <a:pt x="179093" y="1320944"/>
                  </a:lnTo>
                  <a:lnTo>
                    <a:pt x="173901" y="1317012"/>
                  </a:lnTo>
                  <a:lnTo>
                    <a:pt x="168812" y="1313081"/>
                  </a:lnTo>
                  <a:lnTo>
                    <a:pt x="163832" y="1309150"/>
                  </a:lnTo>
                  <a:lnTo>
                    <a:pt x="159007" y="1305218"/>
                  </a:lnTo>
                  <a:lnTo>
                    <a:pt x="154344" y="1301287"/>
                  </a:lnTo>
                  <a:lnTo>
                    <a:pt x="149820" y="1297355"/>
                  </a:lnTo>
                  <a:lnTo>
                    <a:pt x="145441" y="1293424"/>
                  </a:lnTo>
                  <a:lnTo>
                    <a:pt x="141275" y="1289493"/>
                  </a:lnTo>
                  <a:lnTo>
                    <a:pt x="137300" y="1285561"/>
                  </a:lnTo>
                  <a:lnTo>
                    <a:pt x="133498" y="1281630"/>
                  </a:lnTo>
                  <a:lnTo>
                    <a:pt x="129871" y="1277699"/>
                  </a:lnTo>
                  <a:lnTo>
                    <a:pt x="126514" y="1273767"/>
                  </a:lnTo>
                  <a:lnTo>
                    <a:pt x="123367" y="1269836"/>
                  </a:lnTo>
                  <a:lnTo>
                    <a:pt x="120418" y="1265904"/>
                  </a:lnTo>
                  <a:lnTo>
                    <a:pt x="117670" y="1261973"/>
                  </a:lnTo>
                  <a:lnTo>
                    <a:pt x="115241" y="1258042"/>
                  </a:lnTo>
                  <a:lnTo>
                    <a:pt x="113026" y="1254110"/>
                  </a:lnTo>
                  <a:lnTo>
                    <a:pt x="111026" y="1250179"/>
                  </a:lnTo>
                  <a:lnTo>
                    <a:pt x="109260" y="1246247"/>
                  </a:lnTo>
                  <a:lnTo>
                    <a:pt x="107814" y="1242316"/>
                  </a:lnTo>
                  <a:lnTo>
                    <a:pt x="106590" y="1238385"/>
                  </a:lnTo>
                  <a:lnTo>
                    <a:pt x="105679" y="1234817"/>
                  </a:lnTo>
                  <a:lnTo>
                    <a:pt x="105586" y="1234453"/>
                  </a:lnTo>
                  <a:lnTo>
                    <a:pt x="104838" y="1230522"/>
                  </a:lnTo>
                  <a:lnTo>
                    <a:pt x="104392" y="1226591"/>
                  </a:lnTo>
                  <a:lnTo>
                    <a:pt x="104163" y="1222659"/>
                  </a:lnTo>
                  <a:lnTo>
                    <a:pt x="104147" y="1218728"/>
                  </a:lnTo>
                  <a:lnTo>
                    <a:pt x="104393" y="1214796"/>
                  </a:lnTo>
                  <a:lnTo>
                    <a:pt x="104906" y="1210865"/>
                  </a:lnTo>
                  <a:lnTo>
                    <a:pt x="105618" y="1206934"/>
                  </a:lnTo>
                  <a:lnTo>
                    <a:pt x="106525" y="1203002"/>
                  </a:lnTo>
                  <a:lnTo>
                    <a:pt x="107681" y="1199071"/>
                  </a:lnTo>
                  <a:lnTo>
                    <a:pt x="109056" y="1195140"/>
                  </a:lnTo>
                  <a:lnTo>
                    <a:pt x="110602" y="1191208"/>
                  </a:lnTo>
                  <a:lnTo>
                    <a:pt x="112314" y="1187277"/>
                  </a:lnTo>
                  <a:lnTo>
                    <a:pt x="114243" y="1183345"/>
                  </a:lnTo>
                  <a:lnTo>
                    <a:pt x="116336" y="1179414"/>
                  </a:lnTo>
                  <a:lnTo>
                    <a:pt x="118563" y="1175483"/>
                  </a:lnTo>
                  <a:lnTo>
                    <a:pt x="120919" y="1171551"/>
                  </a:lnTo>
                  <a:lnTo>
                    <a:pt x="123444" y="1167620"/>
                  </a:lnTo>
                  <a:lnTo>
                    <a:pt x="126076" y="1163688"/>
                  </a:lnTo>
                  <a:lnTo>
                    <a:pt x="128801" y="1159757"/>
                  </a:lnTo>
                  <a:lnTo>
                    <a:pt x="131613" y="1155826"/>
                  </a:lnTo>
                  <a:lnTo>
                    <a:pt x="134532" y="1151894"/>
                  </a:lnTo>
                  <a:lnTo>
                    <a:pt x="137506" y="1147963"/>
                  </a:lnTo>
                  <a:lnTo>
                    <a:pt x="140530" y="1144032"/>
                  </a:lnTo>
                  <a:lnTo>
                    <a:pt x="143598" y="1140100"/>
                  </a:lnTo>
                  <a:lnTo>
                    <a:pt x="146704" y="1136169"/>
                  </a:lnTo>
                  <a:lnTo>
                    <a:pt x="149823" y="1132237"/>
                  </a:lnTo>
                  <a:lnTo>
                    <a:pt x="152950" y="1128306"/>
                  </a:lnTo>
                  <a:lnTo>
                    <a:pt x="156075" y="1124375"/>
                  </a:lnTo>
                  <a:lnTo>
                    <a:pt x="159180" y="1120443"/>
                  </a:lnTo>
                  <a:lnTo>
                    <a:pt x="162261" y="1116512"/>
                  </a:lnTo>
                  <a:lnTo>
                    <a:pt x="165313" y="1112580"/>
                  </a:lnTo>
                  <a:lnTo>
                    <a:pt x="168317" y="1108649"/>
                  </a:lnTo>
                  <a:lnTo>
                    <a:pt x="171260" y="1104718"/>
                  </a:lnTo>
                  <a:lnTo>
                    <a:pt x="174148" y="1100786"/>
                  </a:lnTo>
                  <a:lnTo>
                    <a:pt x="176978" y="1096855"/>
                  </a:lnTo>
                  <a:lnTo>
                    <a:pt x="179720" y="1092924"/>
                  </a:lnTo>
                  <a:lnTo>
                    <a:pt x="182374" y="1088992"/>
                  </a:lnTo>
                  <a:lnTo>
                    <a:pt x="184951" y="1085061"/>
                  </a:lnTo>
                  <a:lnTo>
                    <a:pt x="187449" y="1081129"/>
                  </a:lnTo>
                  <a:lnTo>
                    <a:pt x="189829" y="1077198"/>
                  </a:lnTo>
                  <a:lnTo>
                    <a:pt x="192109" y="1073267"/>
                  </a:lnTo>
                  <a:lnTo>
                    <a:pt x="194300" y="1069335"/>
                  </a:lnTo>
                  <a:lnTo>
                    <a:pt x="196400" y="1065404"/>
                  </a:lnTo>
                  <a:lnTo>
                    <a:pt x="198362" y="1061473"/>
                  </a:lnTo>
                  <a:lnTo>
                    <a:pt x="200226" y="1057541"/>
                  </a:lnTo>
                  <a:lnTo>
                    <a:pt x="201997" y="1053610"/>
                  </a:lnTo>
                  <a:lnTo>
                    <a:pt x="203671" y="1049678"/>
                  </a:lnTo>
                  <a:lnTo>
                    <a:pt x="205207" y="1045747"/>
                  </a:lnTo>
                  <a:lnTo>
                    <a:pt x="206653" y="1041816"/>
                  </a:lnTo>
                  <a:lnTo>
                    <a:pt x="208010" y="1037884"/>
                  </a:lnTo>
                  <a:lnTo>
                    <a:pt x="209271" y="1033953"/>
                  </a:lnTo>
                  <a:lnTo>
                    <a:pt x="210412" y="1030021"/>
                  </a:lnTo>
                  <a:lnTo>
                    <a:pt x="211475" y="1026090"/>
                  </a:lnTo>
                  <a:lnTo>
                    <a:pt x="212460" y="1022159"/>
                  </a:lnTo>
                  <a:lnTo>
                    <a:pt x="213358" y="1018227"/>
                  </a:lnTo>
                  <a:lnTo>
                    <a:pt x="214165" y="1014296"/>
                  </a:lnTo>
                  <a:lnTo>
                    <a:pt x="214909" y="1010365"/>
                  </a:lnTo>
                  <a:lnTo>
                    <a:pt x="215594" y="1006433"/>
                  </a:lnTo>
                  <a:lnTo>
                    <a:pt x="216210" y="1002502"/>
                  </a:lnTo>
                  <a:lnTo>
                    <a:pt x="216766" y="998570"/>
                  </a:lnTo>
                  <a:lnTo>
                    <a:pt x="217280" y="994639"/>
                  </a:lnTo>
                  <a:lnTo>
                    <a:pt x="217757" y="990708"/>
                  </a:lnTo>
                  <a:lnTo>
                    <a:pt x="218191" y="986776"/>
                  </a:lnTo>
                  <a:lnTo>
                    <a:pt x="218597" y="982845"/>
                  </a:lnTo>
                  <a:lnTo>
                    <a:pt x="218984" y="978914"/>
                  </a:lnTo>
                  <a:lnTo>
                    <a:pt x="219357" y="974982"/>
                  </a:lnTo>
                  <a:lnTo>
                    <a:pt x="219720" y="971051"/>
                  </a:lnTo>
                  <a:lnTo>
                    <a:pt x="220084" y="967119"/>
                  </a:lnTo>
                  <a:lnTo>
                    <a:pt x="220229" y="965577"/>
                  </a:lnTo>
                  <a:lnTo>
                    <a:pt x="220453" y="963188"/>
                  </a:lnTo>
                  <a:lnTo>
                    <a:pt x="220832" y="959257"/>
                  </a:lnTo>
                  <a:lnTo>
                    <a:pt x="221235" y="955325"/>
                  </a:lnTo>
                  <a:lnTo>
                    <a:pt x="221663" y="951394"/>
                  </a:lnTo>
                  <a:lnTo>
                    <a:pt x="222118" y="947462"/>
                  </a:lnTo>
                  <a:lnTo>
                    <a:pt x="222606" y="943531"/>
                  </a:lnTo>
                  <a:lnTo>
                    <a:pt x="223150" y="939600"/>
                  </a:lnTo>
                  <a:lnTo>
                    <a:pt x="223737" y="935668"/>
                  </a:lnTo>
                  <a:lnTo>
                    <a:pt x="224369" y="931737"/>
                  </a:lnTo>
                  <a:lnTo>
                    <a:pt x="225057" y="927806"/>
                  </a:lnTo>
                  <a:lnTo>
                    <a:pt x="225820" y="923874"/>
                  </a:lnTo>
                  <a:lnTo>
                    <a:pt x="226640" y="919943"/>
                  </a:lnTo>
                  <a:lnTo>
                    <a:pt x="227519" y="916011"/>
                  </a:lnTo>
                  <a:lnTo>
                    <a:pt x="228472" y="912080"/>
                  </a:lnTo>
                  <a:lnTo>
                    <a:pt x="229509" y="908149"/>
                  </a:lnTo>
                  <a:lnTo>
                    <a:pt x="230611" y="904217"/>
                  </a:lnTo>
                  <a:lnTo>
                    <a:pt x="231778" y="900286"/>
                  </a:lnTo>
                  <a:lnTo>
                    <a:pt x="233030" y="896355"/>
                  </a:lnTo>
                  <a:lnTo>
                    <a:pt x="234365" y="892423"/>
                  </a:lnTo>
                  <a:lnTo>
                    <a:pt x="235766" y="888492"/>
                  </a:lnTo>
                  <a:lnTo>
                    <a:pt x="237233" y="884560"/>
                  </a:lnTo>
                  <a:lnTo>
                    <a:pt x="238787" y="880629"/>
                  </a:lnTo>
                  <a:lnTo>
                    <a:pt x="240414" y="876698"/>
                  </a:lnTo>
                  <a:lnTo>
                    <a:pt x="242101" y="872766"/>
                  </a:lnTo>
                  <a:lnTo>
                    <a:pt x="243847" y="868835"/>
                  </a:lnTo>
                  <a:lnTo>
                    <a:pt x="245674" y="864903"/>
                  </a:lnTo>
                  <a:lnTo>
                    <a:pt x="247558" y="860972"/>
                  </a:lnTo>
                  <a:lnTo>
                    <a:pt x="249492" y="857041"/>
                  </a:lnTo>
                  <a:lnTo>
                    <a:pt x="251472" y="853109"/>
                  </a:lnTo>
                  <a:lnTo>
                    <a:pt x="253518" y="849178"/>
                  </a:lnTo>
                  <a:lnTo>
                    <a:pt x="255602" y="845247"/>
                  </a:lnTo>
                  <a:lnTo>
                    <a:pt x="257721" y="841315"/>
                  </a:lnTo>
                  <a:lnTo>
                    <a:pt x="259875" y="837384"/>
                  </a:lnTo>
                  <a:lnTo>
                    <a:pt x="262067" y="833452"/>
                  </a:lnTo>
                  <a:lnTo>
                    <a:pt x="264281" y="829521"/>
                  </a:lnTo>
                  <a:lnTo>
                    <a:pt x="266513" y="825590"/>
                  </a:lnTo>
                  <a:lnTo>
                    <a:pt x="268763" y="821658"/>
                  </a:lnTo>
                  <a:lnTo>
                    <a:pt x="271027" y="817727"/>
                  </a:lnTo>
                  <a:lnTo>
                    <a:pt x="273297" y="813795"/>
                  </a:lnTo>
                  <a:lnTo>
                    <a:pt x="275569" y="809864"/>
                  </a:lnTo>
                  <a:lnTo>
                    <a:pt x="277841" y="805933"/>
                  </a:lnTo>
                  <a:lnTo>
                    <a:pt x="280105" y="802001"/>
                  </a:lnTo>
                  <a:lnTo>
                    <a:pt x="282362" y="798070"/>
                  </a:lnTo>
                  <a:lnTo>
                    <a:pt x="284607" y="794139"/>
                  </a:lnTo>
                  <a:lnTo>
                    <a:pt x="286835" y="790207"/>
                  </a:lnTo>
                  <a:lnTo>
                    <a:pt x="289042" y="786276"/>
                  </a:lnTo>
                  <a:lnTo>
                    <a:pt x="291230" y="782344"/>
                  </a:lnTo>
                  <a:lnTo>
                    <a:pt x="293398" y="778413"/>
                  </a:lnTo>
                  <a:lnTo>
                    <a:pt x="295534" y="774482"/>
                  </a:lnTo>
                  <a:lnTo>
                    <a:pt x="297642" y="770550"/>
                  </a:lnTo>
                  <a:lnTo>
                    <a:pt x="299725" y="766619"/>
                  </a:lnTo>
                  <a:lnTo>
                    <a:pt x="301782" y="762688"/>
                  </a:lnTo>
                  <a:lnTo>
                    <a:pt x="303799" y="758756"/>
                  </a:lnTo>
                  <a:lnTo>
                    <a:pt x="305788" y="754825"/>
                  </a:lnTo>
                  <a:lnTo>
                    <a:pt x="307749" y="750893"/>
                  </a:lnTo>
                  <a:lnTo>
                    <a:pt x="309683" y="746962"/>
                  </a:lnTo>
                  <a:lnTo>
                    <a:pt x="311576" y="743031"/>
                  </a:lnTo>
                  <a:lnTo>
                    <a:pt x="313443" y="739099"/>
                  </a:lnTo>
                  <a:lnTo>
                    <a:pt x="315285" y="735168"/>
                  </a:lnTo>
                  <a:lnTo>
                    <a:pt x="317101" y="731236"/>
                  </a:lnTo>
                  <a:lnTo>
                    <a:pt x="318883" y="727305"/>
                  </a:lnTo>
                  <a:lnTo>
                    <a:pt x="320644" y="723374"/>
                  </a:lnTo>
                  <a:lnTo>
                    <a:pt x="322384" y="719442"/>
                  </a:lnTo>
                  <a:lnTo>
                    <a:pt x="324103" y="715511"/>
                  </a:lnTo>
                  <a:lnTo>
                    <a:pt x="325799" y="711580"/>
                  </a:lnTo>
                  <a:lnTo>
                    <a:pt x="327479" y="707648"/>
                  </a:lnTo>
                  <a:lnTo>
                    <a:pt x="329147" y="703717"/>
                  </a:lnTo>
                  <a:lnTo>
                    <a:pt x="330799" y="699785"/>
                  </a:lnTo>
                  <a:lnTo>
                    <a:pt x="332439" y="695854"/>
                  </a:lnTo>
                  <a:lnTo>
                    <a:pt x="334071" y="691923"/>
                  </a:lnTo>
                  <a:lnTo>
                    <a:pt x="335696" y="687991"/>
                  </a:lnTo>
                  <a:lnTo>
                    <a:pt x="337315" y="684060"/>
                  </a:lnTo>
                  <a:lnTo>
                    <a:pt x="338931" y="680129"/>
                  </a:lnTo>
                  <a:lnTo>
                    <a:pt x="340546" y="676197"/>
                  </a:lnTo>
                  <a:lnTo>
                    <a:pt x="342161" y="672266"/>
                  </a:lnTo>
                  <a:lnTo>
                    <a:pt x="343778" y="668334"/>
                  </a:lnTo>
                  <a:lnTo>
                    <a:pt x="345398" y="664403"/>
                  </a:lnTo>
                  <a:lnTo>
                    <a:pt x="347023" y="660472"/>
                  </a:lnTo>
                  <a:lnTo>
                    <a:pt x="348653" y="656540"/>
                  </a:lnTo>
                  <a:lnTo>
                    <a:pt x="350292" y="652609"/>
                  </a:lnTo>
                  <a:lnTo>
                    <a:pt x="351939" y="648677"/>
                  </a:lnTo>
                  <a:lnTo>
                    <a:pt x="353594" y="644746"/>
                  </a:lnTo>
                  <a:lnTo>
                    <a:pt x="355257" y="640815"/>
                  </a:lnTo>
                  <a:lnTo>
                    <a:pt x="356934" y="636883"/>
                  </a:lnTo>
                  <a:lnTo>
                    <a:pt x="358620" y="632952"/>
                  </a:lnTo>
                  <a:lnTo>
                    <a:pt x="360316" y="629021"/>
                  </a:lnTo>
                  <a:lnTo>
                    <a:pt x="362023" y="625089"/>
                  </a:lnTo>
                  <a:lnTo>
                    <a:pt x="363744" y="621158"/>
                  </a:lnTo>
                  <a:lnTo>
                    <a:pt x="365475" y="617226"/>
                  </a:lnTo>
                  <a:lnTo>
                    <a:pt x="367216" y="613295"/>
                  </a:lnTo>
                  <a:lnTo>
                    <a:pt x="368968" y="609364"/>
                  </a:lnTo>
                  <a:lnTo>
                    <a:pt x="370732" y="605432"/>
                  </a:lnTo>
                  <a:lnTo>
                    <a:pt x="372505" y="601501"/>
                  </a:lnTo>
                  <a:lnTo>
                    <a:pt x="374286" y="597570"/>
                  </a:lnTo>
                  <a:lnTo>
                    <a:pt x="376076" y="593638"/>
                  </a:lnTo>
                  <a:lnTo>
                    <a:pt x="377875" y="589707"/>
                  </a:lnTo>
                  <a:lnTo>
                    <a:pt x="379681" y="585775"/>
                  </a:lnTo>
                  <a:lnTo>
                    <a:pt x="381491" y="581844"/>
                  </a:lnTo>
                  <a:lnTo>
                    <a:pt x="383308" y="577913"/>
                  </a:lnTo>
                  <a:lnTo>
                    <a:pt x="385129" y="573981"/>
                  </a:lnTo>
                  <a:lnTo>
                    <a:pt x="386953" y="570050"/>
                  </a:lnTo>
                  <a:lnTo>
                    <a:pt x="388779" y="566118"/>
                  </a:lnTo>
                  <a:lnTo>
                    <a:pt x="390606" y="562187"/>
                  </a:lnTo>
                  <a:lnTo>
                    <a:pt x="392432" y="558256"/>
                  </a:lnTo>
                  <a:lnTo>
                    <a:pt x="394256" y="554324"/>
                  </a:lnTo>
                  <a:lnTo>
                    <a:pt x="396078" y="550393"/>
                  </a:lnTo>
                  <a:lnTo>
                    <a:pt x="397894" y="546462"/>
                  </a:lnTo>
                  <a:lnTo>
                    <a:pt x="399705" y="542530"/>
                  </a:lnTo>
                  <a:lnTo>
                    <a:pt x="401510" y="538599"/>
                  </a:lnTo>
                  <a:lnTo>
                    <a:pt x="403307" y="534667"/>
                  </a:lnTo>
                  <a:lnTo>
                    <a:pt x="405092" y="530736"/>
                  </a:lnTo>
                  <a:lnTo>
                    <a:pt x="406866" y="526805"/>
                  </a:lnTo>
                  <a:lnTo>
                    <a:pt x="408629" y="522873"/>
                  </a:lnTo>
                  <a:lnTo>
                    <a:pt x="410378" y="518942"/>
                  </a:lnTo>
                  <a:lnTo>
                    <a:pt x="412108" y="515010"/>
                  </a:lnTo>
                  <a:lnTo>
                    <a:pt x="413823" y="511079"/>
                  </a:lnTo>
                  <a:lnTo>
                    <a:pt x="415522" y="507148"/>
                  </a:lnTo>
                  <a:lnTo>
                    <a:pt x="417200" y="503216"/>
                  </a:lnTo>
                  <a:lnTo>
                    <a:pt x="418853" y="499285"/>
                  </a:lnTo>
                  <a:lnTo>
                    <a:pt x="420487" y="495354"/>
                  </a:lnTo>
                  <a:lnTo>
                    <a:pt x="422100" y="491422"/>
                  </a:lnTo>
                  <a:lnTo>
                    <a:pt x="423685" y="487491"/>
                  </a:lnTo>
                  <a:lnTo>
                    <a:pt x="425240" y="483559"/>
                  </a:lnTo>
                  <a:lnTo>
                    <a:pt x="426772" y="479628"/>
                  </a:lnTo>
                  <a:lnTo>
                    <a:pt x="428279" y="475697"/>
                  </a:lnTo>
                  <a:lnTo>
                    <a:pt x="429751" y="471765"/>
                  </a:lnTo>
                  <a:lnTo>
                    <a:pt x="431191" y="467834"/>
                  </a:lnTo>
                  <a:lnTo>
                    <a:pt x="432604" y="463903"/>
                  </a:lnTo>
                  <a:lnTo>
                    <a:pt x="433989" y="459971"/>
                  </a:lnTo>
                  <a:lnTo>
                    <a:pt x="435333" y="456040"/>
                  </a:lnTo>
                  <a:lnTo>
                    <a:pt x="436644" y="452108"/>
                  </a:lnTo>
                  <a:lnTo>
                    <a:pt x="437926" y="448177"/>
                  </a:lnTo>
                  <a:lnTo>
                    <a:pt x="439178" y="444246"/>
                  </a:lnTo>
                  <a:lnTo>
                    <a:pt x="440383" y="440314"/>
                  </a:lnTo>
                  <a:lnTo>
                    <a:pt x="441557" y="436383"/>
                  </a:lnTo>
                  <a:lnTo>
                    <a:pt x="442701" y="432451"/>
                  </a:lnTo>
                  <a:lnTo>
                    <a:pt x="443812" y="428520"/>
                  </a:lnTo>
                  <a:lnTo>
                    <a:pt x="444878" y="424589"/>
                  </a:lnTo>
                  <a:lnTo>
                    <a:pt x="445914" y="420657"/>
                  </a:lnTo>
                  <a:lnTo>
                    <a:pt x="446919" y="416726"/>
                  </a:lnTo>
                  <a:lnTo>
                    <a:pt x="447890" y="412795"/>
                  </a:lnTo>
                  <a:lnTo>
                    <a:pt x="448820" y="408863"/>
                  </a:lnTo>
                  <a:lnTo>
                    <a:pt x="449721" y="404932"/>
                  </a:lnTo>
                  <a:lnTo>
                    <a:pt x="450594" y="401000"/>
                  </a:lnTo>
                  <a:lnTo>
                    <a:pt x="451433" y="397069"/>
                  </a:lnTo>
                  <a:lnTo>
                    <a:pt x="452237" y="393138"/>
                  </a:lnTo>
                  <a:lnTo>
                    <a:pt x="453014" y="389206"/>
                  </a:lnTo>
                  <a:lnTo>
                    <a:pt x="453766" y="385275"/>
                  </a:lnTo>
                  <a:lnTo>
                    <a:pt x="454486" y="381344"/>
                  </a:lnTo>
                  <a:lnTo>
                    <a:pt x="455178" y="377412"/>
                  </a:lnTo>
                  <a:lnTo>
                    <a:pt x="455846" y="373481"/>
                  </a:lnTo>
                  <a:lnTo>
                    <a:pt x="456493" y="369549"/>
                  </a:lnTo>
                  <a:lnTo>
                    <a:pt x="457112" y="365618"/>
                  </a:lnTo>
                  <a:lnTo>
                    <a:pt x="457708" y="361687"/>
                  </a:lnTo>
                  <a:lnTo>
                    <a:pt x="458286" y="357755"/>
                  </a:lnTo>
                  <a:lnTo>
                    <a:pt x="458847" y="353824"/>
                  </a:lnTo>
                  <a:lnTo>
                    <a:pt x="459383" y="349892"/>
                  </a:lnTo>
                  <a:lnTo>
                    <a:pt x="459904" y="345961"/>
                  </a:lnTo>
                  <a:lnTo>
                    <a:pt x="460410" y="342030"/>
                  </a:lnTo>
                  <a:lnTo>
                    <a:pt x="460902" y="338098"/>
                  </a:lnTo>
                  <a:lnTo>
                    <a:pt x="461376" y="334167"/>
                  </a:lnTo>
                  <a:lnTo>
                    <a:pt x="461839" y="330236"/>
                  </a:lnTo>
                  <a:lnTo>
                    <a:pt x="462291" y="326304"/>
                  </a:lnTo>
                  <a:lnTo>
                    <a:pt x="462733" y="322373"/>
                  </a:lnTo>
                  <a:lnTo>
                    <a:pt x="463162" y="318441"/>
                  </a:lnTo>
                  <a:lnTo>
                    <a:pt x="463583" y="314510"/>
                  </a:lnTo>
                  <a:lnTo>
                    <a:pt x="463996" y="310579"/>
                  </a:lnTo>
                  <a:lnTo>
                    <a:pt x="464402" y="306647"/>
                  </a:lnTo>
                  <a:lnTo>
                    <a:pt x="464799" y="302716"/>
                  </a:lnTo>
                  <a:lnTo>
                    <a:pt x="465191" y="298785"/>
                  </a:lnTo>
                  <a:lnTo>
                    <a:pt x="465577" y="294853"/>
                  </a:lnTo>
                  <a:lnTo>
                    <a:pt x="465958" y="290922"/>
                  </a:lnTo>
                  <a:lnTo>
                    <a:pt x="466333" y="286990"/>
                  </a:lnTo>
                  <a:lnTo>
                    <a:pt x="466704" y="283059"/>
                  </a:lnTo>
                  <a:lnTo>
                    <a:pt x="467070" y="279128"/>
                  </a:lnTo>
                  <a:lnTo>
                    <a:pt x="467432" y="275196"/>
                  </a:lnTo>
                  <a:lnTo>
                    <a:pt x="467790" y="271265"/>
                  </a:lnTo>
                  <a:lnTo>
                    <a:pt x="468143" y="267333"/>
                  </a:lnTo>
                  <a:lnTo>
                    <a:pt x="468494" y="263402"/>
                  </a:lnTo>
                  <a:lnTo>
                    <a:pt x="468839" y="259471"/>
                  </a:lnTo>
                  <a:lnTo>
                    <a:pt x="469179" y="255539"/>
                  </a:lnTo>
                  <a:lnTo>
                    <a:pt x="469516" y="251608"/>
                  </a:lnTo>
                  <a:lnTo>
                    <a:pt x="469850" y="247677"/>
                  </a:lnTo>
                  <a:lnTo>
                    <a:pt x="470177" y="243745"/>
                  </a:lnTo>
                  <a:lnTo>
                    <a:pt x="470499" y="239814"/>
                  </a:lnTo>
                  <a:lnTo>
                    <a:pt x="470817" y="235882"/>
                  </a:lnTo>
                  <a:lnTo>
                    <a:pt x="471130" y="231951"/>
                  </a:lnTo>
                  <a:lnTo>
                    <a:pt x="471436" y="228020"/>
                  </a:lnTo>
                  <a:lnTo>
                    <a:pt x="471736" y="224088"/>
                  </a:lnTo>
                  <a:lnTo>
                    <a:pt x="472031" y="220157"/>
                  </a:lnTo>
                  <a:lnTo>
                    <a:pt x="472319" y="216225"/>
                  </a:lnTo>
                  <a:lnTo>
                    <a:pt x="472599" y="212294"/>
                  </a:lnTo>
                  <a:lnTo>
                    <a:pt x="472873" y="208363"/>
                  </a:lnTo>
                  <a:lnTo>
                    <a:pt x="473141" y="204431"/>
                  </a:lnTo>
                  <a:lnTo>
                    <a:pt x="473401" y="200500"/>
                  </a:lnTo>
                  <a:lnTo>
                    <a:pt x="473651" y="196569"/>
                  </a:lnTo>
                  <a:lnTo>
                    <a:pt x="473895" y="192637"/>
                  </a:lnTo>
                  <a:lnTo>
                    <a:pt x="474132" y="188706"/>
                  </a:lnTo>
                  <a:lnTo>
                    <a:pt x="474359" y="184774"/>
                  </a:lnTo>
                  <a:lnTo>
                    <a:pt x="474578" y="180843"/>
                  </a:lnTo>
                  <a:lnTo>
                    <a:pt x="474789" y="176912"/>
                  </a:lnTo>
                  <a:lnTo>
                    <a:pt x="474992" y="172980"/>
                  </a:lnTo>
                  <a:lnTo>
                    <a:pt x="475186" y="169049"/>
                  </a:lnTo>
                  <a:lnTo>
                    <a:pt x="475371" y="165118"/>
                  </a:lnTo>
                  <a:lnTo>
                    <a:pt x="475549" y="161186"/>
                  </a:lnTo>
                  <a:lnTo>
                    <a:pt x="475719" y="157255"/>
                  </a:lnTo>
                  <a:lnTo>
                    <a:pt x="475879" y="153323"/>
                  </a:lnTo>
                  <a:lnTo>
                    <a:pt x="476031" y="149392"/>
                  </a:lnTo>
                  <a:lnTo>
                    <a:pt x="476176" y="145461"/>
                  </a:lnTo>
                  <a:lnTo>
                    <a:pt x="476314" y="141529"/>
                  </a:lnTo>
                  <a:lnTo>
                    <a:pt x="476442" y="137598"/>
                  </a:lnTo>
                  <a:lnTo>
                    <a:pt x="476563" y="133666"/>
                  </a:lnTo>
                  <a:lnTo>
                    <a:pt x="476677" y="129735"/>
                  </a:lnTo>
                  <a:lnTo>
                    <a:pt x="476786" y="125804"/>
                  </a:lnTo>
                  <a:lnTo>
                    <a:pt x="476885" y="121872"/>
                  </a:lnTo>
                  <a:lnTo>
                    <a:pt x="476979" y="117941"/>
                  </a:lnTo>
                  <a:lnTo>
                    <a:pt x="477067" y="114010"/>
                  </a:lnTo>
                  <a:lnTo>
                    <a:pt x="477149" y="110078"/>
                  </a:lnTo>
                  <a:lnTo>
                    <a:pt x="477224" y="106147"/>
                  </a:lnTo>
                  <a:lnTo>
                    <a:pt x="477294" y="102215"/>
                  </a:lnTo>
                  <a:lnTo>
                    <a:pt x="477359" y="98284"/>
                  </a:lnTo>
                  <a:lnTo>
                    <a:pt x="477420" y="94353"/>
                  </a:lnTo>
                  <a:lnTo>
                    <a:pt x="477474" y="90421"/>
                  </a:lnTo>
                  <a:lnTo>
                    <a:pt x="477525" y="86490"/>
                  </a:lnTo>
                  <a:lnTo>
                    <a:pt x="477572" y="82559"/>
                  </a:lnTo>
                  <a:lnTo>
                    <a:pt x="477615" y="78627"/>
                  </a:lnTo>
                  <a:lnTo>
                    <a:pt x="477654" y="74696"/>
                  </a:lnTo>
                  <a:lnTo>
                    <a:pt x="477690" y="70764"/>
                  </a:lnTo>
                  <a:lnTo>
                    <a:pt x="477723" y="66833"/>
                  </a:lnTo>
                  <a:lnTo>
                    <a:pt x="477752" y="62902"/>
                  </a:lnTo>
                  <a:lnTo>
                    <a:pt x="477779" y="58970"/>
                  </a:lnTo>
                  <a:lnTo>
                    <a:pt x="477803" y="55039"/>
                  </a:lnTo>
                  <a:lnTo>
                    <a:pt x="477825" y="51107"/>
                  </a:lnTo>
                  <a:lnTo>
                    <a:pt x="477845" y="47176"/>
                  </a:lnTo>
                  <a:lnTo>
                    <a:pt x="477863" y="43245"/>
                  </a:lnTo>
                  <a:lnTo>
                    <a:pt x="477879" y="39313"/>
                  </a:lnTo>
                  <a:lnTo>
                    <a:pt x="477893" y="35382"/>
                  </a:lnTo>
                  <a:lnTo>
                    <a:pt x="477906" y="31451"/>
                  </a:lnTo>
                  <a:lnTo>
                    <a:pt x="477917" y="27519"/>
                  </a:lnTo>
                  <a:lnTo>
                    <a:pt x="477927" y="23588"/>
                  </a:lnTo>
                  <a:lnTo>
                    <a:pt x="477937" y="19656"/>
                  </a:lnTo>
                  <a:lnTo>
                    <a:pt x="477945" y="15725"/>
                  </a:lnTo>
                  <a:lnTo>
                    <a:pt x="477952" y="11794"/>
                  </a:lnTo>
                  <a:lnTo>
                    <a:pt x="477958" y="7862"/>
                  </a:lnTo>
                  <a:lnTo>
                    <a:pt x="477964" y="3931"/>
                  </a:lnTo>
                  <a:lnTo>
                    <a:pt x="478033" y="0"/>
                  </a:lnTo>
                  <a:lnTo>
                    <a:pt x="478038" y="3931"/>
                  </a:lnTo>
                  <a:lnTo>
                    <a:pt x="478043" y="7862"/>
                  </a:lnTo>
                  <a:lnTo>
                    <a:pt x="478050" y="11794"/>
                  </a:lnTo>
                  <a:lnTo>
                    <a:pt x="478057" y="15725"/>
                  </a:lnTo>
                  <a:lnTo>
                    <a:pt x="478065" y="19656"/>
                  </a:lnTo>
                  <a:lnTo>
                    <a:pt x="478074" y="23588"/>
                  </a:lnTo>
                  <a:lnTo>
                    <a:pt x="478084" y="27519"/>
                  </a:lnTo>
                  <a:lnTo>
                    <a:pt x="478095" y="31451"/>
                  </a:lnTo>
                  <a:lnTo>
                    <a:pt x="478108" y="35382"/>
                  </a:lnTo>
                  <a:lnTo>
                    <a:pt x="478123" y="39313"/>
                  </a:lnTo>
                  <a:lnTo>
                    <a:pt x="478139" y="43245"/>
                  </a:lnTo>
                  <a:lnTo>
                    <a:pt x="478156" y="47176"/>
                  </a:lnTo>
                  <a:lnTo>
                    <a:pt x="478176" y="51107"/>
                  </a:lnTo>
                  <a:lnTo>
                    <a:pt x="478198" y="55039"/>
                  </a:lnTo>
                  <a:lnTo>
                    <a:pt x="478223" y="58970"/>
                  </a:lnTo>
                  <a:lnTo>
                    <a:pt x="478249" y="62902"/>
                  </a:lnTo>
                  <a:lnTo>
                    <a:pt x="478279" y="66833"/>
                  </a:lnTo>
                  <a:lnTo>
                    <a:pt x="478312" y="70764"/>
                  </a:lnTo>
                  <a:lnTo>
                    <a:pt x="478347" y="74696"/>
                  </a:lnTo>
                  <a:lnTo>
                    <a:pt x="478386" y="78627"/>
                  </a:lnTo>
                  <a:lnTo>
                    <a:pt x="478429" y="82559"/>
                  </a:lnTo>
                  <a:lnTo>
                    <a:pt x="478476" y="86490"/>
                  </a:lnTo>
                  <a:lnTo>
                    <a:pt x="478527" y="90421"/>
                  </a:lnTo>
                  <a:lnTo>
                    <a:pt x="478582" y="94353"/>
                  </a:lnTo>
                  <a:lnTo>
                    <a:pt x="478642" y="98284"/>
                  </a:lnTo>
                  <a:lnTo>
                    <a:pt x="478707" y="102215"/>
                  </a:lnTo>
                  <a:lnTo>
                    <a:pt x="478778" y="106147"/>
                  </a:lnTo>
                  <a:lnTo>
                    <a:pt x="478852" y="110078"/>
                  </a:lnTo>
                  <a:lnTo>
                    <a:pt x="478935" y="114010"/>
                  </a:lnTo>
                  <a:lnTo>
                    <a:pt x="479023" y="117941"/>
                  </a:lnTo>
                  <a:lnTo>
                    <a:pt x="479116" y="121872"/>
                  </a:lnTo>
                  <a:lnTo>
                    <a:pt x="479215" y="125804"/>
                  </a:lnTo>
                  <a:lnTo>
                    <a:pt x="479324" y="129735"/>
                  </a:lnTo>
                  <a:lnTo>
                    <a:pt x="479439" y="133666"/>
                  </a:lnTo>
                  <a:lnTo>
                    <a:pt x="479560" y="137598"/>
                  </a:lnTo>
                  <a:lnTo>
                    <a:pt x="479688" y="141529"/>
                  </a:lnTo>
                  <a:lnTo>
                    <a:pt x="479826" y="145461"/>
                  </a:lnTo>
                  <a:lnTo>
                    <a:pt x="479971" y="149392"/>
                  </a:lnTo>
                  <a:lnTo>
                    <a:pt x="480122" y="153323"/>
                  </a:lnTo>
                  <a:lnTo>
                    <a:pt x="480282" y="157255"/>
                  </a:lnTo>
                  <a:lnTo>
                    <a:pt x="480453" y="161186"/>
                  </a:lnTo>
                  <a:lnTo>
                    <a:pt x="480630" y="165118"/>
                  </a:lnTo>
                  <a:lnTo>
                    <a:pt x="480815" y="169049"/>
                  </a:lnTo>
                  <a:lnTo>
                    <a:pt x="481009" y="172980"/>
                  </a:lnTo>
                  <a:lnTo>
                    <a:pt x="481213" y="176912"/>
                  </a:lnTo>
                  <a:lnTo>
                    <a:pt x="481424" y="180843"/>
                  </a:lnTo>
                  <a:lnTo>
                    <a:pt x="481642" y="184774"/>
                  </a:lnTo>
                  <a:lnTo>
                    <a:pt x="481870" y="188706"/>
                  </a:lnTo>
                  <a:lnTo>
                    <a:pt x="482106" y="192637"/>
                  </a:lnTo>
                  <a:lnTo>
                    <a:pt x="482350" y="196569"/>
                  </a:lnTo>
                  <a:lnTo>
                    <a:pt x="482601" y="200500"/>
                  </a:lnTo>
                  <a:lnTo>
                    <a:pt x="482860" y="204431"/>
                  </a:lnTo>
                  <a:lnTo>
                    <a:pt x="483128" y="208363"/>
                  </a:lnTo>
                  <a:lnTo>
                    <a:pt x="483402" y="212294"/>
                  </a:lnTo>
                  <a:lnTo>
                    <a:pt x="483682" y="216225"/>
                  </a:lnTo>
                  <a:lnTo>
                    <a:pt x="483971" y="220157"/>
                  </a:lnTo>
                  <a:lnTo>
                    <a:pt x="484265" y="224088"/>
                  </a:lnTo>
                  <a:lnTo>
                    <a:pt x="484566" y="228020"/>
                  </a:lnTo>
                  <a:lnTo>
                    <a:pt x="484871" y="231951"/>
                  </a:lnTo>
                  <a:lnTo>
                    <a:pt x="485184" y="235882"/>
                  </a:lnTo>
                  <a:lnTo>
                    <a:pt x="485502" y="239814"/>
                  </a:lnTo>
                  <a:lnTo>
                    <a:pt x="485825" y="243745"/>
                  </a:lnTo>
                  <a:lnTo>
                    <a:pt x="486152" y="247677"/>
                  </a:lnTo>
                  <a:lnTo>
                    <a:pt x="486485" y="251608"/>
                  </a:lnTo>
                  <a:lnTo>
                    <a:pt x="486822" y="255539"/>
                  </a:lnTo>
                  <a:lnTo>
                    <a:pt x="487163" y="259471"/>
                  </a:lnTo>
                  <a:lnTo>
                    <a:pt x="487508" y="263402"/>
                  </a:lnTo>
                  <a:lnTo>
                    <a:pt x="487858" y="267333"/>
                  </a:lnTo>
                  <a:lnTo>
                    <a:pt x="488212" y="271265"/>
                  </a:lnTo>
                  <a:lnTo>
                    <a:pt x="488569" y="275196"/>
                  </a:lnTo>
                  <a:lnTo>
                    <a:pt x="488931" y="279128"/>
                  </a:lnTo>
                  <a:lnTo>
                    <a:pt x="489298" y="283059"/>
                  </a:lnTo>
                  <a:lnTo>
                    <a:pt x="489668" y="286990"/>
                  </a:lnTo>
                  <a:lnTo>
                    <a:pt x="490043" y="290922"/>
                  </a:lnTo>
                  <a:lnTo>
                    <a:pt x="490424" y="294853"/>
                  </a:lnTo>
                  <a:lnTo>
                    <a:pt x="490810" y="298785"/>
                  </a:lnTo>
                  <a:lnTo>
                    <a:pt x="491202" y="302716"/>
                  </a:lnTo>
                  <a:lnTo>
                    <a:pt x="491599" y="306647"/>
                  </a:lnTo>
                  <a:lnTo>
                    <a:pt x="492005" y="310579"/>
                  </a:lnTo>
                  <a:lnTo>
                    <a:pt x="492419" y="314510"/>
                  </a:lnTo>
                  <a:lnTo>
                    <a:pt x="492840" y="318441"/>
                  </a:lnTo>
                  <a:lnTo>
                    <a:pt x="493269" y="322373"/>
                  </a:lnTo>
                  <a:lnTo>
                    <a:pt x="493710" y="326304"/>
                  </a:lnTo>
                  <a:lnTo>
                    <a:pt x="494162" y="330236"/>
                  </a:lnTo>
                  <a:lnTo>
                    <a:pt x="494625" y="334167"/>
                  </a:lnTo>
                  <a:lnTo>
                    <a:pt x="495099" y="338098"/>
                  </a:lnTo>
                  <a:lnTo>
                    <a:pt x="495591" y="342030"/>
                  </a:lnTo>
                  <a:lnTo>
                    <a:pt x="496098" y="345961"/>
                  </a:lnTo>
                  <a:lnTo>
                    <a:pt x="496618" y="349892"/>
                  </a:lnTo>
                  <a:lnTo>
                    <a:pt x="497155" y="353824"/>
                  </a:lnTo>
                  <a:lnTo>
                    <a:pt x="497715" y="357755"/>
                  </a:lnTo>
                  <a:lnTo>
                    <a:pt x="498293" y="361687"/>
                  </a:lnTo>
                  <a:lnTo>
                    <a:pt x="498889" y="365618"/>
                  </a:lnTo>
                  <a:lnTo>
                    <a:pt x="499508" y="369549"/>
                  </a:lnTo>
                  <a:lnTo>
                    <a:pt x="500155" y="373481"/>
                  </a:lnTo>
                  <a:lnTo>
                    <a:pt x="500824" y="377412"/>
                  </a:lnTo>
                  <a:lnTo>
                    <a:pt x="501515" y="381344"/>
                  </a:lnTo>
                  <a:lnTo>
                    <a:pt x="502235" y="385275"/>
                  </a:lnTo>
                  <a:lnTo>
                    <a:pt x="502987" y="389206"/>
                  </a:lnTo>
                  <a:lnTo>
                    <a:pt x="503765" y="393138"/>
                  </a:lnTo>
                  <a:lnTo>
                    <a:pt x="504568" y="397069"/>
                  </a:lnTo>
                  <a:lnTo>
                    <a:pt x="505407" y="401000"/>
                  </a:lnTo>
                  <a:lnTo>
                    <a:pt x="506280" y="404932"/>
                  </a:lnTo>
                  <a:lnTo>
                    <a:pt x="507181" y="408863"/>
                  </a:lnTo>
                  <a:lnTo>
                    <a:pt x="508111" y="412795"/>
                  </a:lnTo>
                  <a:lnTo>
                    <a:pt x="509083" y="416726"/>
                  </a:lnTo>
                  <a:lnTo>
                    <a:pt x="510088" y="420657"/>
                  </a:lnTo>
                  <a:lnTo>
                    <a:pt x="511123" y="424589"/>
                  </a:lnTo>
                  <a:lnTo>
                    <a:pt x="512189" y="428520"/>
                  </a:lnTo>
                  <a:lnTo>
                    <a:pt x="513300" y="432451"/>
                  </a:lnTo>
                  <a:lnTo>
                    <a:pt x="514444" y="436383"/>
                  </a:lnTo>
                  <a:lnTo>
                    <a:pt x="515618" y="440314"/>
                  </a:lnTo>
                  <a:lnTo>
                    <a:pt x="516824" y="444246"/>
                  </a:lnTo>
                  <a:lnTo>
                    <a:pt x="518075" y="448177"/>
                  </a:lnTo>
                  <a:lnTo>
                    <a:pt x="519357" y="452108"/>
                  </a:lnTo>
                  <a:lnTo>
                    <a:pt x="520668" y="456040"/>
                  </a:lnTo>
                  <a:lnTo>
                    <a:pt x="522012" y="459971"/>
                  </a:lnTo>
                  <a:lnTo>
                    <a:pt x="523397" y="463903"/>
                  </a:lnTo>
                  <a:lnTo>
                    <a:pt x="524810" y="467834"/>
                  </a:lnTo>
                  <a:lnTo>
                    <a:pt x="526250" y="471765"/>
                  </a:lnTo>
                  <a:lnTo>
                    <a:pt x="527722" y="475697"/>
                  </a:lnTo>
                  <a:lnTo>
                    <a:pt x="529229" y="479628"/>
                  </a:lnTo>
                  <a:lnTo>
                    <a:pt x="530761" y="483559"/>
                  </a:lnTo>
                  <a:lnTo>
                    <a:pt x="532317" y="487491"/>
                  </a:lnTo>
                  <a:lnTo>
                    <a:pt x="533902" y="491422"/>
                  </a:lnTo>
                  <a:lnTo>
                    <a:pt x="535514" y="495354"/>
                  </a:lnTo>
                  <a:lnTo>
                    <a:pt x="537148" y="499285"/>
                  </a:lnTo>
                  <a:lnTo>
                    <a:pt x="538801" y="503216"/>
                  </a:lnTo>
                  <a:lnTo>
                    <a:pt x="540479" y="507148"/>
                  </a:lnTo>
                  <a:lnTo>
                    <a:pt x="542178" y="511079"/>
                  </a:lnTo>
                  <a:lnTo>
                    <a:pt x="543893" y="515010"/>
                  </a:lnTo>
                  <a:lnTo>
                    <a:pt x="545623" y="518942"/>
                  </a:lnTo>
                  <a:lnTo>
                    <a:pt x="547372" y="522873"/>
                  </a:lnTo>
                  <a:lnTo>
                    <a:pt x="549135" y="526805"/>
                  </a:lnTo>
                  <a:lnTo>
                    <a:pt x="550910" y="530736"/>
                  </a:lnTo>
                  <a:lnTo>
                    <a:pt x="552694" y="534667"/>
                  </a:lnTo>
                  <a:lnTo>
                    <a:pt x="554491" y="538599"/>
                  </a:lnTo>
                  <a:lnTo>
                    <a:pt x="556296" y="542530"/>
                  </a:lnTo>
                  <a:lnTo>
                    <a:pt x="558107" y="546462"/>
                  </a:lnTo>
                  <a:lnTo>
                    <a:pt x="559923" y="550393"/>
                  </a:lnTo>
                  <a:lnTo>
                    <a:pt x="561745" y="554324"/>
                  </a:lnTo>
                  <a:lnTo>
                    <a:pt x="563570" y="558256"/>
                  </a:lnTo>
                  <a:lnTo>
                    <a:pt x="565396" y="562187"/>
                  </a:lnTo>
                  <a:lnTo>
                    <a:pt x="567222" y="566118"/>
                  </a:lnTo>
                  <a:lnTo>
                    <a:pt x="569048" y="570050"/>
                  </a:lnTo>
                  <a:lnTo>
                    <a:pt x="570872" y="573981"/>
                  </a:lnTo>
                  <a:lnTo>
                    <a:pt x="572693" y="577913"/>
                  </a:lnTo>
                  <a:lnTo>
                    <a:pt x="574510" y="581844"/>
                  </a:lnTo>
                  <a:lnTo>
                    <a:pt x="576321" y="585775"/>
                  </a:lnTo>
                  <a:lnTo>
                    <a:pt x="578126" y="589707"/>
                  </a:lnTo>
                  <a:lnTo>
                    <a:pt x="579925" y="593638"/>
                  </a:lnTo>
                  <a:lnTo>
                    <a:pt x="581716" y="597570"/>
                  </a:lnTo>
                  <a:lnTo>
                    <a:pt x="583497" y="601501"/>
                  </a:lnTo>
                  <a:lnTo>
                    <a:pt x="585269" y="605432"/>
                  </a:lnTo>
                  <a:lnTo>
                    <a:pt x="587033" y="609364"/>
                  </a:lnTo>
                  <a:lnTo>
                    <a:pt x="588785" y="613295"/>
                  </a:lnTo>
                  <a:lnTo>
                    <a:pt x="590526" y="617226"/>
                  </a:lnTo>
                  <a:lnTo>
                    <a:pt x="592257" y="621158"/>
                  </a:lnTo>
                  <a:lnTo>
                    <a:pt x="593978" y="625089"/>
                  </a:lnTo>
                  <a:lnTo>
                    <a:pt x="595685" y="629021"/>
                  </a:lnTo>
                  <a:lnTo>
                    <a:pt x="597381" y="632952"/>
                  </a:lnTo>
                  <a:lnTo>
                    <a:pt x="599067" y="636883"/>
                  </a:lnTo>
                  <a:lnTo>
                    <a:pt x="600744" y="640815"/>
                  </a:lnTo>
                  <a:lnTo>
                    <a:pt x="602408" y="644746"/>
                  </a:lnTo>
                  <a:lnTo>
                    <a:pt x="604062" y="648677"/>
                  </a:lnTo>
                  <a:lnTo>
                    <a:pt x="605709" y="652609"/>
                  </a:lnTo>
                  <a:lnTo>
                    <a:pt x="607348" y="656540"/>
                  </a:lnTo>
                  <a:lnTo>
                    <a:pt x="608978" y="660472"/>
                  </a:lnTo>
                  <a:lnTo>
                    <a:pt x="610603" y="664403"/>
                  </a:lnTo>
                  <a:lnTo>
                    <a:pt x="612223" y="668334"/>
                  </a:lnTo>
                  <a:lnTo>
                    <a:pt x="613840" y="672266"/>
                  </a:lnTo>
                  <a:lnTo>
                    <a:pt x="615455" y="676197"/>
                  </a:lnTo>
                  <a:lnTo>
                    <a:pt x="617070" y="680129"/>
                  </a:lnTo>
                  <a:lnTo>
                    <a:pt x="618686" y="684060"/>
                  </a:lnTo>
                  <a:lnTo>
                    <a:pt x="620305" y="687991"/>
                  </a:lnTo>
                  <a:lnTo>
                    <a:pt x="621931" y="691923"/>
                  </a:lnTo>
                  <a:lnTo>
                    <a:pt x="623563" y="695854"/>
                  </a:lnTo>
                  <a:lnTo>
                    <a:pt x="625203" y="699785"/>
                  </a:lnTo>
                  <a:lnTo>
                    <a:pt x="626855" y="703717"/>
                  </a:lnTo>
                  <a:lnTo>
                    <a:pt x="628522" y="707648"/>
                  </a:lnTo>
                  <a:lnTo>
                    <a:pt x="630203" y="711580"/>
                  </a:lnTo>
                  <a:lnTo>
                    <a:pt x="631898" y="715511"/>
                  </a:lnTo>
                  <a:lnTo>
                    <a:pt x="633617" y="719442"/>
                  </a:lnTo>
                  <a:lnTo>
                    <a:pt x="635358" y="723374"/>
                  </a:lnTo>
                  <a:lnTo>
                    <a:pt x="637118" y="727305"/>
                  </a:lnTo>
                  <a:lnTo>
                    <a:pt x="638901" y="731236"/>
                  </a:lnTo>
                  <a:lnTo>
                    <a:pt x="640716" y="735168"/>
                  </a:lnTo>
                  <a:lnTo>
                    <a:pt x="642558" y="739099"/>
                  </a:lnTo>
                  <a:lnTo>
                    <a:pt x="644425" y="743031"/>
                  </a:lnTo>
                  <a:lnTo>
                    <a:pt x="646318" y="746962"/>
                  </a:lnTo>
                  <a:lnTo>
                    <a:pt x="648252" y="750893"/>
                  </a:lnTo>
                  <a:lnTo>
                    <a:pt x="650214" y="754825"/>
                  </a:lnTo>
                  <a:lnTo>
                    <a:pt x="652202" y="758756"/>
                  </a:lnTo>
                  <a:lnTo>
                    <a:pt x="654220" y="762688"/>
                  </a:lnTo>
                  <a:lnTo>
                    <a:pt x="656276" y="766619"/>
                  </a:lnTo>
                  <a:lnTo>
                    <a:pt x="658359" y="770550"/>
                  </a:lnTo>
                  <a:lnTo>
                    <a:pt x="660467" y="774482"/>
                  </a:lnTo>
                  <a:lnTo>
                    <a:pt x="662604" y="778413"/>
                  </a:lnTo>
                  <a:lnTo>
                    <a:pt x="664771" y="782344"/>
                  </a:lnTo>
                  <a:lnTo>
                    <a:pt x="666959" y="786276"/>
                  </a:lnTo>
                  <a:lnTo>
                    <a:pt x="669166" y="790207"/>
                  </a:lnTo>
                  <a:lnTo>
                    <a:pt x="671394" y="794139"/>
                  </a:lnTo>
                  <a:lnTo>
                    <a:pt x="673640" y="798070"/>
                  </a:lnTo>
                  <a:lnTo>
                    <a:pt x="675896" y="802001"/>
                  </a:lnTo>
                  <a:lnTo>
                    <a:pt x="678161" y="805933"/>
                  </a:lnTo>
                  <a:lnTo>
                    <a:pt x="680432" y="809864"/>
                  </a:lnTo>
                  <a:lnTo>
                    <a:pt x="682705" y="813795"/>
                  </a:lnTo>
                  <a:lnTo>
                    <a:pt x="684974" y="817727"/>
                  </a:lnTo>
                  <a:lnTo>
                    <a:pt x="687238" y="821658"/>
                  </a:lnTo>
                  <a:lnTo>
                    <a:pt x="689488" y="825590"/>
                  </a:lnTo>
                  <a:lnTo>
                    <a:pt x="691720" y="829521"/>
                  </a:lnTo>
                  <a:lnTo>
                    <a:pt x="693934" y="833452"/>
                  </a:lnTo>
                  <a:lnTo>
                    <a:pt x="696127" y="837384"/>
                  </a:lnTo>
                  <a:lnTo>
                    <a:pt x="698280" y="841315"/>
                  </a:lnTo>
                  <a:lnTo>
                    <a:pt x="700399" y="845247"/>
                  </a:lnTo>
                  <a:lnTo>
                    <a:pt x="702483" y="849178"/>
                  </a:lnTo>
                  <a:lnTo>
                    <a:pt x="704529" y="853109"/>
                  </a:lnTo>
                  <a:lnTo>
                    <a:pt x="706510" y="857041"/>
                  </a:lnTo>
                  <a:lnTo>
                    <a:pt x="708443" y="860972"/>
                  </a:lnTo>
                  <a:lnTo>
                    <a:pt x="710327" y="864903"/>
                  </a:lnTo>
                  <a:lnTo>
                    <a:pt x="712154" y="868835"/>
                  </a:lnTo>
                  <a:lnTo>
                    <a:pt x="713900" y="872766"/>
                  </a:lnTo>
                  <a:lnTo>
                    <a:pt x="715588" y="876698"/>
                  </a:lnTo>
                  <a:lnTo>
                    <a:pt x="717214" y="880629"/>
                  </a:lnTo>
                  <a:lnTo>
                    <a:pt x="718769" y="884560"/>
                  </a:lnTo>
                  <a:lnTo>
                    <a:pt x="720235" y="888492"/>
                  </a:lnTo>
                  <a:lnTo>
                    <a:pt x="721636" y="892423"/>
                  </a:lnTo>
                  <a:lnTo>
                    <a:pt x="722971" y="896355"/>
                  </a:lnTo>
                  <a:lnTo>
                    <a:pt x="724223" y="900286"/>
                  </a:lnTo>
                  <a:lnTo>
                    <a:pt x="725391" y="904217"/>
                  </a:lnTo>
                  <a:lnTo>
                    <a:pt x="726492" y="908149"/>
                  </a:lnTo>
                  <a:lnTo>
                    <a:pt x="727529" y="912080"/>
                  </a:lnTo>
                  <a:lnTo>
                    <a:pt x="728482" y="916011"/>
                  </a:lnTo>
                  <a:lnTo>
                    <a:pt x="729361" y="919943"/>
                  </a:lnTo>
                  <a:lnTo>
                    <a:pt x="730181" y="923874"/>
                  </a:lnTo>
                  <a:lnTo>
                    <a:pt x="730944" y="927806"/>
                  </a:lnTo>
                  <a:lnTo>
                    <a:pt x="731632" y="931737"/>
                  </a:lnTo>
                  <a:lnTo>
                    <a:pt x="732264" y="935668"/>
                  </a:lnTo>
                  <a:lnTo>
                    <a:pt x="732851" y="939600"/>
                  </a:lnTo>
                  <a:lnTo>
                    <a:pt x="733395" y="943531"/>
                  </a:lnTo>
                  <a:lnTo>
                    <a:pt x="733883" y="947462"/>
                  </a:lnTo>
                  <a:lnTo>
                    <a:pt x="734338" y="951394"/>
                  </a:lnTo>
                  <a:lnTo>
                    <a:pt x="734766" y="955325"/>
                  </a:lnTo>
                  <a:lnTo>
                    <a:pt x="735170" y="959257"/>
                  </a:lnTo>
                  <a:lnTo>
                    <a:pt x="735548" y="963188"/>
                  </a:lnTo>
                  <a:lnTo>
                    <a:pt x="735772" y="965577"/>
                  </a:lnTo>
                  <a:lnTo>
                    <a:pt x="735917" y="967119"/>
                  </a:lnTo>
                  <a:lnTo>
                    <a:pt x="736281" y="971051"/>
                  </a:lnTo>
                  <a:lnTo>
                    <a:pt x="736644" y="974982"/>
                  </a:lnTo>
                  <a:lnTo>
                    <a:pt x="737017" y="978914"/>
                  </a:lnTo>
                  <a:lnTo>
                    <a:pt x="737405" y="982845"/>
                  </a:lnTo>
                  <a:lnTo>
                    <a:pt x="737811" y="986776"/>
                  </a:lnTo>
                  <a:lnTo>
                    <a:pt x="738244" y="990708"/>
                  </a:lnTo>
                  <a:lnTo>
                    <a:pt x="738721" y="994639"/>
                  </a:lnTo>
                  <a:lnTo>
                    <a:pt x="739235" y="998570"/>
                  </a:lnTo>
                  <a:lnTo>
                    <a:pt x="739791" y="1002502"/>
                  </a:lnTo>
                  <a:lnTo>
                    <a:pt x="740407" y="1006433"/>
                  </a:lnTo>
                  <a:lnTo>
                    <a:pt x="741092" y="1010365"/>
                  </a:lnTo>
                  <a:lnTo>
                    <a:pt x="741836" y="1014296"/>
                  </a:lnTo>
                  <a:lnTo>
                    <a:pt x="742643" y="1018227"/>
                  </a:lnTo>
                  <a:lnTo>
                    <a:pt x="743541" y="1022159"/>
                  </a:lnTo>
                  <a:lnTo>
                    <a:pt x="744527" y="1026090"/>
                  </a:lnTo>
                  <a:lnTo>
                    <a:pt x="745589" y="1030021"/>
                  </a:lnTo>
                  <a:lnTo>
                    <a:pt x="746731" y="1033953"/>
                  </a:lnTo>
                  <a:lnTo>
                    <a:pt x="747991" y="1037884"/>
                  </a:lnTo>
                  <a:lnTo>
                    <a:pt x="749348" y="1041816"/>
                  </a:lnTo>
                  <a:lnTo>
                    <a:pt x="750794" y="1045747"/>
                  </a:lnTo>
                  <a:lnTo>
                    <a:pt x="752330" y="1049678"/>
                  </a:lnTo>
                  <a:lnTo>
                    <a:pt x="754005" y="1053610"/>
                  </a:lnTo>
                  <a:lnTo>
                    <a:pt x="755775" y="1057541"/>
                  </a:lnTo>
                  <a:lnTo>
                    <a:pt x="757639" y="1061473"/>
                  </a:lnTo>
                  <a:lnTo>
                    <a:pt x="759601" y="1065404"/>
                  </a:lnTo>
                  <a:lnTo>
                    <a:pt x="761701" y="1069335"/>
                  </a:lnTo>
                  <a:lnTo>
                    <a:pt x="763892" y="1073267"/>
                  </a:lnTo>
                  <a:lnTo>
                    <a:pt x="766172" y="1077198"/>
                  </a:lnTo>
                  <a:lnTo>
                    <a:pt x="768552" y="1081129"/>
                  </a:lnTo>
                  <a:lnTo>
                    <a:pt x="771050" y="1085061"/>
                  </a:lnTo>
                  <a:lnTo>
                    <a:pt x="773627" y="1088992"/>
                  </a:lnTo>
                  <a:lnTo>
                    <a:pt x="776282" y="1092924"/>
                  </a:lnTo>
                  <a:lnTo>
                    <a:pt x="779024" y="1096855"/>
                  </a:lnTo>
                  <a:lnTo>
                    <a:pt x="781853" y="1100786"/>
                  </a:lnTo>
                  <a:lnTo>
                    <a:pt x="784741" y="1104718"/>
                  </a:lnTo>
                  <a:lnTo>
                    <a:pt x="787684" y="1108649"/>
                  </a:lnTo>
                  <a:lnTo>
                    <a:pt x="790689" y="1112580"/>
                  </a:lnTo>
                  <a:lnTo>
                    <a:pt x="793740" y="1116512"/>
                  </a:lnTo>
                  <a:lnTo>
                    <a:pt x="796821" y="1120443"/>
                  </a:lnTo>
                  <a:lnTo>
                    <a:pt x="799927" y="1124375"/>
                  </a:lnTo>
                  <a:lnTo>
                    <a:pt x="803052" y="1128306"/>
                  </a:lnTo>
                  <a:lnTo>
                    <a:pt x="806178" y="1132237"/>
                  </a:lnTo>
                  <a:lnTo>
                    <a:pt x="809297" y="1136169"/>
                  </a:lnTo>
                  <a:lnTo>
                    <a:pt x="812403" y="1140100"/>
                  </a:lnTo>
                  <a:lnTo>
                    <a:pt x="815471" y="1144032"/>
                  </a:lnTo>
                  <a:lnTo>
                    <a:pt x="818495" y="1147963"/>
                  </a:lnTo>
                  <a:lnTo>
                    <a:pt x="821470" y="1151894"/>
                  </a:lnTo>
                  <a:lnTo>
                    <a:pt x="824389" y="1155826"/>
                  </a:lnTo>
                  <a:lnTo>
                    <a:pt x="827200" y="1159757"/>
                  </a:lnTo>
                  <a:lnTo>
                    <a:pt x="829925" y="1163688"/>
                  </a:lnTo>
                  <a:lnTo>
                    <a:pt x="832557" y="1167620"/>
                  </a:lnTo>
                  <a:lnTo>
                    <a:pt x="835082" y="1171551"/>
                  </a:lnTo>
                  <a:lnTo>
                    <a:pt x="837438" y="1175483"/>
                  </a:lnTo>
                  <a:lnTo>
                    <a:pt x="839665" y="1179414"/>
                  </a:lnTo>
                  <a:lnTo>
                    <a:pt x="841758" y="1183345"/>
                  </a:lnTo>
                  <a:lnTo>
                    <a:pt x="843687" y="1187277"/>
                  </a:lnTo>
                  <a:lnTo>
                    <a:pt x="845400" y="1191208"/>
                  </a:lnTo>
                  <a:lnTo>
                    <a:pt x="846946" y="1195140"/>
                  </a:lnTo>
                  <a:lnTo>
                    <a:pt x="848320" y="1199071"/>
                  </a:lnTo>
                  <a:lnTo>
                    <a:pt x="849476" y="1203002"/>
                  </a:lnTo>
                  <a:lnTo>
                    <a:pt x="850384" y="1206934"/>
                  </a:lnTo>
                  <a:lnTo>
                    <a:pt x="851096" y="1210865"/>
                  </a:lnTo>
                  <a:lnTo>
                    <a:pt x="851609" y="1214796"/>
                  </a:lnTo>
                  <a:lnTo>
                    <a:pt x="851854" y="1218728"/>
                  </a:lnTo>
                  <a:lnTo>
                    <a:pt x="851839" y="1222659"/>
                  </a:lnTo>
                  <a:lnTo>
                    <a:pt x="851609" y="1226591"/>
                  </a:lnTo>
                  <a:lnTo>
                    <a:pt x="851163" y="1230522"/>
                  </a:lnTo>
                  <a:lnTo>
                    <a:pt x="850415" y="1234453"/>
                  </a:lnTo>
                  <a:lnTo>
                    <a:pt x="850322" y="1234817"/>
                  </a:lnTo>
                  <a:lnTo>
                    <a:pt x="849411" y="1238385"/>
                  </a:lnTo>
                  <a:lnTo>
                    <a:pt x="848187" y="1242316"/>
                  </a:lnTo>
                  <a:lnTo>
                    <a:pt x="846742" y="1246247"/>
                  </a:lnTo>
                  <a:lnTo>
                    <a:pt x="844975" y="1250179"/>
                  </a:lnTo>
                  <a:lnTo>
                    <a:pt x="842975" y="1254110"/>
                  </a:lnTo>
                  <a:lnTo>
                    <a:pt x="840760" y="1258042"/>
                  </a:lnTo>
                  <a:lnTo>
                    <a:pt x="838331" y="1261973"/>
                  </a:lnTo>
                  <a:lnTo>
                    <a:pt x="835583" y="1265904"/>
                  </a:lnTo>
                  <a:lnTo>
                    <a:pt x="832634" y="1269836"/>
                  </a:lnTo>
                  <a:lnTo>
                    <a:pt x="829487" y="1273767"/>
                  </a:lnTo>
                  <a:lnTo>
                    <a:pt x="826130" y="1277699"/>
                  </a:lnTo>
                  <a:lnTo>
                    <a:pt x="822504" y="1281630"/>
                  </a:lnTo>
                  <a:lnTo>
                    <a:pt x="818701" y="1285561"/>
                  </a:lnTo>
                  <a:lnTo>
                    <a:pt x="814727" y="1289493"/>
                  </a:lnTo>
                  <a:lnTo>
                    <a:pt x="810560" y="1293424"/>
                  </a:lnTo>
                  <a:lnTo>
                    <a:pt x="806181" y="1297355"/>
                  </a:lnTo>
                  <a:lnTo>
                    <a:pt x="801658" y="1301287"/>
                  </a:lnTo>
                  <a:lnTo>
                    <a:pt x="796995" y="1305218"/>
                  </a:lnTo>
                  <a:lnTo>
                    <a:pt x="792169" y="1309150"/>
                  </a:lnTo>
                  <a:lnTo>
                    <a:pt x="787190" y="1313081"/>
                  </a:lnTo>
                  <a:lnTo>
                    <a:pt x="782101" y="1317012"/>
                  </a:lnTo>
                  <a:lnTo>
                    <a:pt x="776908" y="1320944"/>
                  </a:lnTo>
                  <a:lnTo>
                    <a:pt x="771591" y="1324875"/>
                  </a:lnTo>
                  <a:lnTo>
                    <a:pt x="766175" y="1328806"/>
                  </a:lnTo>
                  <a:lnTo>
                    <a:pt x="760686" y="1332738"/>
                  </a:lnTo>
                  <a:lnTo>
                    <a:pt x="755129" y="1336669"/>
                  </a:lnTo>
                  <a:lnTo>
                    <a:pt x="749491" y="1340601"/>
                  </a:lnTo>
                  <a:lnTo>
                    <a:pt x="743802" y="1344532"/>
                  </a:lnTo>
                  <a:lnTo>
                    <a:pt x="738074" y="1348463"/>
                  </a:lnTo>
                  <a:lnTo>
                    <a:pt x="732313" y="1352395"/>
                  </a:lnTo>
                  <a:lnTo>
                    <a:pt x="726517" y="1356326"/>
                  </a:lnTo>
                  <a:lnTo>
                    <a:pt x="720708" y="1360258"/>
                  </a:lnTo>
                  <a:lnTo>
                    <a:pt x="714891" y="1364189"/>
                  </a:lnTo>
                  <a:lnTo>
                    <a:pt x="709071" y="1368120"/>
                  </a:lnTo>
                  <a:lnTo>
                    <a:pt x="703262" y="1372052"/>
                  </a:lnTo>
                  <a:lnTo>
                    <a:pt x="697469" y="1375983"/>
                  </a:lnTo>
                  <a:lnTo>
                    <a:pt x="691696" y="1379914"/>
                  </a:lnTo>
                  <a:lnTo>
                    <a:pt x="685949" y="1383846"/>
                  </a:lnTo>
                  <a:lnTo>
                    <a:pt x="680250" y="1387777"/>
                  </a:lnTo>
                  <a:lnTo>
                    <a:pt x="674590" y="1391709"/>
                  </a:lnTo>
                  <a:lnTo>
                    <a:pt x="668973" y="1395640"/>
                  </a:lnTo>
                  <a:lnTo>
                    <a:pt x="663412" y="1399571"/>
                  </a:lnTo>
                  <a:lnTo>
                    <a:pt x="657924" y="1403503"/>
                  </a:lnTo>
                  <a:lnTo>
                    <a:pt x="652496" y="1407434"/>
                  </a:lnTo>
                  <a:lnTo>
                    <a:pt x="647131" y="1411365"/>
                  </a:lnTo>
                  <a:lnTo>
                    <a:pt x="641851" y="1415297"/>
                  </a:lnTo>
                  <a:lnTo>
                    <a:pt x="636664" y="1419228"/>
                  </a:lnTo>
                  <a:lnTo>
                    <a:pt x="631554" y="1423160"/>
                  </a:lnTo>
                  <a:lnTo>
                    <a:pt x="626525" y="1427091"/>
                  </a:lnTo>
                  <a:lnTo>
                    <a:pt x="621610" y="1431022"/>
                  </a:lnTo>
                  <a:lnTo>
                    <a:pt x="616804" y="1434954"/>
                  </a:lnTo>
                  <a:lnTo>
                    <a:pt x="612093" y="1438885"/>
                  </a:lnTo>
                  <a:lnTo>
                    <a:pt x="607480" y="1442817"/>
                  </a:lnTo>
                  <a:lnTo>
                    <a:pt x="603013" y="1446748"/>
                  </a:lnTo>
                  <a:lnTo>
                    <a:pt x="598669" y="1450679"/>
                  </a:lnTo>
                  <a:lnTo>
                    <a:pt x="594439" y="1454611"/>
                  </a:lnTo>
                  <a:lnTo>
                    <a:pt x="590326" y="1458542"/>
                  </a:lnTo>
                  <a:lnTo>
                    <a:pt x="586398" y="1462473"/>
                  </a:lnTo>
                  <a:lnTo>
                    <a:pt x="582609" y="1466405"/>
                  </a:lnTo>
                  <a:lnTo>
                    <a:pt x="578955" y="1470336"/>
                  </a:lnTo>
                  <a:lnTo>
                    <a:pt x="575448" y="1474268"/>
                  </a:lnTo>
                  <a:lnTo>
                    <a:pt x="572165" y="1478199"/>
                  </a:lnTo>
                  <a:lnTo>
                    <a:pt x="569042" y="1482130"/>
                  </a:lnTo>
                  <a:lnTo>
                    <a:pt x="566083" y="1486062"/>
                  </a:lnTo>
                  <a:lnTo>
                    <a:pt x="563315" y="1489993"/>
                  </a:lnTo>
                  <a:lnTo>
                    <a:pt x="560806" y="1493925"/>
                  </a:lnTo>
                  <a:lnTo>
                    <a:pt x="558490" y="1497856"/>
                  </a:lnTo>
                  <a:lnTo>
                    <a:pt x="556374" y="1501787"/>
                  </a:lnTo>
                  <a:lnTo>
                    <a:pt x="554507" y="1505719"/>
                  </a:lnTo>
                  <a:lnTo>
                    <a:pt x="552939" y="1509650"/>
                  </a:lnTo>
                  <a:lnTo>
                    <a:pt x="551605" y="1513581"/>
                  </a:lnTo>
                  <a:lnTo>
                    <a:pt x="550513" y="1517513"/>
                  </a:lnTo>
                  <a:lnTo>
                    <a:pt x="549744" y="1521444"/>
                  </a:lnTo>
                  <a:lnTo>
                    <a:pt x="549316" y="1525376"/>
                  </a:lnTo>
                  <a:lnTo>
                    <a:pt x="549170" y="1529307"/>
                  </a:lnTo>
                  <a:lnTo>
                    <a:pt x="549314" y="1533238"/>
                  </a:lnTo>
                  <a:lnTo>
                    <a:pt x="549871" y="1537170"/>
                  </a:lnTo>
                  <a:lnTo>
                    <a:pt x="550808" y="1541101"/>
                  </a:lnTo>
                  <a:lnTo>
                    <a:pt x="552078" y="1545032"/>
                  </a:lnTo>
                  <a:lnTo>
                    <a:pt x="553688" y="1548964"/>
                  </a:lnTo>
                  <a:lnTo>
                    <a:pt x="555810" y="1552895"/>
                  </a:lnTo>
                  <a:lnTo>
                    <a:pt x="558342" y="1556827"/>
                  </a:lnTo>
                  <a:lnTo>
                    <a:pt x="561255" y="1560758"/>
                  </a:lnTo>
                  <a:lnTo>
                    <a:pt x="564556" y="1564689"/>
                  </a:lnTo>
                  <a:lnTo>
                    <a:pt x="568464" y="1568621"/>
                  </a:lnTo>
                  <a:lnTo>
                    <a:pt x="572796" y="1572552"/>
                  </a:lnTo>
                  <a:lnTo>
                    <a:pt x="577545" y="1576484"/>
                  </a:lnTo>
                  <a:lnTo>
                    <a:pt x="582740" y="1580415"/>
                  </a:lnTo>
                  <a:lnTo>
                    <a:pt x="588573" y="1584346"/>
                  </a:lnTo>
                  <a:lnTo>
                    <a:pt x="594839" y="1588278"/>
                  </a:lnTo>
                  <a:lnTo>
                    <a:pt x="601538" y="1592209"/>
                  </a:lnTo>
                  <a:lnTo>
                    <a:pt x="608729" y="1596140"/>
                  </a:lnTo>
                  <a:lnTo>
                    <a:pt x="616524" y="1600072"/>
                  </a:lnTo>
                  <a:lnTo>
                    <a:pt x="624742" y="1604003"/>
                  </a:lnTo>
                  <a:lnTo>
                    <a:pt x="633376" y="1607935"/>
                  </a:lnTo>
                  <a:lnTo>
                    <a:pt x="642506" y="1611866"/>
                  </a:lnTo>
                  <a:lnTo>
                    <a:pt x="652153" y="1615797"/>
                  </a:lnTo>
                  <a:lnTo>
                    <a:pt x="662172" y="1619729"/>
                  </a:lnTo>
                  <a:lnTo>
                    <a:pt x="672551" y="1623660"/>
                  </a:lnTo>
                  <a:lnTo>
                    <a:pt x="683366" y="1627591"/>
                  </a:lnTo>
                  <a:lnTo>
                    <a:pt x="694558" y="1631523"/>
                  </a:lnTo>
                  <a:lnTo>
                    <a:pt x="706026" y="1635454"/>
                  </a:lnTo>
                  <a:lnTo>
                    <a:pt x="717748" y="1639386"/>
                  </a:lnTo>
                  <a:lnTo>
                    <a:pt x="729769" y="1643317"/>
                  </a:lnTo>
                  <a:lnTo>
                    <a:pt x="741984" y="1647248"/>
                  </a:lnTo>
                  <a:lnTo>
                    <a:pt x="754331" y="1651180"/>
                  </a:lnTo>
                  <a:lnTo>
                    <a:pt x="766783" y="1655111"/>
                  </a:lnTo>
                  <a:lnTo>
                    <a:pt x="779309" y="1659043"/>
                  </a:lnTo>
                  <a:lnTo>
                    <a:pt x="791821" y="1662974"/>
                  </a:lnTo>
                  <a:lnTo>
                    <a:pt x="804283" y="1666905"/>
                  </a:lnTo>
                  <a:lnTo>
                    <a:pt x="816665" y="1670837"/>
                  </a:lnTo>
                  <a:lnTo>
                    <a:pt x="828818" y="1674768"/>
                  </a:lnTo>
                  <a:lnTo>
                    <a:pt x="840749" y="1678699"/>
                  </a:lnTo>
                  <a:lnTo>
                    <a:pt x="852427" y="1682631"/>
                  </a:lnTo>
                  <a:lnTo>
                    <a:pt x="863793" y="1686562"/>
                  </a:lnTo>
                  <a:lnTo>
                    <a:pt x="874627" y="1690494"/>
                  </a:lnTo>
                  <a:lnTo>
                    <a:pt x="885035" y="1694425"/>
                  </a:lnTo>
                  <a:lnTo>
                    <a:pt x="894986" y="1698356"/>
                  </a:lnTo>
                  <a:lnTo>
                    <a:pt x="904363" y="1702288"/>
                  </a:lnTo>
                  <a:lnTo>
                    <a:pt x="912962" y="1706219"/>
                  </a:lnTo>
                  <a:lnTo>
                    <a:pt x="920950" y="1710150"/>
                  </a:lnTo>
                  <a:lnTo>
                    <a:pt x="928302" y="1714082"/>
                  </a:lnTo>
                  <a:lnTo>
                    <a:pt x="934826" y="1718013"/>
                  </a:lnTo>
                  <a:lnTo>
                    <a:pt x="940410" y="1721945"/>
                  </a:lnTo>
                  <a:lnTo>
                    <a:pt x="945245" y="1725876"/>
                  </a:lnTo>
                  <a:lnTo>
                    <a:pt x="949315" y="1729807"/>
                  </a:lnTo>
                  <a:lnTo>
                    <a:pt x="952352" y="1733739"/>
                  </a:lnTo>
                  <a:lnTo>
                    <a:pt x="954391" y="1737670"/>
                  </a:lnTo>
                  <a:lnTo>
                    <a:pt x="955609" y="1741602"/>
                  </a:lnTo>
                  <a:lnTo>
                    <a:pt x="955933" y="1744841"/>
                  </a:lnTo>
                  <a:lnTo>
                    <a:pt x="956002" y="1745533"/>
                  </a:lnTo>
                  <a:lnTo>
                    <a:pt x="955240" y="1749464"/>
                  </a:lnTo>
                  <a:lnTo>
                    <a:pt x="953530" y="1753396"/>
                  </a:lnTo>
                  <a:lnTo>
                    <a:pt x="951002" y="1757327"/>
                  </a:lnTo>
                  <a:lnTo>
                    <a:pt x="947664" y="1761258"/>
                  </a:lnTo>
                  <a:lnTo>
                    <a:pt x="943165" y="1765190"/>
                  </a:lnTo>
                  <a:lnTo>
                    <a:pt x="937855" y="1769121"/>
                  </a:lnTo>
                  <a:lnTo>
                    <a:pt x="931806" y="1773053"/>
                  </a:lnTo>
                  <a:lnTo>
                    <a:pt x="925029" y="1776984"/>
                  </a:lnTo>
                  <a:lnTo>
                    <a:pt x="917221" y="1780915"/>
                  </a:lnTo>
                  <a:lnTo>
                    <a:pt x="908789" y="1784847"/>
                  </a:lnTo>
                  <a:lnTo>
                    <a:pt x="899760" y="1788778"/>
                  </a:lnTo>
                  <a:lnTo>
                    <a:pt x="890115" y="1792710"/>
                  </a:lnTo>
                  <a:lnTo>
                    <a:pt x="879741" y="1796641"/>
                  </a:lnTo>
                  <a:lnTo>
                    <a:pt x="868922" y="1800572"/>
                  </a:lnTo>
                  <a:lnTo>
                    <a:pt x="857691" y="1804504"/>
                  </a:lnTo>
                  <a:lnTo>
                    <a:pt x="846026" y="1808435"/>
                  </a:lnTo>
                  <a:lnTo>
                    <a:pt x="833949" y="1812366"/>
                  </a:lnTo>
                  <a:lnTo>
                    <a:pt x="821627" y="1816298"/>
                  </a:lnTo>
                  <a:lnTo>
                    <a:pt x="809094" y="1820229"/>
                  </a:lnTo>
                  <a:lnTo>
                    <a:pt x="796356" y="1824161"/>
                  </a:lnTo>
                  <a:lnTo>
                    <a:pt x="783493" y="1828092"/>
                  </a:lnTo>
                  <a:lnTo>
                    <a:pt x="770582" y="1832023"/>
                  </a:lnTo>
                  <a:lnTo>
                    <a:pt x="757651" y="1835955"/>
                  </a:lnTo>
                  <a:lnTo>
                    <a:pt x="744758" y="1839886"/>
                  </a:lnTo>
                  <a:lnTo>
                    <a:pt x="731970" y="1843817"/>
                  </a:lnTo>
                  <a:lnTo>
                    <a:pt x="719302" y="1847749"/>
                  </a:lnTo>
                  <a:lnTo>
                    <a:pt x="706779" y="1851680"/>
                  </a:lnTo>
                  <a:lnTo>
                    <a:pt x="694518" y="1855612"/>
                  </a:lnTo>
                  <a:lnTo>
                    <a:pt x="682515" y="1859543"/>
                  </a:lnTo>
                  <a:lnTo>
                    <a:pt x="670763" y="1863474"/>
                  </a:lnTo>
                  <a:lnTo>
                    <a:pt x="659277" y="1867406"/>
                  </a:lnTo>
                  <a:lnTo>
                    <a:pt x="648232" y="1871337"/>
                  </a:lnTo>
                  <a:lnTo>
                    <a:pt x="637525" y="1875269"/>
                  </a:lnTo>
                  <a:lnTo>
                    <a:pt x="627151" y="1879200"/>
                  </a:lnTo>
                  <a:lnTo>
                    <a:pt x="617128" y="1883131"/>
                  </a:lnTo>
                  <a:lnTo>
                    <a:pt x="607645" y="1887063"/>
                  </a:lnTo>
                  <a:lnTo>
                    <a:pt x="598528" y="1890994"/>
                  </a:lnTo>
                  <a:lnTo>
                    <a:pt x="589780" y="1894925"/>
                  </a:lnTo>
                  <a:lnTo>
                    <a:pt x="581443" y="1898857"/>
                  </a:lnTo>
                  <a:lnTo>
                    <a:pt x="573640" y="1902788"/>
                  </a:lnTo>
                  <a:lnTo>
                    <a:pt x="566206" y="1906720"/>
                  </a:lnTo>
                  <a:lnTo>
                    <a:pt x="559139" y="1910651"/>
                  </a:lnTo>
                  <a:lnTo>
                    <a:pt x="552502" y="1914582"/>
                  </a:lnTo>
                  <a:lnTo>
                    <a:pt x="546342" y="1918514"/>
                  </a:lnTo>
                  <a:lnTo>
                    <a:pt x="540525" y="1922445"/>
                  </a:lnTo>
                  <a:lnTo>
                    <a:pt x="535044" y="1926376"/>
                  </a:lnTo>
                  <a:lnTo>
                    <a:pt x="529977" y="1930308"/>
                  </a:lnTo>
                  <a:lnTo>
                    <a:pt x="525304" y="1934239"/>
                  </a:lnTo>
                  <a:lnTo>
                    <a:pt x="520929" y="1938171"/>
                  </a:lnTo>
                  <a:lnTo>
                    <a:pt x="516843" y="1942102"/>
                  </a:lnTo>
                  <a:lnTo>
                    <a:pt x="513126" y="1946033"/>
                  </a:lnTo>
                  <a:lnTo>
                    <a:pt x="509715" y="1949965"/>
                  </a:lnTo>
                  <a:lnTo>
                    <a:pt x="506548" y="1953896"/>
                  </a:lnTo>
                  <a:lnTo>
                    <a:pt x="503616" y="1957828"/>
                  </a:lnTo>
                  <a:lnTo>
                    <a:pt x="500995" y="1961759"/>
                  </a:lnTo>
                  <a:lnTo>
                    <a:pt x="498596" y="1965690"/>
                  </a:lnTo>
                  <a:lnTo>
                    <a:pt x="496388" y="1969622"/>
                  </a:lnTo>
                  <a:lnTo>
                    <a:pt x="494360" y="1973553"/>
                  </a:lnTo>
                  <a:lnTo>
                    <a:pt x="492581" y="1977484"/>
                  </a:lnTo>
                  <a:lnTo>
                    <a:pt x="490956" y="1981416"/>
                  </a:lnTo>
                  <a:lnTo>
                    <a:pt x="489471" y="1985347"/>
                  </a:lnTo>
                  <a:lnTo>
                    <a:pt x="488125" y="1989279"/>
                  </a:lnTo>
                  <a:lnTo>
                    <a:pt x="486956" y="1993210"/>
                  </a:lnTo>
                  <a:lnTo>
                    <a:pt x="485894" y="1997141"/>
                  </a:lnTo>
                  <a:lnTo>
                    <a:pt x="484931" y="2001073"/>
                  </a:lnTo>
                  <a:lnTo>
                    <a:pt x="484072" y="2005004"/>
                  </a:lnTo>
                  <a:lnTo>
                    <a:pt x="483329" y="2008935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4295148" y="2028555"/>
              <a:ext cx="956002" cy="2149173"/>
            </a:xfrm>
            <a:custGeom>
              <a:avLst/>
              <a:pathLst>
                <a:path w="956002" h="2149173">
                  <a:moveTo>
                    <a:pt x="472660" y="2149173"/>
                  </a:moveTo>
                  <a:lnTo>
                    <a:pt x="471961" y="2144967"/>
                  </a:lnTo>
                  <a:lnTo>
                    <a:pt x="471164" y="2140761"/>
                  </a:lnTo>
                  <a:lnTo>
                    <a:pt x="470271" y="2136556"/>
                  </a:lnTo>
                  <a:lnTo>
                    <a:pt x="469293" y="2132350"/>
                  </a:lnTo>
                  <a:lnTo>
                    <a:pt x="468225" y="2128144"/>
                  </a:lnTo>
                  <a:lnTo>
                    <a:pt x="466997" y="2123938"/>
                  </a:lnTo>
                  <a:lnTo>
                    <a:pt x="465656" y="2119732"/>
                  </a:lnTo>
                  <a:lnTo>
                    <a:pt x="464198" y="2115527"/>
                  </a:lnTo>
                  <a:lnTo>
                    <a:pt x="462591" y="2111321"/>
                  </a:lnTo>
                  <a:lnTo>
                    <a:pt x="460789" y="2107115"/>
                  </a:lnTo>
                  <a:lnTo>
                    <a:pt x="458837" y="2102909"/>
                  </a:lnTo>
                  <a:lnTo>
                    <a:pt x="456729" y="2098703"/>
                  </a:lnTo>
                  <a:lnTo>
                    <a:pt x="454393" y="2094497"/>
                  </a:lnTo>
                  <a:lnTo>
                    <a:pt x="451833" y="2090292"/>
                  </a:lnTo>
                  <a:lnTo>
                    <a:pt x="449081" y="2086086"/>
                  </a:lnTo>
                  <a:lnTo>
                    <a:pt x="446130" y="2081880"/>
                  </a:lnTo>
                  <a:lnTo>
                    <a:pt x="442848" y="2077674"/>
                  </a:lnTo>
                  <a:lnTo>
                    <a:pt x="439328" y="2073468"/>
                  </a:lnTo>
                  <a:lnTo>
                    <a:pt x="435572" y="2069262"/>
                  </a:lnTo>
                  <a:lnTo>
                    <a:pt x="431535" y="2065057"/>
                  </a:lnTo>
                  <a:lnTo>
                    <a:pt x="427124" y="2060851"/>
                  </a:lnTo>
                  <a:lnTo>
                    <a:pt x="422441" y="2056645"/>
                  </a:lnTo>
                  <a:lnTo>
                    <a:pt x="417482" y="2052439"/>
                  </a:lnTo>
                  <a:lnTo>
                    <a:pt x="412140" y="2048233"/>
                  </a:lnTo>
                  <a:lnTo>
                    <a:pt x="406424" y="2044028"/>
                  </a:lnTo>
                  <a:lnTo>
                    <a:pt x="400404" y="2039822"/>
                  </a:lnTo>
                  <a:lnTo>
                    <a:pt x="394075" y="2035616"/>
                  </a:lnTo>
                  <a:lnTo>
                    <a:pt x="387265" y="2031410"/>
                  </a:lnTo>
                  <a:lnTo>
                    <a:pt x="380112" y="2027204"/>
                  </a:lnTo>
                  <a:lnTo>
                    <a:pt x="372638" y="2022998"/>
                  </a:lnTo>
                  <a:lnTo>
                    <a:pt x="364801" y="2018793"/>
                  </a:lnTo>
                  <a:lnTo>
                    <a:pt x="356489" y="2014587"/>
                  </a:lnTo>
                  <a:lnTo>
                    <a:pt x="347857" y="2010381"/>
                  </a:lnTo>
                  <a:lnTo>
                    <a:pt x="338909" y="2006175"/>
                  </a:lnTo>
                  <a:lnTo>
                    <a:pt x="329554" y="2001969"/>
                  </a:lnTo>
                  <a:lnTo>
                    <a:pt x="319814" y="1997764"/>
                  </a:lnTo>
                  <a:lnTo>
                    <a:pt x="309786" y="1993558"/>
                  </a:lnTo>
                  <a:lnTo>
                    <a:pt x="299476" y="1989352"/>
                  </a:lnTo>
                  <a:lnTo>
                    <a:pt x="288772" y="1985146"/>
                  </a:lnTo>
                  <a:lnTo>
                    <a:pt x="277806" y="1980940"/>
                  </a:lnTo>
                  <a:lnTo>
                    <a:pt x="266617" y="1976734"/>
                  </a:lnTo>
                  <a:lnTo>
                    <a:pt x="255198" y="1972529"/>
                  </a:lnTo>
                  <a:lnTo>
                    <a:pt x="243515" y="1968323"/>
                  </a:lnTo>
                  <a:lnTo>
                    <a:pt x="231691" y="1964117"/>
                  </a:lnTo>
                  <a:lnTo>
                    <a:pt x="219741" y="1959911"/>
                  </a:lnTo>
                  <a:lnTo>
                    <a:pt x="207668" y="1955705"/>
                  </a:lnTo>
                  <a:lnTo>
                    <a:pt x="195528" y="1951500"/>
                  </a:lnTo>
                  <a:lnTo>
                    <a:pt x="183372" y="1947294"/>
                  </a:lnTo>
                  <a:lnTo>
                    <a:pt x="171221" y="1943088"/>
                  </a:lnTo>
                  <a:lnTo>
                    <a:pt x="159143" y="1938882"/>
                  </a:lnTo>
                  <a:lnTo>
                    <a:pt x="147182" y="1934676"/>
                  </a:lnTo>
                  <a:lnTo>
                    <a:pt x="135356" y="1930470"/>
                  </a:lnTo>
                  <a:lnTo>
                    <a:pt x="123700" y="1926265"/>
                  </a:lnTo>
                  <a:lnTo>
                    <a:pt x="112376" y="1922059"/>
                  </a:lnTo>
                  <a:lnTo>
                    <a:pt x="101325" y="1917853"/>
                  </a:lnTo>
                  <a:lnTo>
                    <a:pt x="90567" y="1913647"/>
                  </a:lnTo>
                  <a:lnTo>
                    <a:pt x="80224" y="1909441"/>
                  </a:lnTo>
                  <a:lnTo>
                    <a:pt x="70403" y="1905236"/>
                  </a:lnTo>
                  <a:lnTo>
                    <a:pt x="61010" y="1901030"/>
                  </a:lnTo>
                  <a:lnTo>
                    <a:pt x="52067" y="1896824"/>
                  </a:lnTo>
                  <a:lnTo>
                    <a:pt x="43831" y="1892618"/>
                  </a:lnTo>
                  <a:lnTo>
                    <a:pt x="36220" y="1888412"/>
                  </a:lnTo>
                  <a:lnTo>
                    <a:pt x="29174" y="1884206"/>
                  </a:lnTo>
                  <a:lnTo>
                    <a:pt x="22729" y="1880001"/>
                  </a:lnTo>
                  <a:lnTo>
                    <a:pt x="17256" y="1875795"/>
                  </a:lnTo>
                  <a:lnTo>
                    <a:pt x="12437" y="1871589"/>
                  </a:lnTo>
                  <a:lnTo>
                    <a:pt x="8281" y="1867383"/>
                  </a:lnTo>
                  <a:lnTo>
                    <a:pt x="4954" y="1863177"/>
                  </a:lnTo>
                  <a:lnTo>
                    <a:pt x="2591" y="1858972"/>
                  </a:lnTo>
                  <a:lnTo>
                    <a:pt x="938" y="1854766"/>
                  </a:lnTo>
                  <a:lnTo>
                    <a:pt x="0" y="1850560"/>
                  </a:lnTo>
                  <a:lnTo>
                    <a:pt x="29" y="1848859"/>
                  </a:lnTo>
                  <a:lnTo>
                    <a:pt x="72" y="1846354"/>
                  </a:lnTo>
                  <a:lnTo>
                    <a:pt x="996" y="1842148"/>
                  </a:lnTo>
                  <a:lnTo>
                    <a:pt x="2633" y="1837942"/>
                  </a:lnTo>
                  <a:lnTo>
                    <a:pt x="4978" y="1833737"/>
                  </a:lnTo>
                  <a:lnTo>
                    <a:pt x="8426" y="1829531"/>
                  </a:lnTo>
                  <a:lnTo>
                    <a:pt x="12544" y="1825325"/>
                  </a:lnTo>
                  <a:lnTo>
                    <a:pt x="17320" y="1821119"/>
                  </a:lnTo>
                  <a:lnTo>
                    <a:pt x="22856" y="1816913"/>
                  </a:lnTo>
                  <a:lnTo>
                    <a:pt x="29242" y="1812708"/>
                  </a:lnTo>
                  <a:lnTo>
                    <a:pt x="36199" y="1808502"/>
                  </a:lnTo>
                  <a:lnTo>
                    <a:pt x="43709" y="1804296"/>
                  </a:lnTo>
                  <a:lnTo>
                    <a:pt x="51930" y="1800090"/>
                  </a:lnTo>
                  <a:lnTo>
                    <a:pt x="60720" y="1795884"/>
                  </a:lnTo>
                  <a:lnTo>
                    <a:pt x="69942" y="1791678"/>
                  </a:lnTo>
                  <a:lnTo>
                    <a:pt x="79575" y="1787473"/>
                  </a:lnTo>
                  <a:lnTo>
                    <a:pt x="89765" y="1783267"/>
                  </a:lnTo>
                  <a:lnTo>
                    <a:pt x="100260" y="1779061"/>
                  </a:lnTo>
                  <a:lnTo>
                    <a:pt x="111026" y="1774855"/>
                  </a:lnTo>
                  <a:lnTo>
                    <a:pt x="122066" y="1770649"/>
                  </a:lnTo>
                  <a:lnTo>
                    <a:pt x="133360" y="1766444"/>
                  </a:lnTo>
                  <a:lnTo>
                    <a:pt x="144779" y="1762238"/>
                  </a:lnTo>
                  <a:lnTo>
                    <a:pt x="156299" y="1758032"/>
                  </a:lnTo>
                  <a:lnTo>
                    <a:pt x="167895" y="1753826"/>
                  </a:lnTo>
                  <a:lnTo>
                    <a:pt x="179491" y="1749620"/>
                  </a:lnTo>
                  <a:lnTo>
                    <a:pt x="191049" y="1745414"/>
                  </a:lnTo>
                  <a:lnTo>
                    <a:pt x="202548" y="1741209"/>
                  </a:lnTo>
                  <a:lnTo>
                    <a:pt x="213880" y="1737003"/>
                  </a:lnTo>
                  <a:lnTo>
                    <a:pt x="225044" y="1732797"/>
                  </a:lnTo>
                  <a:lnTo>
                    <a:pt x="236027" y="1728591"/>
                  </a:lnTo>
                  <a:lnTo>
                    <a:pt x="246780" y="1724385"/>
                  </a:lnTo>
                  <a:lnTo>
                    <a:pt x="257170" y="1720180"/>
                  </a:lnTo>
                  <a:lnTo>
                    <a:pt x="267281" y="1715974"/>
                  </a:lnTo>
                  <a:lnTo>
                    <a:pt x="277096" y="1711768"/>
                  </a:lnTo>
                  <a:lnTo>
                    <a:pt x="286492" y="1707562"/>
                  </a:lnTo>
                  <a:lnTo>
                    <a:pt x="295442" y="1703356"/>
                  </a:lnTo>
                  <a:lnTo>
                    <a:pt x="304024" y="1699150"/>
                  </a:lnTo>
                  <a:lnTo>
                    <a:pt x="312230" y="1694945"/>
                  </a:lnTo>
                  <a:lnTo>
                    <a:pt x="319839" y="1690739"/>
                  </a:lnTo>
                  <a:lnTo>
                    <a:pt x="326997" y="1686533"/>
                  </a:lnTo>
                  <a:lnTo>
                    <a:pt x="333733" y="1682327"/>
                  </a:lnTo>
                  <a:lnTo>
                    <a:pt x="340000" y="1678121"/>
                  </a:lnTo>
                  <a:lnTo>
                    <a:pt x="345610" y="1673915"/>
                  </a:lnTo>
                  <a:lnTo>
                    <a:pt x="350776" y="1669710"/>
                  </a:lnTo>
                  <a:lnTo>
                    <a:pt x="355494" y="1665504"/>
                  </a:lnTo>
                  <a:lnTo>
                    <a:pt x="359637" y="1661298"/>
                  </a:lnTo>
                  <a:lnTo>
                    <a:pt x="363189" y="1657092"/>
                  </a:lnTo>
                  <a:lnTo>
                    <a:pt x="366293" y="1652886"/>
                  </a:lnTo>
                  <a:lnTo>
                    <a:pt x="368950" y="1648681"/>
                  </a:lnTo>
                  <a:lnTo>
                    <a:pt x="370952" y="1644475"/>
                  </a:lnTo>
                  <a:lnTo>
                    <a:pt x="372463" y="1640269"/>
                  </a:lnTo>
                  <a:lnTo>
                    <a:pt x="373540" y="1636063"/>
                  </a:lnTo>
                  <a:lnTo>
                    <a:pt x="374160" y="1631857"/>
                  </a:lnTo>
                  <a:lnTo>
                    <a:pt x="374137" y="1627651"/>
                  </a:lnTo>
                  <a:lnTo>
                    <a:pt x="373705" y="1623446"/>
                  </a:lnTo>
                  <a:lnTo>
                    <a:pt x="372869" y="1619240"/>
                  </a:lnTo>
                  <a:lnTo>
                    <a:pt x="371537" y="1615034"/>
                  </a:lnTo>
                  <a:lnTo>
                    <a:pt x="369692" y="1610828"/>
                  </a:lnTo>
                  <a:lnTo>
                    <a:pt x="367477" y="1606622"/>
                  </a:lnTo>
                  <a:lnTo>
                    <a:pt x="364897" y="1602417"/>
                  </a:lnTo>
                  <a:lnTo>
                    <a:pt x="361810" y="1598211"/>
                  </a:lnTo>
                  <a:lnTo>
                    <a:pt x="358338" y="1594005"/>
                  </a:lnTo>
                  <a:lnTo>
                    <a:pt x="354542" y="1589799"/>
                  </a:lnTo>
                  <a:lnTo>
                    <a:pt x="350417" y="1585593"/>
                  </a:lnTo>
                  <a:lnTo>
                    <a:pt x="345826" y="1581387"/>
                  </a:lnTo>
                  <a:lnTo>
                    <a:pt x="340955" y="1577182"/>
                  </a:lnTo>
                  <a:lnTo>
                    <a:pt x="335812" y="1572976"/>
                  </a:lnTo>
                  <a:lnTo>
                    <a:pt x="330350" y="1568770"/>
                  </a:lnTo>
                  <a:lnTo>
                    <a:pt x="324559" y="1564564"/>
                  </a:lnTo>
                  <a:lnTo>
                    <a:pt x="318545" y="1560358"/>
                  </a:lnTo>
                  <a:lnTo>
                    <a:pt x="312315" y="1556153"/>
                  </a:lnTo>
                  <a:lnTo>
                    <a:pt x="305805" y="1551947"/>
                  </a:lnTo>
                  <a:lnTo>
                    <a:pt x="299086" y="1547741"/>
                  </a:lnTo>
                  <a:lnTo>
                    <a:pt x="292204" y="1543535"/>
                  </a:lnTo>
                  <a:lnTo>
                    <a:pt x="285166" y="1539329"/>
                  </a:lnTo>
                  <a:lnTo>
                    <a:pt x="277918" y="1535123"/>
                  </a:lnTo>
                  <a:lnTo>
                    <a:pt x="270560" y="1530918"/>
                  </a:lnTo>
                  <a:lnTo>
                    <a:pt x="263100" y="1526712"/>
                  </a:lnTo>
                  <a:lnTo>
                    <a:pt x="255537" y="1522506"/>
                  </a:lnTo>
                  <a:lnTo>
                    <a:pt x="247882" y="1518300"/>
                  </a:lnTo>
                  <a:lnTo>
                    <a:pt x="240179" y="1514094"/>
                  </a:lnTo>
                  <a:lnTo>
                    <a:pt x="232439" y="1509889"/>
                  </a:lnTo>
                  <a:lnTo>
                    <a:pt x="224669" y="1505683"/>
                  </a:lnTo>
                  <a:lnTo>
                    <a:pt x="216900" y="1501477"/>
                  </a:lnTo>
                  <a:lnTo>
                    <a:pt x="209145" y="1497271"/>
                  </a:lnTo>
                  <a:lnTo>
                    <a:pt x="201411" y="1493065"/>
                  </a:lnTo>
                  <a:lnTo>
                    <a:pt x="193743" y="1488859"/>
                  </a:lnTo>
                  <a:lnTo>
                    <a:pt x="186137" y="1484654"/>
                  </a:lnTo>
                  <a:lnTo>
                    <a:pt x="178600" y="1480448"/>
                  </a:lnTo>
                  <a:lnTo>
                    <a:pt x="171154" y="1476242"/>
                  </a:lnTo>
                  <a:lnTo>
                    <a:pt x="163847" y="1472036"/>
                  </a:lnTo>
                  <a:lnTo>
                    <a:pt x="156648" y="1467830"/>
                  </a:lnTo>
                  <a:lnTo>
                    <a:pt x="149564" y="1463625"/>
                  </a:lnTo>
                  <a:lnTo>
                    <a:pt x="142651" y="1459419"/>
                  </a:lnTo>
                  <a:lnTo>
                    <a:pt x="135910" y="1455213"/>
                  </a:lnTo>
                  <a:lnTo>
                    <a:pt x="129316" y="1451007"/>
                  </a:lnTo>
                  <a:lnTo>
                    <a:pt x="122871" y="1446801"/>
                  </a:lnTo>
                  <a:lnTo>
                    <a:pt x="116672" y="1442595"/>
                  </a:lnTo>
                  <a:lnTo>
                    <a:pt x="110649" y="1438390"/>
                  </a:lnTo>
                  <a:lnTo>
                    <a:pt x="104796" y="1434184"/>
                  </a:lnTo>
                  <a:lnTo>
                    <a:pt x="99139" y="1429978"/>
                  </a:lnTo>
                  <a:lnTo>
                    <a:pt x="93740" y="1425772"/>
                  </a:lnTo>
                  <a:lnTo>
                    <a:pt x="88521" y="1421566"/>
                  </a:lnTo>
                  <a:lnTo>
                    <a:pt x="83482" y="1417361"/>
                  </a:lnTo>
                  <a:lnTo>
                    <a:pt x="78682" y="1413155"/>
                  </a:lnTo>
                  <a:lnTo>
                    <a:pt x="74111" y="1408949"/>
                  </a:lnTo>
                  <a:lnTo>
                    <a:pt x="69718" y="1404743"/>
                  </a:lnTo>
                  <a:lnTo>
                    <a:pt x="65503" y="1400537"/>
                  </a:lnTo>
                  <a:lnTo>
                    <a:pt x="61552" y="1396331"/>
                  </a:lnTo>
                  <a:lnTo>
                    <a:pt x="57784" y="1392126"/>
                  </a:lnTo>
                  <a:lnTo>
                    <a:pt x="54184" y="1387920"/>
                  </a:lnTo>
                  <a:lnTo>
                    <a:pt x="50765" y="1383714"/>
                  </a:lnTo>
                  <a:lnTo>
                    <a:pt x="47581" y="1379508"/>
                  </a:lnTo>
                  <a:lnTo>
                    <a:pt x="44548" y="1375302"/>
                  </a:lnTo>
                  <a:lnTo>
                    <a:pt x="41664" y="1371097"/>
                  </a:lnTo>
                  <a:lnTo>
                    <a:pt x="38963" y="1366891"/>
                  </a:lnTo>
                  <a:lnTo>
                    <a:pt x="36439" y="1362685"/>
                  </a:lnTo>
                  <a:lnTo>
                    <a:pt x="34043" y="1358479"/>
                  </a:lnTo>
                  <a:lnTo>
                    <a:pt x="31773" y="1354273"/>
                  </a:lnTo>
                  <a:lnTo>
                    <a:pt x="29678" y="1350067"/>
                  </a:lnTo>
                  <a:lnTo>
                    <a:pt x="27705" y="1345862"/>
                  </a:lnTo>
                  <a:lnTo>
                    <a:pt x="25840" y="1341656"/>
                  </a:lnTo>
                  <a:lnTo>
                    <a:pt x="24084" y="1337450"/>
                  </a:lnTo>
                  <a:lnTo>
                    <a:pt x="22473" y="1333244"/>
                  </a:lnTo>
                  <a:lnTo>
                    <a:pt x="20952" y="1329038"/>
                  </a:lnTo>
                  <a:lnTo>
                    <a:pt x="19517" y="1324833"/>
                  </a:lnTo>
                  <a:lnTo>
                    <a:pt x="18187" y="1320627"/>
                  </a:lnTo>
                  <a:lnTo>
                    <a:pt x="16960" y="1316421"/>
                  </a:lnTo>
                  <a:lnTo>
                    <a:pt x="15807" y="1312215"/>
                  </a:lnTo>
                  <a:lnTo>
                    <a:pt x="14727" y="1308009"/>
                  </a:lnTo>
                  <a:lnTo>
                    <a:pt x="13747" y="1303803"/>
                  </a:lnTo>
                  <a:lnTo>
                    <a:pt x="12843" y="1299598"/>
                  </a:lnTo>
                  <a:lnTo>
                    <a:pt x="12004" y="1295392"/>
                  </a:lnTo>
                  <a:lnTo>
                    <a:pt x="11546" y="1292895"/>
                  </a:lnTo>
                  <a:lnTo>
                    <a:pt x="11232" y="1291186"/>
                  </a:lnTo>
                  <a:lnTo>
                    <a:pt x="10559" y="1286980"/>
                  </a:lnTo>
                  <a:lnTo>
                    <a:pt x="9948" y="1282774"/>
                  </a:lnTo>
                  <a:lnTo>
                    <a:pt x="9399" y="1278569"/>
                  </a:lnTo>
                  <a:lnTo>
                    <a:pt x="8927" y="1274363"/>
                  </a:lnTo>
                  <a:lnTo>
                    <a:pt x="8542" y="1270157"/>
                  </a:lnTo>
                  <a:lnTo>
                    <a:pt x="8220" y="1265951"/>
                  </a:lnTo>
                  <a:lnTo>
                    <a:pt x="7963" y="1261745"/>
                  </a:lnTo>
                  <a:lnTo>
                    <a:pt x="7798" y="1257539"/>
                  </a:lnTo>
                  <a:lnTo>
                    <a:pt x="7713" y="1253334"/>
                  </a:lnTo>
                  <a:lnTo>
                    <a:pt x="7697" y="1249128"/>
                  </a:lnTo>
                  <a:lnTo>
                    <a:pt x="7750" y="1244922"/>
                  </a:lnTo>
                  <a:lnTo>
                    <a:pt x="7916" y="1240716"/>
                  </a:lnTo>
                  <a:lnTo>
                    <a:pt x="8154" y="1236510"/>
                  </a:lnTo>
                  <a:lnTo>
                    <a:pt x="8466" y="1232304"/>
                  </a:lnTo>
                  <a:lnTo>
                    <a:pt x="8868" y="1228099"/>
                  </a:lnTo>
                  <a:lnTo>
                    <a:pt x="9375" y="1223893"/>
                  </a:lnTo>
                  <a:lnTo>
                    <a:pt x="9960" y="1219687"/>
                  </a:lnTo>
                  <a:lnTo>
                    <a:pt x="10621" y="1215481"/>
                  </a:lnTo>
                  <a:lnTo>
                    <a:pt x="11391" y="1211275"/>
                  </a:lnTo>
                  <a:lnTo>
                    <a:pt x="12255" y="1207070"/>
                  </a:lnTo>
                  <a:lnTo>
                    <a:pt x="13197" y="1202864"/>
                  </a:lnTo>
                  <a:lnTo>
                    <a:pt x="14217" y="1198658"/>
                  </a:lnTo>
                  <a:lnTo>
                    <a:pt x="15359" y="1194452"/>
                  </a:lnTo>
                  <a:lnTo>
                    <a:pt x="16579" y="1190246"/>
                  </a:lnTo>
                  <a:lnTo>
                    <a:pt x="17874" y="1186040"/>
                  </a:lnTo>
                  <a:lnTo>
                    <a:pt x="19258" y="1181835"/>
                  </a:lnTo>
                  <a:lnTo>
                    <a:pt x="20744" y="1177629"/>
                  </a:lnTo>
                  <a:lnTo>
                    <a:pt x="22302" y="1173423"/>
                  </a:lnTo>
                  <a:lnTo>
                    <a:pt x="23929" y="1169217"/>
                  </a:lnTo>
                  <a:lnTo>
                    <a:pt x="25648" y="1165011"/>
                  </a:lnTo>
                  <a:lnTo>
                    <a:pt x="27447" y="1160806"/>
                  </a:lnTo>
                  <a:lnTo>
                    <a:pt x="29308" y="1156600"/>
                  </a:lnTo>
                  <a:lnTo>
                    <a:pt x="31229" y="1152394"/>
                  </a:lnTo>
                  <a:lnTo>
                    <a:pt x="33239" y="1148188"/>
                  </a:lnTo>
                  <a:lnTo>
                    <a:pt x="35306" y="1143982"/>
                  </a:lnTo>
                  <a:lnTo>
                    <a:pt x="37424" y="1139776"/>
                  </a:lnTo>
                  <a:lnTo>
                    <a:pt x="39599" y="1135571"/>
                  </a:lnTo>
                  <a:lnTo>
                    <a:pt x="41840" y="1131365"/>
                  </a:lnTo>
                  <a:lnTo>
                    <a:pt x="44124" y="1127159"/>
                  </a:lnTo>
                  <a:lnTo>
                    <a:pt x="46448" y="1122953"/>
                  </a:lnTo>
                  <a:lnTo>
                    <a:pt x="48824" y="1118747"/>
                  </a:lnTo>
                  <a:lnTo>
                    <a:pt x="51243" y="1114542"/>
                  </a:lnTo>
                  <a:lnTo>
                    <a:pt x="53694" y="1110336"/>
                  </a:lnTo>
                  <a:lnTo>
                    <a:pt x="56176" y="1106130"/>
                  </a:lnTo>
                  <a:lnTo>
                    <a:pt x="58701" y="1101924"/>
                  </a:lnTo>
                  <a:lnTo>
                    <a:pt x="61252" y="1097718"/>
                  </a:lnTo>
                  <a:lnTo>
                    <a:pt x="63828" y="1093512"/>
                  </a:lnTo>
                  <a:lnTo>
                    <a:pt x="66427" y="1089307"/>
                  </a:lnTo>
                  <a:lnTo>
                    <a:pt x="69057" y="1085101"/>
                  </a:lnTo>
                  <a:lnTo>
                    <a:pt x="71705" y="1080895"/>
                  </a:lnTo>
                  <a:lnTo>
                    <a:pt x="74370" y="1076689"/>
                  </a:lnTo>
                  <a:lnTo>
                    <a:pt x="77055" y="1072483"/>
                  </a:lnTo>
                  <a:lnTo>
                    <a:pt x="79760" y="1068278"/>
                  </a:lnTo>
                  <a:lnTo>
                    <a:pt x="82479" y="1064072"/>
                  </a:lnTo>
                  <a:lnTo>
                    <a:pt x="85211" y="1059866"/>
                  </a:lnTo>
                  <a:lnTo>
                    <a:pt x="86416" y="1058023"/>
                  </a:lnTo>
                  <a:lnTo>
                    <a:pt x="87961" y="1055660"/>
                  </a:lnTo>
                  <a:lnTo>
                    <a:pt x="90725" y="1051454"/>
                  </a:lnTo>
                  <a:lnTo>
                    <a:pt x="93500" y="1047248"/>
                  </a:lnTo>
                  <a:lnTo>
                    <a:pt x="96287" y="1043043"/>
                  </a:lnTo>
                  <a:lnTo>
                    <a:pt x="99091" y="1038837"/>
                  </a:lnTo>
                  <a:lnTo>
                    <a:pt x="101906" y="1034631"/>
                  </a:lnTo>
                  <a:lnTo>
                    <a:pt x="104731" y="1030425"/>
                  </a:lnTo>
                  <a:lnTo>
                    <a:pt x="107571" y="1026219"/>
                  </a:lnTo>
                  <a:lnTo>
                    <a:pt x="110425" y="1022014"/>
                  </a:lnTo>
                  <a:lnTo>
                    <a:pt x="113290" y="1017808"/>
                  </a:lnTo>
                  <a:lnTo>
                    <a:pt x="116166" y="1013602"/>
                  </a:lnTo>
                  <a:lnTo>
                    <a:pt x="119059" y="1009396"/>
                  </a:lnTo>
                  <a:lnTo>
                    <a:pt x="121965" y="1005190"/>
                  </a:lnTo>
                  <a:lnTo>
                    <a:pt x="124883" y="1000984"/>
                  </a:lnTo>
                  <a:lnTo>
                    <a:pt x="127814" y="996779"/>
                  </a:lnTo>
                  <a:lnTo>
                    <a:pt x="130763" y="992573"/>
                  </a:lnTo>
                  <a:lnTo>
                    <a:pt x="133725" y="988367"/>
                  </a:lnTo>
                  <a:lnTo>
                    <a:pt x="136699" y="984161"/>
                  </a:lnTo>
                  <a:lnTo>
                    <a:pt x="139689" y="979955"/>
                  </a:lnTo>
                  <a:lnTo>
                    <a:pt x="142696" y="975750"/>
                  </a:lnTo>
                  <a:lnTo>
                    <a:pt x="145716" y="971544"/>
                  </a:lnTo>
                  <a:lnTo>
                    <a:pt x="148748" y="967338"/>
                  </a:lnTo>
                  <a:lnTo>
                    <a:pt x="151799" y="963132"/>
                  </a:lnTo>
                  <a:lnTo>
                    <a:pt x="154864" y="958926"/>
                  </a:lnTo>
                  <a:lnTo>
                    <a:pt x="157942" y="954720"/>
                  </a:lnTo>
                  <a:lnTo>
                    <a:pt x="161032" y="950515"/>
                  </a:lnTo>
                  <a:lnTo>
                    <a:pt x="164142" y="946309"/>
                  </a:lnTo>
                  <a:lnTo>
                    <a:pt x="167263" y="942103"/>
                  </a:lnTo>
                  <a:lnTo>
                    <a:pt x="170396" y="937897"/>
                  </a:lnTo>
                  <a:lnTo>
                    <a:pt x="173543" y="933691"/>
                  </a:lnTo>
                  <a:lnTo>
                    <a:pt x="176705" y="929486"/>
                  </a:lnTo>
                  <a:lnTo>
                    <a:pt x="179878" y="925280"/>
                  </a:lnTo>
                  <a:lnTo>
                    <a:pt x="183061" y="921074"/>
                  </a:lnTo>
                  <a:lnTo>
                    <a:pt x="186257" y="916868"/>
                  </a:lnTo>
                  <a:lnTo>
                    <a:pt x="189464" y="912662"/>
                  </a:lnTo>
                  <a:lnTo>
                    <a:pt x="192680" y="908456"/>
                  </a:lnTo>
                  <a:lnTo>
                    <a:pt x="195904" y="904251"/>
                  </a:lnTo>
                  <a:lnTo>
                    <a:pt x="199140" y="900045"/>
                  </a:lnTo>
                  <a:lnTo>
                    <a:pt x="202382" y="895839"/>
                  </a:lnTo>
                  <a:lnTo>
                    <a:pt x="205631" y="891633"/>
                  </a:lnTo>
                  <a:lnTo>
                    <a:pt x="208887" y="887427"/>
                  </a:lnTo>
                  <a:lnTo>
                    <a:pt x="212150" y="883222"/>
                  </a:lnTo>
                  <a:lnTo>
                    <a:pt x="215417" y="879016"/>
                  </a:lnTo>
                  <a:lnTo>
                    <a:pt x="218688" y="874810"/>
                  </a:lnTo>
                  <a:lnTo>
                    <a:pt x="221963" y="870604"/>
                  </a:lnTo>
                  <a:lnTo>
                    <a:pt x="225241" y="866398"/>
                  </a:lnTo>
                  <a:lnTo>
                    <a:pt x="228520" y="862192"/>
                  </a:lnTo>
                  <a:lnTo>
                    <a:pt x="231801" y="857987"/>
                  </a:lnTo>
                  <a:lnTo>
                    <a:pt x="235083" y="853781"/>
                  </a:lnTo>
                  <a:lnTo>
                    <a:pt x="238364" y="849575"/>
                  </a:lnTo>
                  <a:lnTo>
                    <a:pt x="241644" y="845369"/>
                  </a:lnTo>
                  <a:lnTo>
                    <a:pt x="244923" y="841163"/>
                  </a:lnTo>
                  <a:lnTo>
                    <a:pt x="248199" y="836957"/>
                  </a:lnTo>
                  <a:lnTo>
                    <a:pt x="251472" y="832752"/>
                  </a:lnTo>
                  <a:lnTo>
                    <a:pt x="254741" y="828546"/>
                  </a:lnTo>
                  <a:lnTo>
                    <a:pt x="258006" y="824340"/>
                  </a:lnTo>
                  <a:lnTo>
                    <a:pt x="261265" y="820134"/>
                  </a:lnTo>
                  <a:lnTo>
                    <a:pt x="264519" y="815928"/>
                  </a:lnTo>
                  <a:lnTo>
                    <a:pt x="267768" y="811723"/>
                  </a:lnTo>
                  <a:lnTo>
                    <a:pt x="271008" y="807517"/>
                  </a:lnTo>
                  <a:lnTo>
                    <a:pt x="274241" y="803311"/>
                  </a:lnTo>
                  <a:lnTo>
                    <a:pt x="277467" y="799105"/>
                  </a:lnTo>
                  <a:lnTo>
                    <a:pt x="280685" y="794899"/>
                  </a:lnTo>
                  <a:lnTo>
                    <a:pt x="283892" y="790693"/>
                  </a:lnTo>
                  <a:lnTo>
                    <a:pt x="287091" y="786488"/>
                  </a:lnTo>
                  <a:lnTo>
                    <a:pt x="290281" y="782282"/>
                  </a:lnTo>
                  <a:lnTo>
                    <a:pt x="293460" y="778076"/>
                  </a:lnTo>
                  <a:lnTo>
                    <a:pt x="296627" y="773870"/>
                  </a:lnTo>
                  <a:lnTo>
                    <a:pt x="299785" y="769664"/>
                  </a:lnTo>
                  <a:lnTo>
                    <a:pt x="302932" y="765459"/>
                  </a:lnTo>
                  <a:lnTo>
                    <a:pt x="306064" y="761253"/>
                  </a:lnTo>
                  <a:lnTo>
                    <a:pt x="309185" y="757047"/>
                  </a:lnTo>
                  <a:lnTo>
                    <a:pt x="312294" y="752841"/>
                  </a:lnTo>
                  <a:lnTo>
                    <a:pt x="315390" y="748635"/>
                  </a:lnTo>
                  <a:lnTo>
                    <a:pt x="318469" y="744429"/>
                  </a:lnTo>
                  <a:lnTo>
                    <a:pt x="321536" y="740224"/>
                  </a:lnTo>
                  <a:lnTo>
                    <a:pt x="324589" y="736018"/>
                  </a:lnTo>
                  <a:lnTo>
                    <a:pt x="327626" y="731812"/>
                  </a:lnTo>
                  <a:lnTo>
                    <a:pt x="330644" y="727606"/>
                  </a:lnTo>
                  <a:lnTo>
                    <a:pt x="333647" y="723400"/>
                  </a:lnTo>
                  <a:lnTo>
                    <a:pt x="336636" y="719195"/>
                  </a:lnTo>
                  <a:lnTo>
                    <a:pt x="339602" y="714989"/>
                  </a:lnTo>
                  <a:lnTo>
                    <a:pt x="342549" y="710783"/>
                  </a:lnTo>
                  <a:lnTo>
                    <a:pt x="345478" y="706577"/>
                  </a:lnTo>
                  <a:lnTo>
                    <a:pt x="348389" y="702371"/>
                  </a:lnTo>
                  <a:lnTo>
                    <a:pt x="351270" y="698165"/>
                  </a:lnTo>
                  <a:lnTo>
                    <a:pt x="354132" y="693960"/>
                  </a:lnTo>
                  <a:lnTo>
                    <a:pt x="356972" y="689754"/>
                  </a:lnTo>
                  <a:lnTo>
                    <a:pt x="359786" y="685548"/>
                  </a:lnTo>
                  <a:lnTo>
                    <a:pt x="362568" y="681342"/>
                  </a:lnTo>
                  <a:lnTo>
                    <a:pt x="365326" y="677136"/>
                  </a:lnTo>
                  <a:lnTo>
                    <a:pt x="368059" y="672931"/>
                  </a:lnTo>
                  <a:lnTo>
                    <a:pt x="370754" y="668725"/>
                  </a:lnTo>
                  <a:lnTo>
                    <a:pt x="373417" y="664519"/>
                  </a:lnTo>
                  <a:lnTo>
                    <a:pt x="376050" y="660313"/>
                  </a:lnTo>
                  <a:lnTo>
                    <a:pt x="378652" y="656107"/>
                  </a:lnTo>
                  <a:lnTo>
                    <a:pt x="381205" y="651901"/>
                  </a:lnTo>
                  <a:lnTo>
                    <a:pt x="383724" y="647696"/>
                  </a:lnTo>
                  <a:lnTo>
                    <a:pt x="386209" y="643490"/>
                  </a:lnTo>
                  <a:lnTo>
                    <a:pt x="388651" y="639284"/>
                  </a:lnTo>
                  <a:lnTo>
                    <a:pt x="391041" y="635078"/>
                  </a:lnTo>
                  <a:lnTo>
                    <a:pt x="393393" y="630872"/>
                  </a:lnTo>
                  <a:lnTo>
                    <a:pt x="395706" y="626667"/>
                  </a:lnTo>
                  <a:lnTo>
                    <a:pt x="397962" y="622461"/>
                  </a:lnTo>
                  <a:lnTo>
                    <a:pt x="400167" y="618255"/>
                  </a:lnTo>
                  <a:lnTo>
                    <a:pt x="402330" y="614049"/>
                  </a:lnTo>
                  <a:lnTo>
                    <a:pt x="404449" y="609843"/>
                  </a:lnTo>
                  <a:lnTo>
                    <a:pt x="406497" y="605637"/>
                  </a:lnTo>
                  <a:lnTo>
                    <a:pt x="408500" y="601432"/>
                  </a:lnTo>
                  <a:lnTo>
                    <a:pt x="410456" y="597226"/>
                  </a:lnTo>
                  <a:lnTo>
                    <a:pt x="412357" y="593020"/>
                  </a:lnTo>
                  <a:lnTo>
                    <a:pt x="414191" y="588814"/>
                  </a:lnTo>
                  <a:lnTo>
                    <a:pt x="415977" y="584608"/>
                  </a:lnTo>
                  <a:lnTo>
                    <a:pt x="417716" y="580403"/>
                  </a:lnTo>
                  <a:lnTo>
                    <a:pt x="419390" y="576197"/>
                  </a:lnTo>
                  <a:lnTo>
                    <a:pt x="421005" y="571991"/>
                  </a:lnTo>
                  <a:lnTo>
                    <a:pt x="422573" y="567785"/>
                  </a:lnTo>
                  <a:lnTo>
                    <a:pt x="424093" y="563579"/>
                  </a:lnTo>
                  <a:lnTo>
                    <a:pt x="425540" y="559373"/>
                  </a:lnTo>
                  <a:lnTo>
                    <a:pt x="426940" y="555168"/>
                  </a:lnTo>
                  <a:lnTo>
                    <a:pt x="428295" y="550962"/>
                  </a:lnTo>
                  <a:lnTo>
                    <a:pt x="429598" y="546756"/>
                  </a:lnTo>
                  <a:lnTo>
                    <a:pt x="430838" y="542550"/>
                  </a:lnTo>
                  <a:lnTo>
                    <a:pt x="432036" y="538344"/>
                  </a:lnTo>
                  <a:lnTo>
                    <a:pt x="433192" y="534139"/>
                  </a:lnTo>
                  <a:lnTo>
                    <a:pt x="434294" y="529933"/>
                  </a:lnTo>
                  <a:lnTo>
                    <a:pt x="435347" y="525727"/>
                  </a:lnTo>
                  <a:lnTo>
                    <a:pt x="436364" y="521521"/>
                  </a:lnTo>
                  <a:lnTo>
                    <a:pt x="437343" y="517315"/>
                  </a:lnTo>
                  <a:lnTo>
                    <a:pt x="438270" y="513109"/>
                  </a:lnTo>
                  <a:lnTo>
                    <a:pt x="439163" y="508904"/>
                  </a:lnTo>
                  <a:lnTo>
                    <a:pt x="440024" y="504698"/>
                  </a:lnTo>
                  <a:lnTo>
                    <a:pt x="440851" y="500492"/>
                  </a:lnTo>
                  <a:lnTo>
                    <a:pt x="441636" y="496286"/>
                  </a:lnTo>
                  <a:lnTo>
                    <a:pt x="442396" y="492080"/>
                  </a:lnTo>
                  <a:lnTo>
                    <a:pt x="443130" y="487875"/>
                  </a:lnTo>
                  <a:lnTo>
                    <a:pt x="443833" y="483669"/>
                  </a:lnTo>
                  <a:lnTo>
                    <a:pt x="444508" y="479463"/>
                  </a:lnTo>
                  <a:lnTo>
                    <a:pt x="445163" y="475257"/>
                  </a:lnTo>
                  <a:lnTo>
                    <a:pt x="445799" y="471051"/>
                  </a:lnTo>
                  <a:lnTo>
                    <a:pt x="446408" y="466845"/>
                  </a:lnTo>
                  <a:lnTo>
                    <a:pt x="447001" y="462640"/>
                  </a:lnTo>
                  <a:lnTo>
                    <a:pt x="447578" y="458434"/>
                  </a:lnTo>
                  <a:lnTo>
                    <a:pt x="448140" y="454228"/>
                  </a:lnTo>
                  <a:lnTo>
                    <a:pt x="448684" y="450022"/>
                  </a:lnTo>
                  <a:lnTo>
                    <a:pt x="449217" y="445816"/>
                  </a:lnTo>
                  <a:lnTo>
                    <a:pt x="449739" y="441611"/>
                  </a:lnTo>
                  <a:lnTo>
                    <a:pt x="450249" y="437405"/>
                  </a:lnTo>
                  <a:lnTo>
                    <a:pt x="450749" y="433199"/>
                  </a:lnTo>
                  <a:lnTo>
                    <a:pt x="451242" y="428993"/>
                  </a:lnTo>
                  <a:lnTo>
                    <a:pt x="451727" y="424787"/>
                  </a:lnTo>
                  <a:lnTo>
                    <a:pt x="452204" y="420581"/>
                  </a:lnTo>
                  <a:lnTo>
                    <a:pt x="452675" y="416376"/>
                  </a:lnTo>
                  <a:lnTo>
                    <a:pt x="453142" y="412170"/>
                  </a:lnTo>
                  <a:lnTo>
                    <a:pt x="453604" y="407964"/>
                  </a:lnTo>
                  <a:lnTo>
                    <a:pt x="454060" y="403758"/>
                  </a:lnTo>
                  <a:lnTo>
                    <a:pt x="454514" y="399552"/>
                  </a:lnTo>
                  <a:lnTo>
                    <a:pt x="454964" y="395346"/>
                  </a:lnTo>
                  <a:lnTo>
                    <a:pt x="455412" y="391141"/>
                  </a:lnTo>
                  <a:lnTo>
                    <a:pt x="455857" y="386935"/>
                  </a:lnTo>
                  <a:lnTo>
                    <a:pt x="456300" y="382729"/>
                  </a:lnTo>
                  <a:lnTo>
                    <a:pt x="456742" y="378523"/>
                  </a:lnTo>
                  <a:lnTo>
                    <a:pt x="457181" y="374317"/>
                  </a:lnTo>
                  <a:lnTo>
                    <a:pt x="457619" y="370112"/>
                  </a:lnTo>
                  <a:lnTo>
                    <a:pt x="458056" y="365906"/>
                  </a:lnTo>
                  <a:lnTo>
                    <a:pt x="458493" y="361700"/>
                  </a:lnTo>
                  <a:lnTo>
                    <a:pt x="458927" y="357494"/>
                  </a:lnTo>
                  <a:lnTo>
                    <a:pt x="459361" y="353288"/>
                  </a:lnTo>
                  <a:lnTo>
                    <a:pt x="459794" y="349082"/>
                  </a:lnTo>
                  <a:lnTo>
                    <a:pt x="460226" y="344877"/>
                  </a:lnTo>
                  <a:lnTo>
                    <a:pt x="460657" y="340671"/>
                  </a:lnTo>
                  <a:lnTo>
                    <a:pt x="461087" y="336465"/>
                  </a:lnTo>
                  <a:lnTo>
                    <a:pt x="461516" y="332259"/>
                  </a:lnTo>
                  <a:lnTo>
                    <a:pt x="461944" y="328053"/>
                  </a:lnTo>
                  <a:lnTo>
                    <a:pt x="462371" y="323848"/>
                  </a:lnTo>
                  <a:lnTo>
                    <a:pt x="462796" y="319642"/>
                  </a:lnTo>
                  <a:lnTo>
                    <a:pt x="463220" y="315436"/>
                  </a:lnTo>
                  <a:lnTo>
                    <a:pt x="463642" y="311230"/>
                  </a:lnTo>
                  <a:lnTo>
                    <a:pt x="464063" y="307024"/>
                  </a:lnTo>
                  <a:lnTo>
                    <a:pt x="464481" y="302818"/>
                  </a:lnTo>
                  <a:lnTo>
                    <a:pt x="464897" y="298613"/>
                  </a:lnTo>
                  <a:lnTo>
                    <a:pt x="465310" y="294407"/>
                  </a:lnTo>
                  <a:lnTo>
                    <a:pt x="465721" y="290201"/>
                  </a:lnTo>
                  <a:lnTo>
                    <a:pt x="466129" y="285995"/>
                  </a:lnTo>
                  <a:lnTo>
                    <a:pt x="466533" y="281789"/>
                  </a:lnTo>
                  <a:lnTo>
                    <a:pt x="466933" y="277584"/>
                  </a:lnTo>
                  <a:lnTo>
                    <a:pt x="467329" y="273378"/>
                  </a:lnTo>
                  <a:lnTo>
                    <a:pt x="467722" y="269172"/>
                  </a:lnTo>
                  <a:lnTo>
                    <a:pt x="468108" y="264966"/>
                  </a:lnTo>
                  <a:lnTo>
                    <a:pt x="468490" y="260760"/>
                  </a:lnTo>
                  <a:lnTo>
                    <a:pt x="468868" y="256554"/>
                  </a:lnTo>
                  <a:lnTo>
                    <a:pt x="469240" y="252349"/>
                  </a:lnTo>
                  <a:lnTo>
                    <a:pt x="469604" y="248143"/>
                  </a:lnTo>
                  <a:lnTo>
                    <a:pt x="469962" y="243937"/>
                  </a:lnTo>
                  <a:lnTo>
                    <a:pt x="470315" y="239731"/>
                  </a:lnTo>
                  <a:lnTo>
                    <a:pt x="470660" y="235525"/>
                  </a:lnTo>
                  <a:lnTo>
                    <a:pt x="470997" y="231320"/>
                  </a:lnTo>
                  <a:lnTo>
                    <a:pt x="471327" y="227114"/>
                  </a:lnTo>
                  <a:lnTo>
                    <a:pt x="471651" y="222908"/>
                  </a:lnTo>
                  <a:lnTo>
                    <a:pt x="471964" y="218702"/>
                  </a:lnTo>
                  <a:lnTo>
                    <a:pt x="472269" y="214496"/>
                  </a:lnTo>
                  <a:lnTo>
                    <a:pt x="472566" y="210290"/>
                  </a:lnTo>
                  <a:lnTo>
                    <a:pt x="472856" y="206085"/>
                  </a:lnTo>
                  <a:lnTo>
                    <a:pt x="473133" y="201879"/>
                  </a:lnTo>
                  <a:lnTo>
                    <a:pt x="473403" y="197673"/>
                  </a:lnTo>
                  <a:lnTo>
                    <a:pt x="473665" y="193467"/>
                  </a:lnTo>
                  <a:lnTo>
                    <a:pt x="473917" y="189261"/>
                  </a:lnTo>
                  <a:lnTo>
                    <a:pt x="474158" y="185056"/>
                  </a:lnTo>
                  <a:lnTo>
                    <a:pt x="474391" y="180850"/>
                  </a:lnTo>
                  <a:lnTo>
                    <a:pt x="474616" y="176644"/>
                  </a:lnTo>
                  <a:lnTo>
                    <a:pt x="474829" y="172438"/>
                  </a:lnTo>
                  <a:lnTo>
                    <a:pt x="475033" y="168232"/>
                  </a:lnTo>
                  <a:lnTo>
                    <a:pt x="475229" y="164026"/>
                  </a:lnTo>
                  <a:lnTo>
                    <a:pt x="475417" y="159821"/>
                  </a:lnTo>
                  <a:lnTo>
                    <a:pt x="475592" y="155615"/>
                  </a:lnTo>
                  <a:lnTo>
                    <a:pt x="475761" y="151409"/>
                  </a:lnTo>
                  <a:lnTo>
                    <a:pt x="475921" y="147203"/>
                  </a:lnTo>
                  <a:lnTo>
                    <a:pt x="476073" y="142997"/>
                  </a:lnTo>
                  <a:lnTo>
                    <a:pt x="476214" y="138792"/>
                  </a:lnTo>
                  <a:lnTo>
                    <a:pt x="476349" y="134586"/>
                  </a:lnTo>
                  <a:lnTo>
                    <a:pt x="476478" y="130380"/>
                  </a:lnTo>
                  <a:lnTo>
                    <a:pt x="476596" y="126174"/>
                  </a:lnTo>
                  <a:lnTo>
                    <a:pt x="476707" y="121968"/>
                  </a:lnTo>
                  <a:lnTo>
                    <a:pt x="476813" y="117762"/>
                  </a:lnTo>
                  <a:lnTo>
                    <a:pt x="476912" y="113557"/>
                  </a:lnTo>
                  <a:lnTo>
                    <a:pt x="477002" y="109351"/>
                  </a:lnTo>
                  <a:lnTo>
                    <a:pt x="477087" y="105145"/>
                  </a:lnTo>
                  <a:lnTo>
                    <a:pt x="477167" y="100939"/>
                  </a:lnTo>
                  <a:lnTo>
                    <a:pt x="477241" y="96733"/>
                  </a:lnTo>
                  <a:lnTo>
                    <a:pt x="477308" y="92528"/>
                  </a:lnTo>
                  <a:lnTo>
                    <a:pt x="477371" y="88322"/>
                  </a:lnTo>
                  <a:lnTo>
                    <a:pt x="477430" y="84116"/>
                  </a:lnTo>
                  <a:lnTo>
                    <a:pt x="477484" y="79910"/>
                  </a:lnTo>
                  <a:lnTo>
                    <a:pt x="477533" y="75704"/>
                  </a:lnTo>
                  <a:lnTo>
                    <a:pt x="477578" y="71498"/>
                  </a:lnTo>
                  <a:lnTo>
                    <a:pt x="477620" y="67293"/>
                  </a:lnTo>
                  <a:lnTo>
                    <a:pt x="477658" y="63087"/>
                  </a:lnTo>
                  <a:lnTo>
                    <a:pt x="477692" y="58881"/>
                  </a:lnTo>
                  <a:lnTo>
                    <a:pt x="477724" y="54675"/>
                  </a:lnTo>
                  <a:lnTo>
                    <a:pt x="477753" y="50469"/>
                  </a:lnTo>
                  <a:lnTo>
                    <a:pt x="477779" y="46264"/>
                  </a:lnTo>
                  <a:lnTo>
                    <a:pt x="477803" y="42058"/>
                  </a:lnTo>
                  <a:lnTo>
                    <a:pt x="477825" y="37852"/>
                  </a:lnTo>
                  <a:lnTo>
                    <a:pt x="477844" y="33646"/>
                  </a:lnTo>
                  <a:lnTo>
                    <a:pt x="477861" y="29440"/>
                  </a:lnTo>
                  <a:lnTo>
                    <a:pt x="477877" y="25234"/>
                  </a:lnTo>
                  <a:lnTo>
                    <a:pt x="477891" y="21029"/>
                  </a:lnTo>
                  <a:lnTo>
                    <a:pt x="477904" y="16823"/>
                  </a:lnTo>
                  <a:lnTo>
                    <a:pt x="477915" y="12617"/>
                  </a:lnTo>
                  <a:lnTo>
                    <a:pt x="477925" y="8411"/>
                  </a:lnTo>
                  <a:lnTo>
                    <a:pt x="477935" y="4205"/>
                  </a:lnTo>
                  <a:lnTo>
                    <a:pt x="478059" y="0"/>
                  </a:lnTo>
                  <a:lnTo>
                    <a:pt x="478067" y="4205"/>
                  </a:lnTo>
                  <a:lnTo>
                    <a:pt x="478076" y="8411"/>
                  </a:lnTo>
                  <a:lnTo>
                    <a:pt x="478086" y="12617"/>
                  </a:lnTo>
                  <a:lnTo>
                    <a:pt x="478097" y="16823"/>
                  </a:lnTo>
                  <a:lnTo>
                    <a:pt x="478110" y="21029"/>
                  </a:lnTo>
                  <a:lnTo>
                    <a:pt x="478124" y="25234"/>
                  </a:lnTo>
                  <a:lnTo>
                    <a:pt x="478140" y="29440"/>
                  </a:lnTo>
                  <a:lnTo>
                    <a:pt x="478157" y="33646"/>
                  </a:lnTo>
                  <a:lnTo>
                    <a:pt x="478177" y="37852"/>
                  </a:lnTo>
                  <a:lnTo>
                    <a:pt x="478198" y="42058"/>
                  </a:lnTo>
                  <a:lnTo>
                    <a:pt x="478222" y="46264"/>
                  </a:lnTo>
                  <a:lnTo>
                    <a:pt x="478248" y="50469"/>
                  </a:lnTo>
                  <a:lnTo>
                    <a:pt x="478277" y="54675"/>
                  </a:lnTo>
                  <a:lnTo>
                    <a:pt x="478309" y="58881"/>
                  </a:lnTo>
                  <a:lnTo>
                    <a:pt x="478343" y="63087"/>
                  </a:lnTo>
                  <a:lnTo>
                    <a:pt x="478381" y="67293"/>
                  </a:lnTo>
                  <a:lnTo>
                    <a:pt x="478423" y="71498"/>
                  </a:lnTo>
                  <a:lnTo>
                    <a:pt x="478469" y="75704"/>
                  </a:lnTo>
                  <a:lnTo>
                    <a:pt x="478518" y="79910"/>
                  </a:lnTo>
                  <a:lnTo>
                    <a:pt x="478571" y="84116"/>
                  </a:lnTo>
                  <a:lnTo>
                    <a:pt x="478630" y="88322"/>
                  </a:lnTo>
                  <a:lnTo>
                    <a:pt x="478693" y="92528"/>
                  </a:lnTo>
                  <a:lnTo>
                    <a:pt x="478760" y="96733"/>
                  </a:lnTo>
                  <a:lnTo>
                    <a:pt x="478834" y="100939"/>
                  </a:lnTo>
                  <a:lnTo>
                    <a:pt x="478914" y="105145"/>
                  </a:lnTo>
                  <a:lnTo>
                    <a:pt x="478999" y="109351"/>
                  </a:lnTo>
                  <a:lnTo>
                    <a:pt x="479090" y="113557"/>
                  </a:lnTo>
                  <a:lnTo>
                    <a:pt x="479189" y="117762"/>
                  </a:lnTo>
                  <a:lnTo>
                    <a:pt x="479294" y="121968"/>
                  </a:lnTo>
                  <a:lnTo>
                    <a:pt x="479405" y="126174"/>
                  </a:lnTo>
                  <a:lnTo>
                    <a:pt x="479524" y="130380"/>
                  </a:lnTo>
                  <a:lnTo>
                    <a:pt x="479652" y="134586"/>
                  </a:lnTo>
                  <a:lnTo>
                    <a:pt x="479787" y="138792"/>
                  </a:lnTo>
                  <a:lnTo>
                    <a:pt x="479929" y="142997"/>
                  </a:lnTo>
                  <a:lnTo>
                    <a:pt x="480080" y="147203"/>
                  </a:lnTo>
                  <a:lnTo>
                    <a:pt x="480241" y="151409"/>
                  </a:lnTo>
                  <a:lnTo>
                    <a:pt x="480409" y="155615"/>
                  </a:lnTo>
                  <a:lnTo>
                    <a:pt x="480585" y="159821"/>
                  </a:lnTo>
                  <a:lnTo>
                    <a:pt x="480772" y="164026"/>
                  </a:lnTo>
                  <a:lnTo>
                    <a:pt x="480968" y="168232"/>
                  </a:lnTo>
                  <a:lnTo>
                    <a:pt x="481172" y="172438"/>
                  </a:lnTo>
                  <a:lnTo>
                    <a:pt x="481385" y="176644"/>
                  </a:lnTo>
                  <a:lnTo>
                    <a:pt x="481610" y="180850"/>
                  </a:lnTo>
                  <a:lnTo>
                    <a:pt x="481843" y="185056"/>
                  </a:lnTo>
                  <a:lnTo>
                    <a:pt x="482084" y="189261"/>
                  </a:lnTo>
                  <a:lnTo>
                    <a:pt x="482336" y="193467"/>
                  </a:lnTo>
                  <a:lnTo>
                    <a:pt x="482598" y="197673"/>
                  </a:lnTo>
                  <a:lnTo>
                    <a:pt x="482868" y="201879"/>
                  </a:lnTo>
                  <a:lnTo>
                    <a:pt x="483146" y="206085"/>
                  </a:lnTo>
                  <a:lnTo>
                    <a:pt x="483435" y="210290"/>
                  </a:lnTo>
                  <a:lnTo>
                    <a:pt x="483733" y="214496"/>
                  </a:lnTo>
                  <a:lnTo>
                    <a:pt x="484038" y="218702"/>
                  </a:lnTo>
                  <a:lnTo>
                    <a:pt x="484350" y="222908"/>
                  </a:lnTo>
                  <a:lnTo>
                    <a:pt x="484674" y="227114"/>
                  </a:lnTo>
                  <a:lnTo>
                    <a:pt x="485004" y="231320"/>
                  </a:lnTo>
                  <a:lnTo>
                    <a:pt x="485341" y="235525"/>
                  </a:lnTo>
                  <a:lnTo>
                    <a:pt x="485686" y="239731"/>
                  </a:lnTo>
                  <a:lnTo>
                    <a:pt x="486039" y="243937"/>
                  </a:lnTo>
                  <a:lnTo>
                    <a:pt x="486397" y="248143"/>
                  </a:lnTo>
                  <a:lnTo>
                    <a:pt x="486762" y="252349"/>
                  </a:lnTo>
                  <a:lnTo>
                    <a:pt x="487133" y="256554"/>
                  </a:lnTo>
                  <a:lnTo>
                    <a:pt x="487511" y="260760"/>
                  </a:lnTo>
                  <a:lnTo>
                    <a:pt x="487893" y="264966"/>
                  </a:lnTo>
                  <a:lnTo>
                    <a:pt x="488279" y="269172"/>
                  </a:lnTo>
                  <a:lnTo>
                    <a:pt x="488672" y="273378"/>
                  </a:lnTo>
                  <a:lnTo>
                    <a:pt x="489069" y="277584"/>
                  </a:lnTo>
                  <a:lnTo>
                    <a:pt x="489469" y="281789"/>
                  </a:lnTo>
                  <a:lnTo>
                    <a:pt x="489873" y="285995"/>
                  </a:lnTo>
                  <a:lnTo>
                    <a:pt x="490280" y="290201"/>
                  </a:lnTo>
                  <a:lnTo>
                    <a:pt x="490691" y="294407"/>
                  </a:lnTo>
                  <a:lnTo>
                    <a:pt x="491104" y="298613"/>
                  </a:lnTo>
                  <a:lnTo>
                    <a:pt x="491520" y="302818"/>
                  </a:lnTo>
                  <a:lnTo>
                    <a:pt x="491939" y="307024"/>
                  </a:lnTo>
                  <a:lnTo>
                    <a:pt x="492359" y="311230"/>
                  </a:lnTo>
                  <a:lnTo>
                    <a:pt x="492781" y="315436"/>
                  </a:lnTo>
                  <a:lnTo>
                    <a:pt x="493205" y="319642"/>
                  </a:lnTo>
                  <a:lnTo>
                    <a:pt x="493630" y="323848"/>
                  </a:lnTo>
                  <a:lnTo>
                    <a:pt x="494057" y="328053"/>
                  </a:lnTo>
                  <a:lnTo>
                    <a:pt x="494485" y="332259"/>
                  </a:lnTo>
                  <a:lnTo>
                    <a:pt x="494914" y="336465"/>
                  </a:lnTo>
                  <a:lnTo>
                    <a:pt x="495344" y="340671"/>
                  </a:lnTo>
                  <a:lnTo>
                    <a:pt x="495775" y="344877"/>
                  </a:lnTo>
                  <a:lnTo>
                    <a:pt x="496207" y="349082"/>
                  </a:lnTo>
                  <a:lnTo>
                    <a:pt x="496640" y="353288"/>
                  </a:lnTo>
                  <a:lnTo>
                    <a:pt x="497074" y="357494"/>
                  </a:lnTo>
                  <a:lnTo>
                    <a:pt x="497509" y="361700"/>
                  </a:lnTo>
                  <a:lnTo>
                    <a:pt x="497945" y="365906"/>
                  </a:lnTo>
                  <a:lnTo>
                    <a:pt x="498382" y="370112"/>
                  </a:lnTo>
                  <a:lnTo>
                    <a:pt x="498820" y="374317"/>
                  </a:lnTo>
                  <a:lnTo>
                    <a:pt x="499259" y="378523"/>
                  </a:lnTo>
                  <a:lnTo>
                    <a:pt x="499701" y="382729"/>
                  </a:lnTo>
                  <a:lnTo>
                    <a:pt x="500144" y="386935"/>
                  </a:lnTo>
                  <a:lnTo>
                    <a:pt x="500589" y="391141"/>
                  </a:lnTo>
                  <a:lnTo>
                    <a:pt x="501037" y="395346"/>
                  </a:lnTo>
                  <a:lnTo>
                    <a:pt x="501488" y="399552"/>
                  </a:lnTo>
                  <a:lnTo>
                    <a:pt x="501941" y="403758"/>
                  </a:lnTo>
                  <a:lnTo>
                    <a:pt x="502398" y="407964"/>
                  </a:lnTo>
                  <a:lnTo>
                    <a:pt x="502860" y="412170"/>
                  </a:lnTo>
                  <a:lnTo>
                    <a:pt x="503326" y="416376"/>
                  </a:lnTo>
                  <a:lnTo>
                    <a:pt x="503797" y="420581"/>
                  </a:lnTo>
                  <a:lnTo>
                    <a:pt x="504274" y="424787"/>
                  </a:lnTo>
                  <a:lnTo>
                    <a:pt x="504760" y="428993"/>
                  </a:lnTo>
                  <a:lnTo>
                    <a:pt x="505252" y="433199"/>
                  </a:lnTo>
                  <a:lnTo>
                    <a:pt x="505752" y="437405"/>
                  </a:lnTo>
                  <a:lnTo>
                    <a:pt x="506262" y="441611"/>
                  </a:lnTo>
                  <a:lnTo>
                    <a:pt x="506785" y="445816"/>
                  </a:lnTo>
                  <a:lnTo>
                    <a:pt x="507317" y="450022"/>
                  </a:lnTo>
                  <a:lnTo>
                    <a:pt x="507861" y="454228"/>
                  </a:lnTo>
                  <a:lnTo>
                    <a:pt x="508423" y="458434"/>
                  </a:lnTo>
                  <a:lnTo>
                    <a:pt x="509001" y="462640"/>
                  </a:lnTo>
                  <a:lnTo>
                    <a:pt x="509593" y="466845"/>
                  </a:lnTo>
                  <a:lnTo>
                    <a:pt x="510202" y="471051"/>
                  </a:lnTo>
                  <a:lnTo>
                    <a:pt x="510838" y="475257"/>
                  </a:lnTo>
                  <a:lnTo>
                    <a:pt x="511493" y="479463"/>
                  </a:lnTo>
                  <a:lnTo>
                    <a:pt x="512169" y="483669"/>
                  </a:lnTo>
                  <a:lnTo>
                    <a:pt x="512872" y="487875"/>
                  </a:lnTo>
                  <a:lnTo>
                    <a:pt x="513606" y="492080"/>
                  </a:lnTo>
                  <a:lnTo>
                    <a:pt x="514365" y="496286"/>
                  </a:lnTo>
                  <a:lnTo>
                    <a:pt x="515151" y="500492"/>
                  </a:lnTo>
                  <a:lnTo>
                    <a:pt x="515978" y="504698"/>
                  </a:lnTo>
                  <a:lnTo>
                    <a:pt x="516839" y="508904"/>
                  </a:lnTo>
                  <a:lnTo>
                    <a:pt x="517731" y="513109"/>
                  </a:lnTo>
                  <a:lnTo>
                    <a:pt x="518658" y="517315"/>
                  </a:lnTo>
                  <a:lnTo>
                    <a:pt x="519638" y="521521"/>
                  </a:lnTo>
                  <a:lnTo>
                    <a:pt x="520654" y="525727"/>
                  </a:lnTo>
                  <a:lnTo>
                    <a:pt x="521708" y="529933"/>
                  </a:lnTo>
                  <a:lnTo>
                    <a:pt x="522810" y="534139"/>
                  </a:lnTo>
                  <a:lnTo>
                    <a:pt x="523966" y="538344"/>
                  </a:lnTo>
                  <a:lnTo>
                    <a:pt x="525163" y="542550"/>
                  </a:lnTo>
                  <a:lnTo>
                    <a:pt x="526403" y="546756"/>
                  </a:lnTo>
                  <a:lnTo>
                    <a:pt x="527706" y="550962"/>
                  </a:lnTo>
                  <a:lnTo>
                    <a:pt x="529061" y="555168"/>
                  </a:lnTo>
                  <a:lnTo>
                    <a:pt x="530461" y="559373"/>
                  </a:lnTo>
                  <a:lnTo>
                    <a:pt x="531908" y="563579"/>
                  </a:lnTo>
                  <a:lnTo>
                    <a:pt x="533429" y="567785"/>
                  </a:lnTo>
                  <a:lnTo>
                    <a:pt x="534996" y="571991"/>
                  </a:lnTo>
                  <a:lnTo>
                    <a:pt x="536611" y="576197"/>
                  </a:lnTo>
                  <a:lnTo>
                    <a:pt x="538285" y="580403"/>
                  </a:lnTo>
                  <a:lnTo>
                    <a:pt x="540024" y="584608"/>
                  </a:lnTo>
                  <a:lnTo>
                    <a:pt x="541811" y="588814"/>
                  </a:lnTo>
                  <a:lnTo>
                    <a:pt x="543645" y="593020"/>
                  </a:lnTo>
                  <a:lnTo>
                    <a:pt x="545546" y="597226"/>
                  </a:lnTo>
                  <a:lnTo>
                    <a:pt x="547502" y="601432"/>
                  </a:lnTo>
                  <a:lnTo>
                    <a:pt x="549504" y="605637"/>
                  </a:lnTo>
                  <a:lnTo>
                    <a:pt x="551552" y="609843"/>
                  </a:lnTo>
                  <a:lnTo>
                    <a:pt x="553671" y="614049"/>
                  </a:lnTo>
                  <a:lnTo>
                    <a:pt x="555834" y="618255"/>
                  </a:lnTo>
                  <a:lnTo>
                    <a:pt x="558040" y="622461"/>
                  </a:lnTo>
                  <a:lnTo>
                    <a:pt x="560295" y="626667"/>
                  </a:lnTo>
                  <a:lnTo>
                    <a:pt x="562608" y="630872"/>
                  </a:lnTo>
                  <a:lnTo>
                    <a:pt x="564960" y="635078"/>
                  </a:lnTo>
                  <a:lnTo>
                    <a:pt x="567351" y="639284"/>
                  </a:lnTo>
                  <a:lnTo>
                    <a:pt x="569792" y="643490"/>
                  </a:lnTo>
                  <a:lnTo>
                    <a:pt x="572277" y="647696"/>
                  </a:lnTo>
                  <a:lnTo>
                    <a:pt x="574796" y="651901"/>
                  </a:lnTo>
                  <a:lnTo>
                    <a:pt x="577349" y="656107"/>
                  </a:lnTo>
                  <a:lnTo>
                    <a:pt x="579952" y="660313"/>
                  </a:lnTo>
                  <a:lnTo>
                    <a:pt x="582585" y="664519"/>
                  </a:lnTo>
                  <a:lnTo>
                    <a:pt x="585247" y="668725"/>
                  </a:lnTo>
                  <a:lnTo>
                    <a:pt x="587942" y="672931"/>
                  </a:lnTo>
                  <a:lnTo>
                    <a:pt x="590675" y="677136"/>
                  </a:lnTo>
                  <a:lnTo>
                    <a:pt x="593433" y="681342"/>
                  </a:lnTo>
                  <a:lnTo>
                    <a:pt x="596215" y="685548"/>
                  </a:lnTo>
                  <a:lnTo>
                    <a:pt x="599029" y="689754"/>
                  </a:lnTo>
                  <a:lnTo>
                    <a:pt x="601869" y="693960"/>
                  </a:lnTo>
                  <a:lnTo>
                    <a:pt x="604731" y="698165"/>
                  </a:lnTo>
                  <a:lnTo>
                    <a:pt x="607612" y="702371"/>
                  </a:lnTo>
                  <a:lnTo>
                    <a:pt x="610523" y="706577"/>
                  </a:lnTo>
                  <a:lnTo>
                    <a:pt x="613453" y="710783"/>
                  </a:lnTo>
                  <a:lnTo>
                    <a:pt x="616399" y="714989"/>
                  </a:lnTo>
                  <a:lnTo>
                    <a:pt x="619365" y="719195"/>
                  </a:lnTo>
                  <a:lnTo>
                    <a:pt x="622354" y="723400"/>
                  </a:lnTo>
                  <a:lnTo>
                    <a:pt x="625357" y="727606"/>
                  </a:lnTo>
                  <a:lnTo>
                    <a:pt x="628376" y="731812"/>
                  </a:lnTo>
                  <a:lnTo>
                    <a:pt x="631412" y="736018"/>
                  </a:lnTo>
                  <a:lnTo>
                    <a:pt x="634466" y="740224"/>
                  </a:lnTo>
                  <a:lnTo>
                    <a:pt x="637532" y="744429"/>
                  </a:lnTo>
                  <a:lnTo>
                    <a:pt x="640611" y="748635"/>
                  </a:lnTo>
                  <a:lnTo>
                    <a:pt x="643708" y="752841"/>
                  </a:lnTo>
                  <a:lnTo>
                    <a:pt x="646817" y="757047"/>
                  </a:lnTo>
                  <a:lnTo>
                    <a:pt x="649937" y="761253"/>
                  </a:lnTo>
                  <a:lnTo>
                    <a:pt x="653069" y="765459"/>
                  </a:lnTo>
                  <a:lnTo>
                    <a:pt x="656217" y="769664"/>
                  </a:lnTo>
                  <a:lnTo>
                    <a:pt x="659374" y="773870"/>
                  </a:lnTo>
                  <a:lnTo>
                    <a:pt x="662541" y="778076"/>
                  </a:lnTo>
                  <a:lnTo>
                    <a:pt x="665720" y="782282"/>
                  </a:lnTo>
                  <a:lnTo>
                    <a:pt x="668910" y="786488"/>
                  </a:lnTo>
                  <a:lnTo>
                    <a:pt x="672109" y="790693"/>
                  </a:lnTo>
                  <a:lnTo>
                    <a:pt x="675316" y="794899"/>
                  </a:lnTo>
                  <a:lnTo>
                    <a:pt x="678534" y="799105"/>
                  </a:lnTo>
                  <a:lnTo>
                    <a:pt x="681760" y="803311"/>
                  </a:lnTo>
                  <a:lnTo>
                    <a:pt x="684993" y="807517"/>
                  </a:lnTo>
                  <a:lnTo>
                    <a:pt x="688233" y="811723"/>
                  </a:lnTo>
                  <a:lnTo>
                    <a:pt x="691482" y="815928"/>
                  </a:lnTo>
                  <a:lnTo>
                    <a:pt x="694736" y="820134"/>
                  </a:lnTo>
                  <a:lnTo>
                    <a:pt x="697995" y="824340"/>
                  </a:lnTo>
                  <a:lnTo>
                    <a:pt x="701260" y="828546"/>
                  </a:lnTo>
                  <a:lnTo>
                    <a:pt x="704530" y="832752"/>
                  </a:lnTo>
                  <a:lnTo>
                    <a:pt x="707803" y="836957"/>
                  </a:lnTo>
                  <a:lnTo>
                    <a:pt x="711078" y="841163"/>
                  </a:lnTo>
                  <a:lnTo>
                    <a:pt x="714357" y="845369"/>
                  </a:lnTo>
                  <a:lnTo>
                    <a:pt x="717637" y="849575"/>
                  </a:lnTo>
                  <a:lnTo>
                    <a:pt x="720918" y="853781"/>
                  </a:lnTo>
                  <a:lnTo>
                    <a:pt x="724200" y="857987"/>
                  </a:lnTo>
                  <a:lnTo>
                    <a:pt x="727481" y="862192"/>
                  </a:lnTo>
                  <a:lnTo>
                    <a:pt x="730760" y="866398"/>
                  </a:lnTo>
                  <a:lnTo>
                    <a:pt x="734038" y="870604"/>
                  </a:lnTo>
                  <a:lnTo>
                    <a:pt x="737314" y="874810"/>
                  </a:lnTo>
                  <a:lnTo>
                    <a:pt x="740584" y="879016"/>
                  </a:lnTo>
                  <a:lnTo>
                    <a:pt x="743851" y="883222"/>
                  </a:lnTo>
                  <a:lnTo>
                    <a:pt x="747114" y="887427"/>
                  </a:lnTo>
                  <a:lnTo>
                    <a:pt x="750370" y="891633"/>
                  </a:lnTo>
                  <a:lnTo>
                    <a:pt x="753619" y="895839"/>
                  </a:lnTo>
                  <a:lnTo>
                    <a:pt x="756862" y="900045"/>
                  </a:lnTo>
                  <a:lnTo>
                    <a:pt x="760098" y="904251"/>
                  </a:lnTo>
                  <a:lnTo>
                    <a:pt x="763322" y="908456"/>
                  </a:lnTo>
                  <a:lnTo>
                    <a:pt x="766537" y="912662"/>
                  </a:lnTo>
                  <a:lnTo>
                    <a:pt x="769744" y="916868"/>
                  </a:lnTo>
                  <a:lnTo>
                    <a:pt x="772941" y="921074"/>
                  </a:lnTo>
                  <a:lnTo>
                    <a:pt x="776123" y="925280"/>
                  </a:lnTo>
                  <a:lnTo>
                    <a:pt x="779296" y="929486"/>
                  </a:lnTo>
                  <a:lnTo>
                    <a:pt x="782458" y="933691"/>
                  </a:lnTo>
                  <a:lnTo>
                    <a:pt x="785605" y="937897"/>
                  </a:lnTo>
                  <a:lnTo>
                    <a:pt x="788738" y="942103"/>
                  </a:lnTo>
                  <a:lnTo>
                    <a:pt x="791859" y="946309"/>
                  </a:lnTo>
                  <a:lnTo>
                    <a:pt x="794969" y="950515"/>
                  </a:lnTo>
                  <a:lnTo>
                    <a:pt x="798060" y="954720"/>
                  </a:lnTo>
                  <a:lnTo>
                    <a:pt x="801137" y="958926"/>
                  </a:lnTo>
                  <a:lnTo>
                    <a:pt x="804203" y="963132"/>
                  </a:lnTo>
                  <a:lnTo>
                    <a:pt x="807253" y="967338"/>
                  </a:lnTo>
                  <a:lnTo>
                    <a:pt x="810286" y="971544"/>
                  </a:lnTo>
                  <a:lnTo>
                    <a:pt x="813305" y="975750"/>
                  </a:lnTo>
                  <a:lnTo>
                    <a:pt x="816312" y="979955"/>
                  </a:lnTo>
                  <a:lnTo>
                    <a:pt x="819302" y="984161"/>
                  </a:lnTo>
                  <a:lnTo>
                    <a:pt x="822276" y="988367"/>
                  </a:lnTo>
                  <a:lnTo>
                    <a:pt x="825238" y="992573"/>
                  </a:lnTo>
                  <a:lnTo>
                    <a:pt x="828187" y="996779"/>
                  </a:lnTo>
                  <a:lnTo>
                    <a:pt x="831118" y="1000984"/>
                  </a:lnTo>
                  <a:lnTo>
                    <a:pt x="834036" y="1005190"/>
                  </a:lnTo>
                  <a:lnTo>
                    <a:pt x="836942" y="1009396"/>
                  </a:lnTo>
                  <a:lnTo>
                    <a:pt x="839835" y="1013602"/>
                  </a:lnTo>
                  <a:lnTo>
                    <a:pt x="842711" y="1017808"/>
                  </a:lnTo>
                  <a:lnTo>
                    <a:pt x="845576" y="1022014"/>
                  </a:lnTo>
                  <a:lnTo>
                    <a:pt x="848430" y="1026219"/>
                  </a:lnTo>
                  <a:lnTo>
                    <a:pt x="851270" y="1030425"/>
                  </a:lnTo>
                  <a:lnTo>
                    <a:pt x="854096" y="1034631"/>
                  </a:lnTo>
                  <a:lnTo>
                    <a:pt x="856910" y="1038837"/>
                  </a:lnTo>
                  <a:lnTo>
                    <a:pt x="859714" y="1043043"/>
                  </a:lnTo>
                  <a:lnTo>
                    <a:pt x="862501" y="1047248"/>
                  </a:lnTo>
                  <a:lnTo>
                    <a:pt x="865277" y="1051454"/>
                  </a:lnTo>
                  <a:lnTo>
                    <a:pt x="868040" y="1055660"/>
                  </a:lnTo>
                  <a:lnTo>
                    <a:pt x="869585" y="1058023"/>
                  </a:lnTo>
                  <a:lnTo>
                    <a:pt x="870790" y="1059866"/>
                  </a:lnTo>
                  <a:lnTo>
                    <a:pt x="873522" y="1064072"/>
                  </a:lnTo>
                  <a:lnTo>
                    <a:pt x="876241" y="1068278"/>
                  </a:lnTo>
                  <a:lnTo>
                    <a:pt x="878946" y="1072483"/>
                  </a:lnTo>
                  <a:lnTo>
                    <a:pt x="881632" y="1076689"/>
                  </a:lnTo>
                  <a:lnTo>
                    <a:pt x="884297" y="1080895"/>
                  </a:lnTo>
                  <a:lnTo>
                    <a:pt x="886944" y="1085101"/>
                  </a:lnTo>
                  <a:lnTo>
                    <a:pt x="889574" y="1089307"/>
                  </a:lnTo>
                  <a:lnTo>
                    <a:pt x="892174" y="1093512"/>
                  </a:lnTo>
                  <a:lnTo>
                    <a:pt x="894749" y="1097718"/>
                  </a:lnTo>
                  <a:lnTo>
                    <a:pt x="897300" y="1101924"/>
                  </a:lnTo>
                  <a:lnTo>
                    <a:pt x="899825" y="1106130"/>
                  </a:lnTo>
                  <a:lnTo>
                    <a:pt x="902307" y="1110336"/>
                  </a:lnTo>
                  <a:lnTo>
                    <a:pt x="904759" y="1114542"/>
                  </a:lnTo>
                  <a:lnTo>
                    <a:pt x="907178" y="1118747"/>
                  </a:lnTo>
                  <a:lnTo>
                    <a:pt x="909553" y="1122953"/>
                  </a:lnTo>
                  <a:lnTo>
                    <a:pt x="911878" y="1127159"/>
                  </a:lnTo>
                  <a:lnTo>
                    <a:pt x="914161" y="1131365"/>
                  </a:lnTo>
                  <a:lnTo>
                    <a:pt x="916403" y="1135571"/>
                  </a:lnTo>
                  <a:lnTo>
                    <a:pt x="918577" y="1139776"/>
                  </a:lnTo>
                  <a:lnTo>
                    <a:pt x="920696" y="1143982"/>
                  </a:lnTo>
                  <a:lnTo>
                    <a:pt x="922762" y="1148188"/>
                  </a:lnTo>
                  <a:lnTo>
                    <a:pt x="924772" y="1152394"/>
                  </a:lnTo>
                  <a:lnTo>
                    <a:pt x="926694" y="1156600"/>
                  </a:lnTo>
                  <a:lnTo>
                    <a:pt x="928554" y="1160806"/>
                  </a:lnTo>
                  <a:lnTo>
                    <a:pt x="930353" y="1165011"/>
                  </a:lnTo>
                  <a:lnTo>
                    <a:pt x="932072" y="1169217"/>
                  </a:lnTo>
                  <a:lnTo>
                    <a:pt x="933699" y="1173423"/>
                  </a:lnTo>
                  <a:lnTo>
                    <a:pt x="935257" y="1177629"/>
                  </a:lnTo>
                  <a:lnTo>
                    <a:pt x="936744" y="1181835"/>
                  </a:lnTo>
                  <a:lnTo>
                    <a:pt x="938127" y="1186040"/>
                  </a:lnTo>
                  <a:lnTo>
                    <a:pt x="939422" y="1190246"/>
                  </a:lnTo>
                  <a:lnTo>
                    <a:pt x="940642" y="1194452"/>
                  </a:lnTo>
                  <a:lnTo>
                    <a:pt x="941785" y="1198658"/>
                  </a:lnTo>
                  <a:lnTo>
                    <a:pt x="942805" y="1202864"/>
                  </a:lnTo>
                  <a:lnTo>
                    <a:pt x="943747" y="1207070"/>
                  </a:lnTo>
                  <a:lnTo>
                    <a:pt x="944611" y="1211275"/>
                  </a:lnTo>
                  <a:lnTo>
                    <a:pt x="945380" y="1215481"/>
                  </a:lnTo>
                  <a:lnTo>
                    <a:pt x="946042" y="1219687"/>
                  </a:lnTo>
                  <a:lnTo>
                    <a:pt x="946626" y="1223893"/>
                  </a:lnTo>
                  <a:lnTo>
                    <a:pt x="947133" y="1228099"/>
                  </a:lnTo>
                  <a:lnTo>
                    <a:pt x="947535" y="1232304"/>
                  </a:lnTo>
                  <a:lnTo>
                    <a:pt x="947847" y="1236510"/>
                  </a:lnTo>
                  <a:lnTo>
                    <a:pt x="948085" y="1240716"/>
                  </a:lnTo>
                  <a:lnTo>
                    <a:pt x="948251" y="1244922"/>
                  </a:lnTo>
                  <a:lnTo>
                    <a:pt x="948305" y="1249128"/>
                  </a:lnTo>
                  <a:lnTo>
                    <a:pt x="948288" y="1253334"/>
                  </a:lnTo>
                  <a:lnTo>
                    <a:pt x="948203" y="1257539"/>
                  </a:lnTo>
                  <a:lnTo>
                    <a:pt x="948039" y="1261745"/>
                  </a:lnTo>
                  <a:lnTo>
                    <a:pt x="947781" y="1265951"/>
                  </a:lnTo>
                  <a:lnTo>
                    <a:pt x="947460" y="1270157"/>
                  </a:lnTo>
                  <a:lnTo>
                    <a:pt x="947074" y="1274363"/>
                  </a:lnTo>
                  <a:lnTo>
                    <a:pt x="946602" y="1278569"/>
                  </a:lnTo>
                  <a:lnTo>
                    <a:pt x="946054" y="1282774"/>
                  </a:lnTo>
                  <a:lnTo>
                    <a:pt x="945442" y="1286980"/>
                  </a:lnTo>
                  <a:lnTo>
                    <a:pt x="944769" y="1291186"/>
                  </a:lnTo>
                  <a:lnTo>
                    <a:pt x="944455" y="1292895"/>
                  </a:lnTo>
                  <a:lnTo>
                    <a:pt x="943997" y="1295392"/>
                  </a:lnTo>
                  <a:lnTo>
                    <a:pt x="943159" y="1299598"/>
                  </a:lnTo>
                  <a:lnTo>
                    <a:pt x="942255" y="1303803"/>
                  </a:lnTo>
                  <a:lnTo>
                    <a:pt x="941275" y="1308009"/>
                  </a:lnTo>
                  <a:lnTo>
                    <a:pt x="940194" y="1312215"/>
                  </a:lnTo>
                  <a:lnTo>
                    <a:pt x="939041" y="1316421"/>
                  </a:lnTo>
                  <a:lnTo>
                    <a:pt x="937814" y="1320627"/>
                  </a:lnTo>
                  <a:lnTo>
                    <a:pt x="936484" y="1324833"/>
                  </a:lnTo>
                  <a:lnTo>
                    <a:pt x="935049" y="1329038"/>
                  </a:lnTo>
                  <a:lnTo>
                    <a:pt x="933528" y="1333244"/>
                  </a:lnTo>
                  <a:lnTo>
                    <a:pt x="931917" y="1337450"/>
                  </a:lnTo>
                  <a:lnTo>
                    <a:pt x="930162" y="1341656"/>
                  </a:lnTo>
                  <a:lnTo>
                    <a:pt x="928296" y="1345862"/>
                  </a:lnTo>
                  <a:lnTo>
                    <a:pt x="926324" y="1350067"/>
                  </a:lnTo>
                  <a:lnTo>
                    <a:pt x="924228" y="1354273"/>
                  </a:lnTo>
                  <a:lnTo>
                    <a:pt x="921958" y="1358479"/>
                  </a:lnTo>
                  <a:lnTo>
                    <a:pt x="919562" y="1362685"/>
                  </a:lnTo>
                  <a:lnTo>
                    <a:pt x="917038" y="1366891"/>
                  </a:lnTo>
                  <a:lnTo>
                    <a:pt x="914337" y="1371097"/>
                  </a:lnTo>
                  <a:lnTo>
                    <a:pt x="911453" y="1375302"/>
                  </a:lnTo>
                  <a:lnTo>
                    <a:pt x="908420" y="1379508"/>
                  </a:lnTo>
                  <a:lnTo>
                    <a:pt x="905236" y="1383714"/>
                  </a:lnTo>
                  <a:lnTo>
                    <a:pt x="901817" y="1387920"/>
                  </a:lnTo>
                  <a:lnTo>
                    <a:pt x="898217" y="1392126"/>
                  </a:lnTo>
                  <a:lnTo>
                    <a:pt x="894450" y="1396331"/>
                  </a:lnTo>
                  <a:lnTo>
                    <a:pt x="890498" y="1400537"/>
                  </a:lnTo>
                  <a:lnTo>
                    <a:pt x="886283" y="1404743"/>
                  </a:lnTo>
                  <a:lnTo>
                    <a:pt x="881890" y="1408949"/>
                  </a:lnTo>
                  <a:lnTo>
                    <a:pt x="877319" y="1413155"/>
                  </a:lnTo>
                  <a:lnTo>
                    <a:pt x="872519" y="1417361"/>
                  </a:lnTo>
                  <a:lnTo>
                    <a:pt x="867480" y="1421566"/>
                  </a:lnTo>
                  <a:lnTo>
                    <a:pt x="862261" y="1425772"/>
                  </a:lnTo>
                  <a:lnTo>
                    <a:pt x="856863" y="1429978"/>
                  </a:lnTo>
                  <a:lnTo>
                    <a:pt x="851205" y="1434184"/>
                  </a:lnTo>
                  <a:lnTo>
                    <a:pt x="845352" y="1438390"/>
                  </a:lnTo>
                  <a:lnTo>
                    <a:pt x="839329" y="1442595"/>
                  </a:lnTo>
                  <a:lnTo>
                    <a:pt x="833130" y="1446801"/>
                  </a:lnTo>
                  <a:lnTo>
                    <a:pt x="826686" y="1451007"/>
                  </a:lnTo>
                  <a:lnTo>
                    <a:pt x="820091" y="1455213"/>
                  </a:lnTo>
                  <a:lnTo>
                    <a:pt x="813350" y="1459419"/>
                  </a:lnTo>
                  <a:lnTo>
                    <a:pt x="806437" y="1463625"/>
                  </a:lnTo>
                  <a:lnTo>
                    <a:pt x="799353" y="1467830"/>
                  </a:lnTo>
                  <a:lnTo>
                    <a:pt x="792155" y="1472036"/>
                  </a:lnTo>
                  <a:lnTo>
                    <a:pt x="784847" y="1476242"/>
                  </a:lnTo>
                  <a:lnTo>
                    <a:pt x="777402" y="1480448"/>
                  </a:lnTo>
                  <a:lnTo>
                    <a:pt x="769864" y="1484654"/>
                  </a:lnTo>
                  <a:lnTo>
                    <a:pt x="762258" y="1488859"/>
                  </a:lnTo>
                  <a:lnTo>
                    <a:pt x="754590" y="1493065"/>
                  </a:lnTo>
                  <a:lnTo>
                    <a:pt x="746857" y="1497271"/>
                  </a:lnTo>
                  <a:lnTo>
                    <a:pt x="739101" y="1501477"/>
                  </a:lnTo>
                  <a:lnTo>
                    <a:pt x="731332" y="1505683"/>
                  </a:lnTo>
                  <a:lnTo>
                    <a:pt x="723563" y="1509889"/>
                  </a:lnTo>
                  <a:lnTo>
                    <a:pt x="715822" y="1514094"/>
                  </a:lnTo>
                  <a:lnTo>
                    <a:pt x="708120" y="1518300"/>
                  </a:lnTo>
                  <a:lnTo>
                    <a:pt x="700465" y="1522506"/>
                  </a:lnTo>
                  <a:lnTo>
                    <a:pt x="692901" y="1526712"/>
                  </a:lnTo>
                  <a:lnTo>
                    <a:pt x="685442" y="1530918"/>
                  </a:lnTo>
                  <a:lnTo>
                    <a:pt x="678083" y="1535123"/>
                  </a:lnTo>
                  <a:lnTo>
                    <a:pt x="670835" y="1539329"/>
                  </a:lnTo>
                  <a:lnTo>
                    <a:pt x="663797" y="1543535"/>
                  </a:lnTo>
                  <a:lnTo>
                    <a:pt x="656915" y="1547741"/>
                  </a:lnTo>
                  <a:lnTo>
                    <a:pt x="650197" y="1551947"/>
                  </a:lnTo>
                  <a:lnTo>
                    <a:pt x="643687" y="1556153"/>
                  </a:lnTo>
                  <a:lnTo>
                    <a:pt x="637457" y="1560358"/>
                  </a:lnTo>
                  <a:lnTo>
                    <a:pt x="631442" y="1564564"/>
                  </a:lnTo>
                  <a:lnTo>
                    <a:pt x="625651" y="1568770"/>
                  </a:lnTo>
                  <a:lnTo>
                    <a:pt x="620189" y="1572976"/>
                  </a:lnTo>
                  <a:lnTo>
                    <a:pt x="615046" y="1577182"/>
                  </a:lnTo>
                  <a:lnTo>
                    <a:pt x="610175" y="1581387"/>
                  </a:lnTo>
                  <a:lnTo>
                    <a:pt x="605585" y="1585593"/>
                  </a:lnTo>
                  <a:lnTo>
                    <a:pt x="601460" y="1589799"/>
                  </a:lnTo>
                  <a:lnTo>
                    <a:pt x="597663" y="1594005"/>
                  </a:lnTo>
                  <a:lnTo>
                    <a:pt x="594191" y="1598211"/>
                  </a:lnTo>
                  <a:lnTo>
                    <a:pt x="591104" y="1602417"/>
                  </a:lnTo>
                  <a:lnTo>
                    <a:pt x="588524" y="1606622"/>
                  </a:lnTo>
                  <a:lnTo>
                    <a:pt x="586309" y="1610828"/>
                  </a:lnTo>
                  <a:lnTo>
                    <a:pt x="584464" y="1615034"/>
                  </a:lnTo>
                  <a:lnTo>
                    <a:pt x="583132" y="1619240"/>
                  </a:lnTo>
                  <a:lnTo>
                    <a:pt x="582296" y="1623446"/>
                  </a:lnTo>
                  <a:lnTo>
                    <a:pt x="581864" y="1627651"/>
                  </a:lnTo>
                  <a:lnTo>
                    <a:pt x="581842" y="1631857"/>
                  </a:lnTo>
                  <a:lnTo>
                    <a:pt x="582461" y="1636063"/>
                  </a:lnTo>
                  <a:lnTo>
                    <a:pt x="583538" y="1640269"/>
                  </a:lnTo>
                  <a:lnTo>
                    <a:pt x="585049" y="1644475"/>
                  </a:lnTo>
                  <a:lnTo>
                    <a:pt x="587052" y="1648681"/>
                  </a:lnTo>
                  <a:lnTo>
                    <a:pt x="589708" y="1652886"/>
                  </a:lnTo>
                  <a:lnTo>
                    <a:pt x="592812" y="1657092"/>
                  </a:lnTo>
                  <a:lnTo>
                    <a:pt x="596365" y="1661298"/>
                  </a:lnTo>
                  <a:lnTo>
                    <a:pt x="600507" y="1665504"/>
                  </a:lnTo>
                  <a:lnTo>
                    <a:pt x="605226" y="1669710"/>
                  </a:lnTo>
                  <a:lnTo>
                    <a:pt x="610391" y="1673915"/>
                  </a:lnTo>
                  <a:lnTo>
                    <a:pt x="616001" y="1678121"/>
                  </a:lnTo>
                  <a:lnTo>
                    <a:pt x="622268" y="1682327"/>
                  </a:lnTo>
                  <a:lnTo>
                    <a:pt x="629004" y="1686533"/>
                  </a:lnTo>
                  <a:lnTo>
                    <a:pt x="636162" y="1690739"/>
                  </a:lnTo>
                  <a:lnTo>
                    <a:pt x="643771" y="1694945"/>
                  </a:lnTo>
                  <a:lnTo>
                    <a:pt x="651977" y="1699150"/>
                  </a:lnTo>
                  <a:lnTo>
                    <a:pt x="660560" y="1703356"/>
                  </a:lnTo>
                  <a:lnTo>
                    <a:pt x="669509" y="1707562"/>
                  </a:lnTo>
                  <a:lnTo>
                    <a:pt x="678905" y="1711768"/>
                  </a:lnTo>
                  <a:lnTo>
                    <a:pt x="688720" y="1715974"/>
                  </a:lnTo>
                  <a:lnTo>
                    <a:pt x="698831" y="1720180"/>
                  </a:lnTo>
                  <a:lnTo>
                    <a:pt x="709221" y="1724385"/>
                  </a:lnTo>
                  <a:lnTo>
                    <a:pt x="719974" y="1728591"/>
                  </a:lnTo>
                  <a:lnTo>
                    <a:pt x="730958" y="1732797"/>
                  </a:lnTo>
                  <a:lnTo>
                    <a:pt x="742121" y="1737003"/>
                  </a:lnTo>
                  <a:lnTo>
                    <a:pt x="753453" y="1741209"/>
                  </a:lnTo>
                  <a:lnTo>
                    <a:pt x="764952" y="1745414"/>
                  </a:lnTo>
                  <a:lnTo>
                    <a:pt x="776510" y="1749620"/>
                  </a:lnTo>
                  <a:lnTo>
                    <a:pt x="788106" y="1753826"/>
                  </a:lnTo>
                  <a:lnTo>
                    <a:pt x="799702" y="1758032"/>
                  </a:lnTo>
                  <a:lnTo>
                    <a:pt x="811223" y="1762238"/>
                  </a:lnTo>
                  <a:lnTo>
                    <a:pt x="822642" y="1766444"/>
                  </a:lnTo>
                  <a:lnTo>
                    <a:pt x="833935" y="1770649"/>
                  </a:lnTo>
                  <a:lnTo>
                    <a:pt x="844975" y="1774855"/>
                  </a:lnTo>
                  <a:lnTo>
                    <a:pt x="855741" y="1779061"/>
                  </a:lnTo>
                  <a:lnTo>
                    <a:pt x="866236" y="1783267"/>
                  </a:lnTo>
                  <a:lnTo>
                    <a:pt x="876426" y="1787473"/>
                  </a:lnTo>
                  <a:lnTo>
                    <a:pt x="886059" y="1791678"/>
                  </a:lnTo>
                  <a:lnTo>
                    <a:pt x="895281" y="1795884"/>
                  </a:lnTo>
                  <a:lnTo>
                    <a:pt x="904071" y="1800090"/>
                  </a:lnTo>
                  <a:lnTo>
                    <a:pt x="912292" y="1804296"/>
                  </a:lnTo>
                  <a:lnTo>
                    <a:pt x="919802" y="1808502"/>
                  </a:lnTo>
                  <a:lnTo>
                    <a:pt x="926759" y="1812708"/>
                  </a:lnTo>
                  <a:lnTo>
                    <a:pt x="933145" y="1816913"/>
                  </a:lnTo>
                  <a:lnTo>
                    <a:pt x="938681" y="1821119"/>
                  </a:lnTo>
                  <a:lnTo>
                    <a:pt x="943457" y="1825325"/>
                  </a:lnTo>
                  <a:lnTo>
                    <a:pt x="947575" y="1829531"/>
                  </a:lnTo>
                  <a:lnTo>
                    <a:pt x="951024" y="1833737"/>
                  </a:lnTo>
                  <a:lnTo>
                    <a:pt x="953369" y="1837942"/>
                  </a:lnTo>
                  <a:lnTo>
                    <a:pt x="955005" y="1842148"/>
                  </a:lnTo>
                  <a:lnTo>
                    <a:pt x="955930" y="1846354"/>
                  </a:lnTo>
                  <a:lnTo>
                    <a:pt x="955973" y="1848859"/>
                  </a:lnTo>
                  <a:lnTo>
                    <a:pt x="956002" y="1850560"/>
                  </a:lnTo>
                  <a:lnTo>
                    <a:pt x="955063" y="1854766"/>
                  </a:lnTo>
                  <a:lnTo>
                    <a:pt x="953411" y="1858972"/>
                  </a:lnTo>
                  <a:lnTo>
                    <a:pt x="951047" y="1863177"/>
                  </a:lnTo>
                  <a:lnTo>
                    <a:pt x="947720" y="1867383"/>
                  </a:lnTo>
                  <a:lnTo>
                    <a:pt x="943565" y="1871589"/>
                  </a:lnTo>
                  <a:lnTo>
                    <a:pt x="938745" y="1875795"/>
                  </a:lnTo>
                  <a:lnTo>
                    <a:pt x="933272" y="1880001"/>
                  </a:lnTo>
                  <a:lnTo>
                    <a:pt x="926827" y="1884206"/>
                  </a:lnTo>
                  <a:lnTo>
                    <a:pt x="919781" y="1888412"/>
                  </a:lnTo>
                  <a:lnTo>
                    <a:pt x="912171" y="1892618"/>
                  </a:lnTo>
                  <a:lnTo>
                    <a:pt x="903935" y="1896824"/>
                  </a:lnTo>
                  <a:lnTo>
                    <a:pt x="894991" y="1901030"/>
                  </a:lnTo>
                  <a:lnTo>
                    <a:pt x="885598" y="1905236"/>
                  </a:lnTo>
                  <a:lnTo>
                    <a:pt x="875777" y="1909441"/>
                  </a:lnTo>
                  <a:lnTo>
                    <a:pt x="865434" y="1913647"/>
                  </a:lnTo>
                  <a:lnTo>
                    <a:pt x="854677" y="1917853"/>
                  </a:lnTo>
                  <a:lnTo>
                    <a:pt x="843625" y="1922059"/>
                  </a:lnTo>
                  <a:lnTo>
                    <a:pt x="832302" y="1926265"/>
                  </a:lnTo>
                  <a:lnTo>
                    <a:pt x="820645" y="1930470"/>
                  </a:lnTo>
                  <a:lnTo>
                    <a:pt x="808819" y="1934676"/>
                  </a:lnTo>
                  <a:lnTo>
                    <a:pt x="796859" y="1938882"/>
                  </a:lnTo>
                  <a:lnTo>
                    <a:pt x="784781" y="1943088"/>
                  </a:lnTo>
                  <a:lnTo>
                    <a:pt x="772630" y="1947294"/>
                  </a:lnTo>
                  <a:lnTo>
                    <a:pt x="760474" y="1951500"/>
                  </a:lnTo>
                  <a:lnTo>
                    <a:pt x="748334" y="1955705"/>
                  </a:lnTo>
                  <a:lnTo>
                    <a:pt x="736260" y="1959911"/>
                  </a:lnTo>
                  <a:lnTo>
                    <a:pt x="724311" y="1964117"/>
                  </a:lnTo>
                  <a:lnTo>
                    <a:pt x="712486" y="1968323"/>
                  </a:lnTo>
                  <a:lnTo>
                    <a:pt x="700803" y="1972529"/>
                  </a:lnTo>
                  <a:lnTo>
                    <a:pt x="689385" y="1976734"/>
                  </a:lnTo>
                  <a:lnTo>
                    <a:pt x="678195" y="1980940"/>
                  </a:lnTo>
                  <a:lnTo>
                    <a:pt x="667229" y="1985146"/>
                  </a:lnTo>
                  <a:lnTo>
                    <a:pt x="656525" y="1989352"/>
                  </a:lnTo>
                  <a:lnTo>
                    <a:pt x="646216" y="1993558"/>
                  </a:lnTo>
                  <a:lnTo>
                    <a:pt x="636187" y="1997764"/>
                  </a:lnTo>
                  <a:lnTo>
                    <a:pt x="626447" y="2001969"/>
                  </a:lnTo>
                  <a:lnTo>
                    <a:pt x="617092" y="2006175"/>
                  </a:lnTo>
                  <a:lnTo>
                    <a:pt x="608144" y="2010381"/>
                  </a:lnTo>
                  <a:lnTo>
                    <a:pt x="599513" y="2014587"/>
                  </a:lnTo>
                  <a:lnTo>
                    <a:pt x="591200" y="2018793"/>
                  </a:lnTo>
                  <a:lnTo>
                    <a:pt x="583363" y="2022998"/>
                  </a:lnTo>
                  <a:lnTo>
                    <a:pt x="575889" y="2027204"/>
                  </a:lnTo>
                  <a:lnTo>
                    <a:pt x="568736" y="2031410"/>
                  </a:lnTo>
                  <a:lnTo>
                    <a:pt x="561926" y="2035616"/>
                  </a:lnTo>
                  <a:lnTo>
                    <a:pt x="555598" y="2039822"/>
                  </a:lnTo>
                  <a:lnTo>
                    <a:pt x="549577" y="2044028"/>
                  </a:lnTo>
                  <a:lnTo>
                    <a:pt x="543861" y="2048233"/>
                  </a:lnTo>
                  <a:lnTo>
                    <a:pt x="538519" y="2052439"/>
                  </a:lnTo>
                  <a:lnTo>
                    <a:pt x="533560" y="2056645"/>
                  </a:lnTo>
                  <a:lnTo>
                    <a:pt x="528878" y="2060851"/>
                  </a:lnTo>
                  <a:lnTo>
                    <a:pt x="524466" y="2065057"/>
                  </a:lnTo>
                  <a:lnTo>
                    <a:pt x="520429" y="2069262"/>
                  </a:lnTo>
                  <a:lnTo>
                    <a:pt x="516673" y="2073468"/>
                  </a:lnTo>
                  <a:lnTo>
                    <a:pt x="513153" y="2077674"/>
                  </a:lnTo>
                  <a:lnTo>
                    <a:pt x="509871" y="2081880"/>
                  </a:lnTo>
                  <a:lnTo>
                    <a:pt x="506920" y="2086086"/>
                  </a:lnTo>
                  <a:lnTo>
                    <a:pt x="504168" y="2090292"/>
                  </a:lnTo>
                  <a:lnTo>
                    <a:pt x="501609" y="2094497"/>
                  </a:lnTo>
                  <a:lnTo>
                    <a:pt x="499272" y="2098703"/>
                  </a:lnTo>
                  <a:lnTo>
                    <a:pt x="497164" y="2102909"/>
                  </a:lnTo>
                  <a:lnTo>
                    <a:pt x="495212" y="2107115"/>
                  </a:lnTo>
                  <a:lnTo>
                    <a:pt x="493410" y="2111321"/>
                  </a:lnTo>
                  <a:lnTo>
                    <a:pt x="491804" y="2115527"/>
                  </a:lnTo>
                  <a:lnTo>
                    <a:pt x="490345" y="2119732"/>
                  </a:lnTo>
                  <a:lnTo>
                    <a:pt x="489004" y="2123938"/>
                  </a:lnTo>
                  <a:lnTo>
                    <a:pt x="487776" y="2128144"/>
                  </a:lnTo>
                  <a:lnTo>
                    <a:pt x="486708" y="2132350"/>
                  </a:lnTo>
                  <a:lnTo>
                    <a:pt x="485730" y="2136556"/>
                  </a:lnTo>
                  <a:lnTo>
                    <a:pt x="484838" y="2140761"/>
                  </a:lnTo>
                  <a:lnTo>
                    <a:pt x="484040" y="2144967"/>
                  </a:lnTo>
                  <a:lnTo>
                    <a:pt x="483341" y="2149173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586475" y="2439809"/>
              <a:ext cx="0" cy="652906"/>
            </a:xfrm>
            <a:custGeom>
              <a:avLst/>
              <a:pathLst>
                <a:path w="0" h="652906">
                  <a:moveTo>
                    <a:pt x="0" y="65290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586475" y="387741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506808" y="3092716"/>
              <a:ext cx="159333" cy="784698"/>
            </a:xfrm>
            <a:custGeom>
              <a:avLst/>
              <a:pathLst>
                <a:path w="159333" h="784698">
                  <a:moveTo>
                    <a:pt x="0" y="0"/>
                  </a:moveTo>
                  <a:lnTo>
                    <a:pt x="0" y="784698"/>
                  </a:lnTo>
                  <a:lnTo>
                    <a:pt x="159333" y="784698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506808" y="3400188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648700" y="2453958"/>
              <a:ext cx="0" cy="675983"/>
            </a:xfrm>
            <a:custGeom>
              <a:avLst/>
              <a:pathLst>
                <a:path w="0" h="675983">
                  <a:moveTo>
                    <a:pt x="0" y="6759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48700" y="387741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2569033" y="3129941"/>
              <a:ext cx="159333" cy="747473"/>
            </a:xfrm>
            <a:custGeom>
              <a:avLst/>
              <a:pathLst>
                <a:path w="159333" h="747473">
                  <a:moveTo>
                    <a:pt x="0" y="0"/>
                  </a:moveTo>
                  <a:lnTo>
                    <a:pt x="0" y="747473"/>
                  </a:lnTo>
                  <a:lnTo>
                    <a:pt x="159333" y="747473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69033" y="3410361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710925" y="2396667"/>
              <a:ext cx="0" cy="701483"/>
            </a:xfrm>
            <a:custGeom>
              <a:avLst/>
              <a:pathLst>
                <a:path w="0" h="701483">
                  <a:moveTo>
                    <a:pt x="0" y="7014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710925" y="387741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3631258" y="3098150"/>
              <a:ext cx="159333" cy="779264"/>
            </a:xfrm>
            <a:custGeom>
              <a:avLst/>
              <a:pathLst>
                <a:path w="159333" h="779264">
                  <a:moveTo>
                    <a:pt x="0" y="0"/>
                  </a:moveTo>
                  <a:lnTo>
                    <a:pt x="0" y="779264"/>
                  </a:lnTo>
                  <a:lnTo>
                    <a:pt x="159333" y="779264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631258" y="3367390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73149" y="2328869"/>
              <a:ext cx="0" cy="757709"/>
            </a:xfrm>
            <a:custGeom>
              <a:avLst/>
              <a:pathLst>
                <a:path w="0" h="757709">
                  <a:moveTo>
                    <a:pt x="0" y="7577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73149" y="387741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4693482" y="3086578"/>
              <a:ext cx="159333" cy="790836"/>
            </a:xfrm>
            <a:custGeom>
              <a:avLst/>
              <a:pathLst>
                <a:path w="159333" h="790836">
                  <a:moveTo>
                    <a:pt x="0" y="0"/>
                  </a:moveTo>
                  <a:lnTo>
                    <a:pt x="0" y="790836"/>
                  </a:lnTo>
                  <a:lnTo>
                    <a:pt x="159333" y="790836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693482" y="3321451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1553074" y="3371637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615299" y="3360580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677523" y="3363954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739748" y="3327685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224480" y="1814019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40" name="pl40"/>
            <p:cNvSpPr/>
            <p:nvPr/>
          </p:nvSpPr>
          <p:spPr>
            <a:xfrm>
              <a:off x="3710925" y="1941733"/>
              <a:ext cx="0" cy="30970"/>
            </a:xfrm>
            <a:custGeom>
              <a:avLst/>
              <a:pathLst>
                <a:path w="0" h="30970">
                  <a:moveTo>
                    <a:pt x="0" y="3097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710925" y="1941733"/>
              <a:ext cx="1062224" cy="0"/>
            </a:xfrm>
            <a:custGeom>
              <a:avLst/>
              <a:pathLst>
                <a:path w="1062224" h="0">
                  <a:moveTo>
                    <a:pt x="0" y="0"/>
                  </a:moveTo>
                  <a:lnTo>
                    <a:pt x="1062224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773149" y="1941733"/>
              <a:ext cx="0" cy="30970"/>
            </a:xfrm>
            <a:custGeom>
              <a:avLst/>
              <a:pathLst>
                <a:path w="0" h="30970">
                  <a:moveTo>
                    <a:pt x="0" y="0"/>
                  </a:moveTo>
                  <a:lnTo>
                    <a:pt x="0" y="3097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tx43"/>
            <p:cNvSpPr/>
            <p:nvPr/>
          </p:nvSpPr>
          <p:spPr>
            <a:xfrm>
              <a:off x="3162256" y="1968873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44" name="pl44"/>
            <p:cNvSpPr/>
            <p:nvPr/>
          </p:nvSpPr>
          <p:spPr>
            <a:xfrm>
              <a:off x="3710925" y="2096587"/>
              <a:ext cx="0" cy="30970"/>
            </a:xfrm>
            <a:custGeom>
              <a:avLst/>
              <a:pathLst>
                <a:path w="0" h="30970">
                  <a:moveTo>
                    <a:pt x="0" y="3097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48700" y="2096587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48700" y="2096587"/>
              <a:ext cx="0" cy="30970"/>
            </a:xfrm>
            <a:custGeom>
              <a:avLst/>
              <a:pathLst>
                <a:path w="0" h="30970">
                  <a:moveTo>
                    <a:pt x="0" y="0"/>
                  </a:moveTo>
                  <a:lnTo>
                    <a:pt x="0" y="3097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3693368" y="1349455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48" name="pl48"/>
            <p:cNvSpPr/>
            <p:nvPr/>
          </p:nvSpPr>
          <p:spPr>
            <a:xfrm>
              <a:off x="4773149" y="1477169"/>
              <a:ext cx="0" cy="30970"/>
            </a:xfrm>
            <a:custGeom>
              <a:avLst/>
              <a:pathLst>
                <a:path w="0" h="30970">
                  <a:moveTo>
                    <a:pt x="0" y="3097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48700" y="1477169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48700" y="1477169"/>
              <a:ext cx="0" cy="30970"/>
            </a:xfrm>
            <a:custGeom>
              <a:avLst/>
              <a:pathLst>
                <a:path w="0" h="30970">
                  <a:moveTo>
                    <a:pt x="0" y="0"/>
                  </a:moveTo>
                  <a:lnTo>
                    <a:pt x="0" y="3097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2631143" y="1659164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2" name="pl52"/>
            <p:cNvSpPr/>
            <p:nvPr/>
          </p:nvSpPr>
          <p:spPr>
            <a:xfrm>
              <a:off x="3710925" y="1786878"/>
              <a:ext cx="0" cy="30970"/>
            </a:xfrm>
            <a:custGeom>
              <a:avLst/>
              <a:pathLst>
                <a:path w="0" h="30970">
                  <a:moveTo>
                    <a:pt x="0" y="3097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586475" y="1786878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1586475" y="1786878"/>
              <a:ext cx="0" cy="30970"/>
            </a:xfrm>
            <a:custGeom>
              <a:avLst/>
              <a:pathLst>
                <a:path w="0" h="30970">
                  <a:moveTo>
                    <a:pt x="0" y="0"/>
                  </a:moveTo>
                  <a:lnTo>
                    <a:pt x="0" y="3097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tx55"/>
            <p:cNvSpPr/>
            <p:nvPr/>
          </p:nvSpPr>
          <p:spPr>
            <a:xfrm>
              <a:off x="3162256" y="1504310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6" name="pl56"/>
            <p:cNvSpPr/>
            <p:nvPr/>
          </p:nvSpPr>
          <p:spPr>
            <a:xfrm>
              <a:off x="4773149" y="1632024"/>
              <a:ext cx="0" cy="30970"/>
            </a:xfrm>
            <a:custGeom>
              <a:avLst/>
              <a:pathLst>
                <a:path w="0" h="30970">
                  <a:moveTo>
                    <a:pt x="0" y="3097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586475" y="1632024"/>
              <a:ext cx="3186674" cy="0"/>
            </a:xfrm>
            <a:custGeom>
              <a:avLst/>
              <a:pathLst>
                <a:path w="3186674" h="0">
                  <a:moveTo>
                    <a:pt x="318667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586475" y="1632024"/>
              <a:ext cx="0" cy="30970"/>
            </a:xfrm>
            <a:custGeom>
              <a:avLst/>
              <a:pathLst>
                <a:path w="0" h="30970">
                  <a:moveTo>
                    <a:pt x="0" y="0"/>
                  </a:moveTo>
                  <a:lnTo>
                    <a:pt x="0" y="3097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2100031" y="2123728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60" name="pl60"/>
            <p:cNvSpPr/>
            <p:nvPr/>
          </p:nvSpPr>
          <p:spPr>
            <a:xfrm>
              <a:off x="2648700" y="2251442"/>
              <a:ext cx="0" cy="30970"/>
            </a:xfrm>
            <a:custGeom>
              <a:avLst/>
              <a:pathLst>
                <a:path w="0" h="30970">
                  <a:moveTo>
                    <a:pt x="0" y="3097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586475" y="2251442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586475" y="2251442"/>
              <a:ext cx="0" cy="30970"/>
            </a:xfrm>
            <a:custGeom>
              <a:avLst/>
              <a:pathLst>
                <a:path w="0" h="30970">
                  <a:moveTo>
                    <a:pt x="0" y="0"/>
                  </a:moveTo>
                  <a:lnTo>
                    <a:pt x="0" y="3097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724052" y="3822825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24052" y="3166428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24052" y="2510030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724052" y="1853633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724052" y="1197235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9" name="pl69"/>
            <p:cNvSpPr/>
            <p:nvPr/>
          </p:nvSpPr>
          <p:spPr>
            <a:xfrm>
              <a:off x="877140" y="3877415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77140" y="3221017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77140" y="2564620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77140" y="1908222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77140" y="1251825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158647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648700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71092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773149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tx78"/>
            <p:cNvSpPr/>
            <p:nvPr/>
          </p:nvSpPr>
          <p:spPr>
            <a:xfrm>
              <a:off x="1489046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555477" y="4621164"/>
              <a:ext cx="18644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605037" y="4621164"/>
              <a:ext cx="21177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675720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950389" y="4800305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83" name="tx83"/>
            <p:cNvSpPr/>
            <p:nvPr/>
          </p:nvSpPr>
          <p:spPr>
            <a:xfrm rot="-5400000">
              <a:off x="-117526" y="2562309"/>
              <a:ext cx="141951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Expression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204010" y="533115"/>
              <a:ext cx="1951603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— Dendritic.cells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2026-05-26T22:09:04Z</dcterms:modified>
  <cp:category/>
</cp:coreProperties>
</file>