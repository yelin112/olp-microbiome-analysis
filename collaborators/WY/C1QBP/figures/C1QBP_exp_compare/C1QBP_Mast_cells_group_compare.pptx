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99889" y="762009"/>
              <a:ext cx="4410594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9889" y="4345673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99889" y="3644071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99889" y="2942469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99889" y="2240866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99889" y="1539264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99889" y="837662"/>
              <a:ext cx="4410594" cy="0"/>
            </a:xfrm>
            <a:custGeom>
              <a:avLst/>
              <a:pathLst>
                <a:path w="4410594" h="0">
                  <a:moveTo>
                    <a:pt x="0" y="0"/>
                  </a:moveTo>
                  <a:lnTo>
                    <a:pt x="4410594" y="0"/>
                  </a:lnTo>
                  <a:lnTo>
                    <a:pt x="4410594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629974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80116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30258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8039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157411" y="1980152"/>
              <a:ext cx="945127" cy="2259563"/>
            </a:xfrm>
            <a:custGeom>
              <a:avLst/>
              <a:pathLst>
                <a:path w="945127" h="2259563">
                  <a:moveTo>
                    <a:pt x="467302" y="2259563"/>
                  </a:moveTo>
                  <a:lnTo>
                    <a:pt x="466946" y="2255141"/>
                  </a:lnTo>
                  <a:lnTo>
                    <a:pt x="466557" y="2250719"/>
                  </a:lnTo>
                  <a:lnTo>
                    <a:pt x="466152" y="2246297"/>
                  </a:lnTo>
                  <a:lnTo>
                    <a:pt x="465722" y="2241875"/>
                  </a:lnTo>
                  <a:lnTo>
                    <a:pt x="465263" y="2237453"/>
                  </a:lnTo>
                  <a:lnTo>
                    <a:pt x="464789" y="2233031"/>
                  </a:lnTo>
                  <a:lnTo>
                    <a:pt x="464269" y="2228610"/>
                  </a:lnTo>
                  <a:lnTo>
                    <a:pt x="463734" y="2224188"/>
                  </a:lnTo>
                  <a:lnTo>
                    <a:pt x="463162" y="2219766"/>
                  </a:lnTo>
                  <a:lnTo>
                    <a:pt x="462558" y="2215344"/>
                  </a:lnTo>
                  <a:lnTo>
                    <a:pt x="461931" y="2210922"/>
                  </a:lnTo>
                  <a:lnTo>
                    <a:pt x="461251" y="2206500"/>
                  </a:lnTo>
                  <a:lnTo>
                    <a:pt x="460554" y="2202079"/>
                  </a:lnTo>
                  <a:lnTo>
                    <a:pt x="459803" y="2197657"/>
                  </a:lnTo>
                  <a:lnTo>
                    <a:pt x="459020" y="2193235"/>
                  </a:lnTo>
                  <a:lnTo>
                    <a:pt x="458201" y="2188813"/>
                  </a:lnTo>
                  <a:lnTo>
                    <a:pt x="457326" y="2184391"/>
                  </a:lnTo>
                  <a:lnTo>
                    <a:pt x="456429" y="2179969"/>
                  </a:lnTo>
                  <a:lnTo>
                    <a:pt x="455458" y="2175547"/>
                  </a:lnTo>
                  <a:lnTo>
                    <a:pt x="454458" y="2171126"/>
                  </a:lnTo>
                  <a:lnTo>
                    <a:pt x="453404" y="2166704"/>
                  </a:lnTo>
                  <a:lnTo>
                    <a:pt x="452292" y="2162282"/>
                  </a:lnTo>
                  <a:lnTo>
                    <a:pt x="451150" y="2157860"/>
                  </a:lnTo>
                  <a:lnTo>
                    <a:pt x="449918" y="2153438"/>
                  </a:lnTo>
                  <a:lnTo>
                    <a:pt x="448656" y="2149016"/>
                  </a:lnTo>
                  <a:lnTo>
                    <a:pt x="447321" y="2144595"/>
                  </a:lnTo>
                  <a:lnTo>
                    <a:pt x="445927" y="2140173"/>
                  </a:lnTo>
                  <a:lnTo>
                    <a:pt x="444487" y="2135751"/>
                  </a:lnTo>
                  <a:lnTo>
                    <a:pt x="442953" y="2131329"/>
                  </a:lnTo>
                  <a:lnTo>
                    <a:pt x="441385" y="2126907"/>
                  </a:lnTo>
                  <a:lnTo>
                    <a:pt x="439717" y="2122485"/>
                  </a:lnTo>
                  <a:lnTo>
                    <a:pt x="437996" y="2118063"/>
                  </a:lnTo>
                  <a:lnTo>
                    <a:pt x="436207" y="2113642"/>
                  </a:lnTo>
                  <a:lnTo>
                    <a:pt x="434323" y="2109220"/>
                  </a:lnTo>
                  <a:lnTo>
                    <a:pt x="432402" y="2104798"/>
                  </a:lnTo>
                  <a:lnTo>
                    <a:pt x="430352" y="2100376"/>
                  </a:lnTo>
                  <a:lnTo>
                    <a:pt x="428256" y="2095954"/>
                  </a:lnTo>
                  <a:lnTo>
                    <a:pt x="426067" y="2091532"/>
                  </a:lnTo>
                  <a:lnTo>
                    <a:pt x="423788" y="2087111"/>
                  </a:lnTo>
                  <a:lnTo>
                    <a:pt x="421455" y="2082689"/>
                  </a:lnTo>
                  <a:lnTo>
                    <a:pt x="418985" y="2078267"/>
                  </a:lnTo>
                  <a:lnTo>
                    <a:pt x="416470" y="2073845"/>
                  </a:lnTo>
                  <a:lnTo>
                    <a:pt x="413834" y="2069423"/>
                  </a:lnTo>
                  <a:lnTo>
                    <a:pt x="411117" y="2065001"/>
                  </a:lnTo>
                  <a:lnTo>
                    <a:pt x="408323" y="2060579"/>
                  </a:lnTo>
                  <a:lnTo>
                    <a:pt x="405397" y="2056158"/>
                  </a:lnTo>
                  <a:lnTo>
                    <a:pt x="402422" y="2051736"/>
                  </a:lnTo>
                  <a:lnTo>
                    <a:pt x="399300" y="2047314"/>
                  </a:lnTo>
                  <a:lnTo>
                    <a:pt x="396108" y="2042892"/>
                  </a:lnTo>
                  <a:lnTo>
                    <a:pt x="392815" y="2038470"/>
                  </a:lnTo>
                  <a:lnTo>
                    <a:pt x="389401" y="2034048"/>
                  </a:lnTo>
                  <a:lnTo>
                    <a:pt x="385936" y="2029627"/>
                  </a:lnTo>
                  <a:lnTo>
                    <a:pt x="382296" y="2025205"/>
                  </a:lnTo>
                  <a:lnTo>
                    <a:pt x="378603" y="2020783"/>
                  </a:lnTo>
                  <a:lnTo>
                    <a:pt x="374787" y="2016361"/>
                  </a:lnTo>
                  <a:lnTo>
                    <a:pt x="370865" y="2011939"/>
                  </a:lnTo>
                  <a:lnTo>
                    <a:pt x="366871" y="2007517"/>
                  </a:lnTo>
                  <a:lnTo>
                    <a:pt x="362718" y="2003095"/>
                  </a:lnTo>
                  <a:lnTo>
                    <a:pt x="358512" y="1998674"/>
                  </a:lnTo>
                  <a:lnTo>
                    <a:pt x="354163" y="1994252"/>
                  </a:lnTo>
                  <a:lnTo>
                    <a:pt x="349728" y="1989830"/>
                  </a:lnTo>
                  <a:lnTo>
                    <a:pt x="345203" y="1985408"/>
                  </a:lnTo>
                  <a:lnTo>
                    <a:pt x="340541" y="1980986"/>
                  </a:lnTo>
                  <a:lnTo>
                    <a:pt x="335828" y="1976564"/>
                  </a:lnTo>
                  <a:lnTo>
                    <a:pt x="330958" y="1972143"/>
                  </a:lnTo>
                  <a:lnTo>
                    <a:pt x="326025" y="1967721"/>
                  </a:lnTo>
                  <a:lnTo>
                    <a:pt x="320988" y="1963299"/>
                  </a:lnTo>
                  <a:lnTo>
                    <a:pt x="315842" y="1958877"/>
                  </a:lnTo>
                  <a:lnTo>
                    <a:pt x="310643" y="1954455"/>
                  </a:lnTo>
                  <a:lnTo>
                    <a:pt x="305293" y="1950033"/>
                  </a:lnTo>
                  <a:lnTo>
                    <a:pt x="299899" y="1945611"/>
                  </a:lnTo>
                  <a:lnTo>
                    <a:pt x="294396" y="1941190"/>
                  </a:lnTo>
                  <a:lnTo>
                    <a:pt x="288813" y="1936768"/>
                  </a:lnTo>
                  <a:lnTo>
                    <a:pt x="283169" y="1932346"/>
                  </a:lnTo>
                  <a:lnTo>
                    <a:pt x="277412" y="1927924"/>
                  </a:lnTo>
                  <a:lnTo>
                    <a:pt x="271617" y="1923502"/>
                  </a:lnTo>
                  <a:lnTo>
                    <a:pt x="265721" y="1919080"/>
                  </a:lnTo>
                  <a:lnTo>
                    <a:pt x="259774" y="1914659"/>
                  </a:lnTo>
                  <a:lnTo>
                    <a:pt x="253768" y="1910237"/>
                  </a:lnTo>
                  <a:lnTo>
                    <a:pt x="247688" y="1905815"/>
                  </a:lnTo>
                  <a:lnTo>
                    <a:pt x="241580" y="1901393"/>
                  </a:lnTo>
                  <a:lnTo>
                    <a:pt x="235392" y="1896971"/>
                  </a:lnTo>
                  <a:lnTo>
                    <a:pt x="229179" y="1892549"/>
                  </a:lnTo>
                  <a:lnTo>
                    <a:pt x="222921" y="1888127"/>
                  </a:lnTo>
                  <a:lnTo>
                    <a:pt x="216627" y="1883706"/>
                  </a:lnTo>
                  <a:lnTo>
                    <a:pt x="210314" y="1879284"/>
                  </a:lnTo>
                  <a:lnTo>
                    <a:pt x="203965" y="1874862"/>
                  </a:lnTo>
                  <a:lnTo>
                    <a:pt x="197609" y="1870440"/>
                  </a:lnTo>
                  <a:lnTo>
                    <a:pt x="191236" y="1866018"/>
                  </a:lnTo>
                  <a:lnTo>
                    <a:pt x="184861" y="1861596"/>
                  </a:lnTo>
                  <a:lnTo>
                    <a:pt x="178484" y="1857175"/>
                  </a:lnTo>
                  <a:lnTo>
                    <a:pt x="172120" y="1852753"/>
                  </a:lnTo>
                  <a:lnTo>
                    <a:pt x="165763" y="1848331"/>
                  </a:lnTo>
                  <a:lnTo>
                    <a:pt x="159435" y="1843909"/>
                  </a:lnTo>
                  <a:lnTo>
                    <a:pt x="153130" y="1839487"/>
                  </a:lnTo>
                  <a:lnTo>
                    <a:pt x="146856" y="1835065"/>
                  </a:lnTo>
                  <a:lnTo>
                    <a:pt x="140636" y="1830643"/>
                  </a:lnTo>
                  <a:lnTo>
                    <a:pt x="134437" y="1826222"/>
                  </a:lnTo>
                  <a:lnTo>
                    <a:pt x="128331" y="1821800"/>
                  </a:lnTo>
                  <a:lnTo>
                    <a:pt x="122262" y="1817378"/>
                  </a:lnTo>
                  <a:lnTo>
                    <a:pt x="116270" y="1812956"/>
                  </a:lnTo>
                  <a:lnTo>
                    <a:pt x="110363" y="1808534"/>
                  </a:lnTo>
                  <a:lnTo>
                    <a:pt x="104507" y="1804112"/>
                  </a:lnTo>
                  <a:lnTo>
                    <a:pt x="98794" y="1799691"/>
                  </a:lnTo>
                  <a:lnTo>
                    <a:pt x="93133" y="1795269"/>
                  </a:lnTo>
                  <a:lnTo>
                    <a:pt x="87610" y="1790847"/>
                  </a:lnTo>
                  <a:lnTo>
                    <a:pt x="82189" y="1786425"/>
                  </a:lnTo>
                  <a:lnTo>
                    <a:pt x="76864" y="1782003"/>
                  </a:lnTo>
                  <a:lnTo>
                    <a:pt x="71715" y="1777581"/>
                  </a:lnTo>
                  <a:lnTo>
                    <a:pt x="66632" y="1773160"/>
                  </a:lnTo>
                  <a:lnTo>
                    <a:pt x="61762" y="1768738"/>
                  </a:lnTo>
                  <a:lnTo>
                    <a:pt x="56994" y="1764316"/>
                  </a:lnTo>
                  <a:lnTo>
                    <a:pt x="52380" y="1759894"/>
                  </a:lnTo>
                  <a:lnTo>
                    <a:pt x="47956" y="1755472"/>
                  </a:lnTo>
                  <a:lnTo>
                    <a:pt x="43616" y="1751050"/>
                  </a:lnTo>
                  <a:lnTo>
                    <a:pt x="39566" y="1746628"/>
                  </a:lnTo>
                  <a:lnTo>
                    <a:pt x="35606" y="1742207"/>
                  </a:lnTo>
                  <a:lnTo>
                    <a:pt x="31865" y="1737785"/>
                  </a:lnTo>
                  <a:lnTo>
                    <a:pt x="28314" y="1733363"/>
                  </a:lnTo>
                  <a:lnTo>
                    <a:pt x="24895" y="1728941"/>
                  </a:lnTo>
                  <a:lnTo>
                    <a:pt x="21775" y="1724519"/>
                  </a:lnTo>
                  <a:lnTo>
                    <a:pt x="18757" y="1720097"/>
                  </a:lnTo>
                  <a:lnTo>
                    <a:pt x="16024" y="1715676"/>
                  </a:lnTo>
                  <a:lnTo>
                    <a:pt x="13465" y="1711254"/>
                  </a:lnTo>
                  <a:lnTo>
                    <a:pt x="11093" y="1706832"/>
                  </a:lnTo>
                  <a:lnTo>
                    <a:pt x="9009" y="1702410"/>
                  </a:lnTo>
                  <a:lnTo>
                    <a:pt x="7036" y="1697988"/>
                  </a:lnTo>
                  <a:lnTo>
                    <a:pt x="5414" y="1693566"/>
                  </a:lnTo>
                  <a:lnTo>
                    <a:pt x="3934" y="1689144"/>
                  </a:lnTo>
                  <a:lnTo>
                    <a:pt x="2697" y="1684723"/>
                  </a:lnTo>
                  <a:lnTo>
                    <a:pt x="1721" y="1680301"/>
                  </a:lnTo>
                  <a:lnTo>
                    <a:pt x="874" y="1675879"/>
                  </a:lnTo>
                  <a:lnTo>
                    <a:pt x="407" y="1671457"/>
                  </a:lnTo>
                  <a:lnTo>
                    <a:pt x="57" y="1667035"/>
                  </a:lnTo>
                  <a:lnTo>
                    <a:pt x="17" y="1663919"/>
                  </a:lnTo>
                  <a:lnTo>
                    <a:pt x="0" y="1662613"/>
                  </a:lnTo>
                  <a:lnTo>
                    <a:pt x="162" y="1658192"/>
                  </a:lnTo>
                  <a:lnTo>
                    <a:pt x="500" y="1653770"/>
                  </a:lnTo>
                  <a:lnTo>
                    <a:pt x="1173" y="1649348"/>
                  </a:lnTo>
                  <a:lnTo>
                    <a:pt x="1963" y="1644926"/>
                  </a:lnTo>
                  <a:lnTo>
                    <a:pt x="3083" y="1640504"/>
                  </a:lnTo>
                  <a:lnTo>
                    <a:pt x="4376" y="1636082"/>
                  </a:lnTo>
                  <a:lnTo>
                    <a:pt x="5880" y="1631660"/>
                  </a:lnTo>
                  <a:lnTo>
                    <a:pt x="7666" y="1627239"/>
                  </a:lnTo>
                  <a:lnTo>
                    <a:pt x="9564" y="1622817"/>
                  </a:lnTo>
                  <a:lnTo>
                    <a:pt x="11814" y="1618395"/>
                  </a:lnTo>
                  <a:lnTo>
                    <a:pt x="14186" y="1613973"/>
                  </a:lnTo>
                  <a:lnTo>
                    <a:pt x="16794" y="1609551"/>
                  </a:lnTo>
                  <a:lnTo>
                    <a:pt x="19624" y="1605129"/>
                  </a:lnTo>
                  <a:lnTo>
                    <a:pt x="22579" y="1600708"/>
                  </a:lnTo>
                  <a:lnTo>
                    <a:pt x="25846" y="1596286"/>
                  </a:lnTo>
                  <a:lnTo>
                    <a:pt x="29209" y="1591864"/>
                  </a:lnTo>
                  <a:lnTo>
                    <a:pt x="32817" y="1587442"/>
                  </a:lnTo>
                  <a:lnTo>
                    <a:pt x="36585" y="1583020"/>
                  </a:lnTo>
                  <a:lnTo>
                    <a:pt x="40497" y="1578598"/>
                  </a:lnTo>
                  <a:lnTo>
                    <a:pt x="44645" y="1574176"/>
                  </a:lnTo>
                  <a:lnTo>
                    <a:pt x="48877" y="1569755"/>
                  </a:lnTo>
                  <a:lnTo>
                    <a:pt x="53344" y="1565333"/>
                  </a:lnTo>
                  <a:lnTo>
                    <a:pt x="57917" y="1560911"/>
                  </a:lnTo>
                  <a:lnTo>
                    <a:pt x="62634" y="1556489"/>
                  </a:lnTo>
                  <a:lnTo>
                    <a:pt x="67517" y="1552067"/>
                  </a:lnTo>
                  <a:lnTo>
                    <a:pt x="72469" y="1547645"/>
                  </a:lnTo>
                  <a:lnTo>
                    <a:pt x="77628" y="1543224"/>
                  </a:lnTo>
                  <a:lnTo>
                    <a:pt x="82846" y="1538802"/>
                  </a:lnTo>
                  <a:lnTo>
                    <a:pt x="88195" y="1534380"/>
                  </a:lnTo>
                  <a:lnTo>
                    <a:pt x="93647" y="1529958"/>
                  </a:lnTo>
                  <a:lnTo>
                    <a:pt x="99165" y="1525536"/>
                  </a:lnTo>
                  <a:lnTo>
                    <a:pt x="104817" y="1521114"/>
                  </a:lnTo>
                  <a:lnTo>
                    <a:pt x="110508" y="1516692"/>
                  </a:lnTo>
                  <a:lnTo>
                    <a:pt x="116299" y="1512271"/>
                  </a:lnTo>
                  <a:lnTo>
                    <a:pt x="122143" y="1507849"/>
                  </a:lnTo>
                  <a:lnTo>
                    <a:pt x="128039" y="1503427"/>
                  </a:lnTo>
                  <a:lnTo>
                    <a:pt x="134001" y="1499005"/>
                  </a:lnTo>
                  <a:lnTo>
                    <a:pt x="139986" y="1494583"/>
                  </a:lnTo>
                  <a:lnTo>
                    <a:pt x="146026" y="1490161"/>
                  </a:lnTo>
                  <a:lnTo>
                    <a:pt x="152083" y="1485740"/>
                  </a:lnTo>
                  <a:lnTo>
                    <a:pt x="158164" y="1481318"/>
                  </a:lnTo>
                  <a:lnTo>
                    <a:pt x="164260" y="1476896"/>
                  </a:lnTo>
                  <a:lnTo>
                    <a:pt x="170361" y="1472474"/>
                  </a:lnTo>
                  <a:lnTo>
                    <a:pt x="176463" y="1468052"/>
                  </a:lnTo>
                  <a:lnTo>
                    <a:pt x="182560" y="1463630"/>
                  </a:lnTo>
                  <a:lnTo>
                    <a:pt x="188642" y="1459208"/>
                  </a:lnTo>
                  <a:lnTo>
                    <a:pt x="194703" y="1454787"/>
                  </a:lnTo>
                  <a:lnTo>
                    <a:pt x="200748" y="1450365"/>
                  </a:lnTo>
                  <a:lnTo>
                    <a:pt x="206744" y="1445943"/>
                  </a:lnTo>
                  <a:lnTo>
                    <a:pt x="212720" y="1441521"/>
                  </a:lnTo>
                  <a:lnTo>
                    <a:pt x="218637" y="1437099"/>
                  </a:lnTo>
                  <a:lnTo>
                    <a:pt x="224511" y="1432677"/>
                  </a:lnTo>
                  <a:lnTo>
                    <a:pt x="230338" y="1428256"/>
                  </a:lnTo>
                  <a:lnTo>
                    <a:pt x="236086" y="1423834"/>
                  </a:lnTo>
                  <a:lnTo>
                    <a:pt x="241801" y="1419412"/>
                  </a:lnTo>
                  <a:lnTo>
                    <a:pt x="247406" y="1414990"/>
                  </a:lnTo>
                  <a:lnTo>
                    <a:pt x="252963" y="1410568"/>
                  </a:lnTo>
                  <a:lnTo>
                    <a:pt x="258436" y="1406146"/>
                  </a:lnTo>
                  <a:lnTo>
                    <a:pt x="263815" y="1401724"/>
                  </a:lnTo>
                  <a:lnTo>
                    <a:pt x="269144" y="1397303"/>
                  </a:lnTo>
                  <a:lnTo>
                    <a:pt x="274326" y="1392881"/>
                  </a:lnTo>
                  <a:lnTo>
                    <a:pt x="279459" y="1388459"/>
                  </a:lnTo>
                  <a:lnTo>
                    <a:pt x="284469" y="1384037"/>
                  </a:lnTo>
                  <a:lnTo>
                    <a:pt x="289384" y="1379615"/>
                  </a:lnTo>
                  <a:lnTo>
                    <a:pt x="294221" y="1375193"/>
                  </a:lnTo>
                  <a:lnTo>
                    <a:pt x="298905" y="1370772"/>
                  </a:lnTo>
                  <a:lnTo>
                    <a:pt x="303534" y="1366350"/>
                  </a:lnTo>
                  <a:lnTo>
                    <a:pt x="308002" y="1361928"/>
                  </a:lnTo>
                  <a:lnTo>
                    <a:pt x="312384" y="1357506"/>
                  </a:lnTo>
                  <a:lnTo>
                    <a:pt x="316659" y="1353084"/>
                  </a:lnTo>
                  <a:lnTo>
                    <a:pt x="320788" y="1348662"/>
                  </a:lnTo>
                  <a:lnTo>
                    <a:pt x="324858" y="1344241"/>
                  </a:lnTo>
                  <a:lnTo>
                    <a:pt x="328733" y="1339819"/>
                  </a:lnTo>
                  <a:lnTo>
                    <a:pt x="332541" y="1335397"/>
                  </a:lnTo>
                  <a:lnTo>
                    <a:pt x="336213" y="1330975"/>
                  </a:lnTo>
                  <a:lnTo>
                    <a:pt x="339755" y="1326553"/>
                  </a:lnTo>
                  <a:lnTo>
                    <a:pt x="343221" y="1322131"/>
                  </a:lnTo>
                  <a:lnTo>
                    <a:pt x="346496" y="1317709"/>
                  </a:lnTo>
                  <a:lnTo>
                    <a:pt x="349710" y="1313288"/>
                  </a:lnTo>
                  <a:lnTo>
                    <a:pt x="352763" y="1308866"/>
                  </a:lnTo>
                  <a:lnTo>
                    <a:pt x="355710" y="1304444"/>
                  </a:lnTo>
                  <a:lnTo>
                    <a:pt x="358558" y="1300022"/>
                  </a:lnTo>
                  <a:lnTo>
                    <a:pt x="361240" y="1295600"/>
                  </a:lnTo>
                  <a:lnTo>
                    <a:pt x="363862" y="1291178"/>
                  </a:lnTo>
                  <a:lnTo>
                    <a:pt x="366305" y="1286757"/>
                  </a:lnTo>
                  <a:lnTo>
                    <a:pt x="368667" y="1282335"/>
                  </a:lnTo>
                  <a:lnTo>
                    <a:pt x="370911" y="1277913"/>
                  </a:lnTo>
                  <a:lnTo>
                    <a:pt x="373019" y="1273491"/>
                  </a:lnTo>
                  <a:lnTo>
                    <a:pt x="375068" y="1269069"/>
                  </a:lnTo>
                  <a:lnTo>
                    <a:pt x="376927" y="1264647"/>
                  </a:lnTo>
                  <a:lnTo>
                    <a:pt x="378731" y="1260225"/>
                  </a:lnTo>
                  <a:lnTo>
                    <a:pt x="380404" y="1255804"/>
                  </a:lnTo>
                  <a:lnTo>
                    <a:pt x="381969" y="1251382"/>
                  </a:lnTo>
                  <a:lnTo>
                    <a:pt x="383462" y="1246960"/>
                  </a:lnTo>
                  <a:lnTo>
                    <a:pt x="384797" y="1242538"/>
                  </a:lnTo>
                  <a:lnTo>
                    <a:pt x="386081" y="1238116"/>
                  </a:lnTo>
                  <a:lnTo>
                    <a:pt x="387228" y="1233694"/>
                  </a:lnTo>
                  <a:lnTo>
                    <a:pt x="388295" y="1229273"/>
                  </a:lnTo>
                  <a:lnTo>
                    <a:pt x="389278" y="1224851"/>
                  </a:lnTo>
                  <a:lnTo>
                    <a:pt x="390136" y="1220429"/>
                  </a:lnTo>
                  <a:lnTo>
                    <a:pt x="390949" y="1216007"/>
                  </a:lnTo>
                  <a:lnTo>
                    <a:pt x="391623" y="1211585"/>
                  </a:lnTo>
                  <a:lnTo>
                    <a:pt x="392241" y="1207163"/>
                  </a:lnTo>
                  <a:lnTo>
                    <a:pt x="392771" y="1202741"/>
                  </a:lnTo>
                  <a:lnTo>
                    <a:pt x="393206" y="1198320"/>
                  </a:lnTo>
                  <a:lnTo>
                    <a:pt x="393597" y="1193898"/>
                  </a:lnTo>
                  <a:lnTo>
                    <a:pt x="393860" y="1189476"/>
                  </a:lnTo>
                  <a:lnTo>
                    <a:pt x="394085" y="1185054"/>
                  </a:lnTo>
                  <a:lnTo>
                    <a:pt x="394220" y="1180632"/>
                  </a:lnTo>
                  <a:lnTo>
                    <a:pt x="394288" y="1176210"/>
                  </a:lnTo>
                  <a:lnTo>
                    <a:pt x="394305" y="1171789"/>
                  </a:lnTo>
                  <a:lnTo>
                    <a:pt x="394225" y="1167367"/>
                  </a:lnTo>
                  <a:lnTo>
                    <a:pt x="394114" y="1162945"/>
                  </a:lnTo>
                  <a:lnTo>
                    <a:pt x="393915" y="1158523"/>
                  </a:lnTo>
                  <a:lnTo>
                    <a:pt x="393671" y="1154101"/>
                  </a:lnTo>
                  <a:lnTo>
                    <a:pt x="393375" y="1149679"/>
                  </a:lnTo>
                  <a:lnTo>
                    <a:pt x="393009" y="1145257"/>
                  </a:lnTo>
                  <a:lnTo>
                    <a:pt x="392616" y="1140836"/>
                  </a:lnTo>
                  <a:lnTo>
                    <a:pt x="392143" y="1136414"/>
                  </a:lnTo>
                  <a:lnTo>
                    <a:pt x="391642" y="1131992"/>
                  </a:lnTo>
                  <a:lnTo>
                    <a:pt x="391090" y="1127570"/>
                  </a:lnTo>
                  <a:lnTo>
                    <a:pt x="390491" y="1123148"/>
                  </a:lnTo>
                  <a:lnTo>
                    <a:pt x="389866" y="1118726"/>
                  </a:lnTo>
                  <a:lnTo>
                    <a:pt x="389179" y="1114305"/>
                  </a:lnTo>
                  <a:lnTo>
                    <a:pt x="388473" y="1109883"/>
                  </a:lnTo>
                  <a:lnTo>
                    <a:pt x="387721" y="1105461"/>
                  </a:lnTo>
                  <a:lnTo>
                    <a:pt x="386939" y="1101039"/>
                  </a:lnTo>
                  <a:lnTo>
                    <a:pt x="386132" y="1096617"/>
                  </a:lnTo>
                  <a:lnTo>
                    <a:pt x="385283" y="1092195"/>
                  </a:lnTo>
                  <a:lnTo>
                    <a:pt x="384420" y="1087773"/>
                  </a:lnTo>
                  <a:lnTo>
                    <a:pt x="383518" y="1083352"/>
                  </a:lnTo>
                  <a:lnTo>
                    <a:pt x="382864" y="1080201"/>
                  </a:lnTo>
                  <a:lnTo>
                    <a:pt x="382599" y="1078930"/>
                  </a:lnTo>
                  <a:lnTo>
                    <a:pt x="381659" y="1074508"/>
                  </a:lnTo>
                  <a:lnTo>
                    <a:pt x="380693" y="1070086"/>
                  </a:lnTo>
                  <a:lnTo>
                    <a:pt x="379716" y="1065664"/>
                  </a:lnTo>
                  <a:lnTo>
                    <a:pt x="378711" y="1061242"/>
                  </a:lnTo>
                  <a:lnTo>
                    <a:pt x="377698" y="1056821"/>
                  </a:lnTo>
                  <a:lnTo>
                    <a:pt x="376668" y="1052399"/>
                  </a:lnTo>
                  <a:lnTo>
                    <a:pt x="375625" y="1047977"/>
                  </a:lnTo>
                  <a:lnTo>
                    <a:pt x="374574" y="1043555"/>
                  </a:lnTo>
                  <a:lnTo>
                    <a:pt x="373508" y="1039133"/>
                  </a:lnTo>
                  <a:lnTo>
                    <a:pt x="372439" y="1034711"/>
                  </a:lnTo>
                  <a:lnTo>
                    <a:pt x="371359" y="1030289"/>
                  </a:lnTo>
                  <a:lnTo>
                    <a:pt x="370275" y="1025868"/>
                  </a:lnTo>
                  <a:lnTo>
                    <a:pt x="369187" y="1021446"/>
                  </a:lnTo>
                  <a:lnTo>
                    <a:pt x="368095" y="1017024"/>
                  </a:lnTo>
                  <a:lnTo>
                    <a:pt x="367002" y="1012602"/>
                  </a:lnTo>
                  <a:lnTo>
                    <a:pt x="365908" y="1008180"/>
                  </a:lnTo>
                  <a:lnTo>
                    <a:pt x="364816" y="1003758"/>
                  </a:lnTo>
                  <a:lnTo>
                    <a:pt x="363724" y="999337"/>
                  </a:lnTo>
                  <a:lnTo>
                    <a:pt x="362637" y="994915"/>
                  </a:lnTo>
                  <a:lnTo>
                    <a:pt x="361551" y="990493"/>
                  </a:lnTo>
                  <a:lnTo>
                    <a:pt x="360475" y="986071"/>
                  </a:lnTo>
                  <a:lnTo>
                    <a:pt x="359402" y="981649"/>
                  </a:lnTo>
                  <a:lnTo>
                    <a:pt x="358337" y="977227"/>
                  </a:lnTo>
                  <a:lnTo>
                    <a:pt x="357282" y="972805"/>
                  </a:lnTo>
                  <a:lnTo>
                    <a:pt x="356232" y="968384"/>
                  </a:lnTo>
                  <a:lnTo>
                    <a:pt x="355199" y="963962"/>
                  </a:lnTo>
                  <a:lnTo>
                    <a:pt x="354171" y="959540"/>
                  </a:lnTo>
                  <a:lnTo>
                    <a:pt x="353161" y="955118"/>
                  </a:lnTo>
                  <a:lnTo>
                    <a:pt x="352162" y="950696"/>
                  </a:lnTo>
                  <a:lnTo>
                    <a:pt x="351174" y="946274"/>
                  </a:lnTo>
                  <a:lnTo>
                    <a:pt x="350207" y="941853"/>
                  </a:lnTo>
                  <a:lnTo>
                    <a:pt x="349248" y="937431"/>
                  </a:lnTo>
                  <a:lnTo>
                    <a:pt x="348316" y="933009"/>
                  </a:lnTo>
                  <a:lnTo>
                    <a:pt x="347394" y="928587"/>
                  </a:lnTo>
                  <a:lnTo>
                    <a:pt x="346493" y="924165"/>
                  </a:lnTo>
                  <a:lnTo>
                    <a:pt x="345613" y="919743"/>
                  </a:lnTo>
                  <a:lnTo>
                    <a:pt x="344745" y="915321"/>
                  </a:lnTo>
                  <a:lnTo>
                    <a:pt x="343910" y="910900"/>
                  </a:lnTo>
                  <a:lnTo>
                    <a:pt x="343087" y="906478"/>
                  </a:lnTo>
                  <a:lnTo>
                    <a:pt x="342292" y="902056"/>
                  </a:lnTo>
                  <a:lnTo>
                    <a:pt x="341519" y="897634"/>
                  </a:lnTo>
                  <a:lnTo>
                    <a:pt x="340763" y="893212"/>
                  </a:lnTo>
                  <a:lnTo>
                    <a:pt x="340043" y="888790"/>
                  </a:lnTo>
                  <a:lnTo>
                    <a:pt x="339336" y="884369"/>
                  </a:lnTo>
                  <a:lnTo>
                    <a:pt x="338666" y="879947"/>
                  </a:lnTo>
                  <a:lnTo>
                    <a:pt x="338016" y="875525"/>
                  </a:lnTo>
                  <a:lnTo>
                    <a:pt x="337391" y="871103"/>
                  </a:lnTo>
                  <a:lnTo>
                    <a:pt x="336802" y="866681"/>
                  </a:lnTo>
                  <a:lnTo>
                    <a:pt x="336227" y="862259"/>
                  </a:lnTo>
                  <a:lnTo>
                    <a:pt x="335698" y="857838"/>
                  </a:lnTo>
                  <a:lnTo>
                    <a:pt x="335187" y="853416"/>
                  </a:lnTo>
                  <a:lnTo>
                    <a:pt x="334710" y="848994"/>
                  </a:lnTo>
                  <a:lnTo>
                    <a:pt x="334265" y="844572"/>
                  </a:lnTo>
                  <a:lnTo>
                    <a:pt x="333840" y="840150"/>
                  </a:lnTo>
                  <a:lnTo>
                    <a:pt x="333465" y="835728"/>
                  </a:lnTo>
                  <a:lnTo>
                    <a:pt x="333106" y="831306"/>
                  </a:lnTo>
                  <a:lnTo>
                    <a:pt x="332789" y="826885"/>
                  </a:lnTo>
                  <a:lnTo>
                    <a:pt x="332502" y="822463"/>
                  </a:lnTo>
                  <a:lnTo>
                    <a:pt x="332241" y="818041"/>
                  </a:lnTo>
                  <a:lnTo>
                    <a:pt x="332028" y="813619"/>
                  </a:lnTo>
                  <a:lnTo>
                    <a:pt x="331832" y="809197"/>
                  </a:lnTo>
                  <a:lnTo>
                    <a:pt x="331688" y="804775"/>
                  </a:lnTo>
                  <a:lnTo>
                    <a:pt x="331568" y="800354"/>
                  </a:lnTo>
                  <a:lnTo>
                    <a:pt x="331483" y="795932"/>
                  </a:lnTo>
                  <a:lnTo>
                    <a:pt x="331441" y="791510"/>
                  </a:lnTo>
                  <a:lnTo>
                    <a:pt x="331417" y="787088"/>
                  </a:lnTo>
                  <a:lnTo>
                    <a:pt x="331453" y="782666"/>
                  </a:lnTo>
                  <a:lnTo>
                    <a:pt x="331509" y="778244"/>
                  </a:lnTo>
                  <a:lnTo>
                    <a:pt x="331606" y="773822"/>
                  </a:lnTo>
                  <a:lnTo>
                    <a:pt x="331742" y="769401"/>
                  </a:lnTo>
                  <a:lnTo>
                    <a:pt x="331902" y="764979"/>
                  </a:lnTo>
                  <a:lnTo>
                    <a:pt x="332118" y="760557"/>
                  </a:lnTo>
                  <a:lnTo>
                    <a:pt x="332353" y="756135"/>
                  </a:lnTo>
                  <a:lnTo>
                    <a:pt x="332638" y="751713"/>
                  </a:lnTo>
                  <a:lnTo>
                    <a:pt x="332955" y="747291"/>
                  </a:lnTo>
                  <a:lnTo>
                    <a:pt x="333302" y="742870"/>
                  </a:lnTo>
                  <a:lnTo>
                    <a:pt x="333700" y="738448"/>
                  </a:lnTo>
                  <a:lnTo>
                    <a:pt x="334116" y="734026"/>
                  </a:lnTo>
                  <a:lnTo>
                    <a:pt x="334589" y="729604"/>
                  </a:lnTo>
                  <a:lnTo>
                    <a:pt x="335086" y="725182"/>
                  </a:lnTo>
                  <a:lnTo>
                    <a:pt x="335621" y="720760"/>
                  </a:lnTo>
                  <a:lnTo>
                    <a:pt x="336198" y="716338"/>
                  </a:lnTo>
                  <a:lnTo>
                    <a:pt x="336795" y="711917"/>
                  </a:lnTo>
                  <a:lnTo>
                    <a:pt x="337451" y="707495"/>
                  </a:lnTo>
                  <a:lnTo>
                    <a:pt x="338125" y="703073"/>
                  </a:lnTo>
                  <a:lnTo>
                    <a:pt x="338842" y="698651"/>
                  </a:lnTo>
                  <a:lnTo>
                    <a:pt x="339594" y="694229"/>
                  </a:lnTo>
                  <a:lnTo>
                    <a:pt x="340370" y="689807"/>
                  </a:lnTo>
                  <a:lnTo>
                    <a:pt x="341197" y="685386"/>
                  </a:lnTo>
                  <a:lnTo>
                    <a:pt x="342041" y="680964"/>
                  </a:lnTo>
                  <a:lnTo>
                    <a:pt x="342931" y="676542"/>
                  </a:lnTo>
                  <a:lnTo>
                    <a:pt x="343848" y="672120"/>
                  </a:lnTo>
                  <a:lnTo>
                    <a:pt x="344794" y="667698"/>
                  </a:lnTo>
                  <a:lnTo>
                    <a:pt x="345780" y="663276"/>
                  </a:lnTo>
                  <a:lnTo>
                    <a:pt x="346783" y="658854"/>
                  </a:lnTo>
                  <a:lnTo>
                    <a:pt x="347834" y="654433"/>
                  </a:lnTo>
                  <a:lnTo>
                    <a:pt x="348903" y="650011"/>
                  </a:lnTo>
                  <a:lnTo>
                    <a:pt x="350004" y="645589"/>
                  </a:lnTo>
                  <a:lnTo>
                    <a:pt x="351136" y="641167"/>
                  </a:lnTo>
                  <a:lnTo>
                    <a:pt x="352284" y="636745"/>
                  </a:lnTo>
                  <a:lnTo>
                    <a:pt x="353477" y="632323"/>
                  </a:lnTo>
                  <a:lnTo>
                    <a:pt x="354682" y="627902"/>
                  </a:lnTo>
                  <a:lnTo>
                    <a:pt x="355919" y="623480"/>
                  </a:lnTo>
                  <a:lnTo>
                    <a:pt x="357179" y="619058"/>
                  </a:lnTo>
                  <a:lnTo>
                    <a:pt x="358457" y="614636"/>
                  </a:lnTo>
                  <a:lnTo>
                    <a:pt x="359768" y="610214"/>
                  </a:lnTo>
                  <a:lnTo>
                    <a:pt x="361090" y="605792"/>
                  </a:lnTo>
                  <a:lnTo>
                    <a:pt x="362443" y="601370"/>
                  </a:lnTo>
                  <a:lnTo>
                    <a:pt x="363810" y="596949"/>
                  </a:lnTo>
                  <a:lnTo>
                    <a:pt x="365196" y="592527"/>
                  </a:lnTo>
                  <a:lnTo>
                    <a:pt x="366603" y="588105"/>
                  </a:lnTo>
                  <a:lnTo>
                    <a:pt x="368020" y="583683"/>
                  </a:lnTo>
                  <a:lnTo>
                    <a:pt x="369463" y="579261"/>
                  </a:lnTo>
                  <a:lnTo>
                    <a:pt x="370915" y="574839"/>
                  </a:lnTo>
                  <a:lnTo>
                    <a:pt x="372383" y="570418"/>
                  </a:lnTo>
                  <a:lnTo>
                    <a:pt x="373864" y="565996"/>
                  </a:lnTo>
                  <a:lnTo>
                    <a:pt x="375353" y="561574"/>
                  </a:lnTo>
                  <a:lnTo>
                    <a:pt x="376859" y="557152"/>
                  </a:lnTo>
                  <a:lnTo>
                    <a:pt x="378371" y="552730"/>
                  </a:lnTo>
                  <a:lnTo>
                    <a:pt x="379894" y="548308"/>
                  </a:lnTo>
                  <a:lnTo>
                    <a:pt x="381423" y="543886"/>
                  </a:lnTo>
                  <a:lnTo>
                    <a:pt x="382959" y="539465"/>
                  </a:lnTo>
                  <a:lnTo>
                    <a:pt x="384502" y="535043"/>
                  </a:lnTo>
                  <a:lnTo>
                    <a:pt x="386048" y="530621"/>
                  </a:lnTo>
                  <a:lnTo>
                    <a:pt x="387599" y="526199"/>
                  </a:lnTo>
                  <a:lnTo>
                    <a:pt x="389152" y="521777"/>
                  </a:lnTo>
                  <a:lnTo>
                    <a:pt x="390707" y="517355"/>
                  </a:lnTo>
                  <a:lnTo>
                    <a:pt x="392262" y="512934"/>
                  </a:lnTo>
                  <a:lnTo>
                    <a:pt x="393817" y="508512"/>
                  </a:lnTo>
                  <a:lnTo>
                    <a:pt x="395370" y="504090"/>
                  </a:lnTo>
                  <a:lnTo>
                    <a:pt x="396921" y="499668"/>
                  </a:lnTo>
                  <a:lnTo>
                    <a:pt x="398468" y="495246"/>
                  </a:lnTo>
                  <a:lnTo>
                    <a:pt x="400011" y="490824"/>
                  </a:lnTo>
                  <a:lnTo>
                    <a:pt x="401550" y="486402"/>
                  </a:lnTo>
                  <a:lnTo>
                    <a:pt x="403079" y="481981"/>
                  </a:lnTo>
                  <a:lnTo>
                    <a:pt x="404605" y="477559"/>
                  </a:lnTo>
                  <a:lnTo>
                    <a:pt x="406120" y="473137"/>
                  </a:lnTo>
                  <a:lnTo>
                    <a:pt x="407627" y="468715"/>
                  </a:lnTo>
                  <a:lnTo>
                    <a:pt x="409126" y="464293"/>
                  </a:lnTo>
                  <a:lnTo>
                    <a:pt x="410611" y="459871"/>
                  </a:lnTo>
                  <a:lnTo>
                    <a:pt x="412090" y="455450"/>
                  </a:lnTo>
                  <a:lnTo>
                    <a:pt x="413550" y="451028"/>
                  </a:lnTo>
                  <a:lnTo>
                    <a:pt x="415002" y="446606"/>
                  </a:lnTo>
                  <a:lnTo>
                    <a:pt x="416439" y="442184"/>
                  </a:lnTo>
                  <a:lnTo>
                    <a:pt x="417860" y="437762"/>
                  </a:lnTo>
                  <a:lnTo>
                    <a:pt x="419272" y="433340"/>
                  </a:lnTo>
                  <a:lnTo>
                    <a:pt x="420659" y="428919"/>
                  </a:lnTo>
                  <a:lnTo>
                    <a:pt x="422037" y="424497"/>
                  </a:lnTo>
                  <a:lnTo>
                    <a:pt x="423395" y="420075"/>
                  </a:lnTo>
                  <a:lnTo>
                    <a:pt x="424735" y="415653"/>
                  </a:lnTo>
                  <a:lnTo>
                    <a:pt x="426063" y="411231"/>
                  </a:lnTo>
                  <a:lnTo>
                    <a:pt x="427363" y="406809"/>
                  </a:lnTo>
                  <a:lnTo>
                    <a:pt x="428654" y="402387"/>
                  </a:lnTo>
                  <a:lnTo>
                    <a:pt x="429917" y="397966"/>
                  </a:lnTo>
                  <a:lnTo>
                    <a:pt x="431165" y="393544"/>
                  </a:lnTo>
                  <a:lnTo>
                    <a:pt x="432395" y="389122"/>
                  </a:lnTo>
                  <a:lnTo>
                    <a:pt x="433598" y="384700"/>
                  </a:lnTo>
                  <a:lnTo>
                    <a:pt x="434790" y="380278"/>
                  </a:lnTo>
                  <a:lnTo>
                    <a:pt x="435949" y="375856"/>
                  </a:lnTo>
                  <a:lnTo>
                    <a:pt x="437095" y="371435"/>
                  </a:lnTo>
                  <a:lnTo>
                    <a:pt x="438217" y="367013"/>
                  </a:lnTo>
                  <a:lnTo>
                    <a:pt x="439316" y="362591"/>
                  </a:lnTo>
                  <a:lnTo>
                    <a:pt x="440401" y="358169"/>
                  </a:lnTo>
                  <a:lnTo>
                    <a:pt x="441451" y="353747"/>
                  </a:lnTo>
                  <a:lnTo>
                    <a:pt x="442489" y="349325"/>
                  </a:lnTo>
                  <a:lnTo>
                    <a:pt x="443499" y="344903"/>
                  </a:lnTo>
                  <a:lnTo>
                    <a:pt x="444489" y="340482"/>
                  </a:lnTo>
                  <a:lnTo>
                    <a:pt x="445461" y="336060"/>
                  </a:lnTo>
                  <a:lnTo>
                    <a:pt x="446401" y="331638"/>
                  </a:lnTo>
                  <a:lnTo>
                    <a:pt x="447330" y="327216"/>
                  </a:lnTo>
                  <a:lnTo>
                    <a:pt x="448226" y="322794"/>
                  </a:lnTo>
                  <a:lnTo>
                    <a:pt x="449106" y="318372"/>
                  </a:lnTo>
                  <a:lnTo>
                    <a:pt x="449965" y="313951"/>
                  </a:lnTo>
                  <a:lnTo>
                    <a:pt x="450796" y="309529"/>
                  </a:lnTo>
                  <a:lnTo>
                    <a:pt x="451616" y="305107"/>
                  </a:lnTo>
                  <a:lnTo>
                    <a:pt x="452401" y="300685"/>
                  </a:lnTo>
                  <a:lnTo>
                    <a:pt x="453173" y="296263"/>
                  </a:lnTo>
                  <a:lnTo>
                    <a:pt x="453921" y="291841"/>
                  </a:lnTo>
                  <a:lnTo>
                    <a:pt x="454646" y="287419"/>
                  </a:lnTo>
                  <a:lnTo>
                    <a:pt x="455358" y="282998"/>
                  </a:lnTo>
                  <a:lnTo>
                    <a:pt x="456038" y="278576"/>
                  </a:lnTo>
                  <a:lnTo>
                    <a:pt x="456707" y="274154"/>
                  </a:lnTo>
                  <a:lnTo>
                    <a:pt x="457350" y="269732"/>
                  </a:lnTo>
                  <a:lnTo>
                    <a:pt x="457975" y="265310"/>
                  </a:lnTo>
                  <a:lnTo>
                    <a:pt x="458584" y="260888"/>
                  </a:lnTo>
                  <a:lnTo>
                    <a:pt x="459166" y="256467"/>
                  </a:lnTo>
                  <a:lnTo>
                    <a:pt x="459739" y="252045"/>
                  </a:lnTo>
                  <a:lnTo>
                    <a:pt x="460283" y="247623"/>
                  </a:lnTo>
                  <a:lnTo>
                    <a:pt x="460815" y="243201"/>
                  </a:lnTo>
                  <a:lnTo>
                    <a:pt x="461328" y="238779"/>
                  </a:lnTo>
                  <a:lnTo>
                    <a:pt x="461821" y="234357"/>
                  </a:lnTo>
                  <a:lnTo>
                    <a:pt x="462304" y="229935"/>
                  </a:lnTo>
                  <a:lnTo>
                    <a:pt x="462759" y="225514"/>
                  </a:lnTo>
                  <a:lnTo>
                    <a:pt x="463206" y="221092"/>
                  </a:lnTo>
                  <a:lnTo>
                    <a:pt x="463633" y="216670"/>
                  </a:lnTo>
                  <a:lnTo>
                    <a:pt x="464045" y="212248"/>
                  </a:lnTo>
                  <a:lnTo>
                    <a:pt x="464445" y="207826"/>
                  </a:lnTo>
                  <a:lnTo>
                    <a:pt x="464823" y="203404"/>
                  </a:lnTo>
                  <a:lnTo>
                    <a:pt x="465193" y="198983"/>
                  </a:lnTo>
                  <a:lnTo>
                    <a:pt x="465544" y="194561"/>
                  </a:lnTo>
                  <a:lnTo>
                    <a:pt x="465883" y="190139"/>
                  </a:lnTo>
                  <a:lnTo>
                    <a:pt x="466211" y="185717"/>
                  </a:lnTo>
                  <a:lnTo>
                    <a:pt x="466520" y="181295"/>
                  </a:lnTo>
                  <a:lnTo>
                    <a:pt x="466824" y="176873"/>
                  </a:lnTo>
                  <a:lnTo>
                    <a:pt x="467108" y="172451"/>
                  </a:lnTo>
                  <a:lnTo>
                    <a:pt x="467384" y="168030"/>
                  </a:lnTo>
                  <a:lnTo>
                    <a:pt x="467648" y="163608"/>
                  </a:lnTo>
                  <a:lnTo>
                    <a:pt x="467899" y="159186"/>
                  </a:lnTo>
                  <a:lnTo>
                    <a:pt x="468144" y="154764"/>
                  </a:lnTo>
                  <a:lnTo>
                    <a:pt x="468371" y="150342"/>
                  </a:lnTo>
                  <a:lnTo>
                    <a:pt x="468593" y="145920"/>
                  </a:lnTo>
                  <a:lnTo>
                    <a:pt x="468803" y="141499"/>
                  </a:lnTo>
                  <a:lnTo>
                    <a:pt x="469004" y="137077"/>
                  </a:lnTo>
                  <a:lnTo>
                    <a:pt x="469197" y="132655"/>
                  </a:lnTo>
                  <a:lnTo>
                    <a:pt x="469378" y="128233"/>
                  </a:lnTo>
                  <a:lnTo>
                    <a:pt x="469555" y="123811"/>
                  </a:lnTo>
                  <a:lnTo>
                    <a:pt x="469719" y="119389"/>
                  </a:lnTo>
                  <a:lnTo>
                    <a:pt x="469878" y="114967"/>
                  </a:lnTo>
                  <a:lnTo>
                    <a:pt x="470029" y="110546"/>
                  </a:lnTo>
                  <a:lnTo>
                    <a:pt x="470171" y="106124"/>
                  </a:lnTo>
                  <a:lnTo>
                    <a:pt x="470309" y="101702"/>
                  </a:lnTo>
                  <a:lnTo>
                    <a:pt x="470437" y="97280"/>
                  </a:lnTo>
                  <a:lnTo>
                    <a:pt x="470560" y="92858"/>
                  </a:lnTo>
                  <a:lnTo>
                    <a:pt x="470677" y="88436"/>
                  </a:lnTo>
                  <a:lnTo>
                    <a:pt x="470787" y="84015"/>
                  </a:lnTo>
                  <a:lnTo>
                    <a:pt x="470894" y="79593"/>
                  </a:lnTo>
                  <a:lnTo>
                    <a:pt x="470991" y="75171"/>
                  </a:lnTo>
                  <a:lnTo>
                    <a:pt x="471087" y="70749"/>
                  </a:lnTo>
                  <a:lnTo>
                    <a:pt x="471175" y="66327"/>
                  </a:lnTo>
                  <a:lnTo>
                    <a:pt x="471260" y="61905"/>
                  </a:lnTo>
                  <a:lnTo>
                    <a:pt x="471340" y="57483"/>
                  </a:lnTo>
                  <a:lnTo>
                    <a:pt x="471415" y="53062"/>
                  </a:lnTo>
                  <a:lnTo>
                    <a:pt x="471487" y="48640"/>
                  </a:lnTo>
                  <a:lnTo>
                    <a:pt x="471554" y="44218"/>
                  </a:lnTo>
                  <a:lnTo>
                    <a:pt x="471618" y="39796"/>
                  </a:lnTo>
                  <a:lnTo>
                    <a:pt x="471678" y="35374"/>
                  </a:lnTo>
                  <a:lnTo>
                    <a:pt x="471734" y="30952"/>
                  </a:lnTo>
                  <a:lnTo>
                    <a:pt x="471789" y="26531"/>
                  </a:lnTo>
                  <a:lnTo>
                    <a:pt x="471838" y="22109"/>
                  </a:lnTo>
                  <a:lnTo>
                    <a:pt x="471885" y="17687"/>
                  </a:lnTo>
                  <a:lnTo>
                    <a:pt x="471930" y="13265"/>
                  </a:lnTo>
                  <a:lnTo>
                    <a:pt x="471972" y="8843"/>
                  </a:lnTo>
                  <a:lnTo>
                    <a:pt x="472012" y="4421"/>
                  </a:lnTo>
                  <a:lnTo>
                    <a:pt x="472048" y="0"/>
                  </a:lnTo>
                  <a:lnTo>
                    <a:pt x="473079" y="0"/>
                  </a:lnTo>
                  <a:lnTo>
                    <a:pt x="473115" y="4421"/>
                  </a:lnTo>
                  <a:lnTo>
                    <a:pt x="473155" y="8843"/>
                  </a:lnTo>
                  <a:lnTo>
                    <a:pt x="473197" y="13265"/>
                  </a:lnTo>
                  <a:lnTo>
                    <a:pt x="473241" y="17687"/>
                  </a:lnTo>
                  <a:lnTo>
                    <a:pt x="473289" y="22109"/>
                  </a:lnTo>
                  <a:lnTo>
                    <a:pt x="473338" y="26531"/>
                  </a:lnTo>
                  <a:lnTo>
                    <a:pt x="473392" y="30952"/>
                  </a:lnTo>
                  <a:lnTo>
                    <a:pt x="473448" y="35374"/>
                  </a:lnTo>
                  <a:lnTo>
                    <a:pt x="473509" y="39796"/>
                  </a:lnTo>
                  <a:lnTo>
                    <a:pt x="473573" y="44218"/>
                  </a:lnTo>
                  <a:lnTo>
                    <a:pt x="473639" y="48640"/>
                  </a:lnTo>
                  <a:lnTo>
                    <a:pt x="473711" y="53062"/>
                  </a:lnTo>
                  <a:lnTo>
                    <a:pt x="473786" y="57483"/>
                  </a:lnTo>
                  <a:lnTo>
                    <a:pt x="473867" y="61905"/>
                  </a:lnTo>
                  <a:lnTo>
                    <a:pt x="473951" y="66327"/>
                  </a:lnTo>
                  <a:lnTo>
                    <a:pt x="474040" y="70749"/>
                  </a:lnTo>
                  <a:lnTo>
                    <a:pt x="474135" y="75171"/>
                  </a:lnTo>
                  <a:lnTo>
                    <a:pt x="474233" y="79593"/>
                  </a:lnTo>
                  <a:lnTo>
                    <a:pt x="474339" y="84015"/>
                  </a:lnTo>
                  <a:lnTo>
                    <a:pt x="474450" y="88436"/>
                  </a:lnTo>
                  <a:lnTo>
                    <a:pt x="474566" y="92858"/>
                  </a:lnTo>
                  <a:lnTo>
                    <a:pt x="474690" y="97280"/>
                  </a:lnTo>
                  <a:lnTo>
                    <a:pt x="474817" y="101702"/>
                  </a:lnTo>
                  <a:lnTo>
                    <a:pt x="474956" y="106124"/>
                  </a:lnTo>
                  <a:lnTo>
                    <a:pt x="475098" y="110546"/>
                  </a:lnTo>
                  <a:lnTo>
                    <a:pt x="475249" y="114967"/>
                  </a:lnTo>
                  <a:lnTo>
                    <a:pt x="475407" y="119389"/>
                  </a:lnTo>
                  <a:lnTo>
                    <a:pt x="475572" y="123811"/>
                  </a:lnTo>
                  <a:lnTo>
                    <a:pt x="475748" y="128233"/>
                  </a:lnTo>
                  <a:lnTo>
                    <a:pt x="475929" y="132655"/>
                  </a:lnTo>
                  <a:lnTo>
                    <a:pt x="476123" y="137077"/>
                  </a:lnTo>
                  <a:lnTo>
                    <a:pt x="476324" y="141499"/>
                  </a:lnTo>
                  <a:lnTo>
                    <a:pt x="476533" y="145920"/>
                  </a:lnTo>
                  <a:lnTo>
                    <a:pt x="476756" y="150342"/>
                  </a:lnTo>
                  <a:lnTo>
                    <a:pt x="476983" y="154764"/>
                  </a:lnTo>
                  <a:lnTo>
                    <a:pt x="477228" y="159186"/>
                  </a:lnTo>
                  <a:lnTo>
                    <a:pt x="477479" y="163608"/>
                  </a:lnTo>
                  <a:lnTo>
                    <a:pt x="477742" y="168030"/>
                  </a:lnTo>
                  <a:lnTo>
                    <a:pt x="478019" y="172451"/>
                  </a:lnTo>
                  <a:lnTo>
                    <a:pt x="478303" y="176873"/>
                  </a:lnTo>
                  <a:lnTo>
                    <a:pt x="478606" y="181295"/>
                  </a:lnTo>
                  <a:lnTo>
                    <a:pt x="478916" y="185717"/>
                  </a:lnTo>
                  <a:lnTo>
                    <a:pt x="479243" y="190139"/>
                  </a:lnTo>
                  <a:lnTo>
                    <a:pt x="479582" y="194561"/>
                  </a:lnTo>
                  <a:lnTo>
                    <a:pt x="479933" y="198983"/>
                  </a:lnTo>
                  <a:lnTo>
                    <a:pt x="480303" y="203404"/>
                  </a:lnTo>
                  <a:lnTo>
                    <a:pt x="480681" y="207826"/>
                  </a:lnTo>
                  <a:lnTo>
                    <a:pt x="481082" y="212248"/>
                  </a:lnTo>
                  <a:lnTo>
                    <a:pt x="481493" y="216670"/>
                  </a:lnTo>
                  <a:lnTo>
                    <a:pt x="481920" y="221092"/>
                  </a:lnTo>
                  <a:lnTo>
                    <a:pt x="482367" y="225514"/>
                  </a:lnTo>
                  <a:lnTo>
                    <a:pt x="482822" y="229935"/>
                  </a:lnTo>
                  <a:lnTo>
                    <a:pt x="483306" y="234357"/>
                  </a:lnTo>
                  <a:lnTo>
                    <a:pt x="483798" y="238779"/>
                  </a:lnTo>
                  <a:lnTo>
                    <a:pt x="484312" y="243201"/>
                  </a:lnTo>
                  <a:lnTo>
                    <a:pt x="484844" y="247623"/>
                  </a:lnTo>
                  <a:lnTo>
                    <a:pt x="485388" y="252045"/>
                  </a:lnTo>
                  <a:lnTo>
                    <a:pt x="485960" y="256467"/>
                  </a:lnTo>
                  <a:lnTo>
                    <a:pt x="486543" y="260888"/>
                  </a:lnTo>
                  <a:lnTo>
                    <a:pt x="487152" y="265310"/>
                  </a:lnTo>
                  <a:lnTo>
                    <a:pt x="487777" y="269732"/>
                  </a:lnTo>
                  <a:lnTo>
                    <a:pt x="488419" y="274154"/>
                  </a:lnTo>
                  <a:lnTo>
                    <a:pt x="489088" y="278576"/>
                  </a:lnTo>
                  <a:lnTo>
                    <a:pt x="489768" y="282998"/>
                  </a:lnTo>
                  <a:lnTo>
                    <a:pt x="490480" y="287419"/>
                  </a:lnTo>
                  <a:lnTo>
                    <a:pt x="491206" y="291841"/>
                  </a:lnTo>
                  <a:lnTo>
                    <a:pt x="491953" y="296263"/>
                  </a:lnTo>
                  <a:lnTo>
                    <a:pt x="492726" y="300685"/>
                  </a:lnTo>
                  <a:lnTo>
                    <a:pt x="493510" y="305107"/>
                  </a:lnTo>
                  <a:lnTo>
                    <a:pt x="494330" y="309529"/>
                  </a:lnTo>
                  <a:lnTo>
                    <a:pt x="495161" y="313951"/>
                  </a:lnTo>
                  <a:lnTo>
                    <a:pt x="496020" y="318372"/>
                  </a:lnTo>
                  <a:lnTo>
                    <a:pt x="496900" y="322794"/>
                  </a:lnTo>
                  <a:lnTo>
                    <a:pt x="497796" y="327216"/>
                  </a:lnTo>
                  <a:lnTo>
                    <a:pt x="498725" y="331638"/>
                  </a:lnTo>
                  <a:lnTo>
                    <a:pt x="499665" y="336060"/>
                  </a:lnTo>
                  <a:lnTo>
                    <a:pt x="500638" y="340482"/>
                  </a:lnTo>
                  <a:lnTo>
                    <a:pt x="501627" y="344903"/>
                  </a:lnTo>
                  <a:lnTo>
                    <a:pt x="502637" y="349325"/>
                  </a:lnTo>
                  <a:lnTo>
                    <a:pt x="503676" y="353747"/>
                  </a:lnTo>
                  <a:lnTo>
                    <a:pt x="504725" y="358169"/>
                  </a:lnTo>
                  <a:lnTo>
                    <a:pt x="505811" y="362591"/>
                  </a:lnTo>
                  <a:lnTo>
                    <a:pt x="506909" y="367013"/>
                  </a:lnTo>
                  <a:lnTo>
                    <a:pt x="508031" y="371435"/>
                  </a:lnTo>
                  <a:lnTo>
                    <a:pt x="509177" y="375856"/>
                  </a:lnTo>
                  <a:lnTo>
                    <a:pt x="510336" y="380278"/>
                  </a:lnTo>
                  <a:lnTo>
                    <a:pt x="511529" y="384700"/>
                  </a:lnTo>
                  <a:lnTo>
                    <a:pt x="512732" y="389122"/>
                  </a:lnTo>
                  <a:lnTo>
                    <a:pt x="513961" y="393544"/>
                  </a:lnTo>
                  <a:lnTo>
                    <a:pt x="515209" y="397966"/>
                  </a:lnTo>
                  <a:lnTo>
                    <a:pt x="516473" y="402387"/>
                  </a:lnTo>
                  <a:lnTo>
                    <a:pt x="517763" y="406809"/>
                  </a:lnTo>
                  <a:lnTo>
                    <a:pt x="519064" y="411231"/>
                  </a:lnTo>
                  <a:lnTo>
                    <a:pt x="520391" y="415653"/>
                  </a:lnTo>
                  <a:lnTo>
                    <a:pt x="521732" y="420075"/>
                  </a:lnTo>
                  <a:lnTo>
                    <a:pt x="523089" y="424497"/>
                  </a:lnTo>
                  <a:lnTo>
                    <a:pt x="524468" y="428919"/>
                  </a:lnTo>
                  <a:lnTo>
                    <a:pt x="525854" y="433340"/>
                  </a:lnTo>
                  <a:lnTo>
                    <a:pt x="527267" y="437762"/>
                  </a:lnTo>
                  <a:lnTo>
                    <a:pt x="528687" y="442184"/>
                  </a:lnTo>
                  <a:lnTo>
                    <a:pt x="530125" y="446606"/>
                  </a:lnTo>
                  <a:lnTo>
                    <a:pt x="531576" y="451028"/>
                  </a:lnTo>
                  <a:lnTo>
                    <a:pt x="533036" y="455450"/>
                  </a:lnTo>
                  <a:lnTo>
                    <a:pt x="534515" y="459871"/>
                  </a:lnTo>
                  <a:lnTo>
                    <a:pt x="536000" y="464293"/>
                  </a:lnTo>
                  <a:lnTo>
                    <a:pt x="537499" y="468715"/>
                  </a:lnTo>
                  <a:lnTo>
                    <a:pt x="539006" y="473137"/>
                  </a:lnTo>
                  <a:lnTo>
                    <a:pt x="540521" y="477559"/>
                  </a:lnTo>
                  <a:lnTo>
                    <a:pt x="542047" y="481981"/>
                  </a:lnTo>
                  <a:lnTo>
                    <a:pt x="543576" y="486402"/>
                  </a:lnTo>
                  <a:lnTo>
                    <a:pt x="545116" y="490824"/>
                  </a:lnTo>
                  <a:lnTo>
                    <a:pt x="546658" y="495246"/>
                  </a:lnTo>
                  <a:lnTo>
                    <a:pt x="548205" y="499668"/>
                  </a:lnTo>
                  <a:lnTo>
                    <a:pt x="549757" y="504090"/>
                  </a:lnTo>
                  <a:lnTo>
                    <a:pt x="551309" y="508512"/>
                  </a:lnTo>
                  <a:lnTo>
                    <a:pt x="552864" y="512934"/>
                  </a:lnTo>
                  <a:lnTo>
                    <a:pt x="554419" y="517355"/>
                  </a:lnTo>
                  <a:lnTo>
                    <a:pt x="555974" y="521777"/>
                  </a:lnTo>
                  <a:lnTo>
                    <a:pt x="557527" y="526199"/>
                  </a:lnTo>
                  <a:lnTo>
                    <a:pt x="559078" y="530621"/>
                  </a:lnTo>
                  <a:lnTo>
                    <a:pt x="560624" y="535043"/>
                  </a:lnTo>
                  <a:lnTo>
                    <a:pt x="562167" y="539465"/>
                  </a:lnTo>
                  <a:lnTo>
                    <a:pt x="563703" y="543886"/>
                  </a:lnTo>
                  <a:lnTo>
                    <a:pt x="565233" y="548308"/>
                  </a:lnTo>
                  <a:lnTo>
                    <a:pt x="566756" y="552730"/>
                  </a:lnTo>
                  <a:lnTo>
                    <a:pt x="568267" y="557152"/>
                  </a:lnTo>
                  <a:lnTo>
                    <a:pt x="569773" y="561574"/>
                  </a:lnTo>
                  <a:lnTo>
                    <a:pt x="571263" y="565996"/>
                  </a:lnTo>
                  <a:lnTo>
                    <a:pt x="572744" y="570418"/>
                  </a:lnTo>
                  <a:lnTo>
                    <a:pt x="574212" y="574839"/>
                  </a:lnTo>
                  <a:lnTo>
                    <a:pt x="575663" y="579261"/>
                  </a:lnTo>
                  <a:lnTo>
                    <a:pt x="577106" y="583683"/>
                  </a:lnTo>
                  <a:lnTo>
                    <a:pt x="578523" y="588105"/>
                  </a:lnTo>
                  <a:lnTo>
                    <a:pt x="579931" y="592527"/>
                  </a:lnTo>
                  <a:lnTo>
                    <a:pt x="581317" y="596949"/>
                  </a:lnTo>
                  <a:lnTo>
                    <a:pt x="582684" y="601370"/>
                  </a:lnTo>
                  <a:lnTo>
                    <a:pt x="584036" y="605792"/>
                  </a:lnTo>
                  <a:lnTo>
                    <a:pt x="585358" y="610214"/>
                  </a:lnTo>
                  <a:lnTo>
                    <a:pt x="586669" y="614636"/>
                  </a:lnTo>
                  <a:lnTo>
                    <a:pt x="587947" y="619058"/>
                  </a:lnTo>
                  <a:lnTo>
                    <a:pt x="589207" y="623480"/>
                  </a:lnTo>
                  <a:lnTo>
                    <a:pt x="590445" y="627902"/>
                  </a:lnTo>
                  <a:lnTo>
                    <a:pt x="591650" y="632323"/>
                  </a:lnTo>
                  <a:lnTo>
                    <a:pt x="592842" y="636745"/>
                  </a:lnTo>
                  <a:lnTo>
                    <a:pt x="593991" y="641167"/>
                  </a:lnTo>
                  <a:lnTo>
                    <a:pt x="595123" y="645589"/>
                  </a:lnTo>
                  <a:lnTo>
                    <a:pt x="596224" y="650011"/>
                  </a:lnTo>
                  <a:lnTo>
                    <a:pt x="597293" y="654433"/>
                  </a:lnTo>
                  <a:lnTo>
                    <a:pt x="598343" y="658854"/>
                  </a:lnTo>
                  <a:lnTo>
                    <a:pt x="599346" y="663276"/>
                  </a:lnTo>
                  <a:lnTo>
                    <a:pt x="600333" y="667698"/>
                  </a:lnTo>
                  <a:lnTo>
                    <a:pt x="601278" y="672120"/>
                  </a:lnTo>
                  <a:lnTo>
                    <a:pt x="602195" y="676542"/>
                  </a:lnTo>
                  <a:lnTo>
                    <a:pt x="603086" y="680964"/>
                  </a:lnTo>
                  <a:lnTo>
                    <a:pt x="603930" y="685386"/>
                  </a:lnTo>
                  <a:lnTo>
                    <a:pt x="604756" y="689807"/>
                  </a:lnTo>
                  <a:lnTo>
                    <a:pt x="605533" y="694229"/>
                  </a:lnTo>
                  <a:lnTo>
                    <a:pt x="606284" y="698651"/>
                  </a:lnTo>
                  <a:lnTo>
                    <a:pt x="607001" y="703073"/>
                  </a:lnTo>
                  <a:lnTo>
                    <a:pt x="607675" y="707495"/>
                  </a:lnTo>
                  <a:lnTo>
                    <a:pt x="608332" y="711917"/>
                  </a:lnTo>
                  <a:lnTo>
                    <a:pt x="608928" y="716338"/>
                  </a:lnTo>
                  <a:lnTo>
                    <a:pt x="609505" y="720760"/>
                  </a:lnTo>
                  <a:lnTo>
                    <a:pt x="610040" y="725182"/>
                  </a:lnTo>
                  <a:lnTo>
                    <a:pt x="610537" y="729604"/>
                  </a:lnTo>
                  <a:lnTo>
                    <a:pt x="611010" y="734026"/>
                  </a:lnTo>
                  <a:lnTo>
                    <a:pt x="611426" y="738448"/>
                  </a:lnTo>
                  <a:lnTo>
                    <a:pt x="611824" y="742870"/>
                  </a:lnTo>
                  <a:lnTo>
                    <a:pt x="612172" y="747291"/>
                  </a:lnTo>
                  <a:lnTo>
                    <a:pt x="612488" y="751713"/>
                  </a:lnTo>
                  <a:lnTo>
                    <a:pt x="612773" y="756135"/>
                  </a:lnTo>
                  <a:lnTo>
                    <a:pt x="613008" y="760557"/>
                  </a:lnTo>
                  <a:lnTo>
                    <a:pt x="613225" y="764979"/>
                  </a:lnTo>
                  <a:lnTo>
                    <a:pt x="613385" y="769401"/>
                  </a:lnTo>
                  <a:lnTo>
                    <a:pt x="613520" y="773822"/>
                  </a:lnTo>
                  <a:lnTo>
                    <a:pt x="613618" y="778244"/>
                  </a:lnTo>
                  <a:lnTo>
                    <a:pt x="613673" y="782666"/>
                  </a:lnTo>
                  <a:lnTo>
                    <a:pt x="613709" y="787088"/>
                  </a:lnTo>
                  <a:lnTo>
                    <a:pt x="613686" y="791510"/>
                  </a:lnTo>
                  <a:lnTo>
                    <a:pt x="613644" y="795932"/>
                  </a:lnTo>
                  <a:lnTo>
                    <a:pt x="613558" y="800354"/>
                  </a:lnTo>
                  <a:lnTo>
                    <a:pt x="613439" y="804775"/>
                  </a:lnTo>
                  <a:lnTo>
                    <a:pt x="613294" y="809197"/>
                  </a:lnTo>
                  <a:lnTo>
                    <a:pt x="613098" y="813619"/>
                  </a:lnTo>
                  <a:lnTo>
                    <a:pt x="612885" y="818041"/>
                  </a:lnTo>
                  <a:lnTo>
                    <a:pt x="612625" y="822463"/>
                  </a:lnTo>
                  <a:lnTo>
                    <a:pt x="612338" y="826885"/>
                  </a:lnTo>
                  <a:lnTo>
                    <a:pt x="612021" y="831306"/>
                  </a:lnTo>
                  <a:lnTo>
                    <a:pt x="611662" y="835728"/>
                  </a:lnTo>
                  <a:lnTo>
                    <a:pt x="611287" y="840150"/>
                  </a:lnTo>
                  <a:lnTo>
                    <a:pt x="610861" y="844572"/>
                  </a:lnTo>
                  <a:lnTo>
                    <a:pt x="610417" y="848994"/>
                  </a:lnTo>
                  <a:lnTo>
                    <a:pt x="609939" y="853416"/>
                  </a:lnTo>
                  <a:lnTo>
                    <a:pt x="609428" y="857838"/>
                  </a:lnTo>
                  <a:lnTo>
                    <a:pt x="608900" y="862259"/>
                  </a:lnTo>
                  <a:lnTo>
                    <a:pt x="608325" y="866681"/>
                  </a:lnTo>
                  <a:lnTo>
                    <a:pt x="607735" y="871103"/>
                  </a:lnTo>
                  <a:lnTo>
                    <a:pt x="607111" y="875525"/>
                  </a:lnTo>
                  <a:lnTo>
                    <a:pt x="606461" y="879947"/>
                  </a:lnTo>
                  <a:lnTo>
                    <a:pt x="605791" y="884369"/>
                  </a:lnTo>
                  <a:lnTo>
                    <a:pt x="605083" y="888790"/>
                  </a:lnTo>
                  <a:lnTo>
                    <a:pt x="604363" y="893212"/>
                  </a:lnTo>
                  <a:lnTo>
                    <a:pt x="603608" y="897634"/>
                  </a:lnTo>
                  <a:lnTo>
                    <a:pt x="602835" y="902056"/>
                  </a:lnTo>
                  <a:lnTo>
                    <a:pt x="602039" y="906478"/>
                  </a:lnTo>
                  <a:lnTo>
                    <a:pt x="601216" y="910900"/>
                  </a:lnTo>
                  <a:lnTo>
                    <a:pt x="600382" y="915321"/>
                  </a:lnTo>
                  <a:lnTo>
                    <a:pt x="599513" y="919743"/>
                  </a:lnTo>
                  <a:lnTo>
                    <a:pt x="598634" y="924165"/>
                  </a:lnTo>
                  <a:lnTo>
                    <a:pt x="597732" y="928587"/>
                  </a:lnTo>
                  <a:lnTo>
                    <a:pt x="596811" y="933009"/>
                  </a:lnTo>
                  <a:lnTo>
                    <a:pt x="595878" y="937431"/>
                  </a:lnTo>
                  <a:lnTo>
                    <a:pt x="594919" y="941853"/>
                  </a:lnTo>
                  <a:lnTo>
                    <a:pt x="593952" y="946274"/>
                  </a:lnTo>
                  <a:lnTo>
                    <a:pt x="592965" y="950696"/>
                  </a:lnTo>
                  <a:lnTo>
                    <a:pt x="591966" y="955118"/>
                  </a:lnTo>
                  <a:lnTo>
                    <a:pt x="590955" y="959540"/>
                  </a:lnTo>
                  <a:lnTo>
                    <a:pt x="589927" y="963962"/>
                  </a:lnTo>
                  <a:lnTo>
                    <a:pt x="588894" y="968384"/>
                  </a:lnTo>
                  <a:lnTo>
                    <a:pt x="587845" y="972805"/>
                  </a:lnTo>
                  <a:lnTo>
                    <a:pt x="586789" y="977227"/>
                  </a:lnTo>
                  <a:lnTo>
                    <a:pt x="585725" y="981649"/>
                  </a:lnTo>
                  <a:lnTo>
                    <a:pt x="584652" y="986071"/>
                  </a:lnTo>
                  <a:lnTo>
                    <a:pt x="583575" y="990493"/>
                  </a:lnTo>
                  <a:lnTo>
                    <a:pt x="582489" y="994915"/>
                  </a:lnTo>
                  <a:lnTo>
                    <a:pt x="581402" y="999337"/>
                  </a:lnTo>
                  <a:lnTo>
                    <a:pt x="580311" y="1003758"/>
                  </a:lnTo>
                  <a:lnTo>
                    <a:pt x="579218" y="1008180"/>
                  </a:lnTo>
                  <a:lnTo>
                    <a:pt x="578124" y="1012602"/>
                  </a:lnTo>
                  <a:lnTo>
                    <a:pt x="577031" y="1017024"/>
                  </a:lnTo>
                  <a:lnTo>
                    <a:pt x="575940" y="1021446"/>
                  </a:lnTo>
                  <a:lnTo>
                    <a:pt x="574851" y="1025868"/>
                  </a:lnTo>
                  <a:lnTo>
                    <a:pt x="573768" y="1030289"/>
                  </a:lnTo>
                  <a:lnTo>
                    <a:pt x="572688" y="1034711"/>
                  </a:lnTo>
                  <a:lnTo>
                    <a:pt x="571618" y="1039133"/>
                  </a:lnTo>
                  <a:lnTo>
                    <a:pt x="570552" y="1043555"/>
                  </a:lnTo>
                  <a:lnTo>
                    <a:pt x="569501" y="1047977"/>
                  </a:lnTo>
                  <a:lnTo>
                    <a:pt x="568458" y="1052399"/>
                  </a:lnTo>
                  <a:lnTo>
                    <a:pt x="567428" y="1056821"/>
                  </a:lnTo>
                  <a:lnTo>
                    <a:pt x="566415" y="1061242"/>
                  </a:lnTo>
                  <a:lnTo>
                    <a:pt x="565410" y="1065664"/>
                  </a:lnTo>
                  <a:lnTo>
                    <a:pt x="564434" y="1070086"/>
                  </a:lnTo>
                  <a:lnTo>
                    <a:pt x="563468" y="1074508"/>
                  </a:lnTo>
                  <a:lnTo>
                    <a:pt x="562527" y="1078930"/>
                  </a:lnTo>
                  <a:lnTo>
                    <a:pt x="562263" y="1080201"/>
                  </a:lnTo>
                  <a:lnTo>
                    <a:pt x="561608" y="1083352"/>
                  </a:lnTo>
                  <a:lnTo>
                    <a:pt x="560707" y="1087773"/>
                  </a:lnTo>
                  <a:lnTo>
                    <a:pt x="559844" y="1092195"/>
                  </a:lnTo>
                  <a:lnTo>
                    <a:pt x="558995" y="1096617"/>
                  </a:lnTo>
                  <a:lnTo>
                    <a:pt x="558188" y="1101039"/>
                  </a:lnTo>
                  <a:lnTo>
                    <a:pt x="557406" y="1105461"/>
                  </a:lnTo>
                  <a:lnTo>
                    <a:pt x="556654" y="1109883"/>
                  </a:lnTo>
                  <a:lnTo>
                    <a:pt x="555948" y="1114305"/>
                  </a:lnTo>
                  <a:lnTo>
                    <a:pt x="555260" y="1118726"/>
                  </a:lnTo>
                  <a:lnTo>
                    <a:pt x="554635" y="1123148"/>
                  </a:lnTo>
                  <a:lnTo>
                    <a:pt x="554036" y="1127570"/>
                  </a:lnTo>
                  <a:lnTo>
                    <a:pt x="553484" y="1131992"/>
                  </a:lnTo>
                  <a:lnTo>
                    <a:pt x="552984" y="1136414"/>
                  </a:lnTo>
                  <a:lnTo>
                    <a:pt x="552510" y="1140836"/>
                  </a:lnTo>
                  <a:lnTo>
                    <a:pt x="552118" y="1145257"/>
                  </a:lnTo>
                  <a:lnTo>
                    <a:pt x="551752" y="1149679"/>
                  </a:lnTo>
                  <a:lnTo>
                    <a:pt x="551455" y="1154101"/>
                  </a:lnTo>
                  <a:lnTo>
                    <a:pt x="551211" y="1158523"/>
                  </a:lnTo>
                  <a:lnTo>
                    <a:pt x="551012" y="1162945"/>
                  </a:lnTo>
                  <a:lnTo>
                    <a:pt x="550901" y="1167367"/>
                  </a:lnTo>
                  <a:lnTo>
                    <a:pt x="550822" y="1171789"/>
                  </a:lnTo>
                  <a:lnTo>
                    <a:pt x="550839" y="1176210"/>
                  </a:lnTo>
                  <a:lnTo>
                    <a:pt x="550906" y="1180632"/>
                  </a:lnTo>
                  <a:lnTo>
                    <a:pt x="551041" y="1185054"/>
                  </a:lnTo>
                  <a:lnTo>
                    <a:pt x="551267" y="1189476"/>
                  </a:lnTo>
                  <a:lnTo>
                    <a:pt x="551530" y="1193898"/>
                  </a:lnTo>
                  <a:lnTo>
                    <a:pt x="551920" y="1198320"/>
                  </a:lnTo>
                  <a:lnTo>
                    <a:pt x="552356" y="1202741"/>
                  </a:lnTo>
                  <a:lnTo>
                    <a:pt x="552885" y="1207163"/>
                  </a:lnTo>
                  <a:lnTo>
                    <a:pt x="553504" y="1211585"/>
                  </a:lnTo>
                  <a:lnTo>
                    <a:pt x="554178" y="1216007"/>
                  </a:lnTo>
                  <a:lnTo>
                    <a:pt x="554990" y="1220429"/>
                  </a:lnTo>
                  <a:lnTo>
                    <a:pt x="555849" y="1224851"/>
                  </a:lnTo>
                  <a:lnTo>
                    <a:pt x="556832" y="1229273"/>
                  </a:lnTo>
                  <a:lnTo>
                    <a:pt x="557898" y="1233694"/>
                  </a:lnTo>
                  <a:lnTo>
                    <a:pt x="559045" y="1238116"/>
                  </a:lnTo>
                  <a:lnTo>
                    <a:pt x="560329" y="1242538"/>
                  </a:lnTo>
                  <a:lnTo>
                    <a:pt x="561664" y="1246960"/>
                  </a:lnTo>
                  <a:lnTo>
                    <a:pt x="563157" y="1251382"/>
                  </a:lnTo>
                  <a:lnTo>
                    <a:pt x="564722" y="1255804"/>
                  </a:lnTo>
                  <a:lnTo>
                    <a:pt x="566396" y="1260225"/>
                  </a:lnTo>
                  <a:lnTo>
                    <a:pt x="568199" y="1264647"/>
                  </a:lnTo>
                  <a:lnTo>
                    <a:pt x="570059" y="1269069"/>
                  </a:lnTo>
                  <a:lnTo>
                    <a:pt x="572108" y="1273491"/>
                  </a:lnTo>
                  <a:lnTo>
                    <a:pt x="574215" y="1277913"/>
                  </a:lnTo>
                  <a:lnTo>
                    <a:pt x="576460" y="1282335"/>
                  </a:lnTo>
                  <a:lnTo>
                    <a:pt x="578822" y="1286757"/>
                  </a:lnTo>
                  <a:lnTo>
                    <a:pt x="581265" y="1291178"/>
                  </a:lnTo>
                  <a:lnTo>
                    <a:pt x="583886" y="1295600"/>
                  </a:lnTo>
                  <a:lnTo>
                    <a:pt x="586568" y="1300022"/>
                  </a:lnTo>
                  <a:lnTo>
                    <a:pt x="589416" y="1304444"/>
                  </a:lnTo>
                  <a:lnTo>
                    <a:pt x="592363" y="1308866"/>
                  </a:lnTo>
                  <a:lnTo>
                    <a:pt x="595417" y="1313288"/>
                  </a:lnTo>
                  <a:lnTo>
                    <a:pt x="598630" y="1317709"/>
                  </a:lnTo>
                  <a:lnTo>
                    <a:pt x="601905" y="1322131"/>
                  </a:lnTo>
                  <a:lnTo>
                    <a:pt x="605371" y="1326553"/>
                  </a:lnTo>
                  <a:lnTo>
                    <a:pt x="608914" y="1330975"/>
                  </a:lnTo>
                  <a:lnTo>
                    <a:pt x="612585" y="1335397"/>
                  </a:lnTo>
                  <a:lnTo>
                    <a:pt x="616393" y="1339819"/>
                  </a:lnTo>
                  <a:lnTo>
                    <a:pt x="620269" y="1344241"/>
                  </a:lnTo>
                  <a:lnTo>
                    <a:pt x="624338" y="1348662"/>
                  </a:lnTo>
                  <a:lnTo>
                    <a:pt x="628467" y="1353084"/>
                  </a:lnTo>
                  <a:lnTo>
                    <a:pt x="632742" y="1357506"/>
                  </a:lnTo>
                  <a:lnTo>
                    <a:pt x="637125" y="1361928"/>
                  </a:lnTo>
                  <a:lnTo>
                    <a:pt x="641593" y="1366350"/>
                  </a:lnTo>
                  <a:lnTo>
                    <a:pt x="646222" y="1370772"/>
                  </a:lnTo>
                  <a:lnTo>
                    <a:pt x="650905" y="1375193"/>
                  </a:lnTo>
                  <a:lnTo>
                    <a:pt x="655742" y="1379615"/>
                  </a:lnTo>
                  <a:lnTo>
                    <a:pt x="660657" y="1384037"/>
                  </a:lnTo>
                  <a:lnTo>
                    <a:pt x="665667" y="1388459"/>
                  </a:lnTo>
                  <a:lnTo>
                    <a:pt x="670801" y="1392881"/>
                  </a:lnTo>
                  <a:lnTo>
                    <a:pt x="675982" y="1397303"/>
                  </a:lnTo>
                  <a:lnTo>
                    <a:pt x="681312" y="1401724"/>
                  </a:lnTo>
                  <a:lnTo>
                    <a:pt x="686690" y="1406146"/>
                  </a:lnTo>
                  <a:lnTo>
                    <a:pt x="692164" y="1410568"/>
                  </a:lnTo>
                  <a:lnTo>
                    <a:pt x="697721" y="1414990"/>
                  </a:lnTo>
                  <a:lnTo>
                    <a:pt x="703325" y="1419412"/>
                  </a:lnTo>
                  <a:lnTo>
                    <a:pt x="709041" y="1423834"/>
                  </a:lnTo>
                  <a:lnTo>
                    <a:pt x="714788" y="1428256"/>
                  </a:lnTo>
                  <a:lnTo>
                    <a:pt x="720615" y="1432677"/>
                  </a:lnTo>
                  <a:lnTo>
                    <a:pt x="726490" y="1437099"/>
                  </a:lnTo>
                  <a:lnTo>
                    <a:pt x="732406" y="1441521"/>
                  </a:lnTo>
                  <a:lnTo>
                    <a:pt x="738382" y="1445943"/>
                  </a:lnTo>
                  <a:lnTo>
                    <a:pt x="744378" y="1450365"/>
                  </a:lnTo>
                  <a:lnTo>
                    <a:pt x="750423" y="1454787"/>
                  </a:lnTo>
                  <a:lnTo>
                    <a:pt x="756484" y="1459208"/>
                  </a:lnTo>
                  <a:lnTo>
                    <a:pt x="762567" y="1463630"/>
                  </a:lnTo>
                  <a:lnTo>
                    <a:pt x="768663" y="1468052"/>
                  </a:lnTo>
                  <a:lnTo>
                    <a:pt x="774765" y="1472474"/>
                  </a:lnTo>
                  <a:lnTo>
                    <a:pt x="780867" y="1476896"/>
                  </a:lnTo>
                  <a:lnTo>
                    <a:pt x="786962" y="1481318"/>
                  </a:lnTo>
                  <a:lnTo>
                    <a:pt x="793044" y="1485740"/>
                  </a:lnTo>
                  <a:lnTo>
                    <a:pt x="799100" y="1490161"/>
                  </a:lnTo>
                  <a:lnTo>
                    <a:pt x="805141" y="1494583"/>
                  </a:lnTo>
                  <a:lnTo>
                    <a:pt x="811126" y="1499005"/>
                  </a:lnTo>
                  <a:lnTo>
                    <a:pt x="817088" y="1503427"/>
                  </a:lnTo>
                  <a:lnTo>
                    <a:pt x="822984" y="1507849"/>
                  </a:lnTo>
                  <a:lnTo>
                    <a:pt x="828827" y="1512271"/>
                  </a:lnTo>
                  <a:lnTo>
                    <a:pt x="834619" y="1516692"/>
                  </a:lnTo>
                  <a:lnTo>
                    <a:pt x="840310" y="1521114"/>
                  </a:lnTo>
                  <a:lnTo>
                    <a:pt x="845961" y="1525536"/>
                  </a:lnTo>
                  <a:lnTo>
                    <a:pt x="851479" y="1529958"/>
                  </a:lnTo>
                  <a:lnTo>
                    <a:pt x="856931" y="1534380"/>
                  </a:lnTo>
                  <a:lnTo>
                    <a:pt x="862280" y="1538802"/>
                  </a:lnTo>
                  <a:lnTo>
                    <a:pt x="867499" y="1543224"/>
                  </a:lnTo>
                  <a:lnTo>
                    <a:pt x="872658" y="1547645"/>
                  </a:lnTo>
                  <a:lnTo>
                    <a:pt x="877609" y="1552067"/>
                  </a:lnTo>
                  <a:lnTo>
                    <a:pt x="882492" y="1556489"/>
                  </a:lnTo>
                  <a:lnTo>
                    <a:pt x="887210" y="1560911"/>
                  </a:lnTo>
                  <a:lnTo>
                    <a:pt x="891782" y="1565333"/>
                  </a:lnTo>
                  <a:lnTo>
                    <a:pt x="896250" y="1569755"/>
                  </a:lnTo>
                  <a:lnTo>
                    <a:pt x="900481" y="1574176"/>
                  </a:lnTo>
                  <a:lnTo>
                    <a:pt x="904630" y="1578598"/>
                  </a:lnTo>
                  <a:lnTo>
                    <a:pt x="908541" y="1583020"/>
                  </a:lnTo>
                  <a:lnTo>
                    <a:pt x="912310" y="1587442"/>
                  </a:lnTo>
                  <a:lnTo>
                    <a:pt x="915918" y="1591864"/>
                  </a:lnTo>
                  <a:lnTo>
                    <a:pt x="919281" y="1596286"/>
                  </a:lnTo>
                  <a:lnTo>
                    <a:pt x="922548" y="1600708"/>
                  </a:lnTo>
                  <a:lnTo>
                    <a:pt x="925503" y="1605129"/>
                  </a:lnTo>
                  <a:lnTo>
                    <a:pt x="928332" y="1609551"/>
                  </a:lnTo>
                  <a:lnTo>
                    <a:pt x="930941" y="1613973"/>
                  </a:lnTo>
                  <a:lnTo>
                    <a:pt x="933313" y="1618395"/>
                  </a:lnTo>
                  <a:lnTo>
                    <a:pt x="935563" y="1622817"/>
                  </a:lnTo>
                  <a:lnTo>
                    <a:pt x="937460" y="1627239"/>
                  </a:lnTo>
                  <a:lnTo>
                    <a:pt x="939246" y="1631660"/>
                  </a:lnTo>
                  <a:lnTo>
                    <a:pt x="940750" y="1636082"/>
                  </a:lnTo>
                  <a:lnTo>
                    <a:pt x="942043" y="1640504"/>
                  </a:lnTo>
                  <a:lnTo>
                    <a:pt x="943163" y="1644926"/>
                  </a:lnTo>
                  <a:lnTo>
                    <a:pt x="943953" y="1649348"/>
                  </a:lnTo>
                  <a:lnTo>
                    <a:pt x="944627" y="1653770"/>
                  </a:lnTo>
                  <a:lnTo>
                    <a:pt x="944964" y="1658192"/>
                  </a:lnTo>
                  <a:lnTo>
                    <a:pt x="945127" y="1662613"/>
                  </a:lnTo>
                  <a:lnTo>
                    <a:pt x="945110" y="1663919"/>
                  </a:lnTo>
                  <a:lnTo>
                    <a:pt x="945069" y="1667035"/>
                  </a:lnTo>
                  <a:lnTo>
                    <a:pt x="944720" y="1671457"/>
                  </a:lnTo>
                  <a:lnTo>
                    <a:pt x="944253" y="1675879"/>
                  </a:lnTo>
                  <a:lnTo>
                    <a:pt x="943406" y="1680301"/>
                  </a:lnTo>
                  <a:lnTo>
                    <a:pt x="942429" y="1684723"/>
                  </a:lnTo>
                  <a:lnTo>
                    <a:pt x="941192" y="1689144"/>
                  </a:lnTo>
                  <a:lnTo>
                    <a:pt x="939713" y="1693566"/>
                  </a:lnTo>
                  <a:lnTo>
                    <a:pt x="938090" y="1697988"/>
                  </a:lnTo>
                  <a:lnTo>
                    <a:pt x="936117" y="1702410"/>
                  </a:lnTo>
                  <a:lnTo>
                    <a:pt x="934033" y="1706832"/>
                  </a:lnTo>
                  <a:lnTo>
                    <a:pt x="931661" y="1711254"/>
                  </a:lnTo>
                  <a:lnTo>
                    <a:pt x="929102" y="1715676"/>
                  </a:lnTo>
                  <a:lnTo>
                    <a:pt x="926370" y="1720097"/>
                  </a:lnTo>
                  <a:lnTo>
                    <a:pt x="923352" y="1724519"/>
                  </a:lnTo>
                  <a:lnTo>
                    <a:pt x="920231" y="1728941"/>
                  </a:lnTo>
                  <a:lnTo>
                    <a:pt x="916813" y="1733363"/>
                  </a:lnTo>
                  <a:lnTo>
                    <a:pt x="913261" y="1737785"/>
                  </a:lnTo>
                  <a:lnTo>
                    <a:pt x="909520" y="1742207"/>
                  </a:lnTo>
                  <a:lnTo>
                    <a:pt x="905561" y="1746628"/>
                  </a:lnTo>
                  <a:lnTo>
                    <a:pt x="901510" y="1751050"/>
                  </a:lnTo>
                  <a:lnTo>
                    <a:pt x="897170" y="1755472"/>
                  </a:lnTo>
                  <a:lnTo>
                    <a:pt x="892747" y="1759894"/>
                  </a:lnTo>
                  <a:lnTo>
                    <a:pt x="888133" y="1764316"/>
                  </a:lnTo>
                  <a:lnTo>
                    <a:pt x="883365" y="1768738"/>
                  </a:lnTo>
                  <a:lnTo>
                    <a:pt x="878495" y="1773160"/>
                  </a:lnTo>
                  <a:lnTo>
                    <a:pt x="873412" y="1777581"/>
                  </a:lnTo>
                  <a:lnTo>
                    <a:pt x="868262" y="1782003"/>
                  </a:lnTo>
                  <a:lnTo>
                    <a:pt x="862938" y="1786425"/>
                  </a:lnTo>
                  <a:lnTo>
                    <a:pt x="857516" y="1790847"/>
                  </a:lnTo>
                  <a:lnTo>
                    <a:pt x="851994" y="1795269"/>
                  </a:lnTo>
                  <a:lnTo>
                    <a:pt x="846332" y="1799691"/>
                  </a:lnTo>
                  <a:lnTo>
                    <a:pt x="840619" y="1804112"/>
                  </a:lnTo>
                  <a:lnTo>
                    <a:pt x="834764" y="1808534"/>
                  </a:lnTo>
                  <a:lnTo>
                    <a:pt x="828856" y="1812956"/>
                  </a:lnTo>
                  <a:lnTo>
                    <a:pt x="822865" y="1817378"/>
                  </a:lnTo>
                  <a:lnTo>
                    <a:pt x="816795" y="1821800"/>
                  </a:lnTo>
                  <a:lnTo>
                    <a:pt x="810689" y="1826222"/>
                  </a:lnTo>
                  <a:lnTo>
                    <a:pt x="804491" y="1830643"/>
                  </a:lnTo>
                  <a:lnTo>
                    <a:pt x="798270" y="1835065"/>
                  </a:lnTo>
                  <a:lnTo>
                    <a:pt x="791996" y="1839487"/>
                  </a:lnTo>
                  <a:lnTo>
                    <a:pt x="785691" y="1843909"/>
                  </a:lnTo>
                  <a:lnTo>
                    <a:pt x="779364" y="1848331"/>
                  </a:lnTo>
                  <a:lnTo>
                    <a:pt x="773006" y="1852753"/>
                  </a:lnTo>
                  <a:lnTo>
                    <a:pt x="766642" y="1857175"/>
                  </a:lnTo>
                  <a:lnTo>
                    <a:pt x="760266" y="1861596"/>
                  </a:lnTo>
                  <a:lnTo>
                    <a:pt x="753891" y="1866018"/>
                  </a:lnTo>
                  <a:lnTo>
                    <a:pt x="747518" y="1870440"/>
                  </a:lnTo>
                  <a:lnTo>
                    <a:pt x="741161" y="1874862"/>
                  </a:lnTo>
                  <a:lnTo>
                    <a:pt x="734812" y="1879284"/>
                  </a:lnTo>
                  <a:lnTo>
                    <a:pt x="728499" y="1883706"/>
                  </a:lnTo>
                  <a:lnTo>
                    <a:pt x="722206" y="1888127"/>
                  </a:lnTo>
                  <a:lnTo>
                    <a:pt x="715947" y="1892549"/>
                  </a:lnTo>
                  <a:lnTo>
                    <a:pt x="709735" y="1896971"/>
                  </a:lnTo>
                  <a:lnTo>
                    <a:pt x="703547" y="1901393"/>
                  </a:lnTo>
                  <a:lnTo>
                    <a:pt x="697438" y="1905815"/>
                  </a:lnTo>
                  <a:lnTo>
                    <a:pt x="691358" y="1910237"/>
                  </a:lnTo>
                  <a:lnTo>
                    <a:pt x="685352" y="1914659"/>
                  </a:lnTo>
                  <a:lnTo>
                    <a:pt x="679405" y="1919080"/>
                  </a:lnTo>
                  <a:lnTo>
                    <a:pt x="673509" y="1923502"/>
                  </a:lnTo>
                  <a:lnTo>
                    <a:pt x="667714" y="1927924"/>
                  </a:lnTo>
                  <a:lnTo>
                    <a:pt x="661957" y="1932346"/>
                  </a:lnTo>
                  <a:lnTo>
                    <a:pt x="656313" y="1936768"/>
                  </a:lnTo>
                  <a:lnTo>
                    <a:pt x="650731" y="1941190"/>
                  </a:lnTo>
                  <a:lnTo>
                    <a:pt x="645228" y="1945611"/>
                  </a:lnTo>
                  <a:lnTo>
                    <a:pt x="639833" y="1950033"/>
                  </a:lnTo>
                  <a:lnTo>
                    <a:pt x="634483" y="1954455"/>
                  </a:lnTo>
                  <a:lnTo>
                    <a:pt x="629285" y="1958877"/>
                  </a:lnTo>
                  <a:lnTo>
                    <a:pt x="624138" y="1963299"/>
                  </a:lnTo>
                  <a:lnTo>
                    <a:pt x="619102" y="1967721"/>
                  </a:lnTo>
                  <a:lnTo>
                    <a:pt x="614169" y="1972143"/>
                  </a:lnTo>
                  <a:lnTo>
                    <a:pt x="609299" y="1976564"/>
                  </a:lnTo>
                  <a:lnTo>
                    <a:pt x="604585" y="1980986"/>
                  </a:lnTo>
                  <a:lnTo>
                    <a:pt x="599924" y="1985408"/>
                  </a:lnTo>
                  <a:lnTo>
                    <a:pt x="595399" y="1989830"/>
                  </a:lnTo>
                  <a:lnTo>
                    <a:pt x="590963" y="1994252"/>
                  </a:lnTo>
                  <a:lnTo>
                    <a:pt x="586614" y="1998674"/>
                  </a:lnTo>
                  <a:lnTo>
                    <a:pt x="582409" y="2003095"/>
                  </a:lnTo>
                  <a:lnTo>
                    <a:pt x="578256" y="2007517"/>
                  </a:lnTo>
                  <a:lnTo>
                    <a:pt x="574262" y="2011939"/>
                  </a:lnTo>
                  <a:lnTo>
                    <a:pt x="570340" y="2016361"/>
                  </a:lnTo>
                  <a:lnTo>
                    <a:pt x="566523" y="2020783"/>
                  </a:lnTo>
                  <a:lnTo>
                    <a:pt x="562830" y="2025205"/>
                  </a:lnTo>
                  <a:lnTo>
                    <a:pt x="559191" y="2029627"/>
                  </a:lnTo>
                  <a:lnTo>
                    <a:pt x="555725" y="2034048"/>
                  </a:lnTo>
                  <a:lnTo>
                    <a:pt x="552311" y="2038470"/>
                  </a:lnTo>
                  <a:lnTo>
                    <a:pt x="549019" y="2042892"/>
                  </a:lnTo>
                  <a:lnTo>
                    <a:pt x="545827" y="2047314"/>
                  </a:lnTo>
                  <a:lnTo>
                    <a:pt x="542704" y="2051736"/>
                  </a:lnTo>
                  <a:lnTo>
                    <a:pt x="539729" y="2056158"/>
                  </a:lnTo>
                  <a:lnTo>
                    <a:pt x="536803" y="2060579"/>
                  </a:lnTo>
                  <a:lnTo>
                    <a:pt x="534010" y="2065001"/>
                  </a:lnTo>
                  <a:lnTo>
                    <a:pt x="531292" y="2069423"/>
                  </a:lnTo>
                  <a:lnTo>
                    <a:pt x="528657" y="2073845"/>
                  </a:lnTo>
                  <a:lnTo>
                    <a:pt x="526141" y="2078267"/>
                  </a:lnTo>
                  <a:lnTo>
                    <a:pt x="523671" y="2082689"/>
                  </a:lnTo>
                  <a:lnTo>
                    <a:pt x="521339" y="2087111"/>
                  </a:lnTo>
                  <a:lnTo>
                    <a:pt x="519060" y="2091532"/>
                  </a:lnTo>
                  <a:lnTo>
                    <a:pt x="516871" y="2095954"/>
                  </a:lnTo>
                  <a:lnTo>
                    <a:pt x="514775" y="2100376"/>
                  </a:lnTo>
                  <a:lnTo>
                    <a:pt x="512725" y="2104798"/>
                  </a:lnTo>
                  <a:lnTo>
                    <a:pt x="510803" y="2109220"/>
                  </a:lnTo>
                  <a:lnTo>
                    <a:pt x="508920" y="2113642"/>
                  </a:lnTo>
                  <a:lnTo>
                    <a:pt x="507130" y="2118063"/>
                  </a:lnTo>
                  <a:lnTo>
                    <a:pt x="505409" y="2122485"/>
                  </a:lnTo>
                  <a:lnTo>
                    <a:pt x="503742" y="2126907"/>
                  </a:lnTo>
                  <a:lnTo>
                    <a:pt x="502174" y="2131329"/>
                  </a:lnTo>
                  <a:lnTo>
                    <a:pt x="500640" y="2135751"/>
                  </a:lnTo>
                  <a:lnTo>
                    <a:pt x="499199" y="2140173"/>
                  </a:lnTo>
                  <a:lnTo>
                    <a:pt x="497806" y="2144595"/>
                  </a:lnTo>
                  <a:lnTo>
                    <a:pt x="496470" y="2149016"/>
                  </a:lnTo>
                  <a:lnTo>
                    <a:pt x="495209" y="2153438"/>
                  </a:lnTo>
                  <a:lnTo>
                    <a:pt x="493977" y="2157860"/>
                  </a:lnTo>
                  <a:lnTo>
                    <a:pt x="492834" y="2162282"/>
                  </a:lnTo>
                  <a:lnTo>
                    <a:pt x="491722" y="2166704"/>
                  </a:lnTo>
                  <a:lnTo>
                    <a:pt x="490669" y="2171126"/>
                  </a:lnTo>
                  <a:lnTo>
                    <a:pt x="489668" y="2175547"/>
                  </a:lnTo>
                  <a:lnTo>
                    <a:pt x="488698" y="2179969"/>
                  </a:lnTo>
                  <a:lnTo>
                    <a:pt x="487800" y="2184391"/>
                  </a:lnTo>
                  <a:lnTo>
                    <a:pt x="486925" y="2188813"/>
                  </a:lnTo>
                  <a:lnTo>
                    <a:pt x="486106" y="2193235"/>
                  </a:lnTo>
                  <a:lnTo>
                    <a:pt x="485323" y="2197657"/>
                  </a:lnTo>
                  <a:lnTo>
                    <a:pt x="484573" y="2202079"/>
                  </a:lnTo>
                  <a:lnTo>
                    <a:pt x="483875" y="2206500"/>
                  </a:lnTo>
                  <a:lnTo>
                    <a:pt x="483196" y="2210922"/>
                  </a:lnTo>
                  <a:lnTo>
                    <a:pt x="482569" y="2215344"/>
                  </a:lnTo>
                  <a:lnTo>
                    <a:pt x="481965" y="2219766"/>
                  </a:lnTo>
                  <a:lnTo>
                    <a:pt x="481392" y="2224188"/>
                  </a:lnTo>
                  <a:lnTo>
                    <a:pt x="480857" y="2228610"/>
                  </a:lnTo>
                  <a:lnTo>
                    <a:pt x="480337" y="2233031"/>
                  </a:lnTo>
                  <a:lnTo>
                    <a:pt x="479864" y="2237453"/>
                  </a:lnTo>
                  <a:lnTo>
                    <a:pt x="479404" y="2241875"/>
                  </a:lnTo>
                  <a:lnTo>
                    <a:pt x="478974" y="2246297"/>
                  </a:lnTo>
                  <a:lnTo>
                    <a:pt x="478569" y="2250719"/>
                  </a:lnTo>
                  <a:lnTo>
                    <a:pt x="478180" y="2255141"/>
                  </a:lnTo>
                  <a:lnTo>
                    <a:pt x="477824" y="2259563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207552" y="1957278"/>
              <a:ext cx="945127" cy="2380530"/>
            </a:xfrm>
            <a:custGeom>
              <a:avLst/>
              <a:pathLst>
                <a:path w="945127" h="2380530">
                  <a:moveTo>
                    <a:pt x="467396" y="2380530"/>
                  </a:moveTo>
                  <a:lnTo>
                    <a:pt x="467075" y="2375871"/>
                  </a:lnTo>
                  <a:lnTo>
                    <a:pt x="466740" y="2371213"/>
                  </a:lnTo>
                  <a:lnTo>
                    <a:pt x="466380" y="2366554"/>
                  </a:lnTo>
                  <a:lnTo>
                    <a:pt x="466011" y="2361895"/>
                  </a:lnTo>
                  <a:lnTo>
                    <a:pt x="465608" y="2357237"/>
                  </a:lnTo>
                  <a:lnTo>
                    <a:pt x="465197" y="2352578"/>
                  </a:lnTo>
                  <a:lnTo>
                    <a:pt x="464754" y="2347920"/>
                  </a:lnTo>
                  <a:lnTo>
                    <a:pt x="464295" y="2343261"/>
                  </a:lnTo>
                  <a:lnTo>
                    <a:pt x="463811" y="2338603"/>
                  </a:lnTo>
                  <a:lnTo>
                    <a:pt x="463299" y="2333944"/>
                  </a:lnTo>
                  <a:lnTo>
                    <a:pt x="462771" y="2329285"/>
                  </a:lnTo>
                  <a:lnTo>
                    <a:pt x="462202" y="2324627"/>
                  </a:lnTo>
                  <a:lnTo>
                    <a:pt x="461622" y="2319968"/>
                  </a:lnTo>
                  <a:lnTo>
                    <a:pt x="460994" y="2315310"/>
                  </a:lnTo>
                  <a:lnTo>
                    <a:pt x="460351" y="2310651"/>
                  </a:lnTo>
                  <a:lnTo>
                    <a:pt x="459669" y="2305993"/>
                  </a:lnTo>
                  <a:lnTo>
                    <a:pt x="458957" y="2301334"/>
                  </a:lnTo>
                  <a:lnTo>
                    <a:pt x="458217" y="2296675"/>
                  </a:lnTo>
                  <a:lnTo>
                    <a:pt x="457430" y="2292017"/>
                  </a:lnTo>
                  <a:lnTo>
                    <a:pt x="456628" y="2287358"/>
                  </a:lnTo>
                  <a:lnTo>
                    <a:pt x="455762" y="2282700"/>
                  </a:lnTo>
                  <a:lnTo>
                    <a:pt x="454880" y="2278041"/>
                  </a:lnTo>
                  <a:lnTo>
                    <a:pt x="453941" y="2273383"/>
                  </a:lnTo>
                  <a:lnTo>
                    <a:pt x="452972" y="2268724"/>
                  </a:lnTo>
                  <a:lnTo>
                    <a:pt x="451959" y="2264065"/>
                  </a:lnTo>
                  <a:lnTo>
                    <a:pt x="450897" y="2259407"/>
                  </a:lnTo>
                  <a:lnTo>
                    <a:pt x="449805" y="2254748"/>
                  </a:lnTo>
                  <a:lnTo>
                    <a:pt x="448643" y="2250090"/>
                  </a:lnTo>
                  <a:lnTo>
                    <a:pt x="447461" y="2245431"/>
                  </a:lnTo>
                  <a:lnTo>
                    <a:pt x="446200" y="2240773"/>
                  </a:lnTo>
                  <a:lnTo>
                    <a:pt x="444910" y="2236114"/>
                  </a:lnTo>
                  <a:lnTo>
                    <a:pt x="443557" y="2231455"/>
                  </a:lnTo>
                  <a:lnTo>
                    <a:pt x="442153" y="2226797"/>
                  </a:lnTo>
                  <a:lnTo>
                    <a:pt x="440704" y="2222138"/>
                  </a:lnTo>
                  <a:lnTo>
                    <a:pt x="439178" y="2217480"/>
                  </a:lnTo>
                  <a:lnTo>
                    <a:pt x="437628" y="2212821"/>
                  </a:lnTo>
                  <a:lnTo>
                    <a:pt x="435975" y="2208163"/>
                  </a:lnTo>
                  <a:lnTo>
                    <a:pt x="434298" y="2203504"/>
                  </a:lnTo>
                  <a:lnTo>
                    <a:pt x="432533" y="2198845"/>
                  </a:lnTo>
                  <a:lnTo>
                    <a:pt x="430720" y="2194187"/>
                  </a:lnTo>
                  <a:lnTo>
                    <a:pt x="428841" y="2189528"/>
                  </a:lnTo>
                  <a:lnTo>
                    <a:pt x="426886" y="2184870"/>
                  </a:lnTo>
                  <a:lnTo>
                    <a:pt x="424889" y="2180211"/>
                  </a:lnTo>
                  <a:lnTo>
                    <a:pt x="422786" y="2175553"/>
                  </a:lnTo>
                  <a:lnTo>
                    <a:pt x="420655" y="2170894"/>
                  </a:lnTo>
                  <a:lnTo>
                    <a:pt x="418408" y="2166235"/>
                  </a:lnTo>
                  <a:lnTo>
                    <a:pt x="416122" y="2161577"/>
                  </a:lnTo>
                  <a:lnTo>
                    <a:pt x="413745" y="2156918"/>
                  </a:lnTo>
                  <a:lnTo>
                    <a:pt x="411297" y="2152260"/>
                  </a:lnTo>
                  <a:lnTo>
                    <a:pt x="408787" y="2147601"/>
                  </a:lnTo>
                  <a:lnTo>
                    <a:pt x="406173" y="2142943"/>
                  </a:lnTo>
                  <a:lnTo>
                    <a:pt x="403526" y="2138284"/>
                  </a:lnTo>
                  <a:lnTo>
                    <a:pt x="400742" y="2133625"/>
                  </a:lnTo>
                  <a:lnTo>
                    <a:pt x="397925" y="2128967"/>
                  </a:lnTo>
                  <a:lnTo>
                    <a:pt x="394996" y="2124308"/>
                  </a:lnTo>
                  <a:lnTo>
                    <a:pt x="392004" y="2119650"/>
                  </a:lnTo>
                  <a:lnTo>
                    <a:pt x="388929" y="2114991"/>
                  </a:lnTo>
                  <a:lnTo>
                    <a:pt x="385758" y="2110333"/>
                  </a:lnTo>
                  <a:lnTo>
                    <a:pt x="382537" y="2105674"/>
                  </a:lnTo>
                  <a:lnTo>
                    <a:pt x="379186" y="2101015"/>
                  </a:lnTo>
                  <a:lnTo>
                    <a:pt x="375801" y="2096357"/>
                  </a:lnTo>
                  <a:lnTo>
                    <a:pt x="372282" y="2091698"/>
                  </a:lnTo>
                  <a:lnTo>
                    <a:pt x="368715" y="2087040"/>
                  </a:lnTo>
                  <a:lnTo>
                    <a:pt x="365046" y="2082381"/>
                  </a:lnTo>
                  <a:lnTo>
                    <a:pt x="361296" y="2077723"/>
                  </a:lnTo>
                  <a:lnTo>
                    <a:pt x="357478" y="2073064"/>
                  </a:lnTo>
                  <a:lnTo>
                    <a:pt x="353546" y="2068405"/>
                  </a:lnTo>
                  <a:lnTo>
                    <a:pt x="349579" y="2063747"/>
                  </a:lnTo>
                  <a:lnTo>
                    <a:pt x="345466" y="2059088"/>
                  </a:lnTo>
                  <a:lnTo>
                    <a:pt x="341322" y="2054430"/>
                  </a:lnTo>
                  <a:lnTo>
                    <a:pt x="337062" y="2049771"/>
                  </a:lnTo>
                  <a:lnTo>
                    <a:pt x="332741" y="2045113"/>
                  </a:lnTo>
                  <a:lnTo>
                    <a:pt x="328339" y="2040454"/>
                  </a:lnTo>
                  <a:lnTo>
                    <a:pt x="323845" y="2035795"/>
                  </a:lnTo>
                  <a:lnTo>
                    <a:pt x="319304" y="2031137"/>
                  </a:lnTo>
                  <a:lnTo>
                    <a:pt x="314645" y="2026478"/>
                  </a:lnTo>
                  <a:lnTo>
                    <a:pt x="309955" y="2021820"/>
                  </a:lnTo>
                  <a:lnTo>
                    <a:pt x="305149" y="2017161"/>
                  </a:lnTo>
                  <a:lnTo>
                    <a:pt x="300303" y="2012503"/>
                  </a:lnTo>
                  <a:lnTo>
                    <a:pt x="295373" y="2007844"/>
                  </a:lnTo>
                  <a:lnTo>
                    <a:pt x="290378" y="2003185"/>
                  </a:lnTo>
                  <a:lnTo>
                    <a:pt x="285331" y="1998527"/>
                  </a:lnTo>
                  <a:lnTo>
                    <a:pt x="280198" y="1993868"/>
                  </a:lnTo>
                  <a:lnTo>
                    <a:pt x="275039" y="1989210"/>
                  </a:lnTo>
                  <a:lnTo>
                    <a:pt x="269779" y="1984551"/>
                  </a:lnTo>
                  <a:lnTo>
                    <a:pt x="264498" y="1979893"/>
                  </a:lnTo>
                  <a:lnTo>
                    <a:pt x="259144" y="1975234"/>
                  </a:lnTo>
                  <a:lnTo>
                    <a:pt x="253753" y="1970575"/>
                  </a:lnTo>
                  <a:lnTo>
                    <a:pt x="248314" y="1965917"/>
                  </a:lnTo>
                  <a:lnTo>
                    <a:pt x="242827" y="1961258"/>
                  </a:lnTo>
                  <a:lnTo>
                    <a:pt x="237315" y="1956600"/>
                  </a:lnTo>
                  <a:lnTo>
                    <a:pt x="231748" y="1951941"/>
                  </a:lnTo>
                  <a:lnTo>
                    <a:pt x="226167" y="1947283"/>
                  </a:lnTo>
                  <a:lnTo>
                    <a:pt x="220542" y="1942624"/>
                  </a:lnTo>
                  <a:lnTo>
                    <a:pt x="214903" y="1937965"/>
                  </a:lnTo>
                  <a:lnTo>
                    <a:pt x="209239" y="1933307"/>
                  </a:lnTo>
                  <a:lnTo>
                    <a:pt x="203561" y="1928648"/>
                  </a:lnTo>
                  <a:lnTo>
                    <a:pt x="197872" y="1923990"/>
                  </a:lnTo>
                  <a:lnTo>
                    <a:pt x="192173" y="1919331"/>
                  </a:lnTo>
                  <a:lnTo>
                    <a:pt x="186472" y="1914673"/>
                  </a:lnTo>
                  <a:lnTo>
                    <a:pt x="180773" y="1910014"/>
                  </a:lnTo>
                  <a:lnTo>
                    <a:pt x="175078" y="1905355"/>
                  </a:lnTo>
                  <a:lnTo>
                    <a:pt x="169396" y="1900697"/>
                  </a:lnTo>
                  <a:lnTo>
                    <a:pt x="163728" y="1896038"/>
                  </a:lnTo>
                  <a:lnTo>
                    <a:pt x="158078" y="1891380"/>
                  </a:lnTo>
                  <a:lnTo>
                    <a:pt x="152459" y="1886721"/>
                  </a:lnTo>
                  <a:lnTo>
                    <a:pt x="146857" y="1882063"/>
                  </a:lnTo>
                  <a:lnTo>
                    <a:pt x="141310" y="1877404"/>
                  </a:lnTo>
                  <a:lnTo>
                    <a:pt x="135779" y="1872745"/>
                  </a:lnTo>
                  <a:lnTo>
                    <a:pt x="130318" y="1868087"/>
                  </a:lnTo>
                  <a:lnTo>
                    <a:pt x="124889" y="1863428"/>
                  </a:lnTo>
                  <a:lnTo>
                    <a:pt x="119523" y="1858770"/>
                  </a:lnTo>
                  <a:lnTo>
                    <a:pt x="114218" y="1854111"/>
                  </a:lnTo>
                  <a:lnTo>
                    <a:pt x="108963" y="1849453"/>
                  </a:lnTo>
                  <a:lnTo>
                    <a:pt x="103806" y="1844794"/>
                  </a:lnTo>
                  <a:lnTo>
                    <a:pt x="98678" y="1840135"/>
                  </a:lnTo>
                  <a:lnTo>
                    <a:pt x="93691" y="1835477"/>
                  </a:lnTo>
                  <a:lnTo>
                    <a:pt x="88740" y="1830818"/>
                  </a:lnTo>
                  <a:lnTo>
                    <a:pt x="83912" y="1826160"/>
                  </a:lnTo>
                  <a:lnTo>
                    <a:pt x="79161" y="1821501"/>
                  </a:lnTo>
                  <a:lnTo>
                    <a:pt x="74506" y="1816843"/>
                  </a:lnTo>
                  <a:lnTo>
                    <a:pt x="69977" y="1812184"/>
                  </a:lnTo>
                  <a:lnTo>
                    <a:pt x="65510" y="1807525"/>
                  </a:lnTo>
                  <a:lnTo>
                    <a:pt x="61224" y="1802867"/>
                  </a:lnTo>
                  <a:lnTo>
                    <a:pt x="56985" y="1798208"/>
                  </a:lnTo>
                  <a:lnTo>
                    <a:pt x="52936" y="1793550"/>
                  </a:lnTo>
                  <a:lnTo>
                    <a:pt x="48966" y="1788891"/>
                  </a:lnTo>
                  <a:lnTo>
                    <a:pt x="45146" y="1784233"/>
                  </a:lnTo>
                  <a:lnTo>
                    <a:pt x="41463" y="1779574"/>
                  </a:lnTo>
                  <a:lnTo>
                    <a:pt x="37886" y="1774915"/>
                  </a:lnTo>
                  <a:lnTo>
                    <a:pt x="34507" y="1770257"/>
                  </a:lnTo>
                  <a:lnTo>
                    <a:pt x="31185" y="1765598"/>
                  </a:lnTo>
                  <a:lnTo>
                    <a:pt x="28124" y="1760940"/>
                  </a:lnTo>
                  <a:lnTo>
                    <a:pt x="25127" y="1756281"/>
                  </a:lnTo>
                  <a:lnTo>
                    <a:pt x="22340" y="1751623"/>
                  </a:lnTo>
                  <a:lnTo>
                    <a:pt x="19681" y="1746964"/>
                  </a:lnTo>
                  <a:lnTo>
                    <a:pt x="17175" y="1742305"/>
                  </a:lnTo>
                  <a:lnTo>
                    <a:pt x="14867" y="1737647"/>
                  </a:lnTo>
                  <a:lnTo>
                    <a:pt x="12651" y="1732988"/>
                  </a:lnTo>
                  <a:lnTo>
                    <a:pt x="10702" y="1728330"/>
                  </a:lnTo>
                  <a:lnTo>
                    <a:pt x="8819" y="1723671"/>
                  </a:lnTo>
                  <a:lnTo>
                    <a:pt x="7201" y="1719013"/>
                  </a:lnTo>
                  <a:lnTo>
                    <a:pt x="5688" y="1714354"/>
                  </a:lnTo>
                  <a:lnTo>
                    <a:pt x="4374" y="1709695"/>
                  </a:lnTo>
                  <a:lnTo>
                    <a:pt x="3236" y="1705037"/>
                  </a:lnTo>
                  <a:lnTo>
                    <a:pt x="2231" y="1700378"/>
                  </a:lnTo>
                  <a:lnTo>
                    <a:pt x="1470" y="1695720"/>
                  </a:lnTo>
                  <a:lnTo>
                    <a:pt x="779" y="1691061"/>
                  </a:lnTo>
                  <a:lnTo>
                    <a:pt x="424" y="1686792"/>
                  </a:lnTo>
                  <a:lnTo>
                    <a:pt x="392" y="1686403"/>
                  </a:lnTo>
                  <a:lnTo>
                    <a:pt x="78" y="1681744"/>
                  </a:lnTo>
                  <a:lnTo>
                    <a:pt x="0" y="1677085"/>
                  </a:lnTo>
                  <a:lnTo>
                    <a:pt x="62" y="1672427"/>
                  </a:lnTo>
                  <a:lnTo>
                    <a:pt x="289" y="1667768"/>
                  </a:lnTo>
                  <a:lnTo>
                    <a:pt x="723" y="1663110"/>
                  </a:lnTo>
                  <a:lnTo>
                    <a:pt x="1252" y="1658451"/>
                  </a:lnTo>
                  <a:lnTo>
                    <a:pt x="2051" y="1653793"/>
                  </a:lnTo>
                  <a:lnTo>
                    <a:pt x="2915" y="1649134"/>
                  </a:lnTo>
                  <a:lnTo>
                    <a:pt x="4032" y="1644475"/>
                  </a:lnTo>
                  <a:lnTo>
                    <a:pt x="5250" y="1639817"/>
                  </a:lnTo>
                  <a:lnTo>
                    <a:pt x="6651" y="1635158"/>
                  </a:lnTo>
                  <a:lnTo>
                    <a:pt x="8210" y="1630500"/>
                  </a:lnTo>
                  <a:lnTo>
                    <a:pt x="9886" y="1625841"/>
                  </a:lnTo>
                  <a:lnTo>
                    <a:pt x="11773" y="1621183"/>
                  </a:lnTo>
                  <a:lnTo>
                    <a:pt x="13720" y="1616524"/>
                  </a:lnTo>
                  <a:lnTo>
                    <a:pt x="15916" y="1611865"/>
                  </a:lnTo>
                  <a:lnTo>
                    <a:pt x="18171" y="1607207"/>
                  </a:lnTo>
                  <a:lnTo>
                    <a:pt x="20610" y="1602548"/>
                  </a:lnTo>
                  <a:lnTo>
                    <a:pt x="23157" y="1597890"/>
                  </a:lnTo>
                  <a:lnTo>
                    <a:pt x="25826" y="1593231"/>
                  </a:lnTo>
                  <a:lnTo>
                    <a:pt x="28646" y="1588573"/>
                  </a:lnTo>
                  <a:lnTo>
                    <a:pt x="31532" y="1583914"/>
                  </a:lnTo>
                  <a:lnTo>
                    <a:pt x="34605" y="1579255"/>
                  </a:lnTo>
                  <a:lnTo>
                    <a:pt x="37720" y="1574597"/>
                  </a:lnTo>
                  <a:lnTo>
                    <a:pt x="40998" y="1569938"/>
                  </a:lnTo>
                  <a:lnTo>
                    <a:pt x="44338" y="1565280"/>
                  </a:lnTo>
                  <a:lnTo>
                    <a:pt x="47789" y="1560621"/>
                  </a:lnTo>
                  <a:lnTo>
                    <a:pt x="51332" y="1555963"/>
                  </a:lnTo>
                  <a:lnTo>
                    <a:pt x="54940" y="1551304"/>
                  </a:lnTo>
                  <a:lnTo>
                    <a:pt x="58662" y="1546645"/>
                  </a:lnTo>
                  <a:lnTo>
                    <a:pt x="62415" y="1541987"/>
                  </a:lnTo>
                  <a:lnTo>
                    <a:pt x="66289" y="1537328"/>
                  </a:lnTo>
                  <a:lnTo>
                    <a:pt x="70190" y="1532670"/>
                  </a:lnTo>
                  <a:lnTo>
                    <a:pt x="74172" y="1528011"/>
                  </a:lnTo>
                  <a:lnTo>
                    <a:pt x="78197" y="1523353"/>
                  </a:lnTo>
                  <a:lnTo>
                    <a:pt x="82270" y="1518694"/>
                  </a:lnTo>
                  <a:lnTo>
                    <a:pt x="86395" y="1514035"/>
                  </a:lnTo>
                  <a:lnTo>
                    <a:pt x="90542" y="1509377"/>
                  </a:lnTo>
                  <a:lnTo>
                    <a:pt x="94743" y="1504718"/>
                  </a:lnTo>
                  <a:lnTo>
                    <a:pt x="98954" y="1500060"/>
                  </a:lnTo>
                  <a:lnTo>
                    <a:pt x="103200" y="1495401"/>
                  </a:lnTo>
                  <a:lnTo>
                    <a:pt x="107455" y="1490743"/>
                  </a:lnTo>
                  <a:lnTo>
                    <a:pt x="111726" y="1486084"/>
                  </a:lnTo>
                  <a:lnTo>
                    <a:pt x="116002" y="1481425"/>
                  </a:lnTo>
                  <a:lnTo>
                    <a:pt x="120282" y="1476767"/>
                  </a:lnTo>
                  <a:lnTo>
                    <a:pt x="124556" y="1472108"/>
                  </a:lnTo>
                  <a:lnTo>
                    <a:pt x="128829" y="1467450"/>
                  </a:lnTo>
                  <a:lnTo>
                    <a:pt x="133080" y="1462791"/>
                  </a:lnTo>
                  <a:lnTo>
                    <a:pt x="137322" y="1458133"/>
                  </a:lnTo>
                  <a:lnTo>
                    <a:pt x="141537" y="1453474"/>
                  </a:lnTo>
                  <a:lnTo>
                    <a:pt x="145727" y="1448815"/>
                  </a:lnTo>
                  <a:lnTo>
                    <a:pt x="149892" y="1444157"/>
                  </a:lnTo>
                  <a:lnTo>
                    <a:pt x="154011" y="1439498"/>
                  </a:lnTo>
                  <a:lnTo>
                    <a:pt x="158112" y="1434840"/>
                  </a:lnTo>
                  <a:lnTo>
                    <a:pt x="162141" y="1430181"/>
                  </a:lnTo>
                  <a:lnTo>
                    <a:pt x="166152" y="1425523"/>
                  </a:lnTo>
                  <a:lnTo>
                    <a:pt x="170088" y="1420864"/>
                  </a:lnTo>
                  <a:lnTo>
                    <a:pt x="173987" y="1416205"/>
                  </a:lnTo>
                  <a:lnTo>
                    <a:pt x="177823" y="1411547"/>
                  </a:lnTo>
                  <a:lnTo>
                    <a:pt x="181594" y="1406888"/>
                  </a:lnTo>
                  <a:lnTo>
                    <a:pt x="185320" y="1402230"/>
                  </a:lnTo>
                  <a:lnTo>
                    <a:pt x="188948" y="1397571"/>
                  </a:lnTo>
                  <a:lnTo>
                    <a:pt x="192550" y="1392913"/>
                  </a:lnTo>
                  <a:lnTo>
                    <a:pt x="196028" y="1388254"/>
                  </a:lnTo>
                  <a:lnTo>
                    <a:pt x="199471" y="1383595"/>
                  </a:lnTo>
                  <a:lnTo>
                    <a:pt x="202813" y="1378937"/>
                  </a:lnTo>
                  <a:lnTo>
                    <a:pt x="206086" y="1374278"/>
                  </a:lnTo>
                  <a:lnTo>
                    <a:pt x="209285" y="1369620"/>
                  </a:lnTo>
                  <a:lnTo>
                    <a:pt x="212378" y="1364961"/>
                  </a:lnTo>
                  <a:lnTo>
                    <a:pt x="215427" y="1360303"/>
                  </a:lnTo>
                  <a:lnTo>
                    <a:pt x="218333" y="1355644"/>
                  </a:lnTo>
                  <a:lnTo>
                    <a:pt x="221202" y="1350985"/>
                  </a:lnTo>
                  <a:lnTo>
                    <a:pt x="223937" y="1346327"/>
                  </a:lnTo>
                  <a:lnTo>
                    <a:pt x="226611" y="1341668"/>
                  </a:lnTo>
                  <a:lnTo>
                    <a:pt x="229182" y="1337010"/>
                  </a:lnTo>
                  <a:lnTo>
                    <a:pt x="231654" y="1332351"/>
                  </a:lnTo>
                  <a:lnTo>
                    <a:pt x="234059" y="1327693"/>
                  </a:lnTo>
                  <a:lnTo>
                    <a:pt x="236325" y="1323034"/>
                  </a:lnTo>
                  <a:lnTo>
                    <a:pt x="238554" y="1318375"/>
                  </a:lnTo>
                  <a:lnTo>
                    <a:pt x="240620" y="1313717"/>
                  </a:lnTo>
                  <a:lnTo>
                    <a:pt x="242640" y="1309058"/>
                  </a:lnTo>
                  <a:lnTo>
                    <a:pt x="244534" y="1304400"/>
                  </a:lnTo>
                  <a:lnTo>
                    <a:pt x="246344" y="1299741"/>
                  </a:lnTo>
                  <a:lnTo>
                    <a:pt x="248067" y="1295083"/>
                  </a:lnTo>
                  <a:lnTo>
                    <a:pt x="249667" y="1290424"/>
                  </a:lnTo>
                  <a:lnTo>
                    <a:pt x="251218" y="1285765"/>
                  </a:lnTo>
                  <a:lnTo>
                    <a:pt x="252610" y="1281107"/>
                  </a:lnTo>
                  <a:lnTo>
                    <a:pt x="253963" y="1276448"/>
                  </a:lnTo>
                  <a:lnTo>
                    <a:pt x="255175" y="1271790"/>
                  </a:lnTo>
                  <a:lnTo>
                    <a:pt x="256322" y="1267131"/>
                  </a:lnTo>
                  <a:lnTo>
                    <a:pt x="257366" y="1262473"/>
                  </a:lnTo>
                  <a:lnTo>
                    <a:pt x="258310" y="1257814"/>
                  </a:lnTo>
                  <a:lnTo>
                    <a:pt x="259189" y="1253155"/>
                  </a:lnTo>
                  <a:lnTo>
                    <a:pt x="259933" y="1248497"/>
                  </a:lnTo>
                  <a:lnTo>
                    <a:pt x="260641" y="1243838"/>
                  </a:lnTo>
                  <a:lnTo>
                    <a:pt x="261198" y="1239180"/>
                  </a:lnTo>
                  <a:lnTo>
                    <a:pt x="261713" y="1234521"/>
                  </a:lnTo>
                  <a:lnTo>
                    <a:pt x="262114" y="1229862"/>
                  </a:lnTo>
                  <a:lnTo>
                    <a:pt x="262439" y="1225204"/>
                  </a:lnTo>
                  <a:lnTo>
                    <a:pt x="262687" y="1220545"/>
                  </a:lnTo>
                  <a:lnTo>
                    <a:pt x="262829" y="1215887"/>
                  </a:lnTo>
                  <a:lnTo>
                    <a:pt x="262929" y="1211228"/>
                  </a:lnTo>
                  <a:lnTo>
                    <a:pt x="262893" y="1206570"/>
                  </a:lnTo>
                  <a:lnTo>
                    <a:pt x="262826" y="1201911"/>
                  </a:lnTo>
                  <a:lnTo>
                    <a:pt x="262642" y="1197252"/>
                  </a:lnTo>
                  <a:lnTo>
                    <a:pt x="262405" y="1192594"/>
                  </a:lnTo>
                  <a:lnTo>
                    <a:pt x="262086" y="1187935"/>
                  </a:lnTo>
                  <a:lnTo>
                    <a:pt x="261686" y="1183277"/>
                  </a:lnTo>
                  <a:lnTo>
                    <a:pt x="261236" y="1178618"/>
                  </a:lnTo>
                  <a:lnTo>
                    <a:pt x="260681" y="1173960"/>
                  </a:lnTo>
                  <a:lnTo>
                    <a:pt x="260098" y="1169301"/>
                  </a:lnTo>
                  <a:lnTo>
                    <a:pt x="259401" y="1164642"/>
                  </a:lnTo>
                  <a:lnTo>
                    <a:pt x="258671" y="1159984"/>
                  </a:lnTo>
                  <a:lnTo>
                    <a:pt x="257858" y="1155325"/>
                  </a:lnTo>
                  <a:lnTo>
                    <a:pt x="256990" y="1150667"/>
                  </a:lnTo>
                  <a:lnTo>
                    <a:pt x="256066" y="1146008"/>
                  </a:lnTo>
                  <a:lnTo>
                    <a:pt x="255066" y="1141350"/>
                  </a:lnTo>
                  <a:lnTo>
                    <a:pt x="254037" y="1136691"/>
                  </a:lnTo>
                  <a:lnTo>
                    <a:pt x="252912" y="1132032"/>
                  </a:lnTo>
                  <a:lnTo>
                    <a:pt x="251766" y="1127374"/>
                  </a:lnTo>
                  <a:lnTo>
                    <a:pt x="250542" y="1122715"/>
                  </a:lnTo>
                  <a:lnTo>
                    <a:pt x="249282" y="1118057"/>
                  </a:lnTo>
                  <a:lnTo>
                    <a:pt x="247969" y="1113398"/>
                  </a:lnTo>
                  <a:lnTo>
                    <a:pt x="246603" y="1108740"/>
                  </a:lnTo>
                  <a:lnTo>
                    <a:pt x="245205" y="1104081"/>
                  </a:lnTo>
                  <a:lnTo>
                    <a:pt x="243742" y="1099422"/>
                  </a:lnTo>
                  <a:lnTo>
                    <a:pt x="242261" y="1094764"/>
                  </a:lnTo>
                  <a:lnTo>
                    <a:pt x="240713" y="1090105"/>
                  </a:lnTo>
                  <a:lnTo>
                    <a:pt x="239145" y="1085447"/>
                  </a:lnTo>
                  <a:lnTo>
                    <a:pt x="237530" y="1080788"/>
                  </a:lnTo>
                  <a:lnTo>
                    <a:pt x="235883" y="1076130"/>
                  </a:lnTo>
                  <a:lnTo>
                    <a:pt x="234207" y="1071471"/>
                  </a:lnTo>
                  <a:lnTo>
                    <a:pt x="232490" y="1066812"/>
                  </a:lnTo>
                  <a:lnTo>
                    <a:pt x="230758" y="1062154"/>
                  </a:lnTo>
                  <a:lnTo>
                    <a:pt x="228980" y="1057495"/>
                  </a:lnTo>
                  <a:lnTo>
                    <a:pt x="227192" y="1052837"/>
                  </a:lnTo>
                  <a:lnTo>
                    <a:pt x="225369" y="1048178"/>
                  </a:lnTo>
                  <a:lnTo>
                    <a:pt x="223531" y="1043520"/>
                  </a:lnTo>
                  <a:lnTo>
                    <a:pt x="221672" y="1038861"/>
                  </a:lnTo>
                  <a:lnTo>
                    <a:pt x="219793" y="1034202"/>
                  </a:lnTo>
                  <a:lnTo>
                    <a:pt x="217904" y="1029544"/>
                  </a:lnTo>
                  <a:lnTo>
                    <a:pt x="215994" y="1024885"/>
                  </a:lnTo>
                  <a:lnTo>
                    <a:pt x="214080" y="1020227"/>
                  </a:lnTo>
                  <a:lnTo>
                    <a:pt x="212150" y="1015568"/>
                  </a:lnTo>
                  <a:lnTo>
                    <a:pt x="210217" y="1010910"/>
                  </a:lnTo>
                  <a:lnTo>
                    <a:pt x="208277" y="1006251"/>
                  </a:lnTo>
                  <a:lnTo>
                    <a:pt x="206335" y="1001592"/>
                  </a:lnTo>
                  <a:lnTo>
                    <a:pt x="204392" y="996934"/>
                  </a:lnTo>
                  <a:lnTo>
                    <a:pt x="202452" y="992275"/>
                  </a:lnTo>
                  <a:lnTo>
                    <a:pt x="200513" y="987617"/>
                  </a:lnTo>
                  <a:lnTo>
                    <a:pt x="198584" y="982958"/>
                  </a:lnTo>
                  <a:lnTo>
                    <a:pt x="196659" y="978300"/>
                  </a:lnTo>
                  <a:lnTo>
                    <a:pt x="194749" y="973641"/>
                  </a:lnTo>
                  <a:lnTo>
                    <a:pt x="192850" y="968982"/>
                  </a:lnTo>
                  <a:lnTo>
                    <a:pt x="190966" y="964324"/>
                  </a:lnTo>
                  <a:lnTo>
                    <a:pt x="189103" y="959665"/>
                  </a:lnTo>
                  <a:lnTo>
                    <a:pt x="187252" y="955007"/>
                  </a:lnTo>
                  <a:lnTo>
                    <a:pt x="185435" y="950348"/>
                  </a:lnTo>
                  <a:lnTo>
                    <a:pt x="183629" y="945690"/>
                  </a:lnTo>
                  <a:lnTo>
                    <a:pt x="181866" y="941031"/>
                  </a:lnTo>
                  <a:lnTo>
                    <a:pt x="180121" y="936372"/>
                  </a:lnTo>
                  <a:lnTo>
                    <a:pt x="178414" y="931714"/>
                  </a:lnTo>
                  <a:lnTo>
                    <a:pt x="176741" y="927055"/>
                  </a:lnTo>
                  <a:lnTo>
                    <a:pt x="175097" y="922397"/>
                  </a:lnTo>
                  <a:lnTo>
                    <a:pt x="173507" y="917738"/>
                  </a:lnTo>
                  <a:lnTo>
                    <a:pt x="171934" y="913080"/>
                  </a:lnTo>
                  <a:lnTo>
                    <a:pt x="170437" y="908421"/>
                  </a:lnTo>
                  <a:lnTo>
                    <a:pt x="168959" y="903762"/>
                  </a:lnTo>
                  <a:lnTo>
                    <a:pt x="167550" y="899104"/>
                  </a:lnTo>
                  <a:lnTo>
                    <a:pt x="166179" y="894445"/>
                  </a:lnTo>
                  <a:lnTo>
                    <a:pt x="164863" y="889787"/>
                  </a:lnTo>
                  <a:lnTo>
                    <a:pt x="163611" y="885128"/>
                  </a:lnTo>
                  <a:lnTo>
                    <a:pt x="162394" y="880470"/>
                  </a:lnTo>
                  <a:lnTo>
                    <a:pt x="161269" y="875811"/>
                  </a:lnTo>
                  <a:lnTo>
                    <a:pt x="160169" y="871152"/>
                  </a:lnTo>
                  <a:lnTo>
                    <a:pt x="159173" y="866494"/>
                  </a:lnTo>
                  <a:lnTo>
                    <a:pt x="158213" y="861835"/>
                  </a:lnTo>
                  <a:lnTo>
                    <a:pt x="157336" y="857177"/>
                  </a:lnTo>
                  <a:lnTo>
                    <a:pt x="156526" y="852518"/>
                  </a:lnTo>
                  <a:lnTo>
                    <a:pt x="155775" y="847860"/>
                  </a:lnTo>
                  <a:lnTo>
                    <a:pt x="155123" y="843201"/>
                  </a:lnTo>
                  <a:lnTo>
                    <a:pt x="154503" y="838542"/>
                  </a:lnTo>
                  <a:lnTo>
                    <a:pt x="154017" y="833884"/>
                  </a:lnTo>
                  <a:lnTo>
                    <a:pt x="153562" y="829225"/>
                  </a:lnTo>
                  <a:lnTo>
                    <a:pt x="153221" y="824567"/>
                  </a:lnTo>
                  <a:lnTo>
                    <a:pt x="152942" y="819908"/>
                  </a:lnTo>
                  <a:lnTo>
                    <a:pt x="152747" y="815250"/>
                  </a:lnTo>
                  <a:lnTo>
                    <a:pt x="152649" y="810591"/>
                  </a:lnTo>
                  <a:lnTo>
                    <a:pt x="152604" y="805932"/>
                  </a:lnTo>
                  <a:lnTo>
                    <a:pt x="152693" y="801274"/>
                  </a:lnTo>
                  <a:lnTo>
                    <a:pt x="152744" y="799348"/>
                  </a:lnTo>
                  <a:lnTo>
                    <a:pt x="152816" y="796615"/>
                  </a:lnTo>
                  <a:lnTo>
                    <a:pt x="153082" y="791957"/>
                  </a:lnTo>
                  <a:lnTo>
                    <a:pt x="153398" y="787298"/>
                  </a:lnTo>
                  <a:lnTo>
                    <a:pt x="153823" y="782640"/>
                  </a:lnTo>
                  <a:lnTo>
                    <a:pt x="154334" y="777981"/>
                  </a:lnTo>
                  <a:lnTo>
                    <a:pt x="154921" y="773322"/>
                  </a:lnTo>
                  <a:lnTo>
                    <a:pt x="155630" y="768664"/>
                  </a:lnTo>
                  <a:lnTo>
                    <a:pt x="156378" y="764005"/>
                  </a:lnTo>
                  <a:lnTo>
                    <a:pt x="157287" y="759347"/>
                  </a:lnTo>
                  <a:lnTo>
                    <a:pt x="158231" y="754688"/>
                  </a:lnTo>
                  <a:lnTo>
                    <a:pt x="159306" y="750030"/>
                  </a:lnTo>
                  <a:lnTo>
                    <a:pt x="160450" y="745371"/>
                  </a:lnTo>
                  <a:lnTo>
                    <a:pt x="161687" y="740712"/>
                  </a:lnTo>
                  <a:lnTo>
                    <a:pt x="163029" y="736054"/>
                  </a:lnTo>
                  <a:lnTo>
                    <a:pt x="164427" y="731395"/>
                  </a:lnTo>
                  <a:lnTo>
                    <a:pt x="165965" y="726737"/>
                  </a:lnTo>
                  <a:lnTo>
                    <a:pt x="167537" y="722078"/>
                  </a:lnTo>
                  <a:lnTo>
                    <a:pt x="169253" y="717420"/>
                  </a:lnTo>
                  <a:lnTo>
                    <a:pt x="171016" y="712761"/>
                  </a:lnTo>
                  <a:lnTo>
                    <a:pt x="172886" y="708102"/>
                  </a:lnTo>
                  <a:lnTo>
                    <a:pt x="174836" y="703444"/>
                  </a:lnTo>
                  <a:lnTo>
                    <a:pt x="176856" y="698785"/>
                  </a:lnTo>
                  <a:lnTo>
                    <a:pt x="178987" y="694127"/>
                  </a:lnTo>
                  <a:lnTo>
                    <a:pt x="181153" y="689468"/>
                  </a:lnTo>
                  <a:lnTo>
                    <a:pt x="183459" y="684810"/>
                  </a:lnTo>
                  <a:lnTo>
                    <a:pt x="185795" y="680151"/>
                  </a:lnTo>
                  <a:lnTo>
                    <a:pt x="188239" y="675492"/>
                  </a:lnTo>
                  <a:lnTo>
                    <a:pt x="190739" y="670834"/>
                  </a:lnTo>
                  <a:lnTo>
                    <a:pt x="193314" y="666175"/>
                  </a:lnTo>
                  <a:lnTo>
                    <a:pt x="195970" y="661517"/>
                  </a:lnTo>
                  <a:lnTo>
                    <a:pt x="198669" y="656858"/>
                  </a:lnTo>
                  <a:lnTo>
                    <a:pt x="201471" y="652200"/>
                  </a:lnTo>
                  <a:lnTo>
                    <a:pt x="204299" y="647541"/>
                  </a:lnTo>
                  <a:lnTo>
                    <a:pt x="207227" y="642882"/>
                  </a:lnTo>
                  <a:lnTo>
                    <a:pt x="210188" y="638224"/>
                  </a:lnTo>
                  <a:lnTo>
                    <a:pt x="213219" y="633565"/>
                  </a:lnTo>
                  <a:lnTo>
                    <a:pt x="216302" y="628907"/>
                  </a:lnTo>
                  <a:lnTo>
                    <a:pt x="219429" y="624248"/>
                  </a:lnTo>
                  <a:lnTo>
                    <a:pt x="222623" y="619590"/>
                  </a:lnTo>
                  <a:lnTo>
                    <a:pt x="225838" y="614931"/>
                  </a:lnTo>
                  <a:lnTo>
                    <a:pt x="229131" y="610272"/>
                  </a:lnTo>
                  <a:lnTo>
                    <a:pt x="232440" y="605614"/>
                  </a:lnTo>
                  <a:lnTo>
                    <a:pt x="235806" y="600955"/>
                  </a:lnTo>
                  <a:lnTo>
                    <a:pt x="239198" y="596297"/>
                  </a:lnTo>
                  <a:lnTo>
                    <a:pt x="242626" y="591638"/>
                  </a:lnTo>
                  <a:lnTo>
                    <a:pt x="246090" y="586980"/>
                  </a:lnTo>
                  <a:lnTo>
                    <a:pt x="249572" y="582321"/>
                  </a:lnTo>
                  <a:lnTo>
                    <a:pt x="253094" y="577662"/>
                  </a:lnTo>
                  <a:lnTo>
                    <a:pt x="256625" y="573004"/>
                  </a:lnTo>
                  <a:lnTo>
                    <a:pt x="260189" y="568345"/>
                  </a:lnTo>
                  <a:lnTo>
                    <a:pt x="263763" y="563687"/>
                  </a:lnTo>
                  <a:lnTo>
                    <a:pt x="267355" y="559028"/>
                  </a:lnTo>
                  <a:lnTo>
                    <a:pt x="270958" y="554370"/>
                  </a:lnTo>
                  <a:lnTo>
                    <a:pt x="274571" y="549711"/>
                  </a:lnTo>
                  <a:lnTo>
                    <a:pt x="278191" y="545052"/>
                  </a:lnTo>
                  <a:lnTo>
                    <a:pt x="281815" y="540394"/>
                  </a:lnTo>
                  <a:lnTo>
                    <a:pt x="285441" y="535735"/>
                  </a:lnTo>
                  <a:lnTo>
                    <a:pt x="289066" y="531077"/>
                  </a:lnTo>
                  <a:lnTo>
                    <a:pt x="292688" y="526418"/>
                  </a:lnTo>
                  <a:lnTo>
                    <a:pt x="296303" y="521760"/>
                  </a:lnTo>
                  <a:lnTo>
                    <a:pt x="299912" y="517101"/>
                  </a:lnTo>
                  <a:lnTo>
                    <a:pt x="303506" y="512442"/>
                  </a:lnTo>
                  <a:lnTo>
                    <a:pt x="307095" y="507784"/>
                  </a:lnTo>
                  <a:lnTo>
                    <a:pt x="310658" y="503125"/>
                  </a:lnTo>
                  <a:lnTo>
                    <a:pt x="314215" y="498467"/>
                  </a:lnTo>
                  <a:lnTo>
                    <a:pt x="317740" y="493808"/>
                  </a:lnTo>
                  <a:lnTo>
                    <a:pt x="321252" y="489150"/>
                  </a:lnTo>
                  <a:lnTo>
                    <a:pt x="324737" y="484491"/>
                  </a:lnTo>
                  <a:lnTo>
                    <a:pt x="328195" y="479832"/>
                  </a:lnTo>
                  <a:lnTo>
                    <a:pt x="331633" y="475174"/>
                  </a:lnTo>
                  <a:lnTo>
                    <a:pt x="335028" y="470515"/>
                  </a:lnTo>
                  <a:lnTo>
                    <a:pt x="338412" y="465857"/>
                  </a:lnTo>
                  <a:lnTo>
                    <a:pt x="341738" y="461198"/>
                  </a:lnTo>
                  <a:lnTo>
                    <a:pt x="345049" y="456540"/>
                  </a:lnTo>
                  <a:lnTo>
                    <a:pt x="348310" y="451881"/>
                  </a:lnTo>
                  <a:lnTo>
                    <a:pt x="351541" y="447222"/>
                  </a:lnTo>
                  <a:lnTo>
                    <a:pt x="354734" y="442564"/>
                  </a:lnTo>
                  <a:lnTo>
                    <a:pt x="357879" y="437905"/>
                  </a:lnTo>
                  <a:lnTo>
                    <a:pt x="361000" y="433247"/>
                  </a:lnTo>
                  <a:lnTo>
                    <a:pt x="364052" y="428588"/>
                  </a:lnTo>
                  <a:lnTo>
                    <a:pt x="367087" y="423930"/>
                  </a:lnTo>
                  <a:lnTo>
                    <a:pt x="370052" y="419271"/>
                  </a:lnTo>
                  <a:lnTo>
                    <a:pt x="372989" y="414612"/>
                  </a:lnTo>
                  <a:lnTo>
                    <a:pt x="375871" y="409954"/>
                  </a:lnTo>
                  <a:lnTo>
                    <a:pt x="378705" y="405295"/>
                  </a:lnTo>
                  <a:lnTo>
                    <a:pt x="381502" y="400637"/>
                  </a:lnTo>
                  <a:lnTo>
                    <a:pt x="384231" y="395978"/>
                  </a:lnTo>
                  <a:lnTo>
                    <a:pt x="386940" y="391320"/>
                  </a:lnTo>
                  <a:lnTo>
                    <a:pt x="389561" y="386661"/>
                  </a:lnTo>
                  <a:lnTo>
                    <a:pt x="392161" y="382002"/>
                  </a:lnTo>
                  <a:lnTo>
                    <a:pt x="394692" y="377344"/>
                  </a:lnTo>
                  <a:lnTo>
                    <a:pt x="397182" y="372685"/>
                  </a:lnTo>
                  <a:lnTo>
                    <a:pt x="399622" y="368027"/>
                  </a:lnTo>
                  <a:lnTo>
                    <a:pt x="402000" y="363368"/>
                  </a:lnTo>
                  <a:lnTo>
                    <a:pt x="404348" y="358710"/>
                  </a:lnTo>
                  <a:lnTo>
                    <a:pt x="406613" y="354051"/>
                  </a:lnTo>
                  <a:lnTo>
                    <a:pt x="408859" y="349392"/>
                  </a:lnTo>
                  <a:lnTo>
                    <a:pt x="411023" y="344734"/>
                  </a:lnTo>
                  <a:lnTo>
                    <a:pt x="413156" y="340075"/>
                  </a:lnTo>
                  <a:lnTo>
                    <a:pt x="415230" y="335417"/>
                  </a:lnTo>
                  <a:lnTo>
                    <a:pt x="417252" y="330758"/>
                  </a:lnTo>
                  <a:lnTo>
                    <a:pt x="419234" y="326100"/>
                  </a:lnTo>
                  <a:lnTo>
                    <a:pt x="421146" y="321441"/>
                  </a:lnTo>
                  <a:lnTo>
                    <a:pt x="423038" y="316782"/>
                  </a:lnTo>
                  <a:lnTo>
                    <a:pt x="424843" y="312124"/>
                  </a:lnTo>
                  <a:lnTo>
                    <a:pt x="426627" y="307465"/>
                  </a:lnTo>
                  <a:lnTo>
                    <a:pt x="428345" y="302807"/>
                  </a:lnTo>
                  <a:lnTo>
                    <a:pt x="430023" y="298148"/>
                  </a:lnTo>
                  <a:lnTo>
                    <a:pt x="431656" y="293490"/>
                  </a:lnTo>
                  <a:lnTo>
                    <a:pt x="433232" y="288831"/>
                  </a:lnTo>
                  <a:lnTo>
                    <a:pt x="434781" y="284172"/>
                  </a:lnTo>
                  <a:lnTo>
                    <a:pt x="436257" y="279514"/>
                  </a:lnTo>
                  <a:lnTo>
                    <a:pt x="437714" y="274855"/>
                  </a:lnTo>
                  <a:lnTo>
                    <a:pt x="439103" y="270197"/>
                  </a:lnTo>
                  <a:lnTo>
                    <a:pt x="440465" y="265538"/>
                  </a:lnTo>
                  <a:lnTo>
                    <a:pt x="441776" y="260880"/>
                  </a:lnTo>
                  <a:lnTo>
                    <a:pt x="443045" y="256221"/>
                  </a:lnTo>
                  <a:lnTo>
                    <a:pt x="444283" y="251562"/>
                  </a:lnTo>
                  <a:lnTo>
                    <a:pt x="445463" y="246904"/>
                  </a:lnTo>
                  <a:lnTo>
                    <a:pt x="446627" y="242245"/>
                  </a:lnTo>
                  <a:lnTo>
                    <a:pt x="447722" y="237587"/>
                  </a:lnTo>
                  <a:lnTo>
                    <a:pt x="448802" y="232928"/>
                  </a:lnTo>
                  <a:lnTo>
                    <a:pt x="449831" y="228270"/>
                  </a:lnTo>
                  <a:lnTo>
                    <a:pt x="450830" y="223611"/>
                  </a:lnTo>
                  <a:lnTo>
                    <a:pt x="451795" y="218952"/>
                  </a:lnTo>
                  <a:lnTo>
                    <a:pt x="452718" y="214294"/>
                  </a:lnTo>
                  <a:lnTo>
                    <a:pt x="453621" y="209635"/>
                  </a:lnTo>
                  <a:lnTo>
                    <a:pt x="454471" y="204977"/>
                  </a:lnTo>
                  <a:lnTo>
                    <a:pt x="455308" y="200318"/>
                  </a:lnTo>
                  <a:lnTo>
                    <a:pt x="456097" y="195660"/>
                  </a:lnTo>
                  <a:lnTo>
                    <a:pt x="456866" y="191001"/>
                  </a:lnTo>
                  <a:lnTo>
                    <a:pt x="457601" y="186342"/>
                  </a:lnTo>
                  <a:lnTo>
                    <a:pt x="458307" y="181684"/>
                  </a:lnTo>
                  <a:lnTo>
                    <a:pt x="458991" y="177025"/>
                  </a:lnTo>
                  <a:lnTo>
                    <a:pt x="459636" y="172367"/>
                  </a:lnTo>
                  <a:lnTo>
                    <a:pt x="460271" y="167708"/>
                  </a:lnTo>
                  <a:lnTo>
                    <a:pt x="460862" y="163050"/>
                  </a:lnTo>
                  <a:lnTo>
                    <a:pt x="461441" y="158391"/>
                  </a:lnTo>
                  <a:lnTo>
                    <a:pt x="461989" y="153732"/>
                  </a:lnTo>
                  <a:lnTo>
                    <a:pt x="462517" y="149074"/>
                  </a:lnTo>
                  <a:lnTo>
                    <a:pt x="463023" y="144415"/>
                  </a:lnTo>
                  <a:lnTo>
                    <a:pt x="463503" y="139757"/>
                  </a:lnTo>
                  <a:lnTo>
                    <a:pt x="463971" y="135098"/>
                  </a:lnTo>
                  <a:lnTo>
                    <a:pt x="464406" y="130440"/>
                  </a:lnTo>
                  <a:lnTo>
                    <a:pt x="464833" y="125781"/>
                  </a:lnTo>
                  <a:lnTo>
                    <a:pt x="465232" y="121122"/>
                  </a:lnTo>
                  <a:lnTo>
                    <a:pt x="465618" y="116464"/>
                  </a:lnTo>
                  <a:lnTo>
                    <a:pt x="465985" y="111805"/>
                  </a:lnTo>
                  <a:lnTo>
                    <a:pt x="466334" y="107147"/>
                  </a:lnTo>
                  <a:lnTo>
                    <a:pt x="466671" y="102488"/>
                  </a:lnTo>
                  <a:lnTo>
                    <a:pt x="466985" y="97830"/>
                  </a:lnTo>
                  <a:lnTo>
                    <a:pt x="467294" y="93171"/>
                  </a:lnTo>
                  <a:lnTo>
                    <a:pt x="467577" y="88512"/>
                  </a:lnTo>
                  <a:lnTo>
                    <a:pt x="467854" y="83854"/>
                  </a:lnTo>
                  <a:lnTo>
                    <a:pt x="468113" y="79195"/>
                  </a:lnTo>
                  <a:lnTo>
                    <a:pt x="468362" y="74537"/>
                  </a:lnTo>
                  <a:lnTo>
                    <a:pt x="468599" y="69878"/>
                  </a:lnTo>
                  <a:lnTo>
                    <a:pt x="468822" y="65220"/>
                  </a:lnTo>
                  <a:lnTo>
                    <a:pt x="469038" y="60561"/>
                  </a:lnTo>
                  <a:lnTo>
                    <a:pt x="469237" y="55902"/>
                  </a:lnTo>
                  <a:lnTo>
                    <a:pt x="469431" y="51244"/>
                  </a:lnTo>
                  <a:lnTo>
                    <a:pt x="469611" y="46585"/>
                  </a:lnTo>
                  <a:lnTo>
                    <a:pt x="469784" y="41927"/>
                  </a:lnTo>
                  <a:lnTo>
                    <a:pt x="469947" y="37268"/>
                  </a:lnTo>
                  <a:lnTo>
                    <a:pt x="470101" y="32610"/>
                  </a:lnTo>
                  <a:lnTo>
                    <a:pt x="470249" y="27951"/>
                  </a:lnTo>
                  <a:lnTo>
                    <a:pt x="470386" y="23292"/>
                  </a:lnTo>
                  <a:lnTo>
                    <a:pt x="470520" y="18634"/>
                  </a:lnTo>
                  <a:lnTo>
                    <a:pt x="470642" y="13975"/>
                  </a:lnTo>
                  <a:lnTo>
                    <a:pt x="470760" y="9317"/>
                  </a:lnTo>
                  <a:lnTo>
                    <a:pt x="470870" y="4658"/>
                  </a:lnTo>
                  <a:lnTo>
                    <a:pt x="470974" y="0"/>
                  </a:lnTo>
                  <a:lnTo>
                    <a:pt x="474152" y="0"/>
                  </a:lnTo>
                  <a:lnTo>
                    <a:pt x="474257" y="4658"/>
                  </a:lnTo>
                  <a:lnTo>
                    <a:pt x="474366" y="9317"/>
                  </a:lnTo>
                  <a:lnTo>
                    <a:pt x="474485" y="13975"/>
                  </a:lnTo>
                  <a:lnTo>
                    <a:pt x="474606" y="18634"/>
                  </a:lnTo>
                  <a:lnTo>
                    <a:pt x="474740" y="23292"/>
                  </a:lnTo>
                  <a:lnTo>
                    <a:pt x="474877" y="27951"/>
                  </a:lnTo>
                  <a:lnTo>
                    <a:pt x="475025" y="32610"/>
                  </a:lnTo>
                  <a:lnTo>
                    <a:pt x="475179" y="37268"/>
                  </a:lnTo>
                  <a:lnTo>
                    <a:pt x="475342" y="41927"/>
                  </a:lnTo>
                  <a:lnTo>
                    <a:pt x="475516" y="46585"/>
                  </a:lnTo>
                  <a:lnTo>
                    <a:pt x="475695" y="51244"/>
                  </a:lnTo>
                  <a:lnTo>
                    <a:pt x="475890" y="55902"/>
                  </a:lnTo>
                  <a:lnTo>
                    <a:pt x="476088" y="60561"/>
                  </a:lnTo>
                  <a:lnTo>
                    <a:pt x="476305" y="65220"/>
                  </a:lnTo>
                  <a:lnTo>
                    <a:pt x="476527" y="69878"/>
                  </a:lnTo>
                  <a:lnTo>
                    <a:pt x="476764" y="74537"/>
                  </a:lnTo>
                  <a:lnTo>
                    <a:pt x="477013" y="79195"/>
                  </a:lnTo>
                  <a:lnTo>
                    <a:pt x="477272" y="83854"/>
                  </a:lnTo>
                  <a:lnTo>
                    <a:pt x="477550" y="88512"/>
                  </a:lnTo>
                  <a:lnTo>
                    <a:pt x="477833" y="93171"/>
                  </a:lnTo>
                  <a:lnTo>
                    <a:pt x="478141" y="97830"/>
                  </a:lnTo>
                  <a:lnTo>
                    <a:pt x="478456" y="102488"/>
                  </a:lnTo>
                  <a:lnTo>
                    <a:pt x="478793" y="107147"/>
                  </a:lnTo>
                  <a:lnTo>
                    <a:pt x="479142" y="111805"/>
                  </a:lnTo>
                  <a:lnTo>
                    <a:pt x="479508" y="116464"/>
                  </a:lnTo>
                  <a:lnTo>
                    <a:pt x="479895" y="121122"/>
                  </a:lnTo>
                  <a:lnTo>
                    <a:pt x="480293" y="125781"/>
                  </a:lnTo>
                  <a:lnTo>
                    <a:pt x="480720" y="130440"/>
                  </a:lnTo>
                  <a:lnTo>
                    <a:pt x="481155" y="135098"/>
                  </a:lnTo>
                  <a:lnTo>
                    <a:pt x="481624" y="139757"/>
                  </a:lnTo>
                  <a:lnTo>
                    <a:pt x="482103" y="144415"/>
                  </a:lnTo>
                  <a:lnTo>
                    <a:pt x="482610" y="149074"/>
                  </a:lnTo>
                  <a:lnTo>
                    <a:pt x="483138" y="153732"/>
                  </a:lnTo>
                  <a:lnTo>
                    <a:pt x="483685" y="158391"/>
                  </a:lnTo>
                  <a:lnTo>
                    <a:pt x="484265" y="163050"/>
                  </a:lnTo>
                  <a:lnTo>
                    <a:pt x="484855" y="167708"/>
                  </a:lnTo>
                  <a:lnTo>
                    <a:pt x="485490" y="172367"/>
                  </a:lnTo>
                  <a:lnTo>
                    <a:pt x="486136" y="177025"/>
                  </a:lnTo>
                  <a:lnTo>
                    <a:pt x="486820" y="181684"/>
                  </a:lnTo>
                  <a:lnTo>
                    <a:pt x="487525" y="186342"/>
                  </a:lnTo>
                  <a:lnTo>
                    <a:pt x="488260" y="191001"/>
                  </a:lnTo>
                  <a:lnTo>
                    <a:pt x="489030" y="195660"/>
                  </a:lnTo>
                  <a:lnTo>
                    <a:pt x="489818" y="200318"/>
                  </a:lnTo>
                  <a:lnTo>
                    <a:pt x="490655" y="204977"/>
                  </a:lnTo>
                  <a:lnTo>
                    <a:pt x="491505" y="209635"/>
                  </a:lnTo>
                  <a:lnTo>
                    <a:pt x="492409" y="214294"/>
                  </a:lnTo>
                  <a:lnTo>
                    <a:pt x="493331" y="218952"/>
                  </a:lnTo>
                  <a:lnTo>
                    <a:pt x="494296" y="223611"/>
                  </a:lnTo>
                  <a:lnTo>
                    <a:pt x="495295" y="228270"/>
                  </a:lnTo>
                  <a:lnTo>
                    <a:pt x="496324" y="232928"/>
                  </a:lnTo>
                  <a:lnTo>
                    <a:pt x="497404" y="237587"/>
                  </a:lnTo>
                  <a:lnTo>
                    <a:pt x="498500" y="242245"/>
                  </a:lnTo>
                  <a:lnTo>
                    <a:pt x="499664" y="246904"/>
                  </a:lnTo>
                  <a:lnTo>
                    <a:pt x="500844" y="251562"/>
                  </a:lnTo>
                  <a:lnTo>
                    <a:pt x="502081" y="256221"/>
                  </a:lnTo>
                  <a:lnTo>
                    <a:pt x="503350" y="260880"/>
                  </a:lnTo>
                  <a:lnTo>
                    <a:pt x="504662" y="265538"/>
                  </a:lnTo>
                  <a:lnTo>
                    <a:pt x="506024" y="270197"/>
                  </a:lnTo>
                  <a:lnTo>
                    <a:pt x="507412" y="274855"/>
                  </a:lnTo>
                  <a:lnTo>
                    <a:pt x="508870" y="279514"/>
                  </a:lnTo>
                  <a:lnTo>
                    <a:pt x="510345" y="284172"/>
                  </a:lnTo>
                  <a:lnTo>
                    <a:pt x="511895" y="288831"/>
                  </a:lnTo>
                  <a:lnTo>
                    <a:pt x="513470" y="293490"/>
                  </a:lnTo>
                  <a:lnTo>
                    <a:pt x="515103" y="298148"/>
                  </a:lnTo>
                  <a:lnTo>
                    <a:pt x="516782" y="302807"/>
                  </a:lnTo>
                  <a:lnTo>
                    <a:pt x="518499" y="307465"/>
                  </a:lnTo>
                  <a:lnTo>
                    <a:pt x="520284" y="312124"/>
                  </a:lnTo>
                  <a:lnTo>
                    <a:pt x="522088" y="316782"/>
                  </a:lnTo>
                  <a:lnTo>
                    <a:pt x="523980" y="321441"/>
                  </a:lnTo>
                  <a:lnTo>
                    <a:pt x="525892" y="326100"/>
                  </a:lnTo>
                  <a:lnTo>
                    <a:pt x="527875" y="330758"/>
                  </a:lnTo>
                  <a:lnTo>
                    <a:pt x="529897" y="335417"/>
                  </a:lnTo>
                  <a:lnTo>
                    <a:pt x="531970" y="340075"/>
                  </a:lnTo>
                  <a:lnTo>
                    <a:pt x="534103" y="344734"/>
                  </a:lnTo>
                  <a:lnTo>
                    <a:pt x="536268" y="349392"/>
                  </a:lnTo>
                  <a:lnTo>
                    <a:pt x="538513" y="354051"/>
                  </a:lnTo>
                  <a:lnTo>
                    <a:pt x="540779" y="358710"/>
                  </a:lnTo>
                  <a:lnTo>
                    <a:pt x="543127" y="363368"/>
                  </a:lnTo>
                  <a:lnTo>
                    <a:pt x="545505" y="368027"/>
                  </a:lnTo>
                  <a:lnTo>
                    <a:pt x="547944" y="372685"/>
                  </a:lnTo>
                  <a:lnTo>
                    <a:pt x="550434" y="377344"/>
                  </a:lnTo>
                  <a:lnTo>
                    <a:pt x="552965" y="382002"/>
                  </a:lnTo>
                  <a:lnTo>
                    <a:pt x="555565" y="386661"/>
                  </a:lnTo>
                  <a:lnTo>
                    <a:pt x="558186" y="391320"/>
                  </a:lnTo>
                  <a:lnTo>
                    <a:pt x="560896" y="395978"/>
                  </a:lnTo>
                  <a:lnTo>
                    <a:pt x="563624" y="400637"/>
                  </a:lnTo>
                  <a:lnTo>
                    <a:pt x="566421" y="405295"/>
                  </a:lnTo>
                  <a:lnTo>
                    <a:pt x="569256" y="409954"/>
                  </a:lnTo>
                  <a:lnTo>
                    <a:pt x="572138" y="414612"/>
                  </a:lnTo>
                  <a:lnTo>
                    <a:pt x="575074" y="419271"/>
                  </a:lnTo>
                  <a:lnTo>
                    <a:pt x="578039" y="423930"/>
                  </a:lnTo>
                  <a:lnTo>
                    <a:pt x="581074" y="428588"/>
                  </a:lnTo>
                  <a:lnTo>
                    <a:pt x="584127" y="433247"/>
                  </a:lnTo>
                  <a:lnTo>
                    <a:pt x="587248" y="437905"/>
                  </a:lnTo>
                  <a:lnTo>
                    <a:pt x="590392" y="442564"/>
                  </a:lnTo>
                  <a:lnTo>
                    <a:pt x="593585" y="447222"/>
                  </a:lnTo>
                  <a:lnTo>
                    <a:pt x="596816" y="451881"/>
                  </a:lnTo>
                  <a:lnTo>
                    <a:pt x="600078" y="456540"/>
                  </a:lnTo>
                  <a:lnTo>
                    <a:pt x="603389" y="461198"/>
                  </a:lnTo>
                  <a:lnTo>
                    <a:pt x="606714" y="465857"/>
                  </a:lnTo>
                  <a:lnTo>
                    <a:pt x="610098" y="470515"/>
                  </a:lnTo>
                  <a:lnTo>
                    <a:pt x="613494" y="475174"/>
                  </a:lnTo>
                  <a:lnTo>
                    <a:pt x="616931" y="479832"/>
                  </a:lnTo>
                  <a:lnTo>
                    <a:pt x="620389" y="484491"/>
                  </a:lnTo>
                  <a:lnTo>
                    <a:pt x="623874" y="489150"/>
                  </a:lnTo>
                  <a:lnTo>
                    <a:pt x="627386" y="493808"/>
                  </a:lnTo>
                  <a:lnTo>
                    <a:pt x="630912" y="498467"/>
                  </a:lnTo>
                  <a:lnTo>
                    <a:pt x="634468" y="503125"/>
                  </a:lnTo>
                  <a:lnTo>
                    <a:pt x="638032" y="507784"/>
                  </a:lnTo>
                  <a:lnTo>
                    <a:pt x="641620" y="512442"/>
                  </a:lnTo>
                  <a:lnTo>
                    <a:pt x="645215" y="517101"/>
                  </a:lnTo>
                  <a:lnTo>
                    <a:pt x="648823" y="521760"/>
                  </a:lnTo>
                  <a:lnTo>
                    <a:pt x="652439" y="526418"/>
                  </a:lnTo>
                  <a:lnTo>
                    <a:pt x="656060" y="531077"/>
                  </a:lnTo>
                  <a:lnTo>
                    <a:pt x="659685" y="535735"/>
                  </a:lnTo>
                  <a:lnTo>
                    <a:pt x="663312" y="540394"/>
                  </a:lnTo>
                  <a:lnTo>
                    <a:pt x="666935" y="545052"/>
                  </a:lnTo>
                  <a:lnTo>
                    <a:pt x="670556" y="549711"/>
                  </a:lnTo>
                  <a:lnTo>
                    <a:pt x="674168" y="554370"/>
                  </a:lnTo>
                  <a:lnTo>
                    <a:pt x="677771" y="559028"/>
                  </a:lnTo>
                  <a:lnTo>
                    <a:pt x="681364" y="563687"/>
                  </a:lnTo>
                  <a:lnTo>
                    <a:pt x="684937" y="568345"/>
                  </a:lnTo>
                  <a:lnTo>
                    <a:pt x="688501" y="573004"/>
                  </a:lnTo>
                  <a:lnTo>
                    <a:pt x="692033" y="577662"/>
                  </a:lnTo>
                  <a:lnTo>
                    <a:pt x="695555" y="582321"/>
                  </a:lnTo>
                  <a:lnTo>
                    <a:pt x="699037" y="586980"/>
                  </a:lnTo>
                  <a:lnTo>
                    <a:pt x="702500" y="591638"/>
                  </a:lnTo>
                  <a:lnTo>
                    <a:pt x="705928" y="596297"/>
                  </a:lnTo>
                  <a:lnTo>
                    <a:pt x="709321" y="600955"/>
                  </a:lnTo>
                  <a:lnTo>
                    <a:pt x="712686" y="605614"/>
                  </a:lnTo>
                  <a:lnTo>
                    <a:pt x="715995" y="610272"/>
                  </a:lnTo>
                  <a:lnTo>
                    <a:pt x="719289" y="614931"/>
                  </a:lnTo>
                  <a:lnTo>
                    <a:pt x="722503" y="619590"/>
                  </a:lnTo>
                  <a:lnTo>
                    <a:pt x="725697" y="624248"/>
                  </a:lnTo>
                  <a:lnTo>
                    <a:pt x="728824" y="628907"/>
                  </a:lnTo>
                  <a:lnTo>
                    <a:pt x="731907" y="633565"/>
                  </a:lnTo>
                  <a:lnTo>
                    <a:pt x="734938" y="638224"/>
                  </a:lnTo>
                  <a:lnTo>
                    <a:pt x="737899" y="642882"/>
                  </a:lnTo>
                  <a:lnTo>
                    <a:pt x="740827" y="647541"/>
                  </a:lnTo>
                  <a:lnTo>
                    <a:pt x="743655" y="652200"/>
                  </a:lnTo>
                  <a:lnTo>
                    <a:pt x="746457" y="656858"/>
                  </a:lnTo>
                  <a:lnTo>
                    <a:pt x="749156" y="661517"/>
                  </a:lnTo>
                  <a:lnTo>
                    <a:pt x="751812" y="666175"/>
                  </a:lnTo>
                  <a:lnTo>
                    <a:pt x="754387" y="670834"/>
                  </a:lnTo>
                  <a:lnTo>
                    <a:pt x="756887" y="675492"/>
                  </a:lnTo>
                  <a:lnTo>
                    <a:pt x="759332" y="680151"/>
                  </a:lnTo>
                  <a:lnTo>
                    <a:pt x="761668" y="684810"/>
                  </a:lnTo>
                  <a:lnTo>
                    <a:pt x="763973" y="689468"/>
                  </a:lnTo>
                  <a:lnTo>
                    <a:pt x="766139" y="694127"/>
                  </a:lnTo>
                  <a:lnTo>
                    <a:pt x="768270" y="698785"/>
                  </a:lnTo>
                  <a:lnTo>
                    <a:pt x="770290" y="703444"/>
                  </a:lnTo>
                  <a:lnTo>
                    <a:pt x="772241" y="708102"/>
                  </a:lnTo>
                  <a:lnTo>
                    <a:pt x="774110" y="712761"/>
                  </a:lnTo>
                  <a:lnTo>
                    <a:pt x="775874" y="717420"/>
                  </a:lnTo>
                  <a:lnTo>
                    <a:pt x="777589" y="722078"/>
                  </a:lnTo>
                  <a:lnTo>
                    <a:pt x="779162" y="726737"/>
                  </a:lnTo>
                  <a:lnTo>
                    <a:pt x="780699" y="731395"/>
                  </a:lnTo>
                  <a:lnTo>
                    <a:pt x="782098" y="736054"/>
                  </a:lnTo>
                  <a:lnTo>
                    <a:pt x="783439" y="740712"/>
                  </a:lnTo>
                  <a:lnTo>
                    <a:pt x="784677" y="745371"/>
                  </a:lnTo>
                  <a:lnTo>
                    <a:pt x="785821" y="750030"/>
                  </a:lnTo>
                  <a:lnTo>
                    <a:pt x="786895" y="754688"/>
                  </a:lnTo>
                  <a:lnTo>
                    <a:pt x="787840" y="759347"/>
                  </a:lnTo>
                  <a:lnTo>
                    <a:pt x="788748" y="764005"/>
                  </a:lnTo>
                  <a:lnTo>
                    <a:pt x="789497" y="768664"/>
                  </a:lnTo>
                  <a:lnTo>
                    <a:pt x="790206" y="773322"/>
                  </a:lnTo>
                  <a:lnTo>
                    <a:pt x="790792" y="777981"/>
                  </a:lnTo>
                  <a:lnTo>
                    <a:pt x="791303" y="782640"/>
                  </a:lnTo>
                  <a:lnTo>
                    <a:pt x="791729" y="787298"/>
                  </a:lnTo>
                  <a:lnTo>
                    <a:pt x="792044" y="791957"/>
                  </a:lnTo>
                  <a:lnTo>
                    <a:pt x="792311" y="796615"/>
                  </a:lnTo>
                  <a:lnTo>
                    <a:pt x="792383" y="799348"/>
                  </a:lnTo>
                  <a:lnTo>
                    <a:pt x="792434" y="801274"/>
                  </a:lnTo>
                  <a:lnTo>
                    <a:pt x="792522" y="805932"/>
                  </a:lnTo>
                  <a:lnTo>
                    <a:pt x="792478" y="810591"/>
                  </a:lnTo>
                  <a:lnTo>
                    <a:pt x="792379" y="815250"/>
                  </a:lnTo>
                  <a:lnTo>
                    <a:pt x="792185" y="819908"/>
                  </a:lnTo>
                  <a:lnTo>
                    <a:pt x="791905" y="824567"/>
                  </a:lnTo>
                  <a:lnTo>
                    <a:pt x="791564" y="829225"/>
                  </a:lnTo>
                  <a:lnTo>
                    <a:pt x="791109" y="833884"/>
                  </a:lnTo>
                  <a:lnTo>
                    <a:pt x="790623" y="838542"/>
                  </a:lnTo>
                  <a:lnTo>
                    <a:pt x="790004" y="843201"/>
                  </a:lnTo>
                  <a:lnTo>
                    <a:pt x="789351" y="847860"/>
                  </a:lnTo>
                  <a:lnTo>
                    <a:pt x="788601" y="852518"/>
                  </a:lnTo>
                  <a:lnTo>
                    <a:pt x="787790" y="857177"/>
                  </a:lnTo>
                  <a:lnTo>
                    <a:pt x="786914" y="861835"/>
                  </a:lnTo>
                  <a:lnTo>
                    <a:pt x="785954" y="866494"/>
                  </a:lnTo>
                  <a:lnTo>
                    <a:pt x="784957" y="871152"/>
                  </a:lnTo>
                  <a:lnTo>
                    <a:pt x="783857" y="875811"/>
                  </a:lnTo>
                  <a:lnTo>
                    <a:pt x="782732" y="880470"/>
                  </a:lnTo>
                  <a:lnTo>
                    <a:pt x="781516" y="885128"/>
                  </a:lnTo>
                  <a:lnTo>
                    <a:pt x="780263" y="889787"/>
                  </a:lnTo>
                  <a:lnTo>
                    <a:pt x="778947" y="894445"/>
                  </a:lnTo>
                  <a:lnTo>
                    <a:pt x="777576" y="899104"/>
                  </a:lnTo>
                  <a:lnTo>
                    <a:pt x="776168" y="903762"/>
                  </a:lnTo>
                  <a:lnTo>
                    <a:pt x="774689" y="908421"/>
                  </a:lnTo>
                  <a:lnTo>
                    <a:pt x="773192" y="913080"/>
                  </a:lnTo>
                  <a:lnTo>
                    <a:pt x="771620" y="917738"/>
                  </a:lnTo>
                  <a:lnTo>
                    <a:pt x="770029" y="922397"/>
                  </a:lnTo>
                  <a:lnTo>
                    <a:pt x="768386" y="927055"/>
                  </a:lnTo>
                  <a:lnTo>
                    <a:pt x="766712" y="931714"/>
                  </a:lnTo>
                  <a:lnTo>
                    <a:pt x="765006" y="936372"/>
                  </a:lnTo>
                  <a:lnTo>
                    <a:pt x="763260" y="941031"/>
                  </a:lnTo>
                  <a:lnTo>
                    <a:pt x="761498" y="945690"/>
                  </a:lnTo>
                  <a:lnTo>
                    <a:pt x="759691" y="950348"/>
                  </a:lnTo>
                  <a:lnTo>
                    <a:pt x="757875" y="955007"/>
                  </a:lnTo>
                  <a:lnTo>
                    <a:pt x="756024" y="959665"/>
                  </a:lnTo>
                  <a:lnTo>
                    <a:pt x="754160" y="964324"/>
                  </a:lnTo>
                  <a:lnTo>
                    <a:pt x="752276" y="968982"/>
                  </a:lnTo>
                  <a:lnTo>
                    <a:pt x="750377" y="973641"/>
                  </a:lnTo>
                  <a:lnTo>
                    <a:pt x="748467" y="978300"/>
                  </a:lnTo>
                  <a:lnTo>
                    <a:pt x="746542" y="982958"/>
                  </a:lnTo>
                  <a:lnTo>
                    <a:pt x="744614" y="987617"/>
                  </a:lnTo>
                  <a:lnTo>
                    <a:pt x="742675" y="992275"/>
                  </a:lnTo>
                  <a:lnTo>
                    <a:pt x="740734" y="996934"/>
                  </a:lnTo>
                  <a:lnTo>
                    <a:pt x="738791" y="1001592"/>
                  </a:lnTo>
                  <a:lnTo>
                    <a:pt x="736850" y="1006251"/>
                  </a:lnTo>
                  <a:lnTo>
                    <a:pt x="734910" y="1010910"/>
                  </a:lnTo>
                  <a:lnTo>
                    <a:pt x="732977" y="1015568"/>
                  </a:lnTo>
                  <a:lnTo>
                    <a:pt x="731047" y="1020227"/>
                  </a:lnTo>
                  <a:lnTo>
                    <a:pt x="729132" y="1024885"/>
                  </a:lnTo>
                  <a:lnTo>
                    <a:pt x="727223" y="1029544"/>
                  </a:lnTo>
                  <a:lnTo>
                    <a:pt x="725333" y="1034202"/>
                  </a:lnTo>
                  <a:lnTo>
                    <a:pt x="723455" y="1038861"/>
                  </a:lnTo>
                  <a:lnTo>
                    <a:pt x="721595" y="1043520"/>
                  </a:lnTo>
                  <a:lnTo>
                    <a:pt x="719757" y="1048178"/>
                  </a:lnTo>
                  <a:lnTo>
                    <a:pt x="717934" y="1052837"/>
                  </a:lnTo>
                  <a:lnTo>
                    <a:pt x="716146" y="1057495"/>
                  </a:lnTo>
                  <a:lnTo>
                    <a:pt x="714368" y="1062154"/>
                  </a:lnTo>
                  <a:lnTo>
                    <a:pt x="712637" y="1066812"/>
                  </a:lnTo>
                  <a:lnTo>
                    <a:pt x="710920" y="1071471"/>
                  </a:lnTo>
                  <a:lnTo>
                    <a:pt x="709243" y="1076130"/>
                  </a:lnTo>
                  <a:lnTo>
                    <a:pt x="707597" y="1080788"/>
                  </a:lnTo>
                  <a:lnTo>
                    <a:pt x="705981" y="1085447"/>
                  </a:lnTo>
                  <a:lnTo>
                    <a:pt x="704414" y="1090105"/>
                  </a:lnTo>
                  <a:lnTo>
                    <a:pt x="702865" y="1094764"/>
                  </a:lnTo>
                  <a:lnTo>
                    <a:pt x="701385" y="1099422"/>
                  </a:lnTo>
                  <a:lnTo>
                    <a:pt x="699921" y="1104081"/>
                  </a:lnTo>
                  <a:lnTo>
                    <a:pt x="698523" y="1108740"/>
                  </a:lnTo>
                  <a:lnTo>
                    <a:pt x="697158" y="1113398"/>
                  </a:lnTo>
                  <a:lnTo>
                    <a:pt x="695844" y="1118057"/>
                  </a:lnTo>
                  <a:lnTo>
                    <a:pt x="694584" y="1122715"/>
                  </a:lnTo>
                  <a:lnTo>
                    <a:pt x="693360" y="1127374"/>
                  </a:lnTo>
                  <a:lnTo>
                    <a:pt x="692214" y="1132032"/>
                  </a:lnTo>
                  <a:lnTo>
                    <a:pt x="691090" y="1136691"/>
                  </a:lnTo>
                  <a:lnTo>
                    <a:pt x="690061" y="1141350"/>
                  </a:lnTo>
                  <a:lnTo>
                    <a:pt x="689060" y="1146008"/>
                  </a:lnTo>
                  <a:lnTo>
                    <a:pt x="688137" y="1150667"/>
                  </a:lnTo>
                  <a:lnTo>
                    <a:pt x="687268" y="1155325"/>
                  </a:lnTo>
                  <a:lnTo>
                    <a:pt x="686455" y="1159984"/>
                  </a:lnTo>
                  <a:lnTo>
                    <a:pt x="685726" y="1164642"/>
                  </a:lnTo>
                  <a:lnTo>
                    <a:pt x="685029" y="1169301"/>
                  </a:lnTo>
                  <a:lnTo>
                    <a:pt x="684446" y="1173960"/>
                  </a:lnTo>
                  <a:lnTo>
                    <a:pt x="683890" y="1178618"/>
                  </a:lnTo>
                  <a:lnTo>
                    <a:pt x="683440" y="1183277"/>
                  </a:lnTo>
                  <a:lnTo>
                    <a:pt x="683041" y="1187935"/>
                  </a:lnTo>
                  <a:lnTo>
                    <a:pt x="682721" y="1192594"/>
                  </a:lnTo>
                  <a:lnTo>
                    <a:pt x="682485" y="1197252"/>
                  </a:lnTo>
                  <a:lnTo>
                    <a:pt x="682301" y="1201911"/>
                  </a:lnTo>
                  <a:lnTo>
                    <a:pt x="682233" y="1206570"/>
                  </a:lnTo>
                  <a:lnTo>
                    <a:pt x="682197" y="1211228"/>
                  </a:lnTo>
                  <a:lnTo>
                    <a:pt x="682297" y="1215887"/>
                  </a:lnTo>
                  <a:lnTo>
                    <a:pt x="682439" y="1220545"/>
                  </a:lnTo>
                  <a:lnTo>
                    <a:pt x="682688" y="1225204"/>
                  </a:lnTo>
                  <a:lnTo>
                    <a:pt x="683013" y="1229862"/>
                  </a:lnTo>
                  <a:lnTo>
                    <a:pt x="683414" y="1234521"/>
                  </a:lnTo>
                  <a:lnTo>
                    <a:pt x="683928" y="1239180"/>
                  </a:lnTo>
                  <a:lnTo>
                    <a:pt x="684485" y="1243838"/>
                  </a:lnTo>
                  <a:lnTo>
                    <a:pt x="685193" y="1248497"/>
                  </a:lnTo>
                  <a:lnTo>
                    <a:pt x="685937" y="1253155"/>
                  </a:lnTo>
                  <a:lnTo>
                    <a:pt x="686816" y="1257814"/>
                  </a:lnTo>
                  <a:lnTo>
                    <a:pt x="687760" y="1262473"/>
                  </a:lnTo>
                  <a:lnTo>
                    <a:pt x="688804" y="1267131"/>
                  </a:lnTo>
                  <a:lnTo>
                    <a:pt x="689952" y="1271790"/>
                  </a:lnTo>
                  <a:lnTo>
                    <a:pt x="691163" y="1276448"/>
                  </a:lnTo>
                  <a:lnTo>
                    <a:pt x="692517" y="1281107"/>
                  </a:lnTo>
                  <a:lnTo>
                    <a:pt x="693908" y="1285765"/>
                  </a:lnTo>
                  <a:lnTo>
                    <a:pt x="695459" y="1290424"/>
                  </a:lnTo>
                  <a:lnTo>
                    <a:pt x="697060" y="1295083"/>
                  </a:lnTo>
                  <a:lnTo>
                    <a:pt x="698782" y="1299741"/>
                  </a:lnTo>
                  <a:lnTo>
                    <a:pt x="700592" y="1304400"/>
                  </a:lnTo>
                  <a:lnTo>
                    <a:pt x="702487" y="1309058"/>
                  </a:lnTo>
                  <a:lnTo>
                    <a:pt x="704507" y="1313717"/>
                  </a:lnTo>
                  <a:lnTo>
                    <a:pt x="706573" y="1318375"/>
                  </a:lnTo>
                  <a:lnTo>
                    <a:pt x="708801" y="1323034"/>
                  </a:lnTo>
                  <a:lnTo>
                    <a:pt x="711067" y="1327693"/>
                  </a:lnTo>
                  <a:lnTo>
                    <a:pt x="713472" y="1332351"/>
                  </a:lnTo>
                  <a:lnTo>
                    <a:pt x="715944" y="1337010"/>
                  </a:lnTo>
                  <a:lnTo>
                    <a:pt x="718516" y="1341668"/>
                  </a:lnTo>
                  <a:lnTo>
                    <a:pt x="721189" y="1346327"/>
                  </a:lnTo>
                  <a:lnTo>
                    <a:pt x="723924" y="1350985"/>
                  </a:lnTo>
                  <a:lnTo>
                    <a:pt x="726794" y="1355644"/>
                  </a:lnTo>
                  <a:lnTo>
                    <a:pt x="729699" y="1360303"/>
                  </a:lnTo>
                  <a:lnTo>
                    <a:pt x="732749" y="1364961"/>
                  </a:lnTo>
                  <a:lnTo>
                    <a:pt x="735842" y="1369620"/>
                  </a:lnTo>
                  <a:lnTo>
                    <a:pt x="739041" y="1374278"/>
                  </a:lnTo>
                  <a:lnTo>
                    <a:pt x="742313" y="1378937"/>
                  </a:lnTo>
                  <a:lnTo>
                    <a:pt x="745655" y="1383595"/>
                  </a:lnTo>
                  <a:lnTo>
                    <a:pt x="749098" y="1388254"/>
                  </a:lnTo>
                  <a:lnTo>
                    <a:pt x="752576" y="1392913"/>
                  </a:lnTo>
                  <a:lnTo>
                    <a:pt x="756178" y="1397571"/>
                  </a:lnTo>
                  <a:lnTo>
                    <a:pt x="759807" y="1402230"/>
                  </a:lnTo>
                  <a:lnTo>
                    <a:pt x="763533" y="1406888"/>
                  </a:lnTo>
                  <a:lnTo>
                    <a:pt x="767303" y="1411547"/>
                  </a:lnTo>
                  <a:lnTo>
                    <a:pt x="771140" y="1416205"/>
                  </a:lnTo>
                  <a:lnTo>
                    <a:pt x="775038" y="1420864"/>
                  </a:lnTo>
                  <a:lnTo>
                    <a:pt x="778974" y="1425523"/>
                  </a:lnTo>
                  <a:lnTo>
                    <a:pt x="782985" y="1430181"/>
                  </a:lnTo>
                  <a:lnTo>
                    <a:pt x="787015" y="1434840"/>
                  </a:lnTo>
                  <a:lnTo>
                    <a:pt x="791115" y="1439498"/>
                  </a:lnTo>
                  <a:lnTo>
                    <a:pt x="795235" y="1444157"/>
                  </a:lnTo>
                  <a:lnTo>
                    <a:pt x="799399" y="1448815"/>
                  </a:lnTo>
                  <a:lnTo>
                    <a:pt x="803590" y="1453474"/>
                  </a:lnTo>
                  <a:lnTo>
                    <a:pt x="807804" y="1458133"/>
                  </a:lnTo>
                  <a:lnTo>
                    <a:pt x="812046" y="1462791"/>
                  </a:lnTo>
                  <a:lnTo>
                    <a:pt x="816298" y="1467450"/>
                  </a:lnTo>
                  <a:lnTo>
                    <a:pt x="820570" y="1472108"/>
                  </a:lnTo>
                  <a:lnTo>
                    <a:pt x="824844" y="1476767"/>
                  </a:lnTo>
                  <a:lnTo>
                    <a:pt x="829124" y="1481425"/>
                  </a:lnTo>
                  <a:lnTo>
                    <a:pt x="833400" y="1486084"/>
                  </a:lnTo>
                  <a:lnTo>
                    <a:pt x="837671" y="1490743"/>
                  </a:lnTo>
                  <a:lnTo>
                    <a:pt x="841927" y="1495401"/>
                  </a:lnTo>
                  <a:lnTo>
                    <a:pt x="846173" y="1500060"/>
                  </a:lnTo>
                  <a:lnTo>
                    <a:pt x="850384" y="1504718"/>
                  </a:lnTo>
                  <a:lnTo>
                    <a:pt x="854584" y="1509377"/>
                  </a:lnTo>
                  <a:lnTo>
                    <a:pt x="858732" y="1514035"/>
                  </a:lnTo>
                  <a:lnTo>
                    <a:pt x="862857" y="1518694"/>
                  </a:lnTo>
                  <a:lnTo>
                    <a:pt x="866930" y="1523353"/>
                  </a:lnTo>
                  <a:lnTo>
                    <a:pt x="870955" y="1528011"/>
                  </a:lnTo>
                  <a:lnTo>
                    <a:pt x="874937" y="1532670"/>
                  </a:lnTo>
                  <a:lnTo>
                    <a:pt x="878838" y="1537328"/>
                  </a:lnTo>
                  <a:lnTo>
                    <a:pt x="882712" y="1541987"/>
                  </a:lnTo>
                  <a:lnTo>
                    <a:pt x="886464" y="1546645"/>
                  </a:lnTo>
                  <a:lnTo>
                    <a:pt x="890186" y="1551304"/>
                  </a:lnTo>
                  <a:lnTo>
                    <a:pt x="893795" y="1555963"/>
                  </a:lnTo>
                  <a:lnTo>
                    <a:pt x="897337" y="1560621"/>
                  </a:lnTo>
                  <a:lnTo>
                    <a:pt x="900788" y="1565280"/>
                  </a:lnTo>
                  <a:lnTo>
                    <a:pt x="904128" y="1569938"/>
                  </a:lnTo>
                  <a:lnTo>
                    <a:pt x="907407" y="1574597"/>
                  </a:lnTo>
                  <a:lnTo>
                    <a:pt x="910522" y="1579255"/>
                  </a:lnTo>
                  <a:lnTo>
                    <a:pt x="913594" y="1583914"/>
                  </a:lnTo>
                  <a:lnTo>
                    <a:pt x="916481" y="1588573"/>
                  </a:lnTo>
                  <a:lnTo>
                    <a:pt x="919300" y="1593231"/>
                  </a:lnTo>
                  <a:lnTo>
                    <a:pt x="921970" y="1597890"/>
                  </a:lnTo>
                  <a:lnTo>
                    <a:pt x="924516" y="1602548"/>
                  </a:lnTo>
                  <a:lnTo>
                    <a:pt x="926955" y="1607207"/>
                  </a:lnTo>
                  <a:lnTo>
                    <a:pt x="929211" y="1611865"/>
                  </a:lnTo>
                  <a:lnTo>
                    <a:pt x="931406" y="1616524"/>
                  </a:lnTo>
                  <a:lnTo>
                    <a:pt x="933353" y="1621183"/>
                  </a:lnTo>
                  <a:lnTo>
                    <a:pt x="935241" y="1625841"/>
                  </a:lnTo>
                  <a:lnTo>
                    <a:pt x="936917" y="1630500"/>
                  </a:lnTo>
                  <a:lnTo>
                    <a:pt x="938476" y="1635158"/>
                  </a:lnTo>
                  <a:lnTo>
                    <a:pt x="939877" y="1639817"/>
                  </a:lnTo>
                  <a:lnTo>
                    <a:pt x="941094" y="1644475"/>
                  </a:lnTo>
                  <a:lnTo>
                    <a:pt x="942211" y="1649134"/>
                  </a:lnTo>
                  <a:lnTo>
                    <a:pt x="943076" y="1653793"/>
                  </a:lnTo>
                  <a:lnTo>
                    <a:pt x="943874" y="1658451"/>
                  </a:lnTo>
                  <a:lnTo>
                    <a:pt x="944404" y="1663110"/>
                  </a:lnTo>
                  <a:lnTo>
                    <a:pt x="944837" y="1667768"/>
                  </a:lnTo>
                  <a:lnTo>
                    <a:pt x="945064" y="1672427"/>
                  </a:lnTo>
                  <a:lnTo>
                    <a:pt x="945127" y="1677085"/>
                  </a:lnTo>
                  <a:lnTo>
                    <a:pt x="945048" y="1681744"/>
                  </a:lnTo>
                  <a:lnTo>
                    <a:pt x="944735" y="1686403"/>
                  </a:lnTo>
                  <a:lnTo>
                    <a:pt x="944702" y="1686792"/>
                  </a:lnTo>
                  <a:lnTo>
                    <a:pt x="944348" y="1691061"/>
                  </a:lnTo>
                  <a:lnTo>
                    <a:pt x="943656" y="1695720"/>
                  </a:lnTo>
                  <a:lnTo>
                    <a:pt x="942896" y="1700378"/>
                  </a:lnTo>
                  <a:lnTo>
                    <a:pt x="941890" y="1705037"/>
                  </a:lnTo>
                  <a:lnTo>
                    <a:pt x="940752" y="1709695"/>
                  </a:lnTo>
                  <a:lnTo>
                    <a:pt x="939438" y="1714354"/>
                  </a:lnTo>
                  <a:lnTo>
                    <a:pt x="937926" y="1719013"/>
                  </a:lnTo>
                  <a:lnTo>
                    <a:pt x="936307" y="1723671"/>
                  </a:lnTo>
                  <a:lnTo>
                    <a:pt x="934425" y="1728330"/>
                  </a:lnTo>
                  <a:lnTo>
                    <a:pt x="932476" y="1732988"/>
                  </a:lnTo>
                  <a:lnTo>
                    <a:pt x="930260" y="1737647"/>
                  </a:lnTo>
                  <a:lnTo>
                    <a:pt x="927951" y="1742305"/>
                  </a:lnTo>
                  <a:lnTo>
                    <a:pt x="925446" y="1746964"/>
                  </a:lnTo>
                  <a:lnTo>
                    <a:pt x="922787" y="1751623"/>
                  </a:lnTo>
                  <a:lnTo>
                    <a:pt x="919999" y="1756281"/>
                  </a:lnTo>
                  <a:lnTo>
                    <a:pt x="917002" y="1760940"/>
                  </a:lnTo>
                  <a:lnTo>
                    <a:pt x="913941" y="1765598"/>
                  </a:lnTo>
                  <a:lnTo>
                    <a:pt x="910619" y="1770257"/>
                  </a:lnTo>
                  <a:lnTo>
                    <a:pt x="907241" y="1774915"/>
                  </a:lnTo>
                  <a:lnTo>
                    <a:pt x="903663" y="1779574"/>
                  </a:lnTo>
                  <a:lnTo>
                    <a:pt x="899980" y="1784233"/>
                  </a:lnTo>
                  <a:lnTo>
                    <a:pt x="896161" y="1788891"/>
                  </a:lnTo>
                  <a:lnTo>
                    <a:pt x="892190" y="1793550"/>
                  </a:lnTo>
                  <a:lnTo>
                    <a:pt x="888142" y="1798208"/>
                  </a:lnTo>
                  <a:lnTo>
                    <a:pt x="883902" y="1802867"/>
                  </a:lnTo>
                  <a:lnTo>
                    <a:pt x="879616" y="1807525"/>
                  </a:lnTo>
                  <a:lnTo>
                    <a:pt x="875149" y="1812184"/>
                  </a:lnTo>
                  <a:lnTo>
                    <a:pt x="870620" y="1816843"/>
                  </a:lnTo>
                  <a:lnTo>
                    <a:pt x="865965" y="1821501"/>
                  </a:lnTo>
                  <a:lnTo>
                    <a:pt x="861214" y="1826160"/>
                  </a:lnTo>
                  <a:lnTo>
                    <a:pt x="856386" y="1830818"/>
                  </a:lnTo>
                  <a:lnTo>
                    <a:pt x="851435" y="1835477"/>
                  </a:lnTo>
                  <a:lnTo>
                    <a:pt x="846449" y="1840135"/>
                  </a:lnTo>
                  <a:lnTo>
                    <a:pt x="841321" y="1844794"/>
                  </a:lnTo>
                  <a:lnTo>
                    <a:pt x="836164" y="1849453"/>
                  </a:lnTo>
                  <a:lnTo>
                    <a:pt x="830908" y="1854111"/>
                  </a:lnTo>
                  <a:lnTo>
                    <a:pt x="825604" y="1858770"/>
                  </a:lnTo>
                  <a:lnTo>
                    <a:pt x="820238" y="1863428"/>
                  </a:lnTo>
                  <a:lnTo>
                    <a:pt x="814808" y="1868087"/>
                  </a:lnTo>
                  <a:lnTo>
                    <a:pt x="809348" y="1872745"/>
                  </a:lnTo>
                  <a:lnTo>
                    <a:pt x="803817" y="1877404"/>
                  </a:lnTo>
                  <a:lnTo>
                    <a:pt x="798270" y="1882063"/>
                  </a:lnTo>
                  <a:lnTo>
                    <a:pt x="792667" y="1886721"/>
                  </a:lnTo>
                  <a:lnTo>
                    <a:pt x="787049" y="1891380"/>
                  </a:lnTo>
                  <a:lnTo>
                    <a:pt x="781399" y="1896038"/>
                  </a:lnTo>
                  <a:lnTo>
                    <a:pt x="775731" y="1900697"/>
                  </a:lnTo>
                  <a:lnTo>
                    <a:pt x="770049" y="1905355"/>
                  </a:lnTo>
                  <a:lnTo>
                    <a:pt x="764354" y="1910014"/>
                  </a:lnTo>
                  <a:lnTo>
                    <a:pt x="758655" y="1914673"/>
                  </a:lnTo>
                  <a:lnTo>
                    <a:pt x="752953" y="1919331"/>
                  </a:lnTo>
                  <a:lnTo>
                    <a:pt x="747255" y="1923990"/>
                  </a:lnTo>
                  <a:lnTo>
                    <a:pt x="741565" y="1928648"/>
                  </a:lnTo>
                  <a:lnTo>
                    <a:pt x="735887" y="1933307"/>
                  </a:lnTo>
                  <a:lnTo>
                    <a:pt x="730223" y="1937965"/>
                  </a:lnTo>
                  <a:lnTo>
                    <a:pt x="724585" y="1942624"/>
                  </a:lnTo>
                  <a:lnTo>
                    <a:pt x="718959" y="1947283"/>
                  </a:lnTo>
                  <a:lnTo>
                    <a:pt x="713379" y="1951941"/>
                  </a:lnTo>
                  <a:lnTo>
                    <a:pt x="707811" y="1956600"/>
                  </a:lnTo>
                  <a:lnTo>
                    <a:pt x="702299" y="1961258"/>
                  </a:lnTo>
                  <a:lnTo>
                    <a:pt x="696812" y="1965917"/>
                  </a:lnTo>
                  <a:lnTo>
                    <a:pt x="691374" y="1970575"/>
                  </a:lnTo>
                  <a:lnTo>
                    <a:pt x="685983" y="1975234"/>
                  </a:lnTo>
                  <a:lnTo>
                    <a:pt x="680628" y="1979893"/>
                  </a:lnTo>
                  <a:lnTo>
                    <a:pt x="675347" y="1984551"/>
                  </a:lnTo>
                  <a:lnTo>
                    <a:pt x="670087" y="1989210"/>
                  </a:lnTo>
                  <a:lnTo>
                    <a:pt x="664929" y="1993868"/>
                  </a:lnTo>
                  <a:lnTo>
                    <a:pt x="659796" y="1998527"/>
                  </a:lnTo>
                  <a:lnTo>
                    <a:pt x="654748" y="2003185"/>
                  </a:lnTo>
                  <a:lnTo>
                    <a:pt x="649753" y="2007844"/>
                  </a:lnTo>
                  <a:lnTo>
                    <a:pt x="644823" y="2012503"/>
                  </a:lnTo>
                  <a:lnTo>
                    <a:pt x="639977" y="2017161"/>
                  </a:lnTo>
                  <a:lnTo>
                    <a:pt x="635171" y="2021820"/>
                  </a:lnTo>
                  <a:lnTo>
                    <a:pt x="630482" y="2026478"/>
                  </a:lnTo>
                  <a:lnTo>
                    <a:pt x="625822" y="2031137"/>
                  </a:lnTo>
                  <a:lnTo>
                    <a:pt x="621281" y="2035795"/>
                  </a:lnTo>
                  <a:lnTo>
                    <a:pt x="616788" y="2040454"/>
                  </a:lnTo>
                  <a:lnTo>
                    <a:pt x="612386" y="2045113"/>
                  </a:lnTo>
                  <a:lnTo>
                    <a:pt x="608064" y="2049771"/>
                  </a:lnTo>
                  <a:lnTo>
                    <a:pt x="603805" y="2054430"/>
                  </a:lnTo>
                  <a:lnTo>
                    <a:pt x="599660" y="2059088"/>
                  </a:lnTo>
                  <a:lnTo>
                    <a:pt x="595548" y="2063747"/>
                  </a:lnTo>
                  <a:lnTo>
                    <a:pt x="591580" y="2068405"/>
                  </a:lnTo>
                  <a:lnTo>
                    <a:pt x="587649" y="2073064"/>
                  </a:lnTo>
                  <a:lnTo>
                    <a:pt x="583830" y="2077723"/>
                  </a:lnTo>
                  <a:lnTo>
                    <a:pt x="580080" y="2082381"/>
                  </a:lnTo>
                  <a:lnTo>
                    <a:pt x="576411" y="2087040"/>
                  </a:lnTo>
                  <a:lnTo>
                    <a:pt x="572845" y="2091698"/>
                  </a:lnTo>
                  <a:lnTo>
                    <a:pt x="569325" y="2096357"/>
                  </a:lnTo>
                  <a:lnTo>
                    <a:pt x="565941" y="2101015"/>
                  </a:lnTo>
                  <a:lnTo>
                    <a:pt x="562590" y="2105674"/>
                  </a:lnTo>
                  <a:lnTo>
                    <a:pt x="559368" y="2110333"/>
                  </a:lnTo>
                  <a:lnTo>
                    <a:pt x="556198" y="2114991"/>
                  </a:lnTo>
                  <a:lnTo>
                    <a:pt x="553123" y="2119650"/>
                  </a:lnTo>
                  <a:lnTo>
                    <a:pt x="550131" y="2124308"/>
                  </a:lnTo>
                  <a:lnTo>
                    <a:pt x="547201" y="2128967"/>
                  </a:lnTo>
                  <a:lnTo>
                    <a:pt x="544385" y="2133625"/>
                  </a:lnTo>
                  <a:lnTo>
                    <a:pt x="541600" y="2138284"/>
                  </a:lnTo>
                  <a:lnTo>
                    <a:pt x="538953" y="2142943"/>
                  </a:lnTo>
                  <a:lnTo>
                    <a:pt x="536339" y="2147601"/>
                  </a:lnTo>
                  <a:lnTo>
                    <a:pt x="533829" y="2152260"/>
                  </a:lnTo>
                  <a:lnTo>
                    <a:pt x="531381" y="2156918"/>
                  </a:lnTo>
                  <a:lnTo>
                    <a:pt x="529005" y="2161577"/>
                  </a:lnTo>
                  <a:lnTo>
                    <a:pt x="526718" y="2166235"/>
                  </a:lnTo>
                  <a:lnTo>
                    <a:pt x="524472" y="2170894"/>
                  </a:lnTo>
                  <a:lnTo>
                    <a:pt x="522341" y="2175553"/>
                  </a:lnTo>
                  <a:lnTo>
                    <a:pt x="520238" y="2180211"/>
                  </a:lnTo>
                  <a:lnTo>
                    <a:pt x="518240" y="2184870"/>
                  </a:lnTo>
                  <a:lnTo>
                    <a:pt x="516285" y="2189528"/>
                  </a:lnTo>
                  <a:lnTo>
                    <a:pt x="514406" y="2194187"/>
                  </a:lnTo>
                  <a:lnTo>
                    <a:pt x="512593" y="2198845"/>
                  </a:lnTo>
                  <a:lnTo>
                    <a:pt x="510828" y="2203504"/>
                  </a:lnTo>
                  <a:lnTo>
                    <a:pt x="509151" y="2208163"/>
                  </a:lnTo>
                  <a:lnTo>
                    <a:pt x="507498" y="2212821"/>
                  </a:lnTo>
                  <a:lnTo>
                    <a:pt x="505948" y="2217480"/>
                  </a:lnTo>
                  <a:lnTo>
                    <a:pt x="504423" y="2222138"/>
                  </a:lnTo>
                  <a:lnTo>
                    <a:pt x="502973" y="2226797"/>
                  </a:lnTo>
                  <a:lnTo>
                    <a:pt x="501569" y="2231455"/>
                  </a:lnTo>
                  <a:lnTo>
                    <a:pt x="500216" y="2236114"/>
                  </a:lnTo>
                  <a:lnTo>
                    <a:pt x="498927" y="2240773"/>
                  </a:lnTo>
                  <a:lnTo>
                    <a:pt x="497665" y="2245431"/>
                  </a:lnTo>
                  <a:lnTo>
                    <a:pt x="496484" y="2250090"/>
                  </a:lnTo>
                  <a:lnTo>
                    <a:pt x="495321" y="2254748"/>
                  </a:lnTo>
                  <a:lnTo>
                    <a:pt x="494230" y="2259407"/>
                  </a:lnTo>
                  <a:lnTo>
                    <a:pt x="493167" y="2264065"/>
                  </a:lnTo>
                  <a:lnTo>
                    <a:pt x="492154" y="2268724"/>
                  </a:lnTo>
                  <a:lnTo>
                    <a:pt x="491185" y="2273383"/>
                  </a:lnTo>
                  <a:lnTo>
                    <a:pt x="490247" y="2278041"/>
                  </a:lnTo>
                  <a:lnTo>
                    <a:pt x="489365" y="2282700"/>
                  </a:lnTo>
                  <a:lnTo>
                    <a:pt x="488499" y="2287358"/>
                  </a:lnTo>
                  <a:lnTo>
                    <a:pt x="487696" y="2292017"/>
                  </a:lnTo>
                  <a:lnTo>
                    <a:pt x="486910" y="2296675"/>
                  </a:lnTo>
                  <a:lnTo>
                    <a:pt x="486170" y="2301334"/>
                  </a:lnTo>
                  <a:lnTo>
                    <a:pt x="485457" y="2305993"/>
                  </a:lnTo>
                  <a:lnTo>
                    <a:pt x="484776" y="2310651"/>
                  </a:lnTo>
                  <a:lnTo>
                    <a:pt x="484132" y="2315310"/>
                  </a:lnTo>
                  <a:lnTo>
                    <a:pt x="483505" y="2319968"/>
                  </a:lnTo>
                  <a:lnTo>
                    <a:pt x="482925" y="2324627"/>
                  </a:lnTo>
                  <a:lnTo>
                    <a:pt x="482356" y="2329285"/>
                  </a:lnTo>
                  <a:lnTo>
                    <a:pt x="481827" y="2333944"/>
                  </a:lnTo>
                  <a:lnTo>
                    <a:pt x="481315" y="2338603"/>
                  </a:lnTo>
                  <a:lnTo>
                    <a:pt x="480831" y="2343261"/>
                  </a:lnTo>
                  <a:lnTo>
                    <a:pt x="480372" y="2347920"/>
                  </a:lnTo>
                  <a:lnTo>
                    <a:pt x="479929" y="2352578"/>
                  </a:lnTo>
                  <a:lnTo>
                    <a:pt x="479518" y="2357237"/>
                  </a:lnTo>
                  <a:lnTo>
                    <a:pt x="479115" y="2361895"/>
                  </a:lnTo>
                  <a:lnTo>
                    <a:pt x="478747" y="2366554"/>
                  </a:lnTo>
                  <a:lnTo>
                    <a:pt x="478387" y="2371213"/>
                  </a:lnTo>
                  <a:lnTo>
                    <a:pt x="478051" y="2375871"/>
                  </a:lnTo>
                  <a:lnTo>
                    <a:pt x="477730" y="2380530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257694" y="1853036"/>
              <a:ext cx="945127" cy="2184068"/>
            </a:xfrm>
            <a:custGeom>
              <a:avLst/>
              <a:pathLst>
                <a:path w="945127" h="2184068">
                  <a:moveTo>
                    <a:pt x="467346" y="2184068"/>
                  </a:moveTo>
                  <a:lnTo>
                    <a:pt x="466806" y="2179794"/>
                  </a:lnTo>
                  <a:lnTo>
                    <a:pt x="466229" y="2175520"/>
                  </a:lnTo>
                  <a:lnTo>
                    <a:pt x="465601" y="2171245"/>
                  </a:lnTo>
                  <a:lnTo>
                    <a:pt x="464904" y="2166971"/>
                  </a:lnTo>
                  <a:lnTo>
                    <a:pt x="464162" y="2162697"/>
                  </a:lnTo>
                  <a:lnTo>
                    <a:pt x="463360" y="2158423"/>
                  </a:lnTo>
                  <a:lnTo>
                    <a:pt x="462471" y="2154149"/>
                  </a:lnTo>
                  <a:lnTo>
                    <a:pt x="461527" y="2149875"/>
                  </a:lnTo>
                  <a:lnTo>
                    <a:pt x="460514" y="2145601"/>
                  </a:lnTo>
                  <a:lnTo>
                    <a:pt x="459392" y="2141327"/>
                  </a:lnTo>
                  <a:lnTo>
                    <a:pt x="458203" y="2137053"/>
                  </a:lnTo>
                  <a:lnTo>
                    <a:pt x="456938" y="2132779"/>
                  </a:lnTo>
                  <a:lnTo>
                    <a:pt x="455537" y="2128504"/>
                  </a:lnTo>
                  <a:lnTo>
                    <a:pt x="454057" y="2124230"/>
                  </a:lnTo>
                  <a:lnTo>
                    <a:pt x="452493" y="2119956"/>
                  </a:lnTo>
                  <a:lnTo>
                    <a:pt x="450764" y="2115682"/>
                  </a:lnTo>
                  <a:lnTo>
                    <a:pt x="448941" y="2111408"/>
                  </a:lnTo>
                  <a:lnTo>
                    <a:pt x="447025" y="2107134"/>
                  </a:lnTo>
                  <a:lnTo>
                    <a:pt x="444918" y="2102860"/>
                  </a:lnTo>
                  <a:lnTo>
                    <a:pt x="442700" y="2098586"/>
                  </a:lnTo>
                  <a:lnTo>
                    <a:pt x="440372" y="2094312"/>
                  </a:lnTo>
                  <a:lnTo>
                    <a:pt x="437838" y="2090037"/>
                  </a:lnTo>
                  <a:lnTo>
                    <a:pt x="435169" y="2085763"/>
                  </a:lnTo>
                  <a:lnTo>
                    <a:pt x="432376" y="2081489"/>
                  </a:lnTo>
                  <a:lnTo>
                    <a:pt x="429361" y="2077215"/>
                  </a:lnTo>
                  <a:lnTo>
                    <a:pt x="426185" y="2072941"/>
                  </a:lnTo>
                  <a:lnTo>
                    <a:pt x="422872" y="2068667"/>
                  </a:lnTo>
                  <a:lnTo>
                    <a:pt x="419326" y="2064393"/>
                  </a:lnTo>
                  <a:lnTo>
                    <a:pt x="415592" y="2060119"/>
                  </a:lnTo>
                  <a:lnTo>
                    <a:pt x="411708" y="2055845"/>
                  </a:lnTo>
                  <a:lnTo>
                    <a:pt x="407583" y="2051570"/>
                  </a:lnTo>
                  <a:lnTo>
                    <a:pt x="403246" y="2047296"/>
                  </a:lnTo>
                  <a:lnTo>
                    <a:pt x="398747" y="2043022"/>
                  </a:lnTo>
                  <a:lnTo>
                    <a:pt x="394006" y="2038748"/>
                  </a:lnTo>
                  <a:lnTo>
                    <a:pt x="389028" y="2034474"/>
                  </a:lnTo>
                  <a:lnTo>
                    <a:pt x="383881" y="2030200"/>
                  </a:lnTo>
                  <a:lnTo>
                    <a:pt x="378495" y="2025926"/>
                  </a:lnTo>
                  <a:lnTo>
                    <a:pt x="372852" y="2021652"/>
                  </a:lnTo>
                  <a:lnTo>
                    <a:pt x="367038" y="2017378"/>
                  </a:lnTo>
                  <a:lnTo>
                    <a:pt x="360993" y="2013104"/>
                  </a:lnTo>
                  <a:lnTo>
                    <a:pt x="354678" y="2008829"/>
                  </a:lnTo>
                  <a:lnTo>
                    <a:pt x="348192" y="2004555"/>
                  </a:lnTo>
                  <a:lnTo>
                    <a:pt x="341493" y="2000281"/>
                  </a:lnTo>
                  <a:lnTo>
                    <a:pt x="334517" y="1996007"/>
                  </a:lnTo>
                  <a:lnTo>
                    <a:pt x="327379" y="1991733"/>
                  </a:lnTo>
                  <a:lnTo>
                    <a:pt x="320048" y="1987459"/>
                  </a:lnTo>
                  <a:lnTo>
                    <a:pt x="312447" y="1983185"/>
                  </a:lnTo>
                  <a:lnTo>
                    <a:pt x="304696" y="1978911"/>
                  </a:lnTo>
                  <a:lnTo>
                    <a:pt x="296781" y="1974637"/>
                  </a:lnTo>
                  <a:lnTo>
                    <a:pt x="288614" y="1970362"/>
                  </a:lnTo>
                  <a:lnTo>
                    <a:pt x="280318" y="1966088"/>
                  </a:lnTo>
                  <a:lnTo>
                    <a:pt x="271890" y="1961814"/>
                  </a:lnTo>
                  <a:lnTo>
                    <a:pt x="263244" y="1957540"/>
                  </a:lnTo>
                  <a:lnTo>
                    <a:pt x="254496" y="1953266"/>
                  </a:lnTo>
                  <a:lnTo>
                    <a:pt x="245647" y="1948992"/>
                  </a:lnTo>
                  <a:lnTo>
                    <a:pt x="236638" y="1944718"/>
                  </a:lnTo>
                  <a:lnTo>
                    <a:pt x="227557" y="1940444"/>
                  </a:lnTo>
                  <a:lnTo>
                    <a:pt x="218410" y="1936170"/>
                  </a:lnTo>
                  <a:lnTo>
                    <a:pt x="209175" y="1931896"/>
                  </a:lnTo>
                  <a:lnTo>
                    <a:pt x="199906" y="1927621"/>
                  </a:lnTo>
                  <a:lnTo>
                    <a:pt x="190613" y="1923347"/>
                  </a:lnTo>
                  <a:lnTo>
                    <a:pt x="181306" y="1919073"/>
                  </a:lnTo>
                  <a:lnTo>
                    <a:pt x="172017" y="1914799"/>
                  </a:lnTo>
                  <a:lnTo>
                    <a:pt x="162749" y="1910525"/>
                  </a:lnTo>
                  <a:lnTo>
                    <a:pt x="153543" y="1906251"/>
                  </a:lnTo>
                  <a:lnTo>
                    <a:pt x="144417" y="1901977"/>
                  </a:lnTo>
                  <a:lnTo>
                    <a:pt x="135363" y="1897703"/>
                  </a:lnTo>
                  <a:lnTo>
                    <a:pt x="126445" y="1893429"/>
                  </a:lnTo>
                  <a:lnTo>
                    <a:pt x="117679" y="1889154"/>
                  </a:lnTo>
                  <a:lnTo>
                    <a:pt x="109037" y="1884880"/>
                  </a:lnTo>
                  <a:lnTo>
                    <a:pt x="100599" y="1880606"/>
                  </a:lnTo>
                  <a:lnTo>
                    <a:pt x="92395" y="1876332"/>
                  </a:lnTo>
                  <a:lnTo>
                    <a:pt x="84366" y="1872058"/>
                  </a:lnTo>
                  <a:lnTo>
                    <a:pt x="76602" y="1867784"/>
                  </a:lnTo>
                  <a:lnTo>
                    <a:pt x="69157" y="1863510"/>
                  </a:lnTo>
                  <a:lnTo>
                    <a:pt x="61939" y="1859236"/>
                  </a:lnTo>
                  <a:lnTo>
                    <a:pt x="55034" y="1854962"/>
                  </a:lnTo>
                  <a:lnTo>
                    <a:pt x="48537" y="1850688"/>
                  </a:lnTo>
                  <a:lnTo>
                    <a:pt x="42312" y="1846413"/>
                  </a:lnTo>
                  <a:lnTo>
                    <a:pt x="36437" y="1842139"/>
                  </a:lnTo>
                  <a:lnTo>
                    <a:pt x="31057" y="1837865"/>
                  </a:lnTo>
                  <a:lnTo>
                    <a:pt x="25988" y="1833591"/>
                  </a:lnTo>
                  <a:lnTo>
                    <a:pt x="21291" y="1829317"/>
                  </a:lnTo>
                  <a:lnTo>
                    <a:pt x="17169" y="1825043"/>
                  </a:lnTo>
                  <a:lnTo>
                    <a:pt x="13390" y="1820769"/>
                  </a:lnTo>
                  <a:lnTo>
                    <a:pt x="9990" y="1816495"/>
                  </a:lnTo>
                  <a:lnTo>
                    <a:pt x="7236" y="1812221"/>
                  </a:lnTo>
                  <a:lnTo>
                    <a:pt x="4846" y="1807946"/>
                  </a:lnTo>
                  <a:lnTo>
                    <a:pt x="2828" y="1803672"/>
                  </a:lnTo>
                  <a:lnTo>
                    <a:pt x="1512" y="1799398"/>
                  </a:lnTo>
                  <a:lnTo>
                    <a:pt x="569" y="1795124"/>
                  </a:lnTo>
                  <a:lnTo>
                    <a:pt x="24" y="1791034"/>
                  </a:lnTo>
                  <a:lnTo>
                    <a:pt x="0" y="1790850"/>
                  </a:lnTo>
                  <a:lnTo>
                    <a:pt x="130" y="1786576"/>
                  </a:lnTo>
                  <a:lnTo>
                    <a:pt x="652" y="1782302"/>
                  </a:lnTo>
                  <a:lnTo>
                    <a:pt x="1545" y="1778028"/>
                  </a:lnTo>
                  <a:lnTo>
                    <a:pt x="3098" y="1773754"/>
                  </a:lnTo>
                  <a:lnTo>
                    <a:pt x="5057" y="1769479"/>
                  </a:lnTo>
                  <a:lnTo>
                    <a:pt x="7375" y="1765205"/>
                  </a:lnTo>
                  <a:lnTo>
                    <a:pt x="10295" y="1760931"/>
                  </a:lnTo>
                  <a:lnTo>
                    <a:pt x="13623" y="1756657"/>
                  </a:lnTo>
                  <a:lnTo>
                    <a:pt x="17285" y="1752383"/>
                  </a:lnTo>
                  <a:lnTo>
                    <a:pt x="21479" y="1748109"/>
                  </a:lnTo>
                  <a:lnTo>
                    <a:pt x="26067" y="1743835"/>
                  </a:lnTo>
                  <a:lnTo>
                    <a:pt x="30956" y="1739561"/>
                  </a:lnTo>
                  <a:lnTo>
                    <a:pt x="36296" y="1735287"/>
                  </a:lnTo>
                  <a:lnTo>
                    <a:pt x="42002" y="1731013"/>
                  </a:lnTo>
                  <a:lnTo>
                    <a:pt x="47967" y="1726738"/>
                  </a:lnTo>
                  <a:lnTo>
                    <a:pt x="54299" y="1722464"/>
                  </a:lnTo>
                  <a:lnTo>
                    <a:pt x="60953" y="1718190"/>
                  </a:lnTo>
                  <a:lnTo>
                    <a:pt x="67818" y="1713916"/>
                  </a:lnTo>
                  <a:lnTo>
                    <a:pt x="74964" y="1709642"/>
                  </a:lnTo>
                  <a:lnTo>
                    <a:pt x="82374" y="1705368"/>
                  </a:lnTo>
                  <a:lnTo>
                    <a:pt x="89945" y="1701094"/>
                  </a:lnTo>
                  <a:lnTo>
                    <a:pt x="97714" y="1696820"/>
                  </a:lnTo>
                  <a:lnTo>
                    <a:pt x="105680" y="1692546"/>
                  </a:lnTo>
                  <a:lnTo>
                    <a:pt x="113753" y="1688271"/>
                  </a:lnTo>
                  <a:lnTo>
                    <a:pt x="121948" y="1683997"/>
                  </a:lnTo>
                  <a:lnTo>
                    <a:pt x="130263" y="1679723"/>
                  </a:lnTo>
                  <a:lnTo>
                    <a:pt x="138632" y="1675449"/>
                  </a:lnTo>
                  <a:lnTo>
                    <a:pt x="147056" y="1671175"/>
                  </a:lnTo>
                  <a:lnTo>
                    <a:pt x="155519" y="1666901"/>
                  </a:lnTo>
                  <a:lnTo>
                    <a:pt x="163986" y="1662627"/>
                  </a:lnTo>
                  <a:lnTo>
                    <a:pt x="172450" y="1658353"/>
                  </a:lnTo>
                  <a:lnTo>
                    <a:pt x="180871" y="1654079"/>
                  </a:lnTo>
                  <a:lnTo>
                    <a:pt x="189248" y="1649805"/>
                  </a:lnTo>
                  <a:lnTo>
                    <a:pt x="197579" y="1645530"/>
                  </a:lnTo>
                  <a:lnTo>
                    <a:pt x="205784" y="1641256"/>
                  </a:lnTo>
                  <a:lnTo>
                    <a:pt x="213904" y="1636982"/>
                  </a:lnTo>
                  <a:lnTo>
                    <a:pt x="221939" y="1632708"/>
                  </a:lnTo>
                  <a:lnTo>
                    <a:pt x="229784" y="1628434"/>
                  </a:lnTo>
                  <a:lnTo>
                    <a:pt x="237503" y="1624160"/>
                  </a:lnTo>
                  <a:lnTo>
                    <a:pt x="245103" y="1619886"/>
                  </a:lnTo>
                  <a:lnTo>
                    <a:pt x="252466" y="1615612"/>
                  </a:lnTo>
                  <a:lnTo>
                    <a:pt x="259666" y="1611338"/>
                  </a:lnTo>
                  <a:lnTo>
                    <a:pt x="266718" y="1607063"/>
                  </a:lnTo>
                  <a:lnTo>
                    <a:pt x="273505" y="1602789"/>
                  </a:lnTo>
                  <a:lnTo>
                    <a:pt x="280092" y="1598515"/>
                  </a:lnTo>
                  <a:lnTo>
                    <a:pt x="286512" y="1594241"/>
                  </a:lnTo>
                  <a:lnTo>
                    <a:pt x="292651" y="1589967"/>
                  </a:lnTo>
                  <a:lnTo>
                    <a:pt x="298560" y="1585693"/>
                  </a:lnTo>
                  <a:lnTo>
                    <a:pt x="304289" y="1581419"/>
                  </a:lnTo>
                  <a:lnTo>
                    <a:pt x="309733" y="1577145"/>
                  </a:lnTo>
                  <a:lnTo>
                    <a:pt x="314924" y="1572871"/>
                  </a:lnTo>
                  <a:lnTo>
                    <a:pt x="319928" y="1568596"/>
                  </a:lnTo>
                  <a:lnTo>
                    <a:pt x="324654" y="1564322"/>
                  </a:lnTo>
                  <a:lnTo>
                    <a:pt x="329108" y="1560048"/>
                  </a:lnTo>
                  <a:lnTo>
                    <a:pt x="333375" y="1555774"/>
                  </a:lnTo>
                  <a:lnTo>
                    <a:pt x="337378" y="1551500"/>
                  </a:lnTo>
                  <a:lnTo>
                    <a:pt x="341099" y="1547226"/>
                  </a:lnTo>
                  <a:lnTo>
                    <a:pt x="344635" y="1542952"/>
                  </a:lnTo>
                  <a:lnTo>
                    <a:pt x="347929" y="1538678"/>
                  </a:lnTo>
                  <a:lnTo>
                    <a:pt x="350934" y="1534404"/>
                  </a:lnTo>
                  <a:lnTo>
                    <a:pt x="353762" y="1530130"/>
                  </a:lnTo>
                  <a:lnTo>
                    <a:pt x="356371" y="1525855"/>
                  </a:lnTo>
                  <a:lnTo>
                    <a:pt x="358693" y="1521581"/>
                  </a:lnTo>
                  <a:lnTo>
                    <a:pt x="360847" y="1517307"/>
                  </a:lnTo>
                  <a:lnTo>
                    <a:pt x="362807" y="1513033"/>
                  </a:lnTo>
                  <a:lnTo>
                    <a:pt x="364485" y="1508759"/>
                  </a:lnTo>
                  <a:lnTo>
                    <a:pt x="366007" y="1504485"/>
                  </a:lnTo>
                  <a:lnTo>
                    <a:pt x="367360" y="1500211"/>
                  </a:lnTo>
                  <a:lnTo>
                    <a:pt x="368440" y="1495937"/>
                  </a:lnTo>
                  <a:lnTo>
                    <a:pt x="369377" y="1491663"/>
                  </a:lnTo>
                  <a:lnTo>
                    <a:pt x="370170" y="1487388"/>
                  </a:lnTo>
                  <a:lnTo>
                    <a:pt x="370702" y="1483114"/>
                  </a:lnTo>
                  <a:lnTo>
                    <a:pt x="371104" y="1478840"/>
                  </a:lnTo>
                  <a:lnTo>
                    <a:pt x="371375" y="1474566"/>
                  </a:lnTo>
                  <a:lnTo>
                    <a:pt x="371416" y="1470292"/>
                  </a:lnTo>
                  <a:lnTo>
                    <a:pt x="371332" y="1466018"/>
                  </a:lnTo>
                  <a:lnTo>
                    <a:pt x="371130" y="1461744"/>
                  </a:lnTo>
                  <a:lnTo>
                    <a:pt x="370728" y="1457470"/>
                  </a:lnTo>
                  <a:lnTo>
                    <a:pt x="370205" y="1453196"/>
                  </a:lnTo>
                  <a:lnTo>
                    <a:pt x="369576" y="1448922"/>
                  </a:lnTo>
                  <a:lnTo>
                    <a:pt x="368776" y="1444647"/>
                  </a:lnTo>
                  <a:lnTo>
                    <a:pt x="367859" y="1440373"/>
                  </a:lnTo>
                  <a:lnTo>
                    <a:pt x="366848" y="1436099"/>
                  </a:lnTo>
                  <a:lnTo>
                    <a:pt x="365690" y="1431825"/>
                  </a:lnTo>
                  <a:lnTo>
                    <a:pt x="364421" y="1427551"/>
                  </a:lnTo>
                  <a:lnTo>
                    <a:pt x="363069" y="1423277"/>
                  </a:lnTo>
                  <a:lnTo>
                    <a:pt x="361592" y="1419003"/>
                  </a:lnTo>
                  <a:lnTo>
                    <a:pt x="360010" y="1414729"/>
                  </a:lnTo>
                  <a:lnTo>
                    <a:pt x="358353" y="1410455"/>
                  </a:lnTo>
                  <a:lnTo>
                    <a:pt x="356591" y="1406180"/>
                  </a:lnTo>
                  <a:lnTo>
                    <a:pt x="354693" y="1401821"/>
                  </a:lnTo>
                  <a:lnTo>
                    <a:pt x="352806" y="1397632"/>
                  </a:lnTo>
                  <a:lnTo>
                    <a:pt x="350792" y="1393358"/>
                  </a:lnTo>
                  <a:lnTo>
                    <a:pt x="348687" y="1389084"/>
                  </a:lnTo>
                  <a:lnTo>
                    <a:pt x="346524" y="1384810"/>
                  </a:lnTo>
                  <a:lnTo>
                    <a:pt x="344288" y="1380536"/>
                  </a:lnTo>
                  <a:lnTo>
                    <a:pt x="341969" y="1376262"/>
                  </a:lnTo>
                  <a:lnTo>
                    <a:pt x="339601" y="1371988"/>
                  </a:lnTo>
                  <a:lnTo>
                    <a:pt x="337172" y="1367713"/>
                  </a:lnTo>
                  <a:lnTo>
                    <a:pt x="334669" y="1363439"/>
                  </a:lnTo>
                  <a:lnTo>
                    <a:pt x="332125" y="1359165"/>
                  </a:lnTo>
                  <a:lnTo>
                    <a:pt x="329532" y="1354891"/>
                  </a:lnTo>
                  <a:lnTo>
                    <a:pt x="326875" y="1350617"/>
                  </a:lnTo>
                  <a:lnTo>
                    <a:pt x="324184" y="1346343"/>
                  </a:lnTo>
                  <a:lnTo>
                    <a:pt x="321457" y="1342069"/>
                  </a:lnTo>
                  <a:lnTo>
                    <a:pt x="318676" y="1337795"/>
                  </a:lnTo>
                  <a:lnTo>
                    <a:pt x="315869" y="1333521"/>
                  </a:lnTo>
                  <a:lnTo>
                    <a:pt x="313037" y="1329247"/>
                  </a:lnTo>
                  <a:lnTo>
                    <a:pt x="310164" y="1324972"/>
                  </a:lnTo>
                  <a:lnTo>
                    <a:pt x="307273" y="1320698"/>
                  </a:lnTo>
                  <a:lnTo>
                    <a:pt x="304365" y="1316424"/>
                  </a:lnTo>
                  <a:lnTo>
                    <a:pt x="301433" y="1312150"/>
                  </a:lnTo>
                  <a:lnTo>
                    <a:pt x="298492" y="1307876"/>
                  </a:lnTo>
                  <a:lnTo>
                    <a:pt x="295542" y="1303602"/>
                  </a:lnTo>
                  <a:lnTo>
                    <a:pt x="292585" y="1299328"/>
                  </a:lnTo>
                  <a:lnTo>
                    <a:pt x="289627" y="1295054"/>
                  </a:lnTo>
                  <a:lnTo>
                    <a:pt x="286671" y="1290780"/>
                  </a:lnTo>
                  <a:lnTo>
                    <a:pt x="283723" y="1286505"/>
                  </a:lnTo>
                  <a:lnTo>
                    <a:pt x="280786" y="1282231"/>
                  </a:lnTo>
                  <a:lnTo>
                    <a:pt x="277860" y="1277957"/>
                  </a:lnTo>
                  <a:lnTo>
                    <a:pt x="274956" y="1273683"/>
                  </a:lnTo>
                  <a:lnTo>
                    <a:pt x="272077" y="1269409"/>
                  </a:lnTo>
                  <a:lnTo>
                    <a:pt x="269219" y="1265135"/>
                  </a:lnTo>
                  <a:lnTo>
                    <a:pt x="266397" y="1260861"/>
                  </a:lnTo>
                  <a:lnTo>
                    <a:pt x="263614" y="1256587"/>
                  </a:lnTo>
                  <a:lnTo>
                    <a:pt x="260862" y="1252313"/>
                  </a:lnTo>
                  <a:lnTo>
                    <a:pt x="258159" y="1248039"/>
                  </a:lnTo>
                  <a:lnTo>
                    <a:pt x="255510" y="1243764"/>
                  </a:lnTo>
                  <a:lnTo>
                    <a:pt x="252902" y="1239490"/>
                  </a:lnTo>
                  <a:lnTo>
                    <a:pt x="250353" y="1235216"/>
                  </a:lnTo>
                  <a:lnTo>
                    <a:pt x="247877" y="1230942"/>
                  </a:lnTo>
                  <a:lnTo>
                    <a:pt x="245450" y="1226668"/>
                  </a:lnTo>
                  <a:lnTo>
                    <a:pt x="243091" y="1222394"/>
                  </a:lnTo>
                  <a:lnTo>
                    <a:pt x="240822" y="1218120"/>
                  </a:lnTo>
                  <a:lnTo>
                    <a:pt x="238611" y="1213846"/>
                  </a:lnTo>
                  <a:lnTo>
                    <a:pt x="236474" y="1209572"/>
                  </a:lnTo>
                  <a:lnTo>
                    <a:pt x="234445" y="1205297"/>
                  </a:lnTo>
                  <a:lnTo>
                    <a:pt x="232483" y="1201023"/>
                  </a:lnTo>
                  <a:lnTo>
                    <a:pt x="230599" y="1196749"/>
                  </a:lnTo>
                  <a:lnTo>
                    <a:pt x="228839" y="1192475"/>
                  </a:lnTo>
                  <a:lnTo>
                    <a:pt x="227153" y="1188201"/>
                  </a:lnTo>
                  <a:lnTo>
                    <a:pt x="225547" y="1183927"/>
                  </a:lnTo>
                  <a:lnTo>
                    <a:pt x="224082" y="1179653"/>
                  </a:lnTo>
                  <a:lnTo>
                    <a:pt x="222696" y="1175379"/>
                  </a:lnTo>
                  <a:lnTo>
                    <a:pt x="221389" y="1171105"/>
                  </a:lnTo>
                  <a:lnTo>
                    <a:pt x="220237" y="1166831"/>
                  </a:lnTo>
                  <a:lnTo>
                    <a:pt x="219169" y="1162556"/>
                  </a:lnTo>
                  <a:lnTo>
                    <a:pt x="218183" y="1158282"/>
                  </a:lnTo>
                  <a:lnTo>
                    <a:pt x="217352" y="1154008"/>
                  </a:lnTo>
                  <a:lnTo>
                    <a:pt x="216613" y="1149734"/>
                  </a:lnTo>
                  <a:lnTo>
                    <a:pt x="215958" y="1145460"/>
                  </a:lnTo>
                  <a:lnTo>
                    <a:pt x="215455" y="1141186"/>
                  </a:lnTo>
                  <a:lnTo>
                    <a:pt x="215050" y="1136912"/>
                  </a:lnTo>
                  <a:lnTo>
                    <a:pt x="214730" y="1132638"/>
                  </a:lnTo>
                  <a:lnTo>
                    <a:pt x="214554" y="1128364"/>
                  </a:lnTo>
                  <a:lnTo>
                    <a:pt x="214482" y="1124089"/>
                  </a:lnTo>
                  <a:lnTo>
                    <a:pt x="214494" y="1119815"/>
                  </a:lnTo>
                  <a:lnTo>
                    <a:pt x="214640" y="1115541"/>
                  </a:lnTo>
                  <a:lnTo>
                    <a:pt x="214892" y="1111267"/>
                  </a:lnTo>
                  <a:lnTo>
                    <a:pt x="215225" y="1106993"/>
                  </a:lnTo>
                  <a:lnTo>
                    <a:pt x="215681" y="1102719"/>
                  </a:lnTo>
                  <a:lnTo>
                    <a:pt x="216243" y="1098445"/>
                  </a:lnTo>
                  <a:lnTo>
                    <a:pt x="216881" y="1094171"/>
                  </a:lnTo>
                  <a:lnTo>
                    <a:pt x="217628" y="1089897"/>
                  </a:lnTo>
                  <a:lnTo>
                    <a:pt x="218480" y="1085622"/>
                  </a:lnTo>
                  <a:lnTo>
                    <a:pt x="219401" y="1081348"/>
                  </a:lnTo>
                  <a:lnTo>
                    <a:pt x="220416" y="1077074"/>
                  </a:lnTo>
                  <a:lnTo>
                    <a:pt x="221531" y="1072800"/>
                  </a:lnTo>
                  <a:lnTo>
                    <a:pt x="222708" y="1068526"/>
                  </a:lnTo>
                  <a:lnTo>
                    <a:pt x="223965" y="1064252"/>
                  </a:lnTo>
                  <a:lnTo>
                    <a:pt x="225313" y="1059978"/>
                  </a:lnTo>
                  <a:lnTo>
                    <a:pt x="226180" y="1057333"/>
                  </a:lnTo>
                  <a:lnTo>
                    <a:pt x="226714" y="1055704"/>
                  </a:lnTo>
                  <a:lnTo>
                    <a:pt x="228181" y="1051430"/>
                  </a:lnTo>
                  <a:lnTo>
                    <a:pt x="229728" y="1047156"/>
                  </a:lnTo>
                  <a:lnTo>
                    <a:pt x="231320" y="1042881"/>
                  </a:lnTo>
                  <a:lnTo>
                    <a:pt x="232963" y="1038607"/>
                  </a:lnTo>
                  <a:lnTo>
                    <a:pt x="234674" y="1034333"/>
                  </a:lnTo>
                  <a:lnTo>
                    <a:pt x="236421" y="1030059"/>
                  </a:lnTo>
                  <a:lnTo>
                    <a:pt x="238204" y="1025785"/>
                  </a:lnTo>
                  <a:lnTo>
                    <a:pt x="240042" y="1021511"/>
                  </a:lnTo>
                  <a:lnTo>
                    <a:pt x="241906" y="1017237"/>
                  </a:lnTo>
                  <a:lnTo>
                    <a:pt x="243795" y="1012963"/>
                  </a:lnTo>
                  <a:lnTo>
                    <a:pt x="245723" y="1008689"/>
                  </a:lnTo>
                  <a:lnTo>
                    <a:pt x="247667" y="1004414"/>
                  </a:lnTo>
                  <a:lnTo>
                    <a:pt x="249627" y="1000140"/>
                  </a:lnTo>
                  <a:lnTo>
                    <a:pt x="251608" y="995866"/>
                  </a:lnTo>
                  <a:lnTo>
                    <a:pt x="253597" y="991592"/>
                  </a:lnTo>
                  <a:lnTo>
                    <a:pt x="255593" y="987318"/>
                  </a:lnTo>
                  <a:lnTo>
                    <a:pt x="257595" y="983044"/>
                  </a:lnTo>
                  <a:lnTo>
                    <a:pt x="259596" y="978770"/>
                  </a:lnTo>
                  <a:lnTo>
                    <a:pt x="261595" y="974496"/>
                  </a:lnTo>
                  <a:lnTo>
                    <a:pt x="263587" y="970222"/>
                  </a:lnTo>
                  <a:lnTo>
                    <a:pt x="265570" y="965948"/>
                  </a:lnTo>
                  <a:lnTo>
                    <a:pt x="267543" y="961673"/>
                  </a:lnTo>
                  <a:lnTo>
                    <a:pt x="269499" y="957399"/>
                  </a:lnTo>
                  <a:lnTo>
                    <a:pt x="271436" y="953125"/>
                  </a:lnTo>
                  <a:lnTo>
                    <a:pt x="273358" y="948851"/>
                  </a:lnTo>
                  <a:lnTo>
                    <a:pt x="275253" y="944577"/>
                  </a:lnTo>
                  <a:lnTo>
                    <a:pt x="277122" y="940303"/>
                  </a:lnTo>
                  <a:lnTo>
                    <a:pt x="278971" y="936029"/>
                  </a:lnTo>
                  <a:lnTo>
                    <a:pt x="280787" y="931755"/>
                  </a:lnTo>
                  <a:lnTo>
                    <a:pt x="282569" y="927481"/>
                  </a:lnTo>
                  <a:lnTo>
                    <a:pt x="284326" y="923206"/>
                  </a:lnTo>
                  <a:lnTo>
                    <a:pt x="286048" y="918932"/>
                  </a:lnTo>
                  <a:lnTo>
                    <a:pt x="287729" y="914658"/>
                  </a:lnTo>
                  <a:lnTo>
                    <a:pt x="289382" y="910384"/>
                  </a:lnTo>
                  <a:lnTo>
                    <a:pt x="290998" y="906110"/>
                  </a:lnTo>
                  <a:lnTo>
                    <a:pt x="292566" y="901836"/>
                  </a:lnTo>
                  <a:lnTo>
                    <a:pt x="294106" y="897562"/>
                  </a:lnTo>
                  <a:lnTo>
                    <a:pt x="295608" y="893288"/>
                  </a:lnTo>
                  <a:lnTo>
                    <a:pt x="297059" y="889014"/>
                  </a:lnTo>
                  <a:lnTo>
                    <a:pt x="298480" y="884739"/>
                  </a:lnTo>
                  <a:lnTo>
                    <a:pt x="299865" y="880465"/>
                  </a:lnTo>
                  <a:lnTo>
                    <a:pt x="301197" y="876191"/>
                  </a:lnTo>
                  <a:lnTo>
                    <a:pt x="302497" y="871917"/>
                  </a:lnTo>
                  <a:lnTo>
                    <a:pt x="303765" y="867643"/>
                  </a:lnTo>
                  <a:lnTo>
                    <a:pt x="304978" y="863369"/>
                  </a:lnTo>
                  <a:lnTo>
                    <a:pt x="306161" y="859095"/>
                  </a:lnTo>
                  <a:lnTo>
                    <a:pt x="307315" y="854821"/>
                  </a:lnTo>
                  <a:lnTo>
                    <a:pt x="308414" y="850547"/>
                  </a:lnTo>
                  <a:lnTo>
                    <a:pt x="309485" y="846273"/>
                  </a:lnTo>
                  <a:lnTo>
                    <a:pt x="310528" y="841998"/>
                  </a:lnTo>
                  <a:lnTo>
                    <a:pt x="311523" y="837724"/>
                  </a:lnTo>
                  <a:lnTo>
                    <a:pt x="312491" y="833450"/>
                  </a:lnTo>
                  <a:lnTo>
                    <a:pt x="313434" y="829176"/>
                  </a:lnTo>
                  <a:lnTo>
                    <a:pt x="314335" y="824902"/>
                  </a:lnTo>
                  <a:lnTo>
                    <a:pt x="315211" y="820628"/>
                  </a:lnTo>
                  <a:lnTo>
                    <a:pt x="316065" y="816354"/>
                  </a:lnTo>
                  <a:lnTo>
                    <a:pt x="316885" y="812080"/>
                  </a:lnTo>
                  <a:lnTo>
                    <a:pt x="317683" y="807806"/>
                  </a:lnTo>
                  <a:lnTo>
                    <a:pt x="318463" y="803531"/>
                  </a:lnTo>
                  <a:lnTo>
                    <a:pt x="319217" y="799257"/>
                  </a:lnTo>
                  <a:lnTo>
                    <a:pt x="319953" y="794983"/>
                  </a:lnTo>
                  <a:lnTo>
                    <a:pt x="320675" y="790709"/>
                  </a:lnTo>
                  <a:lnTo>
                    <a:pt x="321379" y="786435"/>
                  </a:lnTo>
                  <a:lnTo>
                    <a:pt x="322071" y="782161"/>
                  </a:lnTo>
                  <a:lnTo>
                    <a:pt x="322754" y="777887"/>
                  </a:lnTo>
                  <a:lnTo>
                    <a:pt x="323427" y="773613"/>
                  </a:lnTo>
                  <a:lnTo>
                    <a:pt x="324093" y="769339"/>
                  </a:lnTo>
                  <a:lnTo>
                    <a:pt x="324757" y="765065"/>
                  </a:lnTo>
                  <a:lnTo>
                    <a:pt x="325418" y="760790"/>
                  </a:lnTo>
                  <a:lnTo>
                    <a:pt x="326080" y="756516"/>
                  </a:lnTo>
                  <a:lnTo>
                    <a:pt x="326744" y="752242"/>
                  </a:lnTo>
                  <a:lnTo>
                    <a:pt x="327413" y="747968"/>
                  </a:lnTo>
                  <a:lnTo>
                    <a:pt x="328092" y="743694"/>
                  </a:lnTo>
                  <a:lnTo>
                    <a:pt x="328778" y="739420"/>
                  </a:lnTo>
                  <a:lnTo>
                    <a:pt x="329475" y="735146"/>
                  </a:lnTo>
                  <a:lnTo>
                    <a:pt x="330191" y="730872"/>
                  </a:lnTo>
                  <a:lnTo>
                    <a:pt x="330921" y="726598"/>
                  </a:lnTo>
                  <a:lnTo>
                    <a:pt x="331665" y="722323"/>
                  </a:lnTo>
                  <a:lnTo>
                    <a:pt x="332439" y="718049"/>
                  </a:lnTo>
                  <a:lnTo>
                    <a:pt x="333231" y="713775"/>
                  </a:lnTo>
                  <a:lnTo>
                    <a:pt x="334043" y="709501"/>
                  </a:lnTo>
                  <a:lnTo>
                    <a:pt x="334894" y="705227"/>
                  </a:lnTo>
                  <a:lnTo>
                    <a:pt x="335767" y="700953"/>
                  </a:lnTo>
                  <a:lnTo>
                    <a:pt x="336663" y="696679"/>
                  </a:lnTo>
                  <a:lnTo>
                    <a:pt x="337606" y="692405"/>
                  </a:lnTo>
                  <a:lnTo>
                    <a:pt x="338576" y="688131"/>
                  </a:lnTo>
                  <a:lnTo>
                    <a:pt x="339573" y="683856"/>
                  </a:lnTo>
                  <a:lnTo>
                    <a:pt x="340622" y="679582"/>
                  </a:lnTo>
                  <a:lnTo>
                    <a:pt x="341702" y="675308"/>
                  </a:lnTo>
                  <a:lnTo>
                    <a:pt x="342812" y="671034"/>
                  </a:lnTo>
                  <a:lnTo>
                    <a:pt x="343976" y="666760"/>
                  </a:lnTo>
                  <a:lnTo>
                    <a:pt x="345176" y="662486"/>
                  </a:lnTo>
                  <a:lnTo>
                    <a:pt x="346408" y="658212"/>
                  </a:lnTo>
                  <a:lnTo>
                    <a:pt x="347693" y="653938"/>
                  </a:lnTo>
                  <a:lnTo>
                    <a:pt x="349019" y="649664"/>
                  </a:lnTo>
                  <a:lnTo>
                    <a:pt x="350377" y="645390"/>
                  </a:lnTo>
                  <a:lnTo>
                    <a:pt x="351786" y="641115"/>
                  </a:lnTo>
                  <a:lnTo>
                    <a:pt x="353238" y="636841"/>
                  </a:lnTo>
                  <a:lnTo>
                    <a:pt x="354721" y="632567"/>
                  </a:lnTo>
                  <a:lnTo>
                    <a:pt x="356253" y="628293"/>
                  </a:lnTo>
                  <a:lnTo>
                    <a:pt x="357828" y="624019"/>
                  </a:lnTo>
                  <a:lnTo>
                    <a:pt x="359432" y="619745"/>
                  </a:lnTo>
                  <a:lnTo>
                    <a:pt x="361080" y="615471"/>
                  </a:lnTo>
                  <a:lnTo>
                    <a:pt x="362770" y="611197"/>
                  </a:lnTo>
                  <a:lnTo>
                    <a:pt x="364486" y="606923"/>
                  </a:lnTo>
                  <a:lnTo>
                    <a:pt x="366240" y="602648"/>
                  </a:lnTo>
                  <a:lnTo>
                    <a:pt x="368032" y="598374"/>
                  </a:lnTo>
                  <a:lnTo>
                    <a:pt x="369848" y="594100"/>
                  </a:lnTo>
                  <a:lnTo>
                    <a:pt x="371693" y="589826"/>
                  </a:lnTo>
                  <a:lnTo>
                    <a:pt x="373572" y="585552"/>
                  </a:lnTo>
                  <a:lnTo>
                    <a:pt x="375470" y="581278"/>
                  </a:lnTo>
                  <a:lnTo>
                    <a:pt x="377390" y="577004"/>
                  </a:lnTo>
                  <a:lnTo>
                    <a:pt x="379337" y="572730"/>
                  </a:lnTo>
                  <a:lnTo>
                    <a:pt x="381297" y="568456"/>
                  </a:lnTo>
                  <a:lnTo>
                    <a:pt x="383272" y="564182"/>
                  </a:lnTo>
                  <a:lnTo>
                    <a:pt x="385265" y="559907"/>
                  </a:lnTo>
                  <a:lnTo>
                    <a:pt x="387266" y="555633"/>
                  </a:lnTo>
                  <a:lnTo>
                    <a:pt x="389275" y="551359"/>
                  </a:lnTo>
                  <a:lnTo>
                    <a:pt x="391292" y="547085"/>
                  </a:lnTo>
                  <a:lnTo>
                    <a:pt x="393310" y="542811"/>
                  </a:lnTo>
                  <a:lnTo>
                    <a:pt x="395330" y="538537"/>
                  </a:lnTo>
                  <a:lnTo>
                    <a:pt x="397346" y="534263"/>
                  </a:lnTo>
                  <a:lnTo>
                    <a:pt x="399359" y="529989"/>
                  </a:lnTo>
                  <a:lnTo>
                    <a:pt x="401367" y="525715"/>
                  </a:lnTo>
                  <a:lnTo>
                    <a:pt x="403361" y="521440"/>
                  </a:lnTo>
                  <a:lnTo>
                    <a:pt x="405345" y="517166"/>
                  </a:lnTo>
                  <a:lnTo>
                    <a:pt x="407319" y="512892"/>
                  </a:lnTo>
                  <a:lnTo>
                    <a:pt x="409270" y="508618"/>
                  </a:lnTo>
                  <a:lnTo>
                    <a:pt x="411204" y="504344"/>
                  </a:lnTo>
                  <a:lnTo>
                    <a:pt x="413123" y="500070"/>
                  </a:lnTo>
                  <a:lnTo>
                    <a:pt x="415012" y="495796"/>
                  </a:lnTo>
                  <a:lnTo>
                    <a:pt x="416877" y="491522"/>
                  </a:lnTo>
                  <a:lnTo>
                    <a:pt x="418721" y="487248"/>
                  </a:lnTo>
                  <a:lnTo>
                    <a:pt x="420532" y="482974"/>
                  </a:lnTo>
                  <a:lnTo>
                    <a:pt x="422311" y="478699"/>
                  </a:lnTo>
                  <a:lnTo>
                    <a:pt x="424066" y="474425"/>
                  </a:lnTo>
                  <a:lnTo>
                    <a:pt x="425783" y="470151"/>
                  </a:lnTo>
                  <a:lnTo>
                    <a:pt x="427463" y="465877"/>
                  </a:lnTo>
                  <a:lnTo>
                    <a:pt x="429117" y="461603"/>
                  </a:lnTo>
                  <a:lnTo>
                    <a:pt x="430730" y="457329"/>
                  </a:lnTo>
                  <a:lnTo>
                    <a:pt x="432301" y="453055"/>
                  </a:lnTo>
                  <a:lnTo>
                    <a:pt x="433843" y="448781"/>
                  </a:lnTo>
                  <a:lnTo>
                    <a:pt x="435345" y="444507"/>
                  </a:lnTo>
                  <a:lnTo>
                    <a:pt x="436801" y="440232"/>
                  </a:lnTo>
                  <a:lnTo>
                    <a:pt x="438225" y="435958"/>
                  </a:lnTo>
                  <a:lnTo>
                    <a:pt x="439611" y="431684"/>
                  </a:lnTo>
                  <a:lnTo>
                    <a:pt x="440947" y="427410"/>
                  </a:lnTo>
                  <a:lnTo>
                    <a:pt x="442252" y="423136"/>
                  </a:lnTo>
                  <a:lnTo>
                    <a:pt x="443520" y="418862"/>
                  </a:lnTo>
                  <a:lnTo>
                    <a:pt x="444736" y="414588"/>
                  </a:lnTo>
                  <a:lnTo>
                    <a:pt x="445921" y="410314"/>
                  </a:lnTo>
                  <a:lnTo>
                    <a:pt x="447072" y="406040"/>
                  </a:lnTo>
                  <a:lnTo>
                    <a:pt x="448170" y="401765"/>
                  </a:lnTo>
                  <a:lnTo>
                    <a:pt x="449238" y="397491"/>
                  </a:lnTo>
                  <a:lnTo>
                    <a:pt x="450276" y="393217"/>
                  </a:lnTo>
                  <a:lnTo>
                    <a:pt x="451259" y="388943"/>
                  </a:lnTo>
                  <a:lnTo>
                    <a:pt x="452215" y="384669"/>
                  </a:lnTo>
                  <a:lnTo>
                    <a:pt x="453143" y="380395"/>
                  </a:lnTo>
                  <a:lnTo>
                    <a:pt x="454020" y="376121"/>
                  </a:lnTo>
                  <a:lnTo>
                    <a:pt x="454870" y="371847"/>
                  </a:lnTo>
                  <a:lnTo>
                    <a:pt x="455693" y="367573"/>
                  </a:lnTo>
                  <a:lnTo>
                    <a:pt x="456471" y="363299"/>
                  </a:lnTo>
                  <a:lnTo>
                    <a:pt x="457223" y="359024"/>
                  </a:lnTo>
                  <a:lnTo>
                    <a:pt x="457950" y="354750"/>
                  </a:lnTo>
                  <a:lnTo>
                    <a:pt x="458637" y="350476"/>
                  </a:lnTo>
                  <a:lnTo>
                    <a:pt x="459297" y="346202"/>
                  </a:lnTo>
                  <a:lnTo>
                    <a:pt x="459936" y="341928"/>
                  </a:lnTo>
                  <a:lnTo>
                    <a:pt x="460540" y="337654"/>
                  </a:lnTo>
                  <a:lnTo>
                    <a:pt x="461119" y="333380"/>
                  </a:lnTo>
                  <a:lnTo>
                    <a:pt x="461678" y="329106"/>
                  </a:lnTo>
                  <a:lnTo>
                    <a:pt x="462207" y="324832"/>
                  </a:lnTo>
                  <a:lnTo>
                    <a:pt x="462713" y="320557"/>
                  </a:lnTo>
                  <a:lnTo>
                    <a:pt x="463200" y="316283"/>
                  </a:lnTo>
                  <a:lnTo>
                    <a:pt x="463663" y="312009"/>
                  </a:lnTo>
                  <a:lnTo>
                    <a:pt x="464102" y="307735"/>
                  </a:lnTo>
                  <a:lnTo>
                    <a:pt x="464527" y="303461"/>
                  </a:lnTo>
                  <a:lnTo>
                    <a:pt x="464930" y="299187"/>
                  </a:lnTo>
                  <a:lnTo>
                    <a:pt x="465312" y="294913"/>
                  </a:lnTo>
                  <a:lnTo>
                    <a:pt x="465680" y="290639"/>
                  </a:lnTo>
                  <a:lnTo>
                    <a:pt x="466031" y="286365"/>
                  </a:lnTo>
                  <a:lnTo>
                    <a:pt x="466362" y="282091"/>
                  </a:lnTo>
                  <a:lnTo>
                    <a:pt x="466682" y="277816"/>
                  </a:lnTo>
                  <a:lnTo>
                    <a:pt x="466987" y="273542"/>
                  </a:lnTo>
                  <a:lnTo>
                    <a:pt x="467274" y="269268"/>
                  </a:lnTo>
                  <a:lnTo>
                    <a:pt x="467550" y="264994"/>
                  </a:lnTo>
                  <a:lnTo>
                    <a:pt x="467815" y="260720"/>
                  </a:lnTo>
                  <a:lnTo>
                    <a:pt x="468063" y="256446"/>
                  </a:lnTo>
                  <a:lnTo>
                    <a:pt x="468302" y="252172"/>
                  </a:lnTo>
                  <a:lnTo>
                    <a:pt x="468532" y="247898"/>
                  </a:lnTo>
                  <a:lnTo>
                    <a:pt x="468746" y="243624"/>
                  </a:lnTo>
                  <a:lnTo>
                    <a:pt x="468953" y="239349"/>
                  </a:lnTo>
                  <a:lnTo>
                    <a:pt x="469152" y="235075"/>
                  </a:lnTo>
                  <a:lnTo>
                    <a:pt x="469337" y="230801"/>
                  </a:lnTo>
                  <a:lnTo>
                    <a:pt x="469515" y="226527"/>
                  </a:lnTo>
                  <a:lnTo>
                    <a:pt x="469687" y="222253"/>
                  </a:lnTo>
                  <a:lnTo>
                    <a:pt x="469847" y="217979"/>
                  </a:lnTo>
                  <a:lnTo>
                    <a:pt x="470000" y="213705"/>
                  </a:lnTo>
                  <a:lnTo>
                    <a:pt x="470148" y="209431"/>
                  </a:lnTo>
                  <a:lnTo>
                    <a:pt x="470286" y="205157"/>
                  </a:lnTo>
                  <a:lnTo>
                    <a:pt x="470417" y="200882"/>
                  </a:lnTo>
                  <a:lnTo>
                    <a:pt x="470544" y="196608"/>
                  </a:lnTo>
                  <a:lnTo>
                    <a:pt x="470663" y="192334"/>
                  </a:lnTo>
                  <a:lnTo>
                    <a:pt x="470776" y="188060"/>
                  </a:lnTo>
                  <a:lnTo>
                    <a:pt x="470884" y="183786"/>
                  </a:lnTo>
                  <a:lnTo>
                    <a:pt x="470986" y="179512"/>
                  </a:lnTo>
                  <a:lnTo>
                    <a:pt x="471082" y="175238"/>
                  </a:lnTo>
                  <a:lnTo>
                    <a:pt x="471174" y="170964"/>
                  </a:lnTo>
                  <a:lnTo>
                    <a:pt x="471261" y="166690"/>
                  </a:lnTo>
                  <a:lnTo>
                    <a:pt x="471343" y="162416"/>
                  </a:lnTo>
                  <a:lnTo>
                    <a:pt x="471421" y="158141"/>
                  </a:lnTo>
                  <a:lnTo>
                    <a:pt x="471495" y="153867"/>
                  </a:lnTo>
                  <a:lnTo>
                    <a:pt x="471564" y="149593"/>
                  </a:lnTo>
                  <a:lnTo>
                    <a:pt x="471630" y="145319"/>
                  </a:lnTo>
                  <a:lnTo>
                    <a:pt x="471692" y="141045"/>
                  </a:lnTo>
                  <a:lnTo>
                    <a:pt x="471750" y="136771"/>
                  </a:lnTo>
                  <a:lnTo>
                    <a:pt x="471806" y="132497"/>
                  </a:lnTo>
                  <a:lnTo>
                    <a:pt x="471858" y="128223"/>
                  </a:lnTo>
                  <a:lnTo>
                    <a:pt x="471907" y="123949"/>
                  </a:lnTo>
                  <a:lnTo>
                    <a:pt x="471953" y="119674"/>
                  </a:lnTo>
                  <a:lnTo>
                    <a:pt x="471997" y="115400"/>
                  </a:lnTo>
                  <a:lnTo>
                    <a:pt x="472037" y="111126"/>
                  </a:lnTo>
                  <a:lnTo>
                    <a:pt x="472075" y="106852"/>
                  </a:lnTo>
                  <a:lnTo>
                    <a:pt x="472111" y="102578"/>
                  </a:lnTo>
                  <a:lnTo>
                    <a:pt x="472144" y="98304"/>
                  </a:lnTo>
                  <a:lnTo>
                    <a:pt x="472176" y="94030"/>
                  </a:lnTo>
                  <a:lnTo>
                    <a:pt x="472205" y="89756"/>
                  </a:lnTo>
                  <a:lnTo>
                    <a:pt x="472232" y="85482"/>
                  </a:lnTo>
                  <a:lnTo>
                    <a:pt x="472258" y="81208"/>
                  </a:lnTo>
                  <a:lnTo>
                    <a:pt x="472282" y="76933"/>
                  </a:lnTo>
                  <a:lnTo>
                    <a:pt x="472304" y="72659"/>
                  </a:lnTo>
                  <a:lnTo>
                    <a:pt x="472325" y="68385"/>
                  </a:lnTo>
                  <a:lnTo>
                    <a:pt x="472344" y="64111"/>
                  </a:lnTo>
                  <a:lnTo>
                    <a:pt x="472362" y="59837"/>
                  </a:lnTo>
                  <a:lnTo>
                    <a:pt x="472378" y="55563"/>
                  </a:lnTo>
                  <a:lnTo>
                    <a:pt x="472394" y="51289"/>
                  </a:lnTo>
                  <a:lnTo>
                    <a:pt x="472408" y="47015"/>
                  </a:lnTo>
                  <a:lnTo>
                    <a:pt x="472421" y="42741"/>
                  </a:lnTo>
                  <a:lnTo>
                    <a:pt x="472434" y="38466"/>
                  </a:lnTo>
                  <a:lnTo>
                    <a:pt x="472445" y="34192"/>
                  </a:lnTo>
                  <a:lnTo>
                    <a:pt x="472455" y="29918"/>
                  </a:lnTo>
                  <a:lnTo>
                    <a:pt x="472465" y="25644"/>
                  </a:lnTo>
                  <a:lnTo>
                    <a:pt x="472474" y="21370"/>
                  </a:lnTo>
                  <a:lnTo>
                    <a:pt x="472482" y="17096"/>
                  </a:lnTo>
                  <a:lnTo>
                    <a:pt x="472489" y="12822"/>
                  </a:lnTo>
                  <a:lnTo>
                    <a:pt x="472496" y="8548"/>
                  </a:lnTo>
                  <a:lnTo>
                    <a:pt x="472502" y="4274"/>
                  </a:lnTo>
                  <a:lnTo>
                    <a:pt x="472618" y="0"/>
                  </a:lnTo>
                  <a:lnTo>
                    <a:pt x="472624" y="4274"/>
                  </a:lnTo>
                  <a:lnTo>
                    <a:pt x="472631" y="8548"/>
                  </a:lnTo>
                  <a:lnTo>
                    <a:pt x="472637" y="12822"/>
                  </a:lnTo>
                  <a:lnTo>
                    <a:pt x="472645" y="17096"/>
                  </a:lnTo>
                  <a:lnTo>
                    <a:pt x="472653" y="21370"/>
                  </a:lnTo>
                  <a:lnTo>
                    <a:pt x="472662" y="25644"/>
                  </a:lnTo>
                  <a:lnTo>
                    <a:pt x="472671" y="29918"/>
                  </a:lnTo>
                  <a:lnTo>
                    <a:pt x="472682" y="34192"/>
                  </a:lnTo>
                  <a:lnTo>
                    <a:pt x="472693" y="38466"/>
                  </a:lnTo>
                  <a:lnTo>
                    <a:pt x="472705" y="42741"/>
                  </a:lnTo>
                  <a:lnTo>
                    <a:pt x="472718" y="47015"/>
                  </a:lnTo>
                  <a:lnTo>
                    <a:pt x="472732" y="51289"/>
                  </a:lnTo>
                  <a:lnTo>
                    <a:pt x="472748" y="55563"/>
                  </a:lnTo>
                  <a:lnTo>
                    <a:pt x="472765" y="59837"/>
                  </a:lnTo>
                  <a:lnTo>
                    <a:pt x="472782" y="64111"/>
                  </a:lnTo>
                  <a:lnTo>
                    <a:pt x="472802" y="68385"/>
                  </a:lnTo>
                  <a:lnTo>
                    <a:pt x="472822" y="72659"/>
                  </a:lnTo>
                  <a:lnTo>
                    <a:pt x="472844" y="76933"/>
                  </a:lnTo>
                  <a:lnTo>
                    <a:pt x="472868" y="81208"/>
                  </a:lnTo>
                  <a:lnTo>
                    <a:pt x="472894" y="85482"/>
                  </a:lnTo>
                  <a:lnTo>
                    <a:pt x="472921" y="89756"/>
                  </a:lnTo>
                  <a:lnTo>
                    <a:pt x="472951" y="94030"/>
                  </a:lnTo>
                  <a:lnTo>
                    <a:pt x="472982" y="98304"/>
                  </a:lnTo>
                  <a:lnTo>
                    <a:pt x="473015" y="102578"/>
                  </a:lnTo>
                  <a:lnTo>
                    <a:pt x="473051" y="106852"/>
                  </a:lnTo>
                  <a:lnTo>
                    <a:pt x="473090" y="111126"/>
                  </a:lnTo>
                  <a:lnTo>
                    <a:pt x="473130" y="115400"/>
                  </a:lnTo>
                  <a:lnTo>
                    <a:pt x="473173" y="119674"/>
                  </a:lnTo>
                  <a:lnTo>
                    <a:pt x="473220" y="123949"/>
                  </a:lnTo>
                  <a:lnTo>
                    <a:pt x="473268" y="128223"/>
                  </a:lnTo>
                  <a:lnTo>
                    <a:pt x="473320" y="132497"/>
                  </a:lnTo>
                  <a:lnTo>
                    <a:pt x="473376" y="136771"/>
                  </a:lnTo>
                  <a:lnTo>
                    <a:pt x="473434" y="141045"/>
                  </a:lnTo>
                  <a:lnTo>
                    <a:pt x="473496" y="145319"/>
                  </a:lnTo>
                  <a:lnTo>
                    <a:pt x="473562" y="149593"/>
                  </a:lnTo>
                  <a:lnTo>
                    <a:pt x="473632" y="153867"/>
                  </a:lnTo>
                  <a:lnTo>
                    <a:pt x="473705" y="158141"/>
                  </a:lnTo>
                  <a:lnTo>
                    <a:pt x="473784" y="162416"/>
                  </a:lnTo>
                  <a:lnTo>
                    <a:pt x="473865" y="166690"/>
                  </a:lnTo>
                  <a:lnTo>
                    <a:pt x="473952" y="170964"/>
                  </a:lnTo>
                  <a:lnTo>
                    <a:pt x="474045" y="175238"/>
                  </a:lnTo>
                  <a:lnTo>
                    <a:pt x="474141" y="179512"/>
                  </a:lnTo>
                  <a:lnTo>
                    <a:pt x="474242" y="183786"/>
                  </a:lnTo>
                  <a:lnTo>
                    <a:pt x="474351" y="188060"/>
                  </a:lnTo>
                  <a:lnTo>
                    <a:pt x="474464" y="192334"/>
                  </a:lnTo>
                  <a:lnTo>
                    <a:pt x="474582" y="196608"/>
                  </a:lnTo>
                  <a:lnTo>
                    <a:pt x="474709" y="200882"/>
                  </a:lnTo>
                  <a:lnTo>
                    <a:pt x="474841" y="205157"/>
                  </a:lnTo>
                  <a:lnTo>
                    <a:pt x="474979" y="209431"/>
                  </a:lnTo>
                  <a:lnTo>
                    <a:pt x="475126" y="213705"/>
                  </a:lnTo>
                  <a:lnTo>
                    <a:pt x="475280" y="217979"/>
                  </a:lnTo>
                  <a:lnTo>
                    <a:pt x="475439" y="222253"/>
                  </a:lnTo>
                  <a:lnTo>
                    <a:pt x="475611" y="226527"/>
                  </a:lnTo>
                  <a:lnTo>
                    <a:pt x="475789" y="230801"/>
                  </a:lnTo>
                  <a:lnTo>
                    <a:pt x="475975" y="235075"/>
                  </a:lnTo>
                  <a:lnTo>
                    <a:pt x="476173" y="239349"/>
                  </a:lnTo>
                  <a:lnTo>
                    <a:pt x="476380" y="243624"/>
                  </a:lnTo>
                  <a:lnTo>
                    <a:pt x="476595" y="247898"/>
                  </a:lnTo>
                  <a:lnTo>
                    <a:pt x="476824" y="252172"/>
                  </a:lnTo>
                  <a:lnTo>
                    <a:pt x="477063" y="256446"/>
                  </a:lnTo>
                  <a:lnTo>
                    <a:pt x="477312" y="260720"/>
                  </a:lnTo>
                  <a:lnTo>
                    <a:pt x="477576" y="264994"/>
                  </a:lnTo>
                  <a:lnTo>
                    <a:pt x="477853" y="269268"/>
                  </a:lnTo>
                  <a:lnTo>
                    <a:pt x="478140" y="273542"/>
                  </a:lnTo>
                  <a:lnTo>
                    <a:pt x="478444" y="277816"/>
                  </a:lnTo>
                  <a:lnTo>
                    <a:pt x="478764" y="282091"/>
                  </a:lnTo>
                  <a:lnTo>
                    <a:pt x="479095" y="286365"/>
                  </a:lnTo>
                  <a:lnTo>
                    <a:pt x="479446" y="290639"/>
                  </a:lnTo>
                  <a:lnTo>
                    <a:pt x="479815" y="294913"/>
                  </a:lnTo>
                  <a:lnTo>
                    <a:pt x="480197" y="299187"/>
                  </a:lnTo>
                  <a:lnTo>
                    <a:pt x="480600" y="303461"/>
                  </a:lnTo>
                  <a:lnTo>
                    <a:pt x="481024" y="307735"/>
                  </a:lnTo>
                  <a:lnTo>
                    <a:pt x="481464" y="312009"/>
                  </a:lnTo>
                  <a:lnTo>
                    <a:pt x="481926" y="316283"/>
                  </a:lnTo>
                  <a:lnTo>
                    <a:pt x="482414" y="320557"/>
                  </a:lnTo>
                  <a:lnTo>
                    <a:pt x="482919" y="324832"/>
                  </a:lnTo>
                  <a:lnTo>
                    <a:pt x="483448" y="329106"/>
                  </a:lnTo>
                  <a:lnTo>
                    <a:pt x="484007" y="333380"/>
                  </a:lnTo>
                  <a:lnTo>
                    <a:pt x="484586" y="337654"/>
                  </a:lnTo>
                  <a:lnTo>
                    <a:pt x="485190" y="341928"/>
                  </a:lnTo>
                  <a:lnTo>
                    <a:pt x="485829" y="346202"/>
                  </a:lnTo>
                  <a:lnTo>
                    <a:pt x="486490" y="350476"/>
                  </a:lnTo>
                  <a:lnTo>
                    <a:pt x="487177" y="354750"/>
                  </a:lnTo>
                  <a:lnTo>
                    <a:pt x="487904" y="359024"/>
                  </a:lnTo>
                  <a:lnTo>
                    <a:pt x="488655" y="363299"/>
                  </a:lnTo>
                  <a:lnTo>
                    <a:pt x="489433" y="367573"/>
                  </a:lnTo>
                  <a:lnTo>
                    <a:pt x="490257" y="371847"/>
                  </a:lnTo>
                  <a:lnTo>
                    <a:pt x="491107" y="376121"/>
                  </a:lnTo>
                  <a:lnTo>
                    <a:pt x="491983" y="380395"/>
                  </a:lnTo>
                  <a:lnTo>
                    <a:pt x="492911" y="384669"/>
                  </a:lnTo>
                  <a:lnTo>
                    <a:pt x="493867" y="388943"/>
                  </a:lnTo>
                  <a:lnTo>
                    <a:pt x="494851" y="393217"/>
                  </a:lnTo>
                  <a:lnTo>
                    <a:pt x="495888" y="397491"/>
                  </a:lnTo>
                  <a:lnTo>
                    <a:pt x="496957" y="401765"/>
                  </a:lnTo>
                  <a:lnTo>
                    <a:pt x="498054" y="406040"/>
                  </a:lnTo>
                  <a:lnTo>
                    <a:pt x="499205" y="410314"/>
                  </a:lnTo>
                  <a:lnTo>
                    <a:pt x="500391" y="414588"/>
                  </a:lnTo>
                  <a:lnTo>
                    <a:pt x="501606" y="418862"/>
                  </a:lnTo>
                  <a:lnTo>
                    <a:pt x="502874" y="423136"/>
                  </a:lnTo>
                  <a:lnTo>
                    <a:pt x="504179" y="427410"/>
                  </a:lnTo>
                  <a:lnTo>
                    <a:pt x="505515" y="431684"/>
                  </a:lnTo>
                  <a:lnTo>
                    <a:pt x="506901" y="435958"/>
                  </a:lnTo>
                  <a:lnTo>
                    <a:pt x="508326" y="440232"/>
                  </a:lnTo>
                  <a:lnTo>
                    <a:pt x="509781" y="444507"/>
                  </a:lnTo>
                  <a:lnTo>
                    <a:pt x="511283" y="448781"/>
                  </a:lnTo>
                  <a:lnTo>
                    <a:pt x="512825" y="453055"/>
                  </a:lnTo>
                  <a:lnTo>
                    <a:pt x="514396" y="457329"/>
                  </a:lnTo>
                  <a:lnTo>
                    <a:pt x="516010" y="461603"/>
                  </a:lnTo>
                  <a:lnTo>
                    <a:pt x="517663" y="465877"/>
                  </a:lnTo>
                  <a:lnTo>
                    <a:pt x="519343" y="470151"/>
                  </a:lnTo>
                  <a:lnTo>
                    <a:pt x="521060" y="474425"/>
                  </a:lnTo>
                  <a:lnTo>
                    <a:pt x="522816" y="478699"/>
                  </a:lnTo>
                  <a:lnTo>
                    <a:pt x="524595" y="482974"/>
                  </a:lnTo>
                  <a:lnTo>
                    <a:pt x="526405" y="487248"/>
                  </a:lnTo>
                  <a:lnTo>
                    <a:pt x="528250" y="491522"/>
                  </a:lnTo>
                  <a:lnTo>
                    <a:pt x="530115" y="495796"/>
                  </a:lnTo>
                  <a:lnTo>
                    <a:pt x="532004" y="500070"/>
                  </a:lnTo>
                  <a:lnTo>
                    <a:pt x="533922" y="504344"/>
                  </a:lnTo>
                  <a:lnTo>
                    <a:pt x="535856" y="508618"/>
                  </a:lnTo>
                  <a:lnTo>
                    <a:pt x="537808" y="512892"/>
                  </a:lnTo>
                  <a:lnTo>
                    <a:pt x="539781" y="517166"/>
                  </a:lnTo>
                  <a:lnTo>
                    <a:pt x="541765" y="521440"/>
                  </a:lnTo>
                  <a:lnTo>
                    <a:pt x="543760" y="525715"/>
                  </a:lnTo>
                  <a:lnTo>
                    <a:pt x="545768" y="529989"/>
                  </a:lnTo>
                  <a:lnTo>
                    <a:pt x="547780" y="534263"/>
                  </a:lnTo>
                  <a:lnTo>
                    <a:pt x="549797" y="538537"/>
                  </a:lnTo>
                  <a:lnTo>
                    <a:pt x="551817" y="542811"/>
                  </a:lnTo>
                  <a:lnTo>
                    <a:pt x="553835" y="547085"/>
                  </a:lnTo>
                  <a:lnTo>
                    <a:pt x="555852" y="551359"/>
                  </a:lnTo>
                  <a:lnTo>
                    <a:pt x="557860" y="555633"/>
                  </a:lnTo>
                  <a:lnTo>
                    <a:pt x="559861" y="559907"/>
                  </a:lnTo>
                  <a:lnTo>
                    <a:pt x="561854" y="564182"/>
                  </a:lnTo>
                  <a:lnTo>
                    <a:pt x="563829" y="568456"/>
                  </a:lnTo>
                  <a:lnTo>
                    <a:pt x="565789" y="572730"/>
                  </a:lnTo>
                  <a:lnTo>
                    <a:pt x="567736" y="577004"/>
                  </a:lnTo>
                  <a:lnTo>
                    <a:pt x="569656" y="581278"/>
                  </a:lnTo>
                  <a:lnTo>
                    <a:pt x="571554" y="585552"/>
                  </a:lnTo>
                  <a:lnTo>
                    <a:pt x="573433" y="589826"/>
                  </a:lnTo>
                  <a:lnTo>
                    <a:pt x="575278" y="594100"/>
                  </a:lnTo>
                  <a:lnTo>
                    <a:pt x="577094" y="598374"/>
                  </a:lnTo>
                  <a:lnTo>
                    <a:pt x="578887" y="602648"/>
                  </a:lnTo>
                  <a:lnTo>
                    <a:pt x="580640" y="606923"/>
                  </a:lnTo>
                  <a:lnTo>
                    <a:pt x="582357" y="611197"/>
                  </a:lnTo>
                  <a:lnTo>
                    <a:pt x="584046" y="615471"/>
                  </a:lnTo>
                  <a:lnTo>
                    <a:pt x="585694" y="619745"/>
                  </a:lnTo>
                  <a:lnTo>
                    <a:pt x="587299" y="624019"/>
                  </a:lnTo>
                  <a:lnTo>
                    <a:pt x="588874" y="628293"/>
                  </a:lnTo>
                  <a:lnTo>
                    <a:pt x="590405" y="632567"/>
                  </a:lnTo>
                  <a:lnTo>
                    <a:pt x="591889" y="636841"/>
                  </a:lnTo>
                  <a:lnTo>
                    <a:pt x="593341" y="641115"/>
                  </a:lnTo>
                  <a:lnTo>
                    <a:pt x="594750" y="645390"/>
                  </a:lnTo>
                  <a:lnTo>
                    <a:pt x="596108" y="649664"/>
                  </a:lnTo>
                  <a:lnTo>
                    <a:pt x="597433" y="653938"/>
                  </a:lnTo>
                  <a:lnTo>
                    <a:pt x="598718" y="658212"/>
                  </a:lnTo>
                  <a:lnTo>
                    <a:pt x="599950" y="662486"/>
                  </a:lnTo>
                  <a:lnTo>
                    <a:pt x="601150" y="666760"/>
                  </a:lnTo>
                  <a:lnTo>
                    <a:pt x="602314" y="671034"/>
                  </a:lnTo>
                  <a:lnTo>
                    <a:pt x="603424" y="675308"/>
                  </a:lnTo>
                  <a:lnTo>
                    <a:pt x="604505" y="679582"/>
                  </a:lnTo>
                  <a:lnTo>
                    <a:pt x="605553" y="683856"/>
                  </a:lnTo>
                  <a:lnTo>
                    <a:pt x="606550" y="688131"/>
                  </a:lnTo>
                  <a:lnTo>
                    <a:pt x="607520" y="692405"/>
                  </a:lnTo>
                  <a:lnTo>
                    <a:pt x="608464" y="696679"/>
                  </a:lnTo>
                  <a:lnTo>
                    <a:pt x="609360" y="700953"/>
                  </a:lnTo>
                  <a:lnTo>
                    <a:pt x="610233" y="705227"/>
                  </a:lnTo>
                  <a:lnTo>
                    <a:pt x="611083" y="709501"/>
                  </a:lnTo>
                  <a:lnTo>
                    <a:pt x="611895" y="713775"/>
                  </a:lnTo>
                  <a:lnTo>
                    <a:pt x="612687" y="718049"/>
                  </a:lnTo>
                  <a:lnTo>
                    <a:pt x="613461" y="722323"/>
                  </a:lnTo>
                  <a:lnTo>
                    <a:pt x="614206" y="726598"/>
                  </a:lnTo>
                  <a:lnTo>
                    <a:pt x="614935" y="730872"/>
                  </a:lnTo>
                  <a:lnTo>
                    <a:pt x="615651" y="735146"/>
                  </a:lnTo>
                  <a:lnTo>
                    <a:pt x="616348" y="739420"/>
                  </a:lnTo>
                  <a:lnTo>
                    <a:pt x="617035" y="743694"/>
                  </a:lnTo>
                  <a:lnTo>
                    <a:pt x="617713" y="747968"/>
                  </a:lnTo>
                  <a:lnTo>
                    <a:pt x="618382" y="752242"/>
                  </a:lnTo>
                  <a:lnTo>
                    <a:pt x="619047" y="756516"/>
                  </a:lnTo>
                  <a:lnTo>
                    <a:pt x="619709" y="760790"/>
                  </a:lnTo>
                  <a:lnTo>
                    <a:pt x="620370" y="765065"/>
                  </a:lnTo>
                  <a:lnTo>
                    <a:pt x="621033" y="769339"/>
                  </a:lnTo>
                  <a:lnTo>
                    <a:pt x="621700" y="773613"/>
                  </a:lnTo>
                  <a:lnTo>
                    <a:pt x="622373" y="777887"/>
                  </a:lnTo>
                  <a:lnTo>
                    <a:pt x="623056" y="782161"/>
                  </a:lnTo>
                  <a:lnTo>
                    <a:pt x="623747" y="786435"/>
                  </a:lnTo>
                  <a:lnTo>
                    <a:pt x="624452" y="790709"/>
                  </a:lnTo>
                  <a:lnTo>
                    <a:pt x="625174" y="794983"/>
                  </a:lnTo>
                  <a:lnTo>
                    <a:pt x="625909" y="799257"/>
                  </a:lnTo>
                  <a:lnTo>
                    <a:pt x="626663" y="803531"/>
                  </a:lnTo>
                  <a:lnTo>
                    <a:pt x="627443" y="807806"/>
                  </a:lnTo>
                  <a:lnTo>
                    <a:pt x="628241" y="812080"/>
                  </a:lnTo>
                  <a:lnTo>
                    <a:pt x="629061" y="816354"/>
                  </a:lnTo>
                  <a:lnTo>
                    <a:pt x="629916" y="820628"/>
                  </a:lnTo>
                  <a:lnTo>
                    <a:pt x="630791" y="824902"/>
                  </a:lnTo>
                  <a:lnTo>
                    <a:pt x="631693" y="829176"/>
                  </a:lnTo>
                  <a:lnTo>
                    <a:pt x="632635" y="833450"/>
                  </a:lnTo>
                  <a:lnTo>
                    <a:pt x="633603" y="837724"/>
                  </a:lnTo>
                  <a:lnTo>
                    <a:pt x="634598" y="841998"/>
                  </a:lnTo>
                  <a:lnTo>
                    <a:pt x="635642" y="846273"/>
                  </a:lnTo>
                  <a:lnTo>
                    <a:pt x="636713" y="850547"/>
                  </a:lnTo>
                  <a:lnTo>
                    <a:pt x="637812" y="854821"/>
                  </a:lnTo>
                  <a:lnTo>
                    <a:pt x="638965" y="859095"/>
                  </a:lnTo>
                  <a:lnTo>
                    <a:pt x="640149" y="863369"/>
                  </a:lnTo>
                  <a:lnTo>
                    <a:pt x="641361" y="867643"/>
                  </a:lnTo>
                  <a:lnTo>
                    <a:pt x="642629" y="871917"/>
                  </a:lnTo>
                  <a:lnTo>
                    <a:pt x="643930" y="876191"/>
                  </a:lnTo>
                  <a:lnTo>
                    <a:pt x="645261" y="880465"/>
                  </a:lnTo>
                  <a:lnTo>
                    <a:pt x="646646" y="884739"/>
                  </a:lnTo>
                  <a:lnTo>
                    <a:pt x="648067" y="889014"/>
                  </a:lnTo>
                  <a:lnTo>
                    <a:pt x="649518" y="893288"/>
                  </a:lnTo>
                  <a:lnTo>
                    <a:pt x="651021" y="897562"/>
                  </a:lnTo>
                  <a:lnTo>
                    <a:pt x="652560" y="901836"/>
                  </a:lnTo>
                  <a:lnTo>
                    <a:pt x="654129" y="906110"/>
                  </a:lnTo>
                  <a:lnTo>
                    <a:pt x="655745" y="910384"/>
                  </a:lnTo>
                  <a:lnTo>
                    <a:pt x="657398" y="914658"/>
                  </a:lnTo>
                  <a:lnTo>
                    <a:pt x="659078" y="918932"/>
                  </a:lnTo>
                  <a:lnTo>
                    <a:pt x="660800" y="923206"/>
                  </a:lnTo>
                  <a:lnTo>
                    <a:pt x="662557" y="927481"/>
                  </a:lnTo>
                  <a:lnTo>
                    <a:pt x="664339" y="931755"/>
                  </a:lnTo>
                  <a:lnTo>
                    <a:pt x="666156" y="936029"/>
                  </a:lnTo>
                  <a:lnTo>
                    <a:pt x="668004" y="940303"/>
                  </a:lnTo>
                  <a:lnTo>
                    <a:pt x="669873" y="944577"/>
                  </a:lnTo>
                  <a:lnTo>
                    <a:pt x="671769" y="948851"/>
                  </a:lnTo>
                  <a:lnTo>
                    <a:pt x="673691" y="953125"/>
                  </a:lnTo>
                  <a:lnTo>
                    <a:pt x="675628" y="957399"/>
                  </a:lnTo>
                  <a:lnTo>
                    <a:pt x="677583" y="961673"/>
                  </a:lnTo>
                  <a:lnTo>
                    <a:pt x="679557" y="965948"/>
                  </a:lnTo>
                  <a:lnTo>
                    <a:pt x="681539" y="970222"/>
                  </a:lnTo>
                  <a:lnTo>
                    <a:pt x="683531" y="974496"/>
                  </a:lnTo>
                  <a:lnTo>
                    <a:pt x="685531" y="978770"/>
                  </a:lnTo>
                  <a:lnTo>
                    <a:pt x="687532" y="983044"/>
                  </a:lnTo>
                  <a:lnTo>
                    <a:pt x="689533" y="987318"/>
                  </a:lnTo>
                  <a:lnTo>
                    <a:pt x="691529" y="991592"/>
                  </a:lnTo>
                  <a:lnTo>
                    <a:pt x="693519" y="995866"/>
                  </a:lnTo>
                  <a:lnTo>
                    <a:pt x="695500" y="1000140"/>
                  </a:lnTo>
                  <a:lnTo>
                    <a:pt x="697460" y="1004414"/>
                  </a:lnTo>
                  <a:lnTo>
                    <a:pt x="699404" y="1008689"/>
                  </a:lnTo>
                  <a:lnTo>
                    <a:pt x="701332" y="1012963"/>
                  </a:lnTo>
                  <a:lnTo>
                    <a:pt x="703221" y="1017237"/>
                  </a:lnTo>
                  <a:lnTo>
                    <a:pt x="705084" y="1021511"/>
                  </a:lnTo>
                  <a:lnTo>
                    <a:pt x="706923" y="1025785"/>
                  </a:lnTo>
                  <a:lnTo>
                    <a:pt x="708706" y="1030059"/>
                  </a:lnTo>
                  <a:lnTo>
                    <a:pt x="710452" y="1034333"/>
                  </a:lnTo>
                  <a:lnTo>
                    <a:pt x="712164" y="1038607"/>
                  </a:lnTo>
                  <a:lnTo>
                    <a:pt x="713806" y="1042881"/>
                  </a:lnTo>
                  <a:lnTo>
                    <a:pt x="715398" y="1047156"/>
                  </a:lnTo>
                  <a:lnTo>
                    <a:pt x="716946" y="1051430"/>
                  </a:lnTo>
                  <a:lnTo>
                    <a:pt x="718412" y="1055704"/>
                  </a:lnTo>
                  <a:lnTo>
                    <a:pt x="718946" y="1057333"/>
                  </a:lnTo>
                  <a:lnTo>
                    <a:pt x="719814" y="1059978"/>
                  </a:lnTo>
                  <a:lnTo>
                    <a:pt x="721162" y="1064252"/>
                  </a:lnTo>
                  <a:lnTo>
                    <a:pt x="722418" y="1068526"/>
                  </a:lnTo>
                  <a:lnTo>
                    <a:pt x="723595" y="1072800"/>
                  </a:lnTo>
                  <a:lnTo>
                    <a:pt x="724710" y="1077074"/>
                  </a:lnTo>
                  <a:lnTo>
                    <a:pt x="725726" y="1081348"/>
                  </a:lnTo>
                  <a:lnTo>
                    <a:pt x="726647" y="1085622"/>
                  </a:lnTo>
                  <a:lnTo>
                    <a:pt x="727498" y="1089897"/>
                  </a:lnTo>
                  <a:lnTo>
                    <a:pt x="728245" y="1094171"/>
                  </a:lnTo>
                  <a:lnTo>
                    <a:pt x="728883" y="1098445"/>
                  </a:lnTo>
                  <a:lnTo>
                    <a:pt x="729446" y="1102719"/>
                  </a:lnTo>
                  <a:lnTo>
                    <a:pt x="729901" y="1106993"/>
                  </a:lnTo>
                  <a:lnTo>
                    <a:pt x="730234" y="1111267"/>
                  </a:lnTo>
                  <a:lnTo>
                    <a:pt x="730487" y="1115541"/>
                  </a:lnTo>
                  <a:lnTo>
                    <a:pt x="730633" y="1119815"/>
                  </a:lnTo>
                  <a:lnTo>
                    <a:pt x="730644" y="1124089"/>
                  </a:lnTo>
                  <a:lnTo>
                    <a:pt x="730572" y="1128364"/>
                  </a:lnTo>
                  <a:lnTo>
                    <a:pt x="730396" y="1132638"/>
                  </a:lnTo>
                  <a:lnTo>
                    <a:pt x="730077" y="1136912"/>
                  </a:lnTo>
                  <a:lnTo>
                    <a:pt x="729672" y="1141186"/>
                  </a:lnTo>
                  <a:lnTo>
                    <a:pt x="729168" y="1145460"/>
                  </a:lnTo>
                  <a:lnTo>
                    <a:pt x="728514" y="1149734"/>
                  </a:lnTo>
                  <a:lnTo>
                    <a:pt x="727774" y="1154008"/>
                  </a:lnTo>
                  <a:lnTo>
                    <a:pt x="726944" y="1158282"/>
                  </a:lnTo>
                  <a:lnTo>
                    <a:pt x="725958" y="1162556"/>
                  </a:lnTo>
                  <a:lnTo>
                    <a:pt x="724889" y="1166831"/>
                  </a:lnTo>
                  <a:lnTo>
                    <a:pt x="723738" y="1171105"/>
                  </a:lnTo>
                  <a:lnTo>
                    <a:pt x="722431" y="1175379"/>
                  </a:lnTo>
                  <a:lnTo>
                    <a:pt x="721044" y="1179653"/>
                  </a:lnTo>
                  <a:lnTo>
                    <a:pt x="719579" y="1183927"/>
                  </a:lnTo>
                  <a:lnTo>
                    <a:pt x="717973" y="1188201"/>
                  </a:lnTo>
                  <a:lnTo>
                    <a:pt x="716287" y="1192475"/>
                  </a:lnTo>
                  <a:lnTo>
                    <a:pt x="714528" y="1196749"/>
                  </a:lnTo>
                  <a:lnTo>
                    <a:pt x="712643" y="1201023"/>
                  </a:lnTo>
                  <a:lnTo>
                    <a:pt x="710681" y="1205297"/>
                  </a:lnTo>
                  <a:lnTo>
                    <a:pt x="708652" y="1209572"/>
                  </a:lnTo>
                  <a:lnTo>
                    <a:pt x="706515" y="1213846"/>
                  </a:lnTo>
                  <a:lnTo>
                    <a:pt x="704305" y="1218120"/>
                  </a:lnTo>
                  <a:lnTo>
                    <a:pt x="702036" y="1222394"/>
                  </a:lnTo>
                  <a:lnTo>
                    <a:pt x="699676" y="1226668"/>
                  </a:lnTo>
                  <a:lnTo>
                    <a:pt x="697250" y="1230942"/>
                  </a:lnTo>
                  <a:lnTo>
                    <a:pt x="694773" y="1235216"/>
                  </a:lnTo>
                  <a:lnTo>
                    <a:pt x="692224" y="1239490"/>
                  </a:lnTo>
                  <a:lnTo>
                    <a:pt x="689616" y="1243764"/>
                  </a:lnTo>
                  <a:lnTo>
                    <a:pt x="686968" y="1248039"/>
                  </a:lnTo>
                  <a:lnTo>
                    <a:pt x="684264" y="1252313"/>
                  </a:lnTo>
                  <a:lnTo>
                    <a:pt x="681512" y="1256587"/>
                  </a:lnTo>
                  <a:lnTo>
                    <a:pt x="678729" y="1260861"/>
                  </a:lnTo>
                  <a:lnTo>
                    <a:pt x="675907" y="1265135"/>
                  </a:lnTo>
                  <a:lnTo>
                    <a:pt x="673049" y="1269409"/>
                  </a:lnTo>
                  <a:lnTo>
                    <a:pt x="670170" y="1273683"/>
                  </a:lnTo>
                  <a:lnTo>
                    <a:pt x="667267" y="1277957"/>
                  </a:lnTo>
                  <a:lnTo>
                    <a:pt x="664341" y="1282231"/>
                  </a:lnTo>
                  <a:lnTo>
                    <a:pt x="661404" y="1286505"/>
                  </a:lnTo>
                  <a:lnTo>
                    <a:pt x="658455" y="1290780"/>
                  </a:lnTo>
                  <a:lnTo>
                    <a:pt x="655499" y="1295054"/>
                  </a:lnTo>
                  <a:lnTo>
                    <a:pt x="652542" y="1299328"/>
                  </a:lnTo>
                  <a:lnTo>
                    <a:pt x="649584" y="1303602"/>
                  </a:lnTo>
                  <a:lnTo>
                    <a:pt x="646635" y="1307876"/>
                  </a:lnTo>
                  <a:lnTo>
                    <a:pt x="643693" y="1312150"/>
                  </a:lnTo>
                  <a:lnTo>
                    <a:pt x="640761" y="1316424"/>
                  </a:lnTo>
                  <a:lnTo>
                    <a:pt x="637853" y="1320698"/>
                  </a:lnTo>
                  <a:lnTo>
                    <a:pt x="634963" y="1324972"/>
                  </a:lnTo>
                  <a:lnTo>
                    <a:pt x="632089" y="1329247"/>
                  </a:lnTo>
                  <a:lnTo>
                    <a:pt x="629257" y="1333521"/>
                  </a:lnTo>
                  <a:lnTo>
                    <a:pt x="626450" y="1337795"/>
                  </a:lnTo>
                  <a:lnTo>
                    <a:pt x="623669" y="1342069"/>
                  </a:lnTo>
                  <a:lnTo>
                    <a:pt x="620942" y="1346343"/>
                  </a:lnTo>
                  <a:lnTo>
                    <a:pt x="618251" y="1350617"/>
                  </a:lnTo>
                  <a:lnTo>
                    <a:pt x="615594" y="1354891"/>
                  </a:lnTo>
                  <a:lnTo>
                    <a:pt x="613002" y="1359165"/>
                  </a:lnTo>
                  <a:lnTo>
                    <a:pt x="610457" y="1363439"/>
                  </a:lnTo>
                  <a:lnTo>
                    <a:pt x="607954" y="1367713"/>
                  </a:lnTo>
                  <a:lnTo>
                    <a:pt x="605526" y="1371988"/>
                  </a:lnTo>
                  <a:lnTo>
                    <a:pt x="603157" y="1376262"/>
                  </a:lnTo>
                  <a:lnTo>
                    <a:pt x="600838" y="1380536"/>
                  </a:lnTo>
                  <a:lnTo>
                    <a:pt x="598602" y="1384810"/>
                  </a:lnTo>
                  <a:lnTo>
                    <a:pt x="596440" y="1389084"/>
                  </a:lnTo>
                  <a:lnTo>
                    <a:pt x="594335" y="1393358"/>
                  </a:lnTo>
                  <a:lnTo>
                    <a:pt x="592321" y="1397632"/>
                  </a:lnTo>
                  <a:lnTo>
                    <a:pt x="590395" y="1401906"/>
                  </a:lnTo>
                  <a:lnTo>
                    <a:pt x="588535" y="1406180"/>
                  </a:lnTo>
                  <a:lnTo>
                    <a:pt x="586773" y="1410455"/>
                  </a:lnTo>
                  <a:lnTo>
                    <a:pt x="585117" y="1414729"/>
                  </a:lnTo>
                  <a:lnTo>
                    <a:pt x="583535" y="1419003"/>
                  </a:lnTo>
                  <a:lnTo>
                    <a:pt x="582057" y="1423277"/>
                  </a:lnTo>
                  <a:lnTo>
                    <a:pt x="580705" y="1427551"/>
                  </a:lnTo>
                  <a:lnTo>
                    <a:pt x="579436" y="1431825"/>
                  </a:lnTo>
                  <a:lnTo>
                    <a:pt x="578278" y="1436099"/>
                  </a:lnTo>
                  <a:lnTo>
                    <a:pt x="577268" y="1440373"/>
                  </a:lnTo>
                  <a:lnTo>
                    <a:pt x="576351" y="1444647"/>
                  </a:lnTo>
                  <a:lnTo>
                    <a:pt x="575550" y="1448922"/>
                  </a:lnTo>
                  <a:lnTo>
                    <a:pt x="574922" y="1453196"/>
                  </a:lnTo>
                  <a:lnTo>
                    <a:pt x="574399" y="1457470"/>
                  </a:lnTo>
                  <a:lnTo>
                    <a:pt x="573997" y="1461744"/>
                  </a:lnTo>
                  <a:lnTo>
                    <a:pt x="573795" y="1466018"/>
                  </a:lnTo>
                  <a:lnTo>
                    <a:pt x="573710" y="1470292"/>
                  </a:lnTo>
                  <a:lnTo>
                    <a:pt x="573751" y="1474566"/>
                  </a:lnTo>
                  <a:lnTo>
                    <a:pt x="574023" y="1478840"/>
                  </a:lnTo>
                  <a:lnTo>
                    <a:pt x="574424" y="1483114"/>
                  </a:lnTo>
                  <a:lnTo>
                    <a:pt x="574956" y="1487388"/>
                  </a:lnTo>
                  <a:lnTo>
                    <a:pt x="575749" y="1491663"/>
                  </a:lnTo>
                  <a:lnTo>
                    <a:pt x="576686" y="1495937"/>
                  </a:lnTo>
                  <a:lnTo>
                    <a:pt x="577767" y="1500211"/>
                  </a:lnTo>
                  <a:lnTo>
                    <a:pt x="579120" y="1504485"/>
                  </a:lnTo>
                  <a:lnTo>
                    <a:pt x="580642" y="1508759"/>
                  </a:lnTo>
                  <a:lnTo>
                    <a:pt x="582320" y="1513033"/>
                  </a:lnTo>
                  <a:lnTo>
                    <a:pt x="584280" y="1517307"/>
                  </a:lnTo>
                  <a:lnTo>
                    <a:pt x="586434" y="1521581"/>
                  </a:lnTo>
                  <a:lnTo>
                    <a:pt x="588755" y="1525855"/>
                  </a:lnTo>
                  <a:lnTo>
                    <a:pt x="591364" y="1530130"/>
                  </a:lnTo>
                  <a:lnTo>
                    <a:pt x="594192" y="1534404"/>
                  </a:lnTo>
                  <a:lnTo>
                    <a:pt x="597198" y="1538678"/>
                  </a:lnTo>
                  <a:lnTo>
                    <a:pt x="600491" y="1542952"/>
                  </a:lnTo>
                  <a:lnTo>
                    <a:pt x="604028" y="1547226"/>
                  </a:lnTo>
                  <a:lnTo>
                    <a:pt x="607748" y="1551500"/>
                  </a:lnTo>
                  <a:lnTo>
                    <a:pt x="611752" y="1555774"/>
                  </a:lnTo>
                  <a:lnTo>
                    <a:pt x="616018" y="1560048"/>
                  </a:lnTo>
                  <a:lnTo>
                    <a:pt x="620473" y="1564322"/>
                  </a:lnTo>
                  <a:lnTo>
                    <a:pt x="625199" y="1568596"/>
                  </a:lnTo>
                  <a:lnTo>
                    <a:pt x="630203" y="1572871"/>
                  </a:lnTo>
                  <a:lnTo>
                    <a:pt x="635393" y="1577145"/>
                  </a:lnTo>
                  <a:lnTo>
                    <a:pt x="640838" y="1581419"/>
                  </a:lnTo>
                  <a:lnTo>
                    <a:pt x="646567" y="1585693"/>
                  </a:lnTo>
                  <a:lnTo>
                    <a:pt x="652475" y="1589967"/>
                  </a:lnTo>
                  <a:lnTo>
                    <a:pt x="658614" y="1594241"/>
                  </a:lnTo>
                  <a:lnTo>
                    <a:pt x="665034" y="1598515"/>
                  </a:lnTo>
                  <a:lnTo>
                    <a:pt x="671621" y="1602789"/>
                  </a:lnTo>
                  <a:lnTo>
                    <a:pt x="678408" y="1607063"/>
                  </a:lnTo>
                  <a:lnTo>
                    <a:pt x="685461" y="1611338"/>
                  </a:lnTo>
                  <a:lnTo>
                    <a:pt x="692660" y="1615612"/>
                  </a:lnTo>
                  <a:lnTo>
                    <a:pt x="700023" y="1619886"/>
                  </a:lnTo>
                  <a:lnTo>
                    <a:pt x="707623" y="1624160"/>
                  </a:lnTo>
                  <a:lnTo>
                    <a:pt x="715343" y="1628434"/>
                  </a:lnTo>
                  <a:lnTo>
                    <a:pt x="723187" y="1632708"/>
                  </a:lnTo>
                  <a:lnTo>
                    <a:pt x="731222" y="1636982"/>
                  </a:lnTo>
                  <a:lnTo>
                    <a:pt x="739343" y="1641256"/>
                  </a:lnTo>
                  <a:lnTo>
                    <a:pt x="747548" y="1645530"/>
                  </a:lnTo>
                  <a:lnTo>
                    <a:pt x="755878" y="1649805"/>
                  </a:lnTo>
                  <a:lnTo>
                    <a:pt x="764256" y="1654079"/>
                  </a:lnTo>
                  <a:lnTo>
                    <a:pt x="772676" y="1658353"/>
                  </a:lnTo>
                  <a:lnTo>
                    <a:pt x="781141" y="1662627"/>
                  </a:lnTo>
                  <a:lnTo>
                    <a:pt x="789607" y="1666901"/>
                  </a:lnTo>
                  <a:lnTo>
                    <a:pt x="798070" y="1671175"/>
                  </a:lnTo>
                  <a:lnTo>
                    <a:pt x="806494" y="1675449"/>
                  </a:lnTo>
                  <a:lnTo>
                    <a:pt x="814863" y="1679723"/>
                  </a:lnTo>
                  <a:lnTo>
                    <a:pt x="823179" y="1683997"/>
                  </a:lnTo>
                  <a:lnTo>
                    <a:pt x="831374" y="1688271"/>
                  </a:lnTo>
                  <a:lnTo>
                    <a:pt x="839446" y="1692546"/>
                  </a:lnTo>
                  <a:lnTo>
                    <a:pt x="847412" y="1696820"/>
                  </a:lnTo>
                  <a:lnTo>
                    <a:pt x="855181" y="1701094"/>
                  </a:lnTo>
                  <a:lnTo>
                    <a:pt x="862752" y="1705368"/>
                  </a:lnTo>
                  <a:lnTo>
                    <a:pt x="870163" y="1709642"/>
                  </a:lnTo>
                  <a:lnTo>
                    <a:pt x="877309" y="1713916"/>
                  </a:lnTo>
                  <a:lnTo>
                    <a:pt x="884174" y="1718190"/>
                  </a:lnTo>
                  <a:lnTo>
                    <a:pt x="890827" y="1722464"/>
                  </a:lnTo>
                  <a:lnTo>
                    <a:pt x="897159" y="1726738"/>
                  </a:lnTo>
                  <a:lnTo>
                    <a:pt x="903124" y="1731013"/>
                  </a:lnTo>
                  <a:lnTo>
                    <a:pt x="908830" y="1735287"/>
                  </a:lnTo>
                  <a:lnTo>
                    <a:pt x="914170" y="1739561"/>
                  </a:lnTo>
                  <a:lnTo>
                    <a:pt x="919059" y="1743835"/>
                  </a:lnTo>
                  <a:lnTo>
                    <a:pt x="923648" y="1748109"/>
                  </a:lnTo>
                  <a:lnTo>
                    <a:pt x="927841" y="1752383"/>
                  </a:lnTo>
                  <a:lnTo>
                    <a:pt x="931504" y="1756657"/>
                  </a:lnTo>
                  <a:lnTo>
                    <a:pt x="934832" y="1760931"/>
                  </a:lnTo>
                  <a:lnTo>
                    <a:pt x="937751" y="1765205"/>
                  </a:lnTo>
                  <a:lnTo>
                    <a:pt x="940069" y="1769479"/>
                  </a:lnTo>
                  <a:lnTo>
                    <a:pt x="942029" y="1773754"/>
                  </a:lnTo>
                  <a:lnTo>
                    <a:pt x="943581" y="1778028"/>
                  </a:lnTo>
                  <a:lnTo>
                    <a:pt x="944475" y="1782302"/>
                  </a:lnTo>
                  <a:lnTo>
                    <a:pt x="944996" y="1786576"/>
                  </a:lnTo>
                  <a:lnTo>
                    <a:pt x="945127" y="1790850"/>
                  </a:lnTo>
                  <a:lnTo>
                    <a:pt x="945102" y="1791034"/>
                  </a:lnTo>
                  <a:lnTo>
                    <a:pt x="944557" y="1795124"/>
                  </a:lnTo>
                  <a:lnTo>
                    <a:pt x="943614" y="1799398"/>
                  </a:lnTo>
                  <a:lnTo>
                    <a:pt x="942298" y="1803672"/>
                  </a:lnTo>
                  <a:lnTo>
                    <a:pt x="940281" y="1807946"/>
                  </a:lnTo>
                  <a:lnTo>
                    <a:pt x="937890" y="1812221"/>
                  </a:lnTo>
                  <a:lnTo>
                    <a:pt x="935136" y="1816495"/>
                  </a:lnTo>
                  <a:lnTo>
                    <a:pt x="931736" y="1820769"/>
                  </a:lnTo>
                  <a:lnTo>
                    <a:pt x="927957" y="1825043"/>
                  </a:lnTo>
                  <a:lnTo>
                    <a:pt x="923836" y="1829317"/>
                  </a:lnTo>
                  <a:lnTo>
                    <a:pt x="919139" y="1833591"/>
                  </a:lnTo>
                  <a:lnTo>
                    <a:pt x="914069" y="1837865"/>
                  </a:lnTo>
                  <a:lnTo>
                    <a:pt x="908690" y="1842139"/>
                  </a:lnTo>
                  <a:lnTo>
                    <a:pt x="902814" y="1846413"/>
                  </a:lnTo>
                  <a:lnTo>
                    <a:pt x="896589" y="1850688"/>
                  </a:lnTo>
                  <a:lnTo>
                    <a:pt x="890093" y="1854962"/>
                  </a:lnTo>
                  <a:lnTo>
                    <a:pt x="883188" y="1859236"/>
                  </a:lnTo>
                  <a:lnTo>
                    <a:pt x="875969" y="1863510"/>
                  </a:lnTo>
                  <a:lnTo>
                    <a:pt x="868525" y="1867784"/>
                  </a:lnTo>
                  <a:lnTo>
                    <a:pt x="860761" y="1872058"/>
                  </a:lnTo>
                  <a:lnTo>
                    <a:pt x="852732" y="1876332"/>
                  </a:lnTo>
                  <a:lnTo>
                    <a:pt x="844527" y="1880606"/>
                  </a:lnTo>
                  <a:lnTo>
                    <a:pt x="836090" y="1884880"/>
                  </a:lnTo>
                  <a:lnTo>
                    <a:pt x="827447" y="1889154"/>
                  </a:lnTo>
                  <a:lnTo>
                    <a:pt x="818682" y="1893429"/>
                  </a:lnTo>
                  <a:lnTo>
                    <a:pt x="809764" y="1897703"/>
                  </a:lnTo>
                  <a:lnTo>
                    <a:pt x="800709" y="1901977"/>
                  </a:lnTo>
                  <a:lnTo>
                    <a:pt x="791583" y="1906251"/>
                  </a:lnTo>
                  <a:lnTo>
                    <a:pt x="782378" y="1910525"/>
                  </a:lnTo>
                  <a:lnTo>
                    <a:pt x="773110" y="1914799"/>
                  </a:lnTo>
                  <a:lnTo>
                    <a:pt x="763820" y="1919073"/>
                  </a:lnTo>
                  <a:lnTo>
                    <a:pt x="754514" y="1923347"/>
                  </a:lnTo>
                  <a:lnTo>
                    <a:pt x="745220" y="1927621"/>
                  </a:lnTo>
                  <a:lnTo>
                    <a:pt x="735952" y="1931896"/>
                  </a:lnTo>
                  <a:lnTo>
                    <a:pt x="726716" y="1936170"/>
                  </a:lnTo>
                  <a:lnTo>
                    <a:pt x="717570" y="1940444"/>
                  </a:lnTo>
                  <a:lnTo>
                    <a:pt x="708489" y="1944718"/>
                  </a:lnTo>
                  <a:lnTo>
                    <a:pt x="699480" y="1948992"/>
                  </a:lnTo>
                  <a:lnTo>
                    <a:pt x="690631" y="1953266"/>
                  </a:lnTo>
                  <a:lnTo>
                    <a:pt x="681883" y="1957540"/>
                  </a:lnTo>
                  <a:lnTo>
                    <a:pt x="673236" y="1961814"/>
                  </a:lnTo>
                  <a:lnTo>
                    <a:pt x="664808" y="1966088"/>
                  </a:lnTo>
                  <a:lnTo>
                    <a:pt x="656512" y="1970362"/>
                  </a:lnTo>
                  <a:lnTo>
                    <a:pt x="648345" y="1974637"/>
                  </a:lnTo>
                  <a:lnTo>
                    <a:pt x="640430" y="1978911"/>
                  </a:lnTo>
                  <a:lnTo>
                    <a:pt x="632680" y="1983185"/>
                  </a:lnTo>
                  <a:lnTo>
                    <a:pt x="625079" y="1987459"/>
                  </a:lnTo>
                  <a:lnTo>
                    <a:pt x="617748" y="1991733"/>
                  </a:lnTo>
                  <a:lnTo>
                    <a:pt x="610609" y="1996007"/>
                  </a:lnTo>
                  <a:lnTo>
                    <a:pt x="603634" y="2000281"/>
                  </a:lnTo>
                  <a:lnTo>
                    <a:pt x="596934" y="2004555"/>
                  </a:lnTo>
                  <a:lnTo>
                    <a:pt x="590449" y="2008829"/>
                  </a:lnTo>
                  <a:lnTo>
                    <a:pt x="584133" y="2013104"/>
                  </a:lnTo>
                  <a:lnTo>
                    <a:pt x="578089" y="2017378"/>
                  </a:lnTo>
                  <a:lnTo>
                    <a:pt x="572274" y="2021652"/>
                  </a:lnTo>
                  <a:lnTo>
                    <a:pt x="566631" y="2025926"/>
                  </a:lnTo>
                  <a:lnTo>
                    <a:pt x="561245" y="2030200"/>
                  </a:lnTo>
                  <a:lnTo>
                    <a:pt x="556099" y="2034474"/>
                  </a:lnTo>
                  <a:lnTo>
                    <a:pt x="551120" y="2038748"/>
                  </a:lnTo>
                  <a:lnTo>
                    <a:pt x="546379" y="2043022"/>
                  </a:lnTo>
                  <a:lnTo>
                    <a:pt x="541881" y="2047296"/>
                  </a:lnTo>
                  <a:lnTo>
                    <a:pt x="537543" y="2051570"/>
                  </a:lnTo>
                  <a:lnTo>
                    <a:pt x="533418" y="2055845"/>
                  </a:lnTo>
                  <a:lnTo>
                    <a:pt x="529535" y="2060119"/>
                  </a:lnTo>
                  <a:lnTo>
                    <a:pt x="525801" y="2064393"/>
                  </a:lnTo>
                  <a:lnTo>
                    <a:pt x="522254" y="2068667"/>
                  </a:lnTo>
                  <a:lnTo>
                    <a:pt x="518941" y="2072941"/>
                  </a:lnTo>
                  <a:lnTo>
                    <a:pt x="515765" y="2077215"/>
                  </a:lnTo>
                  <a:lnTo>
                    <a:pt x="512751" y="2081489"/>
                  </a:lnTo>
                  <a:lnTo>
                    <a:pt x="509958" y="2085763"/>
                  </a:lnTo>
                  <a:lnTo>
                    <a:pt x="507288" y="2090037"/>
                  </a:lnTo>
                  <a:lnTo>
                    <a:pt x="504754" y="2094312"/>
                  </a:lnTo>
                  <a:lnTo>
                    <a:pt x="502427" y="2098586"/>
                  </a:lnTo>
                  <a:lnTo>
                    <a:pt x="500208" y="2102860"/>
                  </a:lnTo>
                  <a:lnTo>
                    <a:pt x="498102" y="2107134"/>
                  </a:lnTo>
                  <a:lnTo>
                    <a:pt x="496185" y="2111408"/>
                  </a:lnTo>
                  <a:lnTo>
                    <a:pt x="494363" y="2115682"/>
                  </a:lnTo>
                  <a:lnTo>
                    <a:pt x="492634" y="2119956"/>
                  </a:lnTo>
                  <a:lnTo>
                    <a:pt x="491070" y="2124230"/>
                  </a:lnTo>
                  <a:lnTo>
                    <a:pt x="489589" y="2128504"/>
                  </a:lnTo>
                  <a:lnTo>
                    <a:pt x="488189" y="2132779"/>
                  </a:lnTo>
                  <a:lnTo>
                    <a:pt x="486923" y="2137053"/>
                  </a:lnTo>
                  <a:lnTo>
                    <a:pt x="485734" y="2141327"/>
                  </a:lnTo>
                  <a:lnTo>
                    <a:pt x="484613" y="2145601"/>
                  </a:lnTo>
                  <a:lnTo>
                    <a:pt x="483600" y="2149875"/>
                  </a:lnTo>
                  <a:lnTo>
                    <a:pt x="482655" y="2154149"/>
                  </a:lnTo>
                  <a:lnTo>
                    <a:pt x="481767" y="2158423"/>
                  </a:lnTo>
                  <a:lnTo>
                    <a:pt x="480964" y="2162697"/>
                  </a:lnTo>
                  <a:lnTo>
                    <a:pt x="480222" y="2166971"/>
                  </a:lnTo>
                  <a:lnTo>
                    <a:pt x="479526" y="2171245"/>
                  </a:lnTo>
                  <a:lnTo>
                    <a:pt x="478897" y="2175520"/>
                  </a:lnTo>
                  <a:lnTo>
                    <a:pt x="478320" y="2179794"/>
                  </a:lnTo>
                  <a:lnTo>
                    <a:pt x="477781" y="2184068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4307836" y="1808147"/>
              <a:ext cx="945127" cy="2383387"/>
            </a:xfrm>
            <a:custGeom>
              <a:avLst/>
              <a:pathLst>
                <a:path w="945127" h="2383387">
                  <a:moveTo>
                    <a:pt x="467309" y="2383387"/>
                  </a:moveTo>
                  <a:lnTo>
                    <a:pt x="466887" y="2378723"/>
                  </a:lnTo>
                  <a:lnTo>
                    <a:pt x="466441" y="2374058"/>
                  </a:lnTo>
                  <a:lnTo>
                    <a:pt x="465969" y="2369394"/>
                  </a:lnTo>
                  <a:lnTo>
                    <a:pt x="465453" y="2364730"/>
                  </a:lnTo>
                  <a:lnTo>
                    <a:pt x="464915" y="2360066"/>
                  </a:lnTo>
                  <a:lnTo>
                    <a:pt x="464333" y="2355402"/>
                  </a:lnTo>
                  <a:lnTo>
                    <a:pt x="463711" y="2350738"/>
                  </a:lnTo>
                  <a:lnTo>
                    <a:pt x="463066" y="2346073"/>
                  </a:lnTo>
                  <a:lnTo>
                    <a:pt x="462353" y="2341409"/>
                  </a:lnTo>
                  <a:lnTo>
                    <a:pt x="461611" y="2336745"/>
                  </a:lnTo>
                  <a:lnTo>
                    <a:pt x="460824" y="2332081"/>
                  </a:lnTo>
                  <a:lnTo>
                    <a:pt x="459975" y="2327417"/>
                  </a:lnTo>
                  <a:lnTo>
                    <a:pt x="459093" y="2322753"/>
                  </a:lnTo>
                  <a:lnTo>
                    <a:pt x="458141" y="2318089"/>
                  </a:lnTo>
                  <a:lnTo>
                    <a:pt x="457136" y="2313424"/>
                  </a:lnTo>
                  <a:lnTo>
                    <a:pt x="456092" y="2308760"/>
                  </a:lnTo>
                  <a:lnTo>
                    <a:pt x="454952" y="2304096"/>
                  </a:lnTo>
                  <a:lnTo>
                    <a:pt x="453771" y="2299432"/>
                  </a:lnTo>
                  <a:lnTo>
                    <a:pt x="452521" y="2294768"/>
                  </a:lnTo>
                  <a:lnTo>
                    <a:pt x="451188" y="2290104"/>
                  </a:lnTo>
                  <a:lnTo>
                    <a:pt x="449810" y="2285439"/>
                  </a:lnTo>
                  <a:lnTo>
                    <a:pt x="448326" y="2280775"/>
                  </a:lnTo>
                  <a:lnTo>
                    <a:pt x="446776" y="2276111"/>
                  </a:lnTo>
                  <a:lnTo>
                    <a:pt x="445163" y="2271447"/>
                  </a:lnTo>
                  <a:lnTo>
                    <a:pt x="443429" y="2266783"/>
                  </a:lnTo>
                  <a:lnTo>
                    <a:pt x="441639" y="2262119"/>
                  </a:lnTo>
                  <a:lnTo>
                    <a:pt x="439748" y="2257454"/>
                  </a:lnTo>
                  <a:lnTo>
                    <a:pt x="437754" y="2252790"/>
                  </a:lnTo>
                  <a:lnTo>
                    <a:pt x="435701" y="2248126"/>
                  </a:lnTo>
                  <a:lnTo>
                    <a:pt x="433499" y="2243462"/>
                  </a:lnTo>
                  <a:lnTo>
                    <a:pt x="431222" y="2238798"/>
                  </a:lnTo>
                  <a:lnTo>
                    <a:pt x="428854" y="2234134"/>
                  </a:lnTo>
                  <a:lnTo>
                    <a:pt x="426340" y="2229469"/>
                  </a:lnTo>
                  <a:lnTo>
                    <a:pt x="423757" y="2224805"/>
                  </a:lnTo>
                  <a:lnTo>
                    <a:pt x="421034" y="2220141"/>
                  </a:lnTo>
                  <a:lnTo>
                    <a:pt x="418196" y="2215477"/>
                  </a:lnTo>
                  <a:lnTo>
                    <a:pt x="415285" y="2210813"/>
                  </a:lnTo>
                  <a:lnTo>
                    <a:pt x="412180" y="2206149"/>
                  </a:lnTo>
                  <a:lnTo>
                    <a:pt x="408998" y="2201484"/>
                  </a:lnTo>
                  <a:lnTo>
                    <a:pt x="405693" y="2196820"/>
                  </a:lnTo>
                  <a:lnTo>
                    <a:pt x="402229" y="2192156"/>
                  </a:lnTo>
                  <a:lnTo>
                    <a:pt x="398684" y="2187492"/>
                  </a:lnTo>
                  <a:lnTo>
                    <a:pt x="394963" y="2182828"/>
                  </a:lnTo>
                  <a:lnTo>
                    <a:pt x="391124" y="2178164"/>
                  </a:lnTo>
                  <a:lnTo>
                    <a:pt x="387189" y="2173499"/>
                  </a:lnTo>
                  <a:lnTo>
                    <a:pt x="383049" y="2168835"/>
                  </a:lnTo>
                  <a:lnTo>
                    <a:pt x="378825" y="2164171"/>
                  </a:lnTo>
                  <a:lnTo>
                    <a:pt x="374452" y="2159507"/>
                  </a:lnTo>
                  <a:lnTo>
                    <a:pt x="369921" y="2154843"/>
                  </a:lnTo>
                  <a:lnTo>
                    <a:pt x="365304" y="2150179"/>
                  </a:lnTo>
                  <a:lnTo>
                    <a:pt x="360487" y="2145514"/>
                  </a:lnTo>
                  <a:lnTo>
                    <a:pt x="355563" y="2140850"/>
                  </a:lnTo>
                  <a:lnTo>
                    <a:pt x="350525" y="2136186"/>
                  </a:lnTo>
                  <a:lnTo>
                    <a:pt x="345296" y="2131522"/>
                  </a:lnTo>
                  <a:lnTo>
                    <a:pt x="339983" y="2126858"/>
                  </a:lnTo>
                  <a:lnTo>
                    <a:pt x="334511" y="2122194"/>
                  </a:lnTo>
                  <a:lnTo>
                    <a:pt x="328901" y="2117530"/>
                  </a:lnTo>
                  <a:lnTo>
                    <a:pt x="323210" y="2112865"/>
                  </a:lnTo>
                  <a:lnTo>
                    <a:pt x="317322" y="2108201"/>
                  </a:lnTo>
                  <a:lnTo>
                    <a:pt x="311350" y="2103537"/>
                  </a:lnTo>
                  <a:lnTo>
                    <a:pt x="305264" y="2098873"/>
                  </a:lnTo>
                  <a:lnTo>
                    <a:pt x="299026" y="2094209"/>
                  </a:lnTo>
                  <a:lnTo>
                    <a:pt x="292716" y="2089545"/>
                  </a:lnTo>
                  <a:lnTo>
                    <a:pt x="286264" y="2084880"/>
                  </a:lnTo>
                  <a:lnTo>
                    <a:pt x="279716" y="2080216"/>
                  </a:lnTo>
                  <a:lnTo>
                    <a:pt x="273098" y="2075552"/>
                  </a:lnTo>
                  <a:lnTo>
                    <a:pt x="266333" y="2070888"/>
                  </a:lnTo>
                  <a:lnTo>
                    <a:pt x="259515" y="2066224"/>
                  </a:lnTo>
                  <a:lnTo>
                    <a:pt x="252610" y="2061560"/>
                  </a:lnTo>
                  <a:lnTo>
                    <a:pt x="245615" y="2056895"/>
                  </a:lnTo>
                  <a:lnTo>
                    <a:pt x="238576" y="2052231"/>
                  </a:lnTo>
                  <a:lnTo>
                    <a:pt x="231450" y="2047567"/>
                  </a:lnTo>
                  <a:lnTo>
                    <a:pt x="224280" y="2042903"/>
                  </a:lnTo>
                  <a:lnTo>
                    <a:pt x="217073" y="2038239"/>
                  </a:lnTo>
                  <a:lnTo>
                    <a:pt x="209810" y="2033575"/>
                  </a:lnTo>
                  <a:lnTo>
                    <a:pt x="202530" y="2028910"/>
                  </a:lnTo>
                  <a:lnTo>
                    <a:pt x="195224" y="2024246"/>
                  </a:lnTo>
                  <a:lnTo>
                    <a:pt x="187908" y="2019582"/>
                  </a:lnTo>
                  <a:lnTo>
                    <a:pt x="180588" y="2014918"/>
                  </a:lnTo>
                  <a:lnTo>
                    <a:pt x="173278" y="2010254"/>
                  </a:lnTo>
                  <a:lnTo>
                    <a:pt x="165985" y="2005590"/>
                  </a:lnTo>
                  <a:lnTo>
                    <a:pt x="158711" y="2000925"/>
                  </a:lnTo>
                  <a:lnTo>
                    <a:pt x="151490" y="1996261"/>
                  </a:lnTo>
                  <a:lnTo>
                    <a:pt x="144300" y="1991597"/>
                  </a:lnTo>
                  <a:lnTo>
                    <a:pt x="137179" y="1986933"/>
                  </a:lnTo>
                  <a:lnTo>
                    <a:pt x="130131" y="1982269"/>
                  </a:lnTo>
                  <a:lnTo>
                    <a:pt x="123129" y="1977605"/>
                  </a:lnTo>
                  <a:lnTo>
                    <a:pt x="116271" y="1972940"/>
                  </a:lnTo>
                  <a:lnTo>
                    <a:pt x="109482" y="1968276"/>
                  </a:lnTo>
                  <a:lnTo>
                    <a:pt x="102798" y="1963612"/>
                  </a:lnTo>
                  <a:lnTo>
                    <a:pt x="96272" y="1958948"/>
                  </a:lnTo>
                  <a:lnTo>
                    <a:pt x="89830" y="1954284"/>
                  </a:lnTo>
                  <a:lnTo>
                    <a:pt x="83578" y="1949620"/>
                  </a:lnTo>
                  <a:lnTo>
                    <a:pt x="77470" y="1944955"/>
                  </a:lnTo>
                  <a:lnTo>
                    <a:pt x="71475" y="1940291"/>
                  </a:lnTo>
                  <a:lnTo>
                    <a:pt x="65750" y="1935627"/>
                  </a:lnTo>
                  <a:lnTo>
                    <a:pt x="60143" y="1930963"/>
                  </a:lnTo>
                  <a:lnTo>
                    <a:pt x="54743" y="1926299"/>
                  </a:lnTo>
                  <a:lnTo>
                    <a:pt x="49585" y="1921635"/>
                  </a:lnTo>
                  <a:lnTo>
                    <a:pt x="44559" y="1916970"/>
                  </a:lnTo>
                  <a:lnTo>
                    <a:pt x="39854" y="1912306"/>
                  </a:lnTo>
                  <a:lnTo>
                    <a:pt x="35337" y="1907642"/>
                  </a:lnTo>
                  <a:lnTo>
                    <a:pt x="31013" y="1902978"/>
                  </a:lnTo>
                  <a:lnTo>
                    <a:pt x="27044" y="1898314"/>
                  </a:lnTo>
                  <a:lnTo>
                    <a:pt x="23236" y="1893650"/>
                  </a:lnTo>
                  <a:lnTo>
                    <a:pt x="19735" y="1888986"/>
                  </a:lnTo>
                  <a:lnTo>
                    <a:pt x="16522" y="1884321"/>
                  </a:lnTo>
                  <a:lnTo>
                    <a:pt x="13480" y="1879657"/>
                  </a:lnTo>
                  <a:lnTo>
                    <a:pt x="10870" y="1874993"/>
                  </a:lnTo>
                  <a:lnTo>
                    <a:pt x="8462" y="1870329"/>
                  </a:lnTo>
                  <a:lnTo>
                    <a:pt x="6317" y="1865665"/>
                  </a:lnTo>
                  <a:lnTo>
                    <a:pt x="4564" y="1861001"/>
                  </a:lnTo>
                  <a:lnTo>
                    <a:pt x="2997" y="1856336"/>
                  </a:lnTo>
                  <a:lnTo>
                    <a:pt x="1813" y="1851672"/>
                  </a:lnTo>
                  <a:lnTo>
                    <a:pt x="921" y="1847008"/>
                  </a:lnTo>
                  <a:lnTo>
                    <a:pt x="227" y="1842344"/>
                  </a:lnTo>
                  <a:lnTo>
                    <a:pt x="18" y="1837680"/>
                  </a:lnTo>
                  <a:lnTo>
                    <a:pt x="11" y="1835924"/>
                  </a:lnTo>
                  <a:lnTo>
                    <a:pt x="0" y="1833016"/>
                  </a:lnTo>
                  <a:lnTo>
                    <a:pt x="292" y="1828351"/>
                  </a:lnTo>
                  <a:lnTo>
                    <a:pt x="956" y="1823687"/>
                  </a:lnTo>
                  <a:lnTo>
                    <a:pt x="1811" y="1819023"/>
                  </a:lnTo>
                  <a:lnTo>
                    <a:pt x="3081" y="1814359"/>
                  </a:lnTo>
                  <a:lnTo>
                    <a:pt x="4607" y="1809695"/>
                  </a:lnTo>
                  <a:lnTo>
                    <a:pt x="6357" y="1805031"/>
                  </a:lnTo>
                  <a:lnTo>
                    <a:pt x="8540" y="1800366"/>
                  </a:lnTo>
                  <a:lnTo>
                    <a:pt x="10901" y="1795702"/>
                  </a:lnTo>
                  <a:lnTo>
                    <a:pt x="13578" y="1791038"/>
                  </a:lnTo>
                  <a:lnTo>
                    <a:pt x="16565" y="1786374"/>
                  </a:lnTo>
                  <a:lnTo>
                    <a:pt x="19722" y="1781710"/>
                  </a:lnTo>
                  <a:lnTo>
                    <a:pt x="23271" y="1777046"/>
                  </a:lnTo>
                  <a:lnTo>
                    <a:pt x="27012" y="1772381"/>
                  </a:lnTo>
                  <a:lnTo>
                    <a:pt x="30970" y="1767717"/>
                  </a:lnTo>
                  <a:lnTo>
                    <a:pt x="35261" y="1763053"/>
                  </a:lnTo>
                  <a:lnTo>
                    <a:pt x="39697" y="1758389"/>
                  </a:lnTo>
                  <a:lnTo>
                    <a:pt x="44409" y="1753725"/>
                  </a:lnTo>
                  <a:lnTo>
                    <a:pt x="49338" y="1749061"/>
                  </a:lnTo>
                  <a:lnTo>
                    <a:pt x="54399" y="1744396"/>
                  </a:lnTo>
                  <a:lnTo>
                    <a:pt x="59771" y="1739732"/>
                  </a:lnTo>
                  <a:lnTo>
                    <a:pt x="65261" y="1735068"/>
                  </a:lnTo>
                  <a:lnTo>
                    <a:pt x="70924" y="1730404"/>
                  </a:lnTo>
                  <a:lnTo>
                    <a:pt x="76797" y="1725740"/>
                  </a:lnTo>
                  <a:lnTo>
                    <a:pt x="82766" y="1721076"/>
                  </a:lnTo>
                  <a:lnTo>
                    <a:pt x="88927" y="1716411"/>
                  </a:lnTo>
                  <a:lnTo>
                    <a:pt x="95207" y="1711747"/>
                  </a:lnTo>
                  <a:lnTo>
                    <a:pt x="101575" y="1707083"/>
                  </a:lnTo>
                  <a:lnTo>
                    <a:pt x="108113" y="1702419"/>
                  </a:lnTo>
                  <a:lnTo>
                    <a:pt x="114709" y="1697755"/>
                  </a:lnTo>
                  <a:lnTo>
                    <a:pt x="121402" y="1693091"/>
                  </a:lnTo>
                  <a:lnTo>
                    <a:pt x="128182" y="1688427"/>
                  </a:lnTo>
                  <a:lnTo>
                    <a:pt x="135005" y="1683762"/>
                  </a:lnTo>
                  <a:lnTo>
                    <a:pt x="141905" y="1679098"/>
                  </a:lnTo>
                  <a:lnTo>
                    <a:pt x="148836" y="1674434"/>
                  </a:lnTo>
                  <a:lnTo>
                    <a:pt x="155796" y="1669770"/>
                  </a:lnTo>
                  <a:lnTo>
                    <a:pt x="162785" y="1665106"/>
                  </a:lnTo>
                  <a:lnTo>
                    <a:pt x="169778" y="1660442"/>
                  </a:lnTo>
                  <a:lnTo>
                    <a:pt x="176774" y="1655777"/>
                  </a:lnTo>
                  <a:lnTo>
                    <a:pt x="183754" y="1651113"/>
                  </a:lnTo>
                  <a:lnTo>
                    <a:pt x="190723" y="1646449"/>
                  </a:lnTo>
                  <a:lnTo>
                    <a:pt x="197647" y="1641785"/>
                  </a:lnTo>
                  <a:lnTo>
                    <a:pt x="204537" y="1637121"/>
                  </a:lnTo>
                  <a:lnTo>
                    <a:pt x="211386" y="1632457"/>
                  </a:lnTo>
                  <a:lnTo>
                    <a:pt x="218154" y="1627792"/>
                  </a:lnTo>
                  <a:lnTo>
                    <a:pt x="224879" y="1623128"/>
                  </a:lnTo>
                  <a:lnTo>
                    <a:pt x="231510" y="1618464"/>
                  </a:lnTo>
                  <a:lnTo>
                    <a:pt x="238055" y="1613800"/>
                  </a:lnTo>
                  <a:lnTo>
                    <a:pt x="244545" y="1609136"/>
                  </a:lnTo>
                  <a:lnTo>
                    <a:pt x="250875" y="1604472"/>
                  </a:lnTo>
                  <a:lnTo>
                    <a:pt x="257136" y="1599807"/>
                  </a:lnTo>
                  <a:lnTo>
                    <a:pt x="263287" y="1595143"/>
                  </a:lnTo>
                  <a:lnTo>
                    <a:pt x="269287" y="1590479"/>
                  </a:lnTo>
                  <a:lnTo>
                    <a:pt x="275209" y="1585815"/>
                  </a:lnTo>
                  <a:lnTo>
                    <a:pt x="280954" y="1581151"/>
                  </a:lnTo>
                  <a:lnTo>
                    <a:pt x="286577" y="1576487"/>
                  </a:lnTo>
                  <a:lnTo>
                    <a:pt x="292098" y="1571822"/>
                  </a:lnTo>
                  <a:lnTo>
                    <a:pt x="297400" y="1567158"/>
                  </a:lnTo>
                  <a:lnTo>
                    <a:pt x="302607" y="1562494"/>
                  </a:lnTo>
                  <a:lnTo>
                    <a:pt x="307648" y="1557830"/>
                  </a:lnTo>
                  <a:lnTo>
                    <a:pt x="312509" y="1553166"/>
                  </a:lnTo>
                  <a:lnTo>
                    <a:pt x="317270" y="1548502"/>
                  </a:lnTo>
                  <a:lnTo>
                    <a:pt x="321795" y="1543837"/>
                  </a:lnTo>
                  <a:lnTo>
                    <a:pt x="326192" y="1539173"/>
                  </a:lnTo>
                  <a:lnTo>
                    <a:pt x="330450" y="1534509"/>
                  </a:lnTo>
                  <a:lnTo>
                    <a:pt x="334472" y="1529845"/>
                  </a:lnTo>
                  <a:lnTo>
                    <a:pt x="338389" y="1525181"/>
                  </a:lnTo>
                  <a:lnTo>
                    <a:pt x="342103" y="1520517"/>
                  </a:lnTo>
                  <a:lnTo>
                    <a:pt x="345638" y="1515852"/>
                  </a:lnTo>
                  <a:lnTo>
                    <a:pt x="349068" y="1511188"/>
                  </a:lnTo>
                  <a:lnTo>
                    <a:pt x="352230" y="1506524"/>
                  </a:lnTo>
                  <a:lnTo>
                    <a:pt x="355277" y="1501860"/>
                  </a:lnTo>
                  <a:lnTo>
                    <a:pt x="358165" y="1497196"/>
                  </a:lnTo>
                  <a:lnTo>
                    <a:pt x="360833" y="1492532"/>
                  </a:lnTo>
                  <a:lnTo>
                    <a:pt x="363396" y="1487867"/>
                  </a:lnTo>
                  <a:lnTo>
                    <a:pt x="365741" y="1483203"/>
                  </a:lnTo>
                  <a:lnTo>
                    <a:pt x="367933" y="1478539"/>
                  </a:lnTo>
                  <a:lnTo>
                    <a:pt x="370013" y="1473875"/>
                  </a:lnTo>
                  <a:lnTo>
                    <a:pt x="371841" y="1469211"/>
                  </a:lnTo>
                  <a:lnTo>
                    <a:pt x="373570" y="1464547"/>
                  </a:lnTo>
                  <a:lnTo>
                    <a:pt x="375136" y="1459883"/>
                  </a:lnTo>
                  <a:lnTo>
                    <a:pt x="376517" y="1455218"/>
                  </a:lnTo>
                  <a:lnTo>
                    <a:pt x="377802" y="1450554"/>
                  </a:lnTo>
                  <a:lnTo>
                    <a:pt x="378879" y="1445890"/>
                  </a:lnTo>
                  <a:lnTo>
                    <a:pt x="379835" y="1441226"/>
                  </a:lnTo>
                  <a:lnTo>
                    <a:pt x="380680" y="1436562"/>
                  </a:lnTo>
                  <a:lnTo>
                    <a:pt x="381320" y="1431898"/>
                  </a:lnTo>
                  <a:lnTo>
                    <a:pt x="381877" y="1427233"/>
                  </a:lnTo>
                  <a:lnTo>
                    <a:pt x="382281" y="1422569"/>
                  </a:lnTo>
                  <a:lnTo>
                    <a:pt x="382545" y="1417905"/>
                  </a:lnTo>
                  <a:lnTo>
                    <a:pt x="382730" y="1413241"/>
                  </a:lnTo>
                  <a:lnTo>
                    <a:pt x="382732" y="1408577"/>
                  </a:lnTo>
                  <a:lnTo>
                    <a:pt x="382650" y="1403913"/>
                  </a:lnTo>
                  <a:lnTo>
                    <a:pt x="382466" y="1399248"/>
                  </a:lnTo>
                  <a:lnTo>
                    <a:pt x="382135" y="1394584"/>
                  </a:lnTo>
                  <a:lnTo>
                    <a:pt x="381737" y="1389920"/>
                  </a:lnTo>
                  <a:lnTo>
                    <a:pt x="381213" y="1385256"/>
                  </a:lnTo>
                  <a:lnTo>
                    <a:pt x="380594" y="1380592"/>
                  </a:lnTo>
                  <a:lnTo>
                    <a:pt x="379916" y="1375928"/>
                  </a:lnTo>
                  <a:lnTo>
                    <a:pt x="379095" y="1371263"/>
                  </a:lnTo>
                  <a:lnTo>
                    <a:pt x="378223" y="1366599"/>
                  </a:lnTo>
                  <a:lnTo>
                    <a:pt x="377270" y="1361935"/>
                  </a:lnTo>
                  <a:lnTo>
                    <a:pt x="376224" y="1357271"/>
                  </a:lnTo>
                  <a:lnTo>
                    <a:pt x="375134" y="1352607"/>
                  </a:lnTo>
                  <a:lnTo>
                    <a:pt x="373952" y="1347943"/>
                  </a:lnTo>
                  <a:lnTo>
                    <a:pt x="372717" y="1343278"/>
                  </a:lnTo>
                  <a:lnTo>
                    <a:pt x="371439" y="1338614"/>
                  </a:lnTo>
                  <a:lnTo>
                    <a:pt x="370079" y="1333950"/>
                  </a:lnTo>
                  <a:lnTo>
                    <a:pt x="368690" y="1329286"/>
                  </a:lnTo>
                  <a:lnTo>
                    <a:pt x="367252" y="1324622"/>
                  </a:lnTo>
                  <a:lnTo>
                    <a:pt x="365768" y="1319958"/>
                  </a:lnTo>
                  <a:lnTo>
                    <a:pt x="364261" y="1315293"/>
                  </a:lnTo>
                  <a:lnTo>
                    <a:pt x="362707" y="1310629"/>
                  </a:lnTo>
                  <a:lnTo>
                    <a:pt x="361134" y="1305965"/>
                  </a:lnTo>
                  <a:lnTo>
                    <a:pt x="359541" y="1301301"/>
                  </a:lnTo>
                  <a:lnTo>
                    <a:pt x="357922" y="1296637"/>
                  </a:lnTo>
                  <a:lnTo>
                    <a:pt x="356295" y="1291973"/>
                  </a:lnTo>
                  <a:lnTo>
                    <a:pt x="354654" y="1287308"/>
                  </a:lnTo>
                  <a:lnTo>
                    <a:pt x="353009" y="1282644"/>
                  </a:lnTo>
                  <a:lnTo>
                    <a:pt x="351362" y="1277980"/>
                  </a:lnTo>
                  <a:lnTo>
                    <a:pt x="349718" y="1273316"/>
                  </a:lnTo>
                  <a:lnTo>
                    <a:pt x="348080" y="1268652"/>
                  </a:lnTo>
                  <a:lnTo>
                    <a:pt x="346450" y="1263988"/>
                  </a:lnTo>
                  <a:lnTo>
                    <a:pt x="344840" y="1259324"/>
                  </a:lnTo>
                  <a:lnTo>
                    <a:pt x="343241" y="1254659"/>
                  </a:lnTo>
                  <a:lnTo>
                    <a:pt x="341670" y="1249995"/>
                  </a:lnTo>
                  <a:lnTo>
                    <a:pt x="340124" y="1245331"/>
                  </a:lnTo>
                  <a:lnTo>
                    <a:pt x="338597" y="1240667"/>
                  </a:lnTo>
                  <a:lnTo>
                    <a:pt x="337121" y="1236003"/>
                  </a:lnTo>
                  <a:lnTo>
                    <a:pt x="335670" y="1231339"/>
                  </a:lnTo>
                  <a:lnTo>
                    <a:pt x="334257" y="1226674"/>
                  </a:lnTo>
                  <a:lnTo>
                    <a:pt x="332898" y="1222010"/>
                  </a:lnTo>
                  <a:lnTo>
                    <a:pt x="331568" y="1217346"/>
                  </a:lnTo>
                  <a:lnTo>
                    <a:pt x="330304" y="1212682"/>
                  </a:lnTo>
                  <a:lnTo>
                    <a:pt x="329087" y="1208018"/>
                  </a:lnTo>
                  <a:lnTo>
                    <a:pt x="327910" y="1203354"/>
                  </a:lnTo>
                  <a:lnTo>
                    <a:pt x="326819" y="1198689"/>
                  </a:lnTo>
                  <a:lnTo>
                    <a:pt x="325767" y="1194025"/>
                  </a:lnTo>
                  <a:lnTo>
                    <a:pt x="324783" y="1189361"/>
                  </a:lnTo>
                  <a:lnTo>
                    <a:pt x="323874" y="1184697"/>
                  </a:lnTo>
                  <a:lnTo>
                    <a:pt x="323006" y="1180033"/>
                  </a:lnTo>
                  <a:lnTo>
                    <a:pt x="322240" y="1175369"/>
                  </a:lnTo>
                  <a:lnTo>
                    <a:pt x="321530" y="1170704"/>
                  </a:lnTo>
                  <a:lnTo>
                    <a:pt x="320881" y="1166040"/>
                  </a:lnTo>
                  <a:lnTo>
                    <a:pt x="320335" y="1161376"/>
                  </a:lnTo>
                  <a:lnTo>
                    <a:pt x="319838" y="1156712"/>
                  </a:lnTo>
                  <a:lnTo>
                    <a:pt x="319435" y="1152048"/>
                  </a:lnTo>
                  <a:lnTo>
                    <a:pt x="319112" y="1147384"/>
                  </a:lnTo>
                  <a:lnTo>
                    <a:pt x="318838" y="1142719"/>
                  </a:lnTo>
                  <a:lnTo>
                    <a:pt x="318692" y="1138055"/>
                  </a:lnTo>
                  <a:lnTo>
                    <a:pt x="318600" y="1133391"/>
                  </a:lnTo>
                  <a:lnTo>
                    <a:pt x="318586" y="1128727"/>
                  </a:lnTo>
                  <a:lnTo>
                    <a:pt x="318676" y="1124063"/>
                  </a:lnTo>
                  <a:lnTo>
                    <a:pt x="318819" y="1119399"/>
                  </a:lnTo>
                  <a:lnTo>
                    <a:pt x="319070" y="1114734"/>
                  </a:lnTo>
                  <a:lnTo>
                    <a:pt x="319396" y="1110070"/>
                  </a:lnTo>
                  <a:lnTo>
                    <a:pt x="319780" y="1105406"/>
                  </a:lnTo>
                  <a:lnTo>
                    <a:pt x="320289" y="1100742"/>
                  </a:lnTo>
                  <a:lnTo>
                    <a:pt x="320848" y="1096078"/>
                  </a:lnTo>
                  <a:lnTo>
                    <a:pt x="321493" y="1091414"/>
                  </a:lnTo>
                  <a:lnTo>
                    <a:pt x="322230" y="1086749"/>
                  </a:lnTo>
                  <a:lnTo>
                    <a:pt x="323017" y="1082085"/>
                  </a:lnTo>
                  <a:lnTo>
                    <a:pt x="323913" y="1077421"/>
                  </a:lnTo>
                  <a:lnTo>
                    <a:pt x="324870" y="1072757"/>
                  </a:lnTo>
                  <a:lnTo>
                    <a:pt x="325887" y="1068093"/>
                  </a:lnTo>
                  <a:lnTo>
                    <a:pt x="327008" y="1063429"/>
                  </a:lnTo>
                  <a:lnTo>
                    <a:pt x="328173" y="1058765"/>
                  </a:lnTo>
                  <a:lnTo>
                    <a:pt x="329418" y="1054100"/>
                  </a:lnTo>
                  <a:lnTo>
                    <a:pt x="330734" y="1049436"/>
                  </a:lnTo>
                  <a:lnTo>
                    <a:pt x="332091" y="1044772"/>
                  </a:lnTo>
                  <a:lnTo>
                    <a:pt x="333543" y="1040108"/>
                  </a:lnTo>
                  <a:lnTo>
                    <a:pt x="335037" y="1035444"/>
                  </a:lnTo>
                  <a:lnTo>
                    <a:pt x="336584" y="1030780"/>
                  </a:lnTo>
                  <a:lnTo>
                    <a:pt x="338204" y="1026115"/>
                  </a:lnTo>
                  <a:lnTo>
                    <a:pt x="339856" y="1021451"/>
                  </a:lnTo>
                  <a:lnTo>
                    <a:pt x="341571" y="1016787"/>
                  </a:lnTo>
                  <a:lnTo>
                    <a:pt x="343332" y="1012123"/>
                  </a:lnTo>
                  <a:lnTo>
                    <a:pt x="345121" y="1007459"/>
                  </a:lnTo>
                  <a:lnTo>
                    <a:pt x="346976" y="1002795"/>
                  </a:lnTo>
                  <a:lnTo>
                    <a:pt x="348854" y="998130"/>
                  </a:lnTo>
                  <a:lnTo>
                    <a:pt x="350768" y="993466"/>
                  </a:lnTo>
                  <a:lnTo>
                    <a:pt x="352721" y="988802"/>
                  </a:lnTo>
                  <a:lnTo>
                    <a:pt x="354693" y="984138"/>
                  </a:lnTo>
                  <a:lnTo>
                    <a:pt x="356700" y="979474"/>
                  </a:lnTo>
                  <a:lnTo>
                    <a:pt x="358727" y="974810"/>
                  </a:lnTo>
                  <a:lnTo>
                    <a:pt x="360769" y="970145"/>
                  </a:lnTo>
                  <a:lnTo>
                    <a:pt x="362836" y="965481"/>
                  </a:lnTo>
                  <a:lnTo>
                    <a:pt x="364911" y="960817"/>
                  </a:lnTo>
                  <a:lnTo>
                    <a:pt x="366999" y="956153"/>
                  </a:lnTo>
                  <a:lnTo>
                    <a:pt x="369094" y="951489"/>
                  </a:lnTo>
                  <a:lnTo>
                    <a:pt x="371192" y="946825"/>
                  </a:lnTo>
                  <a:lnTo>
                    <a:pt x="373294" y="942160"/>
                  </a:lnTo>
                  <a:lnTo>
                    <a:pt x="375393" y="937496"/>
                  </a:lnTo>
                  <a:lnTo>
                    <a:pt x="377490" y="932832"/>
                  </a:lnTo>
                  <a:lnTo>
                    <a:pt x="379577" y="928168"/>
                  </a:lnTo>
                  <a:lnTo>
                    <a:pt x="381658" y="923504"/>
                  </a:lnTo>
                  <a:lnTo>
                    <a:pt x="383724" y="918840"/>
                  </a:lnTo>
                  <a:lnTo>
                    <a:pt x="385774" y="914175"/>
                  </a:lnTo>
                  <a:lnTo>
                    <a:pt x="387814" y="909511"/>
                  </a:lnTo>
                  <a:lnTo>
                    <a:pt x="389823" y="904847"/>
                  </a:lnTo>
                  <a:lnTo>
                    <a:pt x="391816" y="900183"/>
                  </a:lnTo>
                  <a:lnTo>
                    <a:pt x="393787" y="895519"/>
                  </a:lnTo>
                  <a:lnTo>
                    <a:pt x="395723" y="890855"/>
                  </a:lnTo>
                  <a:lnTo>
                    <a:pt x="397641" y="886190"/>
                  </a:lnTo>
                  <a:lnTo>
                    <a:pt x="399519" y="881526"/>
                  </a:lnTo>
                  <a:lnTo>
                    <a:pt x="401366" y="876862"/>
                  </a:lnTo>
                  <a:lnTo>
                    <a:pt x="403191" y="872198"/>
                  </a:lnTo>
                  <a:lnTo>
                    <a:pt x="404959" y="867534"/>
                  </a:lnTo>
                  <a:lnTo>
                    <a:pt x="406704" y="862870"/>
                  </a:lnTo>
                  <a:lnTo>
                    <a:pt x="408409" y="858205"/>
                  </a:lnTo>
                  <a:lnTo>
                    <a:pt x="410065" y="853541"/>
                  </a:lnTo>
                  <a:lnTo>
                    <a:pt x="411695" y="848877"/>
                  </a:lnTo>
                  <a:lnTo>
                    <a:pt x="413267" y="844213"/>
                  </a:lnTo>
                  <a:lnTo>
                    <a:pt x="414801" y="839549"/>
                  </a:lnTo>
                  <a:lnTo>
                    <a:pt x="416302" y="834885"/>
                  </a:lnTo>
                  <a:lnTo>
                    <a:pt x="417737" y="830221"/>
                  </a:lnTo>
                  <a:lnTo>
                    <a:pt x="419143" y="825556"/>
                  </a:lnTo>
                  <a:lnTo>
                    <a:pt x="420497" y="820892"/>
                  </a:lnTo>
                  <a:lnTo>
                    <a:pt x="421800" y="816228"/>
                  </a:lnTo>
                  <a:lnTo>
                    <a:pt x="423073" y="811564"/>
                  </a:lnTo>
                  <a:lnTo>
                    <a:pt x="424277" y="806900"/>
                  </a:lnTo>
                  <a:lnTo>
                    <a:pt x="425445" y="802236"/>
                  </a:lnTo>
                  <a:lnTo>
                    <a:pt x="426573" y="797571"/>
                  </a:lnTo>
                  <a:lnTo>
                    <a:pt x="427637" y="792907"/>
                  </a:lnTo>
                  <a:lnTo>
                    <a:pt x="428671" y="788243"/>
                  </a:lnTo>
                  <a:lnTo>
                    <a:pt x="429649" y="783579"/>
                  </a:lnTo>
                  <a:lnTo>
                    <a:pt x="430581" y="778915"/>
                  </a:lnTo>
                  <a:lnTo>
                    <a:pt x="431484" y="774251"/>
                  </a:lnTo>
                  <a:lnTo>
                    <a:pt x="432316" y="769586"/>
                  </a:lnTo>
                  <a:lnTo>
                    <a:pt x="433120" y="764922"/>
                  </a:lnTo>
                  <a:lnTo>
                    <a:pt x="433881" y="760258"/>
                  </a:lnTo>
                  <a:lnTo>
                    <a:pt x="434589" y="755594"/>
                  </a:lnTo>
                  <a:lnTo>
                    <a:pt x="435272" y="750930"/>
                  </a:lnTo>
                  <a:lnTo>
                    <a:pt x="435899" y="746266"/>
                  </a:lnTo>
                  <a:lnTo>
                    <a:pt x="436492" y="741601"/>
                  </a:lnTo>
                  <a:lnTo>
                    <a:pt x="437057" y="736937"/>
                  </a:lnTo>
                  <a:lnTo>
                    <a:pt x="437565" y="732273"/>
                  </a:lnTo>
                  <a:lnTo>
                    <a:pt x="438051" y="727609"/>
                  </a:lnTo>
                  <a:lnTo>
                    <a:pt x="438499" y="722945"/>
                  </a:lnTo>
                  <a:lnTo>
                    <a:pt x="438908" y="718281"/>
                  </a:lnTo>
                  <a:lnTo>
                    <a:pt x="439298" y="713616"/>
                  </a:lnTo>
                  <a:lnTo>
                    <a:pt x="439642" y="708952"/>
                  </a:lnTo>
                  <a:lnTo>
                    <a:pt x="439964" y="704288"/>
                  </a:lnTo>
                  <a:lnTo>
                    <a:pt x="440262" y="699624"/>
                  </a:lnTo>
                  <a:lnTo>
                    <a:pt x="440523" y="694960"/>
                  </a:lnTo>
                  <a:lnTo>
                    <a:pt x="440768" y="690296"/>
                  </a:lnTo>
                  <a:lnTo>
                    <a:pt x="440984" y="685631"/>
                  </a:lnTo>
                  <a:lnTo>
                    <a:pt x="441178" y="680967"/>
                  </a:lnTo>
                  <a:lnTo>
                    <a:pt x="441359" y="676303"/>
                  </a:lnTo>
                  <a:lnTo>
                    <a:pt x="441509" y="671639"/>
                  </a:lnTo>
                  <a:lnTo>
                    <a:pt x="441648" y="666975"/>
                  </a:lnTo>
                  <a:lnTo>
                    <a:pt x="441771" y="662311"/>
                  </a:lnTo>
                  <a:lnTo>
                    <a:pt x="441875" y="657646"/>
                  </a:lnTo>
                  <a:lnTo>
                    <a:pt x="441971" y="652982"/>
                  </a:lnTo>
                  <a:lnTo>
                    <a:pt x="442051" y="648318"/>
                  </a:lnTo>
                  <a:lnTo>
                    <a:pt x="442121" y="643654"/>
                  </a:lnTo>
                  <a:lnTo>
                    <a:pt x="442185" y="638990"/>
                  </a:lnTo>
                  <a:lnTo>
                    <a:pt x="442237" y="634326"/>
                  </a:lnTo>
                  <a:lnTo>
                    <a:pt x="442285" y="629662"/>
                  </a:lnTo>
                  <a:lnTo>
                    <a:pt x="442327" y="624997"/>
                  </a:lnTo>
                  <a:lnTo>
                    <a:pt x="442365" y="620333"/>
                  </a:lnTo>
                  <a:lnTo>
                    <a:pt x="442401" y="615669"/>
                  </a:lnTo>
                  <a:lnTo>
                    <a:pt x="442435" y="611005"/>
                  </a:lnTo>
                  <a:lnTo>
                    <a:pt x="442469" y="606341"/>
                  </a:lnTo>
                  <a:lnTo>
                    <a:pt x="442504" y="601677"/>
                  </a:lnTo>
                  <a:lnTo>
                    <a:pt x="442541" y="597012"/>
                  </a:lnTo>
                  <a:lnTo>
                    <a:pt x="442580" y="592348"/>
                  </a:lnTo>
                  <a:lnTo>
                    <a:pt x="442623" y="587684"/>
                  </a:lnTo>
                  <a:lnTo>
                    <a:pt x="442671" y="583020"/>
                  </a:lnTo>
                  <a:lnTo>
                    <a:pt x="442723" y="578356"/>
                  </a:lnTo>
                  <a:lnTo>
                    <a:pt x="442785" y="573692"/>
                  </a:lnTo>
                  <a:lnTo>
                    <a:pt x="442852" y="569027"/>
                  </a:lnTo>
                  <a:lnTo>
                    <a:pt x="442926" y="564363"/>
                  </a:lnTo>
                  <a:lnTo>
                    <a:pt x="443011" y="559699"/>
                  </a:lnTo>
                  <a:lnTo>
                    <a:pt x="443103" y="555035"/>
                  </a:lnTo>
                  <a:lnTo>
                    <a:pt x="443206" y="550371"/>
                  </a:lnTo>
                  <a:lnTo>
                    <a:pt x="443319" y="545707"/>
                  </a:lnTo>
                  <a:lnTo>
                    <a:pt x="443439" y="541042"/>
                  </a:lnTo>
                  <a:lnTo>
                    <a:pt x="443577" y="536378"/>
                  </a:lnTo>
                  <a:lnTo>
                    <a:pt x="443722" y="531714"/>
                  </a:lnTo>
                  <a:lnTo>
                    <a:pt x="443878" y="527050"/>
                  </a:lnTo>
                  <a:lnTo>
                    <a:pt x="444050" y="522386"/>
                  </a:lnTo>
                  <a:lnTo>
                    <a:pt x="444229" y="517722"/>
                  </a:lnTo>
                  <a:lnTo>
                    <a:pt x="444424" y="513057"/>
                  </a:lnTo>
                  <a:lnTo>
                    <a:pt x="444630" y="508393"/>
                  </a:lnTo>
                  <a:lnTo>
                    <a:pt x="444845" y="503729"/>
                  </a:lnTo>
                  <a:lnTo>
                    <a:pt x="445079" y="499065"/>
                  </a:lnTo>
                  <a:lnTo>
                    <a:pt x="445320" y="494401"/>
                  </a:lnTo>
                  <a:lnTo>
                    <a:pt x="445574" y="489737"/>
                  </a:lnTo>
                  <a:lnTo>
                    <a:pt x="445843" y="485072"/>
                  </a:lnTo>
                  <a:lnTo>
                    <a:pt x="446118" y="480408"/>
                  </a:lnTo>
                  <a:lnTo>
                    <a:pt x="446410" y="475744"/>
                  </a:lnTo>
                  <a:lnTo>
                    <a:pt x="446711" y="471080"/>
                  </a:lnTo>
                  <a:lnTo>
                    <a:pt x="447022" y="466416"/>
                  </a:lnTo>
                  <a:lnTo>
                    <a:pt x="447347" y="461752"/>
                  </a:lnTo>
                  <a:lnTo>
                    <a:pt x="447679" y="457087"/>
                  </a:lnTo>
                  <a:lnTo>
                    <a:pt x="448022" y="452423"/>
                  </a:lnTo>
                  <a:lnTo>
                    <a:pt x="448375" y="447759"/>
                  </a:lnTo>
                  <a:lnTo>
                    <a:pt x="448735" y="443095"/>
                  </a:lnTo>
                  <a:lnTo>
                    <a:pt x="449107" y="438431"/>
                  </a:lnTo>
                  <a:lnTo>
                    <a:pt x="449485" y="433767"/>
                  </a:lnTo>
                  <a:lnTo>
                    <a:pt x="449870" y="429102"/>
                  </a:lnTo>
                  <a:lnTo>
                    <a:pt x="450265" y="424438"/>
                  </a:lnTo>
                  <a:lnTo>
                    <a:pt x="450663" y="419774"/>
                  </a:lnTo>
                  <a:lnTo>
                    <a:pt x="451069" y="415110"/>
                  </a:lnTo>
                  <a:lnTo>
                    <a:pt x="451481" y="410446"/>
                  </a:lnTo>
                  <a:lnTo>
                    <a:pt x="451896" y="405782"/>
                  </a:lnTo>
                  <a:lnTo>
                    <a:pt x="452317" y="401118"/>
                  </a:lnTo>
                  <a:lnTo>
                    <a:pt x="452741" y="396453"/>
                  </a:lnTo>
                  <a:lnTo>
                    <a:pt x="453169" y="391789"/>
                  </a:lnTo>
                  <a:lnTo>
                    <a:pt x="453600" y="387125"/>
                  </a:lnTo>
                  <a:lnTo>
                    <a:pt x="454032" y="382461"/>
                  </a:lnTo>
                  <a:lnTo>
                    <a:pt x="454466" y="377797"/>
                  </a:lnTo>
                  <a:lnTo>
                    <a:pt x="454901" y="373133"/>
                  </a:lnTo>
                  <a:lnTo>
                    <a:pt x="455336" y="368468"/>
                  </a:lnTo>
                  <a:lnTo>
                    <a:pt x="455772" y="363804"/>
                  </a:lnTo>
                  <a:lnTo>
                    <a:pt x="456207" y="359140"/>
                  </a:lnTo>
                  <a:lnTo>
                    <a:pt x="456641" y="354476"/>
                  </a:lnTo>
                  <a:lnTo>
                    <a:pt x="457072" y="349812"/>
                  </a:lnTo>
                  <a:lnTo>
                    <a:pt x="457503" y="345148"/>
                  </a:lnTo>
                  <a:lnTo>
                    <a:pt x="457930" y="340483"/>
                  </a:lnTo>
                  <a:lnTo>
                    <a:pt x="458355" y="335819"/>
                  </a:lnTo>
                  <a:lnTo>
                    <a:pt x="458776" y="331155"/>
                  </a:lnTo>
                  <a:lnTo>
                    <a:pt x="459193" y="326491"/>
                  </a:lnTo>
                  <a:lnTo>
                    <a:pt x="459606" y="321827"/>
                  </a:lnTo>
                  <a:lnTo>
                    <a:pt x="460014" y="317163"/>
                  </a:lnTo>
                  <a:lnTo>
                    <a:pt x="460417" y="312498"/>
                  </a:lnTo>
                  <a:lnTo>
                    <a:pt x="460817" y="307834"/>
                  </a:lnTo>
                  <a:lnTo>
                    <a:pt x="461207" y="303170"/>
                  </a:lnTo>
                  <a:lnTo>
                    <a:pt x="461594" y="298506"/>
                  </a:lnTo>
                  <a:lnTo>
                    <a:pt x="461974" y="293842"/>
                  </a:lnTo>
                  <a:lnTo>
                    <a:pt x="462346" y="289178"/>
                  </a:lnTo>
                  <a:lnTo>
                    <a:pt x="462714" y="284513"/>
                  </a:lnTo>
                  <a:lnTo>
                    <a:pt x="463073" y="279849"/>
                  </a:lnTo>
                  <a:lnTo>
                    <a:pt x="463425" y="275185"/>
                  </a:lnTo>
                  <a:lnTo>
                    <a:pt x="463772" y="270521"/>
                  </a:lnTo>
                  <a:lnTo>
                    <a:pt x="464108" y="265857"/>
                  </a:lnTo>
                  <a:lnTo>
                    <a:pt x="464438" y="261193"/>
                  </a:lnTo>
                  <a:lnTo>
                    <a:pt x="464760" y="256528"/>
                  </a:lnTo>
                  <a:lnTo>
                    <a:pt x="465073" y="251864"/>
                  </a:lnTo>
                  <a:lnTo>
                    <a:pt x="465381" y="247200"/>
                  </a:lnTo>
                  <a:lnTo>
                    <a:pt x="465678" y="242536"/>
                  </a:lnTo>
                  <a:lnTo>
                    <a:pt x="465968" y="237872"/>
                  </a:lnTo>
                  <a:lnTo>
                    <a:pt x="466252" y="233208"/>
                  </a:lnTo>
                  <a:lnTo>
                    <a:pt x="466523" y="228543"/>
                  </a:lnTo>
                  <a:lnTo>
                    <a:pt x="466790" y="223879"/>
                  </a:lnTo>
                  <a:lnTo>
                    <a:pt x="467048" y="219215"/>
                  </a:lnTo>
                  <a:lnTo>
                    <a:pt x="467296" y="214551"/>
                  </a:lnTo>
                  <a:lnTo>
                    <a:pt x="467540" y="209887"/>
                  </a:lnTo>
                  <a:lnTo>
                    <a:pt x="467772" y="205223"/>
                  </a:lnTo>
                  <a:lnTo>
                    <a:pt x="467998" y="200559"/>
                  </a:lnTo>
                  <a:lnTo>
                    <a:pt x="468217" y="195894"/>
                  </a:lnTo>
                  <a:lnTo>
                    <a:pt x="468425" y="191230"/>
                  </a:lnTo>
                  <a:lnTo>
                    <a:pt x="468629" y="186566"/>
                  </a:lnTo>
                  <a:lnTo>
                    <a:pt x="468824" y="181902"/>
                  </a:lnTo>
                  <a:lnTo>
                    <a:pt x="469011" y="177238"/>
                  </a:lnTo>
                  <a:lnTo>
                    <a:pt x="469193" y="172574"/>
                  </a:lnTo>
                  <a:lnTo>
                    <a:pt x="469365" y="167909"/>
                  </a:lnTo>
                  <a:lnTo>
                    <a:pt x="469532" y="163245"/>
                  </a:lnTo>
                  <a:lnTo>
                    <a:pt x="469692" y="158581"/>
                  </a:lnTo>
                  <a:lnTo>
                    <a:pt x="469844" y="153917"/>
                  </a:lnTo>
                  <a:lnTo>
                    <a:pt x="469992" y="149253"/>
                  </a:lnTo>
                  <a:lnTo>
                    <a:pt x="470131" y="144589"/>
                  </a:lnTo>
                  <a:lnTo>
                    <a:pt x="470265" y="139924"/>
                  </a:lnTo>
                  <a:lnTo>
                    <a:pt x="470395" y="135260"/>
                  </a:lnTo>
                  <a:lnTo>
                    <a:pt x="470515" y="130596"/>
                  </a:lnTo>
                  <a:lnTo>
                    <a:pt x="470633" y="125932"/>
                  </a:lnTo>
                  <a:lnTo>
                    <a:pt x="470744" y="121268"/>
                  </a:lnTo>
                  <a:lnTo>
                    <a:pt x="470849" y="116604"/>
                  </a:lnTo>
                  <a:lnTo>
                    <a:pt x="470951" y="111939"/>
                  </a:lnTo>
                  <a:lnTo>
                    <a:pt x="471046" y="107275"/>
                  </a:lnTo>
                  <a:lnTo>
                    <a:pt x="471137" y="102611"/>
                  </a:lnTo>
                  <a:lnTo>
                    <a:pt x="471225" y="97947"/>
                  </a:lnTo>
                  <a:lnTo>
                    <a:pt x="471306" y="93283"/>
                  </a:lnTo>
                  <a:lnTo>
                    <a:pt x="471384" y="88619"/>
                  </a:lnTo>
                  <a:lnTo>
                    <a:pt x="471458" y="83954"/>
                  </a:lnTo>
                  <a:lnTo>
                    <a:pt x="471527" y="79290"/>
                  </a:lnTo>
                  <a:lnTo>
                    <a:pt x="471594" y="74626"/>
                  </a:lnTo>
                  <a:lnTo>
                    <a:pt x="471656" y="69962"/>
                  </a:lnTo>
                  <a:lnTo>
                    <a:pt x="471715" y="65298"/>
                  </a:lnTo>
                  <a:lnTo>
                    <a:pt x="471771" y="60634"/>
                  </a:lnTo>
                  <a:lnTo>
                    <a:pt x="471823" y="55969"/>
                  </a:lnTo>
                  <a:lnTo>
                    <a:pt x="471873" y="51305"/>
                  </a:lnTo>
                  <a:lnTo>
                    <a:pt x="471919" y="46641"/>
                  </a:lnTo>
                  <a:lnTo>
                    <a:pt x="471963" y="41977"/>
                  </a:lnTo>
                  <a:lnTo>
                    <a:pt x="472005" y="37313"/>
                  </a:lnTo>
                  <a:lnTo>
                    <a:pt x="472043" y="32649"/>
                  </a:lnTo>
                  <a:lnTo>
                    <a:pt x="472079" y="27984"/>
                  </a:lnTo>
                  <a:lnTo>
                    <a:pt x="472113" y="23320"/>
                  </a:lnTo>
                  <a:lnTo>
                    <a:pt x="472145" y="18656"/>
                  </a:lnTo>
                  <a:lnTo>
                    <a:pt x="472175" y="13992"/>
                  </a:lnTo>
                  <a:lnTo>
                    <a:pt x="472203" y="9328"/>
                  </a:lnTo>
                  <a:lnTo>
                    <a:pt x="472229" y="4664"/>
                  </a:lnTo>
                  <a:lnTo>
                    <a:pt x="472254" y="0"/>
                  </a:lnTo>
                  <a:lnTo>
                    <a:pt x="472872" y="0"/>
                  </a:lnTo>
                  <a:lnTo>
                    <a:pt x="472897" y="4664"/>
                  </a:lnTo>
                  <a:lnTo>
                    <a:pt x="472923" y="9328"/>
                  </a:lnTo>
                  <a:lnTo>
                    <a:pt x="472951" y="13992"/>
                  </a:lnTo>
                  <a:lnTo>
                    <a:pt x="472981" y="18656"/>
                  </a:lnTo>
                  <a:lnTo>
                    <a:pt x="473013" y="23320"/>
                  </a:lnTo>
                  <a:lnTo>
                    <a:pt x="473047" y="27984"/>
                  </a:lnTo>
                  <a:lnTo>
                    <a:pt x="473084" y="32649"/>
                  </a:lnTo>
                  <a:lnTo>
                    <a:pt x="473122" y="37313"/>
                  </a:lnTo>
                  <a:lnTo>
                    <a:pt x="473164" y="41977"/>
                  </a:lnTo>
                  <a:lnTo>
                    <a:pt x="473208" y="46641"/>
                  </a:lnTo>
                  <a:lnTo>
                    <a:pt x="473254" y="51305"/>
                  </a:lnTo>
                  <a:lnTo>
                    <a:pt x="473304" y="55969"/>
                  </a:lnTo>
                  <a:lnTo>
                    <a:pt x="473356" y="60634"/>
                  </a:lnTo>
                  <a:lnTo>
                    <a:pt x="473412" y="65298"/>
                  </a:lnTo>
                  <a:lnTo>
                    <a:pt x="473471" y="69962"/>
                  </a:lnTo>
                  <a:lnTo>
                    <a:pt x="473532" y="74626"/>
                  </a:lnTo>
                  <a:lnTo>
                    <a:pt x="473599" y="79290"/>
                  </a:lnTo>
                  <a:lnTo>
                    <a:pt x="473669" y="83954"/>
                  </a:lnTo>
                  <a:lnTo>
                    <a:pt x="473742" y="88619"/>
                  </a:lnTo>
                  <a:lnTo>
                    <a:pt x="473821" y="93283"/>
                  </a:lnTo>
                  <a:lnTo>
                    <a:pt x="473902" y="97947"/>
                  </a:lnTo>
                  <a:lnTo>
                    <a:pt x="473989" y="102611"/>
                  </a:lnTo>
                  <a:lnTo>
                    <a:pt x="474080" y="107275"/>
                  </a:lnTo>
                  <a:lnTo>
                    <a:pt x="474175" y="111939"/>
                  </a:lnTo>
                  <a:lnTo>
                    <a:pt x="474277" y="116604"/>
                  </a:lnTo>
                  <a:lnTo>
                    <a:pt x="474382" y="121268"/>
                  </a:lnTo>
                  <a:lnTo>
                    <a:pt x="474494" y="125932"/>
                  </a:lnTo>
                  <a:lnTo>
                    <a:pt x="474611" y="130596"/>
                  </a:lnTo>
                  <a:lnTo>
                    <a:pt x="474732" y="135260"/>
                  </a:lnTo>
                  <a:lnTo>
                    <a:pt x="474861" y="139924"/>
                  </a:lnTo>
                  <a:lnTo>
                    <a:pt x="474995" y="144589"/>
                  </a:lnTo>
                  <a:lnTo>
                    <a:pt x="475135" y="149253"/>
                  </a:lnTo>
                  <a:lnTo>
                    <a:pt x="475283" y="153917"/>
                  </a:lnTo>
                  <a:lnTo>
                    <a:pt x="475434" y="158581"/>
                  </a:lnTo>
                  <a:lnTo>
                    <a:pt x="475595" y="163245"/>
                  </a:lnTo>
                  <a:lnTo>
                    <a:pt x="475762" y="167909"/>
                  </a:lnTo>
                  <a:lnTo>
                    <a:pt x="475933" y="172574"/>
                  </a:lnTo>
                  <a:lnTo>
                    <a:pt x="476116" y="177238"/>
                  </a:lnTo>
                  <a:lnTo>
                    <a:pt x="476303" y="181902"/>
                  </a:lnTo>
                  <a:lnTo>
                    <a:pt x="476497" y="186566"/>
                  </a:lnTo>
                  <a:lnTo>
                    <a:pt x="476701" y="191230"/>
                  </a:lnTo>
                  <a:lnTo>
                    <a:pt x="476910" y="195894"/>
                  </a:lnTo>
                  <a:lnTo>
                    <a:pt x="477129" y="200559"/>
                  </a:lnTo>
                  <a:lnTo>
                    <a:pt x="477355" y="205223"/>
                  </a:lnTo>
                  <a:lnTo>
                    <a:pt x="477586" y="209887"/>
                  </a:lnTo>
                  <a:lnTo>
                    <a:pt x="477830" y="214551"/>
                  </a:lnTo>
                  <a:lnTo>
                    <a:pt x="478079" y="219215"/>
                  </a:lnTo>
                  <a:lnTo>
                    <a:pt x="478336" y="223879"/>
                  </a:lnTo>
                  <a:lnTo>
                    <a:pt x="478603" y="228543"/>
                  </a:lnTo>
                  <a:lnTo>
                    <a:pt x="478875" y="233208"/>
                  </a:lnTo>
                  <a:lnTo>
                    <a:pt x="479158" y="237872"/>
                  </a:lnTo>
                  <a:lnTo>
                    <a:pt x="479448" y="242536"/>
                  </a:lnTo>
                  <a:lnTo>
                    <a:pt x="479745" y="247200"/>
                  </a:lnTo>
                  <a:lnTo>
                    <a:pt x="480053" y="251864"/>
                  </a:lnTo>
                  <a:lnTo>
                    <a:pt x="480366" y="256528"/>
                  </a:lnTo>
                  <a:lnTo>
                    <a:pt x="480688" y="261193"/>
                  </a:lnTo>
                  <a:lnTo>
                    <a:pt x="481019" y="265857"/>
                  </a:lnTo>
                  <a:lnTo>
                    <a:pt x="481354" y="270521"/>
                  </a:lnTo>
                  <a:lnTo>
                    <a:pt x="481701" y="275185"/>
                  </a:lnTo>
                  <a:lnTo>
                    <a:pt x="482053" y="279849"/>
                  </a:lnTo>
                  <a:lnTo>
                    <a:pt x="482412" y="284513"/>
                  </a:lnTo>
                  <a:lnTo>
                    <a:pt x="482780" y="289178"/>
                  </a:lnTo>
                  <a:lnTo>
                    <a:pt x="483152" y="293842"/>
                  </a:lnTo>
                  <a:lnTo>
                    <a:pt x="483533" y="298506"/>
                  </a:lnTo>
                  <a:lnTo>
                    <a:pt x="483919" y="303170"/>
                  </a:lnTo>
                  <a:lnTo>
                    <a:pt x="484310" y="307834"/>
                  </a:lnTo>
                  <a:lnTo>
                    <a:pt x="484709" y="312498"/>
                  </a:lnTo>
                  <a:lnTo>
                    <a:pt x="485112" y="317163"/>
                  </a:lnTo>
                  <a:lnTo>
                    <a:pt x="485520" y="321827"/>
                  </a:lnTo>
                  <a:lnTo>
                    <a:pt x="485934" y="326491"/>
                  </a:lnTo>
                  <a:lnTo>
                    <a:pt x="486350" y="331155"/>
                  </a:lnTo>
                  <a:lnTo>
                    <a:pt x="486772" y="335819"/>
                  </a:lnTo>
                  <a:lnTo>
                    <a:pt x="487196" y="340483"/>
                  </a:lnTo>
                  <a:lnTo>
                    <a:pt x="487623" y="345148"/>
                  </a:lnTo>
                  <a:lnTo>
                    <a:pt x="488054" y="349812"/>
                  </a:lnTo>
                  <a:lnTo>
                    <a:pt x="488486" y="354476"/>
                  </a:lnTo>
                  <a:lnTo>
                    <a:pt x="488920" y="359140"/>
                  </a:lnTo>
                  <a:lnTo>
                    <a:pt x="489355" y="363804"/>
                  </a:lnTo>
                  <a:lnTo>
                    <a:pt x="489790" y="368468"/>
                  </a:lnTo>
                  <a:lnTo>
                    <a:pt x="490226" y="373133"/>
                  </a:lnTo>
                  <a:lnTo>
                    <a:pt x="490661" y="377797"/>
                  </a:lnTo>
                  <a:lnTo>
                    <a:pt x="491095" y="382461"/>
                  </a:lnTo>
                  <a:lnTo>
                    <a:pt x="491527" y="387125"/>
                  </a:lnTo>
                  <a:lnTo>
                    <a:pt x="491957" y="391789"/>
                  </a:lnTo>
                  <a:lnTo>
                    <a:pt x="492385" y="396453"/>
                  </a:lnTo>
                  <a:lnTo>
                    <a:pt x="492809" y="401118"/>
                  </a:lnTo>
                  <a:lnTo>
                    <a:pt x="493231" y="405782"/>
                  </a:lnTo>
                  <a:lnTo>
                    <a:pt x="493646" y="410446"/>
                  </a:lnTo>
                  <a:lnTo>
                    <a:pt x="494057" y="415110"/>
                  </a:lnTo>
                  <a:lnTo>
                    <a:pt x="494463" y="419774"/>
                  </a:lnTo>
                  <a:lnTo>
                    <a:pt x="494862" y="424438"/>
                  </a:lnTo>
                  <a:lnTo>
                    <a:pt x="495256" y="429102"/>
                  </a:lnTo>
                  <a:lnTo>
                    <a:pt x="495641" y="433767"/>
                  </a:lnTo>
                  <a:lnTo>
                    <a:pt x="496019" y="438431"/>
                  </a:lnTo>
                  <a:lnTo>
                    <a:pt x="496392" y="443095"/>
                  </a:lnTo>
                  <a:lnTo>
                    <a:pt x="496751" y="447759"/>
                  </a:lnTo>
                  <a:lnTo>
                    <a:pt x="497104" y="452423"/>
                  </a:lnTo>
                  <a:lnTo>
                    <a:pt x="497448" y="457087"/>
                  </a:lnTo>
                  <a:lnTo>
                    <a:pt x="497780" y="461752"/>
                  </a:lnTo>
                  <a:lnTo>
                    <a:pt x="498105" y="466416"/>
                  </a:lnTo>
                  <a:lnTo>
                    <a:pt x="498415" y="471080"/>
                  </a:lnTo>
                  <a:lnTo>
                    <a:pt x="498716" y="475744"/>
                  </a:lnTo>
                  <a:lnTo>
                    <a:pt x="499008" y="480408"/>
                  </a:lnTo>
                  <a:lnTo>
                    <a:pt x="499284" y="485072"/>
                  </a:lnTo>
                  <a:lnTo>
                    <a:pt x="499552" y="489737"/>
                  </a:lnTo>
                  <a:lnTo>
                    <a:pt x="499806" y="494401"/>
                  </a:lnTo>
                  <a:lnTo>
                    <a:pt x="500048" y="499065"/>
                  </a:lnTo>
                  <a:lnTo>
                    <a:pt x="500281" y="503729"/>
                  </a:lnTo>
                  <a:lnTo>
                    <a:pt x="500496" y="508393"/>
                  </a:lnTo>
                  <a:lnTo>
                    <a:pt x="500703" y="513057"/>
                  </a:lnTo>
                  <a:lnTo>
                    <a:pt x="500898" y="517722"/>
                  </a:lnTo>
                  <a:lnTo>
                    <a:pt x="501077" y="522386"/>
                  </a:lnTo>
                  <a:lnTo>
                    <a:pt x="501248" y="527050"/>
                  </a:lnTo>
                  <a:lnTo>
                    <a:pt x="501404" y="531714"/>
                  </a:lnTo>
                  <a:lnTo>
                    <a:pt x="501549" y="536378"/>
                  </a:lnTo>
                  <a:lnTo>
                    <a:pt x="501687" y="541042"/>
                  </a:lnTo>
                  <a:lnTo>
                    <a:pt x="501807" y="545707"/>
                  </a:lnTo>
                  <a:lnTo>
                    <a:pt x="501921" y="550371"/>
                  </a:lnTo>
                  <a:lnTo>
                    <a:pt x="502024" y="555035"/>
                  </a:lnTo>
                  <a:lnTo>
                    <a:pt x="502115" y="559699"/>
                  </a:lnTo>
                  <a:lnTo>
                    <a:pt x="502201" y="564363"/>
                  </a:lnTo>
                  <a:lnTo>
                    <a:pt x="502274" y="569027"/>
                  </a:lnTo>
                  <a:lnTo>
                    <a:pt x="502342" y="573692"/>
                  </a:lnTo>
                  <a:lnTo>
                    <a:pt x="502403" y="578356"/>
                  </a:lnTo>
                  <a:lnTo>
                    <a:pt x="502455" y="583020"/>
                  </a:lnTo>
                  <a:lnTo>
                    <a:pt x="502504" y="587684"/>
                  </a:lnTo>
                  <a:lnTo>
                    <a:pt x="502547" y="592348"/>
                  </a:lnTo>
                  <a:lnTo>
                    <a:pt x="502586" y="597012"/>
                  </a:lnTo>
                  <a:lnTo>
                    <a:pt x="502623" y="601677"/>
                  </a:lnTo>
                  <a:lnTo>
                    <a:pt x="502657" y="606341"/>
                  </a:lnTo>
                  <a:lnTo>
                    <a:pt x="502691" y="611005"/>
                  </a:lnTo>
                  <a:lnTo>
                    <a:pt x="502725" y="615669"/>
                  </a:lnTo>
                  <a:lnTo>
                    <a:pt x="502761" y="620333"/>
                  </a:lnTo>
                  <a:lnTo>
                    <a:pt x="502799" y="624997"/>
                  </a:lnTo>
                  <a:lnTo>
                    <a:pt x="502841" y="629662"/>
                  </a:lnTo>
                  <a:lnTo>
                    <a:pt x="502890" y="634326"/>
                  </a:lnTo>
                  <a:lnTo>
                    <a:pt x="502941" y="638990"/>
                  </a:lnTo>
                  <a:lnTo>
                    <a:pt x="503005" y="643654"/>
                  </a:lnTo>
                  <a:lnTo>
                    <a:pt x="503076" y="648318"/>
                  </a:lnTo>
                  <a:lnTo>
                    <a:pt x="503156" y="652982"/>
                  </a:lnTo>
                  <a:lnTo>
                    <a:pt x="503251" y="657646"/>
                  </a:lnTo>
                  <a:lnTo>
                    <a:pt x="503355" y="662311"/>
                  </a:lnTo>
                  <a:lnTo>
                    <a:pt x="503479" y="666975"/>
                  </a:lnTo>
                  <a:lnTo>
                    <a:pt x="503617" y="671639"/>
                  </a:lnTo>
                  <a:lnTo>
                    <a:pt x="503768" y="676303"/>
                  </a:lnTo>
                  <a:lnTo>
                    <a:pt x="503948" y="680967"/>
                  </a:lnTo>
                  <a:lnTo>
                    <a:pt x="504142" y="685631"/>
                  </a:lnTo>
                  <a:lnTo>
                    <a:pt x="504359" y="690296"/>
                  </a:lnTo>
                  <a:lnTo>
                    <a:pt x="504604" y="694960"/>
                  </a:lnTo>
                  <a:lnTo>
                    <a:pt x="504865" y="699624"/>
                  </a:lnTo>
                  <a:lnTo>
                    <a:pt x="505163" y="704288"/>
                  </a:lnTo>
                  <a:lnTo>
                    <a:pt x="505484" y="708952"/>
                  </a:lnTo>
                  <a:lnTo>
                    <a:pt x="505829" y="713616"/>
                  </a:lnTo>
                  <a:lnTo>
                    <a:pt x="506218" y="718281"/>
                  </a:lnTo>
                  <a:lnTo>
                    <a:pt x="506628" y="722945"/>
                  </a:lnTo>
                  <a:lnTo>
                    <a:pt x="507075" y="727609"/>
                  </a:lnTo>
                  <a:lnTo>
                    <a:pt x="507561" y="732273"/>
                  </a:lnTo>
                  <a:lnTo>
                    <a:pt x="508070" y="736937"/>
                  </a:lnTo>
                  <a:lnTo>
                    <a:pt x="508634" y="741601"/>
                  </a:lnTo>
                  <a:lnTo>
                    <a:pt x="509227" y="746266"/>
                  </a:lnTo>
                  <a:lnTo>
                    <a:pt x="509855" y="750930"/>
                  </a:lnTo>
                  <a:lnTo>
                    <a:pt x="510537" y="755594"/>
                  </a:lnTo>
                  <a:lnTo>
                    <a:pt x="511245" y="760258"/>
                  </a:lnTo>
                  <a:lnTo>
                    <a:pt x="512007" y="764922"/>
                  </a:lnTo>
                  <a:lnTo>
                    <a:pt x="512811" y="769586"/>
                  </a:lnTo>
                  <a:lnTo>
                    <a:pt x="513642" y="774251"/>
                  </a:lnTo>
                  <a:lnTo>
                    <a:pt x="514546" y="778915"/>
                  </a:lnTo>
                  <a:lnTo>
                    <a:pt x="515478" y="783579"/>
                  </a:lnTo>
                  <a:lnTo>
                    <a:pt x="516455" y="788243"/>
                  </a:lnTo>
                  <a:lnTo>
                    <a:pt x="517490" y="792907"/>
                  </a:lnTo>
                  <a:lnTo>
                    <a:pt x="518554" y="797571"/>
                  </a:lnTo>
                  <a:lnTo>
                    <a:pt x="519681" y="802236"/>
                  </a:lnTo>
                  <a:lnTo>
                    <a:pt x="520850" y="806900"/>
                  </a:lnTo>
                  <a:lnTo>
                    <a:pt x="522053" y="811564"/>
                  </a:lnTo>
                  <a:lnTo>
                    <a:pt x="523327" y="816228"/>
                  </a:lnTo>
                  <a:lnTo>
                    <a:pt x="524630" y="820892"/>
                  </a:lnTo>
                  <a:lnTo>
                    <a:pt x="525984" y="825556"/>
                  </a:lnTo>
                  <a:lnTo>
                    <a:pt x="527390" y="830221"/>
                  </a:lnTo>
                  <a:lnTo>
                    <a:pt x="528825" y="834885"/>
                  </a:lnTo>
                  <a:lnTo>
                    <a:pt x="530325" y="839549"/>
                  </a:lnTo>
                  <a:lnTo>
                    <a:pt x="531860" y="844213"/>
                  </a:lnTo>
                  <a:lnTo>
                    <a:pt x="533431" y="848877"/>
                  </a:lnTo>
                  <a:lnTo>
                    <a:pt x="535062" y="853541"/>
                  </a:lnTo>
                  <a:lnTo>
                    <a:pt x="536718" y="858205"/>
                  </a:lnTo>
                  <a:lnTo>
                    <a:pt x="538423" y="862870"/>
                  </a:lnTo>
                  <a:lnTo>
                    <a:pt x="540167" y="867534"/>
                  </a:lnTo>
                  <a:lnTo>
                    <a:pt x="541936" y="872198"/>
                  </a:lnTo>
                  <a:lnTo>
                    <a:pt x="543760" y="876862"/>
                  </a:lnTo>
                  <a:lnTo>
                    <a:pt x="545607" y="881526"/>
                  </a:lnTo>
                  <a:lnTo>
                    <a:pt x="547486" y="886190"/>
                  </a:lnTo>
                  <a:lnTo>
                    <a:pt x="549404" y="890855"/>
                  </a:lnTo>
                  <a:lnTo>
                    <a:pt x="551339" y="895519"/>
                  </a:lnTo>
                  <a:lnTo>
                    <a:pt x="553310" y="900183"/>
                  </a:lnTo>
                  <a:lnTo>
                    <a:pt x="555303" y="904847"/>
                  </a:lnTo>
                  <a:lnTo>
                    <a:pt x="557312" y="909511"/>
                  </a:lnTo>
                  <a:lnTo>
                    <a:pt x="559352" y="914175"/>
                  </a:lnTo>
                  <a:lnTo>
                    <a:pt x="561402" y="918840"/>
                  </a:lnTo>
                  <a:lnTo>
                    <a:pt x="563469" y="923504"/>
                  </a:lnTo>
                  <a:lnTo>
                    <a:pt x="565549" y="928168"/>
                  </a:lnTo>
                  <a:lnTo>
                    <a:pt x="567636" y="932832"/>
                  </a:lnTo>
                  <a:lnTo>
                    <a:pt x="569733" y="937496"/>
                  </a:lnTo>
                  <a:lnTo>
                    <a:pt x="571832" y="942160"/>
                  </a:lnTo>
                  <a:lnTo>
                    <a:pt x="573934" y="946825"/>
                  </a:lnTo>
                  <a:lnTo>
                    <a:pt x="576033" y="951489"/>
                  </a:lnTo>
                  <a:lnTo>
                    <a:pt x="578128" y="956153"/>
                  </a:lnTo>
                  <a:lnTo>
                    <a:pt x="580216" y="960817"/>
                  </a:lnTo>
                  <a:lnTo>
                    <a:pt x="582290" y="965481"/>
                  </a:lnTo>
                  <a:lnTo>
                    <a:pt x="584357" y="970145"/>
                  </a:lnTo>
                  <a:lnTo>
                    <a:pt x="586400" y="974810"/>
                  </a:lnTo>
                  <a:lnTo>
                    <a:pt x="588426" y="979474"/>
                  </a:lnTo>
                  <a:lnTo>
                    <a:pt x="590434" y="984138"/>
                  </a:lnTo>
                  <a:lnTo>
                    <a:pt x="592405" y="988802"/>
                  </a:lnTo>
                  <a:lnTo>
                    <a:pt x="594358" y="993466"/>
                  </a:lnTo>
                  <a:lnTo>
                    <a:pt x="596272" y="998130"/>
                  </a:lnTo>
                  <a:lnTo>
                    <a:pt x="598150" y="1002795"/>
                  </a:lnTo>
                  <a:lnTo>
                    <a:pt x="600005" y="1007459"/>
                  </a:lnTo>
                  <a:lnTo>
                    <a:pt x="601795" y="1012123"/>
                  </a:lnTo>
                  <a:lnTo>
                    <a:pt x="603555" y="1016787"/>
                  </a:lnTo>
                  <a:lnTo>
                    <a:pt x="605271" y="1021451"/>
                  </a:lnTo>
                  <a:lnTo>
                    <a:pt x="606923" y="1026115"/>
                  </a:lnTo>
                  <a:lnTo>
                    <a:pt x="608543" y="1030780"/>
                  </a:lnTo>
                  <a:lnTo>
                    <a:pt x="610089" y="1035444"/>
                  </a:lnTo>
                  <a:lnTo>
                    <a:pt x="611583" y="1040108"/>
                  </a:lnTo>
                  <a:lnTo>
                    <a:pt x="613036" y="1044772"/>
                  </a:lnTo>
                  <a:lnTo>
                    <a:pt x="614393" y="1049436"/>
                  </a:lnTo>
                  <a:lnTo>
                    <a:pt x="615709" y="1054100"/>
                  </a:lnTo>
                  <a:lnTo>
                    <a:pt x="616954" y="1058765"/>
                  </a:lnTo>
                  <a:lnTo>
                    <a:pt x="618119" y="1063429"/>
                  </a:lnTo>
                  <a:lnTo>
                    <a:pt x="619239" y="1068093"/>
                  </a:lnTo>
                  <a:lnTo>
                    <a:pt x="620256" y="1072757"/>
                  </a:lnTo>
                  <a:lnTo>
                    <a:pt x="621213" y="1077421"/>
                  </a:lnTo>
                  <a:lnTo>
                    <a:pt x="622110" y="1082085"/>
                  </a:lnTo>
                  <a:lnTo>
                    <a:pt x="622896" y="1086749"/>
                  </a:lnTo>
                  <a:lnTo>
                    <a:pt x="623634" y="1091414"/>
                  </a:lnTo>
                  <a:lnTo>
                    <a:pt x="624278" y="1096078"/>
                  </a:lnTo>
                  <a:lnTo>
                    <a:pt x="624838" y="1100742"/>
                  </a:lnTo>
                  <a:lnTo>
                    <a:pt x="625347" y="1105406"/>
                  </a:lnTo>
                  <a:lnTo>
                    <a:pt x="625730" y="1110070"/>
                  </a:lnTo>
                  <a:lnTo>
                    <a:pt x="626057" y="1114734"/>
                  </a:lnTo>
                  <a:lnTo>
                    <a:pt x="626308" y="1119399"/>
                  </a:lnTo>
                  <a:lnTo>
                    <a:pt x="626450" y="1124063"/>
                  </a:lnTo>
                  <a:lnTo>
                    <a:pt x="626541" y="1128727"/>
                  </a:lnTo>
                  <a:lnTo>
                    <a:pt x="626527" y="1133391"/>
                  </a:lnTo>
                  <a:lnTo>
                    <a:pt x="626434" y="1138055"/>
                  </a:lnTo>
                  <a:lnTo>
                    <a:pt x="626288" y="1142719"/>
                  </a:lnTo>
                  <a:lnTo>
                    <a:pt x="626015" y="1147384"/>
                  </a:lnTo>
                  <a:lnTo>
                    <a:pt x="625692" y="1152048"/>
                  </a:lnTo>
                  <a:lnTo>
                    <a:pt x="625289" y="1156712"/>
                  </a:lnTo>
                  <a:lnTo>
                    <a:pt x="624791" y="1161376"/>
                  </a:lnTo>
                  <a:lnTo>
                    <a:pt x="624246" y="1166040"/>
                  </a:lnTo>
                  <a:lnTo>
                    <a:pt x="623597" y="1170704"/>
                  </a:lnTo>
                  <a:lnTo>
                    <a:pt x="622886" y="1175369"/>
                  </a:lnTo>
                  <a:lnTo>
                    <a:pt x="622121" y="1180033"/>
                  </a:lnTo>
                  <a:lnTo>
                    <a:pt x="621253" y="1184697"/>
                  </a:lnTo>
                  <a:lnTo>
                    <a:pt x="620343" y="1189361"/>
                  </a:lnTo>
                  <a:lnTo>
                    <a:pt x="619360" y="1194025"/>
                  </a:lnTo>
                  <a:lnTo>
                    <a:pt x="618307" y="1198689"/>
                  </a:lnTo>
                  <a:lnTo>
                    <a:pt x="617216" y="1203354"/>
                  </a:lnTo>
                  <a:lnTo>
                    <a:pt x="616039" y="1208018"/>
                  </a:lnTo>
                  <a:lnTo>
                    <a:pt x="614822" y="1212682"/>
                  </a:lnTo>
                  <a:lnTo>
                    <a:pt x="613559" y="1217346"/>
                  </a:lnTo>
                  <a:lnTo>
                    <a:pt x="612228" y="1222010"/>
                  </a:lnTo>
                  <a:lnTo>
                    <a:pt x="610869" y="1226674"/>
                  </a:lnTo>
                  <a:lnTo>
                    <a:pt x="609457" y="1231339"/>
                  </a:lnTo>
                  <a:lnTo>
                    <a:pt x="608005" y="1236003"/>
                  </a:lnTo>
                  <a:lnTo>
                    <a:pt x="606530" y="1240667"/>
                  </a:lnTo>
                  <a:lnTo>
                    <a:pt x="605002" y="1245331"/>
                  </a:lnTo>
                  <a:lnTo>
                    <a:pt x="603457" y="1249995"/>
                  </a:lnTo>
                  <a:lnTo>
                    <a:pt x="601885" y="1254659"/>
                  </a:lnTo>
                  <a:lnTo>
                    <a:pt x="600270" y="1259371"/>
                  </a:lnTo>
                  <a:lnTo>
                    <a:pt x="598676" y="1263988"/>
                  </a:lnTo>
                  <a:lnTo>
                    <a:pt x="597047" y="1268652"/>
                  </a:lnTo>
                  <a:lnTo>
                    <a:pt x="595409" y="1273316"/>
                  </a:lnTo>
                  <a:lnTo>
                    <a:pt x="593765" y="1277980"/>
                  </a:lnTo>
                  <a:lnTo>
                    <a:pt x="592117" y="1282644"/>
                  </a:lnTo>
                  <a:lnTo>
                    <a:pt x="590472" y="1287308"/>
                  </a:lnTo>
                  <a:lnTo>
                    <a:pt x="588832" y="1291973"/>
                  </a:lnTo>
                  <a:lnTo>
                    <a:pt x="587204" y="1296637"/>
                  </a:lnTo>
                  <a:lnTo>
                    <a:pt x="585585" y="1301301"/>
                  </a:lnTo>
                  <a:lnTo>
                    <a:pt x="583992" y="1305965"/>
                  </a:lnTo>
                  <a:lnTo>
                    <a:pt x="582419" y="1310629"/>
                  </a:lnTo>
                  <a:lnTo>
                    <a:pt x="580866" y="1315293"/>
                  </a:lnTo>
                  <a:lnTo>
                    <a:pt x="579359" y="1319958"/>
                  </a:lnTo>
                  <a:lnTo>
                    <a:pt x="577875" y="1324622"/>
                  </a:lnTo>
                  <a:lnTo>
                    <a:pt x="576436" y="1329286"/>
                  </a:lnTo>
                  <a:lnTo>
                    <a:pt x="575047" y="1333950"/>
                  </a:lnTo>
                  <a:lnTo>
                    <a:pt x="573688" y="1338614"/>
                  </a:lnTo>
                  <a:lnTo>
                    <a:pt x="572409" y="1343278"/>
                  </a:lnTo>
                  <a:lnTo>
                    <a:pt x="571174" y="1347943"/>
                  </a:lnTo>
                  <a:lnTo>
                    <a:pt x="569993" y="1352607"/>
                  </a:lnTo>
                  <a:lnTo>
                    <a:pt x="568902" y="1357271"/>
                  </a:lnTo>
                  <a:lnTo>
                    <a:pt x="567856" y="1361935"/>
                  </a:lnTo>
                  <a:lnTo>
                    <a:pt x="566904" y="1366599"/>
                  </a:lnTo>
                  <a:lnTo>
                    <a:pt x="566031" y="1371263"/>
                  </a:lnTo>
                  <a:lnTo>
                    <a:pt x="565211" y="1375928"/>
                  </a:lnTo>
                  <a:lnTo>
                    <a:pt x="564532" y="1380592"/>
                  </a:lnTo>
                  <a:lnTo>
                    <a:pt x="563913" y="1385256"/>
                  </a:lnTo>
                  <a:lnTo>
                    <a:pt x="563389" y="1389920"/>
                  </a:lnTo>
                  <a:lnTo>
                    <a:pt x="562992" y="1394584"/>
                  </a:lnTo>
                  <a:lnTo>
                    <a:pt x="562660" y="1399248"/>
                  </a:lnTo>
                  <a:lnTo>
                    <a:pt x="562477" y="1403913"/>
                  </a:lnTo>
                  <a:lnTo>
                    <a:pt x="562394" y="1408577"/>
                  </a:lnTo>
                  <a:lnTo>
                    <a:pt x="562396" y="1413241"/>
                  </a:lnTo>
                  <a:lnTo>
                    <a:pt x="562581" y="1417905"/>
                  </a:lnTo>
                  <a:lnTo>
                    <a:pt x="562845" y="1422569"/>
                  </a:lnTo>
                  <a:lnTo>
                    <a:pt x="563250" y="1427233"/>
                  </a:lnTo>
                  <a:lnTo>
                    <a:pt x="563806" y="1431898"/>
                  </a:lnTo>
                  <a:lnTo>
                    <a:pt x="564447" y="1436562"/>
                  </a:lnTo>
                  <a:lnTo>
                    <a:pt x="565291" y="1441226"/>
                  </a:lnTo>
                  <a:lnTo>
                    <a:pt x="566247" y="1445890"/>
                  </a:lnTo>
                  <a:lnTo>
                    <a:pt x="567324" y="1450554"/>
                  </a:lnTo>
                  <a:lnTo>
                    <a:pt x="568610" y="1455218"/>
                  </a:lnTo>
                  <a:lnTo>
                    <a:pt x="569991" y="1459883"/>
                  </a:lnTo>
                  <a:lnTo>
                    <a:pt x="571556" y="1464547"/>
                  </a:lnTo>
                  <a:lnTo>
                    <a:pt x="573285" y="1469211"/>
                  </a:lnTo>
                  <a:lnTo>
                    <a:pt x="575113" y="1473875"/>
                  </a:lnTo>
                  <a:lnTo>
                    <a:pt x="577194" y="1478539"/>
                  </a:lnTo>
                  <a:lnTo>
                    <a:pt x="579385" y="1483203"/>
                  </a:lnTo>
                  <a:lnTo>
                    <a:pt x="581731" y="1487867"/>
                  </a:lnTo>
                  <a:lnTo>
                    <a:pt x="584294" y="1492532"/>
                  </a:lnTo>
                  <a:lnTo>
                    <a:pt x="586961" y="1497196"/>
                  </a:lnTo>
                  <a:lnTo>
                    <a:pt x="589849" y="1501860"/>
                  </a:lnTo>
                  <a:lnTo>
                    <a:pt x="592896" y="1506524"/>
                  </a:lnTo>
                  <a:lnTo>
                    <a:pt x="596059" y="1511188"/>
                  </a:lnTo>
                  <a:lnTo>
                    <a:pt x="599488" y="1515852"/>
                  </a:lnTo>
                  <a:lnTo>
                    <a:pt x="603024" y="1520517"/>
                  </a:lnTo>
                  <a:lnTo>
                    <a:pt x="606737" y="1525181"/>
                  </a:lnTo>
                  <a:lnTo>
                    <a:pt x="610654" y="1529845"/>
                  </a:lnTo>
                  <a:lnTo>
                    <a:pt x="614676" y="1534509"/>
                  </a:lnTo>
                  <a:lnTo>
                    <a:pt x="618935" y="1539173"/>
                  </a:lnTo>
                  <a:lnTo>
                    <a:pt x="623331" y="1543837"/>
                  </a:lnTo>
                  <a:lnTo>
                    <a:pt x="627856" y="1548502"/>
                  </a:lnTo>
                  <a:lnTo>
                    <a:pt x="632618" y="1553166"/>
                  </a:lnTo>
                  <a:lnTo>
                    <a:pt x="637479" y="1557830"/>
                  </a:lnTo>
                  <a:lnTo>
                    <a:pt x="642519" y="1562494"/>
                  </a:lnTo>
                  <a:lnTo>
                    <a:pt x="647727" y="1567158"/>
                  </a:lnTo>
                  <a:lnTo>
                    <a:pt x="653028" y="1571822"/>
                  </a:lnTo>
                  <a:lnTo>
                    <a:pt x="658550" y="1576487"/>
                  </a:lnTo>
                  <a:lnTo>
                    <a:pt x="664173" y="1581151"/>
                  </a:lnTo>
                  <a:lnTo>
                    <a:pt x="669918" y="1585815"/>
                  </a:lnTo>
                  <a:lnTo>
                    <a:pt x="675840" y="1590479"/>
                  </a:lnTo>
                  <a:lnTo>
                    <a:pt x="681840" y="1595143"/>
                  </a:lnTo>
                  <a:lnTo>
                    <a:pt x="687990" y="1599807"/>
                  </a:lnTo>
                  <a:lnTo>
                    <a:pt x="694251" y="1604472"/>
                  </a:lnTo>
                  <a:lnTo>
                    <a:pt x="700581" y="1609136"/>
                  </a:lnTo>
                  <a:lnTo>
                    <a:pt x="707071" y="1613800"/>
                  </a:lnTo>
                  <a:lnTo>
                    <a:pt x="713617" y="1618464"/>
                  </a:lnTo>
                  <a:lnTo>
                    <a:pt x="720248" y="1623128"/>
                  </a:lnTo>
                  <a:lnTo>
                    <a:pt x="726973" y="1627792"/>
                  </a:lnTo>
                  <a:lnTo>
                    <a:pt x="733740" y="1632457"/>
                  </a:lnTo>
                  <a:lnTo>
                    <a:pt x="740589" y="1637121"/>
                  </a:lnTo>
                  <a:lnTo>
                    <a:pt x="747480" y="1641785"/>
                  </a:lnTo>
                  <a:lnTo>
                    <a:pt x="754403" y="1646449"/>
                  </a:lnTo>
                  <a:lnTo>
                    <a:pt x="761373" y="1651113"/>
                  </a:lnTo>
                  <a:lnTo>
                    <a:pt x="768353" y="1655777"/>
                  </a:lnTo>
                  <a:lnTo>
                    <a:pt x="775348" y="1660442"/>
                  </a:lnTo>
                  <a:lnTo>
                    <a:pt x="782341" y="1665106"/>
                  </a:lnTo>
                  <a:lnTo>
                    <a:pt x="789330" y="1669770"/>
                  </a:lnTo>
                  <a:lnTo>
                    <a:pt x="796291" y="1674434"/>
                  </a:lnTo>
                  <a:lnTo>
                    <a:pt x="803221" y="1679098"/>
                  </a:lnTo>
                  <a:lnTo>
                    <a:pt x="810122" y="1683762"/>
                  </a:lnTo>
                  <a:lnTo>
                    <a:pt x="816944" y="1688427"/>
                  </a:lnTo>
                  <a:lnTo>
                    <a:pt x="823724" y="1693091"/>
                  </a:lnTo>
                  <a:lnTo>
                    <a:pt x="830417" y="1697755"/>
                  </a:lnTo>
                  <a:lnTo>
                    <a:pt x="837014" y="1702419"/>
                  </a:lnTo>
                  <a:lnTo>
                    <a:pt x="843551" y="1707083"/>
                  </a:lnTo>
                  <a:lnTo>
                    <a:pt x="849920" y="1711747"/>
                  </a:lnTo>
                  <a:lnTo>
                    <a:pt x="856199" y="1716411"/>
                  </a:lnTo>
                  <a:lnTo>
                    <a:pt x="862361" y="1721076"/>
                  </a:lnTo>
                  <a:lnTo>
                    <a:pt x="868330" y="1725740"/>
                  </a:lnTo>
                  <a:lnTo>
                    <a:pt x="874202" y="1730404"/>
                  </a:lnTo>
                  <a:lnTo>
                    <a:pt x="879865" y="1735068"/>
                  </a:lnTo>
                  <a:lnTo>
                    <a:pt x="885356" y="1739732"/>
                  </a:lnTo>
                  <a:lnTo>
                    <a:pt x="890727" y="1744396"/>
                  </a:lnTo>
                  <a:lnTo>
                    <a:pt x="895789" y="1749061"/>
                  </a:lnTo>
                  <a:lnTo>
                    <a:pt x="900718" y="1753725"/>
                  </a:lnTo>
                  <a:lnTo>
                    <a:pt x="905430" y="1758389"/>
                  </a:lnTo>
                  <a:lnTo>
                    <a:pt x="909866" y="1763053"/>
                  </a:lnTo>
                  <a:lnTo>
                    <a:pt x="914157" y="1767717"/>
                  </a:lnTo>
                  <a:lnTo>
                    <a:pt x="918114" y="1772381"/>
                  </a:lnTo>
                  <a:lnTo>
                    <a:pt x="921855" y="1777046"/>
                  </a:lnTo>
                  <a:lnTo>
                    <a:pt x="925404" y="1781710"/>
                  </a:lnTo>
                  <a:lnTo>
                    <a:pt x="928561" y="1786374"/>
                  </a:lnTo>
                  <a:lnTo>
                    <a:pt x="931548" y="1791038"/>
                  </a:lnTo>
                  <a:lnTo>
                    <a:pt x="934226" y="1795702"/>
                  </a:lnTo>
                  <a:lnTo>
                    <a:pt x="936587" y="1800366"/>
                  </a:lnTo>
                  <a:lnTo>
                    <a:pt x="938770" y="1805031"/>
                  </a:lnTo>
                  <a:lnTo>
                    <a:pt x="940519" y="1809695"/>
                  </a:lnTo>
                  <a:lnTo>
                    <a:pt x="942045" y="1814359"/>
                  </a:lnTo>
                  <a:lnTo>
                    <a:pt x="943315" y="1819023"/>
                  </a:lnTo>
                  <a:lnTo>
                    <a:pt x="944170" y="1823687"/>
                  </a:lnTo>
                  <a:lnTo>
                    <a:pt x="944835" y="1828351"/>
                  </a:lnTo>
                  <a:lnTo>
                    <a:pt x="945127" y="1833016"/>
                  </a:lnTo>
                  <a:lnTo>
                    <a:pt x="945116" y="1835924"/>
                  </a:lnTo>
                  <a:lnTo>
                    <a:pt x="945109" y="1837680"/>
                  </a:lnTo>
                  <a:lnTo>
                    <a:pt x="944900" y="1842344"/>
                  </a:lnTo>
                  <a:lnTo>
                    <a:pt x="944205" y="1847008"/>
                  </a:lnTo>
                  <a:lnTo>
                    <a:pt x="943313" y="1851672"/>
                  </a:lnTo>
                  <a:lnTo>
                    <a:pt x="942129" y="1856336"/>
                  </a:lnTo>
                  <a:lnTo>
                    <a:pt x="940562" y="1861001"/>
                  </a:lnTo>
                  <a:lnTo>
                    <a:pt x="938809" y="1865665"/>
                  </a:lnTo>
                  <a:lnTo>
                    <a:pt x="936665" y="1870329"/>
                  </a:lnTo>
                  <a:lnTo>
                    <a:pt x="934256" y="1874993"/>
                  </a:lnTo>
                  <a:lnTo>
                    <a:pt x="931646" y="1879657"/>
                  </a:lnTo>
                  <a:lnTo>
                    <a:pt x="928604" y="1884321"/>
                  </a:lnTo>
                  <a:lnTo>
                    <a:pt x="925391" y="1888986"/>
                  </a:lnTo>
                  <a:lnTo>
                    <a:pt x="921890" y="1893650"/>
                  </a:lnTo>
                  <a:lnTo>
                    <a:pt x="918082" y="1898314"/>
                  </a:lnTo>
                  <a:lnTo>
                    <a:pt x="914113" y="1902978"/>
                  </a:lnTo>
                  <a:lnTo>
                    <a:pt x="909789" y="1907642"/>
                  </a:lnTo>
                  <a:lnTo>
                    <a:pt x="905273" y="1912306"/>
                  </a:lnTo>
                  <a:lnTo>
                    <a:pt x="900567" y="1916970"/>
                  </a:lnTo>
                  <a:lnTo>
                    <a:pt x="895541" y="1921635"/>
                  </a:lnTo>
                  <a:lnTo>
                    <a:pt x="890383" y="1926299"/>
                  </a:lnTo>
                  <a:lnTo>
                    <a:pt x="884983" y="1930963"/>
                  </a:lnTo>
                  <a:lnTo>
                    <a:pt x="879377" y="1935627"/>
                  </a:lnTo>
                  <a:lnTo>
                    <a:pt x="873651" y="1940291"/>
                  </a:lnTo>
                  <a:lnTo>
                    <a:pt x="867657" y="1944955"/>
                  </a:lnTo>
                  <a:lnTo>
                    <a:pt x="861549" y="1949620"/>
                  </a:lnTo>
                  <a:lnTo>
                    <a:pt x="855297" y="1954284"/>
                  </a:lnTo>
                  <a:lnTo>
                    <a:pt x="848854" y="1958948"/>
                  </a:lnTo>
                  <a:lnTo>
                    <a:pt x="842329" y="1963612"/>
                  </a:lnTo>
                  <a:lnTo>
                    <a:pt x="835645" y="1968276"/>
                  </a:lnTo>
                  <a:lnTo>
                    <a:pt x="828856" y="1972940"/>
                  </a:lnTo>
                  <a:lnTo>
                    <a:pt x="821998" y="1977605"/>
                  </a:lnTo>
                  <a:lnTo>
                    <a:pt x="814996" y="1982269"/>
                  </a:lnTo>
                  <a:lnTo>
                    <a:pt x="807948" y="1986933"/>
                  </a:lnTo>
                  <a:lnTo>
                    <a:pt x="800826" y="1991597"/>
                  </a:lnTo>
                  <a:lnTo>
                    <a:pt x="793636" y="1996261"/>
                  </a:lnTo>
                  <a:lnTo>
                    <a:pt x="786416" y="2000925"/>
                  </a:lnTo>
                  <a:lnTo>
                    <a:pt x="779142" y="2005590"/>
                  </a:lnTo>
                  <a:lnTo>
                    <a:pt x="771848" y="2010254"/>
                  </a:lnTo>
                  <a:lnTo>
                    <a:pt x="764538" y="2014918"/>
                  </a:lnTo>
                  <a:lnTo>
                    <a:pt x="757219" y="2019582"/>
                  </a:lnTo>
                  <a:lnTo>
                    <a:pt x="749903" y="2024246"/>
                  </a:lnTo>
                  <a:lnTo>
                    <a:pt x="742596" y="2028910"/>
                  </a:lnTo>
                  <a:lnTo>
                    <a:pt x="735317" y="2033575"/>
                  </a:lnTo>
                  <a:lnTo>
                    <a:pt x="728054" y="2038239"/>
                  </a:lnTo>
                  <a:lnTo>
                    <a:pt x="720846" y="2042903"/>
                  </a:lnTo>
                  <a:lnTo>
                    <a:pt x="713677" y="2047567"/>
                  </a:lnTo>
                  <a:lnTo>
                    <a:pt x="706550" y="2052231"/>
                  </a:lnTo>
                  <a:lnTo>
                    <a:pt x="699512" y="2056895"/>
                  </a:lnTo>
                  <a:lnTo>
                    <a:pt x="692517" y="2061560"/>
                  </a:lnTo>
                  <a:lnTo>
                    <a:pt x="685611" y="2066224"/>
                  </a:lnTo>
                  <a:lnTo>
                    <a:pt x="678793" y="2070888"/>
                  </a:lnTo>
                  <a:lnTo>
                    <a:pt x="672028" y="2075552"/>
                  </a:lnTo>
                  <a:lnTo>
                    <a:pt x="665411" y="2080216"/>
                  </a:lnTo>
                  <a:lnTo>
                    <a:pt x="658862" y="2084880"/>
                  </a:lnTo>
                  <a:lnTo>
                    <a:pt x="652410" y="2089545"/>
                  </a:lnTo>
                  <a:lnTo>
                    <a:pt x="646101" y="2094209"/>
                  </a:lnTo>
                  <a:lnTo>
                    <a:pt x="639862" y="2098873"/>
                  </a:lnTo>
                  <a:lnTo>
                    <a:pt x="633777" y="2103537"/>
                  </a:lnTo>
                  <a:lnTo>
                    <a:pt x="627805" y="2108201"/>
                  </a:lnTo>
                  <a:lnTo>
                    <a:pt x="621916" y="2112865"/>
                  </a:lnTo>
                  <a:lnTo>
                    <a:pt x="616225" y="2117530"/>
                  </a:lnTo>
                  <a:lnTo>
                    <a:pt x="610616" y="2122194"/>
                  </a:lnTo>
                  <a:lnTo>
                    <a:pt x="605143" y="2126858"/>
                  </a:lnTo>
                  <a:lnTo>
                    <a:pt x="599830" y="2131522"/>
                  </a:lnTo>
                  <a:lnTo>
                    <a:pt x="594601" y="2136186"/>
                  </a:lnTo>
                  <a:lnTo>
                    <a:pt x="589563" y="2140850"/>
                  </a:lnTo>
                  <a:lnTo>
                    <a:pt x="584639" y="2145514"/>
                  </a:lnTo>
                  <a:lnTo>
                    <a:pt x="579822" y="2150179"/>
                  </a:lnTo>
                  <a:lnTo>
                    <a:pt x="575206" y="2154843"/>
                  </a:lnTo>
                  <a:lnTo>
                    <a:pt x="570675" y="2159507"/>
                  </a:lnTo>
                  <a:lnTo>
                    <a:pt x="566301" y="2164171"/>
                  </a:lnTo>
                  <a:lnTo>
                    <a:pt x="562077" y="2168835"/>
                  </a:lnTo>
                  <a:lnTo>
                    <a:pt x="557938" y="2173499"/>
                  </a:lnTo>
                  <a:lnTo>
                    <a:pt x="554002" y="2178164"/>
                  </a:lnTo>
                  <a:lnTo>
                    <a:pt x="550163" y="2182828"/>
                  </a:lnTo>
                  <a:lnTo>
                    <a:pt x="546442" y="2187492"/>
                  </a:lnTo>
                  <a:lnTo>
                    <a:pt x="542898" y="2192156"/>
                  </a:lnTo>
                  <a:lnTo>
                    <a:pt x="539434" y="2196820"/>
                  </a:lnTo>
                  <a:lnTo>
                    <a:pt x="536128" y="2201484"/>
                  </a:lnTo>
                  <a:lnTo>
                    <a:pt x="532946" y="2206149"/>
                  </a:lnTo>
                  <a:lnTo>
                    <a:pt x="529841" y="2210813"/>
                  </a:lnTo>
                  <a:lnTo>
                    <a:pt x="526930" y="2215477"/>
                  </a:lnTo>
                  <a:lnTo>
                    <a:pt x="524093" y="2220141"/>
                  </a:lnTo>
                  <a:lnTo>
                    <a:pt x="521369" y="2224805"/>
                  </a:lnTo>
                  <a:lnTo>
                    <a:pt x="518787" y="2229469"/>
                  </a:lnTo>
                  <a:lnTo>
                    <a:pt x="516273" y="2234134"/>
                  </a:lnTo>
                  <a:lnTo>
                    <a:pt x="513904" y="2238798"/>
                  </a:lnTo>
                  <a:lnTo>
                    <a:pt x="511628" y="2243462"/>
                  </a:lnTo>
                  <a:lnTo>
                    <a:pt x="509426" y="2248126"/>
                  </a:lnTo>
                  <a:lnTo>
                    <a:pt x="507373" y="2252790"/>
                  </a:lnTo>
                  <a:lnTo>
                    <a:pt x="505379" y="2257454"/>
                  </a:lnTo>
                  <a:lnTo>
                    <a:pt x="503487" y="2262119"/>
                  </a:lnTo>
                  <a:lnTo>
                    <a:pt x="501698" y="2266783"/>
                  </a:lnTo>
                  <a:lnTo>
                    <a:pt x="499963" y="2271447"/>
                  </a:lnTo>
                  <a:lnTo>
                    <a:pt x="498351" y="2276111"/>
                  </a:lnTo>
                  <a:lnTo>
                    <a:pt x="496801" y="2280775"/>
                  </a:lnTo>
                  <a:lnTo>
                    <a:pt x="495317" y="2285439"/>
                  </a:lnTo>
                  <a:lnTo>
                    <a:pt x="493939" y="2290104"/>
                  </a:lnTo>
                  <a:lnTo>
                    <a:pt x="492605" y="2294768"/>
                  </a:lnTo>
                  <a:lnTo>
                    <a:pt x="491355" y="2299432"/>
                  </a:lnTo>
                  <a:lnTo>
                    <a:pt x="490175" y="2304096"/>
                  </a:lnTo>
                  <a:lnTo>
                    <a:pt x="489035" y="2308760"/>
                  </a:lnTo>
                  <a:lnTo>
                    <a:pt x="487991" y="2313424"/>
                  </a:lnTo>
                  <a:lnTo>
                    <a:pt x="486986" y="2318089"/>
                  </a:lnTo>
                  <a:lnTo>
                    <a:pt x="486034" y="2322753"/>
                  </a:lnTo>
                  <a:lnTo>
                    <a:pt x="485152" y="2327417"/>
                  </a:lnTo>
                  <a:lnTo>
                    <a:pt x="484302" y="2332081"/>
                  </a:lnTo>
                  <a:lnTo>
                    <a:pt x="483516" y="2336745"/>
                  </a:lnTo>
                  <a:lnTo>
                    <a:pt x="482773" y="2341409"/>
                  </a:lnTo>
                  <a:lnTo>
                    <a:pt x="482061" y="2346073"/>
                  </a:lnTo>
                  <a:lnTo>
                    <a:pt x="481415" y="2350738"/>
                  </a:lnTo>
                  <a:lnTo>
                    <a:pt x="480794" y="2355402"/>
                  </a:lnTo>
                  <a:lnTo>
                    <a:pt x="480212" y="2360066"/>
                  </a:lnTo>
                  <a:lnTo>
                    <a:pt x="479674" y="2364730"/>
                  </a:lnTo>
                  <a:lnTo>
                    <a:pt x="479157" y="2369394"/>
                  </a:lnTo>
                  <a:lnTo>
                    <a:pt x="478686" y="2374058"/>
                  </a:lnTo>
                  <a:lnTo>
                    <a:pt x="478240" y="2378723"/>
                  </a:lnTo>
                  <a:lnTo>
                    <a:pt x="477817" y="2383387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629974" y="2575796"/>
              <a:ext cx="0" cy="484557"/>
            </a:xfrm>
            <a:custGeom>
              <a:avLst/>
              <a:pathLst>
                <a:path w="0" h="484557">
                  <a:moveTo>
                    <a:pt x="0" y="48455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629974" y="36440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551214" y="3060354"/>
              <a:ext cx="157521" cy="583717"/>
            </a:xfrm>
            <a:custGeom>
              <a:avLst/>
              <a:pathLst>
                <a:path w="157521" h="583717">
                  <a:moveTo>
                    <a:pt x="0" y="0"/>
                  </a:moveTo>
                  <a:lnTo>
                    <a:pt x="0" y="583717"/>
                  </a:lnTo>
                  <a:lnTo>
                    <a:pt x="157521" y="583717"/>
                  </a:lnTo>
                  <a:lnTo>
                    <a:pt x="157521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551214" y="3644071"/>
              <a:ext cx="157521" cy="0"/>
            </a:xfrm>
            <a:custGeom>
              <a:avLst/>
              <a:pathLst>
                <a:path w="157521" h="0">
                  <a:moveTo>
                    <a:pt x="0" y="0"/>
                  </a:moveTo>
                  <a:lnTo>
                    <a:pt x="15752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80116" y="2651015"/>
              <a:ext cx="0" cy="105611"/>
            </a:xfrm>
            <a:custGeom>
              <a:avLst/>
              <a:pathLst>
                <a:path w="0" h="105611">
                  <a:moveTo>
                    <a:pt x="0" y="10561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80116" y="36440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601355" y="2756626"/>
              <a:ext cx="157521" cy="887444"/>
            </a:xfrm>
            <a:custGeom>
              <a:avLst/>
              <a:pathLst>
                <a:path w="157521" h="887444">
                  <a:moveTo>
                    <a:pt x="0" y="0"/>
                  </a:moveTo>
                  <a:lnTo>
                    <a:pt x="0" y="887444"/>
                  </a:lnTo>
                  <a:lnTo>
                    <a:pt x="157521" y="887444"/>
                  </a:lnTo>
                  <a:lnTo>
                    <a:pt x="157521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01355" y="3644071"/>
              <a:ext cx="157521" cy="0"/>
            </a:xfrm>
            <a:custGeom>
              <a:avLst/>
              <a:pathLst>
                <a:path w="157521" h="0">
                  <a:moveTo>
                    <a:pt x="0" y="0"/>
                  </a:moveTo>
                  <a:lnTo>
                    <a:pt x="15752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30258" y="2246070"/>
              <a:ext cx="0" cy="664299"/>
            </a:xfrm>
            <a:custGeom>
              <a:avLst/>
              <a:pathLst>
                <a:path w="0" h="664299">
                  <a:moveTo>
                    <a:pt x="0" y="66429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730258" y="36440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651497" y="2910369"/>
              <a:ext cx="157521" cy="733701"/>
            </a:xfrm>
            <a:custGeom>
              <a:avLst/>
              <a:pathLst>
                <a:path w="157521" h="733701">
                  <a:moveTo>
                    <a:pt x="0" y="0"/>
                  </a:moveTo>
                  <a:lnTo>
                    <a:pt x="0" y="733701"/>
                  </a:lnTo>
                  <a:lnTo>
                    <a:pt x="157521" y="733701"/>
                  </a:lnTo>
                  <a:lnTo>
                    <a:pt x="157521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1497" y="3254857"/>
              <a:ext cx="157521" cy="0"/>
            </a:xfrm>
            <a:custGeom>
              <a:avLst/>
              <a:pathLst>
                <a:path w="157521" h="0">
                  <a:moveTo>
                    <a:pt x="0" y="0"/>
                  </a:moveTo>
                  <a:lnTo>
                    <a:pt x="15752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80399" y="2355609"/>
              <a:ext cx="0" cy="711908"/>
            </a:xfrm>
            <a:custGeom>
              <a:avLst/>
              <a:pathLst>
                <a:path w="0" h="711908">
                  <a:moveTo>
                    <a:pt x="0" y="7119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80399" y="364407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4701639" y="3067518"/>
              <a:ext cx="157521" cy="576552"/>
            </a:xfrm>
            <a:custGeom>
              <a:avLst/>
              <a:pathLst>
                <a:path w="157521" h="576552">
                  <a:moveTo>
                    <a:pt x="0" y="0"/>
                  </a:moveTo>
                  <a:lnTo>
                    <a:pt x="0" y="576552"/>
                  </a:lnTo>
                  <a:lnTo>
                    <a:pt x="157521" y="576552"/>
                  </a:lnTo>
                  <a:lnTo>
                    <a:pt x="157521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01639" y="3644071"/>
              <a:ext cx="157521" cy="0"/>
            </a:xfrm>
            <a:custGeom>
              <a:avLst/>
              <a:pathLst>
                <a:path w="157521" h="0">
                  <a:moveTo>
                    <a:pt x="0" y="0"/>
                  </a:moveTo>
                  <a:lnTo>
                    <a:pt x="157521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96573" y="336659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46715" y="322863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696856" y="320098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746998" y="338241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30731" y="1768856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3730258" y="1896569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730258" y="1896569"/>
              <a:ext cx="1050141" cy="0"/>
            </a:xfrm>
            <a:custGeom>
              <a:avLst/>
              <a:pathLst>
                <a:path w="1050141" h="0">
                  <a:moveTo>
                    <a:pt x="0" y="0"/>
                  </a:moveTo>
                  <a:lnTo>
                    <a:pt x="1050141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780399" y="1896569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3187630" y="1908656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5" name="pl45"/>
            <p:cNvSpPr/>
            <p:nvPr/>
          </p:nvSpPr>
          <p:spPr>
            <a:xfrm>
              <a:off x="3730258" y="2036370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80116" y="2036370"/>
              <a:ext cx="1050141" cy="0"/>
            </a:xfrm>
            <a:custGeom>
              <a:avLst/>
              <a:pathLst>
                <a:path w="1050141" h="0">
                  <a:moveTo>
                    <a:pt x="1050141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80116" y="2036370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3712701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4780399" y="1477169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80116" y="1477169"/>
              <a:ext cx="2100283" cy="0"/>
            </a:xfrm>
            <a:custGeom>
              <a:avLst/>
              <a:pathLst>
                <a:path w="2100283" h="0">
                  <a:moveTo>
                    <a:pt x="210028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0116" y="1477169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2662560" y="16290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3" name="pl53"/>
            <p:cNvSpPr/>
            <p:nvPr/>
          </p:nvSpPr>
          <p:spPr>
            <a:xfrm>
              <a:off x="3730258" y="1756769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629974" y="1756769"/>
              <a:ext cx="2100283" cy="0"/>
            </a:xfrm>
            <a:custGeom>
              <a:avLst/>
              <a:pathLst>
                <a:path w="2100283" h="0">
                  <a:moveTo>
                    <a:pt x="210028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629974" y="1756769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3187630" y="14892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4780399" y="1616969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629974" y="1616969"/>
              <a:ext cx="3150424" cy="0"/>
            </a:xfrm>
            <a:custGeom>
              <a:avLst/>
              <a:pathLst>
                <a:path w="3150424" h="0">
                  <a:moveTo>
                    <a:pt x="31504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629974" y="1616969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tx60"/>
            <p:cNvSpPr/>
            <p:nvPr/>
          </p:nvSpPr>
          <p:spPr>
            <a:xfrm>
              <a:off x="2137489" y="2048456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1" name="pl61"/>
            <p:cNvSpPr/>
            <p:nvPr/>
          </p:nvSpPr>
          <p:spPr>
            <a:xfrm>
              <a:off x="2680116" y="2176170"/>
              <a:ext cx="0" cy="27960"/>
            </a:xfrm>
            <a:custGeom>
              <a:avLst/>
              <a:pathLst>
                <a:path w="0" h="27960">
                  <a:moveTo>
                    <a:pt x="0" y="2796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629974" y="2176170"/>
              <a:ext cx="1050141" cy="0"/>
            </a:xfrm>
            <a:custGeom>
              <a:avLst/>
              <a:pathLst>
                <a:path w="1050141" h="0">
                  <a:moveTo>
                    <a:pt x="1050141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629974" y="2176170"/>
              <a:ext cx="0" cy="27960"/>
            </a:xfrm>
            <a:custGeom>
              <a:avLst/>
              <a:pathLst>
                <a:path w="0" h="27960">
                  <a:moveTo>
                    <a:pt x="0" y="0"/>
                  </a:moveTo>
                  <a:lnTo>
                    <a:pt x="0" y="279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999889" y="762009"/>
              <a:ext cx="4410594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724052" y="4291084"/>
              <a:ext cx="13551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74801" y="3589481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74801" y="2887879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74801" y="2186277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774801" y="148467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74801" y="783072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927889" y="4345673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927889" y="3644071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927889" y="2942469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927889" y="2240866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927889" y="153926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927889" y="837662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629974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80116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730258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78039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1532545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586893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624370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8297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975764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399143" y="533115"/>
              <a:ext cx="1612087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Mast.cells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2026-05-26T22:09:16Z</dcterms:modified>
  <cp:category/>
</cp:coreProperties>
</file>