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02791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30210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576296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1850488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9140" y="1124679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108474" y="2108514"/>
              <a:ext cx="956002" cy="2193157"/>
            </a:xfrm>
            <a:custGeom>
              <a:avLst/>
              <a:pathLst>
                <a:path w="956002" h="2193157">
                  <a:moveTo>
                    <a:pt x="472655" y="2193157"/>
                  </a:moveTo>
                  <a:lnTo>
                    <a:pt x="471844" y="2188865"/>
                  </a:lnTo>
                  <a:lnTo>
                    <a:pt x="470939" y="2184573"/>
                  </a:lnTo>
                  <a:lnTo>
                    <a:pt x="469934" y="2180281"/>
                  </a:lnTo>
                  <a:lnTo>
                    <a:pt x="468773" y="2175990"/>
                  </a:lnTo>
                  <a:lnTo>
                    <a:pt x="467469" y="2171698"/>
                  </a:lnTo>
                  <a:lnTo>
                    <a:pt x="466027" y="2167406"/>
                  </a:lnTo>
                  <a:lnTo>
                    <a:pt x="464438" y="2163114"/>
                  </a:lnTo>
                  <a:lnTo>
                    <a:pt x="462626" y="2158822"/>
                  </a:lnTo>
                  <a:lnTo>
                    <a:pt x="460611" y="2154530"/>
                  </a:lnTo>
                  <a:lnTo>
                    <a:pt x="458402" y="2150238"/>
                  </a:lnTo>
                  <a:lnTo>
                    <a:pt x="455990" y="2145946"/>
                  </a:lnTo>
                  <a:lnTo>
                    <a:pt x="453272" y="2141654"/>
                  </a:lnTo>
                  <a:lnTo>
                    <a:pt x="450282" y="2137362"/>
                  </a:lnTo>
                  <a:lnTo>
                    <a:pt x="447035" y="2133071"/>
                  </a:lnTo>
                  <a:lnTo>
                    <a:pt x="443520" y="2128779"/>
                  </a:lnTo>
                  <a:lnTo>
                    <a:pt x="439610" y="2124487"/>
                  </a:lnTo>
                  <a:lnTo>
                    <a:pt x="435353" y="2120195"/>
                  </a:lnTo>
                  <a:lnTo>
                    <a:pt x="430774" y="2115903"/>
                  </a:lnTo>
                  <a:lnTo>
                    <a:pt x="425862" y="2111611"/>
                  </a:lnTo>
                  <a:lnTo>
                    <a:pt x="420469" y="2107319"/>
                  </a:lnTo>
                  <a:lnTo>
                    <a:pt x="414661" y="2103027"/>
                  </a:lnTo>
                  <a:lnTo>
                    <a:pt x="408474" y="2098735"/>
                  </a:lnTo>
                  <a:lnTo>
                    <a:pt x="401900" y="2094444"/>
                  </a:lnTo>
                  <a:lnTo>
                    <a:pt x="394778" y="2090152"/>
                  </a:lnTo>
                  <a:lnTo>
                    <a:pt x="387195" y="2085860"/>
                  </a:lnTo>
                  <a:lnTo>
                    <a:pt x="379198" y="2081568"/>
                  </a:lnTo>
                  <a:lnTo>
                    <a:pt x="370783" y="2077276"/>
                  </a:lnTo>
                  <a:lnTo>
                    <a:pt x="361795" y="2072984"/>
                  </a:lnTo>
                  <a:lnTo>
                    <a:pt x="352337" y="2068692"/>
                  </a:lnTo>
                  <a:lnTo>
                    <a:pt x="342467" y="2064400"/>
                  </a:lnTo>
                  <a:lnTo>
                    <a:pt x="332191" y="2060108"/>
                  </a:lnTo>
                  <a:lnTo>
                    <a:pt x="321374" y="2055816"/>
                  </a:lnTo>
                  <a:lnTo>
                    <a:pt x="310134" y="2051525"/>
                  </a:lnTo>
                  <a:lnTo>
                    <a:pt x="298536" y="2047233"/>
                  </a:lnTo>
                  <a:lnTo>
                    <a:pt x="286595" y="2042941"/>
                  </a:lnTo>
                  <a:lnTo>
                    <a:pt x="274224" y="2038649"/>
                  </a:lnTo>
                  <a:lnTo>
                    <a:pt x="261542" y="2034357"/>
                  </a:lnTo>
                  <a:lnTo>
                    <a:pt x="248615" y="2030065"/>
                  </a:lnTo>
                  <a:lnTo>
                    <a:pt x="235469" y="2025773"/>
                  </a:lnTo>
                  <a:lnTo>
                    <a:pt x="222085" y="2021481"/>
                  </a:lnTo>
                  <a:lnTo>
                    <a:pt x="208572" y="2017189"/>
                  </a:lnTo>
                  <a:lnTo>
                    <a:pt x="194986" y="2012898"/>
                  </a:lnTo>
                  <a:lnTo>
                    <a:pt x="181361" y="2008606"/>
                  </a:lnTo>
                  <a:lnTo>
                    <a:pt x="167766" y="2004314"/>
                  </a:lnTo>
                  <a:lnTo>
                    <a:pt x="154280" y="2000022"/>
                  </a:lnTo>
                  <a:lnTo>
                    <a:pt x="140940" y="1995730"/>
                  </a:lnTo>
                  <a:lnTo>
                    <a:pt x="127786" y="1991438"/>
                  </a:lnTo>
                  <a:lnTo>
                    <a:pt x="114977" y="1987146"/>
                  </a:lnTo>
                  <a:lnTo>
                    <a:pt x="102549" y="1982854"/>
                  </a:lnTo>
                  <a:lnTo>
                    <a:pt x="90509" y="1978562"/>
                  </a:lnTo>
                  <a:lnTo>
                    <a:pt x="78896" y="1974271"/>
                  </a:lnTo>
                  <a:lnTo>
                    <a:pt x="67955" y="1969979"/>
                  </a:lnTo>
                  <a:lnTo>
                    <a:pt x="57667" y="1965687"/>
                  </a:lnTo>
                  <a:lnTo>
                    <a:pt x="47997" y="1961395"/>
                  </a:lnTo>
                  <a:lnTo>
                    <a:pt x="38980" y="1957103"/>
                  </a:lnTo>
                  <a:lnTo>
                    <a:pt x="30927" y="1952811"/>
                  </a:lnTo>
                  <a:lnTo>
                    <a:pt x="23754" y="1948519"/>
                  </a:lnTo>
                  <a:lnTo>
                    <a:pt x="17386" y="1944227"/>
                  </a:lnTo>
                  <a:lnTo>
                    <a:pt x="11847" y="1939935"/>
                  </a:lnTo>
                  <a:lnTo>
                    <a:pt x="7480" y="1935643"/>
                  </a:lnTo>
                  <a:lnTo>
                    <a:pt x="4145" y="1931352"/>
                  </a:lnTo>
                  <a:lnTo>
                    <a:pt x="1724" y="1927060"/>
                  </a:lnTo>
                  <a:lnTo>
                    <a:pt x="229" y="1922768"/>
                  </a:lnTo>
                  <a:lnTo>
                    <a:pt x="49" y="1919399"/>
                  </a:lnTo>
                  <a:lnTo>
                    <a:pt x="0" y="1918476"/>
                  </a:lnTo>
                  <a:lnTo>
                    <a:pt x="846" y="1914184"/>
                  </a:lnTo>
                  <a:lnTo>
                    <a:pt x="2626" y="1909892"/>
                  </a:lnTo>
                  <a:lnTo>
                    <a:pt x="5331" y="1905600"/>
                  </a:lnTo>
                  <a:lnTo>
                    <a:pt x="9261" y="1901308"/>
                  </a:lnTo>
                  <a:lnTo>
                    <a:pt x="14202" y="1897016"/>
                  </a:lnTo>
                  <a:lnTo>
                    <a:pt x="19995" y="1892725"/>
                  </a:lnTo>
                  <a:lnTo>
                    <a:pt x="26619" y="1888433"/>
                  </a:lnTo>
                  <a:lnTo>
                    <a:pt x="34304" y="1884141"/>
                  </a:lnTo>
                  <a:lnTo>
                    <a:pt x="42831" y="1879849"/>
                  </a:lnTo>
                  <a:lnTo>
                    <a:pt x="52046" y="1875557"/>
                  </a:lnTo>
                  <a:lnTo>
                    <a:pt x="61917" y="1871265"/>
                  </a:lnTo>
                  <a:lnTo>
                    <a:pt x="72589" y="1866973"/>
                  </a:lnTo>
                  <a:lnTo>
                    <a:pt x="83861" y="1862681"/>
                  </a:lnTo>
                  <a:lnTo>
                    <a:pt x="95602" y="1858389"/>
                  </a:lnTo>
                  <a:lnTo>
                    <a:pt x="107772" y="1854098"/>
                  </a:lnTo>
                  <a:lnTo>
                    <a:pt x="120426" y="1849806"/>
                  </a:lnTo>
                  <a:lnTo>
                    <a:pt x="133405" y="1845514"/>
                  </a:lnTo>
                  <a:lnTo>
                    <a:pt x="146611" y="1841222"/>
                  </a:lnTo>
                  <a:lnTo>
                    <a:pt x="160003" y="1836930"/>
                  </a:lnTo>
                  <a:lnTo>
                    <a:pt x="173558" y="1832638"/>
                  </a:lnTo>
                  <a:lnTo>
                    <a:pt x="187164" y="1828346"/>
                  </a:lnTo>
                  <a:lnTo>
                    <a:pt x="200767" y="1824054"/>
                  </a:lnTo>
                  <a:lnTo>
                    <a:pt x="214332" y="1819762"/>
                  </a:lnTo>
                  <a:lnTo>
                    <a:pt x="227771" y="1815470"/>
                  </a:lnTo>
                  <a:lnTo>
                    <a:pt x="241028" y="1811179"/>
                  </a:lnTo>
                  <a:lnTo>
                    <a:pt x="254092" y="1806887"/>
                  </a:lnTo>
                  <a:lnTo>
                    <a:pt x="266936" y="1802595"/>
                  </a:lnTo>
                  <a:lnTo>
                    <a:pt x="279430" y="1798303"/>
                  </a:lnTo>
                  <a:lnTo>
                    <a:pt x="291570" y="1794011"/>
                  </a:lnTo>
                  <a:lnTo>
                    <a:pt x="303382" y="1789719"/>
                  </a:lnTo>
                  <a:lnTo>
                    <a:pt x="314849" y="1785427"/>
                  </a:lnTo>
                  <a:lnTo>
                    <a:pt x="325823" y="1781135"/>
                  </a:lnTo>
                  <a:lnTo>
                    <a:pt x="336340" y="1776843"/>
                  </a:lnTo>
                  <a:lnTo>
                    <a:pt x="346455" y="1772552"/>
                  </a:lnTo>
                  <a:lnTo>
                    <a:pt x="356159" y="1768260"/>
                  </a:lnTo>
                  <a:lnTo>
                    <a:pt x="365306" y="1763968"/>
                  </a:lnTo>
                  <a:lnTo>
                    <a:pt x="373958" y="1759676"/>
                  </a:lnTo>
                  <a:lnTo>
                    <a:pt x="382188" y="1755384"/>
                  </a:lnTo>
                  <a:lnTo>
                    <a:pt x="389995" y="1751092"/>
                  </a:lnTo>
                  <a:lnTo>
                    <a:pt x="397246" y="1746800"/>
                  </a:lnTo>
                  <a:lnTo>
                    <a:pt x="404018" y="1742508"/>
                  </a:lnTo>
                  <a:lnTo>
                    <a:pt x="410389" y="1738216"/>
                  </a:lnTo>
                  <a:lnTo>
                    <a:pt x="416365" y="1733924"/>
                  </a:lnTo>
                  <a:lnTo>
                    <a:pt x="421832" y="1729633"/>
                  </a:lnTo>
                  <a:lnTo>
                    <a:pt x="426872" y="1725341"/>
                  </a:lnTo>
                  <a:lnTo>
                    <a:pt x="431559" y="1721049"/>
                  </a:lnTo>
                  <a:lnTo>
                    <a:pt x="435902" y="1716757"/>
                  </a:lnTo>
                  <a:lnTo>
                    <a:pt x="439813" y="1712465"/>
                  </a:lnTo>
                  <a:lnTo>
                    <a:pt x="443364" y="1708173"/>
                  </a:lnTo>
                  <a:lnTo>
                    <a:pt x="446622" y="1703881"/>
                  </a:lnTo>
                  <a:lnTo>
                    <a:pt x="449600" y="1699589"/>
                  </a:lnTo>
                  <a:lnTo>
                    <a:pt x="452227" y="1695297"/>
                  </a:lnTo>
                  <a:lnTo>
                    <a:pt x="454568" y="1691006"/>
                  </a:lnTo>
                  <a:lnTo>
                    <a:pt x="456679" y="1686714"/>
                  </a:lnTo>
                  <a:lnTo>
                    <a:pt x="458569" y="1682422"/>
                  </a:lnTo>
                  <a:lnTo>
                    <a:pt x="460188" y="1678130"/>
                  </a:lnTo>
                  <a:lnTo>
                    <a:pt x="461588" y="1673838"/>
                  </a:lnTo>
                  <a:lnTo>
                    <a:pt x="462813" y="1669546"/>
                  </a:lnTo>
                  <a:lnTo>
                    <a:pt x="463870" y="1665254"/>
                  </a:lnTo>
                  <a:lnTo>
                    <a:pt x="464725" y="1660962"/>
                  </a:lnTo>
                  <a:lnTo>
                    <a:pt x="465416" y="1656670"/>
                  </a:lnTo>
                  <a:lnTo>
                    <a:pt x="465977" y="1652379"/>
                  </a:lnTo>
                  <a:lnTo>
                    <a:pt x="466414" y="1648087"/>
                  </a:lnTo>
                  <a:lnTo>
                    <a:pt x="466701" y="1643795"/>
                  </a:lnTo>
                  <a:lnTo>
                    <a:pt x="466868" y="1639503"/>
                  </a:lnTo>
                  <a:lnTo>
                    <a:pt x="466939" y="1635211"/>
                  </a:lnTo>
                  <a:lnTo>
                    <a:pt x="466919" y="1630919"/>
                  </a:lnTo>
                  <a:lnTo>
                    <a:pt x="466789" y="1626627"/>
                  </a:lnTo>
                  <a:lnTo>
                    <a:pt x="466570" y="1622335"/>
                  </a:lnTo>
                  <a:lnTo>
                    <a:pt x="466280" y="1618043"/>
                  </a:lnTo>
                  <a:lnTo>
                    <a:pt x="465924" y="1613751"/>
                  </a:lnTo>
                  <a:lnTo>
                    <a:pt x="465486" y="1609460"/>
                  </a:lnTo>
                  <a:lnTo>
                    <a:pt x="464981" y="1605168"/>
                  </a:lnTo>
                  <a:lnTo>
                    <a:pt x="464425" y="1600876"/>
                  </a:lnTo>
                  <a:lnTo>
                    <a:pt x="463818" y="1596584"/>
                  </a:lnTo>
                  <a:lnTo>
                    <a:pt x="463151" y="1592292"/>
                  </a:lnTo>
                  <a:lnTo>
                    <a:pt x="462434" y="1588000"/>
                  </a:lnTo>
                  <a:lnTo>
                    <a:pt x="461678" y="1583708"/>
                  </a:lnTo>
                  <a:lnTo>
                    <a:pt x="460885" y="1579416"/>
                  </a:lnTo>
                  <a:lnTo>
                    <a:pt x="460047" y="1575124"/>
                  </a:lnTo>
                  <a:lnTo>
                    <a:pt x="459173" y="1570833"/>
                  </a:lnTo>
                  <a:lnTo>
                    <a:pt x="458270" y="1566541"/>
                  </a:lnTo>
                  <a:lnTo>
                    <a:pt x="457340" y="1562249"/>
                  </a:lnTo>
                  <a:lnTo>
                    <a:pt x="456378" y="1557957"/>
                  </a:lnTo>
                  <a:lnTo>
                    <a:pt x="455391" y="1553665"/>
                  </a:lnTo>
                  <a:lnTo>
                    <a:pt x="454384" y="1549373"/>
                  </a:lnTo>
                  <a:lnTo>
                    <a:pt x="453359" y="1545081"/>
                  </a:lnTo>
                  <a:lnTo>
                    <a:pt x="452313" y="1540789"/>
                  </a:lnTo>
                  <a:lnTo>
                    <a:pt x="451252" y="1536497"/>
                  </a:lnTo>
                  <a:lnTo>
                    <a:pt x="450178" y="1532205"/>
                  </a:lnTo>
                  <a:lnTo>
                    <a:pt x="449095" y="1527914"/>
                  </a:lnTo>
                  <a:lnTo>
                    <a:pt x="448001" y="1523622"/>
                  </a:lnTo>
                  <a:lnTo>
                    <a:pt x="446899" y="1519330"/>
                  </a:lnTo>
                  <a:lnTo>
                    <a:pt x="445794" y="1515038"/>
                  </a:lnTo>
                  <a:lnTo>
                    <a:pt x="444685" y="1510746"/>
                  </a:lnTo>
                  <a:lnTo>
                    <a:pt x="443573" y="1506454"/>
                  </a:lnTo>
                  <a:lnTo>
                    <a:pt x="442463" y="1502162"/>
                  </a:lnTo>
                  <a:lnTo>
                    <a:pt x="441354" y="1497870"/>
                  </a:lnTo>
                  <a:lnTo>
                    <a:pt x="440248" y="1493578"/>
                  </a:lnTo>
                  <a:lnTo>
                    <a:pt x="439147" y="1489287"/>
                  </a:lnTo>
                  <a:lnTo>
                    <a:pt x="438052" y="1484995"/>
                  </a:lnTo>
                  <a:lnTo>
                    <a:pt x="436965" y="1480703"/>
                  </a:lnTo>
                  <a:lnTo>
                    <a:pt x="435884" y="1476411"/>
                  </a:lnTo>
                  <a:lnTo>
                    <a:pt x="434815" y="1472119"/>
                  </a:lnTo>
                  <a:lnTo>
                    <a:pt x="433757" y="1467827"/>
                  </a:lnTo>
                  <a:lnTo>
                    <a:pt x="432709" y="1463535"/>
                  </a:lnTo>
                  <a:lnTo>
                    <a:pt x="431672" y="1459243"/>
                  </a:lnTo>
                  <a:lnTo>
                    <a:pt x="430650" y="1454951"/>
                  </a:lnTo>
                  <a:lnTo>
                    <a:pt x="429644" y="1450660"/>
                  </a:lnTo>
                  <a:lnTo>
                    <a:pt x="428650" y="1446368"/>
                  </a:lnTo>
                  <a:lnTo>
                    <a:pt x="427669" y="1442076"/>
                  </a:lnTo>
                  <a:lnTo>
                    <a:pt x="426706" y="1437784"/>
                  </a:lnTo>
                  <a:lnTo>
                    <a:pt x="425761" y="1433492"/>
                  </a:lnTo>
                  <a:lnTo>
                    <a:pt x="424831" y="1429200"/>
                  </a:lnTo>
                  <a:lnTo>
                    <a:pt x="423916" y="1424908"/>
                  </a:lnTo>
                  <a:lnTo>
                    <a:pt x="423022" y="1420616"/>
                  </a:lnTo>
                  <a:lnTo>
                    <a:pt x="422148" y="1416324"/>
                  </a:lnTo>
                  <a:lnTo>
                    <a:pt x="421367" y="1412417"/>
                  </a:lnTo>
                  <a:lnTo>
                    <a:pt x="421290" y="1412032"/>
                  </a:lnTo>
                  <a:lnTo>
                    <a:pt x="420449" y="1407741"/>
                  </a:lnTo>
                  <a:lnTo>
                    <a:pt x="419632" y="1403449"/>
                  </a:lnTo>
                  <a:lnTo>
                    <a:pt x="418836" y="1399157"/>
                  </a:lnTo>
                  <a:lnTo>
                    <a:pt x="418060" y="1394865"/>
                  </a:lnTo>
                  <a:lnTo>
                    <a:pt x="417302" y="1390573"/>
                  </a:lnTo>
                  <a:lnTo>
                    <a:pt x="416570" y="1386281"/>
                  </a:lnTo>
                  <a:lnTo>
                    <a:pt x="415863" y="1381989"/>
                  </a:lnTo>
                  <a:lnTo>
                    <a:pt x="415177" y="1377697"/>
                  </a:lnTo>
                  <a:lnTo>
                    <a:pt x="414513" y="1373405"/>
                  </a:lnTo>
                  <a:lnTo>
                    <a:pt x="413877" y="1369114"/>
                  </a:lnTo>
                  <a:lnTo>
                    <a:pt x="413269" y="1364822"/>
                  </a:lnTo>
                  <a:lnTo>
                    <a:pt x="412684" y="1360530"/>
                  </a:lnTo>
                  <a:lnTo>
                    <a:pt x="412124" y="1356238"/>
                  </a:lnTo>
                  <a:lnTo>
                    <a:pt x="411594" y="1351946"/>
                  </a:lnTo>
                  <a:lnTo>
                    <a:pt x="411095" y="1347654"/>
                  </a:lnTo>
                  <a:lnTo>
                    <a:pt x="410622" y="1343362"/>
                  </a:lnTo>
                  <a:lnTo>
                    <a:pt x="410174" y="1339070"/>
                  </a:lnTo>
                  <a:lnTo>
                    <a:pt x="409759" y="1334778"/>
                  </a:lnTo>
                  <a:lnTo>
                    <a:pt x="409377" y="1330486"/>
                  </a:lnTo>
                  <a:lnTo>
                    <a:pt x="409021" y="1326195"/>
                  </a:lnTo>
                  <a:lnTo>
                    <a:pt x="408691" y="1321903"/>
                  </a:lnTo>
                  <a:lnTo>
                    <a:pt x="408396" y="1317611"/>
                  </a:lnTo>
                  <a:lnTo>
                    <a:pt x="408133" y="1313319"/>
                  </a:lnTo>
                  <a:lnTo>
                    <a:pt x="407895" y="1309027"/>
                  </a:lnTo>
                  <a:lnTo>
                    <a:pt x="407684" y="1304735"/>
                  </a:lnTo>
                  <a:lnTo>
                    <a:pt x="407506" y="1300443"/>
                  </a:lnTo>
                  <a:lnTo>
                    <a:pt x="407357" y="1296151"/>
                  </a:lnTo>
                  <a:lnTo>
                    <a:pt x="407233" y="1291859"/>
                  </a:lnTo>
                  <a:lnTo>
                    <a:pt x="407133" y="1287568"/>
                  </a:lnTo>
                  <a:lnTo>
                    <a:pt x="407061" y="1283276"/>
                  </a:lnTo>
                  <a:lnTo>
                    <a:pt x="407016" y="1278984"/>
                  </a:lnTo>
                  <a:lnTo>
                    <a:pt x="406992" y="1274692"/>
                  </a:lnTo>
                  <a:lnTo>
                    <a:pt x="406987" y="1270400"/>
                  </a:lnTo>
                  <a:lnTo>
                    <a:pt x="407007" y="1266108"/>
                  </a:lnTo>
                  <a:lnTo>
                    <a:pt x="407047" y="1261816"/>
                  </a:lnTo>
                  <a:lnTo>
                    <a:pt x="407104" y="1257524"/>
                  </a:lnTo>
                  <a:lnTo>
                    <a:pt x="407175" y="1253232"/>
                  </a:lnTo>
                  <a:lnTo>
                    <a:pt x="407265" y="1248941"/>
                  </a:lnTo>
                  <a:lnTo>
                    <a:pt x="407369" y="1244649"/>
                  </a:lnTo>
                  <a:lnTo>
                    <a:pt x="407485" y="1240357"/>
                  </a:lnTo>
                  <a:lnTo>
                    <a:pt x="407610" y="1236065"/>
                  </a:lnTo>
                  <a:lnTo>
                    <a:pt x="407747" y="1231773"/>
                  </a:lnTo>
                  <a:lnTo>
                    <a:pt x="407893" y="1227481"/>
                  </a:lnTo>
                  <a:lnTo>
                    <a:pt x="408045" y="1223189"/>
                  </a:lnTo>
                  <a:lnTo>
                    <a:pt x="408203" y="1218897"/>
                  </a:lnTo>
                  <a:lnTo>
                    <a:pt x="408367" y="1214605"/>
                  </a:lnTo>
                  <a:lnTo>
                    <a:pt x="408536" y="1210313"/>
                  </a:lnTo>
                  <a:lnTo>
                    <a:pt x="408707" y="1206022"/>
                  </a:lnTo>
                  <a:lnTo>
                    <a:pt x="408881" y="1201730"/>
                  </a:lnTo>
                  <a:lnTo>
                    <a:pt x="409056" y="1197438"/>
                  </a:lnTo>
                  <a:lnTo>
                    <a:pt x="409233" y="1193146"/>
                  </a:lnTo>
                  <a:lnTo>
                    <a:pt x="409411" y="1188854"/>
                  </a:lnTo>
                  <a:lnTo>
                    <a:pt x="409589" y="1184562"/>
                  </a:lnTo>
                  <a:lnTo>
                    <a:pt x="409768" y="1180270"/>
                  </a:lnTo>
                  <a:lnTo>
                    <a:pt x="409947" y="1175978"/>
                  </a:lnTo>
                  <a:lnTo>
                    <a:pt x="410126" y="1171686"/>
                  </a:lnTo>
                  <a:lnTo>
                    <a:pt x="410306" y="1167395"/>
                  </a:lnTo>
                  <a:lnTo>
                    <a:pt x="410486" y="1163103"/>
                  </a:lnTo>
                  <a:lnTo>
                    <a:pt x="410668" y="1158811"/>
                  </a:lnTo>
                  <a:lnTo>
                    <a:pt x="410850" y="1154519"/>
                  </a:lnTo>
                  <a:lnTo>
                    <a:pt x="411035" y="1150227"/>
                  </a:lnTo>
                  <a:lnTo>
                    <a:pt x="411222" y="1145935"/>
                  </a:lnTo>
                  <a:lnTo>
                    <a:pt x="411412" y="1141643"/>
                  </a:lnTo>
                  <a:lnTo>
                    <a:pt x="411605" y="1137351"/>
                  </a:lnTo>
                  <a:lnTo>
                    <a:pt x="411803" y="1133059"/>
                  </a:lnTo>
                  <a:lnTo>
                    <a:pt x="412006" y="1128767"/>
                  </a:lnTo>
                  <a:lnTo>
                    <a:pt x="412216" y="1124476"/>
                  </a:lnTo>
                  <a:lnTo>
                    <a:pt x="412432" y="1120184"/>
                  </a:lnTo>
                  <a:lnTo>
                    <a:pt x="412654" y="1115892"/>
                  </a:lnTo>
                  <a:lnTo>
                    <a:pt x="412885" y="1111600"/>
                  </a:lnTo>
                  <a:lnTo>
                    <a:pt x="413127" y="1107308"/>
                  </a:lnTo>
                  <a:lnTo>
                    <a:pt x="413378" y="1103016"/>
                  </a:lnTo>
                  <a:lnTo>
                    <a:pt x="413638" y="1098724"/>
                  </a:lnTo>
                  <a:lnTo>
                    <a:pt x="413911" y="1094432"/>
                  </a:lnTo>
                  <a:lnTo>
                    <a:pt x="414197" y="1090140"/>
                  </a:lnTo>
                  <a:lnTo>
                    <a:pt x="414495" y="1085849"/>
                  </a:lnTo>
                  <a:lnTo>
                    <a:pt x="414804" y="1081557"/>
                  </a:lnTo>
                  <a:lnTo>
                    <a:pt x="415129" y="1077265"/>
                  </a:lnTo>
                  <a:lnTo>
                    <a:pt x="415471" y="1072973"/>
                  </a:lnTo>
                  <a:lnTo>
                    <a:pt x="415825" y="1068681"/>
                  </a:lnTo>
                  <a:lnTo>
                    <a:pt x="416194" y="1064389"/>
                  </a:lnTo>
                  <a:lnTo>
                    <a:pt x="416580" y="1060097"/>
                  </a:lnTo>
                  <a:lnTo>
                    <a:pt x="416984" y="1055805"/>
                  </a:lnTo>
                  <a:lnTo>
                    <a:pt x="417403" y="1051513"/>
                  </a:lnTo>
                  <a:lnTo>
                    <a:pt x="417836" y="1047222"/>
                  </a:lnTo>
                  <a:lnTo>
                    <a:pt x="418288" y="1042930"/>
                  </a:lnTo>
                  <a:lnTo>
                    <a:pt x="418759" y="1038638"/>
                  </a:lnTo>
                  <a:lnTo>
                    <a:pt x="419245" y="1034346"/>
                  </a:lnTo>
                  <a:lnTo>
                    <a:pt x="419746" y="1030054"/>
                  </a:lnTo>
                  <a:lnTo>
                    <a:pt x="420265" y="1025762"/>
                  </a:lnTo>
                  <a:lnTo>
                    <a:pt x="420802" y="1021470"/>
                  </a:lnTo>
                  <a:lnTo>
                    <a:pt x="421354" y="1017178"/>
                  </a:lnTo>
                  <a:lnTo>
                    <a:pt x="421921" y="1012886"/>
                  </a:lnTo>
                  <a:lnTo>
                    <a:pt x="422504" y="1008594"/>
                  </a:lnTo>
                  <a:lnTo>
                    <a:pt x="423105" y="1004303"/>
                  </a:lnTo>
                  <a:lnTo>
                    <a:pt x="423719" y="1000011"/>
                  </a:lnTo>
                  <a:lnTo>
                    <a:pt x="424345" y="995719"/>
                  </a:lnTo>
                  <a:lnTo>
                    <a:pt x="424987" y="991427"/>
                  </a:lnTo>
                  <a:lnTo>
                    <a:pt x="425644" y="987135"/>
                  </a:lnTo>
                  <a:lnTo>
                    <a:pt x="426312" y="982843"/>
                  </a:lnTo>
                  <a:lnTo>
                    <a:pt x="426991" y="978551"/>
                  </a:lnTo>
                  <a:lnTo>
                    <a:pt x="427682" y="974259"/>
                  </a:lnTo>
                  <a:lnTo>
                    <a:pt x="428385" y="969967"/>
                  </a:lnTo>
                  <a:lnTo>
                    <a:pt x="429097" y="965676"/>
                  </a:lnTo>
                  <a:lnTo>
                    <a:pt x="429817" y="961384"/>
                  </a:lnTo>
                  <a:lnTo>
                    <a:pt x="430547" y="957092"/>
                  </a:lnTo>
                  <a:lnTo>
                    <a:pt x="431286" y="952800"/>
                  </a:lnTo>
                  <a:lnTo>
                    <a:pt x="432030" y="948508"/>
                  </a:lnTo>
                  <a:lnTo>
                    <a:pt x="432781" y="944216"/>
                  </a:lnTo>
                  <a:lnTo>
                    <a:pt x="433537" y="939924"/>
                  </a:lnTo>
                  <a:lnTo>
                    <a:pt x="434299" y="935632"/>
                  </a:lnTo>
                  <a:lnTo>
                    <a:pt x="435064" y="931340"/>
                  </a:lnTo>
                  <a:lnTo>
                    <a:pt x="435833" y="927049"/>
                  </a:lnTo>
                  <a:lnTo>
                    <a:pt x="436604" y="922757"/>
                  </a:lnTo>
                  <a:lnTo>
                    <a:pt x="437378" y="918465"/>
                  </a:lnTo>
                  <a:lnTo>
                    <a:pt x="438153" y="914173"/>
                  </a:lnTo>
                  <a:lnTo>
                    <a:pt x="438928" y="909881"/>
                  </a:lnTo>
                  <a:lnTo>
                    <a:pt x="439704" y="905589"/>
                  </a:lnTo>
                  <a:lnTo>
                    <a:pt x="440479" y="901297"/>
                  </a:lnTo>
                  <a:lnTo>
                    <a:pt x="441253" y="897005"/>
                  </a:lnTo>
                  <a:lnTo>
                    <a:pt x="442025" y="892713"/>
                  </a:lnTo>
                  <a:lnTo>
                    <a:pt x="442795" y="888421"/>
                  </a:lnTo>
                  <a:lnTo>
                    <a:pt x="443562" y="884130"/>
                  </a:lnTo>
                  <a:lnTo>
                    <a:pt x="444326" y="879838"/>
                  </a:lnTo>
                  <a:lnTo>
                    <a:pt x="445087" y="875546"/>
                  </a:lnTo>
                  <a:lnTo>
                    <a:pt x="445843" y="871254"/>
                  </a:lnTo>
                  <a:lnTo>
                    <a:pt x="446594" y="866962"/>
                  </a:lnTo>
                  <a:lnTo>
                    <a:pt x="447341" y="862670"/>
                  </a:lnTo>
                  <a:lnTo>
                    <a:pt x="448083" y="858378"/>
                  </a:lnTo>
                  <a:lnTo>
                    <a:pt x="448818" y="854086"/>
                  </a:lnTo>
                  <a:lnTo>
                    <a:pt x="449546" y="849794"/>
                  </a:lnTo>
                  <a:lnTo>
                    <a:pt x="450269" y="845503"/>
                  </a:lnTo>
                  <a:lnTo>
                    <a:pt x="450985" y="841211"/>
                  </a:lnTo>
                  <a:lnTo>
                    <a:pt x="451694" y="836919"/>
                  </a:lnTo>
                  <a:lnTo>
                    <a:pt x="452394" y="832627"/>
                  </a:lnTo>
                  <a:lnTo>
                    <a:pt x="453087" y="828335"/>
                  </a:lnTo>
                  <a:lnTo>
                    <a:pt x="453772" y="824043"/>
                  </a:lnTo>
                  <a:lnTo>
                    <a:pt x="454448" y="819751"/>
                  </a:lnTo>
                  <a:lnTo>
                    <a:pt x="455115" y="815459"/>
                  </a:lnTo>
                  <a:lnTo>
                    <a:pt x="455772" y="811167"/>
                  </a:lnTo>
                  <a:lnTo>
                    <a:pt x="456422" y="806875"/>
                  </a:lnTo>
                  <a:lnTo>
                    <a:pt x="457060" y="802584"/>
                  </a:lnTo>
                  <a:lnTo>
                    <a:pt x="457688" y="798292"/>
                  </a:lnTo>
                  <a:lnTo>
                    <a:pt x="458305" y="794000"/>
                  </a:lnTo>
                  <a:lnTo>
                    <a:pt x="458913" y="789708"/>
                  </a:lnTo>
                  <a:lnTo>
                    <a:pt x="459510" y="785416"/>
                  </a:lnTo>
                  <a:lnTo>
                    <a:pt x="460093" y="781124"/>
                  </a:lnTo>
                  <a:lnTo>
                    <a:pt x="460665" y="776832"/>
                  </a:lnTo>
                  <a:lnTo>
                    <a:pt x="461227" y="772540"/>
                  </a:lnTo>
                  <a:lnTo>
                    <a:pt x="461776" y="768248"/>
                  </a:lnTo>
                  <a:lnTo>
                    <a:pt x="462310" y="763957"/>
                  </a:lnTo>
                  <a:lnTo>
                    <a:pt x="462833" y="759665"/>
                  </a:lnTo>
                  <a:lnTo>
                    <a:pt x="463344" y="755373"/>
                  </a:lnTo>
                  <a:lnTo>
                    <a:pt x="463840" y="751081"/>
                  </a:lnTo>
                  <a:lnTo>
                    <a:pt x="464321" y="746789"/>
                  </a:lnTo>
                  <a:lnTo>
                    <a:pt x="464789" y="742497"/>
                  </a:lnTo>
                  <a:lnTo>
                    <a:pt x="465245" y="738205"/>
                  </a:lnTo>
                  <a:lnTo>
                    <a:pt x="465686" y="733913"/>
                  </a:lnTo>
                  <a:lnTo>
                    <a:pt x="466109" y="729621"/>
                  </a:lnTo>
                  <a:lnTo>
                    <a:pt x="466519" y="725330"/>
                  </a:lnTo>
                  <a:lnTo>
                    <a:pt x="466917" y="721038"/>
                  </a:lnTo>
                  <a:lnTo>
                    <a:pt x="467298" y="716746"/>
                  </a:lnTo>
                  <a:lnTo>
                    <a:pt x="467661" y="712454"/>
                  </a:lnTo>
                  <a:lnTo>
                    <a:pt x="468011" y="708162"/>
                  </a:lnTo>
                  <a:lnTo>
                    <a:pt x="468347" y="703870"/>
                  </a:lnTo>
                  <a:lnTo>
                    <a:pt x="468667" y="699578"/>
                  </a:lnTo>
                  <a:lnTo>
                    <a:pt x="468969" y="695286"/>
                  </a:lnTo>
                  <a:lnTo>
                    <a:pt x="469258" y="690994"/>
                  </a:lnTo>
                  <a:lnTo>
                    <a:pt x="469533" y="686702"/>
                  </a:lnTo>
                  <a:lnTo>
                    <a:pt x="469792" y="682411"/>
                  </a:lnTo>
                  <a:lnTo>
                    <a:pt x="470033" y="678119"/>
                  </a:lnTo>
                  <a:lnTo>
                    <a:pt x="470262" y="673827"/>
                  </a:lnTo>
                  <a:lnTo>
                    <a:pt x="470477" y="669535"/>
                  </a:lnTo>
                  <a:lnTo>
                    <a:pt x="470678" y="665243"/>
                  </a:lnTo>
                  <a:lnTo>
                    <a:pt x="470862" y="660951"/>
                  </a:lnTo>
                  <a:lnTo>
                    <a:pt x="471034" y="656659"/>
                  </a:lnTo>
                  <a:lnTo>
                    <a:pt x="471195" y="652367"/>
                  </a:lnTo>
                  <a:lnTo>
                    <a:pt x="471342" y="648075"/>
                  </a:lnTo>
                  <a:lnTo>
                    <a:pt x="471475" y="643784"/>
                  </a:lnTo>
                  <a:lnTo>
                    <a:pt x="471597" y="639492"/>
                  </a:lnTo>
                  <a:lnTo>
                    <a:pt x="471710" y="635200"/>
                  </a:lnTo>
                  <a:lnTo>
                    <a:pt x="471811" y="630908"/>
                  </a:lnTo>
                  <a:lnTo>
                    <a:pt x="471901" y="626616"/>
                  </a:lnTo>
                  <a:lnTo>
                    <a:pt x="471983" y="622324"/>
                  </a:lnTo>
                  <a:lnTo>
                    <a:pt x="472057" y="618032"/>
                  </a:lnTo>
                  <a:lnTo>
                    <a:pt x="472122" y="613740"/>
                  </a:lnTo>
                  <a:lnTo>
                    <a:pt x="472179" y="609448"/>
                  </a:lnTo>
                  <a:lnTo>
                    <a:pt x="472231" y="605156"/>
                  </a:lnTo>
                  <a:lnTo>
                    <a:pt x="472277" y="600865"/>
                  </a:lnTo>
                  <a:lnTo>
                    <a:pt x="472318" y="596573"/>
                  </a:lnTo>
                  <a:lnTo>
                    <a:pt x="472354" y="592281"/>
                  </a:lnTo>
                  <a:lnTo>
                    <a:pt x="472387" y="587989"/>
                  </a:lnTo>
                  <a:lnTo>
                    <a:pt x="472417" y="583697"/>
                  </a:lnTo>
                  <a:lnTo>
                    <a:pt x="472445" y="579405"/>
                  </a:lnTo>
                  <a:lnTo>
                    <a:pt x="472471" y="575113"/>
                  </a:lnTo>
                  <a:lnTo>
                    <a:pt x="472497" y="570821"/>
                  </a:lnTo>
                  <a:lnTo>
                    <a:pt x="472522" y="566529"/>
                  </a:lnTo>
                  <a:lnTo>
                    <a:pt x="472548" y="562238"/>
                  </a:lnTo>
                  <a:lnTo>
                    <a:pt x="472575" y="557946"/>
                  </a:lnTo>
                  <a:lnTo>
                    <a:pt x="472603" y="553654"/>
                  </a:lnTo>
                  <a:lnTo>
                    <a:pt x="472632" y="549362"/>
                  </a:lnTo>
                  <a:lnTo>
                    <a:pt x="472664" y="545070"/>
                  </a:lnTo>
                  <a:lnTo>
                    <a:pt x="472699" y="540778"/>
                  </a:lnTo>
                  <a:lnTo>
                    <a:pt x="472736" y="536486"/>
                  </a:lnTo>
                  <a:lnTo>
                    <a:pt x="472777" y="532194"/>
                  </a:lnTo>
                  <a:lnTo>
                    <a:pt x="472820" y="527902"/>
                  </a:lnTo>
                  <a:lnTo>
                    <a:pt x="472868" y="523611"/>
                  </a:lnTo>
                  <a:lnTo>
                    <a:pt x="472918" y="519319"/>
                  </a:lnTo>
                  <a:lnTo>
                    <a:pt x="472972" y="515027"/>
                  </a:lnTo>
                  <a:lnTo>
                    <a:pt x="473029" y="510735"/>
                  </a:lnTo>
                  <a:lnTo>
                    <a:pt x="473091" y="506443"/>
                  </a:lnTo>
                  <a:lnTo>
                    <a:pt x="473155" y="502151"/>
                  </a:lnTo>
                  <a:lnTo>
                    <a:pt x="473222" y="497859"/>
                  </a:lnTo>
                  <a:lnTo>
                    <a:pt x="473292" y="493567"/>
                  </a:lnTo>
                  <a:lnTo>
                    <a:pt x="473365" y="489275"/>
                  </a:lnTo>
                  <a:lnTo>
                    <a:pt x="473440" y="484983"/>
                  </a:lnTo>
                  <a:lnTo>
                    <a:pt x="473516" y="480692"/>
                  </a:lnTo>
                  <a:lnTo>
                    <a:pt x="473595" y="476400"/>
                  </a:lnTo>
                  <a:lnTo>
                    <a:pt x="473675" y="472108"/>
                  </a:lnTo>
                  <a:lnTo>
                    <a:pt x="473756" y="467816"/>
                  </a:lnTo>
                  <a:lnTo>
                    <a:pt x="473838" y="463524"/>
                  </a:lnTo>
                  <a:lnTo>
                    <a:pt x="473920" y="459232"/>
                  </a:lnTo>
                  <a:lnTo>
                    <a:pt x="474002" y="454940"/>
                  </a:lnTo>
                  <a:lnTo>
                    <a:pt x="474083" y="450648"/>
                  </a:lnTo>
                  <a:lnTo>
                    <a:pt x="474164" y="446356"/>
                  </a:lnTo>
                  <a:lnTo>
                    <a:pt x="474243" y="442065"/>
                  </a:lnTo>
                  <a:lnTo>
                    <a:pt x="474320" y="437773"/>
                  </a:lnTo>
                  <a:lnTo>
                    <a:pt x="474396" y="433481"/>
                  </a:lnTo>
                  <a:lnTo>
                    <a:pt x="474470" y="429189"/>
                  </a:lnTo>
                  <a:lnTo>
                    <a:pt x="474541" y="424897"/>
                  </a:lnTo>
                  <a:lnTo>
                    <a:pt x="474610" y="420605"/>
                  </a:lnTo>
                  <a:lnTo>
                    <a:pt x="474675" y="416313"/>
                  </a:lnTo>
                  <a:lnTo>
                    <a:pt x="474738" y="412021"/>
                  </a:lnTo>
                  <a:lnTo>
                    <a:pt x="474798" y="407729"/>
                  </a:lnTo>
                  <a:lnTo>
                    <a:pt x="474853" y="403437"/>
                  </a:lnTo>
                  <a:lnTo>
                    <a:pt x="474906" y="399146"/>
                  </a:lnTo>
                  <a:lnTo>
                    <a:pt x="474956" y="394854"/>
                  </a:lnTo>
                  <a:lnTo>
                    <a:pt x="475002" y="390562"/>
                  </a:lnTo>
                  <a:lnTo>
                    <a:pt x="475044" y="386270"/>
                  </a:lnTo>
                  <a:lnTo>
                    <a:pt x="475083" y="381978"/>
                  </a:lnTo>
                  <a:lnTo>
                    <a:pt x="475119" y="377686"/>
                  </a:lnTo>
                  <a:lnTo>
                    <a:pt x="475152" y="373394"/>
                  </a:lnTo>
                  <a:lnTo>
                    <a:pt x="475182" y="369102"/>
                  </a:lnTo>
                  <a:lnTo>
                    <a:pt x="475209" y="364810"/>
                  </a:lnTo>
                  <a:lnTo>
                    <a:pt x="475234" y="360519"/>
                  </a:lnTo>
                  <a:lnTo>
                    <a:pt x="475256" y="356227"/>
                  </a:lnTo>
                  <a:lnTo>
                    <a:pt x="475276" y="351935"/>
                  </a:lnTo>
                  <a:lnTo>
                    <a:pt x="475295" y="347643"/>
                  </a:lnTo>
                  <a:lnTo>
                    <a:pt x="475312" y="343351"/>
                  </a:lnTo>
                  <a:lnTo>
                    <a:pt x="475328" y="339059"/>
                  </a:lnTo>
                  <a:lnTo>
                    <a:pt x="475343" y="334767"/>
                  </a:lnTo>
                  <a:lnTo>
                    <a:pt x="475357" y="330475"/>
                  </a:lnTo>
                  <a:lnTo>
                    <a:pt x="475371" y="326183"/>
                  </a:lnTo>
                  <a:lnTo>
                    <a:pt x="475385" y="321892"/>
                  </a:lnTo>
                  <a:lnTo>
                    <a:pt x="475400" y="317600"/>
                  </a:lnTo>
                  <a:lnTo>
                    <a:pt x="475416" y="313308"/>
                  </a:lnTo>
                  <a:lnTo>
                    <a:pt x="475432" y="309016"/>
                  </a:lnTo>
                  <a:lnTo>
                    <a:pt x="475449" y="304724"/>
                  </a:lnTo>
                  <a:lnTo>
                    <a:pt x="475468" y="300432"/>
                  </a:lnTo>
                  <a:lnTo>
                    <a:pt x="475489" y="296140"/>
                  </a:lnTo>
                  <a:lnTo>
                    <a:pt x="475511" y="291848"/>
                  </a:lnTo>
                  <a:lnTo>
                    <a:pt x="475536" y="287556"/>
                  </a:lnTo>
                  <a:lnTo>
                    <a:pt x="475563" y="283264"/>
                  </a:lnTo>
                  <a:lnTo>
                    <a:pt x="475592" y="278973"/>
                  </a:lnTo>
                  <a:lnTo>
                    <a:pt x="475624" y="274681"/>
                  </a:lnTo>
                  <a:lnTo>
                    <a:pt x="475658" y="270389"/>
                  </a:lnTo>
                  <a:lnTo>
                    <a:pt x="475695" y="266097"/>
                  </a:lnTo>
                  <a:lnTo>
                    <a:pt x="475735" y="261805"/>
                  </a:lnTo>
                  <a:lnTo>
                    <a:pt x="475777" y="257513"/>
                  </a:lnTo>
                  <a:lnTo>
                    <a:pt x="475821" y="253221"/>
                  </a:lnTo>
                  <a:lnTo>
                    <a:pt x="475868" y="248929"/>
                  </a:lnTo>
                  <a:lnTo>
                    <a:pt x="475918" y="244637"/>
                  </a:lnTo>
                  <a:lnTo>
                    <a:pt x="475969" y="240346"/>
                  </a:lnTo>
                  <a:lnTo>
                    <a:pt x="476023" y="236054"/>
                  </a:lnTo>
                  <a:lnTo>
                    <a:pt x="476079" y="231762"/>
                  </a:lnTo>
                  <a:lnTo>
                    <a:pt x="476136" y="227470"/>
                  </a:lnTo>
                  <a:lnTo>
                    <a:pt x="476195" y="223178"/>
                  </a:lnTo>
                  <a:lnTo>
                    <a:pt x="476256" y="218886"/>
                  </a:lnTo>
                  <a:lnTo>
                    <a:pt x="476317" y="214594"/>
                  </a:lnTo>
                  <a:lnTo>
                    <a:pt x="476380" y="210302"/>
                  </a:lnTo>
                  <a:lnTo>
                    <a:pt x="476443" y="206010"/>
                  </a:lnTo>
                  <a:lnTo>
                    <a:pt x="476506" y="201718"/>
                  </a:lnTo>
                  <a:lnTo>
                    <a:pt x="476570" y="197427"/>
                  </a:lnTo>
                  <a:lnTo>
                    <a:pt x="476634" y="193135"/>
                  </a:lnTo>
                  <a:lnTo>
                    <a:pt x="476698" y="188843"/>
                  </a:lnTo>
                  <a:lnTo>
                    <a:pt x="476761" y="184551"/>
                  </a:lnTo>
                  <a:lnTo>
                    <a:pt x="476823" y="180259"/>
                  </a:lnTo>
                  <a:lnTo>
                    <a:pt x="476885" y="175967"/>
                  </a:lnTo>
                  <a:lnTo>
                    <a:pt x="476945" y="171675"/>
                  </a:lnTo>
                  <a:lnTo>
                    <a:pt x="477005" y="167383"/>
                  </a:lnTo>
                  <a:lnTo>
                    <a:pt x="477063" y="163091"/>
                  </a:lnTo>
                  <a:lnTo>
                    <a:pt x="477119" y="158800"/>
                  </a:lnTo>
                  <a:lnTo>
                    <a:pt x="477174" y="154508"/>
                  </a:lnTo>
                  <a:lnTo>
                    <a:pt x="477227" y="150216"/>
                  </a:lnTo>
                  <a:lnTo>
                    <a:pt x="477278" y="145924"/>
                  </a:lnTo>
                  <a:lnTo>
                    <a:pt x="477327" y="141632"/>
                  </a:lnTo>
                  <a:lnTo>
                    <a:pt x="477374" y="137340"/>
                  </a:lnTo>
                  <a:lnTo>
                    <a:pt x="477420" y="133048"/>
                  </a:lnTo>
                  <a:lnTo>
                    <a:pt x="477462" y="128756"/>
                  </a:lnTo>
                  <a:lnTo>
                    <a:pt x="477503" y="124464"/>
                  </a:lnTo>
                  <a:lnTo>
                    <a:pt x="477542" y="120173"/>
                  </a:lnTo>
                  <a:lnTo>
                    <a:pt x="477579" y="115881"/>
                  </a:lnTo>
                  <a:lnTo>
                    <a:pt x="477613" y="111589"/>
                  </a:lnTo>
                  <a:lnTo>
                    <a:pt x="477646" y="107297"/>
                  </a:lnTo>
                  <a:lnTo>
                    <a:pt x="477676" y="103005"/>
                  </a:lnTo>
                  <a:lnTo>
                    <a:pt x="477705" y="98713"/>
                  </a:lnTo>
                  <a:lnTo>
                    <a:pt x="477731" y="94421"/>
                  </a:lnTo>
                  <a:lnTo>
                    <a:pt x="477756" y="90129"/>
                  </a:lnTo>
                  <a:lnTo>
                    <a:pt x="477779" y="85837"/>
                  </a:lnTo>
                  <a:lnTo>
                    <a:pt x="477800" y="81545"/>
                  </a:lnTo>
                  <a:lnTo>
                    <a:pt x="477820" y="77254"/>
                  </a:lnTo>
                  <a:lnTo>
                    <a:pt x="477838" y="72962"/>
                  </a:lnTo>
                  <a:lnTo>
                    <a:pt x="477854" y="68670"/>
                  </a:lnTo>
                  <a:lnTo>
                    <a:pt x="477870" y="64378"/>
                  </a:lnTo>
                  <a:lnTo>
                    <a:pt x="477883" y="60086"/>
                  </a:lnTo>
                  <a:lnTo>
                    <a:pt x="477896" y="55794"/>
                  </a:lnTo>
                  <a:lnTo>
                    <a:pt x="477907" y="51502"/>
                  </a:lnTo>
                  <a:lnTo>
                    <a:pt x="477918" y="47210"/>
                  </a:lnTo>
                  <a:lnTo>
                    <a:pt x="477927" y="42918"/>
                  </a:lnTo>
                  <a:lnTo>
                    <a:pt x="477936" y="38627"/>
                  </a:lnTo>
                  <a:lnTo>
                    <a:pt x="477943" y="34335"/>
                  </a:lnTo>
                  <a:lnTo>
                    <a:pt x="477950" y="30043"/>
                  </a:lnTo>
                  <a:lnTo>
                    <a:pt x="477956" y="25751"/>
                  </a:lnTo>
                  <a:lnTo>
                    <a:pt x="477962" y="21459"/>
                  </a:lnTo>
                  <a:lnTo>
                    <a:pt x="477967" y="17167"/>
                  </a:lnTo>
                  <a:lnTo>
                    <a:pt x="477971" y="12875"/>
                  </a:lnTo>
                  <a:lnTo>
                    <a:pt x="477975" y="8583"/>
                  </a:lnTo>
                  <a:lnTo>
                    <a:pt x="477978" y="4291"/>
                  </a:lnTo>
                  <a:lnTo>
                    <a:pt x="478020" y="0"/>
                  </a:lnTo>
                  <a:lnTo>
                    <a:pt x="478023" y="4291"/>
                  </a:lnTo>
                  <a:lnTo>
                    <a:pt x="478027" y="8583"/>
                  </a:lnTo>
                  <a:lnTo>
                    <a:pt x="478030" y="12875"/>
                  </a:lnTo>
                  <a:lnTo>
                    <a:pt x="478035" y="17167"/>
                  </a:lnTo>
                  <a:lnTo>
                    <a:pt x="478040" y="21459"/>
                  </a:lnTo>
                  <a:lnTo>
                    <a:pt x="478045" y="25751"/>
                  </a:lnTo>
                  <a:lnTo>
                    <a:pt x="478051" y="30043"/>
                  </a:lnTo>
                  <a:lnTo>
                    <a:pt x="478058" y="34335"/>
                  </a:lnTo>
                  <a:lnTo>
                    <a:pt x="478066" y="38627"/>
                  </a:lnTo>
                  <a:lnTo>
                    <a:pt x="478074" y="42918"/>
                  </a:lnTo>
                  <a:lnTo>
                    <a:pt x="478083" y="47210"/>
                  </a:lnTo>
                  <a:lnTo>
                    <a:pt x="478094" y="51502"/>
                  </a:lnTo>
                  <a:lnTo>
                    <a:pt x="478105" y="55794"/>
                  </a:lnTo>
                  <a:lnTo>
                    <a:pt x="478118" y="60086"/>
                  </a:lnTo>
                  <a:lnTo>
                    <a:pt x="478132" y="64378"/>
                  </a:lnTo>
                  <a:lnTo>
                    <a:pt x="478147" y="68670"/>
                  </a:lnTo>
                  <a:lnTo>
                    <a:pt x="478163" y="72962"/>
                  </a:lnTo>
                  <a:lnTo>
                    <a:pt x="478181" y="77254"/>
                  </a:lnTo>
                  <a:lnTo>
                    <a:pt x="478201" y="81545"/>
                  </a:lnTo>
                  <a:lnTo>
                    <a:pt x="478222" y="85837"/>
                  </a:lnTo>
                  <a:lnTo>
                    <a:pt x="478245" y="90129"/>
                  </a:lnTo>
                  <a:lnTo>
                    <a:pt x="478270" y="94421"/>
                  </a:lnTo>
                  <a:lnTo>
                    <a:pt x="478296" y="98713"/>
                  </a:lnTo>
                  <a:lnTo>
                    <a:pt x="478325" y="103005"/>
                  </a:lnTo>
                  <a:lnTo>
                    <a:pt x="478356" y="107297"/>
                  </a:lnTo>
                  <a:lnTo>
                    <a:pt x="478388" y="111589"/>
                  </a:lnTo>
                  <a:lnTo>
                    <a:pt x="478422" y="115881"/>
                  </a:lnTo>
                  <a:lnTo>
                    <a:pt x="478459" y="120173"/>
                  </a:lnTo>
                  <a:lnTo>
                    <a:pt x="478498" y="124464"/>
                  </a:lnTo>
                  <a:lnTo>
                    <a:pt x="478539" y="128756"/>
                  </a:lnTo>
                  <a:lnTo>
                    <a:pt x="478582" y="133048"/>
                  </a:lnTo>
                  <a:lnTo>
                    <a:pt x="478627" y="137340"/>
                  </a:lnTo>
                  <a:lnTo>
                    <a:pt x="478674" y="141632"/>
                  </a:lnTo>
                  <a:lnTo>
                    <a:pt x="478723" y="145924"/>
                  </a:lnTo>
                  <a:lnTo>
                    <a:pt x="478774" y="150216"/>
                  </a:lnTo>
                  <a:lnTo>
                    <a:pt x="478827" y="154508"/>
                  </a:lnTo>
                  <a:lnTo>
                    <a:pt x="478882" y="158800"/>
                  </a:lnTo>
                  <a:lnTo>
                    <a:pt x="478939" y="163091"/>
                  </a:lnTo>
                  <a:lnTo>
                    <a:pt x="478996" y="167383"/>
                  </a:lnTo>
                  <a:lnTo>
                    <a:pt x="479056" y="171675"/>
                  </a:lnTo>
                  <a:lnTo>
                    <a:pt x="479117" y="175967"/>
                  </a:lnTo>
                  <a:lnTo>
                    <a:pt x="479178" y="180259"/>
                  </a:lnTo>
                  <a:lnTo>
                    <a:pt x="479240" y="184551"/>
                  </a:lnTo>
                  <a:lnTo>
                    <a:pt x="479304" y="188843"/>
                  </a:lnTo>
                  <a:lnTo>
                    <a:pt x="479367" y="193135"/>
                  </a:lnTo>
                  <a:lnTo>
                    <a:pt x="479431" y="197427"/>
                  </a:lnTo>
                  <a:lnTo>
                    <a:pt x="479495" y="201718"/>
                  </a:lnTo>
                  <a:lnTo>
                    <a:pt x="479559" y="206010"/>
                  </a:lnTo>
                  <a:lnTo>
                    <a:pt x="479622" y="210302"/>
                  </a:lnTo>
                  <a:lnTo>
                    <a:pt x="479684" y="214594"/>
                  </a:lnTo>
                  <a:lnTo>
                    <a:pt x="479746" y="218886"/>
                  </a:lnTo>
                  <a:lnTo>
                    <a:pt x="479806" y="223178"/>
                  </a:lnTo>
                  <a:lnTo>
                    <a:pt x="479865" y="227470"/>
                  </a:lnTo>
                  <a:lnTo>
                    <a:pt x="479922" y="231762"/>
                  </a:lnTo>
                  <a:lnTo>
                    <a:pt x="479978" y="236054"/>
                  </a:lnTo>
                  <a:lnTo>
                    <a:pt x="480032" y="240346"/>
                  </a:lnTo>
                  <a:lnTo>
                    <a:pt x="480083" y="244637"/>
                  </a:lnTo>
                  <a:lnTo>
                    <a:pt x="480133" y="248929"/>
                  </a:lnTo>
                  <a:lnTo>
                    <a:pt x="480180" y="253221"/>
                  </a:lnTo>
                  <a:lnTo>
                    <a:pt x="480225" y="257513"/>
                  </a:lnTo>
                  <a:lnTo>
                    <a:pt x="480266" y="261805"/>
                  </a:lnTo>
                  <a:lnTo>
                    <a:pt x="480306" y="266097"/>
                  </a:lnTo>
                  <a:lnTo>
                    <a:pt x="480343" y="270389"/>
                  </a:lnTo>
                  <a:lnTo>
                    <a:pt x="480377" y="274681"/>
                  </a:lnTo>
                  <a:lnTo>
                    <a:pt x="480409" y="278973"/>
                  </a:lnTo>
                  <a:lnTo>
                    <a:pt x="480438" y="283264"/>
                  </a:lnTo>
                  <a:lnTo>
                    <a:pt x="480465" y="287556"/>
                  </a:lnTo>
                  <a:lnTo>
                    <a:pt x="480490" y="291848"/>
                  </a:lnTo>
                  <a:lnTo>
                    <a:pt x="480512" y="296140"/>
                  </a:lnTo>
                  <a:lnTo>
                    <a:pt x="480533" y="300432"/>
                  </a:lnTo>
                  <a:lnTo>
                    <a:pt x="480552" y="304724"/>
                  </a:lnTo>
                  <a:lnTo>
                    <a:pt x="480570" y="309016"/>
                  </a:lnTo>
                  <a:lnTo>
                    <a:pt x="480586" y="313308"/>
                  </a:lnTo>
                  <a:lnTo>
                    <a:pt x="480601" y="317600"/>
                  </a:lnTo>
                  <a:lnTo>
                    <a:pt x="480616" y="321892"/>
                  </a:lnTo>
                  <a:lnTo>
                    <a:pt x="480630" y="326183"/>
                  </a:lnTo>
                  <a:lnTo>
                    <a:pt x="480644" y="330475"/>
                  </a:lnTo>
                  <a:lnTo>
                    <a:pt x="480659" y="334767"/>
                  </a:lnTo>
                  <a:lnTo>
                    <a:pt x="480674" y="339059"/>
                  </a:lnTo>
                  <a:lnTo>
                    <a:pt x="480690" y="343351"/>
                  </a:lnTo>
                  <a:lnTo>
                    <a:pt x="480707" y="347643"/>
                  </a:lnTo>
                  <a:lnTo>
                    <a:pt x="480725" y="351935"/>
                  </a:lnTo>
                  <a:lnTo>
                    <a:pt x="480745" y="356227"/>
                  </a:lnTo>
                  <a:lnTo>
                    <a:pt x="480768" y="360519"/>
                  </a:lnTo>
                  <a:lnTo>
                    <a:pt x="480793" y="364810"/>
                  </a:lnTo>
                  <a:lnTo>
                    <a:pt x="480820" y="369102"/>
                  </a:lnTo>
                  <a:lnTo>
                    <a:pt x="480849" y="373394"/>
                  </a:lnTo>
                  <a:lnTo>
                    <a:pt x="480882" y="377686"/>
                  </a:lnTo>
                  <a:lnTo>
                    <a:pt x="480918" y="381978"/>
                  </a:lnTo>
                  <a:lnTo>
                    <a:pt x="480957" y="386270"/>
                  </a:lnTo>
                  <a:lnTo>
                    <a:pt x="480999" y="390562"/>
                  </a:lnTo>
                  <a:lnTo>
                    <a:pt x="481046" y="394854"/>
                  </a:lnTo>
                  <a:lnTo>
                    <a:pt x="481095" y="399146"/>
                  </a:lnTo>
                  <a:lnTo>
                    <a:pt x="481148" y="403437"/>
                  </a:lnTo>
                  <a:lnTo>
                    <a:pt x="481203" y="407729"/>
                  </a:lnTo>
                  <a:lnTo>
                    <a:pt x="481263" y="412021"/>
                  </a:lnTo>
                  <a:lnTo>
                    <a:pt x="481326" y="416313"/>
                  </a:lnTo>
                  <a:lnTo>
                    <a:pt x="481392" y="420605"/>
                  </a:lnTo>
                  <a:lnTo>
                    <a:pt x="481460" y="424897"/>
                  </a:lnTo>
                  <a:lnTo>
                    <a:pt x="481531" y="429189"/>
                  </a:lnTo>
                  <a:lnTo>
                    <a:pt x="481605" y="433481"/>
                  </a:lnTo>
                  <a:lnTo>
                    <a:pt x="481681" y="437773"/>
                  </a:lnTo>
                  <a:lnTo>
                    <a:pt x="481758" y="442065"/>
                  </a:lnTo>
                  <a:lnTo>
                    <a:pt x="481838" y="446356"/>
                  </a:lnTo>
                  <a:lnTo>
                    <a:pt x="481918" y="450648"/>
                  </a:lnTo>
                  <a:lnTo>
                    <a:pt x="481999" y="454940"/>
                  </a:lnTo>
                  <a:lnTo>
                    <a:pt x="482081" y="459232"/>
                  </a:lnTo>
                  <a:lnTo>
                    <a:pt x="482163" y="463524"/>
                  </a:lnTo>
                  <a:lnTo>
                    <a:pt x="482245" y="467816"/>
                  </a:lnTo>
                  <a:lnTo>
                    <a:pt x="482326" y="472108"/>
                  </a:lnTo>
                  <a:lnTo>
                    <a:pt x="482406" y="476400"/>
                  </a:lnTo>
                  <a:lnTo>
                    <a:pt x="482485" y="480692"/>
                  </a:lnTo>
                  <a:lnTo>
                    <a:pt x="482562" y="484983"/>
                  </a:lnTo>
                  <a:lnTo>
                    <a:pt x="482637" y="489275"/>
                  </a:lnTo>
                  <a:lnTo>
                    <a:pt x="482710" y="493567"/>
                  </a:lnTo>
                  <a:lnTo>
                    <a:pt x="482780" y="497859"/>
                  </a:lnTo>
                  <a:lnTo>
                    <a:pt x="482847" y="502151"/>
                  </a:lnTo>
                  <a:lnTo>
                    <a:pt x="482911" y="506443"/>
                  </a:lnTo>
                  <a:lnTo>
                    <a:pt x="482972" y="510735"/>
                  </a:lnTo>
                  <a:lnTo>
                    <a:pt x="483029" y="515027"/>
                  </a:lnTo>
                  <a:lnTo>
                    <a:pt x="483083" y="519319"/>
                  </a:lnTo>
                  <a:lnTo>
                    <a:pt x="483134" y="523611"/>
                  </a:lnTo>
                  <a:lnTo>
                    <a:pt x="483181" y="527902"/>
                  </a:lnTo>
                  <a:lnTo>
                    <a:pt x="483225" y="532194"/>
                  </a:lnTo>
                  <a:lnTo>
                    <a:pt x="483265" y="536486"/>
                  </a:lnTo>
                  <a:lnTo>
                    <a:pt x="483302" y="540778"/>
                  </a:lnTo>
                  <a:lnTo>
                    <a:pt x="483337" y="545070"/>
                  </a:lnTo>
                  <a:lnTo>
                    <a:pt x="483369" y="549362"/>
                  </a:lnTo>
                  <a:lnTo>
                    <a:pt x="483399" y="553654"/>
                  </a:lnTo>
                  <a:lnTo>
                    <a:pt x="483427" y="557946"/>
                  </a:lnTo>
                  <a:lnTo>
                    <a:pt x="483453" y="562238"/>
                  </a:lnTo>
                  <a:lnTo>
                    <a:pt x="483479" y="566529"/>
                  </a:lnTo>
                  <a:lnTo>
                    <a:pt x="483504" y="570821"/>
                  </a:lnTo>
                  <a:lnTo>
                    <a:pt x="483530" y="575113"/>
                  </a:lnTo>
                  <a:lnTo>
                    <a:pt x="483556" y="579405"/>
                  </a:lnTo>
                  <a:lnTo>
                    <a:pt x="483584" y="583697"/>
                  </a:lnTo>
                  <a:lnTo>
                    <a:pt x="483614" y="587989"/>
                  </a:lnTo>
                  <a:lnTo>
                    <a:pt x="483647" y="592281"/>
                  </a:lnTo>
                  <a:lnTo>
                    <a:pt x="483683" y="596573"/>
                  </a:lnTo>
                  <a:lnTo>
                    <a:pt x="483724" y="600865"/>
                  </a:lnTo>
                  <a:lnTo>
                    <a:pt x="483770" y="605156"/>
                  </a:lnTo>
                  <a:lnTo>
                    <a:pt x="483822" y="609448"/>
                  </a:lnTo>
                  <a:lnTo>
                    <a:pt x="483879" y="613740"/>
                  </a:lnTo>
                  <a:lnTo>
                    <a:pt x="483945" y="618032"/>
                  </a:lnTo>
                  <a:lnTo>
                    <a:pt x="484018" y="622324"/>
                  </a:lnTo>
                  <a:lnTo>
                    <a:pt x="484100" y="626616"/>
                  </a:lnTo>
                  <a:lnTo>
                    <a:pt x="484190" y="630908"/>
                  </a:lnTo>
                  <a:lnTo>
                    <a:pt x="484291" y="635200"/>
                  </a:lnTo>
                  <a:lnTo>
                    <a:pt x="484404" y="639492"/>
                  </a:lnTo>
                  <a:lnTo>
                    <a:pt x="484526" y="643784"/>
                  </a:lnTo>
                  <a:lnTo>
                    <a:pt x="484659" y="648075"/>
                  </a:lnTo>
                  <a:lnTo>
                    <a:pt x="484806" y="652367"/>
                  </a:lnTo>
                  <a:lnTo>
                    <a:pt x="484967" y="656659"/>
                  </a:lnTo>
                  <a:lnTo>
                    <a:pt x="485139" y="660951"/>
                  </a:lnTo>
                  <a:lnTo>
                    <a:pt x="485324" y="665243"/>
                  </a:lnTo>
                  <a:lnTo>
                    <a:pt x="485524" y="669535"/>
                  </a:lnTo>
                  <a:lnTo>
                    <a:pt x="485740" y="673827"/>
                  </a:lnTo>
                  <a:lnTo>
                    <a:pt x="485968" y="678119"/>
                  </a:lnTo>
                  <a:lnTo>
                    <a:pt x="486210" y="682411"/>
                  </a:lnTo>
                  <a:lnTo>
                    <a:pt x="486469" y="686702"/>
                  </a:lnTo>
                  <a:lnTo>
                    <a:pt x="486744" y="690994"/>
                  </a:lnTo>
                  <a:lnTo>
                    <a:pt x="487032" y="695286"/>
                  </a:lnTo>
                  <a:lnTo>
                    <a:pt x="487334" y="699578"/>
                  </a:lnTo>
                  <a:lnTo>
                    <a:pt x="487654" y="703870"/>
                  </a:lnTo>
                  <a:lnTo>
                    <a:pt x="487990" y="708162"/>
                  </a:lnTo>
                  <a:lnTo>
                    <a:pt x="488340" y="712454"/>
                  </a:lnTo>
                  <a:lnTo>
                    <a:pt x="488704" y="716746"/>
                  </a:lnTo>
                  <a:lnTo>
                    <a:pt x="489085" y="721038"/>
                  </a:lnTo>
                  <a:lnTo>
                    <a:pt x="489482" y="725330"/>
                  </a:lnTo>
                  <a:lnTo>
                    <a:pt x="489892" y="729621"/>
                  </a:lnTo>
                  <a:lnTo>
                    <a:pt x="490316" y="733913"/>
                  </a:lnTo>
                  <a:lnTo>
                    <a:pt x="490756" y="738205"/>
                  </a:lnTo>
                  <a:lnTo>
                    <a:pt x="491212" y="742497"/>
                  </a:lnTo>
                  <a:lnTo>
                    <a:pt x="491680" y="746789"/>
                  </a:lnTo>
                  <a:lnTo>
                    <a:pt x="492161" y="751081"/>
                  </a:lnTo>
                  <a:lnTo>
                    <a:pt x="492658" y="755373"/>
                  </a:lnTo>
                  <a:lnTo>
                    <a:pt x="493169" y="759665"/>
                  </a:lnTo>
                  <a:lnTo>
                    <a:pt x="493691" y="763957"/>
                  </a:lnTo>
                  <a:lnTo>
                    <a:pt x="494225" y="768248"/>
                  </a:lnTo>
                  <a:lnTo>
                    <a:pt x="494774" y="772540"/>
                  </a:lnTo>
                  <a:lnTo>
                    <a:pt x="495336" y="776832"/>
                  </a:lnTo>
                  <a:lnTo>
                    <a:pt x="495909" y="781124"/>
                  </a:lnTo>
                  <a:lnTo>
                    <a:pt x="496492" y="785416"/>
                  </a:lnTo>
                  <a:lnTo>
                    <a:pt x="497088" y="789708"/>
                  </a:lnTo>
                  <a:lnTo>
                    <a:pt x="497696" y="794000"/>
                  </a:lnTo>
                  <a:lnTo>
                    <a:pt x="498314" y="798292"/>
                  </a:lnTo>
                  <a:lnTo>
                    <a:pt x="498941" y="802584"/>
                  </a:lnTo>
                  <a:lnTo>
                    <a:pt x="499580" y="806875"/>
                  </a:lnTo>
                  <a:lnTo>
                    <a:pt x="500229" y="811167"/>
                  </a:lnTo>
                  <a:lnTo>
                    <a:pt x="500887" y="815459"/>
                  </a:lnTo>
                  <a:lnTo>
                    <a:pt x="501553" y="819751"/>
                  </a:lnTo>
                  <a:lnTo>
                    <a:pt x="502229" y="824043"/>
                  </a:lnTo>
                  <a:lnTo>
                    <a:pt x="502915" y="828335"/>
                  </a:lnTo>
                  <a:lnTo>
                    <a:pt x="503607" y="832627"/>
                  </a:lnTo>
                  <a:lnTo>
                    <a:pt x="504307" y="836919"/>
                  </a:lnTo>
                  <a:lnTo>
                    <a:pt x="505016" y="841211"/>
                  </a:lnTo>
                  <a:lnTo>
                    <a:pt x="505732" y="845503"/>
                  </a:lnTo>
                  <a:lnTo>
                    <a:pt x="506455" y="849794"/>
                  </a:lnTo>
                  <a:lnTo>
                    <a:pt x="507183" y="854086"/>
                  </a:lnTo>
                  <a:lnTo>
                    <a:pt x="507919" y="858378"/>
                  </a:lnTo>
                  <a:lnTo>
                    <a:pt x="508660" y="862670"/>
                  </a:lnTo>
                  <a:lnTo>
                    <a:pt x="509407" y="866962"/>
                  </a:lnTo>
                  <a:lnTo>
                    <a:pt x="510158" y="871254"/>
                  </a:lnTo>
                  <a:lnTo>
                    <a:pt x="510914" y="875546"/>
                  </a:lnTo>
                  <a:lnTo>
                    <a:pt x="511675" y="879838"/>
                  </a:lnTo>
                  <a:lnTo>
                    <a:pt x="512439" y="884130"/>
                  </a:lnTo>
                  <a:lnTo>
                    <a:pt x="513206" y="888421"/>
                  </a:lnTo>
                  <a:lnTo>
                    <a:pt x="513976" y="892713"/>
                  </a:lnTo>
                  <a:lnTo>
                    <a:pt x="514749" y="897005"/>
                  </a:lnTo>
                  <a:lnTo>
                    <a:pt x="515522" y="901297"/>
                  </a:lnTo>
                  <a:lnTo>
                    <a:pt x="516297" y="905589"/>
                  </a:lnTo>
                  <a:lnTo>
                    <a:pt x="517073" y="909881"/>
                  </a:lnTo>
                  <a:lnTo>
                    <a:pt x="517849" y="914173"/>
                  </a:lnTo>
                  <a:lnTo>
                    <a:pt x="518623" y="918465"/>
                  </a:lnTo>
                  <a:lnTo>
                    <a:pt x="519397" y="922757"/>
                  </a:lnTo>
                  <a:lnTo>
                    <a:pt x="520169" y="927049"/>
                  </a:lnTo>
                  <a:lnTo>
                    <a:pt x="520937" y="931340"/>
                  </a:lnTo>
                  <a:lnTo>
                    <a:pt x="521702" y="935632"/>
                  </a:lnTo>
                  <a:lnTo>
                    <a:pt x="522464" y="939924"/>
                  </a:lnTo>
                  <a:lnTo>
                    <a:pt x="523221" y="944216"/>
                  </a:lnTo>
                  <a:lnTo>
                    <a:pt x="523971" y="948508"/>
                  </a:lnTo>
                  <a:lnTo>
                    <a:pt x="524716" y="952800"/>
                  </a:lnTo>
                  <a:lnTo>
                    <a:pt x="525454" y="957092"/>
                  </a:lnTo>
                  <a:lnTo>
                    <a:pt x="526184" y="961384"/>
                  </a:lnTo>
                  <a:lnTo>
                    <a:pt x="526904" y="965676"/>
                  </a:lnTo>
                  <a:lnTo>
                    <a:pt x="527616" y="969967"/>
                  </a:lnTo>
                  <a:lnTo>
                    <a:pt x="528319" y="974259"/>
                  </a:lnTo>
                  <a:lnTo>
                    <a:pt x="529011" y="978551"/>
                  </a:lnTo>
                  <a:lnTo>
                    <a:pt x="529689" y="982843"/>
                  </a:lnTo>
                  <a:lnTo>
                    <a:pt x="530357" y="987135"/>
                  </a:lnTo>
                  <a:lnTo>
                    <a:pt x="531014" y="991427"/>
                  </a:lnTo>
                  <a:lnTo>
                    <a:pt x="531656" y="995719"/>
                  </a:lnTo>
                  <a:lnTo>
                    <a:pt x="532282" y="1000011"/>
                  </a:lnTo>
                  <a:lnTo>
                    <a:pt x="532896" y="1004303"/>
                  </a:lnTo>
                  <a:lnTo>
                    <a:pt x="533497" y="1008594"/>
                  </a:lnTo>
                  <a:lnTo>
                    <a:pt x="534081" y="1012886"/>
                  </a:lnTo>
                  <a:lnTo>
                    <a:pt x="534647" y="1017178"/>
                  </a:lnTo>
                  <a:lnTo>
                    <a:pt x="535199" y="1021470"/>
                  </a:lnTo>
                  <a:lnTo>
                    <a:pt x="535737" y="1025762"/>
                  </a:lnTo>
                  <a:lnTo>
                    <a:pt x="536256" y="1030054"/>
                  </a:lnTo>
                  <a:lnTo>
                    <a:pt x="536756" y="1034346"/>
                  </a:lnTo>
                  <a:lnTo>
                    <a:pt x="537242" y="1038638"/>
                  </a:lnTo>
                  <a:lnTo>
                    <a:pt x="537713" y="1042930"/>
                  </a:lnTo>
                  <a:lnTo>
                    <a:pt x="538165" y="1047222"/>
                  </a:lnTo>
                  <a:lnTo>
                    <a:pt x="538599" y="1051513"/>
                  </a:lnTo>
                  <a:lnTo>
                    <a:pt x="539017" y="1055805"/>
                  </a:lnTo>
                  <a:lnTo>
                    <a:pt x="539421" y="1060097"/>
                  </a:lnTo>
                  <a:lnTo>
                    <a:pt x="539807" y="1064389"/>
                  </a:lnTo>
                  <a:lnTo>
                    <a:pt x="540176" y="1068681"/>
                  </a:lnTo>
                  <a:lnTo>
                    <a:pt x="540531" y="1072973"/>
                  </a:lnTo>
                  <a:lnTo>
                    <a:pt x="540872" y="1077265"/>
                  </a:lnTo>
                  <a:lnTo>
                    <a:pt x="541197" y="1081557"/>
                  </a:lnTo>
                  <a:lnTo>
                    <a:pt x="541507" y="1085849"/>
                  </a:lnTo>
                  <a:lnTo>
                    <a:pt x="541804" y="1090140"/>
                  </a:lnTo>
                  <a:lnTo>
                    <a:pt x="542091" y="1094432"/>
                  </a:lnTo>
                  <a:lnTo>
                    <a:pt x="542363" y="1098724"/>
                  </a:lnTo>
                  <a:lnTo>
                    <a:pt x="542623" y="1103016"/>
                  </a:lnTo>
                  <a:lnTo>
                    <a:pt x="542874" y="1107308"/>
                  </a:lnTo>
                  <a:lnTo>
                    <a:pt x="543116" y="1111600"/>
                  </a:lnTo>
                  <a:lnTo>
                    <a:pt x="543347" y="1115892"/>
                  </a:lnTo>
                  <a:lnTo>
                    <a:pt x="543570" y="1120184"/>
                  </a:lnTo>
                  <a:lnTo>
                    <a:pt x="543786" y="1124476"/>
                  </a:lnTo>
                  <a:lnTo>
                    <a:pt x="543995" y="1128767"/>
                  </a:lnTo>
                  <a:lnTo>
                    <a:pt x="544198" y="1133059"/>
                  </a:lnTo>
                  <a:lnTo>
                    <a:pt x="544396" y="1137351"/>
                  </a:lnTo>
                  <a:lnTo>
                    <a:pt x="544589" y="1141643"/>
                  </a:lnTo>
                  <a:lnTo>
                    <a:pt x="544780" y="1145935"/>
                  </a:lnTo>
                  <a:lnTo>
                    <a:pt x="544967" y="1150227"/>
                  </a:lnTo>
                  <a:lnTo>
                    <a:pt x="545151" y="1154519"/>
                  </a:lnTo>
                  <a:lnTo>
                    <a:pt x="545334" y="1158811"/>
                  </a:lnTo>
                  <a:lnTo>
                    <a:pt x="545515" y="1163103"/>
                  </a:lnTo>
                  <a:lnTo>
                    <a:pt x="545695" y="1167395"/>
                  </a:lnTo>
                  <a:lnTo>
                    <a:pt x="545875" y="1171686"/>
                  </a:lnTo>
                  <a:lnTo>
                    <a:pt x="546054" y="1175978"/>
                  </a:lnTo>
                  <a:lnTo>
                    <a:pt x="546233" y="1180270"/>
                  </a:lnTo>
                  <a:lnTo>
                    <a:pt x="546412" y="1184562"/>
                  </a:lnTo>
                  <a:lnTo>
                    <a:pt x="546590" y="1188854"/>
                  </a:lnTo>
                  <a:lnTo>
                    <a:pt x="546768" y="1193146"/>
                  </a:lnTo>
                  <a:lnTo>
                    <a:pt x="546945" y="1197438"/>
                  </a:lnTo>
                  <a:lnTo>
                    <a:pt x="547121" y="1201730"/>
                  </a:lnTo>
                  <a:lnTo>
                    <a:pt x="547294" y="1206022"/>
                  </a:lnTo>
                  <a:lnTo>
                    <a:pt x="547465" y="1210313"/>
                  </a:lnTo>
                  <a:lnTo>
                    <a:pt x="547634" y="1214605"/>
                  </a:lnTo>
                  <a:lnTo>
                    <a:pt x="547798" y="1218897"/>
                  </a:lnTo>
                  <a:lnTo>
                    <a:pt x="547956" y="1223189"/>
                  </a:lnTo>
                  <a:lnTo>
                    <a:pt x="548108" y="1227481"/>
                  </a:lnTo>
                  <a:lnTo>
                    <a:pt x="548254" y="1231773"/>
                  </a:lnTo>
                  <a:lnTo>
                    <a:pt x="548391" y="1236065"/>
                  </a:lnTo>
                  <a:lnTo>
                    <a:pt x="548517" y="1240357"/>
                  </a:lnTo>
                  <a:lnTo>
                    <a:pt x="548632" y="1244649"/>
                  </a:lnTo>
                  <a:lnTo>
                    <a:pt x="548736" y="1248941"/>
                  </a:lnTo>
                  <a:lnTo>
                    <a:pt x="548826" y="1253232"/>
                  </a:lnTo>
                  <a:lnTo>
                    <a:pt x="548897" y="1257524"/>
                  </a:lnTo>
                  <a:lnTo>
                    <a:pt x="548954" y="1261816"/>
                  </a:lnTo>
                  <a:lnTo>
                    <a:pt x="548995" y="1266108"/>
                  </a:lnTo>
                  <a:lnTo>
                    <a:pt x="549014" y="1270400"/>
                  </a:lnTo>
                  <a:lnTo>
                    <a:pt x="549010" y="1274692"/>
                  </a:lnTo>
                  <a:lnTo>
                    <a:pt x="548985" y="1278984"/>
                  </a:lnTo>
                  <a:lnTo>
                    <a:pt x="548940" y="1283276"/>
                  </a:lnTo>
                  <a:lnTo>
                    <a:pt x="548869" y="1287568"/>
                  </a:lnTo>
                  <a:lnTo>
                    <a:pt x="548768" y="1291859"/>
                  </a:lnTo>
                  <a:lnTo>
                    <a:pt x="548644" y="1296151"/>
                  </a:lnTo>
                  <a:lnTo>
                    <a:pt x="548496" y="1300443"/>
                  </a:lnTo>
                  <a:lnTo>
                    <a:pt x="548317" y="1304735"/>
                  </a:lnTo>
                  <a:lnTo>
                    <a:pt x="548106" y="1309027"/>
                  </a:lnTo>
                  <a:lnTo>
                    <a:pt x="547869" y="1313319"/>
                  </a:lnTo>
                  <a:lnTo>
                    <a:pt x="547605" y="1317611"/>
                  </a:lnTo>
                  <a:lnTo>
                    <a:pt x="547310" y="1321903"/>
                  </a:lnTo>
                  <a:lnTo>
                    <a:pt x="546980" y="1326195"/>
                  </a:lnTo>
                  <a:lnTo>
                    <a:pt x="546625" y="1330486"/>
                  </a:lnTo>
                  <a:lnTo>
                    <a:pt x="546242" y="1334778"/>
                  </a:lnTo>
                  <a:lnTo>
                    <a:pt x="545828" y="1339070"/>
                  </a:lnTo>
                  <a:lnTo>
                    <a:pt x="545380" y="1343362"/>
                  </a:lnTo>
                  <a:lnTo>
                    <a:pt x="544906" y="1347654"/>
                  </a:lnTo>
                  <a:lnTo>
                    <a:pt x="544407" y="1351946"/>
                  </a:lnTo>
                  <a:lnTo>
                    <a:pt x="543878" y="1356238"/>
                  </a:lnTo>
                  <a:lnTo>
                    <a:pt x="543317" y="1360530"/>
                  </a:lnTo>
                  <a:lnTo>
                    <a:pt x="542732" y="1364822"/>
                  </a:lnTo>
                  <a:lnTo>
                    <a:pt x="542124" y="1369114"/>
                  </a:lnTo>
                  <a:lnTo>
                    <a:pt x="541488" y="1373405"/>
                  </a:lnTo>
                  <a:lnTo>
                    <a:pt x="540824" y="1377697"/>
                  </a:lnTo>
                  <a:lnTo>
                    <a:pt x="540138" y="1381989"/>
                  </a:lnTo>
                  <a:lnTo>
                    <a:pt x="539431" y="1386281"/>
                  </a:lnTo>
                  <a:lnTo>
                    <a:pt x="538699" y="1390573"/>
                  </a:lnTo>
                  <a:lnTo>
                    <a:pt x="537942" y="1394865"/>
                  </a:lnTo>
                  <a:lnTo>
                    <a:pt x="537165" y="1399157"/>
                  </a:lnTo>
                  <a:lnTo>
                    <a:pt x="536370" y="1403449"/>
                  </a:lnTo>
                  <a:lnTo>
                    <a:pt x="535552" y="1407741"/>
                  </a:lnTo>
                  <a:lnTo>
                    <a:pt x="534711" y="1412032"/>
                  </a:lnTo>
                  <a:lnTo>
                    <a:pt x="534635" y="1412417"/>
                  </a:lnTo>
                  <a:lnTo>
                    <a:pt x="533854" y="1416324"/>
                  </a:lnTo>
                  <a:lnTo>
                    <a:pt x="532979" y="1420616"/>
                  </a:lnTo>
                  <a:lnTo>
                    <a:pt x="532085" y="1424908"/>
                  </a:lnTo>
                  <a:lnTo>
                    <a:pt x="531170" y="1429200"/>
                  </a:lnTo>
                  <a:lnTo>
                    <a:pt x="530240" y="1433492"/>
                  </a:lnTo>
                  <a:lnTo>
                    <a:pt x="529295" y="1437784"/>
                  </a:lnTo>
                  <a:lnTo>
                    <a:pt x="528332" y="1442076"/>
                  </a:lnTo>
                  <a:lnTo>
                    <a:pt x="527352" y="1446368"/>
                  </a:lnTo>
                  <a:lnTo>
                    <a:pt x="526358" y="1450660"/>
                  </a:lnTo>
                  <a:lnTo>
                    <a:pt x="525351" y="1454951"/>
                  </a:lnTo>
                  <a:lnTo>
                    <a:pt x="524329" y="1459243"/>
                  </a:lnTo>
                  <a:lnTo>
                    <a:pt x="523292" y="1463535"/>
                  </a:lnTo>
                  <a:lnTo>
                    <a:pt x="522244" y="1467827"/>
                  </a:lnTo>
                  <a:lnTo>
                    <a:pt x="521186" y="1472119"/>
                  </a:lnTo>
                  <a:lnTo>
                    <a:pt x="520117" y="1476411"/>
                  </a:lnTo>
                  <a:lnTo>
                    <a:pt x="519036" y="1480703"/>
                  </a:lnTo>
                  <a:lnTo>
                    <a:pt x="517949" y="1484995"/>
                  </a:lnTo>
                  <a:lnTo>
                    <a:pt x="516855" y="1489287"/>
                  </a:lnTo>
                  <a:lnTo>
                    <a:pt x="515753" y="1493578"/>
                  </a:lnTo>
                  <a:lnTo>
                    <a:pt x="514647" y="1497870"/>
                  </a:lnTo>
                  <a:lnTo>
                    <a:pt x="513538" y="1502162"/>
                  </a:lnTo>
                  <a:lnTo>
                    <a:pt x="512428" y="1506454"/>
                  </a:lnTo>
                  <a:lnTo>
                    <a:pt x="511317" y="1510746"/>
                  </a:lnTo>
                  <a:lnTo>
                    <a:pt x="510208" y="1515038"/>
                  </a:lnTo>
                  <a:lnTo>
                    <a:pt x="509102" y="1519330"/>
                  </a:lnTo>
                  <a:lnTo>
                    <a:pt x="508001" y="1523622"/>
                  </a:lnTo>
                  <a:lnTo>
                    <a:pt x="506906" y="1527914"/>
                  </a:lnTo>
                  <a:lnTo>
                    <a:pt x="505823" y="1532205"/>
                  </a:lnTo>
                  <a:lnTo>
                    <a:pt x="504750" y="1536497"/>
                  </a:lnTo>
                  <a:lnTo>
                    <a:pt x="503688" y="1540789"/>
                  </a:lnTo>
                  <a:lnTo>
                    <a:pt x="502642" y="1545081"/>
                  </a:lnTo>
                  <a:lnTo>
                    <a:pt x="501617" y="1549373"/>
                  </a:lnTo>
                  <a:lnTo>
                    <a:pt x="500610" y="1553665"/>
                  </a:lnTo>
                  <a:lnTo>
                    <a:pt x="499623" y="1557957"/>
                  </a:lnTo>
                  <a:lnTo>
                    <a:pt x="498661" y="1562249"/>
                  </a:lnTo>
                  <a:lnTo>
                    <a:pt x="497731" y="1566541"/>
                  </a:lnTo>
                  <a:lnTo>
                    <a:pt x="496828" y="1570833"/>
                  </a:lnTo>
                  <a:lnTo>
                    <a:pt x="495954" y="1575124"/>
                  </a:lnTo>
                  <a:lnTo>
                    <a:pt x="495116" y="1579416"/>
                  </a:lnTo>
                  <a:lnTo>
                    <a:pt x="494323" y="1583708"/>
                  </a:lnTo>
                  <a:lnTo>
                    <a:pt x="493567" y="1588000"/>
                  </a:lnTo>
                  <a:lnTo>
                    <a:pt x="492850" y="1592292"/>
                  </a:lnTo>
                  <a:lnTo>
                    <a:pt x="492183" y="1596584"/>
                  </a:lnTo>
                  <a:lnTo>
                    <a:pt x="491577" y="1600876"/>
                  </a:lnTo>
                  <a:lnTo>
                    <a:pt x="491020" y="1605168"/>
                  </a:lnTo>
                  <a:lnTo>
                    <a:pt x="490516" y="1609460"/>
                  </a:lnTo>
                  <a:lnTo>
                    <a:pt x="490078" y="1613751"/>
                  </a:lnTo>
                  <a:lnTo>
                    <a:pt x="489721" y="1618043"/>
                  </a:lnTo>
                  <a:lnTo>
                    <a:pt x="489431" y="1622335"/>
                  </a:lnTo>
                  <a:lnTo>
                    <a:pt x="489212" y="1626627"/>
                  </a:lnTo>
                  <a:lnTo>
                    <a:pt x="489083" y="1630919"/>
                  </a:lnTo>
                  <a:lnTo>
                    <a:pt x="489063" y="1635211"/>
                  </a:lnTo>
                  <a:lnTo>
                    <a:pt x="489134" y="1639503"/>
                  </a:lnTo>
                  <a:lnTo>
                    <a:pt x="489300" y="1643795"/>
                  </a:lnTo>
                  <a:lnTo>
                    <a:pt x="489588" y="1648087"/>
                  </a:lnTo>
                  <a:lnTo>
                    <a:pt x="490025" y="1652379"/>
                  </a:lnTo>
                  <a:lnTo>
                    <a:pt x="490585" y="1656670"/>
                  </a:lnTo>
                  <a:lnTo>
                    <a:pt x="491276" y="1660962"/>
                  </a:lnTo>
                  <a:lnTo>
                    <a:pt x="492131" y="1665254"/>
                  </a:lnTo>
                  <a:lnTo>
                    <a:pt x="493189" y="1669546"/>
                  </a:lnTo>
                  <a:lnTo>
                    <a:pt x="494413" y="1673838"/>
                  </a:lnTo>
                  <a:lnTo>
                    <a:pt x="495813" y="1678130"/>
                  </a:lnTo>
                  <a:lnTo>
                    <a:pt x="497433" y="1682422"/>
                  </a:lnTo>
                  <a:lnTo>
                    <a:pt x="499323" y="1686714"/>
                  </a:lnTo>
                  <a:lnTo>
                    <a:pt x="501433" y="1691006"/>
                  </a:lnTo>
                  <a:lnTo>
                    <a:pt x="503774" y="1695297"/>
                  </a:lnTo>
                  <a:lnTo>
                    <a:pt x="506402" y="1699589"/>
                  </a:lnTo>
                  <a:lnTo>
                    <a:pt x="509379" y="1703881"/>
                  </a:lnTo>
                  <a:lnTo>
                    <a:pt x="512638" y="1708173"/>
                  </a:lnTo>
                  <a:lnTo>
                    <a:pt x="516189" y="1712465"/>
                  </a:lnTo>
                  <a:lnTo>
                    <a:pt x="520099" y="1716757"/>
                  </a:lnTo>
                  <a:lnTo>
                    <a:pt x="524442" y="1721049"/>
                  </a:lnTo>
                  <a:lnTo>
                    <a:pt x="529129" y="1725341"/>
                  </a:lnTo>
                  <a:lnTo>
                    <a:pt x="534169" y="1729633"/>
                  </a:lnTo>
                  <a:lnTo>
                    <a:pt x="539637" y="1733924"/>
                  </a:lnTo>
                  <a:lnTo>
                    <a:pt x="545612" y="1738216"/>
                  </a:lnTo>
                  <a:lnTo>
                    <a:pt x="551983" y="1742508"/>
                  </a:lnTo>
                  <a:lnTo>
                    <a:pt x="558755" y="1746800"/>
                  </a:lnTo>
                  <a:lnTo>
                    <a:pt x="566006" y="1751092"/>
                  </a:lnTo>
                  <a:lnTo>
                    <a:pt x="573813" y="1755384"/>
                  </a:lnTo>
                  <a:lnTo>
                    <a:pt x="582043" y="1759676"/>
                  </a:lnTo>
                  <a:lnTo>
                    <a:pt x="590695" y="1763968"/>
                  </a:lnTo>
                  <a:lnTo>
                    <a:pt x="599842" y="1768260"/>
                  </a:lnTo>
                  <a:lnTo>
                    <a:pt x="609546" y="1772552"/>
                  </a:lnTo>
                  <a:lnTo>
                    <a:pt x="619661" y="1776843"/>
                  </a:lnTo>
                  <a:lnTo>
                    <a:pt x="630178" y="1781135"/>
                  </a:lnTo>
                  <a:lnTo>
                    <a:pt x="641152" y="1785427"/>
                  </a:lnTo>
                  <a:lnTo>
                    <a:pt x="652619" y="1789719"/>
                  </a:lnTo>
                  <a:lnTo>
                    <a:pt x="664431" y="1794011"/>
                  </a:lnTo>
                  <a:lnTo>
                    <a:pt x="676571" y="1798303"/>
                  </a:lnTo>
                  <a:lnTo>
                    <a:pt x="689065" y="1802595"/>
                  </a:lnTo>
                  <a:lnTo>
                    <a:pt x="701909" y="1806887"/>
                  </a:lnTo>
                  <a:lnTo>
                    <a:pt x="714973" y="1811179"/>
                  </a:lnTo>
                  <a:lnTo>
                    <a:pt x="728230" y="1815470"/>
                  </a:lnTo>
                  <a:lnTo>
                    <a:pt x="741669" y="1819762"/>
                  </a:lnTo>
                  <a:lnTo>
                    <a:pt x="755234" y="1824054"/>
                  </a:lnTo>
                  <a:lnTo>
                    <a:pt x="768837" y="1828346"/>
                  </a:lnTo>
                  <a:lnTo>
                    <a:pt x="782444" y="1832638"/>
                  </a:lnTo>
                  <a:lnTo>
                    <a:pt x="795998" y="1836930"/>
                  </a:lnTo>
                  <a:lnTo>
                    <a:pt x="809390" y="1841222"/>
                  </a:lnTo>
                  <a:lnTo>
                    <a:pt x="822596" y="1845514"/>
                  </a:lnTo>
                  <a:lnTo>
                    <a:pt x="835575" y="1849806"/>
                  </a:lnTo>
                  <a:lnTo>
                    <a:pt x="848230" y="1854098"/>
                  </a:lnTo>
                  <a:lnTo>
                    <a:pt x="860400" y="1858389"/>
                  </a:lnTo>
                  <a:lnTo>
                    <a:pt x="872140" y="1862681"/>
                  </a:lnTo>
                  <a:lnTo>
                    <a:pt x="883413" y="1866973"/>
                  </a:lnTo>
                  <a:lnTo>
                    <a:pt x="894084" y="1871265"/>
                  </a:lnTo>
                  <a:lnTo>
                    <a:pt x="903955" y="1875557"/>
                  </a:lnTo>
                  <a:lnTo>
                    <a:pt x="913170" y="1879849"/>
                  </a:lnTo>
                  <a:lnTo>
                    <a:pt x="921698" y="1884141"/>
                  </a:lnTo>
                  <a:lnTo>
                    <a:pt x="929383" y="1888433"/>
                  </a:lnTo>
                  <a:lnTo>
                    <a:pt x="936006" y="1892725"/>
                  </a:lnTo>
                  <a:lnTo>
                    <a:pt x="941799" y="1897016"/>
                  </a:lnTo>
                  <a:lnTo>
                    <a:pt x="946740" y="1901308"/>
                  </a:lnTo>
                  <a:lnTo>
                    <a:pt x="950671" y="1905600"/>
                  </a:lnTo>
                  <a:lnTo>
                    <a:pt x="953376" y="1909892"/>
                  </a:lnTo>
                  <a:lnTo>
                    <a:pt x="955155" y="1914184"/>
                  </a:lnTo>
                  <a:lnTo>
                    <a:pt x="956002" y="1918476"/>
                  </a:lnTo>
                  <a:lnTo>
                    <a:pt x="955952" y="1919399"/>
                  </a:lnTo>
                  <a:lnTo>
                    <a:pt x="955772" y="1922768"/>
                  </a:lnTo>
                  <a:lnTo>
                    <a:pt x="954277" y="1927060"/>
                  </a:lnTo>
                  <a:lnTo>
                    <a:pt x="951857" y="1931352"/>
                  </a:lnTo>
                  <a:lnTo>
                    <a:pt x="948521" y="1935643"/>
                  </a:lnTo>
                  <a:lnTo>
                    <a:pt x="944154" y="1939935"/>
                  </a:lnTo>
                  <a:lnTo>
                    <a:pt x="938615" y="1944227"/>
                  </a:lnTo>
                  <a:lnTo>
                    <a:pt x="932247" y="1948519"/>
                  </a:lnTo>
                  <a:lnTo>
                    <a:pt x="925075" y="1952811"/>
                  </a:lnTo>
                  <a:lnTo>
                    <a:pt x="917021" y="1957103"/>
                  </a:lnTo>
                  <a:lnTo>
                    <a:pt x="908004" y="1961395"/>
                  </a:lnTo>
                  <a:lnTo>
                    <a:pt x="898334" y="1965687"/>
                  </a:lnTo>
                  <a:lnTo>
                    <a:pt x="888046" y="1969979"/>
                  </a:lnTo>
                  <a:lnTo>
                    <a:pt x="877105" y="1974271"/>
                  </a:lnTo>
                  <a:lnTo>
                    <a:pt x="865492" y="1978562"/>
                  </a:lnTo>
                  <a:lnTo>
                    <a:pt x="853452" y="1982854"/>
                  </a:lnTo>
                  <a:lnTo>
                    <a:pt x="841025" y="1987146"/>
                  </a:lnTo>
                  <a:lnTo>
                    <a:pt x="828216" y="1991438"/>
                  </a:lnTo>
                  <a:lnTo>
                    <a:pt x="815061" y="1995730"/>
                  </a:lnTo>
                  <a:lnTo>
                    <a:pt x="801721" y="2000022"/>
                  </a:lnTo>
                  <a:lnTo>
                    <a:pt x="788235" y="2004314"/>
                  </a:lnTo>
                  <a:lnTo>
                    <a:pt x="774640" y="2008606"/>
                  </a:lnTo>
                  <a:lnTo>
                    <a:pt x="761015" y="2012898"/>
                  </a:lnTo>
                  <a:lnTo>
                    <a:pt x="747430" y="2017189"/>
                  </a:lnTo>
                  <a:lnTo>
                    <a:pt x="733916" y="2021481"/>
                  </a:lnTo>
                  <a:lnTo>
                    <a:pt x="720533" y="2025773"/>
                  </a:lnTo>
                  <a:lnTo>
                    <a:pt x="707386" y="2030065"/>
                  </a:lnTo>
                  <a:lnTo>
                    <a:pt x="694460" y="2034357"/>
                  </a:lnTo>
                  <a:lnTo>
                    <a:pt x="681778" y="2038649"/>
                  </a:lnTo>
                  <a:lnTo>
                    <a:pt x="669407" y="2042941"/>
                  </a:lnTo>
                  <a:lnTo>
                    <a:pt x="657465" y="2047233"/>
                  </a:lnTo>
                  <a:lnTo>
                    <a:pt x="645867" y="2051525"/>
                  </a:lnTo>
                  <a:lnTo>
                    <a:pt x="634627" y="2055816"/>
                  </a:lnTo>
                  <a:lnTo>
                    <a:pt x="623811" y="2060108"/>
                  </a:lnTo>
                  <a:lnTo>
                    <a:pt x="613534" y="2064400"/>
                  </a:lnTo>
                  <a:lnTo>
                    <a:pt x="603664" y="2068692"/>
                  </a:lnTo>
                  <a:lnTo>
                    <a:pt x="594206" y="2072984"/>
                  </a:lnTo>
                  <a:lnTo>
                    <a:pt x="585218" y="2077276"/>
                  </a:lnTo>
                  <a:lnTo>
                    <a:pt x="576804" y="2081568"/>
                  </a:lnTo>
                  <a:lnTo>
                    <a:pt x="568806" y="2085860"/>
                  </a:lnTo>
                  <a:lnTo>
                    <a:pt x="561223" y="2090152"/>
                  </a:lnTo>
                  <a:lnTo>
                    <a:pt x="554101" y="2094444"/>
                  </a:lnTo>
                  <a:lnTo>
                    <a:pt x="547527" y="2098735"/>
                  </a:lnTo>
                  <a:lnTo>
                    <a:pt x="541340" y="2103027"/>
                  </a:lnTo>
                  <a:lnTo>
                    <a:pt x="535532" y="2107319"/>
                  </a:lnTo>
                  <a:lnTo>
                    <a:pt x="530139" y="2111611"/>
                  </a:lnTo>
                  <a:lnTo>
                    <a:pt x="525227" y="2115903"/>
                  </a:lnTo>
                  <a:lnTo>
                    <a:pt x="520648" y="2120195"/>
                  </a:lnTo>
                  <a:lnTo>
                    <a:pt x="516391" y="2124487"/>
                  </a:lnTo>
                  <a:lnTo>
                    <a:pt x="512481" y="2128779"/>
                  </a:lnTo>
                  <a:lnTo>
                    <a:pt x="508966" y="2133071"/>
                  </a:lnTo>
                  <a:lnTo>
                    <a:pt x="505719" y="2137362"/>
                  </a:lnTo>
                  <a:lnTo>
                    <a:pt x="502729" y="2141654"/>
                  </a:lnTo>
                  <a:lnTo>
                    <a:pt x="500011" y="2145946"/>
                  </a:lnTo>
                  <a:lnTo>
                    <a:pt x="497599" y="2150238"/>
                  </a:lnTo>
                  <a:lnTo>
                    <a:pt x="495391" y="2154530"/>
                  </a:lnTo>
                  <a:lnTo>
                    <a:pt x="493376" y="2158822"/>
                  </a:lnTo>
                  <a:lnTo>
                    <a:pt x="491563" y="2163114"/>
                  </a:lnTo>
                  <a:lnTo>
                    <a:pt x="489974" y="2167406"/>
                  </a:lnTo>
                  <a:lnTo>
                    <a:pt x="488532" y="2171698"/>
                  </a:lnTo>
                  <a:lnTo>
                    <a:pt x="487228" y="2175990"/>
                  </a:lnTo>
                  <a:lnTo>
                    <a:pt x="486067" y="2180281"/>
                  </a:lnTo>
                  <a:lnTo>
                    <a:pt x="485062" y="2184573"/>
                  </a:lnTo>
                  <a:lnTo>
                    <a:pt x="484157" y="2188865"/>
                  </a:lnTo>
                  <a:lnTo>
                    <a:pt x="483346" y="2193157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170699" y="2251702"/>
              <a:ext cx="956002" cy="2086105"/>
            </a:xfrm>
            <a:custGeom>
              <a:avLst/>
              <a:pathLst>
                <a:path w="956002" h="2086105">
                  <a:moveTo>
                    <a:pt x="472669" y="2086105"/>
                  </a:moveTo>
                  <a:lnTo>
                    <a:pt x="472009" y="2082023"/>
                  </a:lnTo>
                  <a:lnTo>
                    <a:pt x="471279" y="2077941"/>
                  </a:lnTo>
                  <a:lnTo>
                    <a:pt x="470450" y="2073858"/>
                  </a:lnTo>
                  <a:lnTo>
                    <a:pt x="469546" y="2069776"/>
                  </a:lnTo>
                  <a:lnTo>
                    <a:pt x="468565" y="2065693"/>
                  </a:lnTo>
                  <a:lnTo>
                    <a:pt x="467460" y="2061611"/>
                  </a:lnTo>
                  <a:lnTo>
                    <a:pt x="466244" y="2057529"/>
                  </a:lnTo>
                  <a:lnTo>
                    <a:pt x="464928" y="2053446"/>
                  </a:lnTo>
                  <a:lnTo>
                    <a:pt x="463495" y="2049364"/>
                  </a:lnTo>
                  <a:lnTo>
                    <a:pt x="461886" y="2045281"/>
                  </a:lnTo>
                  <a:lnTo>
                    <a:pt x="460153" y="2041199"/>
                  </a:lnTo>
                  <a:lnTo>
                    <a:pt x="458291" y="2037117"/>
                  </a:lnTo>
                  <a:lnTo>
                    <a:pt x="456228" y="2033034"/>
                  </a:lnTo>
                  <a:lnTo>
                    <a:pt x="453983" y="2028952"/>
                  </a:lnTo>
                  <a:lnTo>
                    <a:pt x="451581" y="2024869"/>
                  </a:lnTo>
                  <a:lnTo>
                    <a:pt x="448998" y="2020787"/>
                  </a:lnTo>
                  <a:lnTo>
                    <a:pt x="446142" y="2016705"/>
                  </a:lnTo>
                  <a:lnTo>
                    <a:pt x="443098" y="2012622"/>
                  </a:lnTo>
                  <a:lnTo>
                    <a:pt x="439861" y="2008540"/>
                  </a:lnTo>
                  <a:lnTo>
                    <a:pt x="436338" y="2004457"/>
                  </a:lnTo>
                  <a:lnTo>
                    <a:pt x="432549" y="2000375"/>
                  </a:lnTo>
                  <a:lnTo>
                    <a:pt x="428537" y="1996293"/>
                  </a:lnTo>
                  <a:lnTo>
                    <a:pt x="424283" y="1992210"/>
                  </a:lnTo>
                  <a:lnTo>
                    <a:pt x="419650" y="1988128"/>
                  </a:lnTo>
                  <a:lnTo>
                    <a:pt x="414769" y="1984045"/>
                  </a:lnTo>
                  <a:lnTo>
                    <a:pt x="409636" y="1979963"/>
                  </a:lnTo>
                  <a:lnTo>
                    <a:pt x="404145" y="1975881"/>
                  </a:lnTo>
                  <a:lnTo>
                    <a:pt x="398315" y="1971798"/>
                  </a:lnTo>
                  <a:lnTo>
                    <a:pt x="392213" y="1967716"/>
                  </a:lnTo>
                  <a:lnTo>
                    <a:pt x="385828" y="1963633"/>
                  </a:lnTo>
                  <a:lnTo>
                    <a:pt x="378994" y="1959551"/>
                  </a:lnTo>
                  <a:lnTo>
                    <a:pt x="371879" y="1955469"/>
                  </a:lnTo>
                  <a:lnTo>
                    <a:pt x="364484" y="1951386"/>
                  </a:lnTo>
                  <a:lnTo>
                    <a:pt x="356711" y="1947304"/>
                  </a:lnTo>
                  <a:lnTo>
                    <a:pt x="348576" y="1943222"/>
                  </a:lnTo>
                  <a:lnTo>
                    <a:pt x="340168" y="1939139"/>
                  </a:lnTo>
                  <a:lnTo>
                    <a:pt x="331486" y="1935057"/>
                  </a:lnTo>
                  <a:lnTo>
                    <a:pt x="322371" y="1930974"/>
                  </a:lnTo>
                  <a:lnTo>
                    <a:pt x="313005" y="1926892"/>
                  </a:lnTo>
                  <a:lnTo>
                    <a:pt x="303394" y="1922810"/>
                  </a:lnTo>
                  <a:lnTo>
                    <a:pt x="293472" y="1918727"/>
                  </a:lnTo>
                  <a:lnTo>
                    <a:pt x="283261" y="1914645"/>
                  </a:lnTo>
                  <a:lnTo>
                    <a:pt x="272850" y="1910562"/>
                  </a:lnTo>
                  <a:lnTo>
                    <a:pt x="262245" y="1906480"/>
                  </a:lnTo>
                  <a:lnTo>
                    <a:pt x="251367" y="1902398"/>
                  </a:lnTo>
                  <a:lnTo>
                    <a:pt x="240348" y="1898315"/>
                  </a:lnTo>
                  <a:lnTo>
                    <a:pt x="229202" y="1894233"/>
                  </a:lnTo>
                  <a:lnTo>
                    <a:pt x="217921" y="1890150"/>
                  </a:lnTo>
                  <a:lnTo>
                    <a:pt x="206545" y="1886068"/>
                  </a:lnTo>
                  <a:lnTo>
                    <a:pt x="195128" y="1881986"/>
                  </a:lnTo>
                  <a:lnTo>
                    <a:pt x="183682" y="1877903"/>
                  </a:lnTo>
                  <a:lnTo>
                    <a:pt x="172254" y="1873821"/>
                  </a:lnTo>
                  <a:lnTo>
                    <a:pt x="160884" y="1869738"/>
                  </a:lnTo>
                  <a:lnTo>
                    <a:pt x="149586" y="1865656"/>
                  </a:lnTo>
                  <a:lnTo>
                    <a:pt x="138414" y="1861574"/>
                  </a:lnTo>
                  <a:lnTo>
                    <a:pt x="127448" y="1857491"/>
                  </a:lnTo>
                  <a:lnTo>
                    <a:pt x="116663" y="1853409"/>
                  </a:lnTo>
                  <a:lnTo>
                    <a:pt x="106077" y="1849326"/>
                  </a:lnTo>
                  <a:lnTo>
                    <a:pt x="95871" y="1845244"/>
                  </a:lnTo>
                  <a:lnTo>
                    <a:pt x="85979" y="1841162"/>
                  </a:lnTo>
                  <a:lnTo>
                    <a:pt x="76397" y="1837079"/>
                  </a:lnTo>
                  <a:lnTo>
                    <a:pt x="67225" y="1832997"/>
                  </a:lnTo>
                  <a:lnTo>
                    <a:pt x="58599" y="1828914"/>
                  </a:lnTo>
                  <a:lnTo>
                    <a:pt x="50387" y="1824832"/>
                  </a:lnTo>
                  <a:lnTo>
                    <a:pt x="42603" y="1820750"/>
                  </a:lnTo>
                  <a:lnTo>
                    <a:pt x="35529" y="1816667"/>
                  </a:lnTo>
                  <a:lnTo>
                    <a:pt x="29017" y="1812585"/>
                  </a:lnTo>
                  <a:lnTo>
                    <a:pt x="23019" y="1808502"/>
                  </a:lnTo>
                  <a:lnTo>
                    <a:pt x="17655" y="1804420"/>
                  </a:lnTo>
                  <a:lnTo>
                    <a:pt x="13113" y="1800338"/>
                  </a:lnTo>
                  <a:lnTo>
                    <a:pt x="9151" y="1796255"/>
                  </a:lnTo>
                  <a:lnTo>
                    <a:pt x="5777" y="1792173"/>
                  </a:lnTo>
                  <a:lnTo>
                    <a:pt x="3309" y="1788090"/>
                  </a:lnTo>
                  <a:lnTo>
                    <a:pt x="1552" y="1784008"/>
                  </a:lnTo>
                  <a:lnTo>
                    <a:pt x="414" y="1779926"/>
                  </a:lnTo>
                  <a:lnTo>
                    <a:pt x="37" y="1776210"/>
                  </a:lnTo>
                  <a:lnTo>
                    <a:pt x="0" y="1775843"/>
                  </a:lnTo>
                  <a:lnTo>
                    <a:pt x="521" y="1771761"/>
                  </a:lnTo>
                  <a:lnTo>
                    <a:pt x="1665" y="1767678"/>
                  </a:lnTo>
                  <a:lnTo>
                    <a:pt x="3429" y="1763596"/>
                  </a:lnTo>
                  <a:lnTo>
                    <a:pt x="6093" y="1759514"/>
                  </a:lnTo>
                  <a:lnTo>
                    <a:pt x="9464" y="1755431"/>
                  </a:lnTo>
                  <a:lnTo>
                    <a:pt x="13420" y="1751349"/>
                  </a:lnTo>
                  <a:lnTo>
                    <a:pt x="18026" y="1747266"/>
                  </a:lnTo>
                  <a:lnTo>
                    <a:pt x="23474" y="1743184"/>
                  </a:lnTo>
                  <a:lnTo>
                    <a:pt x="29445" y="1739102"/>
                  </a:lnTo>
                  <a:lnTo>
                    <a:pt x="35929" y="1735019"/>
                  </a:lnTo>
                  <a:lnTo>
                    <a:pt x="43112" y="1730937"/>
                  </a:lnTo>
                  <a:lnTo>
                    <a:pt x="50838" y="1726854"/>
                  </a:lnTo>
                  <a:lnTo>
                    <a:pt x="58989" y="1722772"/>
                  </a:lnTo>
                  <a:lnTo>
                    <a:pt x="67584" y="1718690"/>
                  </a:lnTo>
                  <a:lnTo>
                    <a:pt x="76743" y="1714607"/>
                  </a:lnTo>
                  <a:lnTo>
                    <a:pt x="86221" y="1710525"/>
                  </a:lnTo>
                  <a:lnTo>
                    <a:pt x="96003" y="1706442"/>
                  </a:lnTo>
                  <a:lnTo>
                    <a:pt x="106160" y="1702360"/>
                  </a:lnTo>
                  <a:lnTo>
                    <a:pt x="116591" y="1698278"/>
                  </a:lnTo>
                  <a:lnTo>
                    <a:pt x="127212" y="1694195"/>
                  </a:lnTo>
                  <a:lnTo>
                    <a:pt x="138013" y="1690113"/>
                  </a:lnTo>
                  <a:lnTo>
                    <a:pt x="149008" y="1686030"/>
                  </a:lnTo>
                  <a:lnTo>
                    <a:pt x="160079" y="1681948"/>
                  </a:lnTo>
                  <a:lnTo>
                    <a:pt x="171211" y="1677866"/>
                  </a:lnTo>
                  <a:lnTo>
                    <a:pt x="182379" y="1673783"/>
                  </a:lnTo>
                  <a:lnTo>
                    <a:pt x="193526" y="1669701"/>
                  </a:lnTo>
                  <a:lnTo>
                    <a:pt x="204629" y="1665618"/>
                  </a:lnTo>
                  <a:lnTo>
                    <a:pt x="215671" y="1661536"/>
                  </a:lnTo>
                  <a:lnTo>
                    <a:pt x="226551" y="1657454"/>
                  </a:lnTo>
                  <a:lnTo>
                    <a:pt x="237295" y="1653371"/>
                  </a:lnTo>
                  <a:lnTo>
                    <a:pt x="247894" y="1649289"/>
                  </a:lnTo>
                  <a:lnTo>
                    <a:pt x="258263" y="1645206"/>
                  </a:lnTo>
                  <a:lnTo>
                    <a:pt x="268370" y="1641124"/>
                  </a:lnTo>
                  <a:lnTo>
                    <a:pt x="278259" y="1637042"/>
                  </a:lnTo>
                  <a:lnTo>
                    <a:pt x="287920" y="1632959"/>
                  </a:lnTo>
                  <a:lnTo>
                    <a:pt x="297166" y="1628877"/>
                  </a:lnTo>
                  <a:lnTo>
                    <a:pt x="306141" y="1624794"/>
                  </a:lnTo>
                  <a:lnTo>
                    <a:pt x="314839" y="1620712"/>
                  </a:lnTo>
                  <a:lnTo>
                    <a:pt x="323160" y="1616630"/>
                  </a:lnTo>
                  <a:lnTo>
                    <a:pt x="331076" y="1612547"/>
                  </a:lnTo>
                  <a:lnTo>
                    <a:pt x="338685" y="1608465"/>
                  </a:lnTo>
                  <a:lnTo>
                    <a:pt x="345983" y="1604382"/>
                  </a:lnTo>
                  <a:lnTo>
                    <a:pt x="352764" y="1600300"/>
                  </a:lnTo>
                  <a:lnTo>
                    <a:pt x="359213" y="1596218"/>
                  </a:lnTo>
                  <a:lnTo>
                    <a:pt x="365340" y="1592135"/>
                  </a:lnTo>
                  <a:lnTo>
                    <a:pt x="371053" y="1588053"/>
                  </a:lnTo>
                  <a:lnTo>
                    <a:pt x="376322" y="1583970"/>
                  </a:lnTo>
                  <a:lnTo>
                    <a:pt x="381271" y="1579888"/>
                  </a:lnTo>
                  <a:lnTo>
                    <a:pt x="385901" y="1575806"/>
                  </a:lnTo>
                  <a:lnTo>
                    <a:pt x="390030" y="1571723"/>
                  </a:lnTo>
                  <a:lnTo>
                    <a:pt x="393833" y="1567641"/>
                  </a:lnTo>
                  <a:lnTo>
                    <a:pt x="397331" y="1563558"/>
                  </a:lnTo>
                  <a:lnTo>
                    <a:pt x="400456" y="1559476"/>
                  </a:lnTo>
                  <a:lnTo>
                    <a:pt x="403172" y="1555394"/>
                  </a:lnTo>
                  <a:lnTo>
                    <a:pt x="405607" y="1551311"/>
                  </a:lnTo>
                  <a:lnTo>
                    <a:pt x="407763" y="1547229"/>
                  </a:lnTo>
                  <a:lnTo>
                    <a:pt x="409501" y="1543146"/>
                  </a:lnTo>
                  <a:lnTo>
                    <a:pt x="410957" y="1539064"/>
                  </a:lnTo>
                  <a:lnTo>
                    <a:pt x="412163" y="1534982"/>
                  </a:lnTo>
                  <a:lnTo>
                    <a:pt x="413071" y="1530899"/>
                  </a:lnTo>
                  <a:lnTo>
                    <a:pt x="413645" y="1526817"/>
                  </a:lnTo>
                  <a:lnTo>
                    <a:pt x="413997" y="1522734"/>
                  </a:lnTo>
                  <a:lnTo>
                    <a:pt x="414132" y="1518652"/>
                  </a:lnTo>
                  <a:lnTo>
                    <a:pt x="413950" y="1514570"/>
                  </a:lnTo>
                  <a:lnTo>
                    <a:pt x="413549" y="1510487"/>
                  </a:lnTo>
                  <a:lnTo>
                    <a:pt x="412959" y="1506405"/>
                  </a:lnTo>
                  <a:lnTo>
                    <a:pt x="412153" y="1502322"/>
                  </a:lnTo>
                  <a:lnTo>
                    <a:pt x="411097" y="1498240"/>
                  </a:lnTo>
                  <a:lnTo>
                    <a:pt x="409880" y="1494158"/>
                  </a:lnTo>
                  <a:lnTo>
                    <a:pt x="408505" y="1490075"/>
                  </a:lnTo>
                  <a:lnTo>
                    <a:pt x="406911" y="1485993"/>
                  </a:lnTo>
                  <a:lnTo>
                    <a:pt x="405157" y="1481910"/>
                  </a:lnTo>
                  <a:lnTo>
                    <a:pt x="403273" y="1477828"/>
                  </a:lnTo>
                  <a:lnTo>
                    <a:pt x="401243" y="1473746"/>
                  </a:lnTo>
                  <a:lnTo>
                    <a:pt x="399038" y="1469663"/>
                  </a:lnTo>
                  <a:lnTo>
                    <a:pt x="396725" y="1465581"/>
                  </a:lnTo>
                  <a:lnTo>
                    <a:pt x="394308" y="1461498"/>
                  </a:lnTo>
                  <a:lnTo>
                    <a:pt x="391749" y="1457416"/>
                  </a:lnTo>
                  <a:lnTo>
                    <a:pt x="389084" y="1453334"/>
                  </a:lnTo>
                  <a:lnTo>
                    <a:pt x="386335" y="1449251"/>
                  </a:lnTo>
                  <a:lnTo>
                    <a:pt x="383498" y="1445169"/>
                  </a:lnTo>
                  <a:lnTo>
                    <a:pt x="380550" y="1441086"/>
                  </a:lnTo>
                  <a:lnTo>
                    <a:pt x="377537" y="1437004"/>
                  </a:lnTo>
                  <a:lnTo>
                    <a:pt x="374463" y="1432922"/>
                  </a:lnTo>
                  <a:lnTo>
                    <a:pt x="371308" y="1428839"/>
                  </a:lnTo>
                  <a:lnTo>
                    <a:pt x="368094" y="1424757"/>
                  </a:lnTo>
                  <a:lnTo>
                    <a:pt x="364835" y="1420674"/>
                  </a:lnTo>
                  <a:lnTo>
                    <a:pt x="361530" y="1416592"/>
                  </a:lnTo>
                  <a:lnTo>
                    <a:pt x="358172" y="1412510"/>
                  </a:lnTo>
                  <a:lnTo>
                    <a:pt x="354784" y="1408427"/>
                  </a:lnTo>
                  <a:lnTo>
                    <a:pt x="351370" y="1404345"/>
                  </a:lnTo>
                  <a:lnTo>
                    <a:pt x="347927" y="1400262"/>
                  </a:lnTo>
                  <a:lnTo>
                    <a:pt x="344464" y="1396180"/>
                  </a:lnTo>
                  <a:lnTo>
                    <a:pt x="340990" y="1392098"/>
                  </a:lnTo>
                  <a:lnTo>
                    <a:pt x="337507" y="1388015"/>
                  </a:lnTo>
                  <a:lnTo>
                    <a:pt x="334019" y="1383933"/>
                  </a:lnTo>
                  <a:lnTo>
                    <a:pt x="330535" y="1379850"/>
                  </a:lnTo>
                  <a:lnTo>
                    <a:pt x="327056" y="1375768"/>
                  </a:lnTo>
                  <a:lnTo>
                    <a:pt x="323590" y="1371686"/>
                  </a:lnTo>
                  <a:lnTo>
                    <a:pt x="320143" y="1367603"/>
                  </a:lnTo>
                  <a:lnTo>
                    <a:pt x="316715" y="1363521"/>
                  </a:lnTo>
                  <a:lnTo>
                    <a:pt x="313309" y="1359438"/>
                  </a:lnTo>
                  <a:lnTo>
                    <a:pt x="309946" y="1355356"/>
                  </a:lnTo>
                  <a:lnTo>
                    <a:pt x="306615" y="1351274"/>
                  </a:lnTo>
                  <a:lnTo>
                    <a:pt x="303317" y="1347191"/>
                  </a:lnTo>
                  <a:lnTo>
                    <a:pt x="300070" y="1343109"/>
                  </a:lnTo>
                  <a:lnTo>
                    <a:pt x="297623" y="1339978"/>
                  </a:lnTo>
                  <a:lnTo>
                    <a:pt x="296879" y="1339026"/>
                  </a:lnTo>
                  <a:lnTo>
                    <a:pt x="293733" y="1334944"/>
                  </a:lnTo>
                  <a:lnTo>
                    <a:pt x="290636" y="1330862"/>
                  </a:lnTo>
                  <a:lnTo>
                    <a:pt x="287624" y="1326779"/>
                  </a:lnTo>
                  <a:lnTo>
                    <a:pt x="284670" y="1322697"/>
                  </a:lnTo>
                  <a:lnTo>
                    <a:pt x="281775" y="1318614"/>
                  </a:lnTo>
                  <a:lnTo>
                    <a:pt x="278959" y="1314532"/>
                  </a:lnTo>
                  <a:lnTo>
                    <a:pt x="276232" y="1310450"/>
                  </a:lnTo>
                  <a:lnTo>
                    <a:pt x="273573" y="1306367"/>
                  </a:lnTo>
                  <a:lnTo>
                    <a:pt x="270983" y="1302285"/>
                  </a:lnTo>
                  <a:lnTo>
                    <a:pt x="268510" y="1298202"/>
                  </a:lnTo>
                  <a:lnTo>
                    <a:pt x="266116" y="1294120"/>
                  </a:lnTo>
                  <a:lnTo>
                    <a:pt x="263798" y="1290038"/>
                  </a:lnTo>
                  <a:lnTo>
                    <a:pt x="261580" y="1285955"/>
                  </a:lnTo>
                  <a:lnTo>
                    <a:pt x="259473" y="1281873"/>
                  </a:lnTo>
                  <a:lnTo>
                    <a:pt x="257448" y="1277790"/>
                  </a:lnTo>
                  <a:lnTo>
                    <a:pt x="255506" y="1273708"/>
                  </a:lnTo>
                  <a:lnTo>
                    <a:pt x="253697" y="1269626"/>
                  </a:lnTo>
                  <a:lnTo>
                    <a:pt x="251979" y="1265543"/>
                  </a:lnTo>
                  <a:lnTo>
                    <a:pt x="250345" y="1261461"/>
                  </a:lnTo>
                  <a:lnTo>
                    <a:pt x="248818" y="1257378"/>
                  </a:lnTo>
                  <a:lnTo>
                    <a:pt x="247412" y="1253296"/>
                  </a:lnTo>
                  <a:lnTo>
                    <a:pt x="246091" y="1249214"/>
                  </a:lnTo>
                  <a:lnTo>
                    <a:pt x="244856" y="1245131"/>
                  </a:lnTo>
                  <a:lnTo>
                    <a:pt x="243752" y="1241049"/>
                  </a:lnTo>
                  <a:lnTo>
                    <a:pt x="242739" y="1236966"/>
                  </a:lnTo>
                  <a:lnTo>
                    <a:pt x="241809" y="1232884"/>
                  </a:lnTo>
                  <a:lnTo>
                    <a:pt x="240979" y="1228802"/>
                  </a:lnTo>
                  <a:lnTo>
                    <a:pt x="240263" y="1224719"/>
                  </a:lnTo>
                  <a:lnTo>
                    <a:pt x="239626" y="1220637"/>
                  </a:lnTo>
                  <a:lnTo>
                    <a:pt x="239066" y="1216554"/>
                  </a:lnTo>
                  <a:lnTo>
                    <a:pt x="238619" y="1212472"/>
                  </a:lnTo>
                  <a:lnTo>
                    <a:pt x="238255" y="1208390"/>
                  </a:lnTo>
                  <a:lnTo>
                    <a:pt x="237961" y="1204307"/>
                  </a:lnTo>
                  <a:lnTo>
                    <a:pt x="237749" y="1200225"/>
                  </a:lnTo>
                  <a:lnTo>
                    <a:pt x="237633" y="1196142"/>
                  </a:lnTo>
                  <a:lnTo>
                    <a:pt x="237581" y="1192060"/>
                  </a:lnTo>
                  <a:lnTo>
                    <a:pt x="237589" y="1187978"/>
                  </a:lnTo>
                  <a:lnTo>
                    <a:pt x="237686" y="1183895"/>
                  </a:lnTo>
                  <a:lnTo>
                    <a:pt x="237846" y="1179813"/>
                  </a:lnTo>
                  <a:lnTo>
                    <a:pt x="238060" y="1175730"/>
                  </a:lnTo>
                  <a:lnTo>
                    <a:pt x="238332" y="1171648"/>
                  </a:lnTo>
                  <a:lnTo>
                    <a:pt x="238677" y="1167566"/>
                  </a:lnTo>
                  <a:lnTo>
                    <a:pt x="239066" y="1163483"/>
                  </a:lnTo>
                  <a:lnTo>
                    <a:pt x="239498" y="1159401"/>
                  </a:lnTo>
                  <a:lnTo>
                    <a:pt x="239990" y="1155318"/>
                  </a:lnTo>
                  <a:lnTo>
                    <a:pt x="240526" y="1151236"/>
                  </a:lnTo>
                  <a:lnTo>
                    <a:pt x="241099" y="1147154"/>
                  </a:lnTo>
                  <a:lnTo>
                    <a:pt x="241708" y="1143071"/>
                  </a:lnTo>
                  <a:lnTo>
                    <a:pt x="242366" y="1138989"/>
                  </a:lnTo>
                  <a:lnTo>
                    <a:pt x="243053" y="1134906"/>
                  </a:lnTo>
                  <a:lnTo>
                    <a:pt x="243767" y="1130824"/>
                  </a:lnTo>
                  <a:lnTo>
                    <a:pt x="244518" y="1126742"/>
                  </a:lnTo>
                  <a:lnTo>
                    <a:pt x="245298" y="1122659"/>
                  </a:lnTo>
                  <a:lnTo>
                    <a:pt x="246100" y="1118577"/>
                  </a:lnTo>
                  <a:lnTo>
                    <a:pt x="246925" y="1114494"/>
                  </a:lnTo>
                  <a:lnTo>
                    <a:pt x="247781" y="1110412"/>
                  </a:lnTo>
                  <a:lnTo>
                    <a:pt x="248654" y="1106330"/>
                  </a:lnTo>
                  <a:lnTo>
                    <a:pt x="249546" y="1102247"/>
                  </a:lnTo>
                  <a:lnTo>
                    <a:pt x="250460" y="1098165"/>
                  </a:lnTo>
                  <a:lnTo>
                    <a:pt x="251394" y="1094082"/>
                  </a:lnTo>
                  <a:lnTo>
                    <a:pt x="252343" y="1090000"/>
                  </a:lnTo>
                  <a:lnTo>
                    <a:pt x="253307" y="1085918"/>
                  </a:lnTo>
                  <a:lnTo>
                    <a:pt x="254294" y="1081835"/>
                  </a:lnTo>
                  <a:lnTo>
                    <a:pt x="255294" y="1077753"/>
                  </a:lnTo>
                  <a:lnTo>
                    <a:pt x="256307" y="1073670"/>
                  </a:lnTo>
                  <a:lnTo>
                    <a:pt x="257339" y="1069588"/>
                  </a:lnTo>
                  <a:lnTo>
                    <a:pt x="258387" y="1065506"/>
                  </a:lnTo>
                  <a:lnTo>
                    <a:pt x="259448" y="1061423"/>
                  </a:lnTo>
                  <a:lnTo>
                    <a:pt x="260523" y="1057341"/>
                  </a:lnTo>
                  <a:lnTo>
                    <a:pt x="261158" y="1054974"/>
                  </a:lnTo>
                  <a:lnTo>
                    <a:pt x="261618" y="1053258"/>
                  </a:lnTo>
                  <a:lnTo>
                    <a:pt x="262727" y="1049176"/>
                  </a:lnTo>
                  <a:lnTo>
                    <a:pt x="263848" y="1045094"/>
                  </a:lnTo>
                  <a:lnTo>
                    <a:pt x="264988" y="1041011"/>
                  </a:lnTo>
                  <a:lnTo>
                    <a:pt x="266144" y="1036929"/>
                  </a:lnTo>
                  <a:lnTo>
                    <a:pt x="267314" y="1032846"/>
                  </a:lnTo>
                  <a:lnTo>
                    <a:pt x="268498" y="1028764"/>
                  </a:lnTo>
                  <a:lnTo>
                    <a:pt x="269703" y="1024682"/>
                  </a:lnTo>
                  <a:lnTo>
                    <a:pt x="270922" y="1020599"/>
                  </a:lnTo>
                  <a:lnTo>
                    <a:pt x="272155" y="1016517"/>
                  </a:lnTo>
                  <a:lnTo>
                    <a:pt x="273405" y="1012434"/>
                  </a:lnTo>
                  <a:lnTo>
                    <a:pt x="274672" y="1008352"/>
                  </a:lnTo>
                  <a:lnTo>
                    <a:pt x="275953" y="1004270"/>
                  </a:lnTo>
                  <a:lnTo>
                    <a:pt x="277246" y="1000187"/>
                  </a:lnTo>
                  <a:lnTo>
                    <a:pt x="278559" y="996105"/>
                  </a:lnTo>
                  <a:lnTo>
                    <a:pt x="279884" y="992022"/>
                  </a:lnTo>
                  <a:lnTo>
                    <a:pt x="281221" y="987940"/>
                  </a:lnTo>
                  <a:lnTo>
                    <a:pt x="282572" y="983858"/>
                  </a:lnTo>
                  <a:lnTo>
                    <a:pt x="283937" y="979775"/>
                  </a:lnTo>
                  <a:lnTo>
                    <a:pt x="285312" y="975693"/>
                  </a:lnTo>
                  <a:lnTo>
                    <a:pt x="286695" y="971611"/>
                  </a:lnTo>
                  <a:lnTo>
                    <a:pt x="288092" y="967528"/>
                  </a:lnTo>
                  <a:lnTo>
                    <a:pt x="289497" y="963446"/>
                  </a:lnTo>
                  <a:lnTo>
                    <a:pt x="290908" y="959363"/>
                  </a:lnTo>
                  <a:lnTo>
                    <a:pt x="292326" y="955281"/>
                  </a:lnTo>
                  <a:lnTo>
                    <a:pt x="293750" y="951199"/>
                  </a:lnTo>
                  <a:lnTo>
                    <a:pt x="295178" y="947116"/>
                  </a:lnTo>
                  <a:lnTo>
                    <a:pt x="296609" y="943034"/>
                  </a:lnTo>
                  <a:lnTo>
                    <a:pt x="298043" y="938951"/>
                  </a:lnTo>
                  <a:lnTo>
                    <a:pt x="299477" y="934869"/>
                  </a:lnTo>
                  <a:lnTo>
                    <a:pt x="300911" y="930787"/>
                  </a:lnTo>
                  <a:lnTo>
                    <a:pt x="302344" y="926704"/>
                  </a:lnTo>
                  <a:lnTo>
                    <a:pt x="303774" y="922622"/>
                  </a:lnTo>
                  <a:lnTo>
                    <a:pt x="305201" y="918539"/>
                  </a:lnTo>
                  <a:lnTo>
                    <a:pt x="306625" y="914457"/>
                  </a:lnTo>
                  <a:lnTo>
                    <a:pt x="308042" y="910375"/>
                  </a:lnTo>
                  <a:lnTo>
                    <a:pt x="309454" y="906292"/>
                  </a:lnTo>
                  <a:lnTo>
                    <a:pt x="310860" y="902210"/>
                  </a:lnTo>
                  <a:lnTo>
                    <a:pt x="312259" y="898127"/>
                  </a:lnTo>
                  <a:lnTo>
                    <a:pt x="313648" y="894045"/>
                  </a:lnTo>
                  <a:lnTo>
                    <a:pt x="315031" y="889963"/>
                  </a:lnTo>
                  <a:lnTo>
                    <a:pt x="316408" y="885880"/>
                  </a:lnTo>
                  <a:lnTo>
                    <a:pt x="317774" y="881798"/>
                  </a:lnTo>
                  <a:lnTo>
                    <a:pt x="319132" y="877715"/>
                  </a:lnTo>
                  <a:lnTo>
                    <a:pt x="320483" y="873633"/>
                  </a:lnTo>
                  <a:lnTo>
                    <a:pt x="321827" y="869551"/>
                  </a:lnTo>
                  <a:lnTo>
                    <a:pt x="323162" y="865468"/>
                  </a:lnTo>
                  <a:lnTo>
                    <a:pt x="324492" y="861386"/>
                  </a:lnTo>
                  <a:lnTo>
                    <a:pt x="325816" y="857303"/>
                  </a:lnTo>
                  <a:lnTo>
                    <a:pt x="327134" y="853221"/>
                  </a:lnTo>
                  <a:lnTo>
                    <a:pt x="328448" y="849139"/>
                  </a:lnTo>
                  <a:lnTo>
                    <a:pt x="329760" y="845056"/>
                  </a:lnTo>
                  <a:lnTo>
                    <a:pt x="331069" y="840974"/>
                  </a:lnTo>
                  <a:lnTo>
                    <a:pt x="332376" y="836891"/>
                  </a:lnTo>
                  <a:lnTo>
                    <a:pt x="333685" y="832809"/>
                  </a:lnTo>
                  <a:lnTo>
                    <a:pt x="334994" y="828727"/>
                  </a:lnTo>
                  <a:lnTo>
                    <a:pt x="336307" y="824644"/>
                  </a:lnTo>
                  <a:lnTo>
                    <a:pt x="337624" y="820562"/>
                  </a:lnTo>
                  <a:lnTo>
                    <a:pt x="338945" y="816479"/>
                  </a:lnTo>
                  <a:lnTo>
                    <a:pt x="340273" y="812397"/>
                  </a:lnTo>
                  <a:lnTo>
                    <a:pt x="341611" y="808315"/>
                  </a:lnTo>
                  <a:lnTo>
                    <a:pt x="342957" y="804232"/>
                  </a:lnTo>
                  <a:lnTo>
                    <a:pt x="344312" y="800150"/>
                  </a:lnTo>
                  <a:lnTo>
                    <a:pt x="345680" y="796067"/>
                  </a:lnTo>
                  <a:lnTo>
                    <a:pt x="347062" y="791985"/>
                  </a:lnTo>
                  <a:lnTo>
                    <a:pt x="348455" y="787903"/>
                  </a:lnTo>
                  <a:lnTo>
                    <a:pt x="349861" y="783820"/>
                  </a:lnTo>
                  <a:lnTo>
                    <a:pt x="351288" y="779738"/>
                  </a:lnTo>
                  <a:lnTo>
                    <a:pt x="352728" y="775655"/>
                  </a:lnTo>
                  <a:lnTo>
                    <a:pt x="354183" y="771573"/>
                  </a:lnTo>
                  <a:lnTo>
                    <a:pt x="355656" y="767491"/>
                  </a:lnTo>
                  <a:lnTo>
                    <a:pt x="357149" y="763408"/>
                  </a:lnTo>
                  <a:lnTo>
                    <a:pt x="358656" y="759326"/>
                  </a:lnTo>
                  <a:lnTo>
                    <a:pt x="360177" y="755243"/>
                  </a:lnTo>
                  <a:lnTo>
                    <a:pt x="361723" y="751161"/>
                  </a:lnTo>
                  <a:lnTo>
                    <a:pt x="363283" y="747079"/>
                  </a:lnTo>
                  <a:lnTo>
                    <a:pt x="364857" y="742996"/>
                  </a:lnTo>
                  <a:lnTo>
                    <a:pt x="366450" y="738914"/>
                  </a:lnTo>
                  <a:lnTo>
                    <a:pt x="368059" y="734831"/>
                  </a:lnTo>
                  <a:lnTo>
                    <a:pt x="369681" y="730749"/>
                  </a:lnTo>
                  <a:lnTo>
                    <a:pt x="371315" y="726667"/>
                  </a:lnTo>
                  <a:lnTo>
                    <a:pt x="372967" y="722584"/>
                  </a:lnTo>
                  <a:lnTo>
                    <a:pt x="374629" y="718502"/>
                  </a:lnTo>
                  <a:lnTo>
                    <a:pt x="376300" y="714419"/>
                  </a:lnTo>
                  <a:lnTo>
                    <a:pt x="377981" y="710337"/>
                  </a:lnTo>
                  <a:lnTo>
                    <a:pt x="379672" y="706255"/>
                  </a:lnTo>
                  <a:lnTo>
                    <a:pt x="381369" y="702172"/>
                  </a:lnTo>
                  <a:lnTo>
                    <a:pt x="383072" y="698090"/>
                  </a:lnTo>
                  <a:lnTo>
                    <a:pt x="384780" y="694007"/>
                  </a:lnTo>
                  <a:lnTo>
                    <a:pt x="386490" y="689925"/>
                  </a:lnTo>
                  <a:lnTo>
                    <a:pt x="388202" y="685843"/>
                  </a:lnTo>
                  <a:lnTo>
                    <a:pt x="389914" y="681760"/>
                  </a:lnTo>
                  <a:lnTo>
                    <a:pt x="391624" y="677678"/>
                  </a:lnTo>
                  <a:lnTo>
                    <a:pt x="393332" y="673595"/>
                  </a:lnTo>
                  <a:lnTo>
                    <a:pt x="395037" y="669513"/>
                  </a:lnTo>
                  <a:lnTo>
                    <a:pt x="396735" y="665431"/>
                  </a:lnTo>
                  <a:lnTo>
                    <a:pt x="398427" y="661348"/>
                  </a:lnTo>
                  <a:lnTo>
                    <a:pt x="400112" y="657266"/>
                  </a:lnTo>
                  <a:lnTo>
                    <a:pt x="401788" y="653183"/>
                  </a:lnTo>
                  <a:lnTo>
                    <a:pt x="403451" y="649101"/>
                  </a:lnTo>
                  <a:lnTo>
                    <a:pt x="405105" y="645019"/>
                  </a:lnTo>
                  <a:lnTo>
                    <a:pt x="406749" y="640936"/>
                  </a:lnTo>
                  <a:lnTo>
                    <a:pt x="408375" y="636854"/>
                  </a:lnTo>
                  <a:lnTo>
                    <a:pt x="409988" y="632771"/>
                  </a:lnTo>
                  <a:lnTo>
                    <a:pt x="411588" y="628689"/>
                  </a:lnTo>
                  <a:lnTo>
                    <a:pt x="413172" y="624607"/>
                  </a:lnTo>
                  <a:lnTo>
                    <a:pt x="414736" y="620524"/>
                  </a:lnTo>
                  <a:lnTo>
                    <a:pt x="416285" y="616442"/>
                  </a:lnTo>
                  <a:lnTo>
                    <a:pt x="417819" y="612359"/>
                  </a:lnTo>
                  <a:lnTo>
                    <a:pt x="419330" y="608277"/>
                  </a:lnTo>
                  <a:lnTo>
                    <a:pt x="420823" y="604195"/>
                  </a:lnTo>
                  <a:lnTo>
                    <a:pt x="422299" y="600112"/>
                  </a:lnTo>
                  <a:lnTo>
                    <a:pt x="423755" y="596030"/>
                  </a:lnTo>
                  <a:lnTo>
                    <a:pt x="425187" y="591947"/>
                  </a:lnTo>
                  <a:lnTo>
                    <a:pt x="426601" y="587865"/>
                  </a:lnTo>
                  <a:lnTo>
                    <a:pt x="427998" y="583783"/>
                  </a:lnTo>
                  <a:lnTo>
                    <a:pt x="429368" y="579700"/>
                  </a:lnTo>
                  <a:lnTo>
                    <a:pt x="430718" y="575618"/>
                  </a:lnTo>
                  <a:lnTo>
                    <a:pt x="432049" y="571535"/>
                  </a:lnTo>
                  <a:lnTo>
                    <a:pt x="433360" y="567453"/>
                  </a:lnTo>
                  <a:lnTo>
                    <a:pt x="434643" y="563371"/>
                  </a:lnTo>
                  <a:lnTo>
                    <a:pt x="435908" y="559288"/>
                  </a:lnTo>
                  <a:lnTo>
                    <a:pt x="437154" y="555206"/>
                  </a:lnTo>
                  <a:lnTo>
                    <a:pt x="438373" y="551123"/>
                  </a:lnTo>
                  <a:lnTo>
                    <a:pt x="439570" y="547041"/>
                  </a:lnTo>
                  <a:lnTo>
                    <a:pt x="440747" y="542959"/>
                  </a:lnTo>
                  <a:lnTo>
                    <a:pt x="441905" y="538876"/>
                  </a:lnTo>
                  <a:lnTo>
                    <a:pt x="443032" y="534794"/>
                  </a:lnTo>
                  <a:lnTo>
                    <a:pt x="444141" y="530711"/>
                  </a:lnTo>
                  <a:lnTo>
                    <a:pt x="445231" y="526629"/>
                  </a:lnTo>
                  <a:lnTo>
                    <a:pt x="446294" y="522547"/>
                  </a:lnTo>
                  <a:lnTo>
                    <a:pt x="447334" y="518464"/>
                  </a:lnTo>
                  <a:lnTo>
                    <a:pt x="448354" y="514382"/>
                  </a:lnTo>
                  <a:lnTo>
                    <a:pt x="449354" y="510299"/>
                  </a:lnTo>
                  <a:lnTo>
                    <a:pt x="450324" y="506217"/>
                  </a:lnTo>
                  <a:lnTo>
                    <a:pt x="451274" y="502135"/>
                  </a:lnTo>
                  <a:lnTo>
                    <a:pt x="452206" y="498052"/>
                  </a:lnTo>
                  <a:lnTo>
                    <a:pt x="453111" y="493970"/>
                  </a:lnTo>
                  <a:lnTo>
                    <a:pt x="453992" y="489887"/>
                  </a:lnTo>
                  <a:lnTo>
                    <a:pt x="454853" y="485805"/>
                  </a:lnTo>
                  <a:lnTo>
                    <a:pt x="455695" y="481723"/>
                  </a:lnTo>
                  <a:lnTo>
                    <a:pt x="456507" y="477640"/>
                  </a:lnTo>
                  <a:lnTo>
                    <a:pt x="457299" y="473558"/>
                  </a:lnTo>
                  <a:lnTo>
                    <a:pt x="458072" y="469475"/>
                  </a:lnTo>
                  <a:lnTo>
                    <a:pt x="458820" y="465393"/>
                  </a:lnTo>
                  <a:lnTo>
                    <a:pt x="459544" y="461311"/>
                  </a:lnTo>
                  <a:lnTo>
                    <a:pt x="460249" y="457228"/>
                  </a:lnTo>
                  <a:lnTo>
                    <a:pt x="460935" y="453146"/>
                  </a:lnTo>
                  <a:lnTo>
                    <a:pt x="461592" y="449063"/>
                  </a:lnTo>
                  <a:lnTo>
                    <a:pt x="462230" y="444981"/>
                  </a:lnTo>
                  <a:lnTo>
                    <a:pt x="462850" y="440899"/>
                  </a:lnTo>
                  <a:lnTo>
                    <a:pt x="463447" y="436816"/>
                  </a:lnTo>
                  <a:lnTo>
                    <a:pt x="464020" y="432734"/>
                  </a:lnTo>
                  <a:lnTo>
                    <a:pt x="464576" y="428651"/>
                  </a:lnTo>
                  <a:lnTo>
                    <a:pt x="465115" y="424569"/>
                  </a:lnTo>
                  <a:lnTo>
                    <a:pt x="465627" y="420487"/>
                  </a:lnTo>
                  <a:lnTo>
                    <a:pt x="466122" y="416404"/>
                  </a:lnTo>
                  <a:lnTo>
                    <a:pt x="466600" y="412322"/>
                  </a:lnTo>
                  <a:lnTo>
                    <a:pt x="467059" y="408239"/>
                  </a:lnTo>
                  <a:lnTo>
                    <a:pt x="467496" y="404157"/>
                  </a:lnTo>
                  <a:lnTo>
                    <a:pt x="467918" y="400075"/>
                  </a:lnTo>
                  <a:lnTo>
                    <a:pt x="468325" y="395992"/>
                  </a:lnTo>
                  <a:lnTo>
                    <a:pt x="468710" y="391910"/>
                  </a:lnTo>
                  <a:lnTo>
                    <a:pt x="469080" y="387827"/>
                  </a:lnTo>
                  <a:lnTo>
                    <a:pt x="469436" y="383745"/>
                  </a:lnTo>
                  <a:lnTo>
                    <a:pt x="469776" y="379663"/>
                  </a:lnTo>
                  <a:lnTo>
                    <a:pt x="470098" y="375580"/>
                  </a:lnTo>
                  <a:lnTo>
                    <a:pt x="470409" y="371498"/>
                  </a:lnTo>
                  <a:lnTo>
                    <a:pt x="470707" y="367415"/>
                  </a:lnTo>
                  <a:lnTo>
                    <a:pt x="470988" y="363333"/>
                  </a:lnTo>
                  <a:lnTo>
                    <a:pt x="471258" y="359251"/>
                  </a:lnTo>
                  <a:lnTo>
                    <a:pt x="471517" y="355168"/>
                  </a:lnTo>
                  <a:lnTo>
                    <a:pt x="471764" y="351086"/>
                  </a:lnTo>
                  <a:lnTo>
                    <a:pt x="471997" y="347003"/>
                  </a:lnTo>
                  <a:lnTo>
                    <a:pt x="472222" y="342921"/>
                  </a:lnTo>
                  <a:lnTo>
                    <a:pt x="472438" y="338839"/>
                  </a:lnTo>
                  <a:lnTo>
                    <a:pt x="472642" y="334756"/>
                  </a:lnTo>
                  <a:lnTo>
                    <a:pt x="472838" y="330674"/>
                  </a:lnTo>
                  <a:lnTo>
                    <a:pt x="473026" y="326591"/>
                  </a:lnTo>
                  <a:lnTo>
                    <a:pt x="473206" y="322509"/>
                  </a:lnTo>
                  <a:lnTo>
                    <a:pt x="473378" y="318427"/>
                  </a:lnTo>
                  <a:lnTo>
                    <a:pt x="473543" y="314344"/>
                  </a:lnTo>
                  <a:lnTo>
                    <a:pt x="473703" y="310262"/>
                  </a:lnTo>
                  <a:lnTo>
                    <a:pt x="473854" y="306179"/>
                  </a:lnTo>
                  <a:lnTo>
                    <a:pt x="474001" y="302097"/>
                  </a:lnTo>
                  <a:lnTo>
                    <a:pt x="474142" y="298015"/>
                  </a:lnTo>
                  <a:lnTo>
                    <a:pt x="474279" y="293932"/>
                  </a:lnTo>
                  <a:lnTo>
                    <a:pt x="474410" y="289850"/>
                  </a:lnTo>
                  <a:lnTo>
                    <a:pt x="474538" y="285767"/>
                  </a:lnTo>
                  <a:lnTo>
                    <a:pt x="474661" y="281685"/>
                  </a:lnTo>
                  <a:lnTo>
                    <a:pt x="474781" y="277603"/>
                  </a:lnTo>
                  <a:lnTo>
                    <a:pt x="474896" y="273520"/>
                  </a:lnTo>
                  <a:lnTo>
                    <a:pt x="475009" y="269438"/>
                  </a:lnTo>
                  <a:lnTo>
                    <a:pt x="475119" y="265355"/>
                  </a:lnTo>
                  <a:lnTo>
                    <a:pt x="475225" y="261273"/>
                  </a:lnTo>
                  <a:lnTo>
                    <a:pt x="475329" y="257191"/>
                  </a:lnTo>
                  <a:lnTo>
                    <a:pt x="475430" y="253108"/>
                  </a:lnTo>
                  <a:lnTo>
                    <a:pt x="475529" y="249026"/>
                  </a:lnTo>
                  <a:lnTo>
                    <a:pt x="475625" y="244943"/>
                  </a:lnTo>
                  <a:lnTo>
                    <a:pt x="475719" y="240861"/>
                  </a:lnTo>
                  <a:lnTo>
                    <a:pt x="475811" y="236779"/>
                  </a:lnTo>
                  <a:lnTo>
                    <a:pt x="475900" y="232696"/>
                  </a:lnTo>
                  <a:lnTo>
                    <a:pt x="475988" y="228614"/>
                  </a:lnTo>
                  <a:lnTo>
                    <a:pt x="476074" y="224531"/>
                  </a:lnTo>
                  <a:lnTo>
                    <a:pt x="476157" y="220449"/>
                  </a:lnTo>
                  <a:lnTo>
                    <a:pt x="476238" y="216367"/>
                  </a:lnTo>
                  <a:lnTo>
                    <a:pt x="476318" y="212284"/>
                  </a:lnTo>
                  <a:lnTo>
                    <a:pt x="476395" y="208202"/>
                  </a:lnTo>
                  <a:lnTo>
                    <a:pt x="476470" y="204119"/>
                  </a:lnTo>
                  <a:lnTo>
                    <a:pt x="476543" y="200037"/>
                  </a:lnTo>
                  <a:lnTo>
                    <a:pt x="476615" y="195955"/>
                  </a:lnTo>
                  <a:lnTo>
                    <a:pt x="476684" y="191872"/>
                  </a:lnTo>
                  <a:lnTo>
                    <a:pt x="476751" y="187790"/>
                  </a:lnTo>
                  <a:lnTo>
                    <a:pt x="476816" y="183707"/>
                  </a:lnTo>
                  <a:lnTo>
                    <a:pt x="476880" y="179625"/>
                  </a:lnTo>
                  <a:lnTo>
                    <a:pt x="476940" y="175543"/>
                  </a:lnTo>
                  <a:lnTo>
                    <a:pt x="476999" y="171460"/>
                  </a:lnTo>
                  <a:lnTo>
                    <a:pt x="477056" y="167378"/>
                  </a:lnTo>
                  <a:lnTo>
                    <a:pt x="477111" y="163295"/>
                  </a:lnTo>
                  <a:lnTo>
                    <a:pt x="477163" y="159213"/>
                  </a:lnTo>
                  <a:lnTo>
                    <a:pt x="477214" y="155131"/>
                  </a:lnTo>
                  <a:lnTo>
                    <a:pt x="477262" y="151048"/>
                  </a:lnTo>
                  <a:lnTo>
                    <a:pt x="477308" y="146966"/>
                  </a:lnTo>
                  <a:lnTo>
                    <a:pt x="477353" y="142883"/>
                  </a:lnTo>
                  <a:lnTo>
                    <a:pt x="477395" y="138801"/>
                  </a:lnTo>
                  <a:lnTo>
                    <a:pt x="477435" y="134719"/>
                  </a:lnTo>
                  <a:lnTo>
                    <a:pt x="477474" y="130636"/>
                  </a:lnTo>
                  <a:lnTo>
                    <a:pt x="477510" y="126554"/>
                  </a:lnTo>
                  <a:lnTo>
                    <a:pt x="477545" y="122471"/>
                  </a:lnTo>
                  <a:lnTo>
                    <a:pt x="477577" y="118389"/>
                  </a:lnTo>
                  <a:lnTo>
                    <a:pt x="477608" y="114307"/>
                  </a:lnTo>
                  <a:lnTo>
                    <a:pt x="477638" y="110224"/>
                  </a:lnTo>
                  <a:lnTo>
                    <a:pt x="477665" y="106142"/>
                  </a:lnTo>
                  <a:lnTo>
                    <a:pt x="477691" y="102059"/>
                  </a:lnTo>
                  <a:lnTo>
                    <a:pt x="477715" y="97977"/>
                  </a:lnTo>
                  <a:lnTo>
                    <a:pt x="477738" y="93895"/>
                  </a:lnTo>
                  <a:lnTo>
                    <a:pt x="477759" y="89812"/>
                  </a:lnTo>
                  <a:lnTo>
                    <a:pt x="477779" y="85730"/>
                  </a:lnTo>
                  <a:lnTo>
                    <a:pt x="477798" y="81647"/>
                  </a:lnTo>
                  <a:lnTo>
                    <a:pt x="477815" y="77565"/>
                  </a:lnTo>
                  <a:lnTo>
                    <a:pt x="477831" y="73483"/>
                  </a:lnTo>
                  <a:lnTo>
                    <a:pt x="477846" y="69400"/>
                  </a:lnTo>
                  <a:lnTo>
                    <a:pt x="477860" y="65318"/>
                  </a:lnTo>
                  <a:lnTo>
                    <a:pt x="477873" y="61235"/>
                  </a:lnTo>
                  <a:lnTo>
                    <a:pt x="477884" y="57153"/>
                  </a:lnTo>
                  <a:lnTo>
                    <a:pt x="477895" y="53071"/>
                  </a:lnTo>
                  <a:lnTo>
                    <a:pt x="477905" y="48988"/>
                  </a:lnTo>
                  <a:lnTo>
                    <a:pt x="477914" y="44906"/>
                  </a:lnTo>
                  <a:lnTo>
                    <a:pt x="477923" y="40823"/>
                  </a:lnTo>
                  <a:lnTo>
                    <a:pt x="477931" y="36741"/>
                  </a:lnTo>
                  <a:lnTo>
                    <a:pt x="477938" y="32659"/>
                  </a:lnTo>
                  <a:lnTo>
                    <a:pt x="477944" y="28576"/>
                  </a:lnTo>
                  <a:lnTo>
                    <a:pt x="477950" y="24494"/>
                  </a:lnTo>
                  <a:lnTo>
                    <a:pt x="477955" y="20411"/>
                  </a:lnTo>
                  <a:lnTo>
                    <a:pt x="477960" y="16329"/>
                  </a:lnTo>
                  <a:lnTo>
                    <a:pt x="477964" y="12247"/>
                  </a:lnTo>
                  <a:lnTo>
                    <a:pt x="477968" y="8164"/>
                  </a:lnTo>
                  <a:lnTo>
                    <a:pt x="477972" y="4082"/>
                  </a:lnTo>
                  <a:lnTo>
                    <a:pt x="478026" y="0"/>
                  </a:lnTo>
                  <a:lnTo>
                    <a:pt x="478029" y="4082"/>
                  </a:lnTo>
                  <a:lnTo>
                    <a:pt x="478033" y="8164"/>
                  </a:lnTo>
                  <a:lnTo>
                    <a:pt x="478037" y="12247"/>
                  </a:lnTo>
                  <a:lnTo>
                    <a:pt x="478041" y="16329"/>
                  </a:lnTo>
                  <a:lnTo>
                    <a:pt x="478046" y="20411"/>
                  </a:lnTo>
                  <a:lnTo>
                    <a:pt x="478051" y="24494"/>
                  </a:lnTo>
                  <a:lnTo>
                    <a:pt x="478057" y="28576"/>
                  </a:lnTo>
                  <a:lnTo>
                    <a:pt x="478064" y="32659"/>
                  </a:lnTo>
                  <a:lnTo>
                    <a:pt x="478071" y="36741"/>
                  </a:lnTo>
                  <a:lnTo>
                    <a:pt x="478078" y="40823"/>
                  </a:lnTo>
                  <a:lnTo>
                    <a:pt x="478087" y="44906"/>
                  </a:lnTo>
                  <a:lnTo>
                    <a:pt x="478096" y="48988"/>
                  </a:lnTo>
                  <a:lnTo>
                    <a:pt x="478106" y="53071"/>
                  </a:lnTo>
                  <a:lnTo>
                    <a:pt x="478117" y="57153"/>
                  </a:lnTo>
                  <a:lnTo>
                    <a:pt x="478129" y="61235"/>
                  </a:lnTo>
                  <a:lnTo>
                    <a:pt x="478141" y="65318"/>
                  </a:lnTo>
                  <a:lnTo>
                    <a:pt x="478155" y="69400"/>
                  </a:lnTo>
                  <a:lnTo>
                    <a:pt x="478170" y="73483"/>
                  </a:lnTo>
                  <a:lnTo>
                    <a:pt x="478186" y="77565"/>
                  </a:lnTo>
                  <a:lnTo>
                    <a:pt x="478203" y="81647"/>
                  </a:lnTo>
                  <a:lnTo>
                    <a:pt x="478222" y="85730"/>
                  </a:lnTo>
                  <a:lnTo>
                    <a:pt x="478242" y="89812"/>
                  </a:lnTo>
                  <a:lnTo>
                    <a:pt x="478263" y="93895"/>
                  </a:lnTo>
                  <a:lnTo>
                    <a:pt x="478286" y="97977"/>
                  </a:lnTo>
                  <a:lnTo>
                    <a:pt x="478310" y="102059"/>
                  </a:lnTo>
                  <a:lnTo>
                    <a:pt x="478336" y="106142"/>
                  </a:lnTo>
                  <a:lnTo>
                    <a:pt x="478364" y="110224"/>
                  </a:lnTo>
                  <a:lnTo>
                    <a:pt x="478393" y="114307"/>
                  </a:lnTo>
                  <a:lnTo>
                    <a:pt x="478424" y="118389"/>
                  </a:lnTo>
                  <a:lnTo>
                    <a:pt x="478456" y="122471"/>
                  </a:lnTo>
                  <a:lnTo>
                    <a:pt x="478491" y="126554"/>
                  </a:lnTo>
                  <a:lnTo>
                    <a:pt x="478528" y="130636"/>
                  </a:lnTo>
                  <a:lnTo>
                    <a:pt x="478566" y="134719"/>
                  </a:lnTo>
                  <a:lnTo>
                    <a:pt x="478606" y="138801"/>
                  </a:lnTo>
                  <a:lnTo>
                    <a:pt x="478649" y="142883"/>
                  </a:lnTo>
                  <a:lnTo>
                    <a:pt x="478693" y="146966"/>
                  </a:lnTo>
                  <a:lnTo>
                    <a:pt x="478739" y="151048"/>
                  </a:lnTo>
                  <a:lnTo>
                    <a:pt x="478788" y="155131"/>
                  </a:lnTo>
                  <a:lnTo>
                    <a:pt x="478838" y="159213"/>
                  </a:lnTo>
                  <a:lnTo>
                    <a:pt x="478891" y="163295"/>
                  </a:lnTo>
                  <a:lnTo>
                    <a:pt x="478945" y="167378"/>
                  </a:lnTo>
                  <a:lnTo>
                    <a:pt x="479002" y="171460"/>
                  </a:lnTo>
                  <a:lnTo>
                    <a:pt x="479061" y="175543"/>
                  </a:lnTo>
                  <a:lnTo>
                    <a:pt x="479122" y="179625"/>
                  </a:lnTo>
                  <a:lnTo>
                    <a:pt x="479185" y="183707"/>
                  </a:lnTo>
                  <a:lnTo>
                    <a:pt x="479250" y="187790"/>
                  </a:lnTo>
                  <a:lnTo>
                    <a:pt x="479317" y="191872"/>
                  </a:lnTo>
                  <a:lnTo>
                    <a:pt x="479386" y="195955"/>
                  </a:lnTo>
                  <a:lnTo>
                    <a:pt x="479458" y="200037"/>
                  </a:lnTo>
                  <a:lnTo>
                    <a:pt x="479531" y="204119"/>
                  </a:lnTo>
                  <a:lnTo>
                    <a:pt x="479606" y="208202"/>
                  </a:lnTo>
                  <a:lnTo>
                    <a:pt x="479684" y="212284"/>
                  </a:lnTo>
                  <a:lnTo>
                    <a:pt x="479763" y="216367"/>
                  </a:lnTo>
                  <a:lnTo>
                    <a:pt x="479844" y="220449"/>
                  </a:lnTo>
                  <a:lnTo>
                    <a:pt x="479928" y="224531"/>
                  </a:lnTo>
                  <a:lnTo>
                    <a:pt x="480013" y="228614"/>
                  </a:lnTo>
                  <a:lnTo>
                    <a:pt x="480101" y="232696"/>
                  </a:lnTo>
                  <a:lnTo>
                    <a:pt x="480190" y="236779"/>
                  </a:lnTo>
                  <a:lnTo>
                    <a:pt x="480282" y="240861"/>
                  </a:lnTo>
                  <a:lnTo>
                    <a:pt x="480376" y="244943"/>
                  </a:lnTo>
                  <a:lnTo>
                    <a:pt x="480472" y="249026"/>
                  </a:lnTo>
                  <a:lnTo>
                    <a:pt x="480571" y="253108"/>
                  </a:lnTo>
                  <a:lnTo>
                    <a:pt x="480672" y="257191"/>
                  </a:lnTo>
                  <a:lnTo>
                    <a:pt x="480776" y="261273"/>
                  </a:lnTo>
                  <a:lnTo>
                    <a:pt x="480882" y="265355"/>
                  </a:lnTo>
                  <a:lnTo>
                    <a:pt x="480992" y="269438"/>
                  </a:lnTo>
                  <a:lnTo>
                    <a:pt x="481105" y="273520"/>
                  </a:lnTo>
                  <a:lnTo>
                    <a:pt x="481221" y="277603"/>
                  </a:lnTo>
                  <a:lnTo>
                    <a:pt x="481340" y="281685"/>
                  </a:lnTo>
                  <a:lnTo>
                    <a:pt x="481464" y="285767"/>
                  </a:lnTo>
                  <a:lnTo>
                    <a:pt x="481591" y="289850"/>
                  </a:lnTo>
                  <a:lnTo>
                    <a:pt x="481722" y="293932"/>
                  </a:lnTo>
                  <a:lnTo>
                    <a:pt x="481859" y="298015"/>
                  </a:lnTo>
                  <a:lnTo>
                    <a:pt x="482001" y="302097"/>
                  </a:lnTo>
                  <a:lnTo>
                    <a:pt x="482147" y="306179"/>
                  </a:lnTo>
                  <a:lnTo>
                    <a:pt x="482299" y="310262"/>
                  </a:lnTo>
                  <a:lnTo>
                    <a:pt x="482458" y="314344"/>
                  </a:lnTo>
                  <a:lnTo>
                    <a:pt x="482624" y="318427"/>
                  </a:lnTo>
                  <a:lnTo>
                    <a:pt x="482795" y="322509"/>
                  </a:lnTo>
                  <a:lnTo>
                    <a:pt x="482975" y="326591"/>
                  </a:lnTo>
                  <a:lnTo>
                    <a:pt x="483164" y="330674"/>
                  </a:lnTo>
                  <a:lnTo>
                    <a:pt x="483359" y="334756"/>
                  </a:lnTo>
                  <a:lnTo>
                    <a:pt x="483563" y="338839"/>
                  </a:lnTo>
                  <a:lnTo>
                    <a:pt x="483779" y="342921"/>
                  </a:lnTo>
                  <a:lnTo>
                    <a:pt x="484004" y="347003"/>
                  </a:lnTo>
                  <a:lnTo>
                    <a:pt x="484238" y="351086"/>
                  </a:lnTo>
                  <a:lnTo>
                    <a:pt x="484485" y="355168"/>
                  </a:lnTo>
                  <a:lnTo>
                    <a:pt x="484744" y="359251"/>
                  </a:lnTo>
                  <a:lnTo>
                    <a:pt x="485013" y="363333"/>
                  </a:lnTo>
                  <a:lnTo>
                    <a:pt x="485294" y="367415"/>
                  </a:lnTo>
                  <a:lnTo>
                    <a:pt x="485592" y="371498"/>
                  </a:lnTo>
                  <a:lnTo>
                    <a:pt x="485903" y="375580"/>
                  </a:lnTo>
                  <a:lnTo>
                    <a:pt x="486225" y="379663"/>
                  </a:lnTo>
                  <a:lnTo>
                    <a:pt x="486565" y="383745"/>
                  </a:lnTo>
                  <a:lnTo>
                    <a:pt x="486922" y="387827"/>
                  </a:lnTo>
                  <a:lnTo>
                    <a:pt x="487291" y="391910"/>
                  </a:lnTo>
                  <a:lnTo>
                    <a:pt x="487676" y="395992"/>
                  </a:lnTo>
                  <a:lnTo>
                    <a:pt x="488083" y="400075"/>
                  </a:lnTo>
                  <a:lnTo>
                    <a:pt x="488505" y="404157"/>
                  </a:lnTo>
                  <a:lnTo>
                    <a:pt x="488943" y="408239"/>
                  </a:lnTo>
                  <a:lnTo>
                    <a:pt x="489401" y="412322"/>
                  </a:lnTo>
                  <a:lnTo>
                    <a:pt x="489880" y="416404"/>
                  </a:lnTo>
                  <a:lnTo>
                    <a:pt x="490375" y="420487"/>
                  </a:lnTo>
                  <a:lnTo>
                    <a:pt x="490886" y="424569"/>
                  </a:lnTo>
                  <a:lnTo>
                    <a:pt x="491425" y="428651"/>
                  </a:lnTo>
                  <a:lnTo>
                    <a:pt x="491981" y="432734"/>
                  </a:lnTo>
                  <a:lnTo>
                    <a:pt x="492554" y="436816"/>
                  </a:lnTo>
                  <a:lnTo>
                    <a:pt x="493151" y="440899"/>
                  </a:lnTo>
                  <a:lnTo>
                    <a:pt x="493771" y="444981"/>
                  </a:lnTo>
                  <a:lnTo>
                    <a:pt x="494410" y="449063"/>
                  </a:lnTo>
                  <a:lnTo>
                    <a:pt x="495066" y="453146"/>
                  </a:lnTo>
                  <a:lnTo>
                    <a:pt x="495752" y="457228"/>
                  </a:lnTo>
                  <a:lnTo>
                    <a:pt x="496457" y="461311"/>
                  </a:lnTo>
                  <a:lnTo>
                    <a:pt x="497181" y="465393"/>
                  </a:lnTo>
                  <a:lnTo>
                    <a:pt x="497929" y="469475"/>
                  </a:lnTo>
                  <a:lnTo>
                    <a:pt x="498702" y="473558"/>
                  </a:lnTo>
                  <a:lnTo>
                    <a:pt x="499495" y="477640"/>
                  </a:lnTo>
                  <a:lnTo>
                    <a:pt x="500306" y="481723"/>
                  </a:lnTo>
                  <a:lnTo>
                    <a:pt x="501148" y="485805"/>
                  </a:lnTo>
                  <a:lnTo>
                    <a:pt x="502009" y="489887"/>
                  </a:lnTo>
                  <a:lnTo>
                    <a:pt x="502890" y="493970"/>
                  </a:lnTo>
                  <a:lnTo>
                    <a:pt x="503795" y="498052"/>
                  </a:lnTo>
                  <a:lnTo>
                    <a:pt x="504727" y="502135"/>
                  </a:lnTo>
                  <a:lnTo>
                    <a:pt x="505677" y="506217"/>
                  </a:lnTo>
                  <a:lnTo>
                    <a:pt x="506647" y="510299"/>
                  </a:lnTo>
                  <a:lnTo>
                    <a:pt x="507647" y="514382"/>
                  </a:lnTo>
                  <a:lnTo>
                    <a:pt x="508668" y="518464"/>
                  </a:lnTo>
                  <a:lnTo>
                    <a:pt x="509707" y="522547"/>
                  </a:lnTo>
                  <a:lnTo>
                    <a:pt x="510770" y="526629"/>
                  </a:lnTo>
                  <a:lnTo>
                    <a:pt x="511860" y="530711"/>
                  </a:lnTo>
                  <a:lnTo>
                    <a:pt x="512969" y="534794"/>
                  </a:lnTo>
                  <a:lnTo>
                    <a:pt x="514097" y="538876"/>
                  </a:lnTo>
                  <a:lnTo>
                    <a:pt x="515254" y="542959"/>
                  </a:lnTo>
                  <a:lnTo>
                    <a:pt x="516432" y="547041"/>
                  </a:lnTo>
                  <a:lnTo>
                    <a:pt x="517628" y="551123"/>
                  </a:lnTo>
                  <a:lnTo>
                    <a:pt x="518847" y="555206"/>
                  </a:lnTo>
                  <a:lnTo>
                    <a:pt x="520094" y="559288"/>
                  </a:lnTo>
                  <a:lnTo>
                    <a:pt x="521358" y="563371"/>
                  </a:lnTo>
                  <a:lnTo>
                    <a:pt x="522641" y="567453"/>
                  </a:lnTo>
                  <a:lnTo>
                    <a:pt x="523952" y="571535"/>
                  </a:lnTo>
                  <a:lnTo>
                    <a:pt x="525283" y="575618"/>
                  </a:lnTo>
                  <a:lnTo>
                    <a:pt x="526633" y="579700"/>
                  </a:lnTo>
                  <a:lnTo>
                    <a:pt x="528004" y="583783"/>
                  </a:lnTo>
                  <a:lnTo>
                    <a:pt x="529400" y="587865"/>
                  </a:lnTo>
                  <a:lnTo>
                    <a:pt x="530814" y="591947"/>
                  </a:lnTo>
                  <a:lnTo>
                    <a:pt x="532246" y="596030"/>
                  </a:lnTo>
                  <a:lnTo>
                    <a:pt x="533703" y="600112"/>
                  </a:lnTo>
                  <a:lnTo>
                    <a:pt x="535179" y="604195"/>
                  </a:lnTo>
                  <a:lnTo>
                    <a:pt x="536671" y="608277"/>
                  </a:lnTo>
                  <a:lnTo>
                    <a:pt x="538182" y="612359"/>
                  </a:lnTo>
                  <a:lnTo>
                    <a:pt x="539716" y="616442"/>
                  </a:lnTo>
                  <a:lnTo>
                    <a:pt x="541265" y="620524"/>
                  </a:lnTo>
                  <a:lnTo>
                    <a:pt x="542829" y="624607"/>
                  </a:lnTo>
                  <a:lnTo>
                    <a:pt x="544413" y="628689"/>
                  </a:lnTo>
                  <a:lnTo>
                    <a:pt x="546013" y="632771"/>
                  </a:lnTo>
                  <a:lnTo>
                    <a:pt x="547626" y="636854"/>
                  </a:lnTo>
                  <a:lnTo>
                    <a:pt x="549253" y="640936"/>
                  </a:lnTo>
                  <a:lnTo>
                    <a:pt x="550896" y="645019"/>
                  </a:lnTo>
                  <a:lnTo>
                    <a:pt x="552550" y="649101"/>
                  </a:lnTo>
                  <a:lnTo>
                    <a:pt x="554213" y="653183"/>
                  </a:lnTo>
                  <a:lnTo>
                    <a:pt x="555889" y="657266"/>
                  </a:lnTo>
                  <a:lnTo>
                    <a:pt x="557574" y="661348"/>
                  </a:lnTo>
                  <a:lnTo>
                    <a:pt x="559266" y="665431"/>
                  </a:lnTo>
                  <a:lnTo>
                    <a:pt x="560964" y="669513"/>
                  </a:lnTo>
                  <a:lnTo>
                    <a:pt x="562669" y="673595"/>
                  </a:lnTo>
                  <a:lnTo>
                    <a:pt x="564377" y="677678"/>
                  </a:lnTo>
                  <a:lnTo>
                    <a:pt x="566087" y="681760"/>
                  </a:lnTo>
                  <a:lnTo>
                    <a:pt x="567800" y="685843"/>
                  </a:lnTo>
                  <a:lnTo>
                    <a:pt x="569511" y="689925"/>
                  </a:lnTo>
                  <a:lnTo>
                    <a:pt x="571222" y="694007"/>
                  </a:lnTo>
                  <a:lnTo>
                    <a:pt x="572930" y="698090"/>
                  </a:lnTo>
                  <a:lnTo>
                    <a:pt x="574632" y="702172"/>
                  </a:lnTo>
                  <a:lnTo>
                    <a:pt x="576329" y="706255"/>
                  </a:lnTo>
                  <a:lnTo>
                    <a:pt x="578020" y="710337"/>
                  </a:lnTo>
                  <a:lnTo>
                    <a:pt x="579702" y="714419"/>
                  </a:lnTo>
                  <a:lnTo>
                    <a:pt x="581373" y="718502"/>
                  </a:lnTo>
                  <a:lnTo>
                    <a:pt x="583035" y="722584"/>
                  </a:lnTo>
                  <a:lnTo>
                    <a:pt x="584686" y="726667"/>
                  </a:lnTo>
                  <a:lnTo>
                    <a:pt x="586320" y="730749"/>
                  </a:lnTo>
                  <a:lnTo>
                    <a:pt x="587942" y="734831"/>
                  </a:lnTo>
                  <a:lnTo>
                    <a:pt x="589552" y="738914"/>
                  </a:lnTo>
                  <a:lnTo>
                    <a:pt x="591144" y="742996"/>
                  </a:lnTo>
                  <a:lnTo>
                    <a:pt x="592718" y="747079"/>
                  </a:lnTo>
                  <a:lnTo>
                    <a:pt x="594278" y="751161"/>
                  </a:lnTo>
                  <a:lnTo>
                    <a:pt x="595824" y="755243"/>
                  </a:lnTo>
                  <a:lnTo>
                    <a:pt x="597346" y="759326"/>
                  </a:lnTo>
                  <a:lnTo>
                    <a:pt x="598853" y="763408"/>
                  </a:lnTo>
                  <a:lnTo>
                    <a:pt x="600345" y="767491"/>
                  </a:lnTo>
                  <a:lnTo>
                    <a:pt x="601819" y="771573"/>
                  </a:lnTo>
                  <a:lnTo>
                    <a:pt x="603273" y="775655"/>
                  </a:lnTo>
                  <a:lnTo>
                    <a:pt x="604713" y="779738"/>
                  </a:lnTo>
                  <a:lnTo>
                    <a:pt x="606140" y="783820"/>
                  </a:lnTo>
                  <a:lnTo>
                    <a:pt x="607546" y="787903"/>
                  </a:lnTo>
                  <a:lnTo>
                    <a:pt x="608939" y="791985"/>
                  </a:lnTo>
                  <a:lnTo>
                    <a:pt x="610321" y="796067"/>
                  </a:lnTo>
                  <a:lnTo>
                    <a:pt x="611689" y="800150"/>
                  </a:lnTo>
                  <a:lnTo>
                    <a:pt x="613044" y="804232"/>
                  </a:lnTo>
                  <a:lnTo>
                    <a:pt x="614390" y="808315"/>
                  </a:lnTo>
                  <a:lnTo>
                    <a:pt x="615729" y="812397"/>
                  </a:lnTo>
                  <a:lnTo>
                    <a:pt x="617056" y="816479"/>
                  </a:lnTo>
                  <a:lnTo>
                    <a:pt x="618378" y="820562"/>
                  </a:lnTo>
                  <a:lnTo>
                    <a:pt x="619695" y="824644"/>
                  </a:lnTo>
                  <a:lnTo>
                    <a:pt x="621007" y="828727"/>
                  </a:lnTo>
                  <a:lnTo>
                    <a:pt x="622316" y="832809"/>
                  </a:lnTo>
                  <a:lnTo>
                    <a:pt x="623625" y="836891"/>
                  </a:lnTo>
                  <a:lnTo>
                    <a:pt x="624933" y="840974"/>
                  </a:lnTo>
                  <a:lnTo>
                    <a:pt x="626242" y="845056"/>
                  </a:lnTo>
                  <a:lnTo>
                    <a:pt x="627553" y="849139"/>
                  </a:lnTo>
                  <a:lnTo>
                    <a:pt x="628867" y="853221"/>
                  </a:lnTo>
                  <a:lnTo>
                    <a:pt x="630185" y="857303"/>
                  </a:lnTo>
                  <a:lnTo>
                    <a:pt x="631510" y="861386"/>
                  </a:lnTo>
                  <a:lnTo>
                    <a:pt x="632839" y="865468"/>
                  </a:lnTo>
                  <a:lnTo>
                    <a:pt x="634174" y="869551"/>
                  </a:lnTo>
                  <a:lnTo>
                    <a:pt x="635518" y="873633"/>
                  </a:lnTo>
                  <a:lnTo>
                    <a:pt x="636870" y="877715"/>
                  </a:lnTo>
                  <a:lnTo>
                    <a:pt x="638228" y="881798"/>
                  </a:lnTo>
                  <a:lnTo>
                    <a:pt x="639594" y="885880"/>
                  </a:lnTo>
                  <a:lnTo>
                    <a:pt x="640970" y="889963"/>
                  </a:lnTo>
                  <a:lnTo>
                    <a:pt x="642353" y="894045"/>
                  </a:lnTo>
                  <a:lnTo>
                    <a:pt x="643742" y="898127"/>
                  </a:lnTo>
                  <a:lnTo>
                    <a:pt x="645141" y="902210"/>
                  </a:lnTo>
                  <a:lnTo>
                    <a:pt x="646547" y="906292"/>
                  </a:lnTo>
                  <a:lnTo>
                    <a:pt x="647959" y="910375"/>
                  </a:lnTo>
                  <a:lnTo>
                    <a:pt x="649376" y="914457"/>
                  </a:lnTo>
                  <a:lnTo>
                    <a:pt x="650800" y="918539"/>
                  </a:lnTo>
                  <a:lnTo>
                    <a:pt x="652227" y="922622"/>
                  </a:lnTo>
                  <a:lnTo>
                    <a:pt x="653657" y="926704"/>
                  </a:lnTo>
                  <a:lnTo>
                    <a:pt x="655090" y="930787"/>
                  </a:lnTo>
                  <a:lnTo>
                    <a:pt x="656524" y="934869"/>
                  </a:lnTo>
                  <a:lnTo>
                    <a:pt x="657958" y="938951"/>
                  </a:lnTo>
                  <a:lnTo>
                    <a:pt x="659392" y="943034"/>
                  </a:lnTo>
                  <a:lnTo>
                    <a:pt x="660823" y="947116"/>
                  </a:lnTo>
                  <a:lnTo>
                    <a:pt x="662251" y="951199"/>
                  </a:lnTo>
                  <a:lnTo>
                    <a:pt x="663676" y="955281"/>
                  </a:lnTo>
                  <a:lnTo>
                    <a:pt x="665094" y="959363"/>
                  </a:lnTo>
                  <a:lnTo>
                    <a:pt x="666505" y="963446"/>
                  </a:lnTo>
                  <a:lnTo>
                    <a:pt x="667909" y="967528"/>
                  </a:lnTo>
                  <a:lnTo>
                    <a:pt x="669306" y="971611"/>
                  </a:lnTo>
                  <a:lnTo>
                    <a:pt x="670690" y="975693"/>
                  </a:lnTo>
                  <a:lnTo>
                    <a:pt x="672064" y="979775"/>
                  </a:lnTo>
                  <a:lnTo>
                    <a:pt x="673429" y="983858"/>
                  </a:lnTo>
                  <a:lnTo>
                    <a:pt x="674780" y="987940"/>
                  </a:lnTo>
                  <a:lnTo>
                    <a:pt x="676117" y="992022"/>
                  </a:lnTo>
                  <a:lnTo>
                    <a:pt x="677443" y="996105"/>
                  </a:lnTo>
                  <a:lnTo>
                    <a:pt x="678756" y="1000187"/>
                  </a:lnTo>
                  <a:lnTo>
                    <a:pt x="680049" y="1004270"/>
                  </a:lnTo>
                  <a:lnTo>
                    <a:pt x="681329" y="1008352"/>
                  </a:lnTo>
                  <a:lnTo>
                    <a:pt x="682597" y="1012434"/>
                  </a:lnTo>
                  <a:lnTo>
                    <a:pt x="683846" y="1016517"/>
                  </a:lnTo>
                  <a:lnTo>
                    <a:pt x="685079" y="1020599"/>
                  </a:lnTo>
                  <a:lnTo>
                    <a:pt x="686298" y="1024682"/>
                  </a:lnTo>
                  <a:lnTo>
                    <a:pt x="687503" y="1028764"/>
                  </a:lnTo>
                  <a:lnTo>
                    <a:pt x="688687" y="1032846"/>
                  </a:lnTo>
                  <a:lnTo>
                    <a:pt x="689857" y="1036929"/>
                  </a:lnTo>
                  <a:lnTo>
                    <a:pt x="691014" y="1041011"/>
                  </a:lnTo>
                  <a:lnTo>
                    <a:pt x="692153" y="1045094"/>
                  </a:lnTo>
                  <a:lnTo>
                    <a:pt x="693275" y="1049176"/>
                  </a:lnTo>
                  <a:lnTo>
                    <a:pt x="694383" y="1053258"/>
                  </a:lnTo>
                  <a:lnTo>
                    <a:pt x="694844" y="1054974"/>
                  </a:lnTo>
                  <a:lnTo>
                    <a:pt x="695479" y="1057341"/>
                  </a:lnTo>
                  <a:lnTo>
                    <a:pt x="696553" y="1061423"/>
                  </a:lnTo>
                  <a:lnTo>
                    <a:pt x="697614" y="1065506"/>
                  </a:lnTo>
                  <a:lnTo>
                    <a:pt x="698663" y="1069588"/>
                  </a:lnTo>
                  <a:lnTo>
                    <a:pt x="699694" y="1073670"/>
                  </a:lnTo>
                  <a:lnTo>
                    <a:pt x="700708" y="1077753"/>
                  </a:lnTo>
                  <a:lnTo>
                    <a:pt x="701708" y="1081835"/>
                  </a:lnTo>
                  <a:lnTo>
                    <a:pt x="702694" y="1085918"/>
                  </a:lnTo>
                  <a:lnTo>
                    <a:pt x="703659" y="1090000"/>
                  </a:lnTo>
                  <a:lnTo>
                    <a:pt x="704607" y="1094082"/>
                  </a:lnTo>
                  <a:lnTo>
                    <a:pt x="705541" y="1098165"/>
                  </a:lnTo>
                  <a:lnTo>
                    <a:pt x="706456" y="1102247"/>
                  </a:lnTo>
                  <a:lnTo>
                    <a:pt x="707347" y="1106330"/>
                  </a:lnTo>
                  <a:lnTo>
                    <a:pt x="708221" y="1110412"/>
                  </a:lnTo>
                  <a:lnTo>
                    <a:pt x="709076" y="1114494"/>
                  </a:lnTo>
                  <a:lnTo>
                    <a:pt x="709901" y="1118577"/>
                  </a:lnTo>
                  <a:lnTo>
                    <a:pt x="710703" y="1122659"/>
                  </a:lnTo>
                  <a:lnTo>
                    <a:pt x="711483" y="1126742"/>
                  </a:lnTo>
                  <a:lnTo>
                    <a:pt x="712234" y="1130824"/>
                  </a:lnTo>
                  <a:lnTo>
                    <a:pt x="712948" y="1134906"/>
                  </a:lnTo>
                  <a:lnTo>
                    <a:pt x="713635" y="1138989"/>
                  </a:lnTo>
                  <a:lnTo>
                    <a:pt x="714293" y="1143071"/>
                  </a:lnTo>
                  <a:lnTo>
                    <a:pt x="714903" y="1147154"/>
                  </a:lnTo>
                  <a:lnTo>
                    <a:pt x="715475" y="1151236"/>
                  </a:lnTo>
                  <a:lnTo>
                    <a:pt x="716011" y="1155318"/>
                  </a:lnTo>
                  <a:lnTo>
                    <a:pt x="716503" y="1159401"/>
                  </a:lnTo>
                  <a:lnTo>
                    <a:pt x="716936" y="1163483"/>
                  </a:lnTo>
                  <a:lnTo>
                    <a:pt x="717325" y="1167566"/>
                  </a:lnTo>
                  <a:lnTo>
                    <a:pt x="717669" y="1171648"/>
                  </a:lnTo>
                  <a:lnTo>
                    <a:pt x="717942" y="1175730"/>
                  </a:lnTo>
                  <a:lnTo>
                    <a:pt x="718155" y="1179813"/>
                  </a:lnTo>
                  <a:lnTo>
                    <a:pt x="718316" y="1183895"/>
                  </a:lnTo>
                  <a:lnTo>
                    <a:pt x="718412" y="1187978"/>
                  </a:lnTo>
                  <a:lnTo>
                    <a:pt x="718421" y="1192060"/>
                  </a:lnTo>
                  <a:lnTo>
                    <a:pt x="718368" y="1196142"/>
                  </a:lnTo>
                  <a:lnTo>
                    <a:pt x="718253" y="1200225"/>
                  </a:lnTo>
                  <a:lnTo>
                    <a:pt x="718040" y="1204307"/>
                  </a:lnTo>
                  <a:lnTo>
                    <a:pt x="717746" y="1208390"/>
                  </a:lnTo>
                  <a:lnTo>
                    <a:pt x="717382" y="1212472"/>
                  </a:lnTo>
                  <a:lnTo>
                    <a:pt x="716936" y="1216554"/>
                  </a:lnTo>
                  <a:lnTo>
                    <a:pt x="716375" y="1220637"/>
                  </a:lnTo>
                  <a:lnTo>
                    <a:pt x="715738" y="1224719"/>
                  </a:lnTo>
                  <a:lnTo>
                    <a:pt x="715023" y="1228802"/>
                  </a:lnTo>
                  <a:lnTo>
                    <a:pt x="714192" y="1232884"/>
                  </a:lnTo>
                  <a:lnTo>
                    <a:pt x="713262" y="1236966"/>
                  </a:lnTo>
                  <a:lnTo>
                    <a:pt x="712250" y="1241049"/>
                  </a:lnTo>
                  <a:lnTo>
                    <a:pt x="711145" y="1245131"/>
                  </a:lnTo>
                  <a:lnTo>
                    <a:pt x="709910" y="1249214"/>
                  </a:lnTo>
                  <a:lnTo>
                    <a:pt x="708589" y="1253296"/>
                  </a:lnTo>
                  <a:lnTo>
                    <a:pt x="707183" y="1257378"/>
                  </a:lnTo>
                  <a:lnTo>
                    <a:pt x="705656" y="1261461"/>
                  </a:lnTo>
                  <a:lnTo>
                    <a:pt x="704023" y="1265543"/>
                  </a:lnTo>
                  <a:lnTo>
                    <a:pt x="702304" y="1269626"/>
                  </a:lnTo>
                  <a:lnTo>
                    <a:pt x="700495" y="1273708"/>
                  </a:lnTo>
                  <a:lnTo>
                    <a:pt x="698553" y="1277790"/>
                  </a:lnTo>
                  <a:lnTo>
                    <a:pt x="696528" y="1281873"/>
                  </a:lnTo>
                  <a:lnTo>
                    <a:pt x="694422" y="1285955"/>
                  </a:lnTo>
                  <a:lnTo>
                    <a:pt x="692203" y="1290038"/>
                  </a:lnTo>
                  <a:lnTo>
                    <a:pt x="689886" y="1294120"/>
                  </a:lnTo>
                  <a:lnTo>
                    <a:pt x="687491" y="1298202"/>
                  </a:lnTo>
                  <a:lnTo>
                    <a:pt x="685019" y="1302285"/>
                  </a:lnTo>
                  <a:lnTo>
                    <a:pt x="682429" y="1306367"/>
                  </a:lnTo>
                  <a:lnTo>
                    <a:pt x="679769" y="1310450"/>
                  </a:lnTo>
                  <a:lnTo>
                    <a:pt x="677042" y="1314532"/>
                  </a:lnTo>
                  <a:lnTo>
                    <a:pt x="674226" y="1318614"/>
                  </a:lnTo>
                  <a:lnTo>
                    <a:pt x="671331" y="1322697"/>
                  </a:lnTo>
                  <a:lnTo>
                    <a:pt x="668377" y="1326779"/>
                  </a:lnTo>
                  <a:lnTo>
                    <a:pt x="665366" y="1330862"/>
                  </a:lnTo>
                  <a:lnTo>
                    <a:pt x="662268" y="1334944"/>
                  </a:lnTo>
                  <a:lnTo>
                    <a:pt x="659123" y="1339026"/>
                  </a:lnTo>
                  <a:lnTo>
                    <a:pt x="658379" y="1339978"/>
                  </a:lnTo>
                  <a:lnTo>
                    <a:pt x="655931" y="1343109"/>
                  </a:lnTo>
                  <a:lnTo>
                    <a:pt x="652684" y="1347191"/>
                  </a:lnTo>
                  <a:lnTo>
                    <a:pt x="649387" y="1351274"/>
                  </a:lnTo>
                  <a:lnTo>
                    <a:pt x="646056" y="1355356"/>
                  </a:lnTo>
                  <a:lnTo>
                    <a:pt x="642693" y="1359438"/>
                  </a:lnTo>
                  <a:lnTo>
                    <a:pt x="639286" y="1363521"/>
                  </a:lnTo>
                  <a:lnTo>
                    <a:pt x="635858" y="1367603"/>
                  </a:lnTo>
                  <a:lnTo>
                    <a:pt x="632412" y="1371686"/>
                  </a:lnTo>
                  <a:lnTo>
                    <a:pt x="628945" y="1375768"/>
                  </a:lnTo>
                  <a:lnTo>
                    <a:pt x="625466" y="1379850"/>
                  </a:lnTo>
                  <a:lnTo>
                    <a:pt x="621982" y="1383933"/>
                  </a:lnTo>
                  <a:lnTo>
                    <a:pt x="618495" y="1388015"/>
                  </a:lnTo>
                  <a:lnTo>
                    <a:pt x="615011" y="1392098"/>
                  </a:lnTo>
                  <a:lnTo>
                    <a:pt x="611537" y="1396180"/>
                  </a:lnTo>
                  <a:lnTo>
                    <a:pt x="608075" y="1400262"/>
                  </a:lnTo>
                  <a:lnTo>
                    <a:pt x="604631" y="1404345"/>
                  </a:lnTo>
                  <a:lnTo>
                    <a:pt x="601217" y="1408427"/>
                  </a:lnTo>
                  <a:lnTo>
                    <a:pt x="597830" y="1412510"/>
                  </a:lnTo>
                  <a:lnTo>
                    <a:pt x="594471" y="1416592"/>
                  </a:lnTo>
                  <a:lnTo>
                    <a:pt x="591166" y="1420674"/>
                  </a:lnTo>
                  <a:lnTo>
                    <a:pt x="587907" y="1424757"/>
                  </a:lnTo>
                  <a:lnTo>
                    <a:pt x="584693" y="1428839"/>
                  </a:lnTo>
                  <a:lnTo>
                    <a:pt x="581538" y="1432922"/>
                  </a:lnTo>
                  <a:lnTo>
                    <a:pt x="578464" y="1437004"/>
                  </a:lnTo>
                  <a:lnTo>
                    <a:pt x="575451" y="1441086"/>
                  </a:lnTo>
                  <a:lnTo>
                    <a:pt x="572504" y="1445169"/>
                  </a:lnTo>
                  <a:lnTo>
                    <a:pt x="569666" y="1449251"/>
                  </a:lnTo>
                  <a:lnTo>
                    <a:pt x="566917" y="1453334"/>
                  </a:lnTo>
                  <a:lnTo>
                    <a:pt x="564253" y="1457416"/>
                  </a:lnTo>
                  <a:lnTo>
                    <a:pt x="561693" y="1461498"/>
                  </a:lnTo>
                  <a:lnTo>
                    <a:pt x="559276" y="1465581"/>
                  </a:lnTo>
                  <a:lnTo>
                    <a:pt x="556963" y="1469663"/>
                  </a:lnTo>
                  <a:lnTo>
                    <a:pt x="554759" y="1473746"/>
                  </a:lnTo>
                  <a:lnTo>
                    <a:pt x="552729" y="1477828"/>
                  </a:lnTo>
                  <a:lnTo>
                    <a:pt x="550844" y="1481910"/>
                  </a:lnTo>
                  <a:lnTo>
                    <a:pt x="549091" y="1485993"/>
                  </a:lnTo>
                  <a:lnTo>
                    <a:pt x="547496" y="1490075"/>
                  </a:lnTo>
                  <a:lnTo>
                    <a:pt x="546122" y="1494158"/>
                  </a:lnTo>
                  <a:lnTo>
                    <a:pt x="544904" y="1498240"/>
                  </a:lnTo>
                  <a:lnTo>
                    <a:pt x="543848" y="1502322"/>
                  </a:lnTo>
                  <a:lnTo>
                    <a:pt x="543042" y="1506405"/>
                  </a:lnTo>
                  <a:lnTo>
                    <a:pt x="542452" y="1510487"/>
                  </a:lnTo>
                  <a:lnTo>
                    <a:pt x="542051" y="1514570"/>
                  </a:lnTo>
                  <a:lnTo>
                    <a:pt x="541870" y="1518652"/>
                  </a:lnTo>
                  <a:lnTo>
                    <a:pt x="542004" y="1522734"/>
                  </a:lnTo>
                  <a:lnTo>
                    <a:pt x="542356" y="1526817"/>
                  </a:lnTo>
                  <a:lnTo>
                    <a:pt x="542930" y="1530899"/>
                  </a:lnTo>
                  <a:lnTo>
                    <a:pt x="543839" y="1534982"/>
                  </a:lnTo>
                  <a:lnTo>
                    <a:pt x="545044" y="1539064"/>
                  </a:lnTo>
                  <a:lnTo>
                    <a:pt x="546500" y="1543146"/>
                  </a:lnTo>
                  <a:lnTo>
                    <a:pt x="548238" y="1547229"/>
                  </a:lnTo>
                  <a:lnTo>
                    <a:pt x="550394" y="1551311"/>
                  </a:lnTo>
                  <a:lnTo>
                    <a:pt x="552829" y="1555394"/>
                  </a:lnTo>
                  <a:lnTo>
                    <a:pt x="555546" y="1559476"/>
                  </a:lnTo>
                  <a:lnTo>
                    <a:pt x="558670" y="1563558"/>
                  </a:lnTo>
                  <a:lnTo>
                    <a:pt x="562169" y="1567641"/>
                  </a:lnTo>
                  <a:lnTo>
                    <a:pt x="565971" y="1571723"/>
                  </a:lnTo>
                  <a:lnTo>
                    <a:pt x="570101" y="1575806"/>
                  </a:lnTo>
                  <a:lnTo>
                    <a:pt x="574730" y="1579888"/>
                  </a:lnTo>
                  <a:lnTo>
                    <a:pt x="579679" y="1583970"/>
                  </a:lnTo>
                  <a:lnTo>
                    <a:pt x="584948" y="1588053"/>
                  </a:lnTo>
                  <a:lnTo>
                    <a:pt x="590661" y="1592135"/>
                  </a:lnTo>
                  <a:lnTo>
                    <a:pt x="596788" y="1596218"/>
                  </a:lnTo>
                  <a:lnTo>
                    <a:pt x="603237" y="1600300"/>
                  </a:lnTo>
                  <a:lnTo>
                    <a:pt x="610019" y="1604382"/>
                  </a:lnTo>
                  <a:lnTo>
                    <a:pt x="617316" y="1608465"/>
                  </a:lnTo>
                  <a:lnTo>
                    <a:pt x="624925" y="1612547"/>
                  </a:lnTo>
                  <a:lnTo>
                    <a:pt x="632842" y="1616630"/>
                  </a:lnTo>
                  <a:lnTo>
                    <a:pt x="641163" y="1620712"/>
                  </a:lnTo>
                  <a:lnTo>
                    <a:pt x="649861" y="1624794"/>
                  </a:lnTo>
                  <a:lnTo>
                    <a:pt x="658835" y="1628877"/>
                  </a:lnTo>
                  <a:lnTo>
                    <a:pt x="668081" y="1632959"/>
                  </a:lnTo>
                  <a:lnTo>
                    <a:pt x="677743" y="1637042"/>
                  </a:lnTo>
                  <a:lnTo>
                    <a:pt x="687631" y="1641124"/>
                  </a:lnTo>
                  <a:lnTo>
                    <a:pt x="697738" y="1645206"/>
                  </a:lnTo>
                  <a:lnTo>
                    <a:pt x="708108" y="1649289"/>
                  </a:lnTo>
                  <a:lnTo>
                    <a:pt x="718706" y="1653371"/>
                  </a:lnTo>
                  <a:lnTo>
                    <a:pt x="729451" y="1657454"/>
                  </a:lnTo>
                  <a:lnTo>
                    <a:pt x="740331" y="1661536"/>
                  </a:lnTo>
                  <a:lnTo>
                    <a:pt x="751372" y="1665618"/>
                  </a:lnTo>
                  <a:lnTo>
                    <a:pt x="762475" y="1669701"/>
                  </a:lnTo>
                  <a:lnTo>
                    <a:pt x="773622" y="1673783"/>
                  </a:lnTo>
                  <a:lnTo>
                    <a:pt x="784791" y="1677866"/>
                  </a:lnTo>
                  <a:lnTo>
                    <a:pt x="795922" y="1681948"/>
                  </a:lnTo>
                  <a:lnTo>
                    <a:pt x="806993" y="1686030"/>
                  </a:lnTo>
                  <a:lnTo>
                    <a:pt x="817988" y="1690113"/>
                  </a:lnTo>
                  <a:lnTo>
                    <a:pt x="828789" y="1694195"/>
                  </a:lnTo>
                  <a:lnTo>
                    <a:pt x="839410" y="1698278"/>
                  </a:lnTo>
                  <a:lnTo>
                    <a:pt x="849841" y="1702360"/>
                  </a:lnTo>
                  <a:lnTo>
                    <a:pt x="859999" y="1706442"/>
                  </a:lnTo>
                  <a:lnTo>
                    <a:pt x="869780" y="1710525"/>
                  </a:lnTo>
                  <a:lnTo>
                    <a:pt x="879259" y="1714607"/>
                  </a:lnTo>
                  <a:lnTo>
                    <a:pt x="888418" y="1718690"/>
                  </a:lnTo>
                  <a:lnTo>
                    <a:pt x="897012" y="1722772"/>
                  </a:lnTo>
                  <a:lnTo>
                    <a:pt x="905163" y="1726854"/>
                  </a:lnTo>
                  <a:lnTo>
                    <a:pt x="912890" y="1730937"/>
                  </a:lnTo>
                  <a:lnTo>
                    <a:pt x="920072" y="1735019"/>
                  </a:lnTo>
                  <a:lnTo>
                    <a:pt x="926556" y="1739102"/>
                  </a:lnTo>
                  <a:lnTo>
                    <a:pt x="932528" y="1743184"/>
                  </a:lnTo>
                  <a:lnTo>
                    <a:pt x="937975" y="1747266"/>
                  </a:lnTo>
                  <a:lnTo>
                    <a:pt x="942581" y="1751349"/>
                  </a:lnTo>
                  <a:lnTo>
                    <a:pt x="946538" y="1755431"/>
                  </a:lnTo>
                  <a:lnTo>
                    <a:pt x="949908" y="1759514"/>
                  </a:lnTo>
                  <a:lnTo>
                    <a:pt x="952572" y="1763596"/>
                  </a:lnTo>
                  <a:lnTo>
                    <a:pt x="954336" y="1767678"/>
                  </a:lnTo>
                  <a:lnTo>
                    <a:pt x="955480" y="1771761"/>
                  </a:lnTo>
                  <a:lnTo>
                    <a:pt x="956002" y="1775843"/>
                  </a:lnTo>
                  <a:lnTo>
                    <a:pt x="955964" y="1776210"/>
                  </a:lnTo>
                  <a:lnTo>
                    <a:pt x="955587" y="1779926"/>
                  </a:lnTo>
                  <a:lnTo>
                    <a:pt x="954450" y="1784008"/>
                  </a:lnTo>
                  <a:lnTo>
                    <a:pt x="952692" y="1788090"/>
                  </a:lnTo>
                  <a:lnTo>
                    <a:pt x="950224" y="1792173"/>
                  </a:lnTo>
                  <a:lnTo>
                    <a:pt x="946850" y="1796255"/>
                  </a:lnTo>
                  <a:lnTo>
                    <a:pt x="942888" y="1800338"/>
                  </a:lnTo>
                  <a:lnTo>
                    <a:pt x="938346" y="1804420"/>
                  </a:lnTo>
                  <a:lnTo>
                    <a:pt x="932983" y="1808502"/>
                  </a:lnTo>
                  <a:lnTo>
                    <a:pt x="926985" y="1812585"/>
                  </a:lnTo>
                  <a:lnTo>
                    <a:pt x="920472" y="1816667"/>
                  </a:lnTo>
                  <a:lnTo>
                    <a:pt x="913399" y="1820750"/>
                  </a:lnTo>
                  <a:lnTo>
                    <a:pt x="905614" y="1824832"/>
                  </a:lnTo>
                  <a:lnTo>
                    <a:pt x="897402" y="1828914"/>
                  </a:lnTo>
                  <a:lnTo>
                    <a:pt x="888776" y="1832997"/>
                  </a:lnTo>
                  <a:lnTo>
                    <a:pt x="879605" y="1837079"/>
                  </a:lnTo>
                  <a:lnTo>
                    <a:pt x="870022" y="1841162"/>
                  </a:lnTo>
                  <a:lnTo>
                    <a:pt x="860131" y="1845244"/>
                  </a:lnTo>
                  <a:lnTo>
                    <a:pt x="849924" y="1849326"/>
                  </a:lnTo>
                  <a:lnTo>
                    <a:pt x="839338" y="1853409"/>
                  </a:lnTo>
                  <a:lnTo>
                    <a:pt x="828554" y="1857491"/>
                  </a:lnTo>
                  <a:lnTo>
                    <a:pt x="817587" y="1861574"/>
                  </a:lnTo>
                  <a:lnTo>
                    <a:pt x="806415" y="1865656"/>
                  </a:lnTo>
                  <a:lnTo>
                    <a:pt x="795118" y="1869738"/>
                  </a:lnTo>
                  <a:lnTo>
                    <a:pt x="783747" y="1873821"/>
                  </a:lnTo>
                  <a:lnTo>
                    <a:pt x="772319" y="1877903"/>
                  </a:lnTo>
                  <a:lnTo>
                    <a:pt x="760873" y="1881986"/>
                  </a:lnTo>
                  <a:lnTo>
                    <a:pt x="749456" y="1886068"/>
                  </a:lnTo>
                  <a:lnTo>
                    <a:pt x="738080" y="1890150"/>
                  </a:lnTo>
                  <a:lnTo>
                    <a:pt x="726799" y="1894233"/>
                  </a:lnTo>
                  <a:lnTo>
                    <a:pt x="715653" y="1898315"/>
                  </a:lnTo>
                  <a:lnTo>
                    <a:pt x="704634" y="1902398"/>
                  </a:lnTo>
                  <a:lnTo>
                    <a:pt x="693756" y="1906480"/>
                  </a:lnTo>
                  <a:lnTo>
                    <a:pt x="683151" y="1910562"/>
                  </a:lnTo>
                  <a:lnTo>
                    <a:pt x="672740" y="1914645"/>
                  </a:lnTo>
                  <a:lnTo>
                    <a:pt x="662529" y="1918727"/>
                  </a:lnTo>
                  <a:lnTo>
                    <a:pt x="652608" y="1922810"/>
                  </a:lnTo>
                  <a:lnTo>
                    <a:pt x="642996" y="1926892"/>
                  </a:lnTo>
                  <a:lnTo>
                    <a:pt x="633630" y="1930974"/>
                  </a:lnTo>
                  <a:lnTo>
                    <a:pt x="624515" y="1935057"/>
                  </a:lnTo>
                  <a:lnTo>
                    <a:pt x="615833" y="1939139"/>
                  </a:lnTo>
                  <a:lnTo>
                    <a:pt x="607425" y="1943222"/>
                  </a:lnTo>
                  <a:lnTo>
                    <a:pt x="599290" y="1947304"/>
                  </a:lnTo>
                  <a:lnTo>
                    <a:pt x="591517" y="1951386"/>
                  </a:lnTo>
                  <a:lnTo>
                    <a:pt x="584122" y="1955469"/>
                  </a:lnTo>
                  <a:lnTo>
                    <a:pt x="577008" y="1959551"/>
                  </a:lnTo>
                  <a:lnTo>
                    <a:pt x="570173" y="1963633"/>
                  </a:lnTo>
                  <a:lnTo>
                    <a:pt x="563788" y="1967716"/>
                  </a:lnTo>
                  <a:lnTo>
                    <a:pt x="557687" y="1971798"/>
                  </a:lnTo>
                  <a:lnTo>
                    <a:pt x="551856" y="1975881"/>
                  </a:lnTo>
                  <a:lnTo>
                    <a:pt x="546365" y="1979963"/>
                  </a:lnTo>
                  <a:lnTo>
                    <a:pt x="541232" y="1984045"/>
                  </a:lnTo>
                  <a:lnTo>
                    <a:pt x="536351" y="1988128"/>
                  </a:lnTo>
                  <a:lnTo>
                    <a:pt x="531718" y="1992210"/>
                  </a:lnTo>
                  <a:lnTo>
                    <a:pt x="527464" y="1996293"/>
                  </a:lnTo>
                  <a:lnTo>
                    <a:pt x="523452" y="2000375"/>
                  </a:lnTo>
                  <a:lnTo>
                    <a:pt x="519663" y="2004457"/>
                  </a:lnTo>
                  <a:lnTo>
                    <a:pt x="516140" y="2008540"/>
                  </a:lnTo>
                  <a:lnTo>
                    <a:pt x="512904" y="2012622"/>
                  </a:lnTo>
                  <a:lnTo>
                    <a:pt x="509859" y="2016705"/>
                  </a:lnTo>
                  <a:lnTo>
                    <a:pt x="507003" y="2020787"/>
                  </a:lnTo>
                  <a:lnTo>
                    <a:pt x="504420" y="2024869"/>
                  </a:lnTo>
                  <a:lnTo>
                    <a:pt x="502018" y="2028952"/>
                  </a:lnTo>
                  <a:lnTo>
                    <a:pt x="499773" y="2033034"/>
                  </a:lnTo>
                  <a:lnTo>
                    <a:pt x="497711" y="2037117"/>
                  </a:lnTo>
                  <a:lnTo>
                    <a:pt x="495848" y="2041199"/>
                  </a:lnTo>
                  <a:lnTo>
                    <a:pt x="494115" y="2045281"/>
                  </a:lnTo>
                  <a:lnTo>
                    <a:pt x="492507" y="2049364"/>
                  </a:lnTo>
                  <a:lnTo>
                    <a:pt x="491073" y="2053446"/>
                  </a:lnTo>
                  <a:lnTo>
                    <a:pt x="489758" y="2057529"/>
                  </a:lnTo>
                  <a:lnTo>
                    <a:pt x="488542" y="2061611"/>
                  </a:lnTo>
                  <a:lnTo>
                    <a:pt x="487436" y="2065693"/>
                  </a:lnTo>
                  <a:lnTo>
                    <a:pt x="486455" y="2069776"/>
                  </a:lnTo>
                  <a:lnTo>
                    <a:pt x="485552" y="2073858"/>
                  </a:lnTo>
                  <a:lnTo>
                    <a:pt x="484722" y="2077941"/>
                  </a:lnTo>
                  <a:lnTo>
                    <a:pt x="483992" y="2082023"/>
                  </a:lnTo>
                  <a:lnTo>
                    <a:pt x="483332" y="2086105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232923" y="2188075"/>
              <a:ext cx="956002" cy="2035777"/>
            </a:xfrm>
            <a:custGeom>
              <a:avLst/>
              <a:pathLst>
                <a:path w="956002" h="2035777">
                  <a:moveTo>
                    <a:pt x="472640" y="2035777"/>
                  </a:moveTo>
                  <a:lnTo>
                    <a:pt x="471598" y="2031793"/>
                  </a:lnTo>
                  <a:lnTo>
                    <a:pt x="470332" y="2027809"/>
                  </a:lnTo>
                  <a:lnTo>
                    <a:pt x="468868" y="2023825"/>
                  </a:lnTo>
                  <a:lnTo>
                    <a:pt x="467182" y="2019841"/>
                  </a:lnTo>
                  <a:lnTo>
                    <a:pt x="465253" y="2015857"/>
                  </a:lnTo>
                  <a:lnTo>
                    <a:pt x="463035" y="2011873"/>
                  </a:lnTo>
                  <a:lnTo>
                    <a:pt x="460422" y="2007889"/>
                  </a:lnTo>
                  <a:lnTo>
                    <a:pt x="457460" y="2003905"/>
                  </a:lnTo>
                  <a:lnTo>
                    <a:pt x="454119" y="1999921"/>
                  </a:lnTo>
                  <a:lnTo>
                    <a:pt x="450370" y="1995937"/>
                  </a:lnTo>
                  <a:lnTo>
                    <a:pt x="446129" y="1991954"/>
                  </a:lnTo>
                  <a:lnTo>
                    <a:pt x="441280" y="1987970"/>
                  </a:lnTo>
                  <a:lnTo>
                    <a:pt x="435897" y="1983986"/>
                  </a:lnTo>
                  <a:lnTo>
                    <a:pt x="429951" y="1980002"/>
                  </a:lnTo>
                  <a:lnTo>
                    <a:pt x="423411" y="1976018"/>
                  </a:lnTo>
                  <a:lnTo>
                    <a:pt x="416155" y="1972034"/>
                  </a:lnTo>
                  <a:lnTo>
                    <a:pt x="408098" y="1968050"/>
                  </a:lnTo>
                  <a:lnTo>
                    <a:pt x="399348" y="1964066"/>
                  </a:lnTo>
                  <a:lnTo>
                    <a:pt x="389887" y="1960082"/>
                  </a:lnTo>
                  <a:lnTo>
                    <a:pt x="379702" y="1956098"/>
                  </a:lnTo>
                  <a:lnTo>
                    <a:pt x="368648" y="1952114"/>
                  </a:lnTo>
                  <a:lnTo>
                    <a:pt x="356733" y="1948131"/>
                  </a:lnTo>
                  <a:lnTo>
                    <a:pt x="344088" y="1944147"/>
                  </a:lnTo>
                  <a:lnTo>
                    <a:pt x="330728" y="1940163"/>
                  </a:lnTo>
                  <a:lnTo>
                    <a:pt x="316671" y="1936179"/>
                  </a:lnTo>
                  <a:lnTo>
                    <a:pt x="301813" y="1932195"/>
                  </a:lnTo>
                  <a:lnTo>
                    <a:pt x="286278" y="1928211"/>
                  </a:lnTo>
                  <a:lnTo>
                    <a:pt x="270204" y="1924227"/>
                  </a:lnTo>
                  <a:lnTo>
                    <a:pt x="253650" y="1920243"/>
                  </a:lnTo>
                  <a:lnTo>
                    <a:pt x="236680" y="1916259"/>
                  </a:lnTo>
                  <a:lnTo>
                    <a:pt x="219319" y="1912275"/>
                  </a:lnTo>
                  <a:lnTo>
                    <a:pt x="201756" y="1908291"/>
                  </a:lnTo>
                  <a:lnTo>
                    <a:pt x="184118" y="1904308"/>
                  </a:lnTo>
                  <a:lnTo>
                    <a:pt x="166502" y="1900324"/>
                  </a:lnTo>
                  <a:lnTo>
                    <a:pt x="149013" y="1896340"/>
                  </a:lnTo>
                  <a:lnTo>
                    <a:pt x="131887" y="1892356"/>
                  </a:lnTo>
                  <a:lnTo>
                    <a:pt x="115243" y="1888372"/>
                  </a:lnTo>
                  <a:lnTo>
                    <a:pt x="99179" y="1884388"/>
                  </a:lnTo>
                  <a:lnTo>
                    <a:pt x="83808" y="1880404"/>
                  </a:lnTo>
                  <a:lnTo>
                    <a:pt x="69243" y="1876420"/>
                  </a:lnTo>
                  <a:lnTo>
                    <a:pt x="55961" y="1872436"/>
                  </a:lnTo>
                  <a:lnTo>
                    <a:pt x="43832" y="1868452"/>
                  </a:lnTo>
                  <a:lnTo>
                    <a:pt x="32928" y="1864468"/>
                  </a:lnTo>
                  <a:lnTo>
                    <a:pt x="23335" y="1860485"/>
                  </a:lnTo>
                  <a:lnTo>
                    <a:pt x="15155" y="1856501"/>
                  </a:lnTo>
                  <a:lnTo>
                    <a:pt x="8971" y="1852517"/>
                  </a:lnTo>
                  <a:lnTo>
                    <a:pt x="4362" y="1848533"/>
                  </a:lnTo>
                  <a:lnTo>
                    <a:pt x="1363" y="1844549"/>
                  </a:lnTo>
                  <a:lnTo>
                    <a:pt x="0" y="1840565"/>
                  </a:lnTo>
                  <a:lnTo>
                    <a:pt x="67" y="1839837"/>
                  </a:lnTo>
                  <a:lnTo>
                    <a:pt x="367" y="1836581"/>
                  </a:lnTo>
                  <a:lnTo>
                    <a:pt x="2867" y="1832597"/>
                  </a:lnTo>
                  <a:lnTo>
                    <a:pt x="6980" y="1828613"/>
                  </a:lnTo>
                  <a:lnTo>
                    <a:pt x="12665" y="1824629"/>
                  </a:lnTo>
                  <a:lnTo>
                    <a:pt x="19873" y="1820645"/>
                  </a:lnTo>
                  <a:lnTo>
                    <a:pt x="28663" y="1816662"/>
                  </a:lnTo>
                  <a:lnTo>
                    <a:pt x="39149" y="1812678"/>
                  </a:lnTo>
                  <a:lnTo>
                    <a:pt x="50858" y="1808694"/>
                  </a:lnTo>
                  <a:lnTo>
                    <a:pt x="63693" y="1804710"/>
                  </a:lnTo>
                  <a:lnTo>
                    <a:pt x="77553" y="1800726"/>
                  </a:lnTo>
                  <a:lnTo>
                    <a:pt x="92420" y="1796742"/>
                  </a:lnTo>
                  <a:lnTo>
                    <a:pt x="108176" y="1792758"/>
                  </a:lnTo>
                  <a:lnTo>
                    <a:pt x="124504" y="1788774"/>
                  </a:lnTo>
                  <a:lnTo>
                    <a:pt x="141288" y="1784790"/>
                  </a:lnTo>
                  <a:lnTo>
                    <a:pt x="158412" y="1780806"/>
                  </a:lnTo>
                  <a:lnTo>
                    <a:pt x="175770" y="1776822"/>
                  </a:lnTo>
                  <a:lnTo>
                    <a:pt x="193170" y="1772839"/>
                  </a:lnTo>
                  <a:lnTo>
                    <a:pt x="210475" y="1768855"/>
                  </a:lnTo>
                  <a:lnTo>
                    <a:pt x="227592" y="1764871"/>
                  </a:lnTo>
                  <a:lnTo>
                    <a:pt x="244428" y="1760887"/>
                  </a:lnTo>
                  <a:lnTo>
                    <a:pt x="260805" y="1756903"/>
                  </a:lnTo>
                  <a:lnTo>
                    <a:pt x="276609" y="1752919"/>
                  </a:lnTo>
                  <a:lnTo>
                    <a:pt x="291843" y="1748935"/>
                  </a:lnTo>
                  <a:lnTo>
                    <a:pt x="306456" y="1744951"/>
                  </a:lnTo>
                  <a:lnTo>
                    <a:pt x="320402" y="1740967"/>
                  </a:lnTo>
                  <a:lnTo>
                    <a:pt x="333467" y="1736983"/>
                  </a:lnTo>
                  <a:lnTo>
                    <a:pt x="345687" y="1732999"/>
                  </a:lnTo>
                  <a:lnTo>
                    <a:pt x="357133" y="1729016"/>
                  </a:lnTo>
                  <a:lnTo>
                    <a:pt x="367797" y="1725032"/>
                  </a:lnTo>
                  <a:lnTo>
                    <a:pt x="377674" y="1721048"/>
                  </a:lnTo>
                  <a:lnTo>
                    <a:pt x="386562" y="1717064"/>
                  </a:lnTo>
                  <a:lnTo>
                    <a:pt x="394622" y="1713080"/>
                  </a:lnTo>
                  <a:lnTo>
                    <a:pt x="401934" y="1709096"/>
                  </a:lnTo>
                  <a:lnTo>
                    <a:pt x="408518" y="1705112"/>
                  </a:lnTo>
                  <a:lnTo>
                    <a:pt x="414396" y="1701128"/>
                  </a:lnTo>
                  <a:lnTo>
                    <a:pt x="419405" y="1697144"/>
                  </a:lnTo>
                  <a:lnTo>
                    <a:pt x="423759" y="1693160"/>
                  </a:lnTo>
                  <a:lnTo>
                    <a:pt x="427518" y="1689177"/>
                  </a:lnTo>
                  <a:lnTo>
                    <a:pt x="430713" y="1685193"/>
                  </a:lnTo>
                  <a:lnTo>
                    <a:pt x="433374" y="1681209"/>
                  </a:lnTo>
                  <a:lnTo>
                    <a:pt x="435384" y="1677225"/>
                  </a:lnTo>
                  <a:lnTo>
                    <a:pt x="436949" y="1673241"/>
                  </a:lnTo>
                  <a:lnTo>
                    <a:pt x="438100" y="1669257"/>
                  </a:lnTo>
                  <a:lnTo>
                    <a:pt x="438867" y="1665273"/>
                  </a:lnTo>
                  <a:lnTo>
                    <a:pt x="439269" y="1661289"/>
                  </a:lnTo>
                  <a:lnTo>
                    <a:pt x="439253" y="1657305"/>
                  </a:lnTo>
                  <a:lnTo>
                    <a:pt x="438955" y="1653321"/>
                  </a:lnTo>
                  <a:lnTo>
                    <a:pt x="438396" y="1649337"/>
                  </a:lnTo>
                  <a:lnTo>
                    <a:pt x="437598" y="1645354"/>
                  </a:lnTo>
                  <a:lnTo>
                    <a:pt x="436567" y="1641370"/>
                  </a:lnTo>
                  <a:lnTo>
                    <a:pt x="435291" y="1637386"/>
                  </a:lnTo>
                  <a:lnTo>
                    <a:pt x="433845" y="1633402"/>
                  </a:lnTo>
                  <a:lnTo>
                    <a:pt x="432245" y="1629418"/>
                  </a:lnTo>
                  <a:lnTo>
                    <a:pt x="430502" y="1625434"/>
                  </a:lnTo>
                  <a:lnTo>
                    <a:pt x="428618" y="1621450"/>
                  </a:lnTo>
                  <a:lnTo>
                    <a:pt x="426595" y="1617466"/>
                  </a:lnTo>
                  <a:lnTo>
                    <a:pt x="424474" y="1613482"/>
                  </a:lnTo>
                  <a:lnTo>
                    <a:pt x="422263" y="1609498"/>
                  </a:lnTo>
                  <a:lnTo>
                    <a:pt x="419970" y="1605514"/>
                  </a:lnTo>
                  <a:lnTo>
                    <a:pt x="417594" y="1601531"/>
                  </a:lnTo>
                  <a:lnTo>
                    <a:pt x="415143" y="1597547"/>
                  </a:lnTo>
                  <a:lnTo>
                    <a:pt x="412637" y="1593563"/>
                  </a:lnTo>
                  <a:lnTo>
                    <a:pt x="410082" y="1589579"/>
                  </a:lnTo>
                  <a:lnTo>
                    <a:pt x="407482" y="1585595"/>
                  </a:lnTo>
                  <a:lnTo>
                    <a:pt x="404839" y="1581611"/>
                  </a:lnTo>
                  <a:lnTo>
                    <a:pt x="402160" y="1577627"/>
                  </a:lnTo>
                  <a:lnTo>
                    <a:pt x="399455" y="1573643"/>
                  </a:lnTo>
                  <a:lnTo>
                    <a:pt x="396730" y="1569659"/>
                  </a:lnTo>
                  <a:lnTo>
                    <a:pt x="393987" y="1565675"/>
                  </a:lnTo>
                  <a:lnTo>
                    <a:pt x="391229" y="1561691"/>
                  </a:lnTo>
                  <a:lnTo>
                    <a:pt x="388462" y="1557708"/>
                  </a:lnTo>
                  <a:lnTo>
                    <a:pt x="385693" y="1553724"/>
                  </a:lnTo>
                  <a:lnTo>
                    <a:pt x="382924" y="1549740"/>
                  </a:lnTo>
                  <a:lnTo>
                    <a:pt x="380158" y="1545756"/>
                  </a:lnTo>
                  <a:lnTo>
                    <a:pt x="377400" y="1541772"/>
                  </a:lnTo>
                  <a:lnTo>
                    <a:pt x="374655" y="1537788"/>
                  </a:lnTo>
                  <a:lnTo>
                    <a:pt x="371923" y="1533804"/>
                  </a:lnTo>
                  <a:lnTo>
                    <a:pt x="369207" y="1529820"/>
                  </a:lnTo>
                  <a:lnTo>
                    <a:pt x="366509" y="1525836"/>
                  </a:lnTo>
                  <a:lnTo>
                    <a:pt x="363837" y="1521852"/>
                  </a:lnTo>
                  <a:lnTo>
                    <a:pt x="361191" y="1517868"/>
                  </a:lnTo>
                  <a:lnTo>
                    <a:pt x="358569" y="1513885"/>
                  </a:lnTo>
                  <a:lnTo>
                    <a:pt x="355973" y="1509901"/>
                  </a:lnTo>
                  <a:lnTo>
                    <a:pt x="353404" y="1505917"/>
                  </a:lnTo>
                  <a:lnTo>
                    <a:pt x="350874" y="1501933"/>
                  </a:lnTo>
                  <a:lnTo>
                    <a:pt x="348373" y="1497949"/>
                  </a:lnTo>
                  <a:lnTo>
                    <a:pt x="345904" y="1493965"/>
                  </a:lnTo>
                  <a:lnTo>
                    <a:pt x="343465" y="1489981"/>
                  </a:lnTo>
                  <a:lnTo>
                    <a:pt x="341057" y="1485997"/>
                  </a:lnTo>
                  <a:lnTo>
                    <a:pt x="338692" y="1482013"/>
                  </a:lnTo>
                  <a:lnTo>
                    <a:pt x="336357" y="1478029"/>
                  </a:lnTo>
                  <a:lnTo>
                    <a:pt x="334055" y="1474045"/>
                  </a:lnTo>
                  <a:lnTo>
                    <a:pt x="331784" y="1470062"/>
                  </a:lnTo>
                  <a:lnTo>
                    <a:pt x="329545" y="1466078"/>
                  </a:lnTo>
                  <a:lnTo>
                    <a:pt x="327346" y="1462094"/>
                  </a:lnTo>
                  <a:lnTo>
                    <a:pt x="325178" y="1458110"/>
                  </a:lnTo>
                  <a:lnTo>
                    <a:pt x="323039" y="1454126"/>
                  </a:lnTo>
                  <a:lnTo>
                    <a:pt x="320931" y="1450142"/>
                  </a:lnTo>
                  <a:lnTo>
                    <a:pt x="318853" y="1446158"/>
                  </a:lnTo>
                  <a:lnTo>
                    <a:pt x="316813" y="1442174"/>
                  </a:lnTo>
                  <a:lnTo>
                    <a:pt x="314801" y="1438190"/>
                  </a:lnTo>
                  <a:lnTo>
                    <a:pt x="312817" y="1434206"/>
                  </a:lnTo>
                  <a:lnTo>
                    <a:pt x="310861" y="1430222"/>
                  </a:lnTo>
                  <a:lnTo>
                    <a:pt x="308936" y="1426239"/>
                  </a:lnTo>
                  <a:lnTo>
                    <a:pt x="307045" y="1422255"/>
                  </a:lnTo>
                  <a:lnTo>
                    <a:pt x="305181" y="1418271"/>
                  </a:lnTo>
                  <a:lnTo>
                    <a:pt x="303345" y="1414287"/>
                  </a:lnTo>
                  <a:lnTo>
                    <a:pt x="302953" y="1413423"/>
                  </a:lnTo>
                  <a:lnTo>
                    <a:pt x="301537" y="1410303"/>
                  </a:lnTo>
                  <a:lnTo>
                    <a:pt x="299761" y="1406319"/>
                  </a:lnTo>
                  <a:lnTo>
                    <a:pt x="298020" y="1402335"/>
                  </a:lnTo>
                  <a:lnTo>
                    <a:pt x="296307" y="1398351"/>
                  </a:lnTo>
                  <a:lnTo>
                    <a:pt x="294625" y="1394367"/>
                  </a:lnTo>
                  <a:lnTo>
                    <a:pt x="292974" y="1390383"/>
                  </a:lnTo>
                  <a:lnTo>
                    <a:pt x="291360" y="1386399"/>
                  </a:lnTo>
                  <a:lnTo>
                    <a:pt x="289785" y="1382416"/>
                  </a:lnTo>
                  <a:lnTo>
                    <a:pt x="288245" y="1378432"/>
                  </a:lnTo>
                  <a:lnTo>
                    <a:pt x="286741" y="1374448"/>
                  </a:lnTo>
                  <a:lnTo>
                    <a:pt x="285275" y="1370464"/>
                  </a:lnTo>
                  <a:lnTo>
                    <a:pt x="283857" y="1366480"/>
                  </a:lnTo>
                  <a:lnTo>
                    <a:pt x="282487" y="1362496"/>
                  </a:lnTo>
                  <a:lnTo>
                    <a:pt x="281161" y="1358512"/>
                  </a:lnTo>
                  <a:lnTo>
                    <a:pt x="279882" y="1354528"/>
                  </a:lnTo>
                  <a:lnTo>
                    <a:pt x="278650" y="1350544"/>
                  </a:lnTo>
                  <a:lnTo>
                    <a:pt x="277481" y="1346560"/>
                  </a:lnTo>
                  <a:lnTo>
                    <a:pt x="276371" y="1342577"/>
                  </a:lnTo>
                  <a:lnTo>
                    <a:pt x="275316" y="1338593"/>
                  </a:lnTo>
                  <a:lnTo>
                    <a:pt x="274318" y="1334609"/>
                  </a:lnTo>
                  <a:lnTo>
                    <a:pt x="273379" y="1330625"/>
                  </a:lnTo>
                  <a:lnTo>
                    <a:pt x="272519" y="1326641"/>
                  </a:lnTo>
                  <a:lnTo>
                    <a:pt x="271725" y="1322657"/>
                  </a:lnTo>
                  <a:lnTo>
                    <a:pt x="270996" y="1318673"/>
                  </a:lnTo>
                  <a:lnTo>
                    <a:pt x="270332" y="1314689"/>
                  </a:lnTo>
                  <a:lnTo>
                    <a:pt x="269734" y="1310705"/>
                  </a:lnTo>
                  <a:lnTo>
                    <a:pt x="269226" y="1306721"/>
                  </a:lnTo>
                  <a:lnTo>
                    <a:pt x="268786" y="1302737"/>
                  </a:lnTo>
                  <a:lnTo>
                    <a:pt x="268415" y="1298754"/>
                  </a:lnTo>
                  <a:lnTo>
                    <a:pt x="268111" y="1294770"/>
                  </a:lnTo>
                  <a:lnTo>
                    <a:pt x="267877" y="1290786"/>
                  </a:lnTo>
                  <a:lnTo>
                    <a:pt x="267731" y="1286802"/>
                  </a:lnTo>
                  <a:lnTo>
                    <a:pt x="267651" y="1282818"/>
                  </a:lnTo>
                  <a:lnTo>
                    <a:pt x="267635" y="1278834"/>
                  </a:lnTo>
                  <a:lnTo>
                    <a:pt x="267684" y="1274850"/>
                  </a:lnTo>
                  <a:lnTo>
                    <a:pt x="267799" y="1270866"/>
                  </a:lnTo>
                  <a:lnTo>
                    <a:pt x="267991" y="1266882"/>
                  </a:lnTo>
                  <a:lnTo>
                    <a:pt x="268243" y="1262898"/>
                  </a:lnTo>
                  <a:lnTo>
                    <a:pt x="268552" y="1258914"/>
                  </a:lnTo>
                  <a:lnTo>
                    <a:pt x="268916" y="1254931"/>
                  </a:lnTo>
                  <a:lnTo>
                    <a:pt x="269339" y="1250947"/>
                  </a:lnTo>
                  <a:lnTo>
                    <a:pt x="269827" y="1246963"/>
                  </a:lnTo>
                  <a:lnTo>
                    <a:pt x="270365" y="1242979"/>
                  </a:lnTo>
                  <a:lnTo>
                    <a:pt x="270951" y="1238995"/>
                  </a:lnTo>
                  <a:lnTo>
                    <a:pt x="271584" y="1235011"/>
                  </a:lnTo>
                  <a:lnTo>
                    <a:pt x="272268" y="1231027"/>
                  </a:lnTo>
                  <a:lnTo>
                    <a:pt x="273004" y="1227043"/>
                  </a:lnTo>
                  <a:lnTo>
                    <a:pt x="273782" y="1223059"/>
                  </a:lnTo>
                  <a:lnTo>
                    <a:pt x="274600" y="1219075"/>
                  </a:lnTo>
                  <a:lnTo>
                    <a:pt x="275458" y="1215091"/>
                  </a:lnTo>
                  <a:lnTo>
                    <a:pt x="276358" y="1211108"/>
                  </a:lnTo>
                  <a:lnTo>
                    <a:pt x="277302" y="1207124"/>
                  </a:lnTo>
                  <a:lnTo>
                    <a:pt x="278279" y="1203140"/>
                  </a:lnTo>
                  <a:lnTo>
                    <a:pt x="279290" y="1199156"/>
                  </a:lnTo>
                  <a:lnTo>
                    <a:pt x="280332" y="1195172"/>
                  </a:lnTo>
                  <a:lnTo>
                    <a:pt x="281411" y="1191188"/>
                  </a:lnTo>
                  <a:lnTo>
                    <a:pt x="282522" y="1187204"/>
                  </a:lnTo>
                  <a:lnTo>
                    <a:pt x="283660" y="1183220"/>
                  </a:lnTo>
                  <a:lnTo>
                    <a:pt x="284824" y="1179236"/>
                  </a:lnTo>
                  <a:lnTo>
                    <a:pt x="286012" y="1175252"/>
                  </a:lnTo>
                  <a:lnTo>
                    <a:pt x="287227" y="1171268"/>
                  </a:lnTo>
                  <a:lnTo>
                    <a:pt x="288465" y="1167285"/>
                  </a:lnTo>
                  <a:lnTo>
                    <a:pt x="289253" y="1164785"/>
                  </a:lnTo>
                  <a:lnTo>
                    <a:pt x="289721" y="1163301"/>
                  </a:lnTo>
                  <a:lnTo>
                    <a:pt x="290994" y="1159317"/>
                  </a:lnTo>
                  <a:lnTo>
                    <a:pt x="292284" y="1155333"/>
                  </a:lnTo>
                  <a:lnTo>
                    <a:pt x="293591" y="1151349"/>
                  </a:lnTo>
                  <a:lnTo>
                    <a:pt x="294911" y="1147365"/>
                  </a:lnTo>
                  <a:lnTo>
                    <a:pt x="296242" y="1143381"/>
                  </a:lnTo>
                  <a:lnTo>
                    <a:pt x="297583" y="1139397"/>
                  </a:lnTo>
                  <a:lnTo>
                    <a:pt x="298934" y="1135413"/>
                  </a:lnTo>
                  <a:lnTo>
                    <a:pt x="300296" y="1131429"/>
                  </a:lnTo>
                  <a:lnTo>
                    <a:pt x="301665" y="1127445"/>
                  </a:lnTo>
                  <a:lnTo>
                    <a:pt x="303042" y="1123462"/>
                  </a:lnTo>
                  <a:lnTo>
                    <a:pt x="304426" y="1119478"/>
                  </a:lnTo>
                  <a:lnTo>
                    <a:pt x="305817" y="1115494"/>
                  </a:lnTo>
                  <a:lnTo>
                    <a:pt x="307218" y="1111510"/>
                  </a:lnTo>
                  <a:lnTo>
                    <a:pt x="308628" y="1107526"/>
                  </a:lnTo>
                  <a:lnTo>
                    <a:pt x="310046" y="1103542"/>
                  </a:lnTo>
                  <a:lnTo>
                    <a:pt x="311473" y="1099558"/>
                  </a:lnTo>
                  <a:lnTo>
                    <a:pt x="312911" y="1095574"/>
                  </a:lnTo>
                  <a:lnTo>
                    <a:pt x="314363" y="1091590"/>
                  </a:lnTo>
                  <a:lnTo>
                    <a:pt x="315828" y="1087606"/>
                  </a:lnTo>
                  <a:lnTo>
                    <a:pt x="317306" y="1083622"/>
                  </a:lnTo>
                  <a:lnTo>
                    <a:pt x="318798" y="1079639"/>
                  </a:lnTo>
                  <a:lnTo>
                    <a:pt x="320306" y="1075655"/>
                  </a:lnTo>
                  <a:lnTo>
                    <a:pt x="321833" y="1071671"/>
                  </a:lnTo>
                  <a:lnTo>
                    <a:pt x="323377" y="1067687"/>
                  </a:lnTo>
                  <a:lnTo>
                    <a:pt x="324938" y="1063703"/>
                  </a:lnTo>
                  <a:lnTo>
                    <a:pt x="326515" y="1059719"/>
                  </a:lnTo>
                  <a:lnTo>
                    <a:pt x="328111" y="1055735"/>
                  </a:lnTo>
                  <a:lnTo>
                    <a:pt x="329726" y="1051751"/>
                  </a:lnTo>
                  <a:lnTo>
                    <a:pt x="331357" y="1047767"/>
                  </a:lnTo>
                  <a:lnTo>
                    <a:pt x="333002" y="1043783"/>
                  </a:lnTo>
                  <a:lnTo>
                    <a:pt x="334660" y="1039799"/>
                  </a:lnTo>
                  <a:lnTo>
                    <a:pt x="336332" y="1035816"/>
                  </a:lnTo>
                  <a:lnTo>
                    <a:pt x="338015" y="1031832"/>
                  </a:lnTo>
                  <a:lnTo>
                    <a:pt x="339705" y="1027848"/>
                  </a:lnTo>
                  <a:lnTo>
                    <a:pt x="341401" y="1023864"/>
                  </a:lnTo>
                  <a:lnTo>
                    <a:pt x="343101" y="1019880"/>
                  </a:lnTo>
                  <a:lnTo>
                    <a:pt x="344801" y="1015896"/>
                  </a:lnTo>
                  <a:lnTo>
                    <a:pt x="346499" y="1011912"/>
                  </a:lnTo>
                  <a:lnTo>
                    <a:pt x="348192" y="1007928"/>
                  </a:lnTo>
                  <a:lnTo>
                    <a:pt x="349877" y="1003944"/>
                  </a:lnTo>
                  <a:lnTo>
                    <a:pt x="351553" y="999960"/>
                  </a:lnTo>
                  <a:lnTo>
                    <a:pt x="353215" y="995977"/>
                  </a:lnTo>
                  <a:lnTo>
                    <a:pt x="354859" y="991993"/>
                  </a:lnTo>
                  <a:lnTo>
                    <a:pt x="356487" y="988009"/>
                  </a:lnTo>
                  <a:lnTo>
                    <a:pt x="358095" y="984025"/>
                  </a:lnTo>
                  <a:lnTo>
                    <a:pt x="359684" y="980041"/>
                  </a:lnTo>
                  <a:lnTo>
                    <a:pt x="361246" y="976057"/>
                  </a:lnTo>
                  <a:lnTo>
                    <a:pt x="362782" y="972073"/>
                  </a:lnTo>
                  <a:lnTo>
                    <a:pt x="364294" y="968089"/>
                  </a:lnTo>
                  <a:lnTo>
                    <a:pt x="365783" y="964105"/>
                  </a:lnTo>
                  <a:lnTo>
                    <a:pt x="367246" y="960121"/>
                  </a:lnTo>
                  <a:lnTo>
                    <a:pt x="368679" y="956137"/>
                  </a:lnTo>
                  <a:lnTo>
                    <a:pt x="370085" y="952154"/>
                  </a:lnTo>
                  <a:lnTo>
                    <a:pt x="371468" y="948170"/>
                  </a:lnTo>
                  <a:lnTo>
                    <a:pt x="372829" y="944186"/>
                  </a:lnTo>
                  <a:lnTo>
                    <a:pt x="374167" y="940202"/>
                  </a:lnTo>
                  <a:lnTo>
                    <a:pt x="375479" y="936218"/>
                  </a:lnTo>
                  <a:lnTo>
                    <a:pt x="376771" y="932234"/>
                  </a:lnTo>
                  <a:lnTo>
                    <a:pt x="378045" y="928250"/>
                  </a:lnTo>
                  <a:lnTo>
                    <a:pt x="379304" y="924266"/>
                  </a:lnTo>
                  <a:lnTo>
                    <a:pt x="380548" y="920282"/>
                  </a:lnTo>
                  <a:lnTo>
                    <a:pt x="381775" y="916298"/>
                  </a:lnTo>
                  <a:lnTo>
                    <a:pt x="382992" y="912314"/>
                  </a:lnTo>
                  <a:lnTo>
                    <a:pt x="384200" y="908331"/>
                  </a:lnTo>
                  <a:lnTo>
                    <a:pt x="385401" y="904347"/>
                  </a:lnTo>
                  <a:lnTo>
                    <a:pt x="386595" y="900363"/>
                  </a:lnTo>
                  <a:lnTo>
                    <a:pt x="387785" y="896379"/>
                  </a:lnTo>
                  <a:lnTo>
                    <a:pt x="388972" y="892395"/>
                  </a:lnTo>
                  <a:lnTo>
                    <a:pt x="390158" y="888411"/>
                  </a:lnTo>
                  <a:lnTo>
                    <a:pt x="391344" y="884427"/>
                  </a:lnTo>
                  <a:lnTo>
                    <a:pt x="392531" y="880443"/>
                  </a:lnTo>
                  <a:lnTo>
                    <a:pt x="393721" y="876459"/>
                  </a:lnTo>
                  <a:lnTo>
                    <a:pt x="394915" y="872475"/>
                  </a:lnTo>
                  <a:lnTo>
                    <a:pt x="396112" y="868491"/>
                  </a:lnTo>
                  <a:lnTo>
                    <a:pt x="397313" y="864508"/>
                  </a:lnTo>
                  <a:lnTo>
                    <a:pt x="398519" y="860524"/>
                  </a:lnTo>
                  <a:lnTo>
                    <a:pt x="399731" y="856540"/>
                  </a:lnTo>
                  <a:lnTo>
                    <a:pt x="400948" y="852556"/>
                  </a:lnTo>
                  <a:lnTo>
                    <a:pt x="402169" y="848572"/>
                  </a:lnTo>
                  <a:lnTo>
                    <a:pt x="403395" y="844588"/>
                  </a:lnTo>
                  <a:lnTo>
                    <a:pt x="404625" y="840604"/>
                  </a:lnTo>
                  <a:lnTo>
                    <a:pt x="405859" y="836620"/>
                  </a:lnTo>
                  <a:lnTo>
                    <a:pt x="407095" y="832636"/>
                  </a:lnTo>
                  <a:lnTo>
                    <a:pt x="408334" y="828652"/>
                  </a:lnTo>
                  <a:lnTo>
                    <a:pt x="409573" y="824668"/>
                  </a:lnTo>
                  <a:lnTo>
                    <a:pt x="410812" y="820685"/>
                  </a:lnTo>
                  <a:lnTo>
                    <a:pt x="412049" y="816701"/>
                  </a:lnTo>
                  <a:lnTo>
                    <a:pt x="413283" y="812717"/>
                  </a:lnTo>
                  <a:lnTo>
                    <a:pt x="414514" y="808733"/>
                  </a:lnTo>
                  <a:lnTo>
                    <a:pt x="415740" y="804749"/>
                  </a:lnTo>
                  <a:lnTo>
                    <a:pt x="416958" y="800765"/>
                  </a:lnTo>
                  <a:lnTo>
                    <a:pt x="418168" y="796781"/>
                  </a:lnTo>
                  <a:lnTo>
                    <a:pt x="419369" y="792797"/>
                  </a:lnTo>
                  <a:lnTo>
                    <a:pt x="420561" y="788813"/>
                  </a:lnTo>
                  <a:lnTo>
                    <a:pt x="421742" y="784829"/>
                  </a:lnTo>
                  <a:lnTo>
                    <a:pt x="422908" y="780845"/>
                  </a:lnTo>
                  <a:lnTo>
                    <a:pt x="424061" y="776862"/>
                  </a:lnTo>
                  <a:lnTo>
                    <a:pt x="425200" y="772878"/>
                  </a:lnTo>
                  <a:lnTo>
                    <a:pt x="426326" y="768894"/>
                  </a:lnTo>
                  <a:lnTo>
                    <a:pt x="427437" y="764910"/>
                  </a:lnTo>
                  <a:lnTo>
                    <a:pt x="428529" y="760926"/>
                  </a:lnTo>
                  <a:lnTo>
                    <a:pt x="429605" y="756942"/>
                  </a:lnTo>
                  <a:lnTo>
                    <a:pt x="430665" y="752958"/>
                  </a:lnTo>
                  <a:lnTo>
                    <a:pt x="431711" y="748974"/>
                  </a:lnTo>
                  <a:lnTo>
                    <a:pt x="432742" y="744990"/>
                  </a:lnTo>
                  <a:lnTo>
                    <a:pt x="433753" y="741006"/>
                  </a:lnTo>
                  <a:lnTo>
                    <a:pt x="434749" y="737022"/>
                  </a:lnTo>
                  <a:lnTo>
                    <a:pt x="435732" y="733039"/>
                  </a:lnTo>
                  <a:lnTo>
                    <a:pt x="436701" y="729055"/>
                  </a:lnTo>
                  <a:lnTo>
                    <a:pt x="437656" y="725071"/>
                  </a:lnTo>
                  <a:lnTo>
                    <a:pt x="438595" y="721087"/>
                  </a:lnTo>
                  <a:lnTo>
                    <a:pt x="439523" y="717103"/>
                  </a:lnTo>
                  <a:lnTo>
                    <a:pt x="440440" y="713119"/>
                  </a:lnTo>
                  <a:lnTo>
                    <a:pt x="441346" y="709135"/>
                  </a:lnTo>
                  <a:lnTo>
                    <a:pt x="442241" y="705151"/>
                  </a:lnTo>
                  <a:lnTo>
                    <a:pt x="443125" y="701167"/>
                  </a:lnTo>
                  <a:lnTo>
                    <a:pt x="444000" y="697183"/>
                  </a:lnTo>
                  <a:lnTo>
                    <a:pt x="444866" y="693199"/>
                  </a:lnTo>
                  <a:lnTo>
                    <a:pt x="445724" y="689216"/>
                  </a:lnTo>
                  <a:lnTo>
                    <a:pt x="446574" y="685232"/>
                  </a:lnTo>
                  <a:lnTo>
                    <a:pt x="447414" y="681248"/>
                  </a:lnTo>
                  <a:lnTo>
                    <a:pt x="448246" y="677264"/>
                  </a:lnTo>
                  <a:lnTo>
                    <a:pt x="449070" y="673280"/>
                  </a:lnTo>
                  <a:lnTo>
                    <a:pt x="449887" y="669296"/>
                  </a:lnTo>
                  <a:lnTo>
                    <a:pt x="450694" y="665312"/>
                  </a:lnTo>
                  <a:lnTo>
                    <a:pt x="451492" y="661328"/>
                  </a:lnTo>
                  <a:lnTo>
                    <a:pt x="452280" y="657344"/>
                  </a:lnTo>
                  <a:lnTo>
                    <a:pt x="453058" y="653360"/>
                  </a:lnTo>
                  <a:lnTo>
                    <a:pt x="453827" y="649377"/>
                  </a:lnTo>
                  <a:lnTo>
                    <a:pt x="454584" y="645393"/>
                  </a:lnTo>
                  <a:lnTo>
                    <a:pt x="455327" y="641409"/>
                  </a:lnTo>
                  <a:lnTo>
                    <a:pt x="456057" y="637425"/>
                  </a:lnTo>
                  <a:lnTo>
                    <a:pt x="456775" y="633441"/>
                  </a:lnTo>
                  <a:lnTo>
                    <a:pt x="457480" y="629457"/>
                  </a:lnTo>
                  <a:lnTo>
                    <a:pt x="458167" y="625473"/>
                  </a:lnTo>
                  <a:lnTo>
                    <a:pt x="458837" y="621489"/>
                  </a:lnTo>
                  <a:lnTo>
                    <a:pt x="459491" y="617505"/>
                  </a:lnTo>
                  <a:lnTo>
                    <a:pt x="460129" y="613521"/>
                  </a:lnTo>
                  <a:lnTo>
                    <a:pt x="460749" y="609537"/>
                  </a:lnTo>
                  <a:lnTo>
                    <a:pt x="461348" y="605554"/>
                  </a:lnTo>
                  <a:lnTo>
                    <a:pt x="461927" y="601570"/>
                  </a:lnTo>
                  <a:lnTo>
                    <a:pt x="462487" y="597586"/>
                  </a:lnTo>
                  <a:lnTo>
                    <a:pt x="463028" y="593602"/>
                  </a:lnTo>
                  <a:lnTo>
                    <a:pt x="463550" y="589618"/>
                  </a:lnTo>
                  <a:lnTo>
                    <a:pt x="464047" y="585634"/>
                  </a:lnTo>
                  <a:lnTo>
                    <a:pt x="464524" y="581650"/>
                  </a:lnTo>
                  <a:lnTo>
                    <a:pt x="464981" y="577666"/>
                  </a:lnTo>
                  <a:lnTo>
                    <a:pt x="465420" y="573682"/>
                  </a:lnTo>
                  <a:lnTo>
                    <a:pt x="465839" y="569698"/>
                  </a:lnTo>
                  <a:lnTo>
                    <a:pt x="466233" y="565714"/>
                  </a:lnTo>
                  <a:lnTo>
                    <a:pt x="466609" y="561731"/>
                  </a:lnTo>
                  <a:lnTo>
                    <a:pt x="466967" y="557747"/>
                  </a:lnTo>
                  <a:lnTo>
                    <a:pt x="467307" y="553763"/>
                  </a:lnTo>
                  <a:lnTo>
                    <a:pt x="467631" y="549779"/>
                  </a:lnTo>
                  <a:lnTo>
                    <a:pt x="467933" y="545795"/>
                  </a:lnTo>
                  <a:lnTo>
                    <a:pt x="468221" y="541811"/>
                  </a:lnTo>
                  <a:lnTo>
                    <a:pt x="468494" y="537827"/>
                  </a:lnTo>
                  <a:lnTo>
                    <a:pt x="468753" y="533843"/>
                  </a:lnTo>
                  <a:lnTo>
                    <a:pt x="469000" y="529859"/>
                  </a:lnTo>
                  <a:lnTo>
                    <a:pt x="469231" y="525875"/>
                  </a:lnTo>
                  <a:lnTo>
                    <a:pt x="469452" y="521891"/>
                  </a:lnTo>
                  <a:lnTo>
                    <a:pt x="469664" y="517908"/>
                  </a:lnTo>
                  <a:lnTo>
                    <a:pt x="469867" y="513924"/>
                  </a:lnTo>
                  <a:lnTo>
                    <a:pt x="470061" y="509940"/>
                  </a:lnTo>
                  <a:lnTo>
                    <a:pt x="470248" y="505956"/>
                  </a:lnTo>
                  <a:lnTo>
                    <a:pt x="470429" y="501972"/>
                  </a:lnTo>
                  <a:lnTo>
                    <a:pt x="470606" y="497988"/>
                  </a:lnTo>
                  <a:lnTo>
                    <a:pt x="470779" y="494004"/>
                  </a:lnTo>
                  <a:lnTo>
                    <a:pt x="470949" y="490020"/>
                  </a:lnTo>
                  <a:lnTo>
                    <a:pt x="471116" y="486036"/>
                  </a:lnTo>
                  <a:lnTo>
                    <a:pt x="471283" y="482052"/>
                  </a:lnTo>
                  <a:lnTo>
                    <a:pt x="471449" y="478068"/>
                  </a:lnTo>
                  <a:lnTo>
                    <a:pt x="471615" y="474085"/>
                  </a:lnTo>
                  <a:lnTo>
                    <a:pt x="471781" y="470101"/>
                  </a:lnTo>
                  <a:lnTo>
                    <a:pt x="471949" y="466117"/>
                  </a:lnTo>
                  <a:lnTo>
                    <a:pt x="472118" y="462133"/>
                  </a:lnTo>
                  <a:lnTo>
                    <a:pt x="472289" y="458149"/>
                  </a:lnTo>
                  <a:lnTo>
                    <a:pt x="472461" y="454165"/>
                  </a:lnTo>
                  <a:lnTo>
                    <a:pt x="472636" y="450181"/>
                  </a:lnTo>
                  <a:lnTo>
                    <a:pt x="472812" y="446197"/>
                  </a:lnTo>
                  <a:lnTo>
                    <a:pt x="472990" y="442213"/>
                  </a:lnTo>
                  <a:lnTo>
                    <a:pt x="473169" y="438229"/>
                  </a:lnTo>
                  <a:lnTo>
                    <a:pt x="473349" y="434245"/>
                  </a:lnTo>
                  <a:lnTo>
                    <a:pt x="473530" y="430262"/>
                  </a:lnTo>
                  <a:lnTo>
                    <a:pt x="473711" y="426278"/>
                  </a:lnTo>
                  <a:lnTo>
                    <a:pt x="473892" y="422294"/>
                  </a:lnTo>
                  <a:lnTo>
                    <a:pt x="474072" y="418310"/>
                  </a:lnTo>
                  <a:lnTo>
                    <a:pt x="474251" y="414326"/>
                  </a:lnTo>
                  <a:lnTo>
                    <a:pt x="474428" y="410342"/>
                  </a:lnTo>
                  <a:lnTo>
                    <a:pt x="474602" y="406358"/>
                  </a:lnTo>
                  <a:lnTo>
                    <a:pt x="474773" y="402374"/>
                  </a:lnTo>
                  <a:lnTo>
                    <a:pt x="474941" y="398390"/>
                  </a:lnTo>
                  <a:lnTo>
                    <a:pt x="475106" y="394406"/>
                  </a:lnTo>
                  <a:lnTo>
                    <a:pt x="475265" y="390422"/>
                  </a:lnTo>
                  <a:lnTo>
                    <a:pt x="475419" y="386439"/>
                  </a:lnTo>
                  <a:lnTo>
                    <a:pt x="475568" y="382455"/>
                  </a:lnTo>
                  <a:lnTo>
                    <a:pt x="475711" y="378471"/>
                  </a:lnTo>
                  <a:lnTo>
                    <a:pt x="475849" y="374487"/>
                  </a:lnTo>
                  <a:lnTo>
                    <a:pt x="475980" y="370503"/>
                  </a:lnTo>
                  <a:lnTo>
                    <a:pt x="476105" y="366519"/>
                  </a:lnTo>
                  <a:lnTo>
                    <a:pt x="476223" y="362535"/>
                  </a:lnTo>
                  <a:lnTo>
                    <a:pt x="476336" y="358551"/>
                  </a:lnTo>
                  <a:lnTo>
                    <a:pt x="476443" y="354567"/>
                  </a:lnTo>
                  <a:lnTo>
                    <a:pt x="476541" y="350583"/>
                  </a:lnTo>
                  <a:lnTo>
                    <a:pt x="476634" y="346599"/>
                  </a:lnTo>
                  <a:lnTo>
                    <a:pt x="476721" y="342616"/>
                  </a:lnTo>
                  <a:lnTo>
                    <a:pt x="476802" y="338632"/>
                  </a:lnTo>
                  <a:lnTo>
                    <a:pt x="476877" y="334648"/>
                  </a:lnTo>
                  <a:lnTo>
                    <a:pt x="476946" y="330664"/>
                  </a:lnTo>
                  <a:lnTo>
                    <a:pt x="477010" y="326680"/>
                  </a:lnTo>
                  <a:lnTo>
                    <a:pt x="477069" y="322696"/>
                  </a:lnTo>
                  <a:lnTo>
                    <a:pt x="477123" y="318712"/>
                  </a:lnTo>
                  <a:lnTo>
                    <a:pt x="477173" y="314728"/>
                  </a:lnTo>
                  <a:lnTo>
                    <a:pt x="477217" y="310744"/>
                  </a:lnTo>
                  <a:lnTo>
                    <a:pt x="477258" y="306760"/>
                  </a:lnTo>
                  <a:lnTo>
                    <a:pt x="477294" y="302777"/>
                  </a:lnTo>
                  <a:lnTo>
                    <a:pt x="477328" y="298793"/>
                  </a:lnTo>
                  <a:lnTo>
                    <a:pt x="477357" y="294809"/>
                  </a:lnTo>
                  <a:lnTo>
                    <a:pt x="477384" y="290825"/>
                  </a:lnTo>
                  <a:lnTo>
                    <a:pt x="477407" y="286841"/>
                  </a:lnTo>
                  <a:lnTo>
                    <a:pt x="477427" y="282857"/>
                  </a:lnTo>
                  <a:lnTo>
                    <a:pt x="477446" y="278873"/>
                  </a:lnTo>
                  <a:lnTo>
                    <a:pt x="477461" y="274889"/>
                  </a:lnTo>
                  <a:lnTo>
                    <a:pt x="477474" y="270905"/>
                  </a:lnTo>
                  <a:lnTo>
                    <a:pt x="477486" y="266921"/>
                  </a:lnTo>
                  <a:lnTo>
                    <a:pt x="477495" y="262937"/>
                  </a:lnTo>
                  <a:lnTo>
                    <a:pt x="477504" y="258954"/>
                  </a:lnTo>
                  <a:lnTo>
                    <a:pt x="477510" y="254970"/>
                  </a:lnTo>
                  <a:lnTo>
                    <a:pt x="477515" y="250986"/>
                  </a:lnTo>
                  <a:lnTo>
                    <a:pt x="477520" y="247002"/>
                  </a:lnTo>
                  <a:lnTo>
                    <a:pt x="477523" y="243018"/>
                  </a:lnTo>
                  <a:lnTo>
                    <a:pt x="477526" y="239034"/>
                  </a:lnTo>
                  <a:lnTo>
                    <a:pt x="477528" y="235050"/>
                  </a:lnTo>
                  <a:lnTo>
                    <a:pt x="477530" y="231066"/>
                  </a:lnTo>
                  <a:lnTo>
                    <a:pt x="477532" y="227082"/>
                  </a:lnTo>
                  <a:lnTo>
                    <a:pt x="477534" y="223098"/>
                  </a:lnTo>
                  <a:lnTo>
                    <a:pt x="477536" y="219114"/>
                  </a:lnTo>
                  <a:lnTo>
                    <a:pt x="477538" y="215131"/>
                  </a:lnTo>
                  <a:lnTo>
                    <a:pt x="477541" y="211147"/>
                  </a:lnTo>
                  <a:lnTo>
                    <a:pt x="477544" y="207163"/>
                  </a:lnTo>
                  <a:lnTo>
                    <a:pt x="477548" y="203179"/>
                  </a:lnTo>
                  <a:lnTo>
                    <a:pt x="477552" y="199195"/>
                  </a:lnTo>
                  <a:lnTo>
                    <a:pt x="477558" y="195211"/>
                  </a:lnTo>
                  <a:lnTo>
                    <a:pt x="477564" y="191227"/>
                  </a:lnTo>
                  <a:lnTo>
                    <a:pt x="477571" y="187243"/>
                  </a:lnTo>
                  <a:lnTo>
                    <a:pt x="477579" y="183259"/>
                  </a:lnTo>
                  <a:lnTo>
                    <a:pt x="477588" y="179275"/>
                  </a:lnTo>
                  <a:lnTo>
                    <a:pt x="477599" y="175291"/>
                  </a:lnTo>
                  <a:lnTo>
                    <a:pt x="477609" y="171308"/>
                  </a:lnTo>
                  <a:lnTo>
                    <a:pt x="477621" y="167324"/>
                  </a:lnTo>
                  <a:lnTo>
                    <a:pt x="477634" y="163340"/>
                  </a:lnTo>
                  <a:lnTo>
                    <a:pt x="477647" y="159356"/>
                  </a:lnTo>
                  <a:lnTo>
                    <a:pt x="477661" y="155372"/>
                  </a:lnTo>
                  <a:lnTo>
                    <a:pt x="477675" y="151388"/>
                  </a:lnTo>
                  <a:lnTo>
                    <a:pt x="477690" y="147404"/>
                  </a:lnTo>
                  <a:lnTo>
                    <a:pt x="477705" y="143420"/>
                  </a:lnTo>
                  <a:lnTo>
                    <a:pt x="477720" y="139436"/>
                  </a:lnTo>
                  <a:lnTo>
                    <a:pt x="477735" y="135452"/>
                  </a:lnTo>
                  <a:lnTo>
                    <a:pt x="477751" y="131468"/>
                  </a:lnTo>
                  <a:lnTo>
                    <a:pt x="477766" y="127485"/>
                  </a:lnTo>
                  <a:lnTo>
                    <a:pt x="477781" y="123501"/>
                  </a:lnTo>
                  <a:lnTo>
                    <a:pt x="477796" y="119517"/>
                  </a:lnTo>
                  <a:lnTo>
                    <a:pt x="477811" y="115533"/>
                  </a:lnTo>
                  <a:lnTo>
                    <a:pt x="477825" y="111549"/>
                  </a:lnTo>
                  <a:lnTo>
                    <a:pt x="477839" y="107565"/>
                  </a:lnTo>
                  <a:lnTo>
                    <a:pt x="477852" y="103581"/>
                  </a:lnTo>
                  <a:lnTo>
                    <a:pt x="477865" y="99597"/>
                  </a:lnTo>
                  <a:lnTo>
                    <a:pt x="477876" y="95613"/>
                  </a:lnTo>
                  <a:lnTo>
                    <a:pt x="477888" y="91629"/>
                  </a:lnTo>
                  <a:lnTo>
                    <a:pt x="477899" y="87645"/>
                  </a:lnTo>
                  <a:lnTo>
                    <a:pt x="477909" y="83662"/>
                  </a:lnTo>
                  <a:lnTo>
                    <a:pt x="477918" y="79678"/>
                  </a:lnTo>
                  <a:lnTo>
                    <a:pt x="477927" y="75694"/>
                  </a:lnTo>
                  <a:lnTo>
                    <a:pt x="477934" y="71710"/>
                  </a:lnTo>
                  <a:lnTo>
                    <a:pt x="477942" y="67726"/>
                  </a:lnTo>
                  <a:lnTo>
                    <a:pt x="477949" y="63742"/>
                  </a:lnTo>
                  <a:lnTo>
                    <a:pt x="477955" y="59758"/>
                  </a:lnTo>
                  <a:lnTo>
                    <a:pt x="477960" y="55774"/>
                  </a:lnTo>
                  <a:lnTo>
                    <a:pt x="477965" y="51790"/>
                  </a:lnTo>
                  <a:lnTo>
                    <a:pt x="477970" y="47806"/>
                  </a:lnTo>
                  <a:lnTo>
                    <a:pt x="477974" y="43822"/>
                  </a:lnTo>
                  <a:lnTo>
                    <a:pt x="477977" y="39839"/>
                  </a:lnTo>
                  <a:lnTo>
                    <a:pt x="477981" y="35855"/>
                  </a:lnTo>
                  <a:lnTo>
                    <a:pt x="477983" y="31871"/>
                  </a:lnTo>
                  <a:lnTo>
                    <a:pt x="477986" y="27887"/>
                  </a:lnTo>
                  <a:lnTo>
                    <a:pt x="477988" y="23903"/>
                  </a:lnTo>
                  <a:lnTo>
                    <a:pt x="477990" y="19919"/>
                  </a:lnTo>
                  <a:lnTo>
                    <a:pt x="477992" y="15935"/>
                  </a:lnTo>
                  <a:lnTo>
                    <a:pt x="477993" y="11951"/>
                  </a:lnTo>
                  <a:lnTo>
                    <a:pt x="477994" y="7967"/>
                  </a:lnTo>
                  <a:lnTo>
                    <a:pt x="477995" y="3983"/>
                  </a:lnTo>
                  <a:lnTo>
                    <a:pt x="478005" y="0"/>
                  </a:lnTo>
                  <a:lnTo>
                    <a:pt x="478006" y="3983"/>
                  </a:lnTo>
                  <a:lnTo>
                    <a:pt x="478007" y="7967"/>
                  </a:lnTo>
                  <a:lnTo>
                    <a:pt x="478008" y="11951"/>
                  </a:lnTo>
                  <a:lnTo>
                    <a:pt x="478010" y="15935"/>
                  </a:lnTo>
                  <a:lnTo>
                    <a:pt x="478011" y="19919"/>
                  </a:lnTo>
                  <a:lnTo>
                    <a:pt x="478013" y="23903"/>
                  </a:lnTo>
                  <a:lnTo>
                    <a:pt x="478015" y="27887"/>
                  </a:lnTo>
                  <a:lnTo>
                    <a:pt x="478018" y="31871"/>
                  </a:lnTo>
                  <a:lnTo>
                    <a:pt x="478021" y="35855"/>
                  </a:lnTo>
                  <a:lnTo>
                    <a:pt x="478024" y="39839"/>
                  </a:lnTo>
                  <a:lnTo>
                    <a:pt x="478027" y="43822"/>
                  </a:lnTo>
                  <a:lnTo>
                    <a:pt x="478031" y="47806"/>
                  </a:lnTo>
                  <a:lnTo>
                    <a:pt x="478036" y="51790"/>
                  </a:lnTo>
                  <a:lnTo>
                    <a:pt x="478041" y="55774"/>
                  </a:lnTo>
                  <a:lnTo>
                    <a:pt x="478047" y="59758"/>
                  </a:lnTo>
                  <a:lnTo>
                    <a:pt x="478053" y="63742"/>
                  </a:lnTo>
                  <a:lnTo>
                    <a:pt x="478059" y="67726"/>
                  </a:lnTo>
                  <a:lnTo>
                    <a:pt x="478067" y="71710"/>
                  </a:lnTo>
                  <a:lnTo>
                    <a:pt x="478075" y="75694"/>
                  </a:lnTo>
                  <a:lnTo>
                    <a:pt x="478083" y="79678"/>
                  </a:lnTo>
                  <a:lnTo>
                    <a:pt x="478093" y="83662"/>
                  </a:lnTo>
                  <a:lnTo>
                    <a:pt x="478103" y="87645"/>
                  </a:lnTo>
                  <a:lnTo>
                    <a:pt x="478113" y="91629"/>
                  </a:lnTo>
                  <a:lnTo>
                    <a:pt x="478125" y="95613"/>
                  </a:lnTo>
                  <a:lnTo>
                    <a:pt x="478137" y="99597"/>
                  </a:lnTo>
                  <a:lnTo>
                    <a:pt x="478149" y="103581"/>
                  </a:lnTo>
                  <a:lnTo>
                    <a:pt x="478163" y="107565"/>
                  </a:lnTo>
                  <a:lnTo>
                    <a:pt x="478176" y="111549"/>
                  </a:lnTo>
                  <a:lnTo>
                    <a:pt x="478190" y="115533"/>
                  </a:lnTo>
                  <a:lnTo>
                    <a:pt x="478205" y="119517"/>
                  </a:lnTo>
                  <a:lnTo>
                    <a:pt x="478220" y="123501"/>
                  </a:lnTo>
                  <a:lnTo>
                    <a:pt x="478235" y="127485"/>
                  </a:lnTo>
                  <a:lnTo>
                    <a:pt x="478250" y="131468"/>
                  </a:lnTo>
                  <a:lnTo>
                    <a:pt x="478266" y="135452"/>
                  </a:lnTo>
                  <a:lnTo>
                    <a:pt x="478281" y="139436"/>
                  </a:lnTo>
                  <a:lnTo>
                    <a:pt x="478297" y="143420"/>
                  </a:lnTo>
                  <a:lnTo>
                    <a:pt x="478312" y="147404"/>
                  </a:lnTo>
                  <a:lnTo>
                    <a:pt x="478326" y="151388"/>
                  </a:lnTo>
                  <a:lnTo>
                    <a:pt x="478341" y="155372"/>
                  </a:lnTo>
                  <a:lnTo>
                    <a:pt x="478355" y="159356"/>
                  </a:lnTo>
                  <a:lnTo>
                    <a:pt x="478368" y="163340"/>
                  </a:lnTo>
                  <a:lnTo>
                    <a:pt x="478380" y="167324"/>
                  </a:lnTo>
                  <a:lnTo>
                    <a:pt x="478392" y="171308"/>
                  </a:lnTo>
                  <a:lnTo>
                    <a:pt x="478403" y="175291"/>
                  </a:lnTo>
                  <a:lnTo>
                    <a:pt x="478413" y="179275"/>
                  </a:lnTo>
                  <a:lnTo>
                    <a:pt x="478422" y="183259"/>
                  </a:lnTo>
                  <a:lnTo>
                    <a:pt x="478430" y="187243"/>
                  </a:lnTo>
                  <a:lnTo>
                    <a:pt x="478437" y="191227"/>
                  </a:lnTo>
                  <a:lnTo>
                    <a:pt x="478444" y="195211"/>
                  </a:lnTo>
                  <a:lnTo>
                    <a:pt x="478449" y="199195"/>
                  </a:lnTo>
                  <a:lnTo>
                    <a:pt x="478454" y="203179"/>
                  </a:lnTo>
                  <a:lnTo>
                    <a:pt x="478458" y="207163"/>
                  </a:lnTo>
                  <a:lnTo>
                    <a:pt x="478461" y="211147"/>
                  </a:lnTo>
                  <a:lnTo>
                    <a:pt x="478463" y="215131"/>
                  </a:lnTo>
                  <a:lnTo>
                    <a:pt x="478466" y="219114"/>
                  </a:lnTo>
                  <a:lnTo>
                    <a:pt x="478468" y="223098"/>
                  </a:lnTo>
                  <a:lnTo>
                    <a:pt x="478469" y="227082"/>
                  </a:lnTo>
                  <a:lnTo>
                    <a:pt x="478471" y="231066"/>
                  </a:lnTo>
                  <a:lnTo>
                    <a:pt x="478473" y="235050"/>
                  </a:lnTo>
                  <a:lnTo>
                    <a:pt x="478475" y="239034"/>
                  </a:lnTo>
                  <a:lnTo>
                    <a:pt x="478478" y="243018"/>
                  </a:lnTo>
                  <a:lnTo>
                    <a:pt x="478482" y="247002"/>
                  </a:lnTo>
                  <a:lnTo>
                    <a:pt x="478486" y="250986"/>
                  </a:lnTo>
                  <a:lnTo>
                    <a:pt x="478491" y="254970"/>
                  </a:lnTo>
                  <a:lnTo>
                    <a:pt x="478498" y="258954"/>
                  </a:lnTo>
                  <a:lnTo>
                    <a:pt x="478506" y="262937"/>
                  </a:lnTo>
                  <a:lnTo>
                    <a:pt x="478516" y="266921"/>
                  </a:lnTo>
                  <a:lnTo>
                    <a:pt x="478527" y="270905"/>
                  </a:lnTo>
                  <a:lnTo>
                    <a:pt x="478540" y="274889"/>
                  </a:lnTo>
                  <a:lnTo>
                    <a:pt x="478556" y="278873"/>
                  </a:lnTo>
                  <a:lnTo>
                    <a:pt x="478574" y="282857"/>
                  </a:lnTo>
                  <a:lnTo>
                    <a:pt x="478594" y="286841"/>
                  </a:lnTo>
                  <a:lnTo>
                    <a:pt x="478618" y="290825"/>
                  </a:lnTo>
                  <a:lnTo>
                    <a:pt x="478644" y="294809"/>
                  </a:lnTo>
                  <a:lnTo>
                    <a:pt x="478674" y="298793"/>
                  </a:lnTo>
                  <a:lnTo>
                    <a:pt x="478707" y="302777"/>
                  </a:lnTo>
                  <a:lnTo>
                    <a:pt x="478744" y="306760"/>
                  </a:lnTo>
                  <a:lnTo>
                    <a:pt x="478784" y="310744"/>
                  </a:lnTo>
                  <a:lnTo>
                    <a:pt x="478829" y="314728"/>
                  </a:lnTo>
                  <a:lnTo>
                    <a:pt x="478878" y="318712"/>
                  </a:lnTo>
                  <a:lnTo>
                    <a:pt x="478932" y="322696"/>
                  </a:lnTo>
                  <a:lnTo>
                    <a:pt x="478991" y="326680"/>
                  </a:lnTo>
                  <a:lnTo>
                    <a:pt x="479055" y="330664"/>
                  </a:lnTo>
                  <a:lnTo>
                    <a:pt x="479124" y="334648"/>
                  </a:lnTo>
                  <a:lnTo>
                    <a:pt x="479199" y="338632"/>
                  </a:lnTo>
                  <a:lnTo>
                    <a:pt x="479281" y="342616"/>
                  </a:lnTo>
                  <a:lnTo>
                    <a:pt x="479368" y="346599"/>
                  </a:lnTo>
                  <a:lnTo>
                    <a:pt x="479460" y="350583"/>
                  </a:lnTo>
                  <a:lnTo>
                    <a:pt x="479559" y="354567"/>
                  </a:lnTo>
                  <a:lnTo>
                    <a:pt x="479665" y="358551"/>
                  </a:lnTo>
                  <a:lnTo>
                    <a:pt x="479778" y="362535"/>
                  </a:lnTo>
                  <a:lnTo>
                    <a:pt x="479896" y="366519"/>
                  </a:lnTo>
                  <a:lnTo>
                    <a:pt x="480021" y="370503"/>
                  </a:lnTo>
                  <a:lnTo>
                    <a:pt x="480152" y="374487"/>
                  </a:lnTo>
                  <a:lnTo>
                    <a:pt x="480290" y="378471"/>
                  </a:lnTo>
                  <a:lnTo>
                    <a:pt x="480434" y="382455"/>
                  </a:lnTo>
                  <a:lnTo>
                    <a:pt x="480583" y="386439"/>
                  </a:lnTo>
                  <a:lnTo>
                    <a:pt x="480737" y="390422"/>
                  </a:lnTo>
                  <a:lnTo>
                    <a:pt x="480896" y="394406"/>
                  </a:lnTo>
                  <a:lnTo>
                    <a:pt x="481060" y="398390"/>
                  </a:lnTo>
                  <a:lnTo>
                    <a:pt x="481228" y="402374"/>
                  </a:lnTo>
                  <a:lnTo>
                    <a:pt x="481399" y="406358"/>
                  </a:lnTo>
                  <a:lnTo>
                    <a:pt x="481574" y="410342"/>
                  </a:lnTo>
                  <a:lnTo>
                    <a:pt x="481751" y="414326"/>
                  </a:lnTo>
                  <a:lnTo>
                    <a:pt x="481929" y="418310"/>
                  </a:lnTo>
                  <a:lnTo>
                    <a:pt x="482110" y="422294"/>
                  </a:lnTo>
                  <a:lnTo>
                    <a:pt x="482290" y="426278"/>
                  </a:lnTo>
                  <a:lnTo>
                    <a:pt x="482471" y="430262"/>
                  </a:lnTo>
                  <a:lnTo>
                    <a:pt x="482652" y="434245"/>
                  </a:lnTo>
                  <a:lnTo>
                    <a:pt x="482832" y="438229"/>
                  </a:lnTo>
                  <a:lnTo>
                    <a:pt x="483011" y="442213"/>
                  </a:lnTo>
                  <a:lnTo>
                    <a:pt x="483189" y="446197"/>
                  </a:lnTo>
                  <a:lnTo>
                    <a:pt x="483366" y="450181"/>
                  </a:lnTo>
                  <a:lnTo>
                    <a:pt x="483540" y="454165"/>
                  </a:lnTo>
                  <a:lnTo>
                    <a:pt x="483712" y="458149"/>
                  </a:lnTo>
                  <a:lnTo>
                    <a:pt x="483883" y="462133"/>
                  </a:lnTo>
                  <a:lnTo>
                    <a:pt x="484052" y="466117"/>
                  </a:lnTo>
                  <a:lnTo>
                    <a:pt x="484220" y="470101"/>
                  </a:lnTo>
                  <a:lnTo>
                    <a:pt x="484387" y="474085"/>
                  </a:lnTo>
                  <a:lnTo>
                    <a:pt x="484553" y="478068"/>
                  </a:lnTo>
                  <a:lnTo>
                    <a:pt x="484719" y="482052"/>
                  </a:lnTo>
                  <a:lnTo>
                    <a:pt x="484885" y="486036"/>
                  </a:lnTo>
                  <a:lnTo>
                    <a:pt x="485053" y="490020"/>
                  </a:lnTo>
                  <a:lnTo>
                    <a:pt x="485222" y="494004"/>
                  </a:lnTo>
                  <a:lnTo>
                    <a:pt x="485396" y="497988"/>
                  </a:lnTo>
                  <a:lnTo>
                    <a:pt x="485572" y="501972"/>
                  </a:lnTo>
                  <a:lnTo>
                    <a:pt x="485754" y="505956"/>
                  </a:lnTo>
                  <a:lnTo>
                    <a:pt x="485940" y="509940"/>
                  </a:lnTo>
                  <a:lnTo>
                    <a:pt x="486135" y="513924"/>
                  </a:lnTo>
                  <a:lnTo>
                    <a:pt x="486338" y="517908"/>
                  </a:lnTo>
                  <a:lnTo>
                    <a:pt x="486549" y="521891"/>
                  </a:lnTo>
                  <a:lnTo>
                    <a:pt x="486770" y="525875"/>
                  </a:lnTo>
                  <a:lnTo>
                    <a:pt x="487002" y="529859"/>
                  </a:lnTo>
                  <a:lnTo>
                    <a:pt x="487248" y="533843"/>
                  </a:lnTo>
                  <a:lnTo>
                    <a:pt x="487508" y="537827"/>
                  </a:lnTo>
                  <a:lnTo>
                    <a:pt x="487781" y="541811"/>
                  </a:lnTo>
                  <a:lnTo>
                    <a:pt x="488068" y="545795"/>
                  </a:lnTo>
                  <a:lnTo>
                    <a:pt x="488370" y="549779"/>
                  </a:lnTo>
                  <a:lnTo>
                    <a:pt x="488694" y="553763"/>
                  </a:lnTo>
                  <a:lnTo>
                    <a:pt x="489035" y="557747"/>
                  </a:lnTo>
                  <a:lnTo>
                    <a:pt x="489392" y="561731"/>
                  </a:lnTo>
                  <a:lnTo>
                    <a:pt x="489768" y="565714"/>
                  </a:lnTo>
                  <a:lnTo>
                    <a:pt x="490163" y="569698"/>
                  </a:lnTo>
                  <a:lnTo>
                    <a:pt x="490582" y="573682"/>
                  </a:lnTo>
                  <a:lnTo>
                    <a:pt x="491020" y="577666"/>
                  </a:lnTo>
                  <a:lnTo>
                    <a:pt x="491477" y="581650"/>
                  </a:lnTo>
                  <a:lnTo>
                    <a:pt x="491954" y="585634"/>
                  </a:lnTo>
                  <a:lnTo>
                    <a:pt x="492451" y="589618"/>
                  </a:lnTo>
                  <a:lnTo>
                    <a:pt x="492973" y="593602"/>
                  </a:lnTo>
                  <a:lnTo>
                    <a:pt x="493514" y="597586"/>
                  </a:lnTo>
                  <a:lnTo>
                    <a:pt x="494075" y="601570"/>
                  </a:lnTo>
                  <a:lnTo>
                    <a:pt x="494653" y="605554"/>
                  </a:lnTo>
                  <a:lnTo>
                    <a:pt x="495252" y="609537"/>
                  </a:lnTo>
                  <a:lnTo>
                    <a:pt x="495873" y="613521"/>
                  </a:lnTo>
                  <a:lnTo>
                    <a:pt x="496510" y="617505"/>
                  </a:lnTo>
                  <a:lnTo>
                    <a:pt x="497164" y="621489"/>
                  </a:lnTo>
                  <a:lnTo>
                    <a:pt x="497834" y="625473"/>
                  </a:lnTo>
                  <a:lnTo>
                    <a:pt x="498522" y="629457"/>
                  </a:lnTo>
                  <a:lnTo>
                    <a:pt x="499226" y="633441"/>
                  </a:lnTo>
                  <a:lnTo>
                    <a:pt x="499944" y="637425"/>
                  </a:lnTo>
                  <a:lnTo>
                    <a:pt x="500675" y="641409"/>
                  </a:lnTo>
                  <a:lnTo>
                    <a:pt x="501418" y="645393"/>
                  </a:lnTo>
                  <a:lnTo>
                    <a:pt x="502174" y="649377"/>
                  </a:lnTo>
                  <a:lnTo>
                    <a:pt x="502943" y="653360"/>
                  </a:lnTo>
                  <a:lnTo>
                    <a:pt x="503722" y="657344"/>
                  </a:lnTo>
                  <a:lnTo>
                    <a:pt x="504510" y="661328"/>
                  </a:lnTo>
                  <a:lnTo>
                    <a:pt x="505307" y="665312"/>
                  </a:lnTo>
                  <a:lnTo>
                    <a:pt x="506114" y="669296"/>
                  </a:lnTo>
                  <a:lnTo>
                    <a:pt x="506931" y="673280"/>
                  </a:lnTo>
                  <a:lnTo>
                    <a:pt x="507755" y="677264"/>
                  </a:lnTo>
                  <a:lnTo>
                    <a:pt x="508588" y="681248"/>
                  </a:lnTo>
                  <a:lnTo>
                    <a:pt x="509427" y="685232"/>
                  </a:lnTo>
                  <a:lnTo>
                    <a:pt x="510277" y="689216"/>
                  </a:lnTo>
                  <a:lnTo>
                    <a:pt x="511135" y="693199"/>
                  </a:lnTo>
                  <a:lnTo>
                    <a:pt x="512001" y="697183"/>
                  </a:lnTo>
                  <a:lnTo>
                    <a:pt x="512876" y="701167"/>
                  </a:lnTo>
                  <a:lnTo>
                    <a:pt x="513760" y="705151"/>
                  </a:lnTo>
                  <a:lnTo>
                    <a:pt x="514655" y="709135"/>
                  </a:lnTo>
                  <a:lnTo>
                    <a:pt x="515561" y="713119"/>
                  </a:lnTo>
                  <a:lnTo>
                    <a:pt x="516478" y="717103"/>
                  </a:lnTo>
                  <a:lnTo>
                    <a:pt x="517406" y="721087"/>
                  </a:lnTo>
                  <a:lnTo>
                    <a:pt x="518345" y="725071"/>
                  </a:lnTo>
                  <a:lnTo>
                    <a:pt x="519301" y="729055"/>
                  </a:lnTo>
                  <a:lnTo>
                    <a:pt x="520270" y="733039"/>
                  </a:lnTo>
                  <a:lnTo>
                    <a:pt x="521252" y="737022"/>
                  </a:lnTo>
                  <a:lnTo>
                    <a:pt x="522249" y="741006"/>
                  </a:lnTo>
                  <a:lnTo>
                    <a:pt x="523260" y="744990"/>
                  </a:lnTo>
                  <a:lnTo>
                    <a:pt x="524290" y="748974"/>
                  </a:lnTo>
                  <a:lnTo>
                    <a:pt x="525336" y="752958"/>
                  </a:lnTo>
                  <a:lnTo>
                    <a:pt x="526397" y="756942"/>
                  </a:lnTo>
                  <a:lnTo>
                    <a:pt x="527473" y="760926"/>
                  </a:lnTo>
                  <a:lnTo>
                    <a:pt x="528565" y="764910"/>
                  </a:lnTo>
                  <a:lnTo>
                    <a:pt x="529676" y="768894"/>
                  </a:lnTo>
                  <a:lnTo>
                    <a:pt x="530801" y="772878"/>
                  </a:lnTo>
                  <a:lnTo>
                    <a:pt x="531940" y="776862"/>
                  </a:lnTo>
                  <a:lnTo>
                    <a:pt x="533093" y="780845"/>
                  </a:lnTo>
                  <a:lnTo>
                    <a:pt x="534259" y="784829"/>
                  </a:lnTo>
                  <a:lnTo>
                    <a:pt x="535440" y="788813"/>
                  </a:lnTo>
                  <a:lnTo>
                    <a:pt x="536632" y="792797"/>
                  </a:lnTo>
                  <a:lnTo>
                    <a:pt x="537833" y="796781"/>
                  </a:lnTo>
                  <a:lnTo>
                    <a:pt x="539043" y="800765"/>
                  </a:lnTo>
                  <a:lnTo>
                    <a:pt x="540262" y="804749"/>
                  </a:lnTo>
                  <a:lnTo>
                    <a:pt x="541488" y="808733"/>
                  </a:lnTo>
                  <a:lnTo>
                    <a:pt x="542718" y="812717"/>
                  </a:lnTo>
                  <a:lnTo>
                    <a:pt x="543953" y="816701"/>
                  </a:lnTo>
                  <a:lnTo>
                    <a:pt x="545190" y="820685"/>
                  </a:lnTo>
                  <a:lnTo>
                    <a:pt x="546429" y="824668"/>
                  </a:lnTo>
                  <a:lnTo>
                    <a:pt x="547668" y="828652"/>
                  </a:lnTo>
                  <a:lnTo>
                    <a:pt x="548906" y="832636"/>
                  </a:lnTo>
                  <a:lnTo>
                    <a:pt x="550142" y="836620"/>
                  </a:lnTo>
                  <a:lnTo>
                    <a:pt x="551376" y="840604"/>
                  </a:lnTo>
                  <a:lnTo>
                    <a:pt x="552606" y="844588"/>
                  </a:lnTo>
                  <a:lnTo>
                    <a:pt x="553832" y="848572"/>
                  </a:lnTo>
                  <a:lnTo>
                    <a:pt x="555054" y="852556"/>
                  </a:lnTo>
                  <a:lnTo>
                    <a:pt x="556270" y="856540"/>
                  </a:lnTo>
                  <a:lnTo>
                    <a:pt x="557482" y="860524"/>
                  </a:lnTo>
                  <a:lnTo>
                    <a:pt x="558689" y="864508"/>
                  </a:lnTo>
                  <a:lnTo>
                    <a:pt x="559890" y="868491"/>
                  </a:lnTo>
                  <a:lnTo>
                    <a:pt x="561087" y="872475"/>
                  </a:lnTo>
                  <a:lnTo>
                    <a:pt x="562280" y="876459"/>
                  </a:lnTo>
                  <a:lnTo>
                    <a:pt x="563470" y="880443"/>
                  </a:lnTo>
                  <a:lnTo>
                    <a:pt x="564657" y="884427"/>
                  </a:lnTo>
                  <a:lnTo>
                    <a:pt x="565843" y="888411"/>
                  </a:lnTo>
                  <a:lnTo>
                    <a:pt x="567029" y="892395"/>
                  </a:lnTo>
                  <a:lnTo>
                    <a:pt x="568217" y="896379"/>
                  </a:lnTo>
                  <a:lnTo>
                    <a:pt x="569406" y="900363"/>
                  </a:lnTo>
                  <a:lnTo>
                    <a:pt x="570600" y="904347"/>
                  </a:lnTo>
                  <a:lnTo>
                    <a:pt x="571801" y="908331"/>
                  </a:lnTo>
                  <a:lnTo>
                    <a:pt x="573009" y="912314"/>
                  </a:lnTo>
                  <a:lnTo>
                    <a:pt x="574226" y="916298"/>
                  </a:lnTo>
                  <a:lnTo>
                    <a:pt x="575453" y="920282"/>
                  </a:lnTo>
                  <a:lnTo>
                    <a:pt x="576697" y="924266"/>
                  </a:lnTo>
                  <a:lnTo>
                    <a:pt x="577956" y="928250"/>
                  </a:lnTo>
                  <a:lnTo>
                    <a:pt x="579231" y="932234"/>
                  </a:lnTo>
                  <a:lnTo>
                    <a:pt x="580523" y="936218"/>
                  </a:lnTo>
                  <a:lnTo>
                    <a:pt x="581834" y="940202"/>
                  </a:lnTo>
                  <a:lnTo>
                    <a:pt x="583172" y="944186"/>
                  </a:lnTo>
                  <a:lnTo>
                    <a:pt x="584533" y="948170"/>
                  </a:lnTo>
                  <a:lnTo>
                    <a:pt x="585916" y="952154"/>
                  </a:lnTo>
                  <a:lnTo>
                    <a:pt x="587323" y="956137"/>
                  </a:lnTo>
                  <a:lnTo>
                    <a:pt x="588755" y="960121"/>
                  </a:lnTo>
                  <a:lnTo>
                    <a:pt x="590219" y="964105"/>
                  </a:lnTo>
                  <a:lnTo>
                    <a:pt x="591707" y="968089"/>
                  </a:lnTo>
                  <a:lnTo>
                    <a:pt x="593219" y="972073"/>
                  </a:lnTo>
                  <a:lnTo>
                    <a:pt x="594756" y="976057"/>
                  </a:lnTo>
                  <a:lnTo>
                    <a:pt x="596317" y="980041"/>
                  </a:lnTo>
                  <a:lnTo>
                    <a:pt x="597906" y="984025"/>
                  </a:lnTo>
                  <a:lnTo>
                    <a:pt x="599515" y="988009"/>
                  </a:lnTo>
                  <a:lnTo>
                    <a:pt x="601142" y="991993"/>
                  </a:lnTo>
                  <a:lnTo>
                    <a:pt x="602786" y="995977"/>
                  </a:lnTo>
                  <a:lnTo>
                    <a:pt x="604448" y="999960"/>
                  </a:lnTo>
                  <a:lnTo>
                    <a:pt x="606124" y="1003944"/>
                  </a:lnTo>
                  <a:lnTo>
                    <a:pt x="607809" y="1007928"/>
                  </a:lnTo>
                  <a:lnTo>
                    <a:pt x="609502" y="1011912"/>
                  </a:lnTo>
                  <a:lnTo>
                    <a:pt x="611200" y="1015896"/>
                  </a:lnTo>
                  <a:lnTo>
                    <a:pt x="612900" y="1019880"/>
                  </a:lnTo>
                  <a:lnTo>
                    <a:pt x="614600" y="1023864"/>
                  </a:lnTo>
                  <a:lnTo>
                    <a:pt x="616296" y="1027848"/>
                  </a:lnTo>
                  <a:lnTo>
                    <a:pt x="617986" y="1031832"/>
                  </a:lnTo>
                  <a:lnTo>
                    <a:pt x="619670" y="1035816"/>
                  </a:lnTo>
                  <a:lnTo>
                    <a:pt x="621341" y="1039799"/>
                  </a:lnTo>
                  <a:lnTo>
                    <a:pt x="623000" y="1043783"/>
                  </a:lnTo>
                  <a:lnTo>
                    <a:pt x="624645" y="1047767"/>
                  </a:lnTo>
                  <a:lnTo>
                    <a:pt x="626275" y="1051751"/>
                  </a:lnTo>
                  <a:lnTo>
                    <a:pt x="627891" y="1055735"/>
                  </a:lnTo>
                  <a:lnTo>
                    <a:pt x="629486" y="1059719"/>
                  </a:lnTo>
                  <a:lnTo>
                    <a:pt x="631063" y="1063703"/>
                  </a:lnTo>
                  <a:lnTo>
                    <a:pt x="632624" y="1067687"/>
                  </a:lnTo>
                  <a:lnTo>
                    <a:pt x="634168" y="1071671"/>
                  </a:lnTo>
                  <a:lnTo>
                    <a:pt x="635696" y="1075655"/>
                  </a:lnTo>
                  <a:lnTo>
                    <a:pt x="637203" y="1079639"/>
                  </a:lnTo>
                  <a:lnTo>
                    <a:pt x="638695" y="1083622"/>
                  </a:lnTo>
                  <a:lnTo>
                    <a:pt x="640173" y="1087606"/>
                  </a:lnTo>
                  <a:lnTo>
                    <a:pt x="641638" y="1091590"/>
                  </a:lnTo>
                  <a:lnTo>
                    <a:pt x="643090" y="1095574"/>
                  </a:lnTo>
                  <a:lnTo>
                    <a:pt x="644528" y="1099558"/>
                  </a:lnTo>
                  <a:lnTo>
                    <a:pt x="645955" y="1103542"/>
                  </a:lnTo>
                  <a:lnTo>
                    <a:pt x="647373" y="1107526"/>
                  </a:lnTo>
                  <a:lnTo>
                    <a:pt x="648783" y="1111510"/>
                  </a:lnTo>
                  <a:lnTo>
                    <a:pt x="650184" y="1115494"/>
                  </a:lnTo>
                  <a:lnTo>
                    <a:pt x="651575" y="1119478"/>
                  </a:lnTo>
                  <a:lnTo>
                    <a:pt x="652959" y="1123462"/>
                  </a:lnTo>
                  <a:lnTo>
                    <a:pt x="654336" y="1127445"/>
                  </a:lnTo>
                  <a:lnTo>
                    <a:pt x="655706" y="1131429"/>
                  </a:lnTo>
                  <a:lnTo>
                    <a:pt x="657067" y="1135413"/>
                  </a:lnTo>
                  <a:lnTo>
                    <a:pt x="658418" y="1139397"/>
                  </a:lnTo>
                  <a:lnTo>
                    <a:pt x="659759" y="1143381"/>
                  </a:lnTo>
                  <a:lnTo>
                    <a:pt x="661091" y="1147365"/>
                  </a:lnTo>
                  <a:lnTo>
                    <a:pt x="662411" y="1151349"/>
                  </a:lnTo>
                  <a:lnTo>
                    <a:pt x="663718" y="1155333"/>
                  </a:lnTo>
                  <a:lnTo>
                    <a:pt x="665007" y="1159317"/>
                  </a:lnTo>
                  <a:lnTo>
                    <a:pt x="666280" y="1163301"/>
                  </a:lnTo>
                  <a:lnTo>
                    <a:pt x="666748" y="1164785"/>
                  </a:lnTo>
                  <a:lnTo>
                    <a:pt x="667536" y="1167285"/>
                  </a:lnTo>
                  <a:lnTo>
                    <a:pt x="668774" y="1171268"/>
                  </a:lnTo>
                  <a:lnTo>
                    <a:pt x="669989" y="1175252"/>
                  </a:lnTo>
                  <a:lnTo>
                    <a:pt x="671177" y="1179236"/>
                  </a:lnTo>
                  <a:lnTo>
                    <a:pt x="672341" y="1183220"/>
                  </a:lnTo>
                  <a:lnTo>
                    <a:pt x="673479" y="1187204"/>
                  </a:lnTo>
                  <a:lnTo>
                    <a:pt x="674590" y="1191188"/>
                  </a:lnTo>
                  <a:lnTo>
                    <a:pt x="675669" y="1195172"/>
                  </a:lnTo>
                  <a:lnTo>
                    <a:pt x="676712" y="1199156"/>
                  </a:lnTo>
                  <a:lnTo>
                    <a:pt x="677722" y="1203140"/>
                  </a:lnTo>
                  <a:lnTo>
                    <a:pt x="678700" y="1207124"/>
                  </a:lnTo>
                  <a:lnTo>
                    <a:pt x="679643" y="1211108"/>
                  </a:lnTo>
                  <a:lnTo>
                    <a:pt x="680544" y="1215091"/>
                  </a:lnTo>
                  <a:lnTo>
                    <a:pt x="681401" y="1219075"/>
                  </a:lnTo>
                  <a:lnTo>
                    <a:pt x="682219" y="1223059"/>
                  </a:lnTo>
                  <a:lnTo>
                    <a:pt x="682997" y="1227043"/>
                  </a:lnTo>
                  <a:lnTo>
                    <a:pt x="683733" y="1231027"/>
                  </a:lnTo>
                  <a:lnTo>
                    <a:pt x="684417" y="1235011"/>
                  </a:lnTo>
                  <a:lnTo>
                    <a:pt x="685050" y="1238995"/>
                  </a:lnTo>
                  <a:lnTo>
                    <a:pt x="685636" y="1242979"/>
                  </a:lnTo>
                  <a:lnTo>
                    <a:pt x="686174" y="1246963"/>
                  </a:lnTo>
                  <a:lnTo>
                    <a:pt x="686662" y="1250947"/>
                  </a:lnTo>
                  <a:lnTo>
                    <a:pt x="687085" y="1254931"/>
                  </a:lnTo>
                  <a:lnTo>
                    <a:pt x="687450" y="1258914"/>
                  </a:lnTo>
                  <a:lnTo>
                    <a:pt x="687758" y="1262898"/>
                  </a:lnTo>
                  <a:lnTo>
                    <a:pt x="688010" y="1266882"/>
                  </a:lnTo>
                  <a:lnTo>
                    <a:pt x="688203" y="1270866"/>
                  </a:lnTo>
                  <a:lnTo>
                    <a:pt x="688317" y="1274850"/>
                  </a:lnTo>
                  <a:lnTo>
                    <a:pt x="688366" y="1278834"/>
                  </a:lnTo>
                  <a:lnTo>
                    <a:pt x="688351" y="1282818"/>
                  </a:lnTo>
                  <a:lnTo>
                    <a:pt x="688271" y="1286802"/>
                  </a:lnTo>
                  <a:lnTo>
                    <a:pt x="688125" y="1290786"/>
                  </a:lnTo>
                  <a:lnTo>
                    <a:pt x="687890" y="1294770"/>
                  </a:lnTo>
                  <a:lnTo>
                    <a:pt x="687586" y="1298754"/>
                  </a:lnTo>
                  <a:lnTo>
                    <a:pt x="687215" y="1302737"/>
                  </a:lnTo>
                  <a:lnTo>
                    <a:pt x="686776" y="1306721"/>
                  </a:lnTo>
                  <a:lnTo>
                    <a:pt x="686267" y="1310705"/>
                  </a:lnTo>
                  <a:lnTo>
                    <a:pt x="685670" y="1314689"/>
                  </a:lnTo>
                  <a:lnTo>
                    <a:pt x="685006" y="1318673"/>
                  </a:lnTo>
                  <a:lnTo>
                    <a:pt x="684276" y="1322657"/>
                  </a:lnTo>
                  <a:lnTo>
                    <a:pt x="683483" y="1326641"/>
                  </a:lnTo>
                  <a:lnTo>
                    <a:pt x="682622" y="1330625"/>
                  </a:lnTo>
                  <a:lnTo>
                    <a:pt x="681683" y="1334609"/>
                  </a:lnTo>
                  <a:lnTo>
                    <a:pt x="680685" y="1338593"/>
                  </a:lnTo>
                  <a:lnTo>
                    <a:pt x="679630" y="1342577"/>
                  </a:lnTo>
                  <a:lnTo>
                    <a:pt x="678520" y="1346560"/>
                  </a:lnTo>
                  <a:lnTo>
                    <a:pt x="677352" y="1350544"/>
                  </a:lnTo>
                  <a:lnTo>
                    <a:pt x="676120" y="1354528"/>
                  </a:lnTo>
                  <a:lnTo>
                    <a:pt x="674840" y="1358512"/>
                  </a:lnTo>
                  <a:lnTo>
                    <a:pt x="673514" y="1362496"/>
                  </a:lnTo>
                  <a:lnTo>
                    <a:pt x="672144" y="1366480"/>
                  </a:lnTo>
                  <a:lnTo>
                    <a:pt x="670726" y="1370464"/>
                  </a:lnTo>
                  <a:lnTo>
                    <a:pt x="669260" y="1374448"/>
                  </a:lnTo>
                  <a:lnTo>
                    <a:pt x="667756" y="1378432"/>
                  </a:lnTo>
                  <a:lnTo>
                    <a:pt x="666216" y="1382416"/>
                  </a:lnTo>
                  <a:lnTo>
                    <a:pt x="664641" y="1386399"/>
                  </a:lnTo>
                  <a:lnTo>
                    <a:pt x="663028" y="1390383"/>
                  </a:lnTo>
                  <a:lnTo>
                    <a:pt x="661376" y="1394367"/>
                  </a:lnTo>
                  <a:lnTo>
                    <a:pt x="659694" y="1398351"/>
                  </a:lnTo>
                  <a:lnTo>
                    <a:pt x="657982" y="1402335"/>
                  </a:lnTo>
                  <a:lnTo>
                    <a:pt x="656240" y="1406319"/>
                  </a:lnTo>
                  <a:lnTo>
                    <a:pt x="654464" y="1410303"/>
                  </a:lnTo>
                  <a:lnTo>
                    <a:pt x="653048" y="1413423"/>
                  </a:lnTo>
                  <a:lnTo>
                    <a:pt x="652656" y="1414287"/>
                  </a:lnTo>
                  <a:lnTo>
                    <a:pt x="650820" y="1418271"/>
                  </a:lnTo>
                  <a:lnTo>
                    <a:pt x="648956" y="1422255"/>
                  </a:lnTo>
                  <a:lnTo>
                    <a:pt x="647065" y="1426239"/>
                  </a:lnTo>
                  <a:lnTo>
                    <a:pt x="645140" y="1430222"/>
                  </a:lnTo>
                  <a:lnTo>
                    <a:pt x="643184" y="1434206"/>
                  </a:lnTo>
                  <a:lnTo>
                    <a:pt x="641200" y="1438190"/>
                  </a:lnTo>
                  <a:lnTo>
                    <a:pt x="639188" y="1442174"/>
                  </a:lnTo>
                  <a:lnTo>
                    <a:pt x="637148" y="1446158"/>
                  </a:lnTo>
                  <a:lnTo>
                    <a:pt x="635071" y="1450142"/>
                  </a:lnTo>
                  <a:lnTo>
                    <a:pt x="632962" y="1454126"/>
                  </a:lnTo>
                  <a:lnTo>
                    <a:pt x="630824" y="1458110"/>
                  </a:lnTo>
                  <a:lnTo>
                    <a:pt x="628655" y="1462094"/>
                  </a:lnTo>
                  <a:lnTo>
                    <a:pt x="626457" y="1466078"/>
                  </a:lnTo>
                  <a:lnTo>
                    <a:pt x="624218" y="1470062"/>
                  </a:lnTo>
                  <a:lnTo>
                    <a:pt x="621946" y="1474045"/>
                  </a:lnTo>
                  <a:lnTo>
                    <a:pt x="619644" y="1478029"/>
                  </a:lnTo>
                  <a:lnTo>
                    <a:pt x="617310" y="1482013"/>
                  </a:lnTo>
                  <a:lnTo>
                    <a:pt x="614944" y="1485997"/>
                  </a:lnTo>
                  <a:lnTo>
                    <a:pt x="612537" y="1489981"/>
                  </a:lnTo>
                  <a:lnTo>
                    <a:pt x="610098" y="1493965"/>
                  </a:lnTo>
                  <a:lnTo>
                    <a:pt x="607628" y="1497949"/>
                  </a:lnTo>
                  <a:lnTo>
                    <a:pt x="605128" y="1501933"/>
                  </a:lnTo>
                  <a:lnTo>
                    <a:pt x="602597" y="1505917"/>
                  </a:lnTo>
                  <a:lnTo>
                    <a:pt x="600028" y="1509901"/>
                  </a:lnTo>
                  <a:lnTo>
                    <a:pt x="597433" y="1513885"/>
                  </a:lnTo>
                  <a:lnTo>
                    <a:pt x="594811" y="1517868"/>
                  </a:lnTo>
                  <a:lnTo>
                    <a:pt x="592164" y="1521852"/>
                  </a:lnTo>
                  <a:lnTo>
                    <a:pt x="589492" y="1525836"/>
                  </a:lnTo>
                  <a:lnTo>
                    <a:pt x="586794" y="1529820"/>
                  </a:lnTo>
                  <a:lnTo>
                    <a:pt x="584078" y="1533804"/>
                  </a:lnTo>
                  <a:lnTo>
                    <a:pt x="581347" y="1537788"/>
                  </a:lnTo>
                  <a:lnTo>
                    <a:pt x="578601" y="1541772"/>
                  </a:lnTo>
                  <a:lnTo>
                    <a:pt x="575843" y="1545756"/>
                  </a:lnTo>
                  <a:lnTo>
                    <a:pt x="573077" y="1549740"/>
                  </a:lnTo>
                  <a:lnTo>
                    <a:pt x="570308" y="1553724"/>
                  </a:lnTo>
                  <a:lnTo>
                    <a:pt x="567539" y="1557708"/>
                  </a:lnTo>
                  <a:lnTo>
                    <a:pt x="564773" y="1561691"/>
                  </a:lnTo>
                  <a:lnTo>
                    <a:pt x="562015" y="1565675"/>
                  </a:lnTo>
                  <a:lnTo>
                    <a:pt x="559272" y="1569659"/>
                  </a:lnTo>
                  <a:lnTo>
                    <a:pt x="556546" y="1573643"/>
                  </a:lnTo>
                  <a:lnTo>
                    <a:pt x="553841" y="1577627"/>
                  </a:lnTo>
                  <a:lnTo>
                    <a:pt x="551162" y="1581611"/>
                  </a:lnTo>
                  <a:lnTo>
                    <a:pt x="548519" y="1585595"/>
                  </a:lnTo>
                  <a:lnTo>
                    <a:pt x="545920" y="1589579"/>
                  </a:lnTo>
                  <a:lnTo>
                    <a:pt x="543364" y="1593563"/>
                  </a:lnTo>
                  <a:lnTo>
                    <a:pt x="540858" y="1597547"/>
                  </a:lnTo>
                  <a:lnTo>
                    <a:pt x="538407" y="1601531"/>
                  </a:lnTo>
                  <a:lnTo>
                    <a:pt x="536031" y="1605514"/>
                  </a:lnTo>
                  <a:lnTo>
                    <a:pt x="533738" y="1609498"/>
                  </a:lnTo>
                  <a:lnTo>
                    <a:pt x="531527" y="1613482"/>
                  </a:lnTo>
                  <a:lnTo>
                    <a:pt x="529406" y="1617466"/>
                  </a:lnTo>
                  <a:lnTo>
                    <a:pt x="527383" y="1621450"/>
                  </a:lnTo>
                  <a:lnTo>
                    <a:pt x="525500" y="1625434"/>
                  </a:lnTo>
                  <a:lnTo>
                    <a:pt x="523757" y="1629418"/>
                  </a:lnTo>
                  <a:lnTo>
                    <a:pt x="522156" y="1633402"/>
                  </a:lnTo>
                  <a:lnTo>
                    <a:pt x="520710" y="1637386"/>
                  </a:lnTo>
                  <a:lnTo>
                    <a:pt x="519434" y="1641370"/>
                  </a:lnTo>
                  <a:lnTo>
                    <a:pt x="518404" y="1645354"/>
                  </a:lnTo>
                  <a:lnTo>
                    <a:pt x="517605" y="1649337"/>
                  </a:lnTo>
                  <a:lnTo>
                    <a:pt x="517047" y="1653321"/>
                  </a:lnTo>
                  <a:lnTo>
                    <a:pt x="516748" y="1657305"/>
                  </a:lnTo>
                  <a:lnTo>
                    <a:pt x="516732" y="1661289"/>
                  </a:lnTo>
                  <a:lnTo>
                    <a:pt x="517134" y="1665273"/>
                  </a:lnTo>
                  <a:lnTo>
                    <a:pt x="517901" y="1669257"/>
                  </a:lnTo>
                  <a:lnTo>
                    <a:pt x="519053" y="1673241"/>
                  </a:lnTo>
                  <a:lnTo>
                    <a:pt x="520617" y="1677225"/>
                  </a:lnTo>
                  <a:lnTo>
                    <a:pt x="522627" y="1681209"/>
                  </a:lnTo>
                  <a:lnTo>
                    <a:pt x="525288" y="1685193"/>
                  </a:lnTo>
                  <a:lnTo>
                    <a:pt x="528483" y="1689177"/>
                  </a:lnTo>
                  <a:lnTo>
                    <a:pt x="532243" y="1693160"/>
                  </a:lnTo>
                  <a:lnTo>
                    <a:pt x="536596" y="1697144"/>
                  </a:lnTo>
                  <a:lnTo>
                    <a:pt x="541605" y="1701128"/>
                  </a:lnTo>
                  <a:lnTo>
                    <a:pt x="547483" y="1705112"/>
                  </a:lnTo>
                  <a:lnTo>
                    <a:pt x="554067" y="1709096"/>
                  </a:lnTo>
                  <a:lnTo>
                    <a:pt x="561379" y="1713080"/>
                  </a:lnTo>
                  <a:lnTo>
                    <a:pt x="569439" y="1717064"/>
                  </a:lnTo>
                  <a:lnTo>
                    <a:pt x="578328" y="1721048"/>
                  </a:lnTo>
                  <a:lnTo>
                    <a:pt x="588205" y="1725032"/>
                  </a:lnTo>
                  <a:lnTo>
                    <a:pt x="598869" y="1729016"/>
                  </a:lnTo>
                  <a:lnTo>
                    <a:pt x="610315" y="1732999"/>
                  </a:lnTo>
                  <a:lnTo>
                    <a:pt x="622535" y="1736983"/>
                  </a:lnTo>
                  <a:lnTo>
                    <a:pt x="635600" y="1740967"/>
                  </a:lnTo>
                  <a:lnTo>
                    <a:pt x="649545" y="1744951"/>
                  </a:lnTo>
                  <a:lnTo>
                    <a:pt x="664158" y="1748935"/>
                  </a:lnTo>
                  <a:lnTo>
                    <a:pt x="679392" y="1752919"/>
                  </a:lnTo>
                  <a:lnTo>
                    <a:pt x="695197" y="1756903"/>
                  </a:lnTo>
                  <a:lnTo>
                    <a:pt x="711573" y="1760887"/>
                  </a:lnTo>
                  <a:lnTo>
                    <a:pt x="728410" y="1764871"/>
                  </a:lnTo>
                  <a:lnTo>
                    <a:pt x="745526" y="1768855"/>
                  </a:lnTo>
                  <a:lnTo>
                    <a:pt x="762831" y="1772839"/>
                  </a:lnTo>
                  <a:lnTo>
                    <a:pt x="780231" y="1776822"/>
                  </a:lnTo>
                  <a:lnTo>
                    <a:pt x="797589" y="1780806"/>
                  </a:lnTo>
                  <a:lnTo>
                    <a:pt x="814714" y="1784790"/>
                  </a:lnTo>
                  <a:lnTo>
                    <a:pt x="831497" y="1788774"/>
                  </a:lnTo>
                  <a:lnTo>
                    <a:pt x="847825" y="1792758"/>
                  </a:lnTo>
                  <a:lnTo>
                    <a:pt x="863582" y="1796742"/>
                  </a:lnTo>
                  <a:lnTo>
                    <a:pt x="878448" y="1800726"/>
                  </a:lnTo>
                  <a:lnTo>
                    <a:pt x="892308" y="1804710"/>
                  </a:lnTo>
                  <a:lnTo>
                    <a:pt x="905143" y="1808694"/>
                  </a:lnTo>
                  <a:lnTo>
                    <a:pt x="916852" y="1812678"/>
                  </a:lnTo>
                  <a:lnTo>
                    <a:pt x="927338" y="1816662"/>
                  </a:lnTo>
                  <a:lnTo>
                    <a:pt x="936128" y="1820645"/>
                  </a:lnTo>
                  <a:lnTo>
                    <a:pt x="943337" y="1824629"/>
                  </a:lnTo>
                  <a:lnTo>
                    <a:pt x="949021" y="1828613"/>
                  </a:lnTo>
                  <a:lnTo>
                    <a:pt x="953134" y="1832597"/>
                  </a:lnTo>
                  <a:lnTo>
                    <a:pt x="955635" y="1836581"/>
                  </a:lnTo>
                  <a:lnTo>
                    <a:pt x="955935" y="1839837"/>
                  </a:lnTo>
                  <a:lnTo>
                    <a:pt x="956002" y="1840565"/>
                  </a:lnTo>
                  <a:lnTo>
                    <a:pt x="954638" y="1844549"/>
                  </a:lnTo>
                  <a:lnTo>
                    <a:pt x="951639" y="1848533"/>
                  </a:lnTo>
                  <a:lnTo>
                    <a:pt x="947031" y="1852517"/>
                  </a:lnTo>
                  <a:lnTo>
                    <a:pt x="940847" y="1856501"/>
                  </a:lnTo>
                  <a:lnTo>
                    <a:pt x="932666" y="1860485"/>
                  </a:lnTo>
                  <a:lnTo>
                    <a:pt x="923073" y="1864468"/>
                  </a:lnTo>
                  <a:lnTo>
                    <a:pt x="912169" y="1868452"/>
                  </a:lnTo>
                  <a:lnTo>
                    <a:pt x="900040" y="1872436"/>
                  </a:lnTo>
                  <a:lnTo>
                    <a:pt x="886758" y="1876420"/>
                  </a:lnTo>
                  <a:lnTo>
                    <a:pt x="872194" y="1880404"/>
                  </a:lnTo>
                  <a:lnTo>
                    <a:pt x="856822" y="1884388"/>
                  </a:lnTo>
                  <a:lnTo>
                    <a:pt x="840758" y="1888372"/>
                  </a:lnTo>
                  <a:lnTo>
                    <a:pt x="824114" y="1892356"/>
                  </a:lnTo>
                  <a:lnTo>
                    <a:pt x="806988" y="1896340"/>
                  </a:lnTo>
                  <a:lnTo>
                    <a:pt x="789499" y="1900324"/>
                  </a:lnTo>
                  <a:lnTo>
                    <a:pt x="771884" y="1904308"/>
                  </a:lnTo>
                  <a:lnTo>
                    <a:pt x="754245" y="1908291"/>
                  </a:lnTo>
                  <a:lnTo>
                    <a:pt x="736682" y="1912275"/>
                  </a:lnTo>
                  <a:lnTo>
                    <a:pt x="719321" y="1916259"/>
                  </a:lnTo>
                  <a:lnTo>
                    <a:pt x="702351" y="1920243"/>
                  </a:lnTo>
                  <a:lnTo>
                    <a:pt x="685797" y="1924227"/>
                  </a:lnTo>
                  <a:lnTo>
                    <a:pt x="669723" y="1928211"/>
                  </a:lnTo>
                  <a:lnTo>
                    <a:pt x="654188" y="1932195"/>
                  </a:lnTo>
                  <a:lnTo>
                    <a:pt x="639330" y="1936179"/>
                  </a:lnTo>
                  <a:lnTo>
                    <a:pt x="625274" y="1940163"/>
                  </a:lnTo>
                  <a:lnTo>
                    <a:pt x="611913" y="1944147"/>
                  </a:lnTo>
                  <a:lnTo>
                    <a:pt x="599268" y="1948131"/>
                  </a:lnTo>
                  <a:lnTo>
                    <a:pt x="587353" y="1952114"/>
                  </a:lnTo>
                  <a:lnTo>
                    <a:pt x="576300" y="1956098"/>
                  </a:lnTo>
                  <a:lnTo>
                    <a:pt x="566114" y="1960082"/>
                  </a:lnTo>
                  <a:lnTo>
                    <a:pt x="556654" y="1964066"/>
                  </a:lnTo>
                  <a:lnTo>
                    <a:pt x="547903" y="1968050"/>
                  </a:lnTo>
                  <a:lnTo>
                    <a:pt x="539846" y="1972034"/>
                  </a:lnTo>
                  <a:lnTo>
                    <a:pt x="532590" y="1976018"/>
                  </a:lnTo>
                  <a:lnTo>
                    <a:pt x="526050" y="1980002"/>
                  </a:lnTo>
                  <a:lnTo>
                    <a:pt x="520104" y="1983986"/>
                  </a:lnTo>
                  <a:lnTo>
                    <a:pt x="514721" y="1987970"/>
                  </a:lnTo>
                  <a:lnTo>
                    <a:pt x="509872" y="1991954"/>
                  </a:lnTo>
                  <a:lnTo>
                    <a:pt x="505631" y="1995937"/>
                  </a:lnTo>
                  <a:lnTo>
                    <a:pt x="501882" y="1999921"/>
                  </a:lnTo>
                  <a:lnTo>
                    <a:pt x="498541" y="2003905"/>
                  </a:lnTo>
                  <a:lnTo>
                    <a:pt x="495579" y="2007889"/>
                  </a:lnTo>
                  <a:lnTo>
                    <a:pt x="492966" y="2011873"/>
                  </a:lnTo>
                  <a:lnTo>
                    <a:pt x="490748" y="2015857"/>
                  </a:lnTo>
                  <a:lnTo>
                    <a:pt x="488819" y="2019841"/>
                  </a:lnTo>
                  <a:lnTo>
                    <a:pt x="487133" y="2023825"/>
                  </a:lnTo>
                  <a:lnTo>
                    <a:pt x="485669" y="2027809"/>
                  </a:lnTo>
                  <a:lnTo>
                    <a:pt x="484403" y="2031793"/>
                  </a:lnTo>
                  <a:lnTo>
                    <a:pt x="483361" y="2035777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295148" y="2439086"/>
              <a:ext cx="956002" cy="1836008"/>
            </a:xfrm>
            <a:custGeom>
              <a:avLst/>
              <a:pathLst>
                <a:path w="956002" h="1836008">
                  <a:moveTo>
                    <a:pt x="472700" y="1836008"/>
                  </a:moveTo>
                  <a:lnTo>
                    <a:pt x="471971" y="1832415"/>
                  </a:lnTo>
                  <a:lnTo>
                    <a:pt x="471162" y="1828822"/>
                  </a:lnTo>
                  <a:lnTo>
                    <a:pt x="470227" y="1825229"/>
                  </a:lnTo>
                  <a:lnTo>
                    <a:pt x="469196" y="1821636"/>
                  </a:lnTo>
                  <a:lnTo>
                    <a:pt x="468064" y="1818043"/>
                  </a:lnTo>
                  <a:lnTo>
                    <a:pt x="466803" y="1814450"/>
                  </a:lnTo>
                  <a:lnTo>
                    <a:pt x="465375" y="1810857"/>
                  </a:lnTo>
                  <a:lnTo>
                    <a:pt x="463814" y="1807264"/>
                  </a:lnTo>
                  <a:lnTo>
                    <a:pt x="462114" y="1803671"/>
                  </a:lnTo>
                  <a:lnTo>
                    <a:pt x="460216" y="1800078"/>
                  </a:lnTo>
                  <a:lnTo>
                    <a:pt x="458111" y="1796485"/>
                  </a:lnTo>
                  <a:lnTo>
                    <a:pt x="455828" y="1792892"/>
                  </a:lnTo>
                  <a:lnTo>
                    <a:pt x="453360" y="1789299"/>
                  </a:lnTo>
                  <a:lnTo>
                    <a:pt x="450607" y="1785706"/>
                  </a:lnTo>
                  <a:lnTo>
                    <a:pt x="447609" y="1782113"/>
                  </a:lnTo>
                  <a:lnTo>
                    <a:pt x="444384" y="1778520"/>
                  </a:lnTo>
                  <a:lnTo>
                    <a:pt x="440925" y="1774927"/>
                  </a:lnTo>
                  <a:lnTo>
                    <a:pt x="437076" y="1771335"/>
                  </a:lnTo>
                  <a:lnTo>
                    <a:pt x="432955" y="1767742"/>
                  </a:lnTo>
                  <a:lnTo>
                    <a:pt x="428558" y="1764149"/>
                  </a:lnTo>
                  <a:lnTo>
                    <a:pt x="423845" y="1760556"/>
                  </a:lnTo>
                  <a:lnTo>
                    <a:pt x="418696" y="1756963"/>
                  </a:lnTo>
                  <a:lnTo>
                    <a:pt x="413235" y="1753370"/>
                  </a:lnTo>
                  <a:lnTo>
                    <a:pt x="407455" y="1749777"/>
                  </a:lnTo>
                  <a:lnTo>
                    <a:pt x="401273" y="1746184"/>
                  </a:lnTo>
                  <a:lnTo>
                    <a:pt x="394643" y="1742591"/>
                  </a:lnTo>
                  <a:lnTo>
                    <a:pt x="387670" y="1738998"/>
                  </a:lnTo>
                  <a:lnTo>
                    <a:pt x="380351" y="1735405"/>
                  </a:lnTo>
                  <a:lnTo>
                    <a:pt x="372561" y="1731812"/>
                  </a:lnTo>
                  <a:lnTo>
                    <a:pt x="364346" y="1728219"/>
                  </a:lnTo>
                  <a:lnTo>
                    <a:pt x="355782" y="1724626"/>
                  </a:lnTo>
                  <a:lnTo>
                    <a:pt x="346871" y="1721033"/>
                  </a:lnTo>
                  <a:lnTo>
                    <a:pt x="337456" y="1717440"/>
                  </a:lnTo>
                  <a:lnTo>
                    <a:pt x="327680" y="1713847"/>
                  </a:lnTo>
                  <a:lnTo>
                    <a:pt x="317581" y="1710254"/>
                  </a:lnTo>
                  <a:lnTo>
                    <a:pt x="307157" y="1706661"/>
                  </a:lnTo>
                  <a:lnTo>
                    <a:pt x="296281" y="1703068"/>
                  </a:lnTo>
                  <a:lnTo>
                    <a:pt x="285134" y="1699475"/>
                  </a:lnTo>
                  <a:lnTo>
                    <a:pt x="273729" y="1695882"/>
                  </a:lnTo>
                  <a:lnTo>
                    <a:pt x="262048" y="1692289"/>
                  </a:lnTo>
                  <a:lnTo>
                    <a:pt x="250080" y="1688696"/>
                  </a:lnTo>
                  <a:lnTo>
                    <a:pt x="237941" y="1685103"/>
                  </a:lnTo>
                  <a:lnTo>
                    <a:pt x="225652" y="1681510"/>
                  </a:lnTo>
                  <a:lnTo>
                    <a:pt x="213212" y="1677917"/>
                  </a:lnTo>
                  <a:lnTo>
                    <a:pt x="200682" y="1674324"/>
                  </a:lnTo>
                  <a:lnTo>
                    <a:pt x="188121" y="1670731"/>
                  </a:lnTo>
                  <a:lnTo>
                    <a:pt x="175554" y="1667138"/>
                  </a:lnTo>
                  <a:lnTo>
                    <a:pt x="163044" y="1663545"/>
                  </a:lnTo>
                  <a:lnTo>
                    <a:pt x="150651" y="1659952"/>
                  </a:lnTo>
                  <a:lnTo>
                    <a:pt x="138396" y="1656359"/>
                  </a:lnTo>
                  <a:lnTo>
                    <a:pt x="126305" y="1652766"/>
                  </a:lnTo>
                  <a:lnTo>
                    <a:pt x="114554" y="1649173"/>
                  </a:lnTo>
                  <a:lnTo>
                    <a:pt x="103104" y="1645580"/>
                  </a:lnTo>
                  <a:lnTo>
                    <a:pt x="91973" y="1641988"/>
                  </a:lnTo>
                  <a:lnTo>
                    <a:pt x="81217" y="1638395"/>
                  </a:lnTo>
                  <a:lnTo>
                    <a:pt x="71075" y="1634802"/>
                  </a:lnTo>
                  <a:lnTo>
                    <a:pt x="61399" y="1631209"/>
                  </a:lnTo>
                  <a:lnTo>
                    <a:pt x="52214" y="1627616"/>
                  </a:lnTo>
                  <a:lnTo>
                    <a:pt x="43656" y="1624023"/>
                  </a:lnTo>
                  <a:lnTo>
                    <a:pt x="35888" y="1620430"/>
                  </a:lnTo>
                  <a:lnTo>
                    <a:pt x="28735" y="1616837"/>
                  </a:lnTo>
                  <a:lnTo>
                    <a:pt x="22215" y="1613244"/>
                  </a:lnTo>
                  <a:lnTo>
                    <a:pt x="16565" y="1609651"/>
                  </a:lnTo>
                  <a:lnTo>
                    <a:pt x="11786" y="1606058"/>
                  </a:lnTo>
                  <a:lnTo>
                    <a:pt x="7722" y="1602465"/>
                  </a:lnTo>
                  <a:lnTo>
                    <a:pt x="4383" y="1598872"/>
                  </a:lnTo>
                  <a:lnTo>
                    <a:pt x="2106" y="1595279"/>
                  </a:lnTo>
                  <a:lnTo>
                    <a:pt x="676" y="1591686"/>
                  </a:lnTo>
                  <a:lnTo>
                    <a:pt x="0" y="1588093"/>
                  </a:lnTo>
                  <a:lnTo>
                    <a:pt x="76" y="1584500"/>
                  </a:lnTo>
                  <a:lnTo>
                    <a:pt x="1310" y="1580907"/>
                  </a:lnTo>
                  <a:lnTo>
                    <a:pt x="3282" y="1577314"/>
                  </a:lnTo>
                  <a:lnTo>
                    <a:pt x="5974" y="1573721"/>
                  </a:lnTo>
                  <a:lnTo>
                    <a:pt x="9452" y="1570128"/>
                  </a:lnTo>
                  <a:lnTo>
                    <a:pt x="13909" y="1566535"/>
                  </a:lnTo>
                  <a:lnTo>
                    <a:pt x="19008" y="1562942"/>
                  </a:lnTo>
                  <a:lnTo>
                    <a:pt x="24728" y="1559349"/>
                  </a:lnTo>
                  <a:lnTo>
                    <a:pt x="31177" y="1555756"/>
                  </a:lnTo>
                  <a:lnTo>
                    <a:pt x="38341" y="1552163"/>
                  </a:lnTo>
                  <a:lnTo>
                    <a:pt x="46000" y="1548570"/>
                  </a:lnTo>
                  <a:lnTo>
                    <a:pt x="54129" y="1544977"/>
                  </a:lnTo>
                  <a:lnTo>
                    <a:pt x="62825" y="1541384"/>
                  </a:lnTo>
                  <a:lnTo>
                    <a:pt x="71950" y="1537791"/>
                  </a:lnTo>
                  <a:lnTo>
                    <a:pt x="81385" y="1534198"/>
                  </a:lnTo>
                  <a:lnTo>
                    <a:pt x="91102" y="1530605"/>
                  </a:lnTo>
                  <a:lnTo>
                    <a:pt x="101139" y="1527012"/>
                  </a:lnTo>
                  <a:lnTo>
                    <a:pt x="111336" y="1523419"/>
                  </a:lnTo>
                  <a:lnTo>
                    <a:pt x="121644" y="1519826"/>
                  </a:lnTo>
                  <a:lnTo>
                    <a:pt x="132033" y="1516234"/>
                  </a:lnTo>
                  <a:lnTo>
                    <a:pt x="142437" y="1512641"/>
                  </a:lnTo>
                  <a:lnTo>
                    <a:pt x="152787" y="1509048"/>
                  </a:lnTo>
                  <a:lnTo>
                    <a:pt x="163055" y="1505455"/>
                  </a:lnTo>
                  <a:lnTo>
                    <a:pt x="173186" y="1501862"/>
                  </a:lnTo>
                  <a:lnTo>
                    <a:pt x="183066" y="1498269"/>
                  </a:lnTo>
                  <a:lnTo>
                    <a:pt x="192720" y="1494676"/>
                  </a:lnTo>
                  <a:lnTo>
                    <a:pt x="202126" y="1491083"/>
                  </a:lnTo>
                  <a:lnTo>
                    <a:pt x="211171" y="1487490"/>
                  </a:lnTo>
                  <a:lnTo>
                    <a:pt x="219793" y="1483897"/>
                  </a:lnTo>
                  <a:lnTo>
                    <a:pt x="228058" y="1480304"/>
                  </a:lnTo>
                  <a:lnTo>
                    <a:pt x="235948" y="1476711"/>
                  </a:lnTo>
                  <a:lnTo>
                    <a:pt x="243278" y="1473118"/>
                  </a:lnTo>
                  <a:lnTo>
                    <a:pt x="250107" y="1469525"/>
                  </a:lnTo>
                  <a:lnTo>
                    <a:pt x="256493" y="1465932"/>
                  </a:lnTo>
                  <a:lnTo>
                    <a:pt x="262427" y="1462339"/>
                  </a:lnTo>
                  <a:lnTo>
                    <a:pt x="267652" y="1458746"/>
                  </a:lnTo>
                  <a:lnTo>
                    <a:pt x="272376" y="1455153"/>
                  </a:lnTo>
                  <a:lnTo>
                    <a:pt x="276620" y="1451560"/>
                  </a:lnTo>
                  <a:lnTo>
                    <a:pt x="280344" y="1447967"/>
                  </a:lnTo>
                  <a:lnTo>
                    <a:pt x="283349" y="1444374"/>
                  </a:lnTo>
                  <a:lnTo>
                    <a:pt x="285875" y="1440781"/>
                  </a:lnTo>
                  <a:lnTo>
                    <a:pt x="287925" y="1437188"/>
                  </a:lnTo>
                  <a:lnTo>
                    <a:pt x="289415" y="1433595"/>
                  </a:lnTo>
                  <a:lnTo>
                    <a:pt x="290280" y="1430002"/>
                  </a:lnTo>
                  <a:lnTo>
                    <a:pt x="290701" y="1426409"/>
                  </a:lnTo>
                  <a:lnTo>
                    <a:pt x="290686" y="1422816"/>
                  </a:lnTo>
                  <a:lnTo>
                    <a:pt x="290118" y="1419223"/>
                  </a:lnTo>
                  <a:lnTo>
                    <a:pt x="289053" y="1415630"/>
                  </a:lnTo>
                  <a:lnTo>
                    <a:pt x="287605" y="1412037"/>
                  </a:lnTo>
                  <a:lnTo>
                    <a:pt x="285785" y="1408444"/>
                  </a:lnTo>
                  <a:lnTo>
                    <a:pt x="283465" y="1404851"/>
                  </a:lnTo>
                  <a:lnTo>
                    <a:pt x="280783" y="1401258"/>
                  </a:lnTo>
                  <a:lnTo>
                    <a:pt x="277794" y="1397665"/>
                  </a:lnTo>
                  <a:lnTo>
                    <a:pt x="274511" y="1394072"/>
                  </a:lnTo>
                  <a:lnTo>
                    <a:pt x="270815" y="1390480"/>
                  </a:lnTo>
                  <a:lnTo>
                    <a:pt x="266880" y="1386887"/>
                  </a:lnTo>
                  <a:lnTo>
                    <a:pt x="262721" y="1383294"/>
                  </a:lnTo>
                  <a:lnTo>
                    <a:pt x="258328" y="1379701"/>
                  </a:lnTo>
                  <a:lnTo>
                    <a:pt x="253674" y="1376108"/>
                  </a:lnTo>
                  <a:lnTo>
                    <a:pt x="250550" y="1373775"/>
                  </a:lnTo>
                  <a:lnTo>
                    <a:pt x="248861" y="1372515"/>
                  </a:lnTo>
                  <a:lnTo>
                    <a:pt x="243903" y="1368922"/>
                  </a:lnTo>
                  <a:lnTo>
                    <a:pt x="238786" y="1365329"/>
                  </a:lnTo>
                  <a:lnTo>
                    <a:pt x="233532" y="1361736"/>
                  </a:lnTo>
                  <a:lnTo>
                    <a:pt x="228192" y="1358143"/>
                  </a:lnTo>
                  <a:lnTo>
                    <a:pt x="222776" y="1354550"/>
                  </a:lnTo>
                  <a:lnTo>
                    <a:pt x="217283" y="1350957"/>
                  </a:lnTo>
                  <a:lnTo>
                    <a:pt x="211744" y="1347364"/>
                  </a:lnTo>
                  <a:lnTo>
                    <a:pt x="206180" y="1343771"/>
                  </a:lnTo>
                  <a:lnTo>
                    <a:pt x="200599" y="1340178"/>
                  </a:lnTo>
                  <a:lnTo>
                    <a:pt x="195018" y="1336585"/>
                  </a:lnTo>
                  <a:lnTo>
                    <a:pt x="189452" y="1332992"/>
                  </a:lnTo>
                  <a:lnTo>
                    <a:pt x="183909" y="1329399"/>
                  </a:lnTo>
                  <a:lnTo>
                    <a:pt x="178397" y="1325806"/>
                  </a:lnTo>
                  <a:lnTo>
                    <a:pt x="172948" y="1322213"/>
                  </a:lnTo>
                  <a:lnTo>
                    <a:pt x="167552" y="1318620"/>
                  </a:lnTo>
                  <a:lnTo>
                    <a:pt x="162213" y="1315027"/>
                  </a:lnTo>
                  <a:lnTo>
                    <a:pt x="156947" y="1311434"/>
                  </a:lnTo>
                  <a:lnTo>
                    <a:pt x="151780" y="1307841"/>
                  </a:lnTo>
                  <a:lnTo>
                    <a:pt x="146691" y="1304248"/>
                  </a:lnTo>
                  <a:lnTo>
                    <a:pt x="141681" y="1300655"/>
                  </a:lnTo>
                  <a:lnTo>
                    <a:pt x="136778" y="1297062"/>
                  </a:lnTo>
                  <a:lnTo>
                    <a:pt x="131989" y="1293469"/>
                  </a:lnTo>
                  <a:lnTo>
                    <a:pt x="127290" y="1289876"/>
                  </a:lnTo>
                  <a:lnTo>
                    <a:pt x="122684" y="1286283"/>
                  </a:lnTo>
                  <a:lnTo>
                    <a:pt x="118210" y="1282690"/>
                  </a:lnTo>
                  <a:lnTo>
                    <a:pt x="113848" y="1279097"/>
                  </a:lnTo>
                  <a:lnTo>
                    <a:pt x="109583" y="1275504"/>
                  </a:lnTo>
                  <a:lnTo>
                    <a:pt x="105415" y="1271911"/>
                  </a:lnTo>
                  <a:lnTo>
                    <a:pt x="101396" y="1268318"/>
                  </a:lnTo>
                  <a:lnTo>
                    <a:pt x="97477" y="1264726"/>
                  </a:lnTo>
                  <a:lnTo>
                    <a:pt x="93656" y="1261133"/>
                  </a:lnTo>
                  <a:lnTo>
                    <a:pt x="89938" y="1257540"/>
                  </a:lnTo>
                  <a:lnTo>
                    <a:pt x="86361" y="1253947"/>
                  </a:lnTo>
                  <a:lnTo>
                    <a:pt x="82878" y="1250354"/>
                  </a:lnTo>
                  <a:lnTo>
                    <a:pt x="79487" y="1246761"/>
                  </a:lnTo>
                  <a:lnTo>
                    <a:pt x="76206" y="1243168"/>
                  </a:lnTo>
                  <a:lnTo>
                    <a:pt x="73045" y="1239575"/>
                  </a:lnTo>
                  <a:lnTo>
                    <a:pt x="69972" y="1235982"/>
                  </a:lnTo>
                  <a:lnTo>
                    <a:pt x="66985" y="1232389"/>
                  </a:lnTo>
                  <a:lnTo>
                    <a:pt x="64107" y="1228796"/>
                  </a:lnTo>
                  <a:lnTo>
                    <a:pt x="61330" y="1225203"/>
                  </a:lnTo>
                  <a:lnTo>
                    <a:pt x="58632" y="1221610"/>
                  </a:lnTo>
                  <a:lnTo>
                    <a:pt x="56011" y="1218017"/>
                  </a:lnTo>
                  <a:lnTo>
                    <a:pt x="53497" y="1214424"/>
                  </a:lnTo>
                  <a:lnTo>
                    <a:pt x="51063" y="1210831"/>
                  </a:lnTo>
                  <a:lnTo>
                    <a:pt x="48699" y="1207238"/>
                  </a:lnTo>
                  <a:lnTo>
                    <a:pt x="46404" y="1203645"/>
                  </a:lnTo>
                  <a:lnTo>
                    <a:pt x="44209" y="1200052"/>
                  </a:lnTo>
                  <a:lnTo>
                    <a:pt x="42077" y="1196459"/>
                  </a:lnTo>
                  <a:lnTo>
                    <a:pt x="40006" y="1192866"/>
                  </a:lnTo>
                  <a:lnTo>
                    <a:pt x="38000" y="1189273"/>
                  </a:lnTo>
                  <a:lnTo>
                    <a:pt x="36075" y="1185680"/>
                  </a:lnTo>
                  <a:lnTo>
                    <a:pt x="34204" y="1182087"/>
                  </a:lnTo>
                  <a:lnTo>
                    <a:pt x="32385" y="1178494"/>
                  </a:lnTo>
                  <a:lnTo>
                    <a:pt x="30629" y="1174901"/>
                  </a:lnTo>
                  <a:lnTo>
                    <a:pt x="28936" y="1171308"/>
                  </a:lnTo>
                  <a:lnTo>
                    <a:pt x="27290" y="1167715"/>
                  </a:lnTo>
                  <a:lnTo>
                    <a:pt x="25690" y="1164122"/>
                  </a:lnTo>
                  <a:lnTo>
                    <a:pt x="24149" y="1160529"/>
                  </a:lnTo>
                  <a:lnTo>
                    <a:pt x="22660" y="1156936"/>
                  </a:lnTo>
                  <a:lnTo>
                    <a:pt x="21212" y="1153343"/>
                  </a:lnTo>
                  <a:lnTo>
                    <a:pt x="19806" y="1149750"/>
                  </a:lnTo>
                  <a:lnTo>
                    <a:pt x="18459" y="1146157"/>
                  </a:lnTo>
                  <a:lnTo>
                    <a:pt x="17156" y="1142564"/>
                  </a:lnTo>
                  <a:lnTo>
                    <a:pt x="15893" y="1138971"/>
                  </a:lnTo>
                  <a:lnTo>
                    <a:pt x="14671" y="1135379"/>
                  </a:lnTo>
                  <a:lnTo>
                    <a:pt x="13510" y="1131786"/>
                  </a:lnTo>
                  <a:lnTo>
                    <a:pt x="12392" y="1128193"/>
                  </a:lnTo>
                  <a:lnTo>
                    <a:pt x="11314" y="1124600"/>
                  </a:lnTo>
                  <a:lnTo>
                    <a:pt x="10287" y="1121007"/>
                  </a:lnTo>
                  <a:lnTo>
                    <a:pt x="9516" y="1118139"/>
                  </a:lnTo>
                  <a:lnTo>
                    <a:pt x="9321" y="1117414"/>
                  </a:lnTo>
                  <a:lnTo>
                    <a:pt x="8402" y="1113821"/>
                  </a:lnTo>
                  <a:lnTo>
                    <a:pt x="7530" y="1110228"/>
                  </a:lnTo>
                  <a:lnTo>
                    <a:pt x="6721" y="1106635"/>
                  </a:lnTo>
                  <a:lnTo>
                    <a:pt x="5979" y="1103042"/>
                  </a:lnTo>
                  <a:lnTo>
                    <a:pt x="5292" y="1099449"/>
                  </a:lnTo>
                  <a:lnTo>
                    <a:pt x="4661" y="1095856"/>
                  </a:lnTo>
                  <a:lnTo>
                    <a:pt x="4113" y="1092263"/>
                  </a:lnTo>
                  <a:lnTo>
                    <a:pt x="3638" y="1088670"/>
                  </a:lnTo>
                  <a:lnTo>
                    <a:pt x="3229" y="1085077"/>
                  </a:lnTo>
                  <a:lnTo>
                    <a:pt x="2886" y="1081484"/>
                  </a:lnTo>
                  <a:lnTo>
                    <a:pt x="2652" y="1077891"/>
                  </a:lnTo>
                  <a:lnTo>
                    <a:pt x="2496" y="1074298"/>
                  </a:lnTo>
                  <a:lnTo>
                    <a:pt x="2417" y="1070705"/>
                  </a:lnTo>
                  <a:lnTo>
                    <a:pt x="2424" y="1067112"/>
                  </a:lnTo>
                  <a:lnTo>
                    <a:pt x="2553" y="1063519"/>
                  </a:lnTo>
                  <a:lnTo>
                    <a:pt x="2769" y="1059926"/>
                  </a:lnTo>
                  <a:lnTo>
                    <a:pt x="3072" y="1056333"/>
                  </a:lnTo>
                  <a:lnTo>
                    <a:pt x="3483" y="1052740"/>
                  </a:lnTo>
                  <a:lnTo>
                    <a:pt x="4020" y="1049147"/>
                  </a:lnTo>
                  <a:lnTo>
                    <a:pt x="4651" y="1045554"/>
                  </a:lnTo>
                  <a:lnTo>
                    <a:pt x="5377" y="1041961"/>
                  </a:lnTo>
                  <a:lnTo>
                    <a:pt x="6230" y="1038368"/>
                  </a:lnTo>
                  <a:lnTo>
                    <a:pt x="7204" y="1034775"/>
                  </a:lnTo>
                  <a:lnTo>
                    <a:pt x="8275" y="1031182"/>
                  </a:lnTo>
                  <a:lnTo>
                    <a:pt x="9443" y="1027589"/>
                  </a:lnTo>
                  <a:lnTo>
                    <a:pt x="10751" y="1023996"/>
                  </a:lnTo>
                  <a:lnTo>
                    <a:pt x="12166" y="1020403"/>
                  </a:lnTo>
                  <a:lnTo>
                    <a:pt x="13676" y="1016810"/>
                  </a:lnTo>
                  <a:lnTo>
                    <a:pt x="15278" y="1013217"/>
                  </a:lnTo>
                  <a:lnTo>
                    <a:pt x="17021" y="1009625"/>
                  </a:lnTo>
                  <a:lnTo>
                    <a:pt x="18851" y="1006032"/>
                  </a:lnTo>
                  <a:lnTo>
                    <a:pt x="20765" y="1002439"/>
                  </a:lnTo>
                  <a:lnTo>
                    <a:pt x="22771" y="998846"/>
                  </a:lnTo>
                  <a:lnTo>
                    <a:pt x="24887" y="995253"/>
                  </a:lnTo>
                  <a:lnTo>
                    <a:pt x="27074" y="991660"/>
                  </a:lnTo>
                  <a:lnTo>
                    <a:pt x="29329" y="988067"/>
                  </a:lnTo>
                  <a:lnTo>
                    <a:pt x="31663" y="984474"/>
                  </a:lnTo>
                  <a:lnTo>
                    <a:pt x="34071" y="980881"/>
                  </a:lnTo>
                  <a:lnTo>
                    <a:pt x="36529" y="977288"/>
                  </a:lnTo>
                  <a:lnTo>
                    <a:pt x="39034" y="973695"/>
                  </a:lnTo>
                  <a:lnTo>
                    <a:pt x="41595" y="970102"/>
                  </a:lnTo>
                  <a:lnTo>
                    <a:pt x="44194" y="966509"/>
                  </a:lnTo>
                  <a:lnTo>
                    <a:pt x="46820" y="962916"/>
                  </a:lnTo>
                  <a:lnTo>
                    <a:pt x="49469" y="959323"/>
                  </a:lnTo>
                  <a:lnTo>
                    <a:pt x="52141" y="955730"/>
                  </a:lnTo>
                  <a:lnTo>
                    <a:pt x="54821" y="952137"/>
                  </a:lnTo>
                  <a:lnTo>
                    <a:pt x="57504" y="948544"/>
                  </a:lnTo>
                  <a:lnTo>
                    <a:pt x="60186" y="944951"/>
                  </a:lnTo>
                  <a:lnTo>
                    <a:pt x="62855" y="941358"/>
                  </a:lnTo>
                  <a:lnTo>
                    <a:pt x="65510" y="937765"/>
                  </a:lnTo>
                  <a:lnTo>
                    <a:pt x="68147" y="934172"/>
                  </a:lnTo>
                  <a:lnTo>
                    <a:pt x="70758" y="930579"/>
                  </a:lnTo>
                  <a:lnTo>
                    <a:pt x="73331" y="926986"/>
                  </a:lnTo>
                  <a:lnTo>
                    <a:pt x="75872" y="923393"/>
                  </a:lnTo>
                  <a:lnTo>
                    <a:pt x="78380" y="919800"/>
                  </a:lnTo>
                  <a:lnTo>
                    <a:pt x="80841" y="916207"/>
                  </a:lnTo>
                  <a:lnTo>
                    <a:pt x="83251" y="912614"/>
                  </a:lnTo>
                  <a:lnTo>
                    <a:pt x="85620" y="909021"/>
                  </a:lnTo>
                  <a:lnTo>
                    <a:pt x="87946" y="905428"/>
                  </a:lnTo>
                  <a:lnTo>
                    <a:pt x="90212" y="901835"/>
                  </a:lnTo>
                  <a:lnTo>
                    <a:pt x="92427" y="898242"/>
                  </a:lnTo>
                  <a:lnTo>
                    <a:pt x="94599" y="894649"/>
                  </a:lnTo>
                  <a:lnTo>
                    <a:pt x="96727" y="891056"/>
                  </a:lnTo>
                  <a:lnTo>
                    <a:pt x="98792" y="887463"/>
                  </a:lnTo>
                  <a:lnTo>
                    <a:pt x="98993" y="887108"/>
                  </a:lnTo>
                  <a:lnTo>
                    <a:pt x="100817" y="883871"/>
                  </a:lnTo>
                  <a:lnTo>
                    <a:pt x="102803" y="880278"/>
                  </a:lnTo>
                  <a:lnTo>
                    <a:pt x="104750" y="876685"/>
                  </a:lnTo>
                  <a:lnTo>
                    <a:pt x="106649" y="873092"/>
                  </a:lnTo>
                  <a:lnTo>
                    <a:pt x="108520" y="869499"/>
                  </a:lnTo>
                  <a:lnTo>
                    <a:pt x="110364" y="865906"/>
                  </a:lnTo>
                  <a:lnTo>
                    <a:pt x="112180" y="862313"/>
                  </a:lnTo>
                  <a:lnTo>
                    <a:pt x="113972" y="858720"/>
                  </a:lnTo>
                  <a:lnTo>
                    <a:pt x="115750" y="855127"/>
                  </a:lnTo>
                  <a:lnTo>
                    <a:pt x="117517" y="851534"/>
                  </a:lnTo>
                  <a:lnTo>
                    <a:pt x="119274" y="847941"/>
                  </a:lnTo>
                  <a:lnTo>
                    <a:pt x="121031" y="844348"/>
                  </a:lnTo>
                  <a:lnTo>
                    <a:pt x="122791" y="840755"/>
                  </a:lnTo>
                  <a:lnTo>
                    <a:pt x="124556" y="837162"/>
                  </a:lnTo>
                  <a:lnTo>
                    <a:pt x="126336" y="833569"/>
                  </a:lnTo>
                  <a:lnTo>
                    <a:pt x="128133" y="829976"/>
                  </a:lnTo>
                  <a:lnTo>
                    <a:pt x="129948" y="826383"/>
                  </a:lnTo>
                  <a:lnTo>
                    <a:pt x="131784" y="822790"/>
                  </a:lnTo>
                  <a:lnTo>
                    <a:pt x="133659" y="819197"/>
                  </a:lnTo>
                  <a:lnTo>
                    <a:pt x="135564" y="815604"/>
                  </a:lnTo>
                  <a:lnTo>
                    <a:pt x="137498" y="812011"/>
                  </a:lnTo>
                  <a:lnTo>
                    <a:pt x="139469" y="808418"/>
                  </a:lnTo>
                  <a:lnTo>
                    <a:pt x="141492" y="804825"/>
                  </a:lnTo>
                  <a:lnTo>
                    <a:pt x="143551" y="801232"/>
                  </a:lnTo>
                  <a:lnTo>
                    <a:pt x="145649" y="797639"/>
                  </a:lnTo>
                  <a:lnTo>
                    <a:pt x="147796" y="794046"/>
                  </a:lnTo>
                  <a:lnTo>
                    <a:pt x="149997" y="790453"/>
                  </a:lnTo>
                  <a:lnTo>
                    <a:pt x="152239" y="786860"/>
                  </a:lnTo>
                  <a:lnTo>
                    <a:pt x="154522" y="783267"/>
                  </a:lnTo>
                  <a:lnTo>
                    <a:pt x="156861" y="779674"/>
                  </a:lnTo>
                  <a:lnTo>
                    <a:pt x="159249" y="776081"/>
                  </a:lnTo>
                  <a:lnTo>
                    <a:pt x="161677" y="772488"/>
                  </a:lnTo>
                  <a:lnTo>
                    <a:pt x="164145" y="768895"/>
                  </a:lnTo>
                  <a:lnTo>
                    <a:pt x="166671" y="765302"/>
                  </a:lnTo>
                  <a:lnTo>
                    <a:pt x="169236" y="761709"/>
                  </a:lnTo>
                  <a:lnTo>
                    <a:pt x="171838" y="758117"/>
                  </a:lnTo>
                  <a:lnTo>
                    <a:pt x="174477" y="754524"/>
                  </a:lnTo>
                  <a:lnTo>
                    <a:pt x="177167" y="750931"/>
                  </a:lnTo>
                  <a:lnTo>
                    <a:pt x="179889" y="747338"/>
                  </a:lnTo>
                  <a:lnTo>
                    <a:pt x="182641" y="743745"/>
                  </a:lnTo>
                  <a:lnTo>
                    <a:pt x="185428" y="740152"/>
                  </a:lnTo>
                  <a:lnTo>
                    <a:pt x="188254" y="736559"/>
                  </a:lnTo>
                  <a:lnTo>
                    <a:pt x="191107" y="732966"/>
                  </a:lnTo>
                  <a:lnTo>
                    <a:pt x="193985" y="729373"/>
                  </a:lnTo>
                  <a:lnTo>
                    <a:pt x="196895" y="725780"/>
                  </a:lnTo>
                  <a:lnTo>
                    <a:pt x="199835" y="722187"/>
                  </a:lnTo>
                  <a:lnTo>
                    <a:pt x="202798" y="718594"/>
                  </a:lnTo>
                  <a:lnTo>
                    <a:pt x="205783" y="715001"/>
                  </a:lnTo>
                  <a:lnTo>
                    <a:pt x="208798" y="711408"/>
                  </a:lnTo>
                  <a:lnTo>
                    <a:pt x="211838" y="707815"/>
                  </a:lnTo>
                  <a:lnTo>
                    <a:pt x="214899" y="704222"/>
                  </a:lnTo>
                  <a:lnTo>
                    <a:pt x="217981" y="700629"/>
                  </a:lnTo>
                  <a:lnTo>
                    <a:pt x="221095" y="697036"/>
                  </a:lnTo>
                  <a:lnTo>
                    <a:pt x="224231" y="693443"/>
                  </a:lnTo>
                  <a:lnTo>
                    <a:pt x="227390" y="689850"/>
                  </a:lnTo>
                  <a:lnTo>
                    <a:pt x="230572" y="686257"/>
                  </a:lnTo>
                  <a:lnTo>
                    <a:pt x="233787" y="682664"/>
                  </a:lnTo>
                  <a:lnTo>
                    <a:pt x="237026" y="679071"/>
                  </a:lnTo>
                  <a:lnTo>
                    <a:pt x="240289" y="675478"/>
                  </a:lnTo>
                  <a:lnTo>
                    <a:pt x="243581" y="671885"/>
                  </a:lnTo>
                  <a:lnTo>
                    <a:pt x="246906" y="668292"/>
                  </a:lnTo>
                  <a:lnTo>
                    <a:pt x="250257" y="664699"/>
                  </a:lnTo>
                  <a:lnTo>
                    <a:pt x="253634" y="661106"/>
                  </a:lnTo>
                  <a:lnTo>
                    <a:pt x="257045" y="657513"/>
                  </a:lnTo>
                  <a:lnTo>
                    <a:pt x="260488" y="653920"/>
                  </a:lnTo>
                  <a:lnTo>
                    <a:pt x="263958" y="650327"/>
                  </a:lnTo>
                  <a:lnTo>
                    <a:pt x="267453" y="646734"/>
                  </a:lnTo>
                  <a:lnTo>
                    <a:pt x="270986" y="643141"/>
                  </a:lnTo>
                  <a:lnTo>
                    <a:pt x="274546" y="639548"/>
                  </a:lnTo>
                  <a:lnTo>
                    <a:pt x="278129" y="635955"/>
                  </a:lnTo>
                  <a:lnTo>
                    <a:pt x="281737" y="632363"/>
                  </a:lnTo>
                  <a:lnTo>
                    <a:pt x="285378" y="628770"/>
                  </a:lnTo>
                  <a:lnTo>
                    <a:pt x="289038" y="625177"/>
                  </a:lnTo>
                  <a:lnTo>
                    <a:pt x="292717" y="621584"/>
                  </a:lnTo>
                  <a:lnTo>
                    <a:pt x="296414" y="617991"/>
                  </a:lnTo>
                  <a:lnTo>
                    <a:pt x="300131" y="614398"/>
                  </a:lnTo>
                  <a:lnTo>
                    <a:pt x="303857" y="610805"/>
                  </a:lnTo>
                  <a:lnTo>
                    <a:pt x="307593" y="607212"/>
                  </a:lnTo>
                  <a:lnTo>
                    <a:pt x="311335" y="603619"/>
                  </a:lnTo>
                  <a:lnTo>
                    <a:pt x="315078" y="600026"/>
                  </a:lnTo>
                  <a:lnTo>
                    <a:pt x="318820" y="596433"/>
                  </a:lnTo>
                  <a:lnTo>
                    <a:pt x="322557" y="592840"/>
                  </a:lnTo>
                  <a:lnTo>
                    <a:pt x="326282" y="589247"/>
                  </a:lnTo>
                  <a:lnTo>
                    <a:pt x="329990" y="585654"/>
                  </a:lnTo>
                  <a:lnTo>
                    <a:pt x="333682" y="582061"/>
                  </a:lnTo>
                  <a:lnTo>
                    <a:pt x="337354" y="578468"/>
                  </a:lnTo>
                  <a:lnTo>
                    <a:pt x="340989" y="574875"/>
                  </a:lnTo>
                  <a:lnTo>
                    <a:pt x="344593" y="571282"/>
                  </a:lnTo>
                  <a:lnTo>
                    <a:pt x="348163" y="567689"/>
                  </a:lnTo>
                  <a:lnTo>
                    <a:pt x="351698" y="564096"/>
                  </a:lnTo>
                  <a:lnTo>
                    <a:pt x="355171" y="560503"/>
                  </a:lnTo>
                  <a:lnTo>
                    <a:pt x="358599" y="556910"/>
                  </a:lnTo>
                  <a:lnTo>
                    <a:pt x="361980" y="553317"/>
                  </a:lnTo>
                  <a:lnTo>
                    <a:pt x="365304" y="549724"/>
                  </a:lnTo>
                  <a:lnTo>
                    <a:pt x="368553" y="546131"/>
                  </a:lnTo>
                  <a:lnTo>
                    <a:pt x="371745" y="542538"/>
                  </a:lnTo>
                  <a:lnTo>
                    <a:pt x="374878" y="538945"/>
                  </a:lnTo>
                  <a:lnTo>
                    <a:pt x="377933" y="535352"/>
                  </a:lnTo>
                  <a:lnTo>
                    <a:pt x="380907" y="531759"/>
                  </a:lnTo>
                  <a:lnTo>
                    <a:pt x="383815" y="528166"/>
                  </a:lnTo>
                  <a:lnTo>
                    <a:pt x="386657" y="524573"/>
                  </a:lnTo>
                  <a:lnTo>
                    <a:pt x="389402" y="520980"/>
                  </a:lnTo>
                  <a:lnTo>
                    <a:pt x="392068" y="517387"/>
                  </a:lnTo>
                  <a:lnTo>
                    <a:pt x="394663" y="513794"/>
                  </a:lnTo>
                  <a:lnTo>
                    <a:pt x="397188" y="510201"/>
                  </a:lnTo>
                  <a:lnTo>
                    <a:pt x="399604" y="506608"/>
                  </a:lnTo>
                  <a:lnTo>
                    <a:pt x="401946" y="503016"/>
                  </a:lnTo>
                  <a:lnTo>
                    <a:pt x="404217" y="499423"/>
                  </a:lnTo>
                  <a:lnTo>
                    <a:pt x="406412" y="495830"/>
                  </a:lnTo>
                  <a:lnTo>
                    <a:pt x="408502" y="492237"/>
                  </a:lnTo>
                  <a:lnTo>
                    <a:pt x="410524" y="488644"/>
                  </a:lnTo>
                  <a:lnTo>
                    <a:pt x="412477" y="485051"/>
                  </a:lnTo>
                  <a:lnTo>
                    <a:pt x="414348" y="481458"/>
                  </a:lnTo>
                  <a:lnTo>
                    <a:pt x="416129" y="477865"/>
                  </a:lnTo>
                  <a:lnTo>
                    <a:pt x="417845" y="474272"/>
                  </a:lnTo>
                  <a:lnTo>
                    <a:pt x="419497" y="470679"/>
                  </a:lnTo>
                  <a:lnTo>
                    <a:pt x="421066" y="467086"/>
                  </a:lnTo>
                  <a:lnTo>
                    <a:pt x="422560" y="463493"/>
                  </a:lnTo>
                  <a:lnTo>
                    <a:pt x="423996" y="459900"/>
                  </a:lnTo>
                  <a:lnTo>
                    <a:pt x="425373" y="456307"/>
                  </a:lnTo>
                  <a:lnTo>
                    <a:pt x="426670" y="452714"/>
                  </a:lnTo>
                  <a:lnTo>
                    <a:pt x="427907" y="449121"/>
                  </a:lnTo>
                  <a:lnTo>
                    <a:pt x="429093" y="445528"/>
                  </a:lnTo>
                  <a:lnTo>
                    <a:pt x="430226" y="441935"/>
                  </a:lnTo>
                  <a:lnTo>
                    <a:pt x="431285" y="438342"/>
                  </a:lnTo>
                  <a:lnTo>
                    <a:pt x="432297" y="434749"/>
                  </a:lnTo>
                  <a:lnTo>
                    <a:pt x="433265" y="431156"/>
                  </a:lnTo>
                  <a:lnTo>
                    <a:pt x="434183" y="427563"/>
                  </a:lnTo>
                  <a:lnTo>
                    <a:pt x="435043" y="423970"/>
                  </a:lnTo>
                  <a:lnTo>
                    <a:pt x="435864" y="420377"/>
                  </a:lnTo>
                  <a:lnTo>
                    <a:pt x="436647" y="416784"/>
                  </a:lnTo>
                  <a:lnTo>
                    <a:pt x="437385" y="413191"/>
                  </a:lnTo>
                  <a:lnTo>
                    <a:pt x="438080" y="409598"/>
                  </a:lnTo>
                  <a:lnTo>
                    <a:pt x="438743" y="406005"/>
                  </a:lnTo>
                  <a:lnTo>
                    <a:pt x="439375" y="402412"/>
                  </a:lnTo>
                  <a:lnTo>
                    <a:pt x="439969" y="398819"/>
                  </a:lnTo>
                  <a:lnTo>
                    <a:pt x="440532" y="395226"/>
                  </a:lnTo>
                  <a:lnTo>
                    <a:pt x="441071" y="391633"/>
                  </a:lnTo>
                  <a:lnTo>
                    <a:pt x="441587" y="388040"/>
                  </a:lnTo>
                  <a:lnTo>
                    <a:pt x="442072" y="384447"/>
                  </a:lnTo>
                  <a:lnTo>
                    <a:pt x="442538" y="380854"/>
                  </a:lnTo>
                  <a:lnTo>
                    <a:pt x="442986" y="377262"/>
                  </a:lnTo>
                  <a:lnTo>
                    <a:pt x="443418" y="373669"/>
                  </a:lnTo>
                  <a:lnTo>
                    <a:pt x="443831" y="370076"/>
                  </a:lnTo>
                  <a:lnTo>
                    <a:pt x="444232" y="366483"/>
                  </a:lnTo>
                  <a:lnTo>
                    <a:pt x="444624" y="362890"/>
                  </a:lnTo>
                  <a:lnTo>
                    <a:pt x="445006" y="359297"/>
                  </a:lnTo>
                  <a:lnTo>
                    <a:pt x="445380" y="355704"/>
                  </a:lnTo>
                  <a:lnTo>
                    <a:pt x="445749" y="352111"/>
                  </a:lnTo>
                  <a:lnTo>
                    <a:pt x="446116" y="348518"/>
                  </a:lnTo>
                  <a:lnTo>
                    <a:pt x="446481" y="344925"/>
                  </a:lnTo>
                  <a:lnTo>
                    <a:pt x="446846" y="341332"/>
                  </a:lnTo>
                  <a:lnTo>
                    <a:pt x="447214" y="337739"/>
                  </a:lnTo>
                  <a:lnTo>
                    <a:pt x="447584" y="334146"/>
                  </a:lnTo>
                  <a:lnTo>
                    <a:pt x="447960" y="330553"/>
                  </a:lnTo>
                  <a:lnTo>
                    <a:pt x="448343" y="326960"/>
                  </a:lnTo>
                  <a:lnTo>
                    <a:pt x="448733" y="323367"/>
                  </a:lnTo>
                  <a:lnTo>
                    <a:pt x="449130" y="319774"/>
                  </a:lnTo>
                  <a:lnTo>
                    <a:pt x="449540" y="316181"/>
                  </a:lnTo>
                  <a:lnTo>
                    <a:pt x="449961" y="312588"/>
                  </a:lnTo>
                  <a:lnTo>
                    <a:pt x="450390" y="308995"/>
                  </a:lnTo>
                  <a:lnTo>
                    <a:pt x="450832" y="305402"/>
                  </a:lnTo>
                  <a:lnTo>
                    <a:pt x="451289" y="301809"/>
                  </a:lnTo>
                  <a:lnTo>
                    <a:pt x="451757" y="298216"/>
                  </a:lnTo>
                  <a:lnTo>
                    <a:pt x="452237" y="294623"/>
                  </a:lnTo>
                  <a:lnTo>
                    <a:pt x="452730" y="291030"/>
                  </a:lnTo>
                  <a:lnTo>
                    <a:pt x="453239" y="287437"/>
                  </a:lnTo>
                  <a:lnTo>
                    <a:pt x="453758" y="283844"/>
                  </a:lnTo>
                  <a:lnTo>
                    <a:pt x="454288" y="280251"/>
                  </a:lnTo>
                  <a:lnTo>
                    <a:pt x="454832" y="276658"/>
                  </a:lnTo>
                  <a:lnTo>
                    <a:pt x="455388" y="273065"/>
                  </a:lnTo>
                  <a:lnTo>
                    <a:pt x="455952" y="269472"/>
                  </a:lnTo>
                  <a:lnTo>
                    <a:pt x="456525" y="265879"/>
                  </a:lnTo>
                  <a:lnTo>
                    <a:pt x="457109" y="262286"/>
                  </a:lnTo>
                  <a:lnTo>
                    <a:pt x="457701" y="258693"/>
                  </a:lnTo>
                  <a:lnTo>
                    <a:pt x="458298" y="255100"/>
                  </a:lnTo>
                  <a:lnTo>
                    <a:pt x="458900" y="251508"/>
                  </a:lnTo>
                  <a:lnTo>
                    <a:pt x="459508" y="247915"/>
                  </a:lnTo>
                  <a:lnTo>
                    <a:pt x="460118" y="244322"/>
                  </a:lnTo>
                  <a:lnTo>
                    <a:pt x="460730" y="240729"/>
                  </a:lnTo>
                  <a:lnTo>
                    <a:pt x="461342" y="237136"/>
                  </a:lnTo>
                  <a:lnTo>
                    <a:pt x="461954" y="233543"/>
                  </a:lnTo>
                  <a:lnTo>
                    <a:pt x="462563" y="229950"/>
                  </a:lnTo>
                  <a:lnTo>
                    <a:pt x="463170" y="226357"/>
                  </a:lnTo>
                  <a:lnTo>
                    <a:pt x="463772" y="222764"/>
                  </a:lnTo>
                  <a:lnTo>
                    <a:pt x="464367" y="219171"/>
                  </a:lnTo>
                  <a:lnTo>
                    <a:pt x="464956" y="215578"/>
                  </a:lnTo>
                  <a:lnTo>
                    <a:pt x="465538" y="211985"/>
                  </a:lnTo>
                  <a:lnTo>
                    <a:pt x="466109" y="208392"/>
                  </a:lnTo>
                  <a:lnTo>
                    <a:pt x="466669" y="204799"/>
                  </a:lnTo>
                  <a:lnTo>
                    <a:pt x="467220" y="201206"/>
                  </a:lnTo>
                  <a:lnTo>
                    <a:pt x="467760" y="197613"/>
                  </a:lnTo>
                  <a:lnTo>
                    <a:pt x="468283" y="194020"/>
                  </a:lnTo>
                  <a:lnTo>
                    <a:pt x="468794" y="190427"/>
                  </a:lnTo>
                  <a:lnTo>
                    <a:pt x="469293" y="186834"/>
                  </a:lnTo>
                  <a:lnTo>
                    <a:pt x="469777" y="183241"/>
                  </a:lnTo>
                  <a:lnTo>
                    <a:pt x="470242" y="179648"/>
                  </a:lnTo>
                  <a:lnTo>
                    <a:pt x="470693" y="176055"/>
                  </a:lnTo>
                  <a:lnTo>
                    <a:pt x="471130" y="172462"/>
                  </a:lnTo>
                  <a:lnTo>
                    <a:pt x="471551" y="168869"/>
                  </a:lnTo>
                  <a:lnTo>
                    <a:pt x="471951" y="165276"/>
                  </a:lnTo>
                  <a:lnTo>
                    <a:pt x="472337" y="161683"/>
                  </a:lnTo>
                  <a:lnTo>
                    <a:pt x="472708" y="158090"/>
                  </a:lnTo>
                  <a:lnTo>
                    <a:pt x="473061" y="154497"/>
                  </a:lnTo>
                  <a:lnTo>
                    <a:pt x="473396" y="150904"/>
                  </a:lnTo>
                  <a:lnTo>
                    <a:pt x="473716" y="147311"/>
                  </a:lnTo>
                  <a:lnTo>
                    <a:pt x="474022" y="143718"/>
                  </a:lnTo>
                  <a:lnTo>
                    <a:pt x="474309" y="140125"/>
                  </a:lnTo>
                  <a:lnTo>
                    <a:pt x="474580" y="136532"/>
                  </a:lnTo>
                  <a:lnTo>
                    <a:pt x="474838" y="132939"/>
                  </a:lnTo>
                  <a:lnTo>
                    <a:pt x="475083" y="129346"/>
                  </a:lnTo>
                  <a:lnTo>
                    <a:pt x="475309" y="125754"/>
                  </a:lnTo>
                  <a:lnTo>
                    <a:pt x="475522" y="122161"/>
                  </a:lnTo>
                  <a:lnTo>
                    <a:pt x="475724" y="118568"/>
                  </a:lnTo>
                  <a:lnTo>
                    <a:pt x="475913" y="114975"/>
                  </a:lnTo>
                  <a:lnTo>
                    <a:pt x="476086" y="111382"/>
                  </a:lnTo>
                  <a:lnTo>
                    <a:pt x="476249" y="107789"/>
                  </a:lnTo>
                  <a:lnTo>
                    <a:pt x="476402" y="104196"/>
                  </a:lnTo>
                  <a:lnTo>
                    <a:pt x="476544" y="100603"/>
                  </a:lnTo>
                  <a:lnTo>
                    <a:pt x="476673" y="97010"/>
                  </a:lnTo>
                  <a:lnTo>
                    <a:pt x="476794" y="93417"/>
                  </a:lnTo>
                  <a:lnTo>
                    <a:pt x="476907" y="89824"/>
                  </a:lnTo>
                  <a:lnTo>
                    <a:pt x="477010" y="86231"/>
                  </a:lnTo>
                  <a:lnTo>
                    <a:pt x="477104" y="82638"/>
                  </a:lnTo>
                  <a:lnTo>
                    <a:pt x="477191" y="79045"/>
                  </a:lnTo>
                  <a:lnTo>
                    <a:pt x="477272" y="75452"/>
                  </a:lnTo>
                  <a:lnTo>
                    <a:pt x="477344" y="71859"/>
                  </a:lnTo>
                  <a:lnTo>
                    <a:pt x="477410" y="68266"/>
                  </a:lnTo>
                  <a:lnTo>
                    <a:pt x="477471" y="64673"/>
                  </a:lnTo>
                  <a:lnTo>
                    <a:pt x="477527" y="61080"/>
                  </a:lnTo>
                  <a:lnTo>
                    <a:pt x="477576" y="57487"/>
                  </a:lnTo>
                  <a:lnTo>
                    <a:pt x="477622" y="53894"/>
                  </a:lnTo>
                  <a:lnTo>
                    <a:pt x="477663" y="50301"/>
                  </a:lnTo>
                  <a:lnTo>
                    <a:pt x="477701" y="46708"/>
                  </a:lnTo>
                  <a:lnTo>
                    <a:pt x="477734" y="43115"/>
                  </a:lnTo>
                  <a:lnTo>
                    <a:pt x="477764" y="39522"/>
                  </a:lnTo>
                  <a:lnTo>
                    <a:pt x="477791" y="35929"/>
                  </a:lnTo>
                  <a:lnTo>
                    <a:pt x="477816" y="32336"/>
                  </a:lnTo>
                  <a:lnTo>
                    <a:pt x="477837" y="28743"/>
                  </a:lnTo>
                  <a:lnTo>
                    <a:pt x="477857" y="25150"/>
                  </a:lnTo>
                  <a:lnTo>
                    <a:pt x="477874" y="21557"/>
                  </a:lnTo>
                  <a:lnTo>
                    <a:pt x="477890" y="17964"/>
                  </a:lnTo>
                  <a:lnTo>
                    <a:pt x="477903" y="14371"/>
                  </a:lnTo>
                  <a:lnTo>
                    <a:pt x="477915" y="10778"/>
                  </a:lnTo>
                  <a:lnTo>
                    <a:pt x="477926" y="7185"/>
                  </a:lnTo>
                  <a:lnTo>
                    <a:pt x="477936" y="3592"/>
                  </a:lnTo>
                  <a:lnTo>
                    <a:pt x="478057" y="0"/>
                  </a:lnTo>
                  <a:lnTo>
                    <a:pt x="478066" y="3592"/>
                  </a:lnTo>
                  <a:lnTo>
                    <a:pt x="478075" y="7185"/>
                  </a:lnTo>
                  <a:lnTo>
                    <a:pt x="478086" y="10778"/>
                  </a:lnTo>
                  <a:lnTo>
                    <a:pt x="478098" y="14371"/>
                  </a:lnTo>
                  <a:lnTo>
                    <a:pt x="478112" y="17964"/>
                  </a:lnTo>
                  <a:lnTo>
                    <a:pt x="478127" y="21557"/>
                  </a:lnTo>
                  <a:lnTo>
                    <a:pt x="478145" y="25150"/>
                  </a:lnTo>
                  <a:lnTo>
                    <a:pt x="478164" y="28743"/>
                  </a:lnTo>
                  <a:lnTo>
                    <a:pt x="478186" y="32336"/>
                  </a:lnTo>
                  <a:lnTo>
                    <a:pt x="478210" y="35929"/>
                  </a:lnTo>
                  <a:lnTo>
                    <a:pt x="478237" y="39522"/>
                  </a:lnTo>
                  <a:lnTo>
                    <a:pt x="478268" y="43115"/>
                  </a:lnTo>
                  <a:lnTo>
                    <a:pt x="478301" y="46708"/>
                  </a:lnTo>
                  <a:lnTo>
                    <a:pt x="478338" y="50301"/>
                  </a:lnTo>
                  <a:lnTo>
                    <a:pt x="478380" y="53894"/>
                  </a:lnTo>
                  <a:lnTo>
                    <a:pt x="478425" y="57487"/>
                  </a:lnTo>
                  <a:lnTo>
                    <a:pt x="478474" y="61080"/>
                  </a:lnTo>
                  <a:lnTo>
                    <a:pt x="478530" y="64673"/>
                  </a:lnTo>
                  <a:lnTo>
                    <a:pt x="478591" y="68266"/>
                  </a:lnTo>
                  <a:lnTo>
                    <a:pt x="478658" y="71859"/>
                  </a:lnTo>
                  <a:lnTo>
                    <a:pt x="478730" y="75452"/>
                  </a:lnTo>
                  <a:lnTo>
                    <a:pt x="478810" y="79045"/>
                  </a:lnTo>
                  <a:lnTo>
                    <a:pt x="478898" y="82638"/>
                  </a:lnTo>
                  <a:lnTo>
                    <a:pt x="478992" y="86231"/>
                  </a:lnTo>
                  <a:lnTo>
                    <a:pt x="479094" y="89824"/>
                  </a:lnTo>
                  <a:lnTo>
                    <a:pt x="479207" y="93417"/>
                  </a:lnTo>
                  <a:lnTo>
                    <a:pt x="479328" y="97010"/>
                  </a:lnTo>
                  <a:lnTo>
                    <a:pt x="479457" y="100603"/>
                  </a:lnTo>
                  <a:lnTo>
                    <a:pt x="479599" y="104196"/>
                  </a:lnTo>
                  <a:lnTo>
                    <a:pt x="479752" y="107789"/>
                  </a:lnTo>
                  <a:lnTo>
                    <a:pt x="479915" y="111382"/>
                  </a:lnTo>
                  <a:lnTo>
                    <a:pt x="480088" y="114975"/>
                  </a:lnTo>
                  <a:lnTo>
                    <a:pt x="480278" y="118568"/>
                  </a:lnTo>
                  <a:lnTo>
                    <a:pt x="480479" y="122161"/>
                  </a:lnTo>
                  <a:lnTo>
                    <a:pt x="480693" y="125754"/>
                  </a:lnTo>
                  <a:lnTo>
                    <a:pt x="480918" y="129346"/>
                  </a:lnTo>
                  <a:lnTo>
                    <a:pt x="481163" y="132939"/>
                  </a:lnTo>
                  <a:lnTo>
                    <a:pt x="481421" y="136532"/>
                  </a:lnTo>
                  <a:lnTo>
                    <a:pt x="481692" y="140125"/>
                  </a:lnTo>
                  <a:lnTo>
                    <a:pt x="481979" y="143718"/>
                  </a:lnTo>
                  <a:lnTo>
                    <a:pt x="482285" y="147311"/>
                  </a:lnTo>
                  <a:lnTo>
                    <a:pt x="482606" y="150904"/>
                  </a:lnTo>
                  <a:lnTo>
                    <a:pt x="482940" y="154497"/>
                  </a:lnTo>
                  <a:lnTo>
                    <a:pt x="483293" y="158090"/>
                  </a:lnTo>
                  <a:lnTo>
                    <a:pt x="483664" y="161683"/>
                  </a:lnTo>
                  <a:lnTo>
                    <a:pt x="484050" y="165276"/>
                  </a:lnTo>
                  <a:lnTo>
                    <a:pt x="484451" y="168869"/>
                  </a:lnTo>
                  <a:lnTo>
                    <a:pt x="484871" y="172462"/>
                  </a:lnTo>
                  <a:lnTo>
                    <a:pt x="485308" y="176055"/>
                  </a:lnTo>
                  <a:lnTo>
                    <a:pt x="485759" y="179648"/>
                  </a:lnTo>
                  <a:lnTo>
                    <a:pt x="486224" y="183241"/>
                  </a:lnTo>
                  <a:lnTo>
                    <a:pt x="486709" y="186834"/>
                  </a:lnTo>
                  <a:lnTo>
                    <a:pt x="487207" y="190427"/>
                  </a:lnTo>
                  <a:lnTo>
                    <a:pt x="487718" y="194020"/>
                  </a:lnTo>
                  <a:lnTo>
                    <a:pt x="488241" y="197613"/>
                  </a:lnTo>
                  <a:lnTo>
                    <a:pt x="488782" y="201206"/>
                  </a:lnTo>
                  <a:lnTo>
                    <a:pt x="489332" y="204799"/>
                  </a:lnTo>
                  <a:lnTo>
                    <a:pt x="489892" y="208392"/>
                  </a:lnTo>
                  <a:lnTo>
                    <a:pt x="490464" y="211985"/>
                  </a:lnTo>
                  <a:lnTo>
                    <a:pt x="491046" y="215578"/>
                  </a:lnTo>
                  <a:lnTo>
                    <a:pt x="491634" y="219171"/>
                  </a:lnTo>
                  <a:lnTo>
                    <a:pt x="492229" y="222764"/>
                  </a:lnTo>
                  <a:lnTo>
                    <a:pt x="492831" y="226357"/>
                  </a:lnTo>
                  <a:lnTo>
                    <a:pt x="493438" y="229950"/>
                  </a:lnTo>
                  <a:lnTo>
                    <a:pt x="494047" y="233543"/>
                  </a:lnTo>
                  <a:lnTo>
                    <a:pt x="494659" y="237136"/>
                  </a:lnTo>
                  <a:lnTo>
                    <a:pt x="495271" y="240729"/>
                  </a:lnTo>
                  <a:lnTo>
                    <a:pt x="495883" y="244322"/>
                  </a:lnTo>
                  <a:lnTo>
                    <a:pt x="496493" y="247915"/>
                  </a:lnTo>
                  <a:lnTo>
                    <a:pt x="497101" y="251508"/>
                  </a:lnTo>
                  <a:lnTo>
                    <a:pt x="497703" y="255100"/>
                  </a:lnTo>
                  <a:lnTo>
                    <a:pt x="498300" y="258693"/>
                  </a:lnTo>
                  <a:lnTo>
                    <a:pt x="498892" y="262286"/>
                  </a:lnTo>
                  <a:lnTo>
                    <a:pt x="499476" y="265879"/>
                  </a:lnTo>
                  <a:lnTo>
                    <a:pt x="500049" y="269472"/>
                  </a:lnTo>
                  <a:lnTo>
                    <a:pt x="500614" y="273065"/>
                  </a:lnTo>
                  <a:lnTo>
                    <a:pt x="501169" y="276658"/>
                  </a:lnTo>
                  <a:lnTo>
                    <a:pt x="501713" y="280251"/>
                  </a:lnTo>
                  <a:lnTo>
                    <a:pt x="502243" y="283844"/>
                  </a:lnTo>
                  <a:lnTo>
                    <a:pt x="502763" y="287437"/>
                  </a:lnTo>
                  <a:lnTo>
                    <a:pt x="503271" y="291030"/>
                  </a:lnTo>
                  <a:lnTo>
                    <a:pt x="503764" y="294623"/>
                  </a:lnTo>
                  <a:lnTo>
                    <a:pt x="504244" y="298216"/>
                  </a:lnTo>
                  <a:lnTo>
                    <a:pt x="504712" y="301809"/>
                  </a:lnTo>
                  <a:lnTo>
                    <a:pt x="505170" y="305402"/>
                  </a:lnTo>
                  <a:lnTo>
                    <a:pt x="505611" y="308995"/>
                  </a:lnTo>
                  <a:lnTo>
                    <a:pt x="506041" y="312588"/>
                  </a:lnTo>
                  <a:lnTo>
                    <a:pt x="506461" y="316181"/>
                  </a:lnTo>
                  <a:lnTo>
                    <a:pt x="506871" y="319774"/>
                  </a:lnTo>
                  <a:lnTo>
                    <a:pt x="507268" y="323367"/>
                  </a:lnTo>
                  <a:lnTo>
                    <a:pt x="507658" y="326960"/>
                  </a:lnTo>
                  <a:lnTo>
                    <a:pt x="508041" y="330553"/>
                  </a:lnTo>
                  <a:lnTo>
                    <a:pt x="508417" y="334146"/>
                  </a:lnTo>
                  <a:lnTo>
                    <a:pt x="508788" y="337739"/>
                  </a:lnTo>
                  <a:lnTo>
                    <a:pt x="509155" y="341332"/>
                  </a:lnTo>
                  <a:lnTo>
                    <a:pt x="509521" y="344925"/>
                  </a:lnTo>
                  <a:lnTo>
                    <a:pt x="509885" y="348518"/>
                  </a:lnTo>
                  <a:lnTo>
                    <a:pt x="510252" y="352111"/>
                  </a:lnTo>
                  <a:lnTo>
                    <a:pt x="510622" y="355704"/>
                  </a:lnTo>
                  <a:lnTo>
                    <a:pt x="510996" y="359297"/>
                  </a:lnTo>
                  <a:lnTo>
                    <a:pt x="511378" y="362890"/>
                  </a:lnTo>
                  <a:lnTo>
                    <a:pt x="511769" y="366483"/>
                  </a:lnTo>
                  <a:lnTo>
                    <a:pt x="512171" y="370076"/>
                  </a:lnTo>
                  <a:lnTo>
                    <a:pt x="512583" y="373669"/>
                  </a:lnTo>
                  <a:lnTo>
                    <a:pt x="513015" y="377262"/>
                  </a:lnTo>
                  <a:lnTo>
                    <a:pt x="513464" y="380854"/>
                  </a:lnTo>
                  <a:lnTo>
                    <a:pt x="513929" y="384447"/>
                  </a:lnTo>
                  <a:lnTo>
                    <a:pt x="514414" y="388040"/>
                  </a:lnTo>
                  <a:lnTo>
                    <a:pt x="514930" y="391633"/>
                  </a:lnTo>
                  <a:lnTo>
                    <a:pt x="515469" y="395226"/>
                  </a:lnTo>
                  <a:lnTo>
                    <a:pt x="516032" y="398819"/>
                  </a:lnTo>
                  <a:lnTo>
                    <a:pt x="516626" y="402412"/>
                  </a:lnTo>
                  <a:lnTo>
                    <a:pt x="517259" y="406005"/>
                  </a:lnTo>
                  <a:lnTo>
                    <a:pt x="517922" y="409598"/>
                  </a:lnTo>
                  <a:lnTo>
                    <a:pt x="518616" y="413191"/>
                  </a:lnTo>
                  <a:lnTo>
                    <a:pt x="519354" y="416784"/>
                  </a:lnTo>
                  <a:lnTo>
                    <a:pt x="520138" y="420377"/>
                  </a:lnTo>
                  <a:lnTo>
                    <a:pt x="520958" y="423970"/>
                  </a:lnTo>
                  <a:lnTo>
                    <a:pt x="521818" y="427563"/>
                  </a:lnTo>
                  <a:lnTo>
                    <a:pt x="522737" y="431156"/>
                  </a:lnTo>
                  <a:lnTo>
                    <a:pt x="523704" y="434749"/>
                  </a:lnTo>
                  <a:lnTo>
                    <a:pt x="524716" y="438342"/>
                  </a:lnTo>
                  <a:lnTo>
                    <a:pt x="525775" y="441935"/>
                  </a:lnTo>
                  <a:lnTo>
                    <a:pt x="526909" y="445528"/>
                  </a:lnTo>
                  <a:lnTo>
                    <a:pt x="528094" y="449121"/>
                  </a:lnTo>
                  <a:lnTo>
                    <a:pt x="529331" y="452714"/>
                  </a:lnTo>
                  <a:lnTo>
                    <a:pt x="530628" y="456307"/>
                  </a:lnTo>
                  <a:lnTo>
                    <a:pt x="532006" y="459900"/>
                  </a:lnTo>
                  <a:lnTo>
                    <a:pt x="533441" y="463493"/>
                  </a:lnTo>
                  <a:lnTo>
                    <a:pt x="534936" y="467086"/>
                  </a:lnTo>
                  <a:lnTo>
                    <a:pt x="536505" y="470679"/>
                  </a:lnTo>
                  <a:lnTo>
                    <a:pt x="538157" y="474272"/>
                  </a:lnTo>
                  <a:lnTo>
                    <a:pt x="539873" y="477865"/>
                  </a:lnTo>
                  <a:lnTo>
                    <a:pt x="541654" y="481458"/>
                  </a:lnTo>
                  <a:lnTo>
                    <a:pt x="543525" y="485051"/>
                  </a:lnTo>
                  <a:lnTo>
                    <a:pt x="545477" y="488644"/>
                  </a:lnTo>
                  <a:lnTo>
                    <a:pt x="547499" y="492237"/>
                  </a:lnTo>
                  <a:lnTo>
                    <a:pt x="549590" y="495830"/>
                  </a:lnTo>
                  <a:lnTo>
                    <a:pt x="551784" y="499423"/>
                  </a:lnTo>
                  <a:lnTo>
                    <a:pt x="554055" y="503016"/>
                  </a:lnTo>
                  <a:lnTo>
                    <a:pt x="556398" y="506608"/>
                  </a:lnTo>
                  <a:lnTo>
                    <a:pt x="558814" y="510201"/>
                  </a:lnTo>
                  <a:lnTo>
                    <a:pt x="561338" y="513794"/>
                  </a:lnTo>
                  <a:lnTo>
                    <a:pt x="563933" y="517387"/>
                  </a:lnTo>
                  <a:lnTo>
                    <a:pt x="566599" y="520980"/>
                  </a:lnTo>
                  <a:lnTo>
                    <a:pt x="569345" y="524573"/>
                  </a:lnTo>
                  <a:lnTo>
                    <a:pt x="572186" y="528166"/>
                  </a:lnTo>
                  <a:lnTo>
                    <a:pt x="575094" y="531759"/>
                  </a:lnTo>
                  <a:lnTo>
                    <a:pt x="578068" y="535352"/>
                  </a:lnTo>
                  <a:lnTo>
                    <a:pt x="581123" y="538945"/>
                  </a:lnTo>
                  <a:lnTo>
                    <a:pt x="584257" y="542538"/>
                  </a:lnTo>
                  <a:lnTo>
                    <a:pt x="587448" y="546131"/>
                  </a:lnTo>
                  <a:lnTo>
                    <a:pt x="590697" y="549724"/>
                  </a:lnTo>
                  <a:lnTo>
                    <a:pt x="594021" y="553317"/>
                  </a:lnTo>
                  <a:lnTo>
                    <a:pt x="597402" y="556910"/>
                  </a:lnTo>
                  <a:lnTo>
                    <a:pt x="600831" y="560503"/>
                  </a:lnTo>
                  <a:lnTo>
                    <a:pt x="604304" y="564096"/>
                  </a:lnTo>
                  <a:lnTo>
                    <a:pt x="607838" y="567689"/>
                  </a:lnTo>
                  <a:lnTo>
                    <a:pt x="611409" y="571282"/>
                  </a:lnTo>
                  <a:lnTo>
                    <a:pt x="615012" y="574875"/>
                  </a:lnTo>
                  <a:lnTo>
                    <a:pt x="618647" y="578468"/>
                  </a:lnTo>
                  <a:lnTo>
                    <a:pt x="622319" y="582061"/>
                  </a:lnTo>
                  <a:lnTo>
                    <a:pt x="626011" y="585654"/>
                  </a:lnTo>
                  <a:lnTo>
                    <a:pt x="629719" y="589247"/>
                  </a:lnTo>
                  <a:lnTo>
                    <a:pt x="633445" y="592840"/>
                  </a:lnTo>
                  <a:lnTo>
                    <a:pt x="637181" y="596433"/>
                  </a:lnTo>
                  <a:lnTo>
                    <a:pt x="640923" y="600026"/>
                  </a:lnTo>
                  <a:lnTo>
                    <a:pt x="644667" y="603619"/>
                  </a:lnTo>
                  <a:lnTo>
                    <a:pt x="648409" y="607212"/>
                  </a:lnTo>
                  <a:lnTo>
                    <a:pt x="652144" y="610805"/>
                  </a:lnTo>
                  <a:lnTo>
                    <a:pt x="655871" y="614398"/>
                  </a:lnTo>
                  <a:lnTo>
                    <a:pt x="659587" y="617991"/>
                  </a:lnTo>
                  <a:lnTo>
                    <a:pt x="663284" y="621584"/>
                  </a:lnTo>
                  <a:lnTo>
                    <a:pt x="666963" y="625177"/>
                  </a:lnTo>
                  <a:lnTo>
                    <a:pt x="670623" y="628770"/>
                  </a:lnTo>
                  <a:lnTo>
                    <a:pt x="674264" y="632363"/>
                  </a:lnTo>
                  <a:lnTo>
                    <a:pt x="677872" y="635955"/>
                  </a:lnTo>
                  <a:lnTo>
                    <a:pt x="681456" y="639548"/>
                  </a:lnTo>
                  <a:lnTo>
                    <a:pt x="685016" y="643141"/>
                  </a:lnTo>
                  <a:lnTo>
                    <a:pt x="688548" y="646734"/>
                  </a:lnTo>
                  <a:lnTo>
                    <a:pt x="692044" y="650327"/>
                  </a:lnTo>
                  <a:lnTo>
                    <a:pt x="695513" y="653920"/>
                  </a:lnTo>
                  <a:lnTo>
                    <a:pt x="698956" y="657513"/>
                  </a:lnTo>
                  <a:lnTo>
                    <a:pt x="702367" y="661106"/>
                  </a:lnTo>
                  <a:lnTo>
                    <a:pt x="705744" y="664699"/>
                  </a:lnTo>
                  <a:lnTo>
                    <a:pt x="709095" y="668292"/>
                  </a:lnTo>
                  <a:lnTo>
                    <a:pt x="712420" y="671885"/>
                  </a:lnTo>
                  <a:lnTo>
                    <a:pt x="715712" y="675478"/>
                  </a:lnTo>
                  <a:lnTo>
                    <a:pt x="718975" y="679071"/>
                  </a:lnTo>
                  <a:lnTo>
                    <a:pt x="722214" y="682664"/>
                  </a:lnTo>
                  <a:lnTo>
                    <a:pt x="725429" y="686257"/>
                  </a:lnTo>
                  <a:lnTo>
                    <a:pt x="728612" y="689850"/>
                  </a:lnTo>
                  <a:lnTo>
                    <a:pt x="731770" y="693443"/>
                  </a:lnTo>
                  <a:lnTo>
                    <a:pt x="734906" y="697036"/>
                  </a:lnTo>
                  <a:lnTo>
                    <a:pt x="738021" y="700629"/>
                  </a:lnTo>
                  <a:lnTo>
                    <a:pt x="741103" y="704222"/>
                  </a:lnTo>
                  <a:lnTo>
                    <a:pt x="744164" y="707815"/>
                  </a:lnTo>
                  <a:lnTo>
                    <a:pt x="747203" y="711408"/>
                  </a:lnTo>
                  <a:lnTo>
                    <a:pt x="750219" y="715001"/>
                  </a:lnTo>
                  <a:lnTo>
                    <a:pt x="753204" y="718594"/>
                  </a:lnTo>
                  <a:lnTo>
                    <a:pt x="756166" y="722187"/>
                  </a:lnTo>
                  <a:lnTo>
                    <a:pt x="759106" y="725780"/>
                  </a:lnTo>
                  <a:lnTo>
                    <a:pt x="762016" y="729373"/>
                  </a:lnTo>
                  <a:lnTo>
                    <a:pt x="764895" y="732966"/>
                  </a:lnTo>
                  <a:lnTo>
                    <a:pt x="767747" y="736559"/>
                  </a:lnTo>
                  <a:lnTo>
                    <a:pt x="770573" y="740152"/>
                  </a:lnTo>
                  <a:lnTo>
                    <a:pt x="773360" y="743745"/>
                  </a:lnTo>
                  <a:lnTo>
                    <a:pt x="776113" y="747338"/>
                  </a:lnTo>
                  <a:lnTo>
                    <a:pt x="778834" y="750931"/>
                  </a:lnTo>
                  <a:lnTo>
                    <a:pt x="781524" y="754524"/>
                  </a:lnTo>
                  <a:lnTo>
                    <a:pt x="784163" y="758117"/>
                  </a:lnTo>
                  <a:lnTo>
                    <a:pt x="786765" y="761709"/>
                  </a:lnTo>
                  <a:lnTo>
                    <a:pt x="789331" y="765302"/>
                  </a:lnTo>
                  <a:lnTo>
                    <a:pt x="791856" y="768895"/>
                  </a:lnTo>
                  <a:lnTo>
                    <a:pt x="794324" y="772488"/>
                  </a:lnTo>
                  <a:lnTo>
                    <a:pt x="796752" y="776081"/>
                  </a:lnTo>
                  <a:lnTo>
                    <a:pt x="799140" y="779674"/>
                  </a:lnTo>
                  <a:lnTo>
                    <a:pt x="801480" y="783267"/>
                  </a:lnTo>
                  <a:lnTo>
                    <a:pt x="803763" y="786860"/>
                  </a:lnTo>
                  <a:lnTo>
                    <a:pt x="806004" y="790453"/>
                  </a:lnTo>
                  <a:lnTo>
                    <a:pt x="808205" y="794046"/>
                  </a:lnTo>
                  <a:lnTo>
                    <a:pt x="810352" y="797639"/>
                  </a:lnTo>
                  <a:lnTo>
                    <a:pt x="812450" y="801232"/>
                  </a:lnTo>
                  <a:lnTo>
                    <a:pt x="814510" y="804825"/>
                  </a:lnTo>
                  <a:lnTo>
                    <a:pt x="816532" y="808418"/>
                  </a:lnTo>
                  <a:lnTo>
                    <a:pt x="818503" y="812011"/>
                  </a:lnTo>
                  <a:lnTo>
                    <a:pt x="820438" y="815604"/>
                  </a:lnTo>
                  <a:lnTo>
                    <a:pt x="822342" y="819197"/>
                  </a:lnTo>
                  <a:lnTo>
                    <a:pt x="824217" y="822790"/>
                  </a:lnTo>
                  <a:lnTo>
                    <a:pt x="826053" y="826383"/>
                  </a:lnTo>
                  <a:lnTo>
                    <a:pt x="827868" y="829976"/>
                  </a:lnTo>
                  <a:lnTo>
                    <a:pt x="829666" y="833569"/>
                  </a:lnTo>
                  <a:lnTo>
                    <a:pt x="831445" y="837162"/>
                  </a:lnTo>
                  <a:lnTo>
                    <a:pt x="833210" y="840755"/>
                  </a:lnTo>
                  <a:lnTo>
                    <a:pt x="834970" y="844348"/>
                  </a:lnTo>
                  <a:lnTo>
                    <a:pt x="836727" y="847941"/>
                  </a:lnTo>
                  <a:lnTo>
                    <a:pt x="838485" y="851534"/>
                  </a:lnTo>
                  <a:lnTo>
                    <a:pt x="840252" y="855127"/>
                  </a:lnTo>
                  <a:lnTo>
                    <a:pt x="842030" y="858720"/>
                  </a:lnTo>
                  <a:lnTo>
                    <a:pt x="843821" y="862313"/>
                  </a:lnTo>
                  <a:lnTo>
                    <a:pt x="845637" y="865906"/>
                  </a:lnTo>
                  <a:lnTo>
                    <a:pt x="847481" y="869499"/>
                  </a:lnTo>
                  <a:lnTo>
                    <a:pt x="849352" y="873092"/>
                  </a:lnTo>
                  <a:lnTo>
                    <a:pt x="851251" y="876685"/>
                  </a:lnTo>
                  <a:lnTo>
                    <a:pt x="853198" y="880278"/>
                  </a:lnTo>
                  <a:lnTo>
                    <a:pt x="855185" y="883871"/>
                  </a:lnTo>
                  <a:lnTo>
                    <a:pt x="857008" y="887108"/>
                  </a:lnTo>
                  <a:lnTo>
                    <a:pt x="857209" y="887463"/>
                  </a:lnTo>
                  <a:lnTo>
                    <a:pt x="859274" y="891056"/>
                  </a:lnTo>
                  <a:lnTo>
                    <a:pt x="861403" y="894649"/>
                  </a:lnTo>
                  <a:lnTo>
                    <a:pt x="863574" y="898242"/>
                  </a:lnTo>
                  <a:lnTo>
                    <a:pt x="865789" y="901835"/>
                  </a:lnTo>
                  <a:lnTo>
                    <a:pt x="868055" y="905428"/>
                  </a:lnTo>
                  <a:lnTo>
                    <a:pt x="870382" y="909021"/>
                  </a:lnTo>
                  <a:lnTo>
                    <a:pt x="872750" y="912614"/>
                  </a:lnTo>
                  <a:lnTo>
                    <a:pt x="875160" y="916207"/>
                  </a:lnTo>
                  <a:lnTo>
                    <a:pt x="877621" y="919800"/>
                  </a:lnTo>
                  <a:lnTo>
                    <a:pt x="880129" y="923393"/>
                  </a:lnTo>
                  <a:lnTo>
                    <a:pt x="882670" y="926986"/>
                  </a:lnTo>
                  <a:lnTo>
                    <a:pt x="885243" y="930579"/>
                  </a:lnTo>
                  <a:lnTo>
                    <a:pt x="887855" y="934172"/>
                  </a:lnTo>
                  <a:lnTo>
                    <a:pt x="890491" y="937765"/>
                  </a:lnTo>
                  <a:lnTo>
                    <a:pt x="893146" y="941358"/>
                  </a:lnTo>
                  <a:lnTo>
                    <a:pt x="895815" y="944951"/>
                  </a:lnTo>
                  <a:lnTo>
                    <a:pt x="898498" y="948544"/>
                  </a:lnTo>
                  <a:lnTo>
                    <a:pt x="901181" y="952137"/>
                  </a:lnTo>
                  <a:lnTo>
                    <a:pt x="903860" y="955730"/>
                  </a:lnTo>
                  <a:lnTo>
                    <a:pt x="906532" y="959323"/>
                  </a:lnTo>
                  <a:lnTo>
                    <a:pt x="909181" y="962916"/>
                  </a:lnTo>
                  <a:lnTo>
                    <a:pt x="911807" y="966509"/>
                  </a:lnTo>
                  <a:lnTo>
                    <a:pt x="914406" y="970102"/>
                  </a:lnTo>
                  <a:lnTo>
                    <a:pt x="916967" y="973695"/>
                  </a:lnTo>
                  <a:lnTo>
                    <a:pt x="919472" y="977288"/>
                  </a:lnTo>
                  <a:lnTo>
                    <a:pt x="921931" y="980881"/>
                  </a:lnTo>
                  <a:lnTo>
                    <a:pt x="924339" y="984474"/>
                  </a:lnTo>
                  <a:lnTo>
                    <a:pt x="926672" y="988067"/>
                  </a:lnTo>
                  <a:lnTo>
                    <a:pt x="928927" y="991660"/>
                  </a:lnTo>
                  <a:lnTo>
                    <a:pt x="931114" y="995253"/>
                  </a:lnTo>
                  <a:lnTo>
                    <a:pt x="933230" y="998846"/>
                  </a:lnTo>
                  <a:lnTo>
                    <a:pt x="935236" y="1002439"/>
                  </a:lnTo>
                  <a:lnTo>
                    <a:pt x="937150" y="1006032"/>
                  </a:lnTo>
                  <a:lnTo>
                    <a:pt x="938980" y="1009625"/>
                  </a:lnTo>
                  <a:lnTo>
                    <a:pt x="940723" y="1013217"/>
                  </a:lnTo>
                  <a:lnTo>
                    <a:pt x="942326" y="1016810"/>
                  </a:lnTo>
                  <a:lnTo>
                    <a:pt x="943835" y="1020403"/>
                  </a:lnTo>
                  <a:lnTo>
                    <a:pt x="945250" y="1023996"/>
                  </a:lnTo>
                  <a:lnTo>
                    <a:pt x="946558" y="1027589"/>
                  </a:lnTo>
                  <a:lnTo>
                    <a:pt x="947726" y="1031182"/>
                  </a:lnTo>
                  <a:lnTo>
                    <a:pt x="948797" y="1034775"/>
                  </a:lnTo>
                  <a:lnTo>
                    <a:pt x="949771" y="1038368"/>
                  </a:lnTo>
                  <a:lnTo>
                    <a:pt x="950624" y="1041961"/>
                  </a:lnTo>
                  <a:lnTo>
                    <a:pt x="951350" y="1045554"/>
                  </a:lnTo>
                  <a:lnTo>
                    <a:pt x="951981" y="1049147"/>
                  </a:lnTo>
                  <a:lnTo>
                    <a:pt x="952518" y="1052740"/>
                  </a:lnTo>
                  <a:lnTo>
                    <a:pt x="952929" y="1056333"/>
                  </a:lnTo>
                  <a:lnTo>
                    <a:pt x="953232" y="1059926"/>
                  </a:lnTo>
                  <a:lnTo>
                    <a:pt x="953448" y="1063519"/>
                  </a:lnTo>
                  <a:lnTo>
                    <a:pt x="953578" y="1067112"/>
                  </a:lnTo>
                  <a:lnTo>
                    <a:pt x="953584" y="1070705"/>
                  </a:lnTo>
                  <a:lnTo>
                    <a:pt x="953505" y="1074298"/>
                  </a:lnTo>
                  <a:lnTo>
                    <a:pt x="953349" y="1077891"/>
                  </a:lnTo>
                  <a:lnTo>
                    <a:pt x="953115" y="1081484"/>
                  </a:lnTo>
                  <a:lnTo>
                    <a:pt x="952773" y="1085077"/>
                  </a:lnTo>
                  <a:lnTo>
                    <a:pt x="952363" y="1088670"/>
                  </a:lnTo>
                  <a:lnTo>
                    <a:pt x="951888" y="1092263"/>
                  </a:lnTo>
                  <a:lnTo>
                    <a:pt x="951340" y="1095856"/>
                  </a:lnTo>
                  <a:lnTo>
                    <a:pt x="950709" y="1099449"/>
                  </a:lnTo>
                  <a:lnTo>
                    <a:pt x="950022" y="1103042"/>
                  </a:lnTo>
                  <a:lnTo>
                    <a:pt x="949280" y="1106635"/>
                  </a:lnTo>
                  <a:lnTo>
                    <a:pt x="948471" y="1110228"/>
                  </a:lnTo>
                  <a:lnTo>
                    <a:pt x="947599" y="1113821"/>
                  </a:lnTo>
                  <a:lnTo>
                    <a:pt x="946680" y="1117414"/>
                  </a:lnTo>
                  <a:lnTo>
                    <a:pt x="946485" y="1118139"/>
                  </a:lnTo>
                  <a:lnTo>
                    <a:pt x="945715" y="1121007"/>
                  </a:lnTo>
                  <a:lnTo>
                    <a:pt x="944687" y="1124600"/>
                  </a:lnTo>
                  <a:lnTo>
                    <a:pt x="943610" y="1128193"/>
                  </a:lnTo>
                  <a:lnTo>
                    <a:pt x="942491" y="1131786"/>
                  </a:lnTo>
                  <a:lnTo>
                    <a:pt x="941331" y="1135379"/>
                  </a:lnTo>
                  <a:lnTo>
                    <a:pt x="940109" y="1138971"/>
                  </a:lnTo>
                  <a:lnTo>
                    <a:pt x="938845" y="1142564"/>
                  </a:lnTo>
                  <a:lnTo>
                    <a:pt x="937542" y="1146157"/>
                  </a:lnTo>
                  <a:lnTo>
                    <a:pt x="936196" y="1149750"/>
                  </a:lnTo>
                  <a:lnTo>
                    <a:pt x="934789" y="1153343"/>
                  </a:lnTo>
                  <a:lnTo>
                    <a:pt x="933341" y="1156936"/>
                  </a:lnTo>
                  <a:lnTo>
                    <a:pt x="931852" y="1160529"/>
                  </a:lnTo>
                  <a:lnTo>
                    <a:pt x="930311" y="1164122"/>
                  </a:lnTo>
                  <a:lnTo>
                    <a:pt x="928711" y="1167715"/>
                  </a:lnTo>
                  <a:lnTo>
                    <a:pt x="927065" y="1171308"/>
                  </a:lnTo>
                  <a:lnTo>
                    <a:pt x="925372" y="1174901"/>
                  </a:lnTo>
                  <a:lnTo>
                    <a:pt x="923616" y="1178494"/>
                  </a:lnTo>
                  <a:lnTo>
                    <a:pt x="921797" y="1182087"/>
                  </a:lnTo>
                  <a:lnTo>
                    <a:pt x="919926" y="1185680"/>
                  </a:lnTo>
                  <a:lnTo>
                    <a:pt x="918001" y="1189273"/>
                  </a:lnTo>
                  <a:lnTo>
                    <a:pt x="915995" y="1192866"/>
                  </a:lnTo>
                  <a:lnTo>
                    <a:pt x="913924" y="1196459"/>
                  </a:lnTo>
                  <a:lnTo>
                    <a:pt x="911792" y="1200052"/>
                  </a:lnTo>
                  <a:lnTo>
                    <a:pt x="909598" y="1203645"/>
                  </a:lnTo>
                  <a:lnTo>
                    <a:pt x="907302" y="1207238"/>
                  </a:lnTo>
                  <a:lnTo>
                    <a:pt x="904938" y="1210831"/>
                  </a:lnTo>
                  <a:lnTo>
                    <a:pt x="902504" y="1214424"/>
                  </a:lnTo>
                  <a:lnTo>
                    <a:pt x="899991" y="1218017"/>
                  </a:lnTo>
                  <a:lnTo>
                    <a:pt x="897370" y="1221610"/>
                  </a:lnTo>
                  <a:lnTo>
                    <a:pt x="894671" y="1225203"/>
                  </a:lnTo>
                  <a:lnTo>
                    <a:pt x="891894" y="1228796"/>
                  </a:lnTo>
                  <a:lnTo>
                    <a:pt x="889017" y="1232389"/>
                  </a:lnTo>
                  <a:lnTo>
                    <a:pt x="886029" y="1235982"/>
                  </a:lnTo>
                  <a:lnTo>
                    <a:pt x="882956" y="1239575"/>
                  </a:lnTo>
                  <a:lnTo>
                    <a:pt x="879796" y="1243168"/>
                  </a:lnTo>
                  <a:lnTo>
                    <a:pt x="876514" y="1246761"/>
                  </a:lnTo>
                  <a:lnTo>
                    <a:pt x="873124" y="1250354"/>
                  </a:lnTo>
                  <a:lnTo>
                    <a:pt x="869640" y="1253947"/>
                  </a:lnTo>
                  <a:lnTo>
                    <a:pt x="866063" y="1257540"/>
                  </a:lnTo>
                  <a:lnTo>
                    <a:pt x="862346" y="1261133"/>
                  </a:lnTo>
                  <a:lnTo>
                    <a:pt x="858524" y="1264726"/>
                  </a:lnTo>
                  <a:lnTo>
                    <a:pt x="854606" y="1268318"/>
                  </a:lnTo>
                  <a:lnTo>
                    <a:pt x="850586" y="1271911"/>
                  </a:lnTo>
                  <a:lnTo>
                    <a:pt x="846418" y="1275504"/>
                  </a:lnTo>
                  <a:lnTo>
                    <a:pt x="842153" y="1279097"/>
                  </a:lnTo>
                  <a:lnTo>
                    <a:pt x="837791" y="1282690"/>
                  </a:lnTo>
                  <a:lnTo>
                    <a:pt x="833317" y="1286283"/>
                  </a:lnTo>
                  <a:lnTo>
                    <a:pt x="828711" y="1289876"/>
                  </a:lnTo>
                  <a:lnTo>
                    <a:pt x="824013" y="1293469"/>
                  </a:lnTo>
                  <a:lnTo>
                    <a:pt x="819223" y="1297062"/>
                  </a:lnTo>
                  <a:lnTo>
                    <a:pt x="814320" y="1300655"/>
                  </a:lnTo>
                  <a:lnTo>
                    <a:pt x="809310" y="1304248"/>
                  </a:lnTo>
                  <a:lnTo>
                    <a:pt x="804221" y="1307841"/>
                  </a:lnTo>
                  <a:lnTo>
                    <a:pt x="799054" y="1311434"/>
                  </a:lnTo>
                  <a:lnTo>
                    <a:pt x="793788" y="1315027"/>
                  </a:lnTo>
                  <a:lnTo>
                    <a:pt x="788449" y="1318620"/>
                  </a:lnTo>
                  <a:lnTo>
                    <a:pt x="783053" y="1322213"/>
                  </a:lnTo>
                  <a:lnTo>
                    <a:pt x="777605" y="1325806"/>
                  </a:lnTo>
                  <a:lnTo>
                    <a:pt x="772092" y="1329399"/>
                  </a:lnTo>
                  <a:lnTo>
                    <a:pt x="766549" y="1332992"/>
                  </a:lnTo>
                  <a:lnTo>
                    <a:pt x="760984" y="1336585"/>
                  </a:lnTo>
                  <a:lnTo>
                    <a:pt x="755402" y="1340178"/>
                  </a:lnTo>
                  <a:lnTo>
                    <a:pt x="749821" y="1343771"/>
                  </a:lnTo>
                  <a:lnTo>
                    <a:pt x="744257" y="1347364"/>
                  </a:lnTo>
                  <a:lnTo>
                    <a:pt x="738719" y="1350957"/>
                  </a:lnTo>
                  <a:lnTo>
                    <a:pt x="733225" y="1354550"/>
                  </a:lnTo>
                  <a:lnTo>
                    <a:pt x="727809" y="1358143"/>
                  </a:lnTo>
                  <a:lnTo>
                    <a:pt x="722470" y="1361736"/>
                  </a:lnTo>
                  <a:lnTo>
                    <a:pt x="717215" y="1365329"/>
                  </a:lnTo>
                  <a:lnTo>
                    <a:pt x="712098" y="1368922"/>
                  </a:lnTo>
                  <a:lnTo>
                    <a:pt x="707140" y="1372515"/>
                  </a:lnTo>
                  <a:lnTo>
                    <a:pt x="705452" y="1373775"/>
                  </a:lnTo>
                  <a:lnTo>
                    <a:pt x="702328" y="1376108"/>
                  </a:lnTo>
                  <a:lnTo>
                    <a:pt x="697673" y="1379701"/>
                  </a:lnTo>
                  <a:lnTo>
                    <a:pt x="693280" y="1383294"/>
                  </a:lnTo>
                  <a:lnTo>
                    <a:pt x="689121" y="1386887"/>
                  </a:lnTo>
                  <a:lnTo>
                    <a:pt x="685186" y="1390480"/>
                  </a:lnTo>
                  <a:lnTo>
                    <a:pt x="681490" y="1394072"/>
                  </a:lnTo>
                  <a:lnTo>
                    <a:pt x="678207" y="1397665"/>
                  </a:lnTo>
                  <a:lnTo>
                    <a:pt x="675218" y="1401258"/>
                  </a:lnTo>
                  <a:lnTo>
                    <a:pt x="672536" y="1404851"/>
                  </a:lnTo>
                  <a:lnTo>
                    <a:pt x="670216" y="1408444"/>
                  </a:lnTo>
                  <a:lnTo>
                    <a:pt x="668396" y="1412037"/>
                  </a:lnTo>
                  <a:lnTo>
                    <a:pt x="666949" y="1415630"/>
                  </a:lnTo>
                  <a:lnTo>
                    <a:pt x="665883" y="1419223"/>
                  </a:lnTo>
                  <a:lnTo>
                    <a:pt x="665315" y="1422816"/>
                  </a:lnTo>
                  <a:lnTo>
                    <a:pt x="665301" y="1426409"/>
                  </a:lnTo>
                  <a:lnTo>
                    <a:pt x="665722" y="1430002"/>
                  </a:lnTo>
                  <a:lnTo>
                    <a:pt x="666587" y="1433595"/>
                  </a:lnTo>
                  <a:lnTo>
                    <a:pt x="668076" y="1437188"/>
                  </a:lnTo>
                  <a:lnTo>
                    <a:pt x="670126" y="1440781"/>
                  </a:lnTo>
                  <a:lnTo>
                    <a:pt x="672652" y="1444374"/>
                  </a:lnTo>
                  <a:lnTo>
                    <a:pt x="675657" y="1447967"/>
                  </a:lnTo>
                  <a:lnTo>
                    <a:pt x="679382" y="1451560"/>
                  </a:lnTo>
                  <a:lnTo>
                    <a:pt x="683625" y="1455153"/>
                  </a:lnTo>
                  <a:lnTo>
                    <a:pt x="688349" y="1458746"/>
                  </a:lnTo>
                  <a:lnTo>
                    <a:pt x="693575" y="1462339"/>
                  </a:lnTo>
                  <a:lnTo>
                    <a:pt x="699508" y="1465932"/>
                  </a:lnTo>
                  <a:lnTo>
                    <a:pt x="705894" y="1469525"/>
                  </a:lnTo>
                  <a:lnTo>
                    <a:pt x="712723" y="1473118"/>
                  </a:lnTo>
                  <a:lnTo>
                    <a:pt x="720053" y="1476711"/>
                  </a:lnTo>
                  <a:lnTo>
                    <a:pt x="727944" y="1480304"/>
                  </a:lnTo>
                  <a:lnTo>
                    <a:pt x="736208" y="1483897"/>
                  </a:lnTo>
                  <a:lnTo>
                    <a:pt x="744830" y="1487490"/>
                  </a:lnTo>
                  <a:lnTo>
                    <a:pt x="753875" y="1491083"/>
                  </a:lnTo>
                  <a:lnTo>
                    <a:pt x="763281" y="1494676"/>
                  </a:lnTo>
                  <a:lnTo>
                    <a:pt x="772936" y="1498269"/>
                  </a:lnTo>
                  <a:lnTo>
                    <a:pt x="782815" y="1501862"/>
                  </a:lnTo>
                  <a:lnTo>
                    <a:pt x="792946" y="1505455"/>
                  </a:lnTo>
                  <a:lnTo>
                    <a:pt x="803214" y="1509048"/>
                  </a:lnTo>
                  <a:lnTo>
                    <a:pt x="813564" y="1512641"/>
                  </a:lnTo>
                  <a:lnTo>
                    <a:pt x="823968" y="1516234"/>
                  </a:lnTo>
                  <a:lnTo>
                    <a:pt x="834357" y="1519826"/>
                  </a:lnTo>
                  <a:lnTo>
                    <a:pt x="844665" y="1523419"/>
                  </a:lnTo>
                  <a:lnTo>
                    <a:pt x="854863" y="1527012"/>
                  </a:lnTo>
                  <a:lnTo>
                    <a:pt x="864899" y="1530605"/>
                  </a:lnTo>
                  <a:lnTo>
                    <a:pt x="874616" y="1534198"/>
                  </a:lnTo>
                  <a:lnTo>
                    <a:pt x="884051" y="1537791"/>
                  </a:lnTo>
                  <a:lnTo>
                    <a:pt x="893176" y="1541384"/>
                  </a:lnTo>
                  <a:lnTo>
                    <a:pt x="901873" y="1544977"/>
                  </a:lnTo>
                  <a:lnTo>
                    <a:pt x="910001" y="1548570"/>
                  </a:lnTo>
                  <a:lnTo>
                    <a:pt x="917660" y="1552163"/>
                  </a:lnTo>
                  <a:lnTo>
                    <a:pt x="924825" y="1555756"/>
                  </a:lnTo>
                  <a:lnTo>
                    <a:pt x="931273" y="1559349"/>
                  </a:lnTo>
                  <a:lnTo>
                    <a:pt x="936993" y="1562942"/>
                  </a:lnTo>
                  <a:lnTo>
                    <a:pt x="942092" y="1566535"/>
                  </a:lnTo>
                  <a:lnTo>
                    <a:pt x="946549" y="1570128"/>
                  </a:lnTo>
                  <a:lnTo>
                    <a:pt x="950028" y="1573721"/>
                  </a:lnTo>
                  <a:lnTo>
                    <a:pt x="952719" y="1577314"/>
                  </a:lnTo>
                  <a:lnTo>
                    <a:pt x="954691" y="1580907"/>
                  </a:lnTo>
                  <a:lnTo>
                    <a:pt x="955926" y="1584500"/>
                  </a:lnTo>
                  <a:lnTo>
                    <a:pt x="956002" y="1588093"/>
                  </a:lnTo>
                  <a:lnTo>
                    <a:pt x="955325" y="1591686"/>
                  </a:lnTo>
                  <a:lnTo>
                    <a:pt x="953896" y="1595279"/>
                  </a:lnTo>
                  <a:lnTo>
                    <a:pt x="951618" y="1598872"/>
                  </a:lnTo>
                  <a:lnTo>
                    <a:pt x="948280" y="1602465"/>
                  </a:lnTo>
                  <a:lnTo>
                    <a:pt x="944215" y="1606058"/>
                  </a:lnTo>
                  <a:lnTo>
                    <a:pt x="939436" y="1609651"/>
                  </a:lnTo>
                  <a:lnTo>
                    <a:pt x="933787" y="1613244"/>
                  </a:lnTo>
                  <a:lnTo>
                    <a:pt x="927267" y="1616837"/>
                  </a:lnTo>
                  <a:lnTo>
                    <a:pt x="920113" y="1620430"/>
                  </a:lnTo>
                  <a:lnTo>
                    <a:pt x="912346" y="1624023"/>
                  </a:lnTo>
                  <a:lnTo>
                    <a:pt x="903787" y="1627616"/>
                  </a:lnTo>
                  <a:lnTo>
                    <a:pt x="894602" y="1631209"/>
                  </a:lnTo>
                  <a:lnTo>
                    <a:pt x="884926" y="1634802"/>
                  </a:lnTo>
                  <a:lnTo>
                    <a:pt x="874784" y="1638395"/>
                  </a:lnTo>
                  <a:lnTo>
                    <a:pt x="864028" y="1641988"/>
                  </a:lnTo>
                  <a:lnTo>
                    <a:pt x="852897" y="1645580"/>
                  </a:lnTo>
                  <a:lnTo>
                    <a:pt x="841448" y="1649173"/>
                  </a:lnTo>
                  <a:lnTo>
                    <a:pt x="829696" y="1652766"/>
                  </a:lnTo>
                  <a:lnTo>
                    <a:pt x="817606" y="1656359"/>
                  </a:lnTo>
                  <a:lnTo>
                    <a:pt x="805350" y="1659952"/>
                  </a:lnTo>
                  <a:lnTo>
                    <a:pt x="792957" y="1663545"/>
                  </a:lnTo>
                  <a:lnTo>
                    <a:pt x="780447" y="1667138"/>
                  </a:lnTo>
                  <a:lnTo>
                    <a:pt x="767880" y="1670731"/>
                  </a:lnTo>
                  <a:lnTo>
                    <a:pt x="755320" y="1674324"/>
                  </a:lnTo>
                  <a:lnTo>
                    <a:pt x="742790" y="1677917"/>
                  </a:lnTo>
                  <a:lnTo>
                    <a:pt x="730349" y="1681510"/>
                  </a:lnTo>
                  <a:lnTo>
                    <a:pt x="718060" y="1685103"/>
                  </a:lnTo>
                  <a:lnTo>
                    <a:pt x="705922" y="1688696"/>
                  </a:lnTo>
                  <a:lnTo>
                    <a:pt x="693953" y="1692289"/>
                  </a:lnTo>
                  <a:lnTo>
                    <a:pt x="682273" y="1695882"/>
                  </a:lnTo>
                  <a:lnTo>
                    <a:pt x="670868" y="1699475"/>
                  </a:lnTo>
                  <a:lnTo>
                    <a:pt x="659721" y="1703068"/>
                  </a:lnTo>
                  <a:lnTo>
                    <a:pt x="648844" y="1706661"/>
                  </a:lnTo>
                  <a:lnTo>
                    <a:pt x="638420" y="1710254"/>
                  </a:lnTo>
                  <a:lnTo>
                    <a:pt x="628321" y="1713847"/>
                  </a:lnTo>
                  <a:lnTo>
                    <a:pt x="618546" y="1717440"/>
                  </a:lnTo>
                  <a:lnTo>
                    <a:pt x="609131" y="1721033"/>
                  </a:lnTo>
                  <a:lnTo>
                    <a:pt x="600219" y="1724626"/>
                  </a:lnTo>
                  <a:lnTo>
                    <a:pt x="591655" y="1728219"/>
                  </a:lnTo>
                  <a:lnTo>
                    <a:pt x="583440" y="1731812"/>
                  </a:lnTo>
                  <a:lnTo>
                    <a:pt x="575650" y="1735405"/>
                  </a:lnTo>
                  <a:lnTo>
                    <a:pt x="568331" y="1738998"/>
                  </a:lnTo>
                  <a:lnTo>
                    <a:pt x="561358" y="1742591"/>
                  </a:lnTo>
                  <a:lnTo>
                    <a:pt x="554728" y="1746184"/>
                  </a:lnTo>
                  <a:lnTo>
                    <a:pt x="548546" y="1749777"/>
                  </a:lnTo>
                  <a:lnTo>
                    <a:pt x="542766" y="1753370"/>
                  </a:lnTo>
                  <a:lnTo>
                    <a:pt x="537305" y="1756963"/>
                  </a:lnTo>
                  <a:lnTo>
                    <a:pt x="532156" y="1760556"/>
                  </a:lnTo>
                  <a:lnTo>
                    <a:pt x="527443" y="1764149"/>
                  </a:lnTo>
                  <a:lnTo>
                    <a:pt x="523046" y="1767742"/>
                  </a:lnTo>
                  <a:lnTo>
                    <a:pt x="518926" y="1771335"/>
                  </a:lnTo>
                  <a:lnTo>
                    <a:pt x="515076" y="1774927"/>
                  </a:lnTo>
                  <a:lnTo>
                    <a:pt x="511617" y="1778520"/>
                  </a:lnTo>
                  <a:lnTo>
                    <a:pt x="508392" y="1782113"/>
                  </a:lnTo>
                  <a:lnTo>
                    <a:pt x="505394" y="1785706"/>
                  </a:lnTo>
                  <a:lnTo>
                    <a:pt x="502641" y="1789299"/>
                  </a:lnTo>
                  <a:lnTo>
                    <a:pt x="500173" y="1792892"/>
                  </a:lnTo>
                  <a:lnTo>
                    <a:pt x="497890" y="1796485"/>
                  </a:lnTo>
                  <a:lnTo>
                    <a:pt x="495785" y="1800078"/>
                  </a:lnTo>
                  <a:lnTo>
                    <a:pt x="493887" y="1803671"/>
                  </a:lnTo>
                  <a:lnTo>
                    <a:pt x="492187" y="1807264"/>
                  </a:lnTo>
                  <a:lnTo>
                    <a:pt x="490626" y="1810857"/>
                  </a:lnTo>
                  <a:lnTo>
                    <a:pt x="489199" y="1814450"/>
                  </a:lnTo>
                  <a:lnTo>
                    <a:pt x="487938" y="1818043"/>
                  </a:lnTo>
                  <a:lnTo>
                    <a:pt x="486806" y="1821636"/>
                  </a:lnTo>
                  <a:lnTo>
                    <a:pt x="485775" y="1825229"/>
                  </a:lnTo>
                  <a:lnTo>
                    <a:pt x="484839" y="1828822"/>
                  </a:lnTo>
                  <a:lnTo>
                    <a:pt x="484030" y="1832415"/>
                  </a:lnTo>
                  <a:lnTo>
                    <a:pt x="483302" y="1836008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86475" y="2799408"/>
              <a:ext cx="0" cy="721523"/>
            </a:xfrm>
            <a:custGeom>
              <a:avLst/>
              <a:pathLst>
                <a:path w="0" h="721523">
                  <a:moveTo>
                    <a:pt x="0" y="7215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86475" y="40279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506808" y="3520931"/>
              <a:ext cx="159333" cy="506982"/>
            </a:xfrm>
            <a:custGeom>
              <a:avLst/>
              <a:pathLst>
                <a:path w="159333" h="506982">
                  <a:moveTo>
                    <a:pt x="0" y="0"/>
                  </a:moveTo>
                  <a:lnTo>
                    <a:pt x="0" y="506982"/>
                  </a:lnTo>
                  <a:lnTo>
                    <a:pt x="159333" y="506982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06808" y="402791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48700" y="2561597"/>
              <a:ext cx="0" cy="745079"/>
            </a:xfrm>
            <a:custGeom>
              <a:avLst/>
              <a:pathLst>
                <a:path w="0" h="745079">
                  <a:moveTo>
                    <a:pt x="0" y="7450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48700" y="40279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569033" y="3306677"/>
              <a:ext cx="159333" cy="721236"/>
            </a:xfrm>
            <a:custGeom>
              <a:avLst/>
              <a:pathLst>
                <a:path w="159333" h="721236">
                  <a:moveTo>
                    <a:pt x="0" y="0"/>
                  </a:moveTo>
                  <a:lnTo>
                    <a:pt x="0" y="721236"/>
                  </a:lnTo>
                  <a:lnTo>
                    <a:pt x="159333" y="72123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9033" y="359168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10925" y="2384015"/>
              <a:ext cx="0" cy="968846"/>
            </a:xfrm>
            <a:custGeom>
              <a:avLst/>
              <a:pathLst>
                <a:path w="0" h="968846">
                  <a:moveTo>
                    <a:pt x="0" y="96884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10925" y="40279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631258" y="3352861"/>
              <a:ext cx="159333" cy="675051"/>
            </a:xfrm>
            <a:custGeom>
              <a:avLst/>
              <a:pathLst>
                <a:path w="159333" h="675051">
                  <a:moveTo>
                    <a:pt x="0" y="0"/>
                  </a:moveTo>
                  <a:lnTo>
                    <a:pt x="0" y="675051"/>
                  </a:lnTo>
                  <a:lnTo>
                    <a:pt x="159333" y="675051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31258" y="360149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73149" y="2686267"/>
              <a:ext cx="0" cy="639926"/>
            </a:xfrm>
            <a:custGeom>
              <a:avLst/>
              <a:pathLst>
                <a:path w="0" h="639926">
                  <a:moveTo>
                    <a:pt x="0" y="63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73149" y="3812862"/>
              <a:ext cx="0" cy="215051"/>
            </a:xfrm>
            <a:custGeom>
              <a:avLst/>
              <a:pathLst>
                <a:path w="0" h="215051">
                  <a:moveTo>
                    <a:pt x="0" y="0"/>
                  </a:moveTo>
                  <a:lnTo>
                    <a:pt x="0" y="2150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693482" y="3326194"/>
              <a:ext cx="159333" cy="486667"/>
            </a:xfrm>
            <a:custGeom>
              <a:avLst/>
              <a:pathLst>
                <a:path w="159333" h="486667">
                  <a:moveTo>
                    <a:pt x="0" y="0"/>
                  </a:moveTo>
                  <a:lnTo>
                    <a:pt x="0" y="486667"/>
                  </a:lnTo>
                  <a:lnTo>
                    <a:pt x="159333" y="486667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693482" y="3557226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53074" y="377152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15299" y="359741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677523" y="359411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739748" y="353976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168245" y="1843148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3710925" y="1970861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710925" y="1970861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73149" y="1970861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162256" y="200771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3710925" y="2135426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8700" y="2135426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8700" y="2135426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3686327" y="1349455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4773149" y="1477169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8700" y="1477169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550310" y="1678583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2" name="pl52"/>
            <p:cNvSpPr/>
            <p:nvPr/>
          </p:nvSpPr>
          <p:spPr>
            <a:xfrm>
              <a:off x="3710925" y="1806297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586475" y="1806297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586475" y="1806297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3081423" y="1514019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6" name="pl56"/>
            <p:cNvSpPr/>
            <p:nvPr/>
          </p:nvSpPr>
          <p:spPr>
            <a:xfrm>
              <a:off x="4773149" y="1641733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86475" y="1641733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86475" y="1641733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2019198" y="217227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2648700" y="2299990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586475" y="2299990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586475" y="2299990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24052" y="3973323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324751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2521707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24052" y="179589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24052" y="107009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9" name="pl69"/>
            <p:cNvSpPr/>
            <p:nvPr/>
          </p:nvSpPr>
          <p:spPr>
            <a:xfrm>
              <a:off x="877140" y="402791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330210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77140" y="257629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77140" y="185048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77140" y="112467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36243" y="533115"/>
              <a:ext cx="188713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Macrophages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2026-05-26T22:09:13Z</dcterms:modified>
  <cp:category/>
</cp:coreProperties>
</file>