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31736" y="5409713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31736" y="4231522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31736" y="3053332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31736" y="1875142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1736" y="696951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02950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79010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55069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31128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31736" y="5998808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31736" y="4820618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31736" y="3642427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1736" y="2464237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1736" y="1286047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4921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90980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67039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043099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1736" y="2464237"/>
              <a:ext cx="8636348" cy="0"/>
            </a:xfrm>
            <a:custGeom>
              <a:avLst/>
              <a:pathLst>
                <a:path w="8636348" h="0">
                  <a:moveTo>
                    <a:pt x="0" y="0"/>
                  </a:moveTo>
                  <a:lnTo>
                    <a:pt x="8636348" y="0"/>
                  </a:lnTo>
                  <a:lnTo>
                    <a:pt x="8636348" y="0"/>
                  </a:lnTo>
                </a:path>
              </a:pathLst>
            </a:custGeom>
            <a:ln w="14782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867039" y="304809"/>
              <a:ext cx="0" cy="6116973"/>
            </a:xfrm>
            <a:custGeom>
              <a:avLst/>
              <a:pathLst>
                <a:path w="0" h="6116973">
                  <a:moveTo>
                    <a:pt x="0" y="61169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710983" y="6030424"/>
              <a:ext cx="226628" cy="226628"/>
            </a:xfrm>
            <a:custGeom>
              <a:avLst/>
              <a:pathLst>
                <a:path w="226628" h="226628">
                  <a:moveTo>
                    <a:pt x="0" y="113314"/>
                  </a:moveTo>
                  <a:lnTo>
                    <a:pt x="113314" y="0"/>
                  </a:lnTo>
                  <a:lnTo>
                    <a:pt x="226628" y="113314"/>
                  </a:lnTo>
                  <a:lnTo>
                    <a:pt x="113314" y="226628"/>
                  </a:lnTo>
                  <a:close/>
                </a:path>
              </a:pathLst>
            </a:custGeom>
            <a:solidFill>
              <a:srgbClr val="E0668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526625" y="2762199"/>
              <a:ext cx="145324" cy="145324"/>
            </a:xfrm>
            <a:prstGeom prst="ellipse">
              <a:avLst/>
            </a:prstGeom>
            <a:solidFill>
              <a:srgbClr val="EE6161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20104" y="709748"/>
              <a:ext cx="145324" cy="145324"/>
            </a:xfrm>
            <a:prstGeom prst="ellipse">
              <a:avLst/>
            </a:prstGeom>
            <a:solidFill>
              <a:srgbClr val="ED9548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293608" y="604194"/>
              <a:ext cx="145324" cy="145324"/>
            </a:xfrm>
            <a:prstGeom prst="ellipse">
              <a:avLst/>
            </a:prstGeom>
            <a:solidFill>
              <a:srgbClr val="FDD456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186336" y="510191"/>
              <a:ext cx="145324" cy="145324"/>
            </a:xfrm>
            <a:prstGeom prst="ellipse">
              <a:avLst/>
            </a:prstGeom>
            <a:solidFill>
              <a:srgbClr val="4FB984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8602861" y="5449762"/>
              <a:ext cx="145324" cy="145324"/>
            </a:xfrm>
            <a:prstGeom prst="ellipse">
              <a:avLst/>
            </a:prstGeom>
            <a:solidFill>
              <a:srgbClr val="55B7EC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579472" y="633853"/>
              <a:ext cx="145324" cy="145324"/>
            </a:xfrm>
            <a:prstGeom prst="ellipse">
              <a:avLst/>
            </a:prstGeom>
            <a:solidFill>
              <a:srgbClr val="6358CB">
                <a:alpha val="8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488234" y="2862475"/>
              <a:ext cx="88923" cy="110961"/>
            </a:xfrm>
            <a:custGeom>
              <a:avLst/>
              <a:pathLst>
                <a:path w="88923" h="110961">
                  <a:moveTo>
                    <a:pt x="0" y="110961"/>
                  </a:moveTo>
                  <a:lnTo>
                    <a:pt x="88923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33245" y="796054"/>
              <a:ext cx="137701" cy="46414"/>
            </a:xfrm>
            <a:custGeom>
              <a:avLst/>
              <a:pathLst>
                <a:path w="137701" h="46414">
                  <a:moveTo>
                    <a:pt x="137701" y="4641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254341" y="534104"/>
              <a:ext cx="90164" cy="114993"/>
            </a:xfrm>
            <a:custGeom>
              <a:avLst/>
              <a:pathLst>
                <a:path w="90164" h="114993">
                  <a:moveTo>
                    <a:pt x="0" y="0"/>
                  </a:moveTo>
                  <a:lnTo>
                    <a:pt x="90164" y="114993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717071" y="5474344"/>
              <a:ext cx="125998" cy="36157"/>
            </a:xfrm>
            <a:custGeom>
              <a:avLst/>
              <a:pathLst>
                <a:path w="125998" h="36157">
                  <a:moveTo>
                    <a:pt x="125998" y="0"/>
                  </a:moveTo>
                  <a:lnTo>
                    <a:pt x="0" y="36157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40128" y="734543"/>
              <a:ext cx="90942" cy="121008"/>
            </a:xfrm>
            <a:custGeom>
              <a:avLst/>
              <a:pathLst>
                <a:path w="90942" h="121008">
                  <a:moveTo>
                    <a:pt x="0" y="121008"/>
                  </a:moveTo>
                  <a:lnTo>
                    <a:pt x="90942" y="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523176" y="6135484"/>
              <a:ext cx="388437" cy="194858"/>
            </a:xfrm>
            <a:custGeom>
              <a:avLst/>
              <a:pathLst>
                <a:path w="388437" h="194858">
                  <a:moveTo>
                    <a:pt x="27432" y="194858"/>
                  </a:moveTo>
                  <a:lnTo>
                    <a:pt x="361005" y="194858"/>
                  </a:lnTo>
                  <a:lnTo>
                    <a:pt x="359900" y="194836"/>
                  </a:lnTo>
                  <a:lnTo>
                    <a:pt x="364311" y="194658"/>
                  </a:lnTo>
                  <a:lnTo>
                    <a:pt x="368637" y="193775"/>
                  </a:lnTo>
                  <a:lnTo>
                    <a:pt x="372765" y="192210"/>
                  </a:lnTo>
                  <a:lnTo>
                    <a:pt x="376588" y="190002"/>
                  </a:lnTo>
                  <a:lnTo>
                    <a:pt x="380007" y="187210"/>
                  </a:lnTo>
                  <a:lnTo>
                    <a:pt x="382935" y="183906"/>
                  </a:lnTo>
                  <a:lnTo>
                    <a:pt x="385294" y="180174"/>
                  </a:lnTo>
                  <a:lnTo>
                    <a:pt x="387025" y="176113"/>
                  </a:lnTo>
                  <a:lnTo>
                    <a:pt x="388081" y="171827"/>
                  </a:lnTo>
                  <a:lnTo>
                    <a:pt x="388437" y="167426"/>
                  </a:lnTo>
                  <a:lnTo>
                    <a:pt x="388437" y="27431"/>
                  </a:lnTo>
                  <a:lnTo>
                    <a:pt x="388081" y="23031"/>
                  </a:lnTo>
                  <a:lnTo>
                    <a:pt x="387025" y="18745"/>
                  </a:lnTo>
                  <a:lnTo>
                    <a:pt x="385294" y="14683"/>
                  </a:lnTo>
                  <a:lnTo>
                    <a:pt x="382935" y="10952"/>
                  </a:lnTo>
                  <a:lnTo>
                    <a:pt x="380007" y="7647"/>
                  </a:lnTo>
                  <a:lnTo>
                    <a:pt x="376588" y="4855"/>
                  </a:lnTo>
                  <a:lnTo>
                    <a:pt x="372765" y="2648"/>
                  </a:lnTo>
                  <a:lnTo>
                    <a:pt x="368637" y="1083"/>
                  </a:lnTo>
                  <a:lnTo>
                    <a:pt x="364311" y="200"/>
                  </a:lnTo>
                  <a:lnTo>
                    <a:pt x="361005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7426"/>
                  </a:lnTo>
                  <a:lnTo>
                    <a:pt x="88" y="165219"/>
                  </a:lnTo>
                  <a:lnTo>
                    <a:pt x="88" y="169633"/>
                  </a:lnTo>
                  <a:lnTo>
                    <a:pt x="797" y="173991"/>
                  </a:lnTo>
                  <a:lnTo>
                    <a:pt x="2195" y="178179"/>
                  </a:lnTo>
                  <a:lnTo>
                    <a:pt x="4246" y="182088"/>
                  </a:lnTo>
                  <a:lnTo>
                    <a:pt x="6898" y="185617"/>
                  </a:lnTo>
                  <a:lnTo>
                    <a:pt x="10082" y="188675"/>
                  </a:lnTo>
                  <a:lnTo>
                    <a:pt x="13716" y="191183"/>
                  </a:lnTo>
                  <a:lnTo>
                    <a:pt x="17704" y="193076"/>
                  </a:lnTo>
                  <a:lnTo>
                    <a:pt x="21944" y="194304"/>
                  </a:lnTo>
                  <a:lnTo>
                    <a:pt x="26327" y="194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568896" y="6181204"/>
              <a:ext cx="296997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39" name="pg39"/>
            <p:cNvSpPr/>
            <p:nvPr/>
          </p:nvSpPr>
          <p:spPr>
            <a:xfrm>
              <a:off x="6204039" y="2916923"/>
              <a:ext cx="284195" cy="194858"/>
            </a:xfrm>
            <a:custGeom>
              <a:avLst/>
              <a:pathLst>
                <a:path w="284195" h="194858">
                  <a:moveTo>
                    <a:pt x="27432" y="194858"/>
                  </a:moveTo>
                  <a:lnTo>
                    <a:pt x="256763" y="194858"/>
                  </a:lnTo>
                  <a:lnTo>
                    <a:pt x="255658" y="194836"/>
                  </a:lnTo>
                  <a:lnTo>
                    <a:pt x="260070" y="194658"/>
                  </a:lnTo>
                  <a:lnTo>
                    <a:pt x="264395" y="193775"/>
                  </a:lnTo>
                  <a:lnTo>
                    <a:pt x="268523" y="192210"/>
                  </a:lnTo>
                  <a:lnTo>
                    <a:pt x="272346" y="190002"/>
                  </a:lnTo>
                  <a:lnTo>
                    <a:pt x="275766" y="187210"/>
                  </a:lnTo>
                  <a:lnTo>
                    <a:pt x="278693" y="183906"/>
                  </a:lnTo>
                  <a:lnTo>
                    <a:pt x="281053" y="180174"/>
                  </a:lnTo>
                  <a:lnTo>
                    <a:pt x="282783" y="176113"/>
                  </a:lnTo>
                  <a:lnTo>
                    <a:pt x="283840" y="171827"/>
                  </a:lnTo>
                  <a:lnTo>
                    <a:pt x="284195" y="167426"/>
                  </a:lnTo>
                  <a:lnTo>
                    <a:pt x="284195" y="27431"/>
                  </a:lnTo>
                  <a:lnTo>
                    <a:pt x="283840" y="23031"/>
                  </a:lnTo>
                  <a:lnTo>
                    <a:pt x="282783" y="18745"/>
                  </a:lnTo>
                  <a:lnTo>
                    <a:pt x="281053" y="14683"/>
                  </a:lnTo>
                  <a:lnTo>
                    <a:pt x="278693" y="10952"/>
                  </a:lnTo>
                  <a:lnTo>
                    <a:pt x="275766" y="7647"/>
                  </a:lnTo>
                  <a:lnTo>
                    <a:pt x="272346" y="4855"/>
                  </a:lnTo>
                  <a:lnTo>
                    <a:pt x="268523" y="2648"/>
                  </a:lnTo>
                  <a:lnTo>
                    <a:pt x="264395" y="1083"/>
                  </a:lnTo>
                  <a:lnTo>
                    <a:pt x="260070" y="200"/>
                  </a:lnTo>
                  <a:lnTo>
                    <a:pt x="25676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7426"/>
                  </a:lnTo>
                  <a:lnTo>
                    <a:pt x="88" y="165219"/>
                  </a:lnTo>
                  <a:lnTo>
                    <a:pt x="88" y="169633"/>
                  </a:lnTo>
                  <a:lnTo>
                    <a:pt x="797" y="173991"/>
                  </a:lnTo>
                  <a:lnTo>
                    <a:pt x="2195" y="178179"/>
                  </a:lnTo>
                  <a:lnTo>
                    <a:pt x="4246" y="182088"/>
                  </a:lnTo>
                  <a:lnTo>
                    <a:pt x="6898" y="185617"/>
                  </a:lnTo>
                  <a:lnTo>
                    <a:pt x="10082" y="188675"/>
                  </a:lnTo>
                  <a:lnTo>
                    <a:pt x="13715" y="191183"/>
                  </a:lnTo>
                  <a:lnTo>
                    <a:pt x="17704" y="193076"/>
                  </a:lnTo>
                  <a:lnTo>
                    <a:pt x="21944" y="194304"/>
                  </a:lnTo>
                  <a:lnTo>
                    <a:pt x="26327" y="194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249759" y="2962643"/>
              <a:ext cx="192755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41" name="pg41"/>
            <p:cNvSpPr/>
            <p:nvPr/>
          </p:nvSpPr>
          <p:spPr>
            <a:xfrm>
              <a:off x="4805818" y="842469"/>
              <a:ext cx="219913" cy="194858"/>
            </a:xfrm>
            <a:custGeom>
              <a:avLst/>
              <a:pathLst>
                <a:path w="219913" h="194858">
                  <a:moveTo>
                    <a:pt x="27432" y="194858"/>
                  </a:moveTo>
                  <a:lnTo>
                    <a:pt x="192481" y="194858"/>
                  </a:lnTo>
                  <a:lnTo>
                    <a:pt x="191376" y="194836"/>
                  </a:lnTo>
                  <a:lnTo>
                    <a:pt x="195787" y="194658"/>
                  </a:lnTo>
                  <a:lnTo>
                    <a:pt x="200113" y="193775"/>
                  </a:lnTo>
                  <a:lnTo>
                    <a:pt x="204241" y="192210"/>
                  </a:lnTo>
                  <a:lnTo>
                    <a:pt x="208064" y="190002"/>
                  </a:lnTo>
                  <a:lnTo>
                    <a:pt x="211484" y="187210"/>
                  </a:lnTo>
                  <a:lnTo>
                    <a:pt x="214411" y="183906"/>
                  </a:lnTo>
                  <a:lnTo>
                    <a:pt x="216771" y="180174"/>
                  </a:lnTo>
                  <a:lnTo>
                    <a:pt x="218501" y="176113"/>
                  </a:lnTo>
                  <a:lnTo>
                    <a:pt x="219557" y="171827"/>
                  </a:lnTo>
                  <a:lnTo>
                    <a:pt x="219913" y="167426"/>
                  </a:lnTo>
                  <a:lnTo>
                    <a:pt x="219913" y="27431"/>
                  </a:lnTo>
                  <a:lnTo>
                    <a:pt x="219557" y="23031"/>
                  </a:lnTo>
                  <a:lnTo>
                    <a:pt x="218501" y="18745"/>
                  </a:lnTo>
                  <a:lnTo>
                    <a:pt x="216771" y="14683"/>
                  </a:lnTo>
                  <a:lnTo>
                    <a:pt x="214411" y="10952"/>
                  </a:lnTo>
                  <a:lnTo>
                    <a:pt x="211484" y="7647"/>
                  </a:lnTo>
                  <a:lnTo>
                    <a:pt x="208064" y="4855"/>
                  </a:lnTo>
                  <a:lnTo>
                    <a:pt x="204241" y="2648"/>
                  </a:lnTo>
                  <a:lnTo>
                    <a:pt x="200113" y="1083"/>
                  </a:lnTo>
                  <a:lnTo>
                    <a:pt x="195787" y="200"/>
                  </a:lnTo>
                  <a:lnTo>
                    <a:pt x="192481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7426"/>
                  </a:lnTo>
                  <a:lnTo>
                    <a:pt x="88" y="165219"/>
                  </a:lnTo>
                  <a:lnTo>
                    <a:pt x="88" y="169633"/>
                  </a:lnTo>
                  <a:lnTo>
                    <a:pt x="797" y="173991"/>
                  </a:lnTo>
                  <a:lnTo>
                    <a:pt x="2195" y="178179"/>
                  </a:lnTo>
                  <a:lnTo>
                    <a:pt x="4246" y="182088"/>
                  </a:lnTo>
                  <a:lnTo>
                    <a:pt x="6898" y="185617"/>
                  </a:lnTo>
                  <a:lnTo>
                    <a:pt x="10082" y="188675"/>
                  </a:lnTo>
                  <a:lnTo>
                    <a:pt x="13715" y="191183"/>
                  </a:lnTo>
                  <a:lnTo>
                    <a:pt x="17704" y="193076"/>
                  </a:lnTo>
                  <a:lnTo>
                    <a:pt x="21944" y="194304"/>
                  </a:lnTo>
                  <a:lnTo>
                    <a:pt x="26327" y="194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4851538" y="888189"/>
              <a:ext cx="128473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43" name="pg43"/>
            <p:cNvSpPr/>
            <p:nvPr/>
          </p:nvSpPr>
          <p:spPr>
            <a:xfrm>
              <a:off x="3946188" y="396249"/>
              <a:ext cx="308152" cy="194858"/>
            </a:xfrm>
            <a:custGeom>
              <a:avLst/>
              <a:pathLst>
                <a:path w="308152" h="194858">
                  <a:moveTo>
                    <a:pt x="27432" y="194858"/>
                  </a:moveTo>
                  <a:lnTo>
                    <a:pt x="280720" y="194858"/>
                  </a:lnTo>
                  <a:lnTo>
                    <a:pt x="279616" y="194836"/>
                  </a:lnTo>
                  <a:lnTo>
                    <a:pt x="284027" y="194658"/>
                  </a:lnTo>
                  <a:lnTo>
                    <a:pt x="288352" y="193775"/>
                  </a:lnTo>
                  <a:lnTo>
                    <a:pt x="292480" y="192210"/>
                  </a:lnTo>
                  <a:lnTo>
                    <a:pt x="296303" y="190002"/>
                  </a:lnTo>
                  <a:lnTo>
                    <a:pt x="299723" y="187210"/>
                  </a:lnTo>
                  <a:lnTo>
                    <a:pt x="302651" y="183906"/>
                  </a:lnTo>
                  <a:lnTo>
                    <a:pt x="305010" y="180174"/>
                  </a:lnTo>
                  <a:lnTo>
                    <a:pt x="306741" y="176113"/>
                  </a:lnTo>
                  <a:lnTo>
                    <a:pt x="307797" y="171827"/>
                  </a:lnTo>
                  <a:lnTo>
                    <a:pt x="308152" y="167426"/>
                  </a:lnTo>
                  <a:lnTo>
                    <a:pt x="308152" y="27431"/>
                  </a:lnTo>
                  <a:lnTo>
                    <a:pt x="307797" y="23031"/>
                  </a:lnTo>
                  <a:lnTo>
                    <a:pt x="306741" y="18745"/>
                  </a:lnTo>
                  <a:lnTo>
                    <a:pt x="305010" y="14683"/>
                  </a:lnTo>
                  <a:lnTo>
                    <a:pt x="302651" y="10952"/>
                  </a:lnTo>
                  <a:lnTo>
                    <a:pt x="299723" y="7647"/>
                  </a:lnTo>
                  <a:lnTo>
                    <a:pt x="296303" y="4855"/>
                  </a:lnTo>
                  <a:lnTo>
                    <a:pt x="292480" y="2648"/>
                  </a:lnTo>
                  <a:lnTo>
                    <a:pt x="288352" y="1083"/>
                  </a:lnTo>
                  <a:lnTo>
                    <a:pt x="284027" y="200"/>
                  </a:lnTo>
                  <a:lnTo>
                    <a:pt x="28072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7426"/>
                  </a:lnTo>
                  <a:lnTo>
                    <a:pt x="88" y="165219"/>
                  </a:lnTo>
                  <a:lnTo>
                    <a:pt x="88" y="169633"/>
                  </a:lnTo>
                  <a:lnTo>
                    <a:pt x="797" y="173991"/>
                  </a:lnTo>
                  <a:lnTo>
                    <a:pt x="2195" y="178179"/>
                  </a:lnTo>
                  <a:lnTo>
                    <a:pt x="4246" y="182088"/>
                  </a:lnTo>
                  <a:lnTo>
                    <a:pt x="6898" y="185617"/>
                  </a:lnTo>
                  <a:lnTo>
                    <a:pt x="10082" y="188675"/>
                  </a:lnTo>
                  <a:lnTo>
                    <a:pt x="13715" y="191183"/>
                  </a:lnTo>
                  <a:lnTo>
                    <a:pt x="17704" y="193076"/>
                  </a:lnTo>
                  <a:lnTo>
                    <a:pt x="21944" y="194304"/>
                  </a:lnTo>
                  <a:lnTo>
                    <a:pt x="26327" y="194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3991908" y="441969"/>
              <a:ext cx="21671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45" name="pg45"/>
            <p:cNvSpPr/>
            <p:nvPr/>
          </p:nvSpPr>
          <p:spPr>
            <a:xfrm>
              <a:off x="5370665" y="396489"/>
              <a:ext cx="257403" cy="194858"/>
            </a:xfrm>
            <a:custGeom>
              <a:avLst/>
              <a:pathLst>
                <a:path w="257403" h="194858">
                  <a:moveTo>
                    <a:pt x="27431" y="194858"/>
                  </a:moveTo>
                  <a:lnTo>
                    <a:pt x="229971" y="194858"/>
                  </a:lnTo>
                  <a:lnTo>
                    <a:pt x="228867" y="194836"/>
                  </a:lnTo>
                  <a:lnTo>
                    <a:pt x="233278" y="194658"/>
                  </a:lnTo>
                  <a:lnTo>
                    <a:pt x="237603" y="193775"/>
                  </a:lnTo>
                  <a:lnTo>
                    <a:pt x="241731" y="192210"/>
                  </a:lnTo>
                  <a:lnTo>
                    <a:pt x="245554" y="190002"/>
                  </a:lnTo>
                  <a:lnTo>
                    <a:pt x="248974" y="187210"/>
                  </a:lnTo>
                  <a:lnTo>
                    <a:pt x="251901" y="183906"/>
                  </a:lnTo>
                  <a:lnTo>
                    <a:pt x="254261" y="180174"/>
                  </a:lnTo>
                  <a:lnTo>
                    <a:pt x="255991" y="176113"/>
                  </a:lnTo>
                  <a:lnTo>
                    <a:pt x="257048" y="171827"/>
                  </a:lnTo>
                  <a:lnTo>
                    <a:pt x="257403" y="167426"/>
                  </a:lnTo>
                  <a:lnTo>
                    <a:pt x="257403" y="27431"/>
                  </a:lnTo>
                  <a:lnTo>
                    <a:pt x="257048" y="23031"/>
                  </a:lnTo>
                  <a:lnTo>
                    <a:pt x="255991" y="18745"/>
                  </a:lnTo>
                  <a:lnTo>
                    <a:pt x="254261" y="14683"/>
                  </a:lnTo>
                  <a:lnTo>
                    <a:pt x="251901" y="10952"/>
                  </a:lnTo>
                  <a:lnTo>
                    <a:pt x="248974" y="7647"/>
                  </a:lnTo>
                  <a:lnTo>
                    <a:pt x="245554" y="4855"/>
                  </a:lnTo>
                  <a:lnTo>
                    <a:pt x="241731" y="2648"/>
                  </a:lnTo>
                  <a:lnTo>
                    <a:pt x="237603" y="1083"/>
                  </a:lnTo>
                  <a:lnTo>
                    <a:pt x="233278" y="200"/>
                  </a:lnTo>
                  <a:lnTo>
                    <a:pt x="229971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7426"/>
                  </a:lnTo>
                  <a:lnTo>
                    <a:pt x="88" y="165219"/>
                  </a:lnTo>
                  <a:lnTo>
                    <a:pt x="88" y="169633"/>
                  </a:lnTo>
                  <a:lnTo>
                    <a:pt x="797" y="173991"/>
                  </a:lnTo>
                  <a:lnTo>
                    <a:pt x="2195" y="178179"/>
                  </a:lnTo>
                  <a:lnTo>
                    <a:pt x="4246" y="182088"/>
                  </a:lnTo>
                  <a:lnTo>
                    <a:pt x="6898" y="185617"/>
                  </a:lnTo>
                  <a:lnTo>
                    <a:pt x="10082" y="188675"/>
                  </a:lnTo>
                  <a:lnTo>
                    <a:pt x="13715" y="191183"/>
                  </a:lnTo>
                  <a:lnTo>
                    <a:pt x="17704" y="193076"/>
                  </a:lnTo>
                  <a:lnTo>
                    <a:pt x="21944" y="194304"/>
                  </a:lnTo>
                  <a:lnTo>
                    <a:pt x="26327" y="194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5416385" y="442209"/>
              <a:ext cx="165963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47" name="pg47"/>
            <p:cNvSpPr/>
            <p:nvPr/>
          </p:nvSpPr>
          <p:spPr>
            <a:xfrm>
              <a:off x="8786472" y="5279485"/>
              <a:ext cx="187817" cy="194858"/>
            </a:xfrm>
            <a:custGeom>
              <a:avLst/>
              <a:pathLst>
                <a:path w="187817" h="194858">
                  <a:moveTo>
                    <a:pt x="27431" y="194858"/>
                  </a:moveTo>
                  <a:lnTo>
                    <a:pt x="160385" y="194858"/>
                  </a:lnTo>
                  <a:lnTo>
                    <a:pt x="159281" y="194836"/>
                  </a:lnTo>
                  <a:lnTo>
                    <a:pt x="163692" y="194658"/>
                  </a:lnTo>
                  <a:lnTo>
                    <a:pt x="168017" y="193775"/>
                  </a:lnTo>
                  <a:lnTo>
                    <a:pt x="172145" y="192210"/>
                  </a:lnTo>
                  <a:lnTo>
                    <a:pt x="175968" y="190002"/>
                  </a:lnTo>
                  <a:lnTo>
                    <a:pt x="179388" y="187210"/>
                  </a:lnTo>
                  <a:lnTo>
                    <a:pt x="182316" y="183906"/>
                  </a:lnTo>
                  <a:lnTo>
                    <a:pt x="184675" y="180174"/>
                  </a:lnTo>
                  <a:lnTo>
                    <a:pt x="186406" y="176113"/>
                  </a:lnTo>
                  <a:lnTo>
                    <a:pt x="187462" y="171827"/>
                  </a:lnTo>
                  <a:lnTo>
                    <a:pt x="187817" y="167426"/>
                  </a:lnTo>
                  <a:lnTo>
                    <a:pt x="187817" y="27431"/>
                  </a:lnTo>
                  <a:lnTo>
                    <a:pt x="187462" y="23031"/>
                  </a:lnTo>
                  <a:lnTo>
                    <a:pt x="186406" y="18745"/>
                  </a:lnTo>
                  <a:lnTo>
                    <a:pt x="184675" y="14683"/>
                  </a:lnTo>
                  <a:lnTo>
                    <a:pt x="182316" y="10952"/>
                  </a:lnTo>
                  <a:lnTo>
                    <a:pt x="179388" y="7647"/>
                  </a:lnTo>
                  <a:lnTo>
                    <a:pt x="175968" y="4855"/>
                  </a:lnTo>
                  <a:lnTo>
                    <a:pt x="172145" y="2648"/>
                  </a:lnTo>
                  <a:lnTo>
                    <a:pt x="168017" y="1083"/>
                  </a:lnTo>
                  <a:lnTo>
                    <a:pt x="163692" y="200"/>
                  </a:lnTo>
                  <a:lnTo>
                    <a:pt x="16038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7426"/>
                  </a:lnTo>
                  <a:lnTo>
                    <a:pt x="88" y="165219"/>
                  </a:lnTo>
                  <a:lnTo>
                    <a:pt x="88" y="169633"/>
                  </a:lnTo>
                  <a:lnTo>
                    <a:pt x="797" y="173991"/>
                  </a:lnTo>
                  <a:lnTo>
                    <a:pt x="2195" y="178179"/>
                  </a:lnTo>
                  <a:lnTo>
                    <a:pt x="4246" y="182088"/>
                  </a:lnTo>
                  <a:lnTo>
                    <a:pt x="6898" y="185617"/>
                  </a:lnTo>
                  <a:lnTo>
                    <a:pt x="10082" y="188675"/>
                  </a:lnTo>
                  <a:lnTo>
                    <a:pt x="13716" y="191183"/>
                  </a:lnTo>
                  <a:lnTo>
                    <a:pt x="17704" y="193076"/>
                  </a:lnTo>
                  <a:lnTo>
                    <a:pt x="21944" y="194304"/>
                  </a:lnTo>
                  <a:lnTo>
                    <a:pt x="26327" y="194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832192" y="5325205"/>
              <a:ext cx="96377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49" name="pg49"/>
            <p:cNvSpPr/>
            <p:nvPr/>
          </p:nvSpPr>
          <p:spPr>
            <a:xfrm>
              <a:off x="3231975" y="797975"/>
              <a:ext cx="308152" cy="194858"/>
            </a:xfrm>
            <a:custGeom>
              <a:avLst/>
              <a:pathLst>
                <a:path w="308152" h="194858">
                  <a:moveTo>
                    <a:pt x="27432" y="194858"/>
                  </a:moveTo>
                  <a:lnTo>
                    <a:pt x="280720" y="194858"/>
                  </a:lnTo>
                  <a:lnTo>
                    <a:pt x="279616" y="194836"/>
                  </a:lnTo>
                  <a:lnTo>
                    <a:pt x="284027" y="194658"/>
                  </a:lnTo>
                  <a:lnTo>
                    <a:pt x="288352" y="193775"/>
                  </a:lnTo>
                  <a:lnTo>
                    <a:pt x="292480" y="192210"/>
                  </a:lnTo>
                  <a:lnTo>
                    <a:pt x="296303" y="190002"/>
                  </a:lnTo>
                  <a:lnTo>
                    <a:pt x="299723" y="187210"/>
                  </a:lnTo>
                  <a:lnTo>
                    <a:pt x="302651" y="183906"/>
                  </a:lnTo>
                  <a:lnTo>
                    <a:pt x="305010" y="180174"/>
                  </a:lnTo>
                  <a:lnTo>
                    <a:pt x="306741" y="176113"/>
                  </a:lnTo>
                  <a:lnTo>
                    <a:pt x="307797" y="171827"/>
                  </a:lnTo>
                  <a:lnTo>
                    <a:pt x="308152" y="167426"/>
                  </a:lnTo>
                  <a:lnTo>
                    <a:pt x="308152" y="27431"/>
                  </a:lnTo>
                  <a:lnTo>
                    <a:pt x="307797" y="23031"/>
                  </a:lnTo>
                  <a:lnTo>
                    <a:pt x="306741" y="18745"/>
                  </a:lnTo>
                  <a:lnTo>
                    <a:pt x="305010" y="14683"/>
                  </a:lnTo>
                  <a:lnTo>
                    <a:pt x="302651" y="10952"/>
                  </a:lnTo>
                  <a:lnTo>
                    <a:pt x="299723" y="7647"/>
                  </a:lnTo>
                  <a:lnTo>
                    <a:pt x="296303" y="4855"/>
                  </a:lnTo>
                  <a:lnTo>
                    <a:pt x="292480" y="2648"/>
                  </a:lnTo>
                  <a:lnTo>
                    <a:pt x="288352" y="1083"/>
                  </a:lnTo>
                  <a:lnTo>
                    <a:pt x="284027" y="200"/>
                  </a:lnTo>
                  <a:lnTo>
                    <a:pt x="28072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7426"/>
                  </a:lnTo>
                  <a:lnTo>
                    <a:pt x="88" y="165219"/>
                  </a:lnTo>
                  <a:lnTo>
                    <a:pt x="88" y="169633"/>
                  </a:lnTo>
                  <a:lnTo>
                    <a:pt x="797" y="173991"/>
                  </a:lnTo>
                  <a:lnTo>
                    <a:pt x="2195" y="178179"/>
                  </a:lnTo>
                  <a:lnTo>
                    <a:pt x="4246" y="182088"/>
                  </a:lnTo>
                  <a:lnTo>
                    <a:pt x="6898" y="185617"/>
                  </a:lnTo>
                  <a:lnTo>
                    <a:pt x="10082" y="188675"/>
                  </a:lnTo>
                  <a:lnTo>
                    <a:pt x="13716" y="191183"/>
                  </a:lnTo>
                  <a:lnTo>
                    <a:pt x="17704" y="193076"/>
                  </a:lnTo>
                  <a:lnTo>
                    <a:pt x="21944" y="194304"/>
                  </a:lnTo>
                  <a:lnTo>
                    <a:pt x="26327" y="194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77695" y="843695"/>
              <a:ext cx="21671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431736" y="304809"/>
              <a:ext cx="8636348" cy="6116973"/>
            </a:xfrm>
            <a:prstGeom prst="rect">
              <a:avLst/>
            </a:prstGeom>
            <a:noFill/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55056" y="5955191"/>
              <a:ext cx="1083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55056" y="4777001"/>
              <a:ext cx="1083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5056" y="3598810"/>
              <a:ext cx="1083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95655" y="242062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95655" y="124243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60743" y="6490106"/>
              <a:ext cx="1083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2636802" y="6490106"/>
              <a:ext cx="1083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833161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009220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313650" y="6640901"/>
              <a:ext cx="87252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PC1 (42.0%)</a:t>
              </a:r>
            </a:p>
          </p:txBody>
        </p:sp>
        <p:sp>
          <p:nvSpPr>
            <p:cNvPr id="62" name="tx62"/>
            <p:cNvSpPr/>
            <p:nvPr/>
          </p:nvSpPr>
          <p:spPr>
            <a:xfrm rot="-5400000">
              <a:off x="-305755" y="3308706"/>
              <a:ext cx="87252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PC2 (35.7%)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377304" y="75915"/>
              <a:ext cx="2745211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PCA (标准化PCA (center=T, scale=T))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2026-06-09T19:47:45Z</dcterms:modified>
  <cp:category/>
</cp:coreProperties>
</file>